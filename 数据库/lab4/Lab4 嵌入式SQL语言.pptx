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4" r:id="rId3"/>
    <p:sldId id="257" r:id="rId4"/>
    <p:sldId id="259" r:id="rId5"/>
    <p:sldId id="260" r:id="rId6"/>
    <p:sldId id="262" r:id="rId7"/>
    <p:sldId id="258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Wang" userId="3068fd9fab704e37" providerId="LiveId" clId="{60FA6F2B-B4EB-4684-B8ED-994C33A6C036}"/>
    <pc:docChg chg="undo custSel addSld delSld modSld sldOrd">
      <pc:chgData name="Tim Wang" userId="3068fd9fab704e37" providerId="LiveId" clId="{60FA6F2B-B4EB-4684-B8ED-994C33A6C036}" dt="2026-04-16T23:56:40.281" v="2642" actId="403"/>
      <pc:docMkLst>
        <pc:docMk/>
      </pc:docMkLst>
      <pc:sldChg chg="modSp new mod">
        <pc:chgData name="Tim Wang" userId="3068fd9fab704e37" providerId="LiveId" clId="{60FA6F2B-B4EB-4684-B8ED-994C33A6C036}" dt="2026-04-15T07:46:05.689" v="112" actId="403"/>
        <pc:sldMkLst>
          <pc:docMk/>
          <pc:sldMk cId="1838765866" sldId="256"/>
        </pc:sldMkLst>
        <pc:spChg chg="mod">
          <ac:chgData name="Tim Wang" userId="3068fd9fab704e37" providerId="LiveId" clId="{60FA6F2B-B4EB-4684-B8ED-994C33A6C036}" dt="2026-04-15T07:46:05.689" v="112" actId="403"/>
          <ac:spMkLst>
            <pc:docMk/>
            <pc:sldMk cId="1838765866" sldId="256"/>
            <ac:spMk id="2" creationId="{62B213BF-5691-7572-2E26-7D4DF0368715}"/>
          </ac:spMkLst>
        </pc:spChg>
        <pc:spChg chg="mod">
          <ac:chgData name="Tim Wang" userId="3068fd9fab704e37" providerId="LiveId" clId="{60FA6F2B-B4EB-4684-B8ED-994C33A6C036}" dt="2026-04-15T06:29:25.631" v="6"/>
          <ac:spMkLst>
            <pc:docMk/>
            <pc:sldMk cId="1838765866" sldId="256"/>
            <ac:spMk id="3" creationId="{8B9F8D68-1A72-11F5-1A20-287530DE95E1}"/>
          </ac:spMkLst>
        </pc:spChg>
      </pc:sldChg>
      <pc:sldChg chg="delSp modSp new mod">
        <pc:chgData name="Tim Wang" userId="3068fd9fab704e37" providerId="LiveId" clId="{60FA6F2B-B4EB-4684-B8ED-994C33A6C036}" dt="2026-04-15T08:55:28.801" v="1351" actId="478"/>
        <pc:sldMkLst>
          <pc:docMk/>
          <pc:sldMk cId="3154066012" sldId="257"/>
        </pc:sldMkLst>
        <pc:spChg chg="del mod">
          <ac:chgData name="Tim Wang" userId="3068fd9fab704e37" providerId="LiveId" clId="{60FA6F2B-B4EB-4684-B8ED-994C33A6C036}" dt="2026-04-15T08:55:28.801" v="1351" actId="478"/>
          <ac:spMkLst>
            <pc:docMk/>
            <pc:sldMk cId="3154066012" sldId="257"/>
            <ac:spMk id="2" creationId="{0F233008-CCCA-5CFD-1328-235E8D010CE2}"/>
          </ac:spMkLst>
        </pc:spChg>
        <pc:spChg chg="mod">
          <ac:chgData name="Tim Wang" userId="3068fd9fab704e37" providerId="LiveId" clId="{60FA6F2B-B4EB-4684-B8ED-994C33A6C036}" dt="2026-04-15T08:55:23.213" v="1350" actId="403"/>
          <ac:spMkLst>
            <pc:docMk/>
            <pc:sldMk cId="3154066012" sldId="257"/>
            <ac:spMk id="3" creationId="{C8529F43-F03E-A7BF-BF89-8383696F26AF}"/>
          </ac:spMkLst>
        </pc:spChg>
      </pc:sldChg>
      <pc:sldChg chg="addSp modSp new mod ord">
        <pc:chgData name="Tim Wang" userId="3068fd9fab704e37" providerId="LiveId" clId="{60FA6F2B-B4EB-4684-B8ED-994C33A6C036}" dt="2026-04-15T10:23:52.334" v="1406"/>
        <pc:sldMkLst>
          <pc:docMk/>
          <pc:sldMk cId="3323763174" sldId="258"/>
        </pc:sldMkLst>
        <pc:spChg chg="mod">
          <ac:chgData name="Tim Wang" userId="3068fd9fab704e37" providerId="LiveId" clId="{60FA6F2B-B4EB-4684-B8ED-994C33A6C036}" dt="2026-04-15T08:33:52.016" v="553"/>
          <ac:spMkLst>
            <pc:docMk/>
            <pc:sldMk cId="3323763174" sldId="258"/>
            <ac:spMk id="2" creationId="{CA0F2A15-2AE0-B24C-6FA2-1549E36E11F7}"/>
          </ac:spMkLst>
        </pc:spChg>
        <pc:spChg chg="mod">
          <ac:chgData name="Tim Wang" userId="3068fd9fab704e37" providerId="LiveId" clId="{60FA6F2B-B4EB-4684-B8ED-994C33A6C036}" dt="2026-04-15T08:34:44.945" v="635" actId="20577"/>
          <ac:spMkLst>
            <pc:docMk/>
            <pc:sldMk cId="3323763174" sldId="258"/>
            <ac:spMk id="3" creationId="{F8428F8E-0896-839D-09B3-7286C8FC65B2}"/>
          </ac:spMkLst>
        </pc:spChg>
        <pc:picChg chg="add mod">
          <ac:chgData name="Tim Wang" userId="3068fd9fab704e37" providerId="LiveId" clId="{60FA6F2B-B4EB-4684-B8ED-994C33A6C036}" dt="2026-04-15T08:34:28.952" v="568" actId="1076"/>
          <ac:picMkLst>
            <pc:docMk/>
            <pc:sldMk cId="3323763174" sldId="258"/>
            <ac:picMk id="5" creationId="{0A5E81E7-27CB-C7FB-04DB-0C40C507BAC8}"/>
          </ac:picMkLst>
        </pc:picChg>
      </pc:sldChg>
      <pc:sldChg chg="addSp delSp modSp new mod ord">
        <pc:chgData name="Tim Wang" userId="3068fd9fab704e37" providerId="LiveId" clId="{60FA6F2B-B4EB-4684-B8ED-994C33A6C036}" dt="2026-04-15T11:41:19.180" v="2272"/>
        <pc:sldMkLst>
          <pc:docMk/>
          <pc:sldMk cId="959181520" sldId="259"/>
        </pc:sldMkLst>
        <pc:spChg chg="mod">
          <ac:chgData name="Tim Wang" userId="3068fd9fab704e37" providerId="LiveId" clId="{60FA6F2B-B4EB-4684-B8ED-994C33A6C036}" dt="2026-04-15T08:33:46.305" v="538"/>
          <ac:spMkLst>
            <pc:docMk/>
            <pc:sldMk cId="959181520" sldId="259"/>
            <ac:spMk id="2" creationId="{608538E8-801D-F655-9138-4B6D41CE36E8}"/>
          </ac:spMkLst>
        </pc:spChg>
        <pc:spChg chg="mod">
          <ac:chgData name="Tim Wang" userId="3068fd9fab704e37" providerId="LiveId" clId="{60FA6F2B-B4EB-4684-B8ED-994C33A6C036}" dt="2026-04-15T08:43:35.022" v="1032" actId="20577"/>
          <ac:spMkLst>
            <pc:docMk/>
            <pc:sldMk cId="959181520" sldId="259"/>
            <ac:spMk id="3" creationId="{6E0A056E-D8BF-AC7C-0CBA-2AE36E1F216F}"/>
          </ac:spMkLst>
        </pc:spChg>
        <pc:picChg chg="add del mod">
          <ac:chgData name="Tim Wang" userId="3068fd9fab704e37" providerId="LiveId" clId="{60FA6F2B-B4EB-4684-B8ED-994C33A6C036}" dt="2026-04-15T08:41:41.508" v="982" actId="478"/>
          <ac:picMkLst>
            <pc:docMk/>
            <pc:sldMk cId="959181520" sldId="259"/>
            <ac:picMk id="5" creationId="{798B603F-97E3-8D06-4DFE-F2FF77B692E7}"/>
          </ac:picMkLst>
        </pc:picChg>
        <pc:picChg chg="add del mod">
          <ac:chgData name="Tim Wang" userId="3068fd9fab704e37" providerId="LiveId" clId="{60FA6F2B-B4EB-4684-B8ED-994C33A6C036}" dt="2026-04-15T08:43:36.991" v="1033" actId="478"/>
          <ac:picMkLst>
            <pc:docMk/>
            <pc:sldMk cId="959181520" sldId="259"/>
            <ac:picMk id="7" creationId="{8CA26F87-F117-DA4A-D14A-4695C40D419C}"/>
          </ac:picMkLst>
        </pc:picChg>
      </pc:sldChg>
      <pc:sldChg chg="addSp delSp modSp new mod ord">
        <pc:chgData name="Tim Wang" userId="3068fd9fab704e37" providerId="LiveId" clId="{60FA6F2B-B4EB-4684-B8ED-994C33A6C036}" dt="2026-04-15T11:41:21.069" v="2274"/>
        <pc:sldMkLst>
          <pc:docMk/>
          <pc:sldMk cId="462716786" sldId="260"/>
        </pc:sldMkLst>
        <pc:spChg chg="mod">
          <ac:chgData name="Tim Wang" userId="3068fd9fab704e37" providerId="LiveId" clId="{60FA6F2B-B4EB-4684-B8ED-994C33A6C036}" dt="2026-04-15T08:35:40.068" v="637"/>
          <ac:spMkLst>
            <pc:docMk/>
            <pc:sldMk cId="462716786" sldId="260"/>
            <ac:spMk id="2" creationId="{565B28EE-B777-8075-0DFA-2B9D31435996}"/>
          </ac:spMkLst>
        </pc:spChg>
        <pc:spChg chg="add del mod">
          <ac:chgData name="Tim Wang" userId="3068fd9fab704e37" providerId="LiveId" clId="{60FA6F2B-B4EB-4684-B8ED-994C33A6C036}" dt="2026-04-15T08:50:31.634" v="1272" actId="20577"/>
          <ac:spMkLst>
            <pc:docMk/>
            <pc:sldMk cId="462716786" sldId="260"/>
            <ac:spMk id="3" creationId="{E89443F2-BFD5-05D0-5BAF-44CB7E385A05}"/>
          </ac:spMkLst>
        </pc:spChg>
        <pc:picChg chg="add del mod ord">
          <ac:chgData name="Tim Wang" userId="3068fd9fab704e37" providerId="LiveId" clId="{60FA6F2B-B4EB-4684-B8ED-994C33A6C036}" dt="2026-04-15T08:39:47.378" v="714" actId="22"/>
          <ac:picMkLst>
            <pc:docMk/>
            <pc:sldMk cId="462716786" sldId="260"/>
            <ac:picMk id="5" creationId="{08C200AB-30DB-BBE9-8824-6B66CB0E886B}"/>
          </ac:picMkLst>
        </pc:picChg>
        <pc:picChg chg="add mod">
          <ac:chgData name="Tim Wang" userId="3068fd9fab704e37" providerId="LiveId" clId="{60FA6F2B-B4EB-4684-B8ED-994C33A6C036}" dt="2026-04-15T08:44:04.834" v="1036" actId="1076"/>
          <ac:picMkLst>
            <pc:docMk/>
            <pc:sldMk cId="462716786" sldId="260"/>
            <ac:picMk id="7" creationId="{4EFD1199-7DCF-A790-CA0B-187BC69F588E}"/>
          </ac:picMkLst>
        </pc:picChg>
        <pc:picChg chg="add mod">
          <ac:chgData name="Tim Wang" userId="3068fd9fab704e37" providerId="LiveId" clId="{60FA6F2B-B4EB-4684-B8ED-994C33A6C036}" dt="2026-04-15T08:44:14.446" v="1053" actId="1076"/>
          <ac:picMkLst>
            <pc:docMk/>
            <pc:sldMk cId="462716786" sldId="260"/>
            <ac:picMk id="9" creationId="{BDA40A00-180C-5884-BAFC-39907A8D65C2}"/>
          </ac:picMkLst>
        </pc:picChg>
      </pc:sldChg>
      <pc:sldChg chg="addSp delSp modSp add mod ord">
        <pc:chgData name="Tim Wang" userId="3068fd9fab704e37" providerId="LiveId" clId="{60FA6F2B-B4EB-4684-B8ED-994C33A6C036}" dt="2026-04-15T11:14:17.543" v="1957" actId="20577"/>
        <pc:sldMkLst>
          <pc:docMk/>
          <pc:sldMk cId="2166112575" sldId="261"/>
        </pc:sldMkLst>
        <pc:spChg chg="mod">
          <ac:chgData name="Tim Wang" userId="3068fd9fab704e37" providerId="LiveId" clId="{60FA6F2B-B4EB-4684-B8ED-994C33A6C036}" dt="2026-04-15T11:14:17.543" v="1957" actId="20577"/>
          <ac:spMkLst>
            <pc:docMk/>
            <pc:sldMk cId="2166112575" sldId="261"/>
            <ac:spMk id="3" creationId="{117FE13C-79E9-6029-3C37-8D5190A4CDEC}"/>
          </ac:spMkLst>
        </pc:spChg>
        <pc:picChg chg="del">
          <ac:chgData name="Tim Wang" userId="3068fd9fab704e37" providerId="LiveId" clId="{60FA6F2B-B4EB-4684-B8ED-994C33A6C036}" dt="2026-04-15T08:51:15.355" v="1281" actId="478"/>
          <ac:picMkLst>
            <pc:docMk/>
            <pc:sldMk cId="2166112575" sldId="261"/>
            <ac:picMk id="5" creationId="{1FCA97CB-2768-4171-2FA0-0E6D34E66032}"/>
          </ac:picMkLst>
        </pc:picChg>
        <pc:picChg chg="add mod">
          <ac:chgData name="Tim Wang" userId="3068fd9fab704e37" providerId="LiveId" clId="{60FA6F2B-B4EB-4684-B8ED-994C33A6C036}" dt="2026-04-15T08:51:22.157" v="1284" actId="1076"/>
          <ac:picMkLst>
            <pc:docMk/>
            <pc:sldMk cId="2166112575" sldId="261"/>
            <ac:picMk id="6" creationId="{F1A02652-7A28-B719-534A-F19882FC69B3}"/>
          </ac:picMkLst>
        </pc:picChg>
      </pc:sldChg>
      <pc:sldChg chg="new del">
        <pc:chgData name="Tim Wang" userId="3068fd9fab704e37" providerId="LiveId" clId="{60FA6F2B-B4EB-4684-B8ED-994C33A6C036}" dt="2026-04-15T10:23:11.732" v="1397" actId="47"/>
        <pc:sldMkLst>
          <pc:docMk/>
          <pc:sldMk cId="1899068568" sldId="262"/>
        </pc:sldMkLst>
      </pc:sldChg>
      <pc:sldChg chg="addSp delSp modSp add mod ord">
        <pc:chgData name="Tim Wang" userId="3068fd9fab704e37" providerId="LiveId" clId="{60FA6F2B-B4EB-4684-B8ED-994C33A6C036}" dt="2026-04-15T11:41:22.884" v="2276"/>
        <pc:sldMkLst>
          <pc:docMk/>
          <pc:sldMk cId="3462096213" sldId="262"/>
        </pc:sldMkLst>
        <pc:spChg chg="mod">
          <ac:chgData name="Tim Wang" userId="3068fd9fab704e37" providerId="LiveId" clId="{60FA6F2B-B4EB-4684-B8ED-994C33A6C036}" dt="2026-04-15T11:12:07.269" v="1933"/>
          <ac:spMkLst>
            <pc:docMk/>
            <pc:sldMk cId="3462096213" sldId="262"/>
            <ac:spMk id="2" creationId="{3DC37DA9-307C-2A89-3440-DC42B2D9D472}"/>
          </ac:spMkLst>
        </pc:spChg>
        <pc:spChg chg="mod">
          <ac:chgData name="Tim Wang" userId="3068fd9fab704e37" providerId="LiveId" clId="{60FA6F2B-B4EB-4684-B8ED-994C33A6C036}" dt="2026-04-15T11:07:22.855" v="1913"/>
          <ac:spMkLst>
            <pc:docMk/>
            <pc:sldMk cId="3462096213" sldId="262"/>
            <ac:spMk id="3" creationId="{74BD23D0-8F3E-9848-F338-B0A293F5D355}"/>
          </ac:spMkLst>
        </pc:spChg>
        <pc:picChg chg="add mod">
          <ac:chgData name="Tim Wang" userId="3068fd9fab704e37" providerId="LiveId" clId="{60FA6F2B-B4EB-4684-B8ED-994C33A6C036}" dt="2026-04-15T11:09:24.232" v="1917" actId="1076"/>
          <ac:picMkLst>
            <pc:docMk/>
            <pc:sldMk cId="3462096213" sldId="262"/>
            <ac:picMk id="5" creationId="{97B001B4-0E2A-95BB-92B0-BB2C11172E5A}"/>
          </ac:picMkLst>
        </pc:picChg>
        <pc:picChg chg="add del">
          <ac:chgData name="Tim Wang" userId="3068fd9fab704e37" providerId="LiveId" clId="{60FA6F2B-B4EB-4684-B8ED-994C33A6C036}" dt="2026-04-15T10:23:26.869" v="1404" actId="478"/>
          <ac:picMkLst>
            <pc:docMk/>
            <pc:sldMk cId="3462096213" sldId="262"/>
            <ac:picMk id="7" creationId="{372CEDE0-A994-C0D7-3634-14A0D1D9685D}"/>
          </ac:picMkLst>
        </pc:picChg>
        <pc:picChg chg="del">
          <ac:chgData name="Tim Wang" userId="3068fd9fab704e37" providerId="LiveId" clId="{60FA6F2B-B4EB-4684-B8ED-994C33A6C036}" dt="2026-04-15T10:23:17.300" v="1399" actId="478"/>
          <ac:picMkLst>
            <pc:docMk/>
            <pc:sldMk cId="3462096213" sldId="262"/>
            <ac:picMk id="9" creationId="{5CA7F55D-2911-3275-4B10-0506188A0663}"/>
          </ac:picMkLst>
        </pc:picChg>
      </pc:sldChg>
      <pc:sldChg chg="addSp delSp modSp add mod">
        <pc:chgData name="Tim Wang" userId="3068fd9fab704e37" providerId="LiveId" clId="{60FA6F2B-B4EB-4684-B8ED-994C33A6C036}" dt="2026-04-15T11:44:03.801" v="2298" actId="1076"/>
        <pc:sldMkLst>
          <pc:docMk/>
          <pc:sldMk cId="2722812802" sldId="263"/>
        </pc:sldMkLst>
        <pc:spChg chg="mod">
          <ac:chgData name="Tim Wang" userId="3068fd9fab704e37" providerId="LiveId" clId="{60FA6F2B-B4EB-4684-B8ED-994C33A6C036}" dt="2026-04-15T11:12:20.556" v="1949" actId="20577"/>
          <ac:spMkLst>
            <pc:docMk/>
            <pc:sldMk cId="2722812802" sldId="263"/>
            <ac:spMk id="2" creationId="{3B606429-E212-A98C-344C-0A8C51D4EC63}"/>
          </ac:spMkLst>
        </pc:spChg>
        <pc:spChg chg="mod">
          <ac:chgData name="Tim Wang" userId="3068fd9fab704e37" providerId="LiveId" clId="{60FA6F2B-B4EB-4684-B8ED-994C33A6C036}" dt="2026-04-15T11:42:00.208" v="2289" actId="27636"/>
          <ac:spMkLst>
            <pc:docMk/>
            <pc:sldMk cId="2722812802" sldId="263"/>
            <ac:spMk id="3" creationId="{648405B3-849D-41A5-D349-5CDB026D4034}"/>
          </ac:spMkLst>
        </pc:spChg>
        <pc:picChg chg="add mod">
          <ac:chgData name="Tim Wang" userId="3068fd9fab704e37" providerId="LiveId" clId="{60FA6F2B-B4EB-4684-B8ED-994C33A6C036}" dt="2026-04-15T11:43:56.279" v="2294" actId="1076"/>
          <ac:picMkLst>
            <pc:docMk/>
            <pc:sldMk cId="2722812802" sldId="263"/>
            <ac:picMk id="5" creationId="{C93B5CD3-2E5A-2F50-2BC5-8402AD53EC64}"/>
          </ac:picMkLst>
        </pc:picChg>
        <pc:picChg chg="del">
          <ac:chgData name="Tim Wang" userId="3068fd9fab704e37" providerId="LiveId" clId="{60FA6F2B-B4EB-4684-B8ED-994C33A6C036}" dt="2026-04-15T11:13:16.378" v="1950" actId="21"/>
          <ac:picMkLst>
            <pc:docMk/>
            <pc:sldMk cId="2722812802" sldId="263"/>
            <ac:picMk id="6" creationId="{50BE83A3-90CD-1079-E3D3-0AE1CA744CBD}"/>
          </ac:picMkLst>
        </pc:picChg>
        <pc:picChg chg="add del">
          <ac:chgData name="Tim Wang" userId="3068fd9fab704e37" providerId="LiveId" clId="{60FA6F2B-B4EB-4684-B8ED-994C33A6C036}" dt="2026-04-15T11:40:23.666" v="2138" actId="22"/>
          <ac:picMkLst>
            <pc:docMk/>
            <pc:sldMk cId="2722812802" sldId="263"/>
            <ac:picMk id="8" creationId="{BF05C0D0-B466-888A-378E-FD236937E594}"/>
          </ac:picMkLst>
        </pc:picChg>
        <pc:picChg chg="add mod">
          <ac:chgData name="Tim Wang" userId="3068fd9fab704e37" providerId="LiveId" clId="{60FA6F2B-B4EB-4684-B8ED-994C33A6C036}" dt="2026-04-15T11:44:03.801" v="2298" actId="1076"/>
          <ac:picMkLst>
            <pc:docMk/>
            <pc:sldMk cId="2722812802" sldId="263"/>
            <ac:picMk id="10" creationId="{E0986622-3728-6B9C-E2BC-2A239A59266F}"/>
          </ac:picMkLst>
        </pc:picChg>
      </pc:sldChg>
      <pc:sldChg chg="modSp new mod">
        <pc:chgData name="Tim Wang" userId="3068fd9fab704e37" providerId="LiveId" clId="{60FA6F2B-B4EB-4684-B8ED-994C33A6C036}" dt="2026-04-16T23:56:40.281" v="2642" actId="403"/>
        <pc:sldMkLst>
          <pc:docMk/>
          <pc:sldMk cId="345675449" sldId="264"/>
        </pc:sldMkLst>
        <pc:spChg chg="mod">
          <ac:chgData name="Tim Wang" userId="3068fd9fab704e37" providerId="LiveId" clId="{60FA6F2B-B4EB-4684-B8ED-994C33A6C036}" dt="2026-04-16T05:28:56.650" v="2309"/>
          <ac:spMkLst>
            <pc:docMk/>
            <pc:sldMk cId="345675449" sldId="264"/>
            <ac:spMk id="2" creationId="{C821F7F6-5543-CBDD-13AE-A70EB69A102F}"/>
          </ac:spMkLst>
        </pc:spChg>
        <pc:spChg chg="mod">
          <ac:chgData name="Tim Wang" userId="3068fd9fab704e37" providerId="LiveId" clId="{60FA6F2B-B4EB-4684-B8ED-994C33A6C036}" dt="2026-04-16T23:56:40.281" v="2642" actId="403"/>
          <ac:spMkLst>
            <pc:docMk/>
            <pc:sldMk cId="345675449" sldId="264"/>
            <ac:spMk id="3" creationId="{D92A9E2E-F694-D86D-593B-76E3A24D94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905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50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79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99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54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139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54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14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79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6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31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B4B82A0-1E20-44C1-9908-8EF4667FE0ED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691DEDE-BF37-413E-8AE6-ACF33CFF21B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681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213BF-5691-7572-2E26-7D4DF03687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600" dirty="0"/>
              <a:t>实验四 嵌入式</a:t>
            </a:r>
            <a:r>
              <a:rPr lang="en-US" altLang="zh-CN" sz="6600" dirty="0"/>
              <a:t>SQL</a:t>
            </a:r>
            <a:r>
              <a:rPr lang="zh-CN" altLang="en-US" sz="6600" dirty="0"/>
              <a:t>语言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9F8D68-1A72-11F5-1A20-287530DE95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76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1F7F6-5543-CBDD-13AE-A70EB69A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A9E2E-F694-D86D-593B-76E3A24D9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2800" dirty="0"/>
          </a:p>
          <a:p>
            <a:r>
              <a:rPr lang="en-US" altLang="zh-CN" sz="2800" dirty="0"/>
              <a:t>5</a:t>
            </a:r>
            <a:r>
              <a:rPr lang="zh-CN" altLang="en-US" sz="2800" dirty="0"/>
              <a:t>月</a:t>
            </a:r>
            <a:r>
              <a:rPr lang="en-US" altLang="zh-CN" sz="2800" dirty="0"/>
              <a:t>15</a:t>
            </a:r>
            <a:r>
              <a:rPr lang="zh-CN" altLang="en-US" sz="2800" dirty="0"/>
              <a:t>日上机课：全部调整为线上课，</a:t>
            </a:r>
            <a:r>
              <a:rPr lang="en-US" altLang="zh-CN" sz="2800" dirty="0"/>
              <a:t>elearning</a:t>
            </a:r>
            <a:r>
              <a:rPr lang="zh-CN" altLang="en-US" sz="2800" dirty="0"/>
              <a:t>上会提前发布腾讯会议链接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5</a:t>
            </a:r>
            <a:r>
              <a:rPr lang="zh-CN" altLang="en-US" sz="2800" dirty="0"/>
              <a:t>月</a:t>
            </a:r>
            <a:r>
              <a:rPr lang="en-US" altLang="zh-CN" sz="2800" dirty="0"/>
              <a:t>22</a:t>
            </a:r>
            <a:r>
              <a:rPr lang="zh-CN" altLang="en-US" sz="2800" dirty="0"/>
              <a:t>日上机课：</a:t>
            </a:r>
            <a:r>
              <a:rPr lang="en-US" altLang="zh-CN" sz="2800" dirty="0"/>
              <a:t>H4501</a:t>
            </a:r>
            <a:r>
              <a:rPr lang="zh-CN" altLang="en-US" sz="2800" dirty="0"/>
              <a:t>（机房） </a:t>
            </a:r>
            <a:r>
              <a:rPr lang="en-US" altLang="zh-CN" sz="2800" dirty="0"/>
              <a:t>=&gt; </a:t>
            </a:r>
            <a:r>
              <a:rPr lang="zh-CN" altLang="en-US" sz="2800" dirty="0"/>
              <a:t>兴业光学楼</a:t>
            </a:r>
            <a:r>
              <a:rPr lang="en-US" altLang="zh-CN" sz="2800" dirty="0"/>
              <a:t>A304</a:t>
            </a:r>
          </a:p>
        </p:txBody>
      </p:sp>
    </p:spTree>
    <p:extLst>
      <p:ext uri="{BB962C8B-B14F-4D97-AF65-F5344CB8AC3E}">
        <p14:creationId xmlns:p14="http://schemas.microsoft.com/office/powerpoint/2010/main" val="34567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529F43-F03E-A7BF-BF89-8383696F2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本次实验旨在掌握如何在高级编程语言（</a:t>
            </a:r>
            <a:r>
              <a:rPr lang="en-US" altLang="zh-CN" sz="3600" dirty="0"/>
              <a:t>Java/Python</a:t>
            </a:r>
            <a:r>
              <a:rPr lang="zh-CN" altLang="en-US" sz="3600" dirty="0"/>
              <a:t>）中通过嵌入式</a:t>
            </a:r>
            <a:r>
              <a:rPr lang="en-US" altLang="zh-CN" sz="3600" dirty="0"/>
              <a:t>SQL</a:t>
            </a:r>
            <a:r>
              <a:rPr lang="zh-CN" altLang="en-US" sz="3600" dirty="0"/>
              <a:t>操作数据库。通过实际编写代码完成数据库连接、数据增删改查等操作，理解应用程序与数据库之间的交互机制，为后续开发完整的数据库应用系统（实验五大作业）打下基础。</a:t>
            </a:r>
          </a:p>
        </p:txBody>
      </p:sp>
    </p:spTree>
    <p:extLst>
      <p:ext uri="{BB962C8B-B14F-4D97-AF65-F5344CB8AC3E}">
        <p14:creationId xmlns:p14="http://schemas.microsoft.com/office/powerpoint/2010/main" val="315406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538E8-801D-F655-9138-4B6D41CE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Java-</a:t>
            </a:r>
            <a:r>
              <a:rPr lang="en-US" altLang="zh-CN" dirty="0" err="1"/>
              <a:t>mysql</a:t>
            </a:r>
            <a:r>
              <a:rPr lang="en-US" altLang="zh-CN" dirty="0"/>
              <a:t> connector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A056E-D8BF-AC7C-0CBA-2AE36E1F2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56132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/>
              <a:t>  </a:t>
            </a:r>
            <a:r>
              <a:rPr lang="zh-CN" altLang="en-US" sz="3600" dirty="0"/>
              <a:t>从</a:t>
            </a:r>
            <a:r>
              <a:rPr lang="en-US" altLang="zh-CN" sz="3600" dirty="0"/>
              <a:t>elearning</a:t>
            </a:r>
            <a:r>
              <a:rPr lang="zh-CN" altLang="en-US" sz="3600" dirty="0"/>
              <a:t>上下载</a:t>
            </a:r>
            <a:r>
              <a:rPr lang="en-US" altLang="zh-CN" sz="3600" dirty="0"/>
              <a:t>mysql-connector-java-8.0.16.jar</a:t>
            </a:r>
          </a:p>
          <a:p>
            <a:endParaRPr lang="en-US" altLang="zh-CN" sz="3600" dirty="0"/>
          </a:p>
          <a:p>
            <a:r>
              <a:rPr lang="zh-CN" altLang="en-US" sz="3600" dirty="0"/>
              <a:t>编写的</a:t>
            </a:r>
            <a:r>
              <a:rPr lang="en-US" altLang="zh-CN" sz="3600" dirty="0"/>
              <a:t>java</a:t>
            </a:r>
            <a:r>
              <a:rPr lang="zh-CN" altLang="en-US" sz="3600" dirty="0"/>
              <a:t>程序与下载的</a:t>
            </a:r>
            <a:r>
              <a:rPr lang="en-US" altLang="zh-CN" sz="3600" dirty="0"/>
              <a:t>jar</a:t>
            </a:r>
            <a:r>
              <a:rPr lang="zh-CN" altLang="en-US" sz="3600" dirty="0"/>
              <a:t>包放在同一目录一起编   译运行</a:t>
            </a:r>
            <a:endParaRPr lang="en-US" altLang="zh-CN" sz="3600" dirty="0"/>
          </a:p>
          <a:p>
            <a:r>
              <a:rPr lang="zh-CN" altLang="en-US" sz="3600" dirty="0"/>
              <a:t>如：</a:t>
            </a:r>
            <a:r>
              <a:rPr lang="en-US" altLang="zh-CN" sz="3600" dirty="0"/>
              <a:t>java -cp mysql-connector-java-8.0.16.jar test.java</a:t>
            </a:r>
          </a:p>
          <a:p>
            <a:pPr marL="0" indent="0">
              <a:buNone/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5918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B28EE-B777-8075-0DFA-2B9D3143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Java-</a:t>
            </a:r>
            <a:r>
              <a:rPr lang="en-US" altLang="zh-CN" dirty="0" err="1"/>
              <a:t>mysql</a:t>
            </a:r>
            <a:r>
              <a:rPr lang="en-US" altLang="zh-CN" dirty="0"/>
              <a:t> connector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443F2-BFD5-05D0-5BAF-44CB7E385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    </a:t>
            </a:r>
            <a:r>
              <a:rPr lang="zh-CN" altLang="en-US" sz="2800" dirty="0"/>
              <a:t>配置数据库对应的</a:t>
            </a:r>
            <a:r>
              <a:rPr lang="en-US" altLang="zh-CN" sz="2800" dirty="0" err="1"/>
              <a:t>url</a:t>
            </a:r>
            <a:r>
              <a:rPr lang="en-US" altLang="zh-CN" sz="2800" dirty="0"/>
              <a:t>, user</a:t>
            </a:r>
            <a:r>
              <a:rPr lang="zh-CN" altLang="en-US" sz="2800" dirty="0"/>
              <a:t>与</a:t>
            </a:r>
            <a:r>
              <a:rPr lang="en-US" altLang="zh-CN" sz="2800" dirty="0"/>
              <a:t>password</a:t>
            </a:r>
            <a:r>
              <a:rPr lang="zh-CN" altLang="en-US" sz="2800" dirty="0"/>
              <a:t>：注意使用</a:t>
            </a:r>
            <a:r>
              <a:rPr lang="en-US" altLang="zh-CN" sz="2800" dirty="0"/>
              <a:t>java</a:t>
            </a:r>
            <a:r>
              <a:rPr lang="zh-CN" altLang="en-US" sz="2800" dirty="0"/>
              <a:t>驱动连接时一定要加上时区的配置：</a:t>
            </a:r>
            <a:r>
              <a:rPr lang="en-US" altLang="zh-CN" sz="2800" dirty="0" err="1"/>
              <a:t>serverTimezone</a:t>
            </a:r>
            <a:r>
              <a:rPr lang="en-US" altLang="zh-CN" sz="2800" dirty="0"/>
              <a:t>=Asia/Shanghai</a:t>
            </a:r>
            <a:r>
              <a:rPr lang="zh-CN" altLang="en-US" sz="2800" dirty="0"/>
              <a:t>，否则会报错</a:t>
            </a:r>
            <a:endParaRPr lang="en-US" altLang="zh-CN" sz="2800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sz="2800" dirty="0"/>
              <a:t>     通过 </a:t>
            </a:r>
            <a:r>
              <a:rPr lang="en-US" altLang="zh-CN" sz="2800" dirty="0" err="1"/>
              <a:t>java.sql</a:t>
            </a:r>
            <a:r>
              <a:rPr lang="zh-CN" altLang="en-US" sz="2800" dirty="0"/>
              <a:t> 提供的 </a:t>
            </a:r>
            <a:r>
              <a:rPr lang="en-US" altLang="zh-CN" sz="2800" dirty="0" err="1"/>
              <a:t>DriverManager</a:t>
            </a:r>
            <a:r>
              <a:rPr lang="zh-CN" altLang="en-US" sz="2800" dirty="0"/>
              <a:t>，从我们</a:t>
            </a:r>
            <a:r>
              <a:rPr lang="en-US" altLang="zh-CN" sz="2800" dirty="0"/>
              <a:t>-cp</a:t>
            </a:r>
            <a:r>
              <a:rPr lang="zh-CN" altLang="en-US" sz="2800" dirty="0"/>
              <a:t>中已注册的驱动中，获取到 </a:t>
            </a:r>
            <a:r>
              <a:rPr lang="en-US" altLang="zh-CN" sz="2800" dirty="0"/>
              <a:t>MySQL </a:t>
            </a:r>
            <a:r>
              <a:rPr lang="zh-CN" altLang="en-US" sz="2800" dirty="0"/>
              <a:t>数据库的连接实例。</a:t>
            </a:r>
            <a:endParaRPr lang="en-US" altLang="zh-CN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EFD1199-7DCF-A790-CA0B-187BC69F5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751" y="1905560"/>
            <a:ext cx="8920228" cy="64294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DA40A00-180C-5884-BAFC-39907A8D6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318" y="4092803"/>
            <a:ext cx="6300834" cy="43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1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18F89-25C2-E2E8-FE41-8907D8D5C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37DA9-307C-2A89-3440-DC42B2D9D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Java-</a:t>
            </a:r>
            <a:r>
              <a:rPr lang="en-US" altLang="zh-CN" dirty="0" err="1"/>
              <a:t>mysql</a:t>
            </a:r>
            <a:r>
              <a:rPr lang="en-US" altLang="zh-CN" dirty="0"/>
              <a:t> connector</a:t>
            </a:r>
            <a:r>
              <a:rPr lang="zh-CN" altLang="en-US" dirty="0"/>
              <a:t>执行</a:t>
            </a:r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D23D0-8F3E-9848-F338-B0A293F5D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在执行</a:t>
            </a:r>
            <a:r>
              <a:rPr lang="en-US" altLang="zh-CN" sz="2800" dirty="0"/>
              <a:t>SQL</a:t>
            </a:r>
            <a:r>
              <a:rPr lang="zh-CN" altLang="en-US" sz="2800" dirty="0"/>
              <a:t>时，需要创建</a:t>
            </a:r>
            <a:r>
              <a:rPr lang="en-US" altLang="zh-CN" sz="2800" dirty="0"/>
              <a:t>Statement</a:t>
            </a:r>
            <a:r>
              <a:rPr lang="zh-CN" altLang="en-US" sz="2800" dirty="0"/>
              <a:t>作为</a:t>
            </a:r>
            <a:r>
              <a:rPr lang="en-US" altLang="zh-CN" sz="2800" dirty="0"/>
              <a:t>“SQL</a:t>
            </a:r>
            <a:r>
              <a:rPr lang="zh-CN" altLang="en-US" sz="2800" dirty="0"/>
              <a:t>语句执行器</a:t>
            </a:r>
            <a:r>
              <a:rPr lang="en-US" altLang="zh-CN" sz="2800" dirty="0"/>
              <a:t>”</a:t>
            </a:r>
            <a:r>
              <a:rPr lang="zh-CN" altLang="en-US" sz="2800" dirty="0"/>
              <a:t>，其返回结果是一个</a:t>
            </a:r>
            <a:r>
              <a:rPr lang="en-US" altLang="zh-CN" sz="2800" dirty="0" err="1"/>
              <a:t>ResultSet</a:t>
            </a:r>
            <a:r>
              <a:rPr lang="zh-CN" altLang="en-US" sz="2800" dirty="0"/>
              <a:t>，需要迭代进行使用，如：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B001B4-0E2A-95BB-92B0-BB2C11172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63" y="3253632"/>
            <a:ext cx="6530906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96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F2A15-2AE0-B24C-6FA2-1549E36E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Python-</a:t>
            </a:r>
            <a:r>
              <a:rPr lang="en-US" altLang="zh-CN" dirty="0" err="1"/>
              <a:t>mysql</a:t>
            </a:r>
            <a:r>
              <a:rPr lang="en-US" altLang="zh-CN" dirty="0"/>
              <a:t> connector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28F8E-0896-839D-09B3-7286C8FC6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/>
              <a:t>执行</a:t>
            </a:r>
            <a:r>
              <a:rPr lang="en-US" altLang="zh-CN" sz="3600" dirty="0"/>
              <a:t>pip install </a:t>
            </a:r>
            <a:r>
              <a:rPr lang="en-US" altLang="zh-CN" sz="3600" dirty="0" err="1"/>
              <a:t>mysql</a:t>
            </a:r>
            <a:r>
              <a:rPr lang="en-US" altLang="zh-CN" sz="3600" dirty="0"/>
              <a:t>-connector-python</a:t>
            </a:r>
          </a:p>
          <a:p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/>
              <a:t>  </a:t>
            </a:r>
          </a:p>
          <a:p>
            <a:pPr marL="0" indent="0">
              <a:buNone/>
            </a:pPr>
            <a:r>
              <a:rPr lang="zh-CN" altLang="en-US" sz="3600" dirty="0"/>
              <a:t>  导入</a:t>
            </a:r>
            <a:r>
              <a:rPr lang="en-US" altLang="zh-CN" sz="3600" dirty="0" err="1"/>
              <a:t>mysql.connector</a:t>
            </a:r>
            <a:r>
              <a:rPr lang="zh-CN" altLang="en-US" sz="3600" dirty="0"/>
              <a:t>即可使用</a:t>
            </a:r>
            <a:endParaRPr lang="en-US" altLang="zh-CN" sz="3600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5E81E7-27CB-C7FB-04DB-0C40C507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00" y="2783820"/>
            <a:ext cx="4721600" cy="59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63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D9632-F063-7B33-9A85-0B39789D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E2DB8-1993-3EB8-EE0A-42025B4A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Python-</a:t>
            </a:r>
            <a:r>
              <a:rPr lang="en-US" altLang="zh-CN" dirty="0" err="1"/>
              <a:t>mysql</a:t>
            </a:r>
            <a:r>
              <a:rPr lang="en-US" altLang="zh-CN" dirty="0"/>
              <a:t> connector</a:t>
            </a:r>
            <a:r>
              <a:rPr lang="zh-CN" altLang="en-US" dirty="0"/>
              <a:t>安装与使用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7FE13C-79E9-6029-3C37-8D5190A4C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4"/>
            <a:ext cx="5135432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dirty="0"/>
              <a:t>通过</a:t>
            </a:r>
            <a:r>
              <a:rPr lang="en-US" altLang="zh-CN" sz="3600" dirty="0" err="1"/>
              <a:t>mysql.connector</a:t>
            </a:r>
            <a:r>
              <a:rPr lang="zh-CN" altLang="en-US" sz="3600" dirty="0"/>
              <a:t>中的</a:t>
            </a:r>
            <a:r>
              <a:rPr lang="en-US" altLang="zh-CN" sz="3600" dirty="0"/>
              <a:t>connect</a:t>
            </a:r>
            <a:r>
              <a:rPr lang="zh-CN" altLang="en-US" sz="3600" dirty="0"/>
              <a:t>方法使用配置参数与</a:t>
            </a:r>
            <a:r>
              <a:rPr lang="en-US" altLang="zh-CN" sz="3600" dirty="0"/>
              <a:t>MySQL</a:t>
            </a:r>
            <a:r>
              <a:rPr lang="zh-CN" altLang="en-US" sz="3600" dirty="0"/>
              <a:t>服务器建立连接，连接成功后会返回一个连接对象赋值给 </a:t>
            </a:r>
            <a:r>
              <a:rPr lang="en-US" altLang="zh-CN" sz="3600" dirty="0"/>
              <a:t>conn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A02652-7A28-B719-534A-F19882FC6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751" y="1845734"/>
            <a:ext cx="4997434" cy="368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1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31510-95DB-4548-5307-AD8FC8A3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06429-E212-A98C-344C-0A8C51D4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Python-</a:t>
            </a:r>
            <a:r>
              <a:rPr lang="en-US" altLang="zh-CN" dirty="0" err="1"/>
              <a:t>mysql</a:t>
            </a:r>
            <a:r>
              <a:rPr lang="en-US" altLang="zh-CN" dirty="0"/>
              <a:t> connector</a:t>
            </a:r>
            <a:r>
              <a:rPr lang="zh-CN" altLang="en-US" dirty="0"/>
              <a:t>执行</a:t>
            </a:r>
            <a:r>
              <a:rPr lang="en-US" altLang="zh-CN" dirty="0"/>
              <a:t>SQL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8405B3-849D-41A5-D349-5CDB026D4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4"/>
            <a:ext cx="5875797" cy="3877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/>
              <a:t>    python</a:t>
            </a:r>
            <a:r>
              <a:rPr lang="zh-CN" altLang="en-US" sz="3600" dirty="0"/>
              <a:t>需要使用</a:t>
            </a:r>
            <a:r>
              <a:rPr lang="en-US" altLang="zh-CN" sz="3600" dirty="0"/>
              <a:t>cursor</a:t>
            </a:r>
            <a:r>
              <a:rPr lang="zh-CN" altLang="en-US" sz="3600" dirty="0"/>
              <a:t>来执行</a:t>
            </a:r>
            <a:r>
              <a:rPr lang="en-US" altLang="zh-CN" sz="3600" dirty="0"/>
              <a:t>SQL</a:t>
            </a:r>
            <a:r>
              <a:rPr lang="zh-CN" altLang="en-US" sz="3600" dirty="0"/>
              <a:t>，其返回值也可以用</a:t>
            </a:r>
            <a:r>
              <a:rPr lang="en-US" altLang="zh-CN" sz="3600" dirty="0"/>
              <a:t>cursor</a:t>
            </a:r>
            <a:r>
              <a:rPr lang="zh-CN" altLang="en-US" sz="3600" dirty="0"/>
              <a:t>来获得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 err="1"/>
              <a:t>cursor.fetchall</a:t>
            </a:r>
            <a:r>
              <a:rPr lang="en-US" altLang="zh-CN" sz="3600" dirty="0"/>
              <a:t>():</a:t>
            </a:r>
            <a:r>
              <a:rPr lang="zh-CN" altLang="en-US" sz="3600" dirty="0"/>
              <a:t> 返回所有数据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 err="1"/>
              <a:t>cursor.fetchone</a:t>
            </a:r>
            <a:r>
              <a:rPr lang="en-US" altLang="zh-CN" sz="3600" dirty="0"/>
              <a:t>():</a:t>
            </a:r>
            <a:r>
              <a:rPr lang="zh-CN" altLang="en-US" sz="3600" dirty="0"/>
              <a:t> 移动</a:t>
            </a:r>
            <a:r>
              <a:rPr lang="en-US" altLang="zh-CN" sz="3600" dirty="0"/>
              <a:t>cursor</a:t>
            </a:r>
            <a:r>
              <a:rPr lang="zh-CN" altLang="en-US" sz="3600" dirty="0"/>
              <a:t>指针，一个个进行遍历</a:t>
            </a:r>
            <a:endParaRPr lang="en-US" altLang="zh-CN" sz="3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3B5CD3-2E5A-2F50-2BC5-8402AD53E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455" y="1737360"/>
            <a:ext cx="4069433" cy="24767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0986622-3728-6B9C-E2BC-2A239A592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007" y="4464206"/>
            <a:ext cx="5014734" cy="13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1280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553</TotalTime>
  <Words>342</Words>
  <Application>Microsoft Office PowerPoint</Application>
  <PresentationFormat>宽屏</PresentationFormat>
  <Paragraphs>32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回顾</vt:lpstr>
      <vt:lpstr>实验四 嵌入式SQL语言</vt:lpstr>
      <vt:lpstr>通知</vt:lpstr>
      <vt:lpstr>PowerPoint 演示文稿</vt:lpstr>
      <vt:lpstr>Java-mysql connector安装与使用</vt:lpstr>
      <vt:lpstr>Java-mysql connector安装与使用</vt:lpstr>
      <vt:lpstr>Java-mysql connector执行SQL</vt:lpstr>
      <vt:lpstr>Python-mysql connector安装与使用</vt:lpstr>
      <vt:lpstr>Python-mysql connector安装与使用</vt:lpstr>
      <vt:lpstr>Python-mysql connector执行SQL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Wang</dc:creator>
  <cp:lastModifiedBy>Tim Wang</cp:lastModifiedBy>
  <cp:revision>1</cp:revision>
  <dcterms:created xsi:type="dcterms:W3CDTF">2026-04-15T06:28:52Z</dcterms:created>
  <dcterms:modified xsi:type="dcterms:W3CDTF">2026-04-16T23:56:41Z</dcterms:modified>
</cp:coreProperties>
</file>
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485" r:id="rId2"/>
    <p:sldId id="280" r:id="rId3"/>
    <p:sldId id="520" r:id="rId4"/>
    <p:sldId id="284" r:id="rId5"/>
    <p:sldId id="497" r:id="rId6"/>
    <p:sldId id="519" r:id="rId7"/>
    <p:sldId id="495" r:id="rId8"/>
    <p:sldId id="496" r:id="rId9"/>
    <p:sldId id="498" r:id="rId10"/>
    <p:sldId id="499" r:id="rId11"/>
    <p:sldId id="500" r:id="rId12"/>
    <p:sldId id="501" r:id="rId13"/>
    <p:sldId id="502" r:id="rId14"/>
    <p:sldId id="503" r:id="rId15"/>
    <p:sldId id="508" r:id="rId16"/>
    <p:sldId id="504" r:id="rId17"/>
    <p:sldId id="505" r:id="rId18"/>
    <p:sldId id="507" r:id="rId19"/>
    <p:sldId id="506" r:id="rId20"/>
    <p:sldId id="509" r:id="rId21"/>
    <p:sldId id="510" r:id="rId22"/>
    <p:sldId id="511" r:id="rId23"/>
    <p:sldId id="512" r:id="rId24"/>
    <p:sldId id="513" r:id="rId25"/>
    <p:sldId id="514" r:id="rId26"/>
    <p:sldId id="518" r:id="rId27"/>
    <p:sldId id="515" r:id="rId28"/>
    <p:sldId id="516" r:id="rId29"/>
    <p:sldId id="51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m Wang" initials="TW" lastIdx="1" clrIdx="0">
    <p:extLst>
      <p:ext uri="{19B8F6BF-5375-455C-9EA6-DF929625EA0E}">
        <p15:presenceInfo xmlns:p15="http://schemas.microsoft.com/office/powerpoint/2012/main" userId="3068fd9fab704e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69"/>
    <a:srgbClr val="006C6C"/>
    <a:srgbClr val="008080"/>
    <a:srgbClr val="007774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5" autoAdjust="0"/>
    <p:restoredTop sz="83937" autoAdjust="0"/>
  </p:normalViewPr>
  <p:slideViewPr>
    <p:cSldViewPr snapToGrid="0">
      <p:cViewPr varScale="1">
        <p:scale>
          <a:sx n="76" d="100"/>
          <a:sy n="76" d="100"/>
        </p:scale>
        <p:origin x="117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ng" userId="3068fd9fab704e37" providerId="LiveId" clId="{60FA6F2B-B4EB-4684-B8ED-994C33A6C036}"/>
    <pc:docChg chg="undo redo custSel addSld modSld sldOrd">
      <pc:chgData name="Tim Wang" userId="3068fd9fab704e37" providerId="LiveId" clId="{60FA6F2B-B4EB-4684-B8ED-994C33A6C036}" dt="2026-03-12T09:31:54.212" v="1463" actId="1076"/>
      <pc:docMkLst>
        <pc:docMk/>
      </pc:docMkLst>
      <pc:sldChg chg="modSp mod">
        <pc:chgData name="Tim Wang" userId="3068fd9fab704e37" providerId="LiveId" clId="{60FA6F2B-B4EB-4684-B8ED-994C33A6C036}" dt="2026-03-12T08:08:27.696" v="170"/>
        <pc:sldMkLst>
          <pc:docMk/>
          <pc:sldMk cId="3710954731" sldId="280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710954731" sldId="280"/>
            <ac:spMk id="8194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3710954731" sldId="280"/>
            <ac:spMk id="8195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0.681" v="164"/>
          <ac:spMkLst>
            <pc:docMk/>
            <pc:sldMk cId="3710954731" sldId="280"/>
            <ac:spMk id="8196" creationId="{00000000-0000-0000-0000-000000000000}"/>
          </ac:spMkLst>
        </pc:spChg>
      </pc:sldChg>
      <pc:sldChg chg="delSp modSp mod">
        <pc:chgData name="Tim Wang" userId="3068fd9fab704e37" providerId="LiveId" clId="{60FA6F2B-B4EB-4684-B8ED-994C33A6C036}" dt="2026-03-12T08:42:38.335" v="1263" actId="20577"/>
        <pc:sldMkLst>
          <pc:docMk/>
          <pc:sldMk cId="2304063222" sldId="284"/>
        </pc:sldMkLst>
        <pc:spChg chg="mod">
          <ac:chgData name="Tim Wang" userId="3068fd9fab704e37" providerId="LiveId" clId="{60FA6F2B-B4EB-4684-B8ED-994C33A6C036}" dt="2026-03-12T08:09:02.587" v="175" actId="20577"/>
          <ac:spMkLst>
            <pc:docMk/>
            <pc:sldMk cId="2304063222" sldId="284"/>
            <ac:spMk id="2" creationId="{E263FCAA-D98E-4087-3E10-1F24AF5C88D1}"/>
          </ac:spMkLst>
        </pc:spChg>
        <pc:spChg chg="del">
          <ac:chgData name="Tim Wang" userId="3068fd9fab704e37" providerId="LiveId" clId="{60FA6F2B-B4EB-4684-B8ED-994C33A6C036}" dt="2026-03-12T08:09:07.293" v="176" actId="21"/>
          <ac:spMkLst>
            <pc:docMk/>
            <pc:sldMk cId="2304063222" sldId="284"/>
            <ac:spMk id="4" creationId="{7FC97E4E-ECFF-CD6B-EA8B-1821C569F04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2304063222" sldId="284"/>
            <ac:spMk id="12290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2304063222" sldId="284"/>
            <ac:spMk id="12291" creationId="{00000000-0000-0000-0000-000000000000}"/>
          </ac:spMkLst>
        </pc:spChg>
        <pc:spChg chg="mod">
          <ac:chgData name="Tim Wang" userId="3068fd9fab704e37" providerId="LiveId" clId="{60FA6F2B-B4EB-4684-B8ED-994C33A6C036}" dt="2026-03-12T08:42:38.335" v="1263" actId="20577"/>
          <ac:spMkLst>
            <pc:docMk/>
            <pc:sldMk cId="2304063222" sldId="284"/>
            <ac:spMk id="12292" creationId="{00000000-0000-0000-0000-000000000000}"/>
          </ac:spMkLst>
        </pc:spChg>
        <pc:picChg chg="del">
          <ac:chgData name="Tim Wang" userId="3068fd9fab704e37" providerId="LiveId" clId="{60FA6F2B-B4EB-4684-B8ED-994C33A6C036}" dt="2026-03-12T08:07:13.929" v="120" actId="21"/>
          <ac:picMkLst>
            <pc:docMk/>
            <pc:sldMk cId="2304063222" sldId="284"/>
            <ac:picMk id="3" creationId="{E1DEF2AC-4A38-4A40-DD9A-3AE170BEB493}"/>
          </ac:picMkLst>
        </pc:pic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517340038" sldId="495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517340038" sldId="495"/>
            <ac:spMk id="12290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517340038" sldId="495"/>
            <ac:spMk id="12292" creationId="{00000000-0000-0000-0000-000000000000}"/>
          </ac:spMkLst>
        </pc:spChg>
      </pc:sldChg>
      <pc:sldChg chg="modSp mod">
        <pc:chgData name="Tim Wang" userId="3068fd9fab704e37" providerId="LiveId" clId="{60FA6F2B-B4EB-4684-B8ED-994C33A6C036}" dt="2026-03-12T09:29:14.161" v="1436" actId="1076"/>
        <pc:sldMkLst>
          <pc:docMk/>
          <pc:sldMk cId="4140483040" sldId="496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4140483040" sldId="496"/>
            <ac:spMk id="12290" creationId="{00000000-0000-0000-0000-000000000000}"/>
          </ac:spMkLst>
        </pc:spChg>
        <pc:picChg chg="mod">
          <ac:chgData name="Tim Wang" userId="3068fd9fab704e37" providerId="LiveId" clId="{60FA6F2B-B4EB-4684-B8ED-994C33A6C036}" dt="2026-03-12T09:29:14.161" v="1436" actId="1076"/>
          <ac:picMkLst>
            <pc:docMk/>
            <pc:sldMk cId="4140483040" sldId="496"/>
            <ac:picMk id="9" creationId="{BB8D8D77-AF39-FF1A-6ACF-735D03E3DA24}"/>
          </ac:picMkLst>
        </pc:picChg>
      </pc:sldChg>
      <pc:sldChg chg="addSp delSp modSp mod">
        <pc:chgData name="Tim Wang" userId="3068fd9fab704e37" providerId="LiveId" clId="{60FA6F2B-B4EB-4684-B8ED-994C33A6C036}" dt="2026-03-12T08:08:27.696" v="170"/>
        <pc:sldMkLst>
          <pc:docMk/>
          <pc:sldMk cId="2658554537" sldId="497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658554537" sldId="497"/>
            <ac:spMk id="12290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2658554537" sldId="497"/>
            <ac:spMk id="12291" creationId="{00000000-0000-0000-0000-000000000000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2658554537" sldId="497"/>
            <ac:spMk id="12292" creationId="{00000000-0000-0000-0000-000000000000}"/>
          </ac:spMkLst>
        </pc:spChg>
        <pc:picChg chg="del">
          <ac:chgData name="Tim Wang" userId="3068fd9fab704e37" providerId="LiveId" clId="{60FA6F2B-B4EB-4684-B8ED-994C33A6C036}" dt="2026-03-12T08:05:39.865" v="36" actId="21"/>
          <ac:picMkLst>
            <pc:docMk/>
            <pc:sldMk cId="2658554537" sldId="497"/>
            <ac:picMk id="3" creationId="{04038969-E91F-BF82-7014-0347B366A265}"/>
          </ac:picMkLst>
        </pc:picChg>
        <pc:picChg chg="add mod">
          <ac:chgData name="Tim Wang" userId="3068fd9fab704e37" providerId="LiveId" clId="{60FA6F2B-B4EB-4684-B8ED-994C33A6C036}" dt="2026-03-12T08:06:29.954" v="41" actId="1076"/>
          <ac:picMkLst>
            <pc:docMk/>
            <pc:sldMk cId="2658554537" sldId="497"/>
            <ac:picMk id="4" creationId="{1C204BD0-50EF-11D5-815A-112169065989}"/>
          </ac:picMkLst>
        </pc:picChg>
      </pc:sldChg>
      <pc:sldChg chg="modSp mod">
        <pc:chgData name="Tim Wang" userId="3068fd9fab704e37" providerId="LiveId" clId="{60FA6F2B-B4EB-4684-B8ED-994C33A6C036}" dt="2026-03-12T09:16:02.350" v="1265" actId="1076"/>
        <pc:sldMkLst>
          <pc:docMk/>
          <pc:sldMk cId="2879104799" sldId="498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879104799" sldId="498"/>
            <ac:spMk id="12290" creationId="{00000000-0000-0000-0000-000000000000}"/>
          </ac:spMkLst>
        </pc:spChg>
        <pc:picChg chg="mod">
          <ac:chgData name="Tim Wang" userId="3068fd9fab704e37" providerId="LiveId" clId="{60FA6F2B-B4EB-4684-B8ED-994C33A6C036}" dt="2026-03-12T09:16:01.103" v="1264" actId="1076"/>
          <ac:picMkLst>
            <pc:docMk/>
            <pc:sldMk cId="2879104799" sldId="498"/>
            <ac:picMk id="5" creationId="{03963754-A6CC-1D33-4D6C-5D2A4B8D0A54}"/>
          </ac:picMkLst>
        </pc:picChg>
        <pc:picChg chg="mod">
          <ac:chgData name="Tim Wang" userId="3068fd9fab704e37" providerId="LiveId" clId="{60FA6F2B-B4EB-4684-B8ED-994C33A6C036}" dt="2026-03-12T09:16:02.350" v="1265" actId="1076"/>
          <ac:picMkLst>
            <pc:docMk/>
            <pc:sldMk cId="2879104799" sldId="498"/>
            <ac:picMk id="7" creationId="{81C57AAF-B420-2413-7130-28272D4F2477}"/>
          </ac:picMkLst>
        </pc:pic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287938700" sldId="499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87938700" sldId="499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40502734" sldId="500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40502734" sldId="500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178909080" sldId="501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178909080" sldId="501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776261992" sldId="502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776261992" sldId="502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2718400564" sldId="503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718400564" sldId="503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1760767018" sldId="504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1760767018" sldId="504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336739117" sldId="505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336739117" sldId="505"/>
            <ac:spMk id="12290" creationId="{00000000-0000-0000-0000-000000000000}"/>
          </ac:spMkLst>
        </pc:spChg>
      </pc:sldChg>
      <pc:sldChg chg="addSp delSp modSp mod">
        <pc:chgData name="Tim Wang" userId="3068fd9fab704e37" providerId="LiveId" clId="{60FA6F2B-B4EB-4684-B8ED-994C33A6C036}" dt="2026-03-12T09:21:54.233" v="1432" actId="1076"/>
        <pc:sldMkLst>
          <pc:docMk/>
          <pc:sldMk cId="971860102" sldId="506"/>
        </pc:sldMkLst>
        <pc:spChg chg="add del mod">
          <ac:chgData name="Tim Wang" userId="3068fd9fab704e37" providerId="LiveId" clId="{60FA6F2B-B4EB-4684-B8ED-994C33A6C036}" dt="2026-03-12T09:18:38.721" v="1270" actId="22"/>
          <ac:spMkLst>
            <pc:docMk/>
            <pc:sldMk cId="971860102" sldId="506"/>
            <ac:spMk id="3" creationId="{B4AA2B32-CBD0-31DE-7128-80571534C7CC}"/>
          </ac:spMkLst>
        </pc:spChg>
        <pc:spChg chg="add mod">
          <ac:chgData name="Tim Wang" userId="3068fd9fab704e37" providerId="LiveId" clId="{60FA6F2B-B4EB-4684-B8ED-994C33A6C036}" dt="2026-03-12T09:21:29.956" v="1430" actId="1076"/>
          <ac:spMkLst>
            <pc:docMk/>
            <pc:sldMk cId="971860102" sldId="506"/>
            <ac:spMk id="11" creationId="{5487581B-8BDE-B472-7665-88F27B7996FC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971860102" sldId="506"/>
            <ac:spMk id="12290" creationId="{00000000-0000-0000-0000-000000000000}"/>
          </ac:spMkLst>
        </pc:spChg>
        <pc:picChg chg="del">
          <ac:chgData name="Tim Wang" userId="3068fd9fab704e37" providerId="LiveId" clId="{60FA6F2B-B4EB-4684-B8ED-994C33A6C036}" dt="2026-03-12T09:18:18.885" v="1267" actId="21"/>
          <ac:picMkLst>
            <pc:docMk/>
            <pc:sldMk cId="971860102" sldId="506"/>
            <ac:picMk id="4" creationId="{E49F7B17-23C4-A5C9-989A-9E75C46E552A}"/>
          </ac:picMkLst>
        </pc:picChg>
        <pc:picChg chg="add mod">
          <ac:chgData name="Tim Wang" userId="3068fd9fab704e37" providerId="LiveId" clId="{60FA6F2B-B4EB-4684-B8ED-994C33A6C036}" dt="2026-03-12T09:18:21.091" v="1269"/>
          <ac:picMkLst>
            <pc:docMk/>
            <pc:sldMk cId="971860102" sldId="506"/>
            <ac:picMk id="5" creationId="{E49F7B17-23C4-A5C9-989A-9E75C46E552A}"/>
          </ac:picMkLst>
        </pc:picChg>
        <pc:picChg chg="del mod">
          <ac:chgData name="Tim Wang" userId="3068fd9fab704e37" providerId="LiveId" clId="{60FA6F2B-B4EB-4684-B8ED-994C33A6C036}" dt="2026-03-12T09:19:13.751" v="1281" actId="478"/>
          <ac:picMkLst>
            <pc:docMk/>
            <pc:sldMk cId="971860102" sldId="506"/>
            <ac:picMk id="6" creationId="{0415F747-0705-A019-CC8F-0063F253604B}"/>
          </ac:picMkLst>
        </pc:picChg>
        <pc:picChg chg="add mod ord">
          <ac:chgData name="Tim Wang" userId="3068fd9fab704e37" providerId="LiveId" clId="{60FA6F2B-B4EB-4684-B8ED-994C33A6C036}" dt="2026-03-12T09:21:20.581" v="1427" actId="1076"/>
          <ac:picMkLst>
            <pc:docMk/>
            <pc:sldMk cId="971860102" sldId="506"/>
            <ac:picMk id="8" creationId="{30DD81E6-0643-4C16-1EBF-A8C58DDAA24A}"/>
          </ac:picMkLst>
        </pc:picChg>
        <pc:picChg chg="add mod">
          <ac:chgData name="Tim Wang" userId="3068fd9fab704e37" providerId="LiveId" clId="{60FA6F2B-B4EB-4684-B8ED-994C33A6C036}" dt="2026-03-12T09:21:28.193" v="1429" actId="1076"/>
          <ac:picMkLst>
            <pc:docMk/>
            <pc:sldMk cId="971860102" sldId="506"/>
            <ac:picMk id="10" creationId="{5483EDB1-F671-45A7-2CB1-29B089DD606A}"/>
          </ac:picMkLst>
        </pc:picChg>
        <pc:picChg chg="add mod">
          <ac:chgData name="Tim Wang" userId="3068fd9fab704e37" providerId="LiveId" clId="{60FA6F2B-B4EB-4684-B8ED-994C33A6C036}" dt="2026-03-12T09:21:54.233" v="1432" actId="1076"/>
          <ac:picMkLst>
            <pc:docMk/>
            <pc:sldMk cId="971860102" sldId="506"/>
            <ac:picMk id="13" creationId="{E1368E8B-A44F-3B1C-1411-472FDCD8E133}"/>
          </ac:picMkLst>
        </pc:pic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867564355" sldId="507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867564355" sldId="507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2701311297" sldId="508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701311297" sldId="508"/>
            <ac:spMk id="12290" creationId="{00000000-0000-0000-0000-000000000000}"/>
          </ac:spMkLst>
        </pc:spChg>
      </pc:sldChg>
      <pc:sldChg chg="addSp delSp modSp mod">
        <pc:chgData name="Tim Wang" userId="3068fd9fab704e37" providerId="LiveId" clId="{60FA6F2B-B4EB-4684-B8ED-994C33A6C036}" dt="2026-03-12T09:31:54.212" v="1463" actId="1076"/>
        <pc:sldMkLst>
          <pc:docMk/>
          <pc:sldMk cId="12980732" sldId="509"/>
        </pc:sldMkLst>
        <pc:spChg chg="add del mod">
          <ac:chgData name="Tim Wang" userId="3068fd9fab704e37" providerId="LiveId" clId="{60FA6F2B-B4EB-4684-B8ED-994C33A6C036}" dt="2026-03-12T09:31:33.248" v="1452"/>
          <ac:spMkLst>
            <pc:docMk/>
            <pc:sldMk cId="12980732" sldId="509"/>
            <ac:spMk id="4" creationId="{B6FFDF77-217A-EA38-3ED0-44BD9DCE55AF}"/>
          </ac:spMkLst>
        </pc:spChg>
        <pc:spChg chg="add mod">
          <ac:chgData name="Tim Wang" userId="3068fd9fab704e37" providerId="LiveId" clId="{60FA6F2B-B4EB-4684-B8ED-994C33A6C036}" dt="2026-03-12T09:31:54.212" v="1463" actId="1076"/>
          <ac:spMkLst>
            <pc:docMk/>
            <pc:sldMk cId="12980732" sldId="509"/>
            <ac:spMk id="6" creationId="{E8BB1941-B7C9-FC16-75BA-186C40E996D2}"/>
          </ac:spMkLst>
        </pc:spChg>
        <pc:spChg chg="mod">
          <ac:chgData name="Tim Wang" userId="3068fd9fab704e37" providerId="LiveId" clId="{60FA6F2B-B4EB-4684-B8ED-994C33A6C036}" dt="2026-03-12T08:08:27.696" v="170"/>
          <ac:spMkLst>
            <pc:docMk/>
            <pc:sldMk cId="12980732" sldId="509"/>
            <ac:spMk id="12290" creationId="{00000000-0000-0000-0000-000000000000}"/>
          </ac:spMkLst>
        </pc:spChg>
        <pc:picChg chg="mod">
          <ac:chgData name="Tim Wang" userId="3068fd9fab704e37" providerId="LiveId" clId="{60FA6F2B-B4EB-4684-B8ED-994C33A6C036}" dt="2026-03-12T09:31:32.912" v="1450" actId="1076"/>
          <ac:picMkLst>
            <pc:docMk/>
            <pc:sldMk cId="12980732" sldId="509"/>
            <ac:picMk id="3" creationId="{FFF066F7-7024-6038-B50A-47AF7F99C93F}"/>
          </ac:picMkLst>
        </pc:pic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4215810984" sldId="510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4215810984" sldId="510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4197907782" sldId="511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4197907782" sldId="511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866219082" sldId="512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866219082" sldId="512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505992411" sldId="513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505992411" sldId="513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185643707" sldId="514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185643707" sldId="514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775223166" sldId="515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775223166" sldId="515"/>
            <ac:spMk id="12290" creationId="{00000000-0000-0000-0000-000000000000}"/>
          </ac:spMkLst>
        </pc:sp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445940940" sldId="516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445940940" sldId="516"/>
            <ac:spMk id="12290" creationId="{00000000-0000-0000-0000-000000000000}"/>
          </ac:spMkLst>
        </pc:spChg>
      </pc:sldChg>
      <pc:sldChg chg="modSp mod">
        <pc:chgData name="Tim Wang" userId="3068fd9fab704e37" providerId="LiveId" clId="{60FA6F2B-B4EB-4684-B8ED-994C33A6C036}" dt="2026-03-12T09:30:48.362" v="1438" actId="1076"/>
        <pc:sldMkLst>
          <pc:docMk/>
          <pc:sldMk cId="2318962703" sldId="517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2318962703" sldId="517"/>
            <ac:spMk id="12290" creationId="{00000000-0000-0000-0000-000000000000}"/>
          </ac:spMkLst>
        </pc:spChg>
        <pc:picChg chg="mod">
          <ac:chgData name="Tim Wang" userId="3068fd9fab704e37" providerId="LiveId" clId="{60FA6F2B-B4EB-4684-B8ED-994C33A6C036}" dt="2026-03-12T09:30:48.362" v="1438" actId="1076"/>
          <ac:picMkLst>
            <pc:docMk/>
            <pc:sldMk cId="2318962703" sldId="517"/>
            <ac:picMk id="3" creationId="{0E73DB26-6026-8F5B-5C79-0DFC6DB65FB9}"/>
          </ac:picMkLst>
        </pc:picChg>
      </pc:sldChg>
      <pc:sldChg chg="modSp">
        <pc:chgData name="Tim Wang" userId="3068fd9fab704e37" providerId="LiveId" clId="{60FA6F2B-B4EB-4684-B8ED-994C33A6C036}" dt="2026-03-12T08:08:27.696" v="170"/>
        <pc:sldMkLst>
          <pc:docMk/>
          <pc:sldMk cId="3434641098" sldId="518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3434641098" sldId="518"/>
            <ac:spMk id="12290" creationId="{00000000-0000-0000-0000-000000000000}"/>
          </ac:spMkLst>
        </pc:spChg>
      </pc:sldChg>
      <pc:sldChg chg="addSp delSp modSp new mod">
        <pc:chgData name="Tim Wang" userId="3068fd9fab704e37" providerId="LiveId" clId="{60FA6F2B-B4EB-4684-B8ED-994C33A6C036}" dt="2026-03-12T08:08:27.696" v="170"/>
        <pc:sldMkLst>
          <pc:docMk/>
          <pc:sldMk cId="146571993" sldId="519"/>
        </pc:sldMkLst>
        <pc:spChg chg="mod">
          <ac:chgData name="Tim Wang" userId="3068fd9fab704e37" providerId="LiveId" clId="{60FA6F2B-B4EB-4684-B8ED-994C33A6C036}" dt="2026-03-12T08:08:27.696" v="170"/>
          <ac:spMkLst>
            <pc:docMk/>
            <pc:sldMk cId="146571993" sldId="519"/>
            <ac:spMk id="2" creationId="{2C8CB622-32A5-674D-FC1E-033A19CEC7C0}"/>
          </ac:spMkLst>
        </pc:spChg>
        <pc:spChg chg="del">
          <ac:chgData name="Tim Wang" userId="3068fd9fab704e37" providerId="LiveId" clId="{60FA6F2B-B4EB-4684-B8ED-994C33A6C036}" dt="2026-03-12T08:00:58.398" v="1" actId="22"/>
          <ac:spMkLst>
            <pc:docMk/>
            <pc:sldMk cId="146571993" sldId="519"/>
            <ac:spMk id="3" creationId="{62AAD553-3503-E20E-8A34-D1D3DBAE9FC0}"/>
          </ac:spMkLst>
        </pc:spChg>
        <pc:spChg chg="add mod">
          <ac:chgData name="Tim Wang" userId="3068fd9fab704e37" providerId="LiveId" clId="{60FA6F2B-B4EB-4684-B8ED-994C33A6C036}" dt="2026-03-12T08:08:27.696" v="170"/>
          <ac:spMkLst>
            <pc:docMk/>
            <pc:sldMk cId="146571993" sldId="519"/>
            <ac:spMk id="7" creationId="{35A24E82-F3AE-33E6-6304-D0FF2503C4E0}"/>
          </ac:spMkLst>
        </pc:spChg>
        <pc:picChg chg="add del mod ord">
          <ac:chgData name="Tim Wang" userId="3068fd9fab704e37" providerId="LiveId" clId="{60FA6F2B-B4EB-4684-B8ED-994C33A6C036}" dt="2026-03-12T08:01:26.208" v="5" actId="478"/>
          <ac:picMkLst>
            <pc:docMk/>
            <pc:sldMk cId="146571993" sldId="519"/>
            <ac:picMk id="5" creationId="{2216C9DC-708E-9804-A7E8-782C44204796}"/>
          </ac:picMkLst>
        </pc:picChg>
        <pc:picChg chg="add del mod">
          <ac:chgData name="Tim Wang" userId="3068fd9fab704e37" providerId="LiveId" clId="{60FA6F2B-B4EB-4684-B8ED-994C33A6C036}" dt="2026-03-12T08:02:01.166" v="10" actId="21"/>
          <ac:picMkLst>
            <pc:docMk/>
            <pc:sldMk cId="146571993" sldId="519"/>
            <ac:picMk id="9" creationId="{39C0FF04-B04D-A9DE-3FCE-85FE25348D93}"/>
          </ac:picMkLst>
        </pc:picChg>
        <pc:picChg chg="add del mod">
          <ac:chgData name="Tim Wang" userId="3068fd9fab704e37" providerId="LiveId" clId="{60FA6F2B-B4EB-4684-B8ED-994C33A6C036}" dt="2026-03-12T08:03:10.039" v="14" actId="21"/>
          <ac:picMkLst>
            <pc:docMk/>
            <pc:sldMk cId="146571993" sldId="519"/>
            <ac:picMk id="11" creationId="{6CE07079-82FD-14FA-5E88-0E9C1BC0C8C4}"/>
          </ac:picMkLst>
        </pc:picChg>
        <pc:picChg chg="add mod">
          <ac:chgData name="Tim Wang" userId="3068fd9fab704e37" providerId="LiveId" clId="{60FA6F2B-B4EB-4684-B8ED-994C33A6C036}" dt="2026-03-12T08:04:28.125" v="34" actId="1076"/>
          <ac:picMkLst>
            <pc:docMk/>
            <pc:sldMk cId="146571993" sldId="519"/>
            <ac:picMk id="13" creationId="{DAF93BDA-245B-3637-6021-1B655BAD2996}"/>
          </ac:picMkLst>
        </pc:picChg>
        <pc:picChg chg="add mod">
          <ac:chgData name="Tim Wang" userId="3068fd9fab704e37" providerId="LiveId" clId="{60FA6F2B-B4EB-4684-B8ED-994C33A6C036}" dt="2026-03-12T08:04:25.261" v="33" actId="1076"/>
          <ac:picMkLst>
            <pc:docMk/>
            <pc:sldMk cId="146571993" sldId="519"/>
            <ac:picMk id="15" creationId="{2A03B5F5-7D5E-C312-9F0B-23B07EFACFDB}"/>
          </ac:picMkLst>
        </pc:picChg>
      </pc:sldChg>
      <pc:sldChg chg="modSp add mod ord">
        <pc:chgData name="Tim Wang" userId="3068fd9fab704e37" providerId="LiveId" clId="{60FA6F2B-B4EB-4684-B8ED-994C33A6C036}" dt="2026-03-12T09:17:40.053" v="1266"/>
        <pc:sldMkLst>
          <pc:docMk/>
          <pc:sldMk cId="2338576622" sldId="520"/>
        </pc:sldMkLst>
        <pc:spChg chg="mod">
          <ac:chgData name="Tim Wang" userId="3068fd9fab704e37" providerId="LiveId" clId="{60FA6F2B-B4EB-4684-B8ED-994C33A6C036}" dt="2026-03-12T09:17:40.053" v="1266"/>
          <ac:spMkLst>
            <pc:docMk/>
            <pc:sldMk cId="2338576622" sldId="520"/>
            <ac:spMk id="12292" creationId="{13D01970-9636-7425-3F2F-A6B327BBC458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2T16:25:43.966" idx="1">
    <p:pos x="5505" y="1702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07513-55D7-46DC-A9F2-80F4F653C6E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609E6-6A24-4068-9DFE-0A8BB3644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0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609E6-6A24-4068-9DFE-0A8BB3644D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60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609E6-6A24-4068-9DFE-0A8BB3644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99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609E6-6A24-4068-9DFE-0A8BB3644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12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D609E6-6A24-4068-9DFE-0A8BB3644D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51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06721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206" y="911858"/>
            <a:ext cx="8324158" cy="5355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1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5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2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2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7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7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66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5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3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76D90-E842-4BC9-8D09-7908E59CBD3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B001C-1CCB-4451-A010-1325B8A4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 Narrow" panose="020B0606020202030204" pitchFamily="34" charset="0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learning.fudan.edu.cn/courses/10733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arning.fudan.edu.cn/courses/10733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install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1480" y="1082768"/>
            <a:ext cx="8332470" cy="1956934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数据库引论</a:t>
            </a:r>
            <a:br>
              <a:rPr lang="en-US" altLang="zh-CN" b="1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en-US" altLang="zh-CN" sz="5000" b="1" dirty="0">
                <a:solidFill>
                  <a:schemeClr val="bg1"/>
                </a:solidFill>
                <a:latin typeface="Arial Narrow" panose="020B0606020202030204" pitchFamily="34" charset="0"/>
                <a:ea typeface="华文仿宋" panose="02010600040101010101" pitchFamily="2" charset="-122"/>
              </a:rPr>
              <a:t>Introduction to Database Systems</a:t>
            </a:r>
            <a:endParaRPr lang="en-US" sz="5000" b="1" dirty="0">
              <a:solidFill>
                <a:schemeClr val="bg1"/>
              </a:solidFill>
              <a:latin typeface="Arial Narrow" panose="020B0606020202030204" pitchFamily="34" charset="0"/>
              <a:ea typeface="华文仿宋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59360" y="3994693"/>
            <a:ext cx="5625280" cy="1451836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实验一 实验环境安装、调试</a:t>
            </a:r>
            <a:endParaRPr lang="en-US" sz="3200" b="1" dirty="0">
              <a:solidFill>
                <a:schemeClr val="bg1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3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4000" dirty="0">
                <a:latin typeface="仿宋" panose="02010609060101010101" pitchFamily="49" charset="-122"/>
              </a:rPr>
              <a:t>主要内容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404206" y="1192696"/>
            <a:ext cx="8324158" cy="50750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本学期上机课介绍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3200" b="1" dirty="0">
                <a:latin typeface="仿宋" panose="02010609060101010101" pitchFamily="49" charset="-122"/>
              </a:rPr>
              <a:t>MySQL</a:t>
            </a:r>
            <a:r>
              <a:rPr lang="zh-CN" altLang="en-US" sz="3200" b="1" dirty="0">
                <a:latin typeface="仿宋" panose="02010609060101010101" pitchFamily="49" charset="-122"/>
              </a:rPr>
              <a:t>相关环境安装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数据准备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lang="en-US" altLang="zh-CN" sz="3200" b="1" dirty="0">
                <a:latin typeface="仿宋" panose="02010609060101010101" pitchFamily="49" charset="-122"/>
              </a:rPr>
              <a:t> SQL</a:t>
            </a:r>
            <a:r>
              <a:rPr lang="zh-CN" altLang="en-US" sz="3200" b="1" dirty="0">
                <a:latin typeface="仿宋" panose="02010609060101010101" pitchFamily="49" charset="-122"/>
              </a:rPr>
              <a:t>模式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 基本表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lang="en-US" altLang="zh-CN" sz="3200" b="1" dirty="0">
                <a:latin typeface="仿宋" panose="02010609060101010101" pitchFamily="49" charset="-122"/>
              </a:rPr>
              <a:t> </a:t>
            </a:r>
            <a:r>
              <a:rPr lang="zh-CN" altLang="en-US" sz="3200" b="1" dirty="0">
                <a:latin typeface="仿宋" panose="02010609060101010101" pitchFamily="49" charset="-122"/>
              </a:rPr>
              <a:t>数据插入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 数据修改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lvl="1">
              <a:buFont typeface="Courier New" panose="02070309020205020404" pitchFamily="49" charset="0"/>
              <a:buChar char="o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 数据删除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marL="742950" indent="-742950">
              <a:buFont typeface="+mj-lt"/>
              <a:buAutoNum type="arabicPeriod"/>
              <a:defRPr/>
            </a:pPr>
            <a:r>
              <a:rPr lang="zh-CN" altLang="en-US" sz="3200" b="1" dirty="0">
                <a:latin typeface="仿宋" panose="02010609060101010101" pitchFamily="49" charset="-122"/>
              </a:rPr>
              <a:t>数据查询</a:t>
            </a:r>
            <a:endParaRPr lang="en-US" altLang="zh-CN" sz="3200" b="1" dirty="0">
              <a:latin typeface="仿宋" panose="02010609060101010101" pitchFamily="49" charset="-122"/>
            </a:endParaRPr>
          </a:p>
          <a:p>
            <a:pPr marL="0" indent="0">
              <a:buNone/>
              <a:defRPr/>
            </a:pPr>
            <a:endParaRPr lang="zh-CN" altLang="en-US" sz="3200" dirty="0">
              <a:latin typeface="仿宋" panose="02010609060101010101" pitchFamily="49" charset="-122"/>
            </a:endParaRPr>
          </a:p>
          <a:p>
            <a:pPr eaLnBrk="1" hangingPunct="1">
              <a:buFont typeface="Wingdings" charset="2"/>
              <a:buNone/>
              <a:defRPr/>
            </a:pPr>
            <a:endParaRPr lang="en-US" altLang="zh-CN" dirty="0">
              <a:ea typeface="宋体" charset="-122"/>
            </a:endParaRP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91A6C32-CE15-40B4-A2EE-0FD1AD03D453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18436" name="Picture 4" descr="PE01561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4345332"/>
            <a:ext cx="2895600" cy="19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095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610C-EFEA-267D-3C0A-F5EF5F2A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D13450F3-DC2E-6427-A7FC-F8E7BFF0C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1 </a:t>
            </a:r>
            <a:r>
              <a:rPr lang="zh-CN" altLang="en-US" sz="4000" dirty="0">
                <a:latin typeface="仿宋" panose="02010609060101010101" pitchFamily="49" charset="-122"/>
              </a:rPr>
              <a:t>本学期上机课介绍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3D01970-9636-7425-3F2F-A6B327BBC4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192" y="679852"/>
            <a:ext cx="8643160" cy="58098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hlinkClick r:id="rId2"/>
              </a:rPr>
              <a:t>https://elearning.fudan.edu.cn/courses/107338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实验课教室：</a:t>
            </a:r>
            <a:r>
              <a:rPr lang="en-US" altLang="zh-CN" dirty="0">
                <a:latin typeface="仿宋" panose="02010609060101010101" pitchFamily="49" charset="-122"/>
              </a:rPr>
              <a:t>H4501,H4504</a:t>
            </a:r>
            <a:r>
              <a:rPr lang="zh-CN" altLang="en-US" dirty="0">
                <a:latin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</a:rPr>
              <a:t>5.22</a:t>
            </a:r>
            <a:r>
              <a:rPr lang="zh-CN" altLang="en-US" dirty="0">
                <a:latin typeface="仿宋" panose="02010609060101010101" pitchFamily="49" charset="-122"/>
              </a:rPr>
              <a:t>实验课地点会另行提前通知）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助教信息：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姜文丽：</a:t>
            </a:r>
            <a:r>
              <a:rPr lang="en-US" altLang="zh-CN" dirty="0">
                <a:latin typeface="仿宋" panose="02010609060101010101" pitchFamily="49" charset="-122"/>
              </a:rPr>
              <a:t>24210240024@m.fudan.edu.cn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王天泽：</a:t>
            </a:r>
            <a:r>
              <a:rPr lang="en-US" altLang="zh-CN" dirty="0">
                <a:latin typeface="仿宋" panose="02010609060101010101" pitchFamily="49" charset="-122"/>
              </a:rPr>
              <a:t>25213050050@m.fudan.edu.cn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王岩：</a:t>
            </a:r>
            <a:r>
              <a:rPr lang="en-US" altLang="zh-CN" dirty="0">
                <a:latin typeface="仿宋" panose="02010609060101010101" pitchFamily="49" charset="-122"/>
              </a:rPr>
              <a:t>25213050051@m.fudan.edu.cn</a:t>
            </a: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482FF8FE-4A07-DFC0-2467-577FB8E9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3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6A199F9-032D-ABED-D93C-E1782ACFFFCE}"/>
              </a:ext>
            </a:extLst>
          </p:cNvPr>
          <p:cNvSpPr txBox="1">
            <a:spLocks noChangeArrowheads="1"/>
          </p:cNvSpPr>
          <p:nvPr/>
        </p:nvSpPr>
        <p:spPr>
          <a:xfrm>
            <a:off x="510194" y="4741439"/>
            <a:ext cx="8324158" cy="5075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857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1 </a:t>
            </a:r>
            <a:r>
              <a:rPr lang="zh-CN" altLang="en-US" sz="4000" dirty="0">
                <a:latin typeface="仿宋" panose="02010609060101010101" pitchFamily="49" charset="-122"/>
              </a:rPr>
              <a:t>本学期上机课介绍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191192" y="679852"/>
            <a:ext cx="8643160" cy="58098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hlinkClick r:id="rId2"/>
              </a:rPr>
              <a:t>https://elearning.fudan.edu.cn/courses/107338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实验分数占比</a:t>
            </a:r>
            <a:r>
              <a:rPr lang="en-US" altLang="zh-CN" dirty="0">
                <a:latin typeface="仿宋" panose="02010609060101010101" pitchFamily="49" charset="-122"/>
              </a:rPr>
              <a:t>20%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共有</a:t>
            </a:r>
            <a:r>
              <a:rPr lang="en-US" altLang="zh-CN" dirty="0">
                <a:latin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</a:rPr>
              <a:t>个实验</a:t>
            </a:r>
            <a:r>
              <a:rPr lang="en-US" altLang="zh-CN" dirty="0">
                <a:latin typeface="仿宋" panose="02010609060101010101" pitchFamily="49" charset="-122"/>
              </a:rPr>
              <a:t>+ 1</a:t>
            </a:r>
            <a:r>
              <a:rPr lang="zh-CN" altLang="en-US" dirty="0">
                <a:latin typeface="仿宋" panose="02010609060101010101" pitchFamily="49" charset="-122"/>
              </a:rPr>
              <a:t>个</a:t>
            </a:r>
            <a:r>
              <a:rPr lang="en-US" altLang="zh-CN" dirty="0">
                <a:latin typeface="仿宋" panose="02010609060101010101" pitchFamily="49" charset="-122"/>
              </a:rPr>
              <a:t>Bonus</a:t>
            </a:r>
            <a:r>
              <a:rPr lang="zh-CN" altLang="en-US" dirty="0">
                <a:latin typeface="仿宋" panose="02010609060101010101" pitchFamily="49" charset="-122"/>
              </a:rPr>
              <a:t>实验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实验一不计分 实验二、实验三、实验四各</a:t>
            </a:r>
            <a:r>
              <a:rPr lang="en-US" altLang="zh-CN" dirty="0">
                <a:latin typeface="仿宋" panose="02010609060101010101" pitchFamily="49" charset="-122"/>
              </a:rPr>
              <a:t>3%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实验五 </a:t>
            </a:r>
            <a:r>
              <a:rPr lang="en-US" altLang="zh-CN" dirty="0">
                <a:latin typeface="仿宋" panose="02010609060101010101" pitchFamily="49" charset="-122"/>
              </a:rPr>
              <a:t>8%</a:t>
            </a:r>
            <a:r>
              <a:rPr lang="zh-CN" altLang="en-US" dirty="0">
                <a:latin typeface="仿宋" panose="02010609060101010101" pitchFamily="49" charset="-122"/>
              </a:rPr>
              <a:t>，</a:t>
            </a:r>
            <a:r>
              <a:rPr lang="en-US" altLang="zh-CN" dirty="0">
                <a:latin typeface="仿宋" panose="02010609060101010101" pitchFamily="49" charset="-122"/>
              </a:rPr>
              <a:t>Bonus</a:t>
            </a:r>
            <a:r>
              <a:rPr lang="zh-CN" altLang="en-US" dirty="0">
                <a:latin typeface="仿宋" panose="02010609060101010101" pitchFamily="49" charset="-122"/>
              </a:rPr>
              <a:t>实验 </a:t>
            </a:r>
            <a:r>
              <a:rPr lang="en-US" altLang="zh-CN" dirty="0">
                <a:latin typeface="仿宋" panose="02010609060101010101" pitchFamily="49" charset="-122"/>
              </a:rPr>
              <a:t>3%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4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263FCAA-D98E-4087-3E10-1F24AF5C88D1}"/>
              </a:ext>
            </a:extLst>
          </p:cNvPr>
          <p:cNvSpPr txBox="1">
            <a:spLocks noChangeArrowheads="1"/>
          </p:cNvSpPr>
          <p:nvPr/>
        </p:nvSpPr>
        <p:spPr>
          <a:xfrm>
            <a:off x="510194" y="4741439"/>
            <a:ext cx="8324158" cy="5075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1"/>
                </a:solidFill>
                <a:latin typeface="Arial Narrow" panose="020B0606020202030204" pitchFamily="34" charset="0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406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2 MySQL</a:t>
            </a:r>
            <a:r>
              <a:rPr lang="zh-CN" altLang="en-US" sz="4000" dirty="0">
                <a:latin typeface="仿宋" panose="02010609060101010101" pitchFamily="49" charset="-122"/>
              </a:rPr>
              <a:t>相关环境安装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hlinkClick r:id="rId3"/>
              </a:rPr>
              <a:t>https://dev.mysql.com/downloads/installer/</a:t>
            </a: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在</a:t>
            </a:r>
            <a:r>
              <a:rPr lang="en-US" altLang="zh-CN" dirty="0">
                <a:latin typeface="仿宋" panose="02010609060101010101" pitchFamily="49" charset="-122"/>
              </a:rPr>
              <a:t>elearning</a:t>
            </a:r>
            <a:r>
              <a:rPr lang="zh-CN" altLang="en-US" dirty="0">
                <a:latin typeface="仿宋" panose="02010609060101010101" pitchFamily="49" charset="-122"/>
              </a:rPr>
              <a:t>上已经提供了这个</a:t>
            </a:r>
            <a:r>
              <a:rPr lang="en-US" altLang="zh-CN" dirty="0">
                <a:latin typeface="仿宋" panose="02010609060101010101" pitchFamily="49" charset="-122"/>
              </a:rPr>
              <a:t>installer</a:t>
            </a: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5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204BD0-50EF-11D5-815A-112169065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6" y="1593368"/>
            <a:ext cx="6734103" cy="39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5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CB622-32A5-674D-FC1E-033A19CE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5A24E82-F3AE-33E6-6304-D0FF2503C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AF93BDA-245B-3637-6021-1B655BAD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" y="117086"/>
            <a:ext cx="5355653" cy="40386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A03B5F5-7D5E-C312-9F0B-23B07EFA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141" y="2702315"/>
            <a:ext cx="5355653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 </a:t>
            </a:r>
            <a:r>
              <a:rPr lang="zh-CN" altLang="en-US" sz="4000" dirty="0">
                <a:latin typeface="仿宋" panose="02010609060101010101" pitchFamily="49" charset="-122"/>
              </a:rPr>
              <a:t>数据准备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以学生选课为背景，共包含以下三个表及其字段</a:t>
            </a:r>
            <a:endParaRPr lang="en-US" altLang="zh-CN" dirty="0">
              <a:latin typeface="仿宋" panose="02010609060101010101" pitchFamily="49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学生表包含了学生的个人信息，如学生 </a:t>
            </a:r>
            <a:r>
              <a:rPr lang="en-US" altLang="zh-CN" dirty="0">
                <a:latin typeface="仿宋" panose="02010609060101010101" pitchFamily="49" charset="-122"/>
              </a:rPr>
              <a:t>ID</a:t>
            </a:r>
            <a:r>
              <a:rPr lang="zh-CN" altLang="en-US" dirty="0">
                <a:latin typeface="仿宋" panose="02010609060101010101" pitchFamily="49" charset="-122"/>
              </a:rPr>
              <a:t>、姓名、年龄、性别</a:t>
            </a:r>
            <a:endParaRPr lang="en-US" altLang="zh-CN" dirty="0">
              <a:latin typeface="仿宋" panose="02010609060101010101" pitchFamily="49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课程表包含了所有可选的课程信息，如课程 </a:t>
            </a:r>
            <a:r>
              <a:rPr lang="en-US" altLang="zh-CN" dirty="0">
                <a:latin typeface="仿宋" panose="02010609060101010101" pitchFamily="49" charset="-122"/>
              </a:rPr>
              <a:t>ID</a:t>
            </a:r>
            <a:r>
              <a:rPr lang="zh-CN" altLang="en-US" dirty="0">
                <a:latin typeface="仿宋" panose="02010609060101010101" pitchFamily="49" charset="-122"/>
              </a:rPr>
              <a:t>、课程名称、学分</a:t>
            </a:r>
            <a:endParaRPr lang="en-US" altLang="zh-CN" dirty="0">
              <a:latin typeface="仿宋" panose="02010609060101010101" pitchFamily="49" charset="-122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</a:rPr>
              <a:t>选课表包含了学生选课的信息，如选课</a:t>
            </a:r>
            <a:r>
              <a:rPr lang="en-US" altLang="zh-CN" dirty="0">
                <a:latin typeface="仿宋" panose="02010609060101010101" pitchFamily="49" charset="-122"/>
              </a:rPr>
              <a:t>ID</a:t>
            </a:r>
            <a:r>
              <a:rPr lang="zh-CN" altLang="en-US" dirty="0">
                <a:latin typeface="仿宋" panose="02010609060101010101" pitchFamily="49" charset="-122"/>
              </a:rPr>
              <a:t>、学生 </a:t>
            </a:r>
            <a:r>
              <a:rPr lang="en-US" altLang="zh-CN" dirty="0">
                <a:latin typeface="仿宋" panose="02010609060101010101" pitchFamily="49" charset="-122"/>
              </a:rPr>
              <a:t>ID</a:t>
            </a:r>
            <a:r>
              <a:rPr lang="zh-CN" altLang="en-US" dirty="0">
                <a:latin typeface="仿宋" panose="02010609060101010101" pitchFamily="49" charset="-122"/>
              </a:rPr>
              <a:t>、课程 </a:t>
            </a:r>
            <a:r>
              <a:rPr lang="en-US" altLang="zh-CN" dirty="0">
                <a:latin typeface="仿宋" panose="02010609060101010101" pitchFamily="49" charset="-122"/>
              </a:rPr>
              <a:t>ID</a:t>
            </a:r>
            <a:r>
              <a:rPr lang="zh-CN" altLang="en-US" dirty="0">
                <a:latin typeface="仿宋" panose="02010609060101010101" pitchFamily="49" charset="-122"/>
              </a:rPr>
              <a:t>、选课时间</a:t>
            </a: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7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734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3.1 SQL</a:t>
            </a:r>
            <a:r>
              <a:rPr lang="zh-CN" altLang="en-US" sz="4000" dirty="0">
                <a:latin typeface="仿宋" panose="02010609060101010101" pitchFamily="49" charset="-122"/>
              </a:rPr>
              <a:t>模式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BB8D8D77-AF39-FF1A-6ACF-735D03E3D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364" y="1801253"/>
            <a:ext cx="6245791" cy="2991811"/>
          </a:xfrm>
        </p:spPr>
      </p:pic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8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48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3.1 SQL</a:t>
            </a:r>
            <a:r>
              <a:rPr lang="zh-CN" altLang="en-US" sz="4000" dirty="0">
                <a:latin typeface="仿宋" panose="02010609060101010101" pitchFamily="49" charset="-122"/>
              </a:rPr>
              <a:t>模式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1C57AAF-B420-2413-7130-28272D4F2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969" y="3304075"/>
            <a:ext cx="7391400" cy="876300"/>
          </a:xfrm>
        </p:spPr>
      </p:pic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9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963754-A6CC-1D33-4D6C-5D2A4B8D0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16" y="1467139"/>
            <a:ext cx="8536256" cy="14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0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10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1ADD82-4DFC-6B78-7BE0-AEDD59687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06" y="1417135"/>
            <a:ext cx="8147114" cy="371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11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E6FC3F-E4D3-B196-1CAD-2CD63B496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7" y="1612731"/>
            <a:ext cx="7949768" cy="335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12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9726FF-6813-EB51-BA30-C90AB9700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1" y="1669257"/>
            <a:ext cx="8617918" cy="316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13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AC388A-A95B-4EA4-2130-BD7376B8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75" y="810800"/>
            <a:ext cx="5369287" cy="554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6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14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974160-945C-6041-2712-0160A96F2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70" y="1473189"/>
            <a:ext cx="6989840" cy="11950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0ABA21-46F4-2794-30F2-4EF1AF0B7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70" y="2664477"/>
            <a:ext cx="4347001" cy="11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0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3.2 </a:t>
            </a:r>
            <a:r>
              <a:rPr lang="zh-CN" altLang="en-US" sz="4000" dirty="0">
                <a:latin typeface="仿宋" panose="02010609060101010101" pitchFamily="49" charset="-122"/>
              </a:rPr>
              <a:t>基本表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15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EEA8E9-86B5-1A9B-FC68-66E716B6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967196"/>
            <a:ext cx="8229600" cy="31051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4590D34-234B-2416-3BEB-EFAD5C174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34" y="4697450"/>
            <a:ext cx="8208616" cy="85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1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3.3</a:t>
            </a:r>
            <a:r>
              <a:rPr lang="zh-CN" altLang="en-US" sz="4000" dirty="0">
                <a:latin typeface="仿宋" panose="02010609060101010101" pitchFamily="49" charset="-122"/>
              </a:rPr>
              <a:t> 数据插入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16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383D82-DD5C-C3DF-D478-6C433D4E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19" y="1241224"/>
            <a:ext cx="8204161" cy="437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6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3.3</a:t>
            </a:r>
            <a:r>
              <a:rPr lang="zh-CN" altLang="en-US" sz="4000" dirty="0">
                <a:latin typeface="仿宋" panose="02010609060101010101" pitchFamily="49" charset="-122"/>
              </a:rPr>
              <a:t> 数据插入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17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65EB82-8D1F-A7EE-7242-BE51B080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40" y="1196652"/>
            <a:ext cx="8190719" cy="44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3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3.3</a:t>
            </a:r>
            <a:r>
              <a:rPr lang="zh-CN" altLang="en-US" sz="4000" dirty="0">
                <a:latin typeface="仿宋" panose="02010609060101010101" pitchFamily="49" charset="-122"/>
              </a:rPr>
              <a:t> 数据插入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0CB6FBF-AE78-B73E-716E-2C2689991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10" y="1196652"/>
            <a:ext cx="8877179" cy="4166839"/>
          </a:xfrm>
        </p:spPr>
      </p:pic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18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56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3.3</a:t>
            </a:r>
            <a:r>
              <a:rPr lang="zh-CN" altLang="en-US" sz="4000" dirty="0">
                <a:latin typeface="仿宋" panose="02010609060101010101" pitchFamily="49" charset="-122"/>
              </a:rPr>
              <a:t> 数据插入 </a:t>
            </a:r>
            <a:r>
              <a:rPr lang="en-US" altLang="zh-CN" sz="4000" dirty="0">
                <a:latin typeface="仿宋" panose="02010609060101010101" pitchFamily="49" charset="-122"/>
              </a:rPr>
              <a:t>——</a:t>
            </a:r>
            <a:r>
              <a:rPr lang="zh-CN" altLang="en-US" sz="4000" dirty="0">
                <a:latin typeface="仿宋" panose="02010609060101010101" pitchFamily="49" charset="-122"/>
              </a:rPr>
              <a:t>批量插入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19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0DD81E6-0643-4C16-1EBF-A8C58DDAA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692" y="938621"/>
            <a:ext cx="5723556" cy="18504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83EDB1-F671-45A7-2CB1-29B089DD6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31" y="5036617"/>
            <a:ext cx="6883504" cy="131973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487581B-8BDE-B472-7665-88F27B7996FC}"/>
              </a:ext>
            </a:extLst>
          </p:cNvPr>
          <p:cNvSpPr txBox="1"/>
          <p:nvPr/>
        </p:nvSpPr>
        <p:spPr>
          <a:xfrm>
            <a:off x="392131" y="3297268"/>
            <a:ext cx="78867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将</a:t>
            </a:r>
            <a:r>
              <a:rPr lang="en-US" altLang="zh-CN" sz="2000" b="1" dirty="0">
                <a:solidFill>
                  <a:schemeClr val="bg1"/>
                </a:solidFill>
              </a:rPr>
              <a:t>students.txt</a:t>
            </a:r>
            <a:r>
              <a:rPr lang="zh-CN" altLang="en-US" sz="2000" b="1" dirty="0">
                <a:solidFill>
                  <a:schemeClr val="bg1"/>
                </a:solidFill>
              </a:rPr>
              <a:t>文件放入</a:t>
            </a:r>
            <a:r>
              <a:rPr lang="en-US" altLang="zh-CN" sz="2000" b="1" dirty="0" err="1">
                <a:solidFill>
                  <a:schemeClr val="bg1"/>
                </a:solidFill>
              </a:rPr>
              <a:t>secure_file_priv</a:t>
            </a:r>
            <a:r>
              <a:rPr lang="zh-CN" altLang="en-US" sz="2000" b="1" dirty="0">
                <a:solidFill>
                  <a:schemeClr val="bg1"/>
                </a:solidFill>
              </a:rPr>
              <a:t>目录中进行导入：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      MySQL</a:t>
            </a:r>
            <a:r>
              <a:rPr lang="zh-CN" altLang="en-US" b="1" dirty="0">
                <a:solidFill>
                  <a:schemeClr val="bg1"/>
                </a:solidFill>
              </a:rPr>
              <a:t>强制要求</a:t>
            </a:r>
            <a:r>
              <a:rPr lang="zh-CN" altLang="en-US" dirty="0">
                <a:solidFill>
                  <a:schemeClr val="bg1"/>
                </a:solidFill>
              </a:rPr>
              <a:t>所有</a:t>
            </a:r>
            <a:r>
              <a:rPr lang="en-US" altLang="zh-CN" dirty="0">
                <a:solidFill>
                  <a:schemeClr val="bg1"/>
                </a:solidFill>
              </a:rPr>
              <a:t>LOAD DATA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SELECT ... INTO OUTFILE</a:t>
            </a:r>
            <a:r>
              <a:rPr lang="zh-CN" altLang="en-US" dirty="0">
                <a:solidFill>
                  <a:schemeClr val="bg1"/>
                </a:solidFill>
              </a:rPr>
              <a:t>等文件操作，都只能在这个指定的</a:t>
            </a:r>
            <a:r>
              <a:rPr lang="en-US" altLang="zh-CN" dirty="0">
                <a:solidFill>
                  <a:schemeClr val="bg1"/>
                </a:solidFill>
              </a:rPr>
              <a:t>Uploads</a:t>
            </a:r>
            <a:r>
              <a:rPr lang="zh-CN" altLang="en-US" dirty="0">
                <a:solidFill>
                  <a:schemeClr val="bg1"/>
                </a:solidFill>
              </a:rPr>
              <a:t>文件夹内进行，这是</a:t>
            </a:r>
            <a:r>
              <a:rPr lang="en-US" altLang="zh-CN" dirty="0">
                <a:solidFill>
                  <a:schemeClr val="bg1"/>
                </a:solidFill>
              </a:rPr>
              <a:t>MySQL</a:t>
            </a:r>
            <a:r>
              <a:rPr lang="zh-CN" altLang="en-US" dirty="0">
                <a:solidFill>
                  <a:schemeClr val="bg1"/>
                </a:solidFill>
              </a:rPr>
              <a:t>出于安全考虑设置的</a:t>
            </a:r>
            <a:r>
              <a:rPr lang="en-US" altLang="zh-CN" dirty="0">
                <a:solidFill>
                  <a:schemeClr val="bg1"/>
                </a:solidFill>
              </a:rPr>
              <a:t>"</a:t>
            </a:r>
            <a:r>
              <a:rPr lang="zh-CN" altLang="en-US" dirty="0">
                <a:solidFill>
                  <a:schemeClr val="bg1"/>
                </a:solidFill>
              </a:rPr>
              <a:t>文件操作专用目录</a:t>
            </a:r>
            <a:r>
              <a:rPr lang="en-US" altLang="zh-CN" dirty="0">
                <a:solidFill>
                  <a:schemeClr val="bg1"/>
                </a:solidFill>
              </a:rPr>
              <a:t>"</a:t>
            </a:r>
            <a:r>
              <a:rPr lang="zh-CN" altLang="en-US" dirty="0">
                <a:solidFill>
                  <a:schemeClr val="bg1"/>
                </a:solidFill>
              </a:rPr>
              <a:t>，防止通过数据库任意读写系统文件。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1368E8B-A44F-3B1C-1411-472FDCD8E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194" y="1075166"/>
            <a:ext cx="2194750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60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3.4</a:t>
            </a:r>
            <a:r>
              <a:rPr lang="zh-CN" altLang="en-US" sz="4000" dirty="0">
                <a:latin typeface="仿宋" panose="02010609060101010101" pitchFamily="49" charset="-122"/>
              </a:rPr>
              <a:t> 数据修改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FA244A7-C315-2B0B-3642-541975C00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81" y="1027256"/>
            <a:ext cx="8324158" cy="5355937"/>
          </a:xfrm>
        </p:spPr>
        <p:txBody>
          <a:bodyPr>
            <a:normAutofit/>
          </a:bodyPr>
          <a:lstStyle/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  <a:p>
            <a:pPr algn="just">
              <a:buFont typeface="Wingdings" charset="2"/>
              <a:buChar char="n"/>
              <a:defRPr/>
            </a:pPr>
            <a:endParaRPr lang="en-US" altLang="zh-CN" b="1" dirty="0"/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20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066F7-7024-6038-B50A-47AF7F99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21" y="1269827"/>
            <a:ext cx="8745679" cy="28048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8BB1941-B7C9-FC16-75BA-186C40E996D2}"/>
              </a:ext>
            </a:extLst>
          </p:cNvPr>
          <p:cNvSpPr txBox="1"/>
          <p:nvPr/>
        </p:nvSpPr>
        <p:spPr>
          <a:xfrm>
            <a:off x="528795" y="4317287"/>
            <a:ext cx="69578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出现错误提示，因为 </a:t>
            </a:r>
            <a:r>
              <a:rPr lang="en-US" altLang="zh-CN" sz="2000" b="1" dirty="0">
                <a:solidFill>
                  <a:schemeClr val="bg1"/>
                </a:solidFill>
              </a:rPr>
              <a:t>MySQL </a:t>
            </a:r>
            <a:r>
              <a:rPr lang="zh-CN" altLang="en-US" sz="2000" b="1" dirty="0">
                <a:solidFill>
                  <a:schemeClr val="bg1"/>
                </a:solidFill>
              </a:rPr>
              <a:t>客户端启用了安全更新模式（</a:t>
            </a:r>
            <a:r>
              <a:rPr lang="en-US" altLang="zh-CN" sz="2000" b="1" dirty="0">
                <a:solidFill>
                  <a:schemeClr val="bg1"/>
                </a:solidFill>
              </a:rPr>
              <a:t>safe update mode</a:t>
            </a:r>
            <a:r>
              <a:rPr lang="zh-CN" altLang="en-US" sz="2000" b="1" dirty="0">
                <a:solidFill>
                  <a:schemeClr val="bg1"/>
                </a:solidFill>
              </a:rPr>
              <a:t>），该模式要求更新操作必须带有 </a:t>
            </a:r>
            <a:r>
              <a:rPr lang="en-US" altLang="zh-CN" sz="2000" b="1" dirty="0">
                <a:solidFill>
                  <a:schemeClr val="bg1"/>
                </a:solidFill>
              </a:rPr>
              <a:t>WHERE </a:t>
            </a:r>
            <a:r>
              <a:rPr lang="zh-CN" altLang="en-US" sz="2000" b="1" dirty="0">
                <a:solidFill>
                  <a:schemeClr val="bg1"/>
                </a:solidFill>
              </a:rPr>
              <a:t>子句，并且 </a:t>
            </a:r>
            <a:r>
              <a:rPr lang="en-US" altLang="zh-CN" sz="2000" b="1" dirty="0">
                <a:solidFill>
                  <a:schemeClr val="bg1"/>
                </a:solidFill>
              </a:rPr>
              <a:t>WHERE </a:t>
            </a:r>
            <a:r>
              <a:rPr lang="zh-CN" altLang="en-US" sz="2000" b="1" dirty="0">
                <a:solidFill>
                  <a:schemeClr val="bg1"/>
                </a:solidFill>
              </a:rPr>
              <a:t>子句中必须使用索引列（</a:t>
            </a:r>
            <a:r>
              <a:rPr lang="en-US" altLang="zh-CN" sz="2000" b="1" dirty="0">
                <a:solidFill>
                  <a:schemeClr val="bg1"/>
                </a:solidFill>
              </a:rPr>
              <a:t>KEY column</a:t>
            </a:r>
            <a:r>
              <a:rPr lang="zh-CN" altLang="en-US" sz="2000" b="1" dirty="0">
                <a:solidFill>
                  <a:schemeClr val="bg1"/>
                </a:solidFill>
              </a:rPr>
              <a:t>），以确保更新操作不会对整个表格造成影响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just">
              <a:defRPr/>
            </a:pPr>
            <a:endParaRPr lang="en-US" altLang="zh-CN" sz="2000" b="1" dirty="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解决方法：</a:t>
            </a:r>
            <a:r>
              <a:rPr lang="en-US" altLang="zh-CN" sz="2000" b="1" dirty="0">
                <a:solidFill>
                  <a:schemeClr val="bg1"/>
                </a:solidFill>
              </a:rPr>
              <a:t>SET </a:t>
            </a:r>
            <a:r>
              <a:rPr lang="en-US" altLang="zh-CN" sz="2000" b="1" dirty="0" err="1">
                <a:solidFill>
                  <a:schemeClr val="bg1"/>
                </a:solidFill>
              </a:rPr>
              <a:t>sql_safe_updates</a:t>
            </a:r>
            <a:r>
              <a:rPr lang="en-US" altLang="zh-CN" sz="2000" b="1" dirty="0">
                <a:solidFill>
                  <a:schemeClr val="bg1"/>
                </a:solidFill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2980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3.5</a:t>
            </a:r>
            <a:r>
              <a:rPr lang="zh-CN" altLang="en-US" sz="4000" dirty="0">
                <a:latin typeface="仿宋" panose="02010609060101010101" pitchFamily="49" charset="-122"/>
              </a:rPr>
              <a:t> 数据删除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21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F617FA-7030-7B55-345D-6F703D370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56" y="2953667"/>
            <a:ext cx="9181056" cy="21877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4184C6-EA95-F2B3-AB7E-529C90744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056" y="1556366"/>
            <a:ext cx="9601268" cy="10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10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22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85E5E-A935-9B30-EFEC-E3F2BCD1A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6" y="1758461"/>
            <a:ext cx="9030004" cy="232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07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23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A27198-0334-772D-A23A-F227615B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6" y="1871003"/>
            <a:ext cx="8679207" cy="268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19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24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0F8120-D19E-4B06-C6B4-09D3CC990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6687"/>
            <a:ext cx="9400556" cy="22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9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25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CD6E94-C694-E6FD-6FAE-6AFFAB3E3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2" y="2109494"/>
            <a:ext cx="9008476" cy="263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43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26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AA3D30-0BC2-CC25-98B8-A91C4B614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2355"/>
            <a:ext cx="9266344" cy="200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41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27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D9DC81-E103-0760-5345-C790D880C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4907"/>
            <a:ext cx="9238463" cy="153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23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28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4F6146-44BC-19F6-AAD0-28EFD93C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44" y="1121782"/>
            <a:ext cx="7387880" cy="523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40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9669" y="289931"/>
            <a:ext cx="7886700" cy="90672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dirty="0">
                <a:latin typeface="仿宋" panose="02010609060101010101" pitchFamily="49" charset="-122"/>
              </a:rPr>
              <a:t>4</a:t>
            </a:r>
            <a:r>
              <a:rPr lang="zh-CN" altLang="en-US" sz="4000" dirty="0">
                <a:latin typeface="仿宋" panose="02010609060101010101" pitchFamily="49" charset="-122"/>
              </a:rPr>
              <a:t> 数据查询</a:t>
            </a:r>
            <a:br>
              <a:rPr lang="zh-CN" altLang="en-US" sz="4000" dirty="0">
                <a:latin typeface="仿宋" panose="02010609060101010101" pitchFamily="49" charset="-122"/>
              </a:rPr>
            </a:br>
            <a:endParaRPr lang="zh-CN" altLang="en-US" sz="4000" dirty="0">
              <a:latin typeface="仿宋" panose="02010609060101010101" pitchFamily="49" charset="-122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charset="2"/>
              <a:buChar char="l"/>
              <a:defRPr sz="3200"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charset="2"/>
              <a:buChar char="l"/>
              <a:defRPr sz="28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charset="2"/>
              <a:buChar char="l"/>
              <a:defRPr sz="2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charset="2"/>
              <a:buChar char="l"/>
              <a:defRPr sz="20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F794ACD-5D3C-4226-BB4B-3D97A28D961A}" type="slidenum">
              <a:rPr lang="en-US" altLang="zh-CN" sz="1200" smtClean="0">
                <a:latin typeface="Arial Black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29</a:t>
            </a:fld>
            <a:endParaRPr lang="en-US" altLang="zh-CN" sz="1200">
              <a:latin typeface="Arial Black" charset="0"/>
              <a:ea typeface="宋体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73DB26-6026-8F5B-5C79-0DFC6DB65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1" y="1731557"/>
            <a:ext cx="8827897" cy="364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62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81868</TotalTime>
  <Words>524</Words>
  <Application>Microsoft Office PowerPoint</Application>
  <PresentationFormat>全屏显示(4:3)</PresentationFormat>
  <Paragraphs>100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仿宋</vt:lpstr>
      <vt:lpstr>华文仿宋</vt:lpstr>
      <vt:lpstr>宋体</vt:lpstr>
      <vt:lpstr>Microsoft YaHei</vt:lpstr>
      <vt:lpstr>Arial</vt:lpstr>
      <vt:lpstr>Arial Black</vt:lpstr>
      <vt:lpstr>Arial Narrow</vt:lpstr>
      <vt:lpstr>Calibri</vt:lpstr>
      <vt:lpstr>Courier New</vt:lpstr>
      <vt:lpstr>Wingdings</vt:lpstr>
      <vt:lpstr>Office 主题​​</vt:lpstr>
      <vt:lpstr>数据库引论 Introduction to Database Systems</vt:lpstr>
      <vt:lpstr>主要内容</vt:lpstr>
      <vt:lpstr>1 本学期上机课介绍</vt:lpstr>
      <vt:lpstr>1 本学期上机课介绍</vt:lpstr>
      <vt:lpstr>2 MySQL相关环境安装</vt:lpstr>
      <vt:lpstr>PowerPoint 演示文稿</vt:lpstr>
      <vt:lpstr>3 数据准备 </vt:lpstr>
      <vt:lpstr>3.1 SQL模式 </vt:lpstr>
      <vt:lpstr>3.1 SQL模式 </vt:lpstr>
      <vt:lpstr>3.2 基本表 </vt:lpstr>
      <vt:lpstr>3.2 基本表 </vt:lpstr>
      <vt:lpstr>3.2 基本表 </vt:lpstr>
      <vt:lpstr>3.2 基本表 </vt:lpstr>
      <vt:lpstr>3.2 基本表 </vt:lpstr>
      <vt:lpstr>3.2 基本表 </vt:lpstr>
      <vt:lpstr>3.3 数据插入 </vt:lpstr>
      <vt:lpstr>3.3 数据插入 </vt:lpstr>
      <vt:lpstr>3.3 数据插入 </vt:lpstr>
      <vt:lpstr>3.3 数据插入 ——批量插入 </vt:lpstr>
      <vt:lpstr>3.4 数据修改 </vt:lpstr>
      <vt:lpstr>3.5 数据删除 </vt:lpstr>
      <vt:lpstr>4 数据查询 </vt:lpstr>
      <vt:lpstr>4 数据查询 </vt:lpstr>
      <vt:lpstr>4 数据查询 </vt:lpstr>
      <vt:lpstr>4 数据查询 </vt:lpstr>
      <vt:lpstr>4 数据查询 </vt:lpstr>
      <vt:lpstr>4 数据查询 </vt:lpstr>
      <vt:lpstr>4 数据查询 </vt:lpstr>
      <vt:lpstr>4 数据查询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数据库引论 Introduction to Database</dc:title>
  <dc:creator>zhenying</dc:creator>
  <cp:lastModifiedBy>Tim Wang</cp:lastModifiedBy>
  <cp:revision>331</cp:revision>
  <dcterms:created xsi:type="dcterms:W3CDTF">2020-05-09T07:12:14Z</dcterms:created>
  <dcterms:modified xsi:type="dcterms:W3CDTF">2026-03-12T09:31:55Z</dcterms:modified>
</cp:coreProperties>
</file>
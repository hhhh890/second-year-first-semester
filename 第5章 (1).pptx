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notesMasterIdLst>
    <p:notesMasterId r:id="rId150"/>
  </p:notesMasterIdLst>
  <p:sldIdLst>
    <p:sldId id="606" r:id="rId2"/>
    <p:sldId id="692" r:id="rId3"/>
    <p:sldId id="607" r:id="rId4"/>
    <p:sldId id="413" r:id="rId5"/>
    <p:sldId id="414" r:id="rId6"/>
    <p:sldId id="693" r:id="rId7"/>
    <p:sldId id="703" r:id="rId8"/>
    <p:sldId id="267" r:id="rId9"/>
    <p:sldId id="608" r:id="rId10"/>
    <p:sldId id="609" r:id="rId11"/>
    <p:sldId id="269" r:id="rId12"/>
    <p:sldId id="529" r:id="rId13"/>
    <p:sldId id="610" r:id="rId14"/>
    <p:sldId id="271" r:id="rId15"/>
    <p:sldId id="611" r:id="rId16"/>
    <p:sldId id="593" r:id="rId17"/>
    <p:sldId id="506" r:id="rId18"/>
    <p:sldId id="470" r:id="rId19"/>
    <p:sldId id="274" r:id="rId20"/>
    <p:sldId id="417" r:id="rId21"/>
    <p:sldId id="275" r:id="rId22"/>
    <p:sldId id="418" r:id="rId23"/>
    <p:sldId id="277" r:id="rId24"/>
    <p:sldId id="279" r:id="rId25"/>
    <p:sldId id="594" r:id="rId26"/>
    <p:sldId id="613" r:id="rId27"/>
    <p:sldId id="289" r:id="rId28"/>
    <p:sldId id="290" r:id="rId29"/>
    <p:sldId id="425" r:id="rId30"/>
    <p:sldId id="293" r:id="rId31"/>
    <p:sldId id="426" r:id="rId32"/>
    <p:sldId id="295" r:id="rId33"/>
    <p:sldId id="296" r:id="rId34"/>
    <p:sldId id="297" r:id="rId35"/>
    <p:sldId id="283" r:id="rId36"/>
    <p:sldId id="285" r:id="rId37"/>
    <p:sldId id="284" r:id="rId38"/>
    <p:sldId id="702" r:id="rId39"/>
    <p:sldId id="699" r:id="rId40"/>
    <p:sldId id="532" r:id="rId41"/>
    <p:sldId id="534" r:id="rId42"/>
    <p:sldId id="701" r:id="rId43"/>
    <p:sldId id="695" r:id="rId44"/>
    <p:sldId id="614" r:id="rId45"/>
    <p:sldId id="424" r:id="rId46"/>
    <p:sldId id="539" r:id="rId47"/>
    <p:sldId id="430" r:id="rId48"/>
    <p:sldId id="432" r:id="rId49"/>
    <p:sldId id="300" r:id="rId50"/>
    <p:sldId id="301" r:id="rId51"/>
    <p:sldId id="429" r:id="rId52"/>
    <p:sldId id="303" r:id="rId53"/>
    <p:sldId id="526" r:id="rId54"/>
    <p:sldId id="527" r:id="rId55"/>
    <p:sldId id="528" r:id="rId56"/>
    <p:sldId id="541" r:id="rId57"/>
    <p:sldId id="543" r:id="rId58"/>
    <p:sldId id="544" r:id="rId59"/>
    <p:sldId id="536" r:id="rId60"/>
    <p:sldId id="688" r:id="rId61"/>
    <p:sldId id="546" r:id="rId62"/>
    <p:sldId id="547" r:id="rId63"/>
    <p:sldId id="548" r:id="rId64"/>
    <p:sldId id="683" r:id="rId65"/>
    <p:sldId id="684" r:id="rId66"/>
    <p:sldId id="321" r:id="rId67"/>
    <p:sldId id="322" r:id="rId68"/>
    <p:sldId id="323" r:id="rId69"/>
    <p:sldId id="324" r:id="rId70"/>
    <p:sldId id="549" r:id="rId71"/>
    <p:sldId id="550" r:id="rId72"/>
    <p:sldId id="551" r:id="rId73"/>
    <p:sldId id="552" r:id="rId74"/>
    <p:sldId id="700" r:id="rId75"/>
    <p:sldId id="542" r:id="rId76"/>
    <p:sldId id="553" r:id="rId77"/>
    <p:sldId id="437" r:id="rId78"/>
    <p:sldId id="438" r:id="rId79"/>
    <p:sldId id="615" r:id="rId80"/>
    <p:sldId id="545" r:id="rId81"/>
    <p:sldId id="598" r:id="rId82"/>
    <p:sldId id="599" r:id="rId83"/>
    <p:sldId id="555" r:id="rId84"/>
    <p:sldId id="709" r:id="rId85"/>
    <p:sldId id="710" r:id="rId86"/>
    <p:sldId id="634" r:id="rId87"/>
    <p:sldId id="706" r:id="rId88"/>
    <p:sldId id="707" r:id="rId89"/>
    <p:sldId id="708" r:id="rId90"/>
    <p:sldId id="689" r:id="rId91"/>
    <p:sldId id="446" r:id="rId92"/>
    <p:sldId id="447" r:id="rId93"/>
    <p:sldId id="557" r:id="rId94"/>
    <p:sldId id="558" r:id="rId95"/>
    <p:sldId id="559" r:id="rId96"/>
    <p:sldId id="475" r:id="rId97"/>
    <p:sldId id="560" r:id="rId98"/>
    <p:sldId id="561" r:id="rId99"/>
    <p:sldId id="563" r:id="rId100"/>
    <p:sldId id="566" r:id="rId101"/>
    <p:sldId id="568" r:id="rId102"/>
    <p:sldId id="569" r:id="rId103"/>
    <p:sldId id="571" r:id="rId104"/>
    <p:sldId id="616" r:id="rId105"/>
    <p:sldId id="617" r:id="rId106"/>
    <p:sldId id="589" r:id="rId107"/>
    <p:sldId id="574" r:id="rId108"/>
    <p:sldId id="575" r:id="rId109"/>
    <p:sldId id="576" r:id="rId110"/>
    <p:sldId id="577" r:id="rId111"/>
    <p:sldId id="578" r:id="rId112"/>
    <p:sldId id="591" r:id="rId113"/>
    <p:sldId id="592" r:id="rId114"/>
    <p:sldId id="580" r:id="rId115"/>
    <p:sldId id="588" r:id="rId116"/>
    <p:sldId id="691" r:id="rId117"/>
    <p:sldId id="556" r:id="rId118"/>
    <p:sldId id="337" r:id="rId119"/>
    <p:sldId id="338" r:id="rId120"/>
    <p:sldId id="340" r:id="rId121"/>
    <p:sldId id="342" r:id="rId122"/>
    <p:sldId id="457" r:id="rId123"/>
    <p:sldId id="456" r:id="rId124"/>
    <p:sldId id="458" r:id="rId125"/>
    <p:sldId id="346" r:id="rId126"/>
    <p:sldId id="525" r:id="rId127"/>
    <p:sldId id="348" r:id="rId128"/>
    <p:sldId id="460" r:id="rId129"/>
    <p:sldId id="461" r:id="rId130"/>
    <p:sldId id="350" r:id="rId131"/>
    <p:sldId id="380" r:id="rId132"/>
    <p:sldId id="448" r:id="rId133"/>
    <p:sldId id="428" r:id="rId134"/>
    <p:sldId id="382" r:id="rId135"/>
    <p:sldId id="618" r:id="rId136"/>
    <p:sldId id="619" r:id="rId137"/>
    <p:sldId id="384" r:id="rId138"/>
    <p:sldId id="385" r:id="rId139"/>
    <p:sldId id="450" r:id="rId140"/>
    <p:sldId id="387" r:id="rId141"/>
    <p:sldId id="601" r:id="rId142"/>
    <p:sldId id="690" r:id="rId143"/>
    <p:sldId id="502" r:id="rId144"/>
    <p:sldId id="503" r:id="rId145"/>
    <p:sldId id="602" r:id="rId146"/>
    <p:sldId id="603" r:id="rId147"/>
    <p:sldId id="682" r:id="rId148"/>
    <p:sldId id="687" r:id="rId149"/>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a:srgbClr val="CC3300"/>
    <a:srgbClr val="0000CC"/>
    <a:srgbClr val="990099"/>
    <a:srgbClr val="66FF33"/>
    <a:srgbClr val="0000FF"/>
    <a:srgbClr val="FF9900"/>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851" autoAdjust="0"/>
    <p:restoredTop sz="93492" autoAdjust="0"/>
  </p:normalViewPr>
  <p:slideViewPr>
    <p:cSldViewPr>
      <p:cViewPr varScale="1">
        <p:scale>
          <a:sx n="77" d="100"/>
          <a:sy n="77" d="100"/>
        </p:scale>
        <p:origin x="1603"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8970"/>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notesMaster" Target="notesMasters/notesMaster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tableStyles" Target="tableStyle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9794" name="Rectangle 2">
            <a:extLst>
              <a:ext uri="{FF2B5EF4-FFF2-40B4-BE49-F238E27FC236}">
                <a16:creationId xmlns:a16="http://schemas.microsoft.com/office/drawing/2014/main" id="{917895BD-DAE9-C9B3-0308-D7E9FB732793}"/>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fontAlgn="auto" hangingPunct="1">
              <a:spcBef>
                <a:spcPts val="0"/>
              </a:spcBef>
              <a:spcAft>
                <a:spcPts val="0"/>
              </a:spcAft>
              <a:defRPr sz="1200">
                <a:latin typeface="+mn-lt"/>
                <a:ea typeface="+mn-ea"/>
              </a:defRPr>
            </a:lvl1pPr>
          </a:lstStyle>
          <a:p>
            <a:pPr>
              <a:defRPr/>
            </a:pPr>
            <a:endParaRPr lang="en-US" altLang="zh-CN"/>
          </a:p>
        </p:txBody>
      </p:sp>
      <p:sp>
        <p:nvSpPr>
          <p:cNvPr id="289795" name="Rectangle 3">
            <a:extLst>
              <a:ext uri="{FF2B5EF4-FFF2-40B4-BE49-F238E27FC236}">
                <a16:creationId xmlns:a16="http://schemas.microsoft.com/office/drawing/2014/main" id="{7DB5FE2F-AC43-6A21-7097-EAA41C595EE3}"/>
              </a:ext>
            </a:extLst>
          </p:cNvPr>
          <p:cNvSpPr>
            <a:spLocks noGrp="1" noChangeArrowheads="1"/>
          </p:cNvSpPr>
          <p:nvPr>
            <p:ph type="dt"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fontAlgn="auto" hangingPunct="1">
              <a:spcBef>
                <a:spcPts val="0"/>
              </a:spcBef>
              <a:spcAft>
                <a:spcPts val="0"/>
              </a:spcAft>
              <a:defRPr sz="1200">
                <a:latin typeface="+mn-lt"/>
                <a:ea typeface="+mn-ea"/>
              </a:defRPr>
            </a:lvl1pPr>
          </a:lstStyle>
          <a:p>
            <a:pPr>
              <a:defRPr/>
            </a:pPr>
            <a:endParaRPr lang="en-US" altLang="zh-CN"/>
          </a:p>
        </p:txBody>
      </p:sp>
      <p:sp>
        <p:nvSpPr>
          <p:cNvPr id="4100" name="Rectangle 4">
            <a:extLst>
              <a:ext uri="{FF2B5EF4-FFF2-40B4-BE49-F238E27FC236}">
                <a16:creationId xmlns:a16="http://schemas.microsoft.com/office/drawing/2014/main" id="{285C7BD6-A156-074B-F399-DB34755F71E3}"/>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89797" name="Rectangle 5">
            <a:extLst>
              <a:ext uri="{FF2B5EF4-FFF2-40B4-BE49-F238E27FC236}">
                <a16:creationId xmlns:a16="http://schemas.microsoft.com/office/drawing/2014/main" id="{CB08C9FF-B883-370E-F237-71F1DB70DA27}"/>
              </a:ext>
            </a:extLst>
          </p:cNvPr>
          <p:cNvSpPr>
            <a:spLocks noGrp="1" noChangeArrowheads="1"/>
          </p:cNvSpPr>
          <p:nvPr>
            <p:ph type="body" sz="quarter" idx="3"/>
          </p:nvPr>
        </p:nvSpPr>
        <p:spPr bwMode="auto">
          <a:xfrm>
            <a:off x="914400" y="4343400"/>
            <a:ext cx="50292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89798" name="Rectangle 6">
            <a:extLst>
              <a:ext uri="{FF2B5EF4-FFF2-40B4-BE49-F238E27FC236}">
                <a16:creationId xmlns:a16="http://schemas.microsoft.com/office/drawing/2014/main" id="{118B2D64-7F02-92AE-1817-AEBFBF283379}"/>
              </a:ext>
            </a:extLst>
          </p:cNvPr>
          <p:cNvSpPr>
            <a:spLocks noGrp="1" noChangeArrowheads="1"/>
          </p:cNvSpPr>
          <p:nvPr>
            <p:ph type="ftr" sz="quarter" idx="4"/>
          </p:nvPr>
        </p:nvSpPr>
        <p:spPr bwMode="auto">
          <a:xfrm>
            <a:off x="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fontAlgn="auto" hangingPunct="1">
              <a:spcBef>
                <a:spcPts val="0"/>
              </a:spcBef>
              <a:spcAft>
                <a:spcPts val="0"/>
              </a:spcAft>
              <a:defRPr sz="1200">
                <a:latin typeface="+mn-lt"/>
                <a:ea typeface="+mn-ea"/>
              </a:defRPr>
            </a:lvl1pPr>
          </a:lstStyle>
          <a:p>
            <a:pPr>
              <a:defRPr/>
            </a:pPr>
            <a:endParaRPr lang="en-US" altLang="zh-CN"/>
          </a:p>
        </p:txBody>
      </p:sp>
      <p:sp>
        <p:nvSpPr>
          <p:cNvPr id="289799" name="Rectangle 7">
            <a:extLst>
              <a:ext uri="{FF2B5EF4-FFF2-40B4-BE49-F238E27FC236}">
                <a16:creationId xmlns:a16="http://schemas.microsoft.com/office/drawing/2014/main" id="{C4440765-551D-36E0-0740-5E4E888047B6}"/>
              </a:ext>
            </a:extLst>
          </p:cNvPr>
          <p:cNvSpPr>
            <a:spLocks noGrp="1" noChangeArrowheads="1"/>
          </p:cNvSpPr>
          <p:nvPr>
            <p:ph type="sldNum" sz="quarter" idx="5"/>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fontAlgn="auto" hangingPunct="1">
              <a:spcBef>
                <a:spcPts val="0"/>
              </a:spcBef>
              <a:spcAft>
                <a:spcPts val="0"/>
              </a:spcAft>
              <a:defRPr sz="1200">
                <a:latin typeface="+mn-lt"/>
                <a:ea typeface="+mn-ea"/>
              </a:defRPr>
            </a:lvl1pPr>
          </a:lstStyle>
          <a:p>
            <a:pPr>
              <a:defRPr/>
            </a:pPr>
            <a:fld id="{59BDA82E-BFC2-40B1-ACB9-7775643655C3}"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9BDA82E-BFC2-40B1-ACB9-7775643655C3}" type="slidenum">
              <a:rPr lang="en-US" altLang="zh-CN" smtClean="0"/>
              <a:pPr>
                <a:defRPr/>
              </a:pPr>
              <a:t>2</a:t>
            </a:fld>
            <a:endParaRPr lang="en-US" altLang="zh-CN"/>
          </a:p>
        </p:txBody>
      </p:sp>
    </p:spTree>
    <p:extLst>
      <p:ext uri="{BB962C8B-B14F-4D97-AF65-F5344CB8AC3E}">
        <p14:creationId xmlns:p14="http://schemas.microsoft.com/office/powerpoint/2010/main" val="16382322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9BDA82E-BFC2-40B1-ACB9-7775643655C3}" type="slidenum">
              <a:rPr lang="en-US" altLang="zh-CN" smtClean="0"/>
              <a:pPr>
                <a:defRPr/>
              </a:pPr>
              <a:t>7</a:t>
            </a:fld>
            <a:endParaRPr lang="en-US" altLang="zh-CN"/>
          </a:p>
        </p:txBody>
      </p:sp>
    </p:spTree>
    <p:extLst>
      <p:ext uri="{BB962C8B-B14F-4D97-AF65-F5344CB8AC3E}">
        <p14:creationId xmlns:p14="http://schemas.microsoft.com/office/powerpoint/2010/main" val="13323716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9BDA82E-BFC2-40B1-ACB9-7775643655C3}" type="slidenum">
              <a:rPr lang="en-US" altLang="zh-CN" smtClean="0"/>
              <a:pPr>
                <a:defRPr/>
              </a:pPr>
              <a:t>15</a:t>
            </a:fld>
            <a:endParaRPr lang="en-US" altLang="zh-CN"/>
          </a:p>
        </p:txBody>
      </p:sp>
    </p:spTree>
    <p:extLst>
      <p:ext uri="{BB962C8B-B14F-4D97-AF65-F5344CB8AC3E}">
        <p14:creationId xmlns:p14="http://schemas.microsoft.com/office/powerpoint/2010/main" val="10668473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9BDA82E-BFC2-40B1-ACB9-7775643655C3}" type="slidenum">
              <a:rPr lang="en-US" altLang="zh-CN" smtClean="0"/>
              <a:pPr>
                <a:defRPr/>
              </a:pPr>
              <a:t>39</a:t>
            </a:fld>
            <a:endParaRPr lang="en-US" altLang="zh-CN"/>
          </a:p>
        </p:txBody>
      </p:sp>
    </p:spTree>
    <p:extLst>
      <p:ext uri="{BB962C8B-B14F-4D97-AF65-F5344CB8AC3E}">
        <p14:creationId xmlns:p14="http://schemas.microsoft.com/office/powerpoint/2010/main" val="37918396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9BDA82E-BFC2-40B1-ACB9-7775643655C3}" type="slidenum">
              <a:rPr lang="en-US" altLang="zh-CN" smtClean="0"/>
              <a:pPr>
                <a:defRPr/>
              </a:pPr>
              <a:t>54</a:t>
            </a:fld>
            <a:endParaRPr lang="en-US" altLang="zh-CN"/>
          </a:p>
        </p:txBody>
      </p:sp>
    </p:spTree>
    <p:extLst>
      <p:ext uri="{BB962C8B-B14F-4D97-AF65-F5344CB8AC3E}">
        <p14:creationId xmlns:p14="http://schemas.microsoft.com/office/powerpoint/2010/main" val="30150142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a:extLst>
              <a:ext uri="{FF2B5EF4-FFF2-40B4-BE49-F238E27FC236}">
                <a16:creationId xmlns:a16="http://schemas.microsoft.com/office/drawing/2014/main" id="{9AE16BC6-8830-486D-8CF1-566B314368D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019" name="备注占位符 2">
            <a:extLst>
              <a:ext uri="{FF2B5EF4-FFF2-40B4-BE49-F238E27FC236}">
                <a16:creationId xmlns:a16="http://schemas.microsoft.com/office/drawing/2014/main" id="{0DEEA2C3-234D-4EED-9A3B-A60B9795F98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a:p>
        </p:txBody>
      </p:sp>
      <p:sp>
        <p:nvSpPr>
          <p:cNvPr id="86020" name="灯片编号占位符 3">
            <a:extLst>
              <a:ext uri="{FF2B5EF4-FFF2-40B4-BE49-F238E27FC236}">
                <a16:creationId xmlns:a16="http://schemas.microsoft.com/office/drawing/2014/main" id="{8DC76DC8-10C2-4299-88C5-6BF08A1D7D6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879F0810-796D-4959-A26D-4CAF046C5BBD}" type="slidenum">
              <a:rPr lang="zh-CN" altLang="en-US">
                <a:latin typeface="Times New Roman" panose="02020603050405020304" pitchFamily="18" charset="0"/>
              </a:rPr>
              <a:pPr>
                <a:spcBef>
                  <a:spcPct val="0"/>
                </a:spcBef>
              </a:pPr>
              <a:t>64</a:t>
            </a:fld>
            <a:endParaRPr lang="zh-CN"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幻灯片图像占位符 1">
            <a:extLst>
              <a:ext uri="{FF2B5EF4-FFF2-40B4-BE49-F238E27FC236}">
                <a16:creationId xmlns:a16="http://schemas.microsoft.com/office/drawing/2014/main" id="{9DA41C0B-DD7B-4739-9E58-4DD281A0C45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8067" name="备注占位符 2">
            <a:extLst>
              <a:ext uri="{FF2B5EF4-FFF2-40B4-BE49-F238E27FC236}">
                <a16:creationId xmlns:a16="http://schemas.microsoft.com/office/drawing/2014/main" id="{1FDF0D13-EF5B-4267-BA1B-E40B0CE5713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88068" name="灯片编号占位符 3">
            <a:extLst>
              <a:ext uri="{FF2B5EF4-FFF2-40B4-BE49-F238E27FC236}">
                <a16:creationId xmlns:a16="http://schemas.microsoft.com/office/drawing/2014/main" id="{827AE7AC-ACA9-4B10-AB75-DB9368C8F00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425D158E-8803-46FE-8811-62B84C736D07}" type="slidenum">
              <a:rPr lang="zh-CN" altLang="en-US">
                <a:latin typeface="Times New Roman" panose="02020603050405020304" pitchFamily="18" charset="0"/>
              </a:rPr>
              <a:pPr>
                <a:spcBef>
                  <a:spcPct val="0"/>
                </a:spcBef>
              </a:pPr>
              <a:t>65</a:t>
            </a:fld>
            <a:endParaRPr lang="zh-CN"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幻灯片图像占位符 1">
            <a:extLst>
              <a:ext uri="{FF2B5EF4-FFF2-40B4-BE49-F238E27FC236}">
                <a16:creationId xmlns:a16="http://schemas.microsoft.com/office/drawing/2014/main" id="{A151A983-F1D5-4EBE-B415-5F90BE391B6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9571" name="备注占位符 2">
            <a:extLst>
              <a:ext uri="{FF2B5EF4-FFF2-40B4-BE49-F238E27FC236}">
                <a16:creationId xmlns:a16="http://schemas.microsoft.com/office/drawing/2014/main" id="{4A849582-30ED-428D-8D86-5E505622694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109572" name="灯片编号占位符 3">
            <a:extLst>
              <a:ext uri="{FF2B5EF4-FFF2-40B4-BE49-F238E27FC236}">
                <a16:creationId xmlns:a16="http://schemas.microsoft.com/office/drawing/2014/main" id="{EA7EC914-9355-433E-9CC9-11D8D0CC72E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458FF52-BF94-441A-BCFC-864E58EFA43A}" type="slidenum">
              <a:rPr lang="zh-CN" altLang="en-US">
                <a:latin typeface="Times New Roman" panose="02020603050405020304" pitchFamily="18" charset="0"/>
              </a:rPr>
              <a:pPr>
                <a:spcBef>
                  <a:spcPct val="0"/>
                </a:spcBef>
              </a:pPr>
              <a:t>86</a:t>
            </a:fld>
            <a:endParaRPr lang="zh-CN"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幻灯片图像占位符 1">
            <a:extLst>
              <a:ext uri="{FF2B5EF4-FFF2-40B4-BE49-F238E27FC236}">
                <a16:creationId xmlns:a16="http://schemas.microsoft.com/office/drawing/2014/main" id="{A151A983-F1D5-4EBE-B415-5F90BE391B6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9571" name="备注占位符 2">
            <a:extLst>
              <a:ext uri="{FF2B5EF4-FFF2-40B4-BE49-F238E27FC236}">
                <a16:creationId xmlns:a16="http://schemas.microsoft.com/office/drawing/2014/main" id="{4A849582-30ED-428D-8D86-5E505622694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109572" name="灯片编号占位符 3">
            <a:extLst>
              <a:ext uri="{FF2B5EF4-FFF2-40B4-BE49-F238E27FC236}">
                <a16:creationId xmlns:a16="http://schemas.microsoft.com/office/drawing/2014/main" id="{EA7EC914-9355-433E-9CC9-11D8D0CC72E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458FF52-BF94-441A-BCFC-864E58EFA43A}" type="slidenum">
              <a:rPr lang="zh-CN" altLang="en-US">
                <a:latin typeface="Times New Roman" panose="02020603050405020304" pitchFamily="18" charset="0"/>
              </a:rPr>
              <a:pPr>
                <a:spcBef>
                  <a:spcPct val="0"/>
                </a:spcBef>
              </a:pPr>
              <a:t>87</a:t>
            </a:fld>
            <a:endParaRPr lang="zh-CN" altLang="en-US">
              <a:latin typeface="Times New Roman" panose="02020603050405020304" pitchFamily="18" charset="0"/>
            </a:endParaRPr>
          </a:p>
        </p:txBody>
      </p:sp>
    </p:spTree>
    <p:extLst>
      <p:ext uri="{BB962C8B-B14F-4D97-AF65-F5344CB8AC3E}">
        <p14:creationId xmlns:p14="http://schemas.microsoft.com/office/powerpoint/2010/main" val="4255708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幻灯片图像占位符 1">
            <a:extLst>
              <a:ext uri="{FF2B5EF4-FFF2-40B4-BE49-F238E27FC236}">
                <a16:creationId xmlns:a16="http://schemas.microsoft.com/office/drawing/2014/main" id="{A151A983-F1D5-4EBE-B415-5F90BE391B6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9571" name="备注占位符 2">
            <a:extLst>
              <a:ext uri="{FF2B5EF4-FFF2-40B4-BE49-F238E27FC236}">
                <a16:creationId xmlns:a16="http://schemas.microsoft.com/office/drawing/2014/main" id="{4A849582-30ED-428D-8D86-5E505622694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109572" name="灯片编号占位符 3">
            <a:extLst>
              <a:ext uri="{FF2B5EF4-FFF2-40B4-BE49-F238E27FC236}">
                <a16:creationId xmlns:a16="http://schemas.microsoft.com/office/drawing/2014/main" id="{EA7EC914-9355-433E-9CC9-11D8D0CC72E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458FF52-BF94-441A-BCFC-864E58EFA43A}" type="slidenum">
              <a:rPr lang="zh-CN" altLang="en-US">
                <a:latin typeface="Times New Roman" panose="02020603050405020304" pitchFamily="18" charset="0"/>
              </a:rPr>
              <a:pPr>
                <a:spcBef>
                  <a:spcPct val="0"/>
                </a:spcBef>
              </a:pPr>
              <a:t>88</a:t>
            </a:fld>
            <a:endParaRPr lang="zh-CN" altLang="en-US">
              <a:latin typeface="Times New Roman" panose="02020603050405020304" pitchFamily="18" charset="0"/>
            </a:endParaRPr>
          </a:p>
        </p:txBody>
      </p:sp>
    </p:spTree>
    <p:extLst>
      <p:ext uri="{BB962C8B-B14F-4D97-AF65-F5344CB8AC3E}">
        <p14:creationId xmlns:p14="http://schemas.microsoft.com/office/powerpoint/2010/main" val="15540421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幻灯片图像占位符 1">
            <a:extLst>
              <a:ext uri="{FF2B5EF4-FFF2-40B4-BE49-F238E27FC236}">
                <a16:creationId xmlns:a16="http://schemas.microsoft.com/office/drawing/2014/main" id="{A151A983-F1D5-4EBE-B415-5F90BE391B6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9571" name="备注占位符 2">
            <a:extLst>
              <a:ext uri="{FF2B5EF4-FFF2-40B4-BE49-F238E27FC236}">
                <a16:creationId xmlns:a16="http://schemas.microsoft.com/office/drawing/2014/main" id="{4A849582-30ED-428D-8D86-5E505622694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109572" name="灯片编号占位符 3">
            <a:extLst>
              <a:ext uri="{FF2B5EF4-FFF2-40B4-BE49-F238E27FC236}">
                <a16:creationId xmlns:a16="http://schemas.microsoft.com/office/drawing/2014/main" id="{EA7EC914-9355-433E-9CC9-11D8D0CC72E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458FF52-BF94-441A-BCFC-864E58EFA43A}" type="slidenum">
              <a:rPr lang="zh-CN" altLang="en-US">
                <a:latin typeface="Times New Roman" panose="02020603050405020304" pitchFamily="18" charset="0"/>
              </a:rPr>
              <a:pPr>
                <a:spcBef>
                  <a:spcPct val="0"/>
                </a:spcBef>
              </a:pPr>
              <a:t>89</a:t>
            </a:fld>
            <a:endParaRPr lang="zh-CN" altLang="en-US">
              <a:latin typeface="Times New Roman" panose="02020603050405020304" pitchFamily="18" charset="0"/>
            </a:endParaRPr>
          </a:p>
        </p:txBody>
      </p:sp>
    </p:spTree>
    <p:extLst>
      <p:ext uri="{BB962C8B-B14F-4D97-AF65-F5344CB8AC3E}">
        <p14:creationId xmlns:p14="http://schemas.microsoft.com/office/powerpoint/2010/main" val="28347788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en-US" altLang="zh-CN" dirty="0"/>
              <a:t>//</a:t>
            </a:r>
            <a:r>
              <a:rPr lang="zh-CN" altLang="en-US" dirty="0"/>
              <a:t>让树的根结点成为树的当前结点</a:t>
            </a:r>
            <a:endParaRPr lang="en-US" altLang="zh-CN" dirty="0"/>
          </a:p>
          <a:p>
            <a:pPr marL="0" indent="0">
              <a:buNone/>
            </a:pPr>
            <a:r>
              <a:rPr lang="en-US" altLang="zh-CN" dirty="0"/>
              <a:t>template &lt;class T&gt;  </a:t>
            </a:r>
          </a:p>
          <a:p>
            <a:pPr marL="0" indent="0">
              <a:buNone/>
            </a:pPr>
            <a:r>
              <a:rPr lang="en-US" altLang="zh-CN" dirty="0"/>
              <a:t>bool Tree &lt;T&gt; :: Root ( ) {</a:t>
            </a:r>
          </a:p>
          <a:p>
            <a:pPr marL="0" indent="0">
              <a:buNone/>
            </a:pPr>
            <a:r>
              <a:rPr lang="en-US" altLang="zh-CN" dirty="0"/>
              <a:t>     if ( root == NULL ) {</a:t>
            </a:r>
          </a:p>
          <a:p>
            <a:pPr marL="0" indent="0">
              <a:buNone/>
            </a:pPr>
            <a:r>
              <a:rPr lang="en-US" altLang="zh-CN" dirty="0"/>
              <a:t>          current = NULL;  </a:t>
            </a:r>
          </a:p>
          <a:p>
            <a:pPr marL="0" indent="0">
              <a:buNone/>
            </a:pPr>
            <a:r>
              <a:rPr lang="en-US" altLang="zh-CN" dirty="0"/>
              <a:t>          return false; </a:t>
            </a:r>
          </a:p>
          <a:p>
            <a:pPr marL="0" indent="0">
              <a:buNone/>
            </a:pPr>
            <a:r>
              <a:rPr lang="en-US" altLang="zh-CN" dirty="0"/>
              <a:t>     }</a:t>
            </a:r>
          </a:p>
          <a:p>
            <a:pPr marL="0" indent="0">
              <a:buNone/>
            </a:pPr>
            <a:r>
              <a:rPr lang="en-US" altLang="zh-CN" dirty="0"/>
              <a:t>     else { </a:t>
            </a:r>
          </a:p>
          <a:p>
            <a:pPr marL="0" indent="0">
              <a:buNone/>
            </a:pPr>
            <a:r>
              <a:rPr lang="en-US" altLang="zh-CN" dirty="0"/>
              <a:t>          current = root;  </a:t>
            </a:r>
          </a:p>
          <a:p>
            <a:pPr marL="0" indent="0">
              <a:buNone/>
            </a:pPr>
            <a:r>
              <a:rPr lang="en-US" altLang="zh-CN" dirty="0"/>
              <a:t>          return true; </a:t>
            </a:r>
          </a:p>
          <a:p>
            <a:pPr marL="0" indent="0">
              <a:buNone/>
            </a:pPr>
            <a:r>
              <a:rPr lang="en-US" altLang="zh-CN" dirty="0"/>
              <a:t>     }</a:t>
            </a:r>
          </a:p>
          <a:p>
            <a:pPr marL="0" indent="0">
              <a:buNone/>
            </a:pPr>
            <a:r>
              <a:rPr lang="en-US" altLang="zh-CN" dirty="0"/>
              <a:t>}</a:t>
            </a:r>
          </a:p>
          <a:p>
            <a:pPr marL="0" indent="0">
              <a:buNone/>
            </a:pPr>
            <a:endParaRPr lang="zh-CN" altLang="en-US" dirty="0"/>
          </a:p>
          <a:p>
            <a:endParaRPr lang="en-US" altLang="zh-CN" dirty="0"/>
          </a:p>
          <a:p>
            <a:pPr marL="0" indent="0">
              <a:buNone/>
            </a:pPr>
            <a:r>
              <a:rPr lang="en-US" altLang="zh-CN" dirty="0"/>
              <a:t>//</a:t>
            </a:r>
            <a:r>
              <a:rPr lang="zh-CN" altLang="en-US" dirty="0"/>
              <a:t>把当前结点在原来树中的双亲设为当前结点</a:t>
            </a:r>
            <a:endParaRPr lang="en-US" altLang="zh-CN" dirty="0"/>
          </a:p>
          <a:p>
            <a:pPr marL="0" indent="0">
              <a:buNone/>
            </a:pPr>
            <a:r>
              <a:rPr lang="en-US" altLang="zh-CN" dirty="0"/>
              <a:t>template &lt;class T&gt; </a:t>
            </a:r>
          </a:p>
          <a:p>
            <a:pPr marL="0" indent="0">
              <a:buNone/>
            </a:pPr>
            <a:r>
              <a:rPr lang="en-US" altLang="zh-CN" dirty="0"/>
              <a:t>bool Tree&lt;T&gt; :: Parent ( ) {</a:t>
            </a:r>
          </a:p>
          <a:p>
            <a:pPr marL="0" indent="0">
              <a:buNone/>
            </a:pPr>
            <a:r>
              <a:rPr lang="en-US" altLang="zh-CN" dirty="0"/>
              <a:t>     </a:t>
            </a:r>
            <a:r>
              <a:rPr lang="en-US" altLang="zh-CN" dirty="0" err="1"/>
              <a:t>TreeNode</a:t>
            </a:r>
            <a:r>
              <a:rPr lang="en-US" altLang="zh-CN" dirty="0"/>
              <a:t>&lt;T&gt; * p = current;</a:t>
            </a:r>
          </a:p>
          <a:p>
            <a:pPr marL="0" indent="0">
              <a:buNone/>
            </a:pPr>
            <a:r>
              <a:rPr lang="en-US" altLang="zh-CN" dirty="0"/>
              <a:t>     if ( current == NULL || current == root ) {</a:t>
            </a:r>
          </a:p>
          <a:p>
            <a:pPr marL="0" indent="0">
              <a:buNone/>
            </a:pPr>
            <a:r>
              <a:rPr lang="en-US" altLang="zh-CN" dirty="0"/>
              <a:t>         current = NULL;  </a:t>
            </a:r>
          </a:p>
          <a:p>
            <a:pPr marL="0" indent="0">
              <a:buNone/>
            </a:pPr>
            <a:r>
              <a:rPr lang="en-US" altLang="zh-CN" dirty="0"/>
              <a:t>         return false; </a:t>
            </a:r>
          </a:p>
          <a:p>
            <a:pPr marL="0" indent="0">
              <a:buNone/>
            </a:pPr>
            <a:r>
              <a:rPr lang="en-US" altLang="zh-CN" dirty="0"/>
              <a:t>     }  //</a:t>
            </a:r>
            <a:r>
              <a:rPr lang="zh-CN" altLang="en-US" dirty="0"/>
              <a:t>空树或根为当前结点</a:t>
            </a:r>
            <a:r>
              <a:rPr lang="en-US" altLang="zh-CN" dirty="0"/>
              <a:t>, </a:t>
            </a:r>
            <a:r>
              <a:rPr lang="zh-CN" altLang="en-US" dirty="0"/>
              <a:t>返回</a:t>
            </a:r>
            <a:r>
              <a:rPr lang="en-US" altLang="zh-CN" dirty="0"/>
              <a:t>0	</a:t>
            </a:r>
          </a:p>
          <a:p>
            <a:pPr marL="0" indent="0">
              <a:buNone/>
            </a:pPr>
            <a:r>
              <a:rPr lang="en-US" altLang="zh-CN" dirty="0"/>
              <a:t>     return  </a:t>
            </a:r>
            <a:r>
              <a:rPr lang="en-US" altLang="zh-CN" dirty="0" err="1"/>
              <a:t>FindParent</a:t>
            </a:r>
            <a:r>
              <a:rPr lang="en-US" altLang="zh-CN" dirty="0"/>
              <a:t> ( root, p );  //</a:t>
            </a:r>
            <a:r>
              <a:rPr lang="zh-CN" altLang="en-US" dirty="0"/>
              <a:t>从根找双亲</a:t>
            </a:r>
          </a:p>
          <a:p>
            <a:pPr marL="0" indent="0">
              <a:buNone/>
            </a:pPr>
            <a:r>
              <a:rPr lang="en-US" altLang="zh-CN" dirty="0"/>
              <a:t>}</a:t>
            </a:r>
          </a:p>
          <a:p>
            <a:pPr marL="0" indent="0">
              <a:buNone/>
            </a:pPr>
            <a:endParaRPr lang="en-US" altLang="zh-CN" dirty="0"/>
          </a:p>
          <a:p>
            <a:pPr marL="0" indent="0">
              <a:buNone/>
            </a:pPr>
            <a:r>
              <a:rPr lang="en-US" altLang="zh-CN" dirty="0"/>
              <a:t>//</a:t>
            </a:r>
            <a:r>
              <a:rPr lang="zh-CN" altLang="en-US" dirty="0"/>
              <a:t>在树中找当前结点的长子，设为当前结点</a:t>
            </a:r>
            <a:endParaRPr lang="en-US" altLang="zh-CN" dirty="0"/>
          </a:p>
          <a:p>
            <a:pPr marL="0" indent="0">
              <a:buNone/>
            </a:pPr>
            <a:r>
              <a:rPr lang="en-US" altLang="zh-CN" dirty="0"/>
              <a:t>template &lt;class T&gt; </a:t>
            </a:r>
          </a:p>
          <a:p>
            <a:pPr marL="0" indent="0">
              <a:buNone/>
            </a:pPr>
            <a:r>
              <a:rPr lang="en-US" altLang="zh-CN" dirty="0"/>
              <a:t>bool Tree &lt;T&gt; :: </a:t>
            </a:r>
            <a:r>
              <a:rPr lang="en-US" altLang="zh-CN" dirty="0" err="1"/>
              <a:t>FirstChild</a:t>
            </a:r>
            <a:r>
              <a:rPr lang="en-US" altLang="zh-CN" dirty="0"/>
              <a:t> ( ) {</a:t>
            </a:r>
          </a:p>
          <a:p>
            <a:pPr marL="0" indent="0">
              <a:buNone/>
            </a:pPr>
            <a:r>
              <a:rPr lang="en-US" altLang="zh-CN" dirty="0"/>
              <a:t>    if (current != NULL &amp;&amp;current-&gt;</a:t>
            </a:r>
            <a:r>
              <a:rPr lang="en-US" altLang="zh-CN" dirty="0" err="1"/>
              <a:t>firstChild</a:t>
            </a:r>
            <a:r>
              <a:rPr lang="en-US" altLang="zh-CN" dirty="0"/>
              <a:t> != NULL )  { </a:t>
            </a:r>
          </a:p>
          <a:p>
            <a:pPr marL="0" indent="0">
              <a:buNone/>
            </a:pPr>
            <a:r>
              <a:rPr lang="en-US" altLang="zh-CN" dirty="0"/>
              <a:t>          current = current-&gt;</a:t>
            </a:r>
            <a:r>
              <a:rPr lang="en-US" altLang="zh-CN" dirty="0" err="1"/>
              <a:t>firstChild</a:t>
            </a:r>
            <a:r>
              <a:rPr lang="en-US" altLang="zh-CN" dirty="0"/>
              <a:t>;  </a:t>
            </a:r>
          </a:p>
          <a:p>
            <a:pPr marL="0" indent="0">
              <a:buNone/>
            </a:pPr>
            <a:r>
              <a:rPr lang="en-US" altLang="zh-CN" dirty="0"/>
              <a:t>          return true; </a:t>
            </a:r>
          </a:p>
          <a:p>
            <a:pPr marL="0" indent="0">
              <a:buNone/>
            </a:pPr>
            <a:r>
              <a:rPr lang="en-US" altLang="zh-CN" dirty="0"/>
              <a:t>    }</a:t>
            </a:r>
          </a:p>
          <a:p>
            <a:pPr marL="0" indent="0">
              <a:buNone/>
            </a:pPr>
            <a:r>
              <a:rPr lang="en-US" altLang="zh-CN" dirty="0"/>
              <a:t>    current = NULL;  </a:t>
            </a:r>
          </a:p>
          <a:p>
            <a:pPr marL="0" indent="0">
              <a:buNone/>
            </a:pPr>
            <a:r>
              <a:rPr lang="en-US" altLang="zh-CN" dirty="0"/>
              <a:t>    return false;</a:t>
            </a:r>
          </a:p>
          <a:p>
            <a:pPr marL="0" indent="0">
              <a:buNone/>
            </a:pPr>
            <a:r>
              <a:rPr lang="en-US" altLang="zh-CN" dirty="0"/>
              <a:t>}</a:t>
            </a:r>
          </a:p>
          <a:p>
            <a:pPr marL="0" indent="0">
              <a:buNone/>
            </a:pPr>
            <a:endParaRPr lang="en-US" altLang="zh-CN" dirty="0"/>
          </a:p>
          <a:p>
            <a:pPr marL="0" indent="0">
              <a:buNone/>
            </a:pPr>
            <a:endParaRPr lang="en-US" altLang="zh-CN" dirty="0"/>
          </a:p>
          <a:p>
            <a:pPr marL="0" indent="0">
              <a:buNone/>
            </a:pPr>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59BDA82E-BFC2-40B1-ACB9-7775643655C3}" type="slidenum">
              <a:rPr lang="en-US" altLang="zh-CN" smtClean="0"/>
              <a:pPr>
                <a:defRPr/>
              </a:pPr>
              <a:t>99</a:t>
            </a:fld>
            <a:endParaRPr lang="en-US" altLang="zh-CN"/>
          </a:p>
        </p:txBody>
      </p:sp>
    </p:spTree>
    <p:extLst>
      <p:ext uri="{BB962C8B-B14F-4D97-AF65-F5344CB8AC3E}">
        <p14:creationId xmlns:p14="http://schemas.microsoft.com/office/powerpoint/2010/main" val="27156609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en-US" altLang="zh-CN" dirty="0"/>
              <a:t>template &lt; class E&gt; </a:t>
            </a:r>
          </a:p>
          <a:p>
            <a:pPr marL="0" indent="0">
              <a:buNone/>
            </a:pPr>
            <a:r>
              <a:rPr lang="en-US" altLang="zh-CN" dirty="0" err="1"/>
              <a:t>MinHeap</a:t>
            </a:r>
            <a:r>
              <a:rPr lang="en-US" altLang="zh-CN" dirty="0"/>
              <a:t> &lt;E&gt; ::</a:t>
            </a:r>
            <a:r>
              <a:rPr lang="en-US" altLang="zh-CN" dirty="0" err="1"/>
              <a:t>MinHeap</a:t>
            </a:r>
            <a:r>
              <a:rPr lang="en-US" altLang="zh-CN" dirty="0"/>
              <a:t> ( int </a:t>
            </a:r>
            <a:r>
              <a:rPr lang="en-US" altLang="zh-CN" dirty="0" err="1"/>
              <a:t>sz</a:t>
            </a:r>
            <a:r>
              <a:rPr lang="en-US" altLang="zh-CN" dirty="0"/>
              <a:t> ) {</a:t>
            </a:r>
          </a:p>
          <a:p>
            <a:pPr marL="0" indent="0">
              <a:buNone/>
            </a:pPr>
            <a:r>
              <a:rPr lang="en-US" altLang="zh-CN" dirty="0"/>
              <a:t>    </a:t>
            </a:r>
            <a:r>
              <a:rPr lang="en-US" altLang="zh-CN" dirty="0" err="1"/>
              <a:t>maxHeapSize</a:t>
            </a:r>
            <a:r>
              <a:rPr lang="en-US" altLang="zh-CN" dirty="0"/>
              <a:t> = (</a:t>
            </a:r>
            <a:r>
              <a:rPr lang="en-US" altLang="zh-CN" dirty="0" err="1"/>
              <a:t>DefaultSize</a:t>
            </a:r>
            <a:r>
              <a:rPr lang="en-US" altLang="zh-CN" dirty="0"/>
              <a:t> &lt; </a:t>
            </a:r>
            <a:r>
              <a:rPr lang="en-US" altLang="zh-CN" dirty="0" err="1"/>
              <a:t>sz</a:t>
            </a:r>
            <a:r>
              <a:rPr lang="en-US" altLang="zh-CN" dirty="0"/>
              <a:t>) ? </a:t>
            </a:r>
            <a:r>
              <a:rPr lang="en-US" altLang="zh-CN" dirty="0" err="1"/>
              <a:t>sz</a:t>
            </a:r>
            <a:endParaRPr lang="en-US" altLang="zh-CN" dirty="0"/>
          </a:p>
          <a:p>
            <a:pPr marL="0" indent="0">
              <a:buNone/>
            </a:pPr>
            <a:r>
              <a:rPr lang="en-US" altLang="zh-CN" dirty="0"/>
              <a:t>         : </a:t>
            </a:r>
            <a:r>
              <a:rPr lang="en-US" altLang="zh-CN" dirty="0" err="1"/>
              <a:t>DefaultSize</a:t>
            </a:r>
            <a:r>
              <a:rPr lang="en-US" altLang="zh-CN" dirty="0"/>
              <a:t>;    //</a:t>
            </a:r>
            <a:r>
              <a:rPr lang="zh-CN" altLang="en-US" dirty="0"/>
              <a:t>确定可容纳的堆的大小</a:t>
            </a:r>
          </a:p>
          <a:p>
            <a:pPr marL="0" indent="0">
              <a:buNone/>
            </a:pPr>
            <a:r>
              <a:rPr lang="zh-CN" altLang="en-US" dirty="0"/>
              <a:t>    </a:t>
            </a:r>
            <a:r>
              <a:rPr lang="en-US" altLang="zh-CN" dirty="0"/>
              <a:t>heap = new E [</a:t>
            </a:r>
            <a:r>
              <a:rPr lang="en-US" altLang="zh-CN" dirty="0" err="1"/>
              <a:t>maxHeapSize</a:t>
            </a:r>
            <a:r>
              <a:rPr lang="en-US" altLang="zh-CN" dirty="0"/>
              <a:t>]; </a:t>
            </a:r>
          </a:p>
          <a:p>
            <a:pPr marL="0" indent="0">
              <a:buNone/>
            </a:pPr>
            <a:r>
              <a:rPr lang="en-US" altLang="zh-CN" dirty="0"/>
              <a:t>    if ( heap == NULL ) {</a:t>
            </a:r>
          </a:p>
          <a:p>
            <a:pPr marL="0" indent="0">
              <a:buNone/>
            </a:pPr>
            <a:r>
              <a:rPr lang="en-US" altLang="zh-CN" dirty="0"/>
              <a:t>       </a:t>
            </a:r>
            <a:r>
              <a:rPr lang="en-US" altLang="zh-CN" dirty="0" err="1"/>
              <a:t>cerr</a:t>
            </a:r>
            <a:r>
              <a:rPr lang="en-US" altLang="zh-CN" dirty="0"/>
              <a:t> &lt;&lt; "</a:t>
            </a:r>
            <a:r>
              <a:rPr lang="zh-CN" altLang="en-US" dirty="0"/>
              <a:t>存储分配错</a:t>
            </a:r>
            <a:r>
              <a:rPr lang="en-US" altLang="zh-CN" dirty="0"/>
              <a:t>!" &lt;&lt; </a:t>
            </a:r>
            <a:r>
              <a:rPr lang="en-US" altLang="zh-CN" dirty="0" err="1"/>
              <a:t>endl</a:t>
            </a:r>
            <a:r>
              <a:rPr lang="en-US" altLang="zh-CN" dirty="0"/>
              <a:t>;  exit(1);</a:t>
            </a:r>
          </a:p>
          <a:p>
            <a:pPr marL="0" indent="0">
              <a:buNone/>
            </a:pPr>
            <a:r>
              <a:rPr lang="en-US" altLang="zh-CN" dirty="0"/>
              <a:t>    }</a:t>
            </a:r>
          </a:p>
          <a:p>
            <a:pPr marL="0" indent="0">
              <a:buNone/>
            </a:pPr>
            <a:r>
              <a:rPr lang="en-US" altLang="zh-CN" dirty="0"/>
              <a:t>    </a:t>
            </a:r>
            <a:r>
              <a:rPr lang="en-US" altLang="zh-CN" dirty="0" err="1"/>
              <a:t>currentSize</a:t>
            </a:r>
            <a:r>
              <a:rPr lang="en-US" altLang="zh-CN" dirty="0"/>
              <a:t> = 0;                              </a:t>
            </a:r>
          </a:p>
          <a:p>
            <a:pPr marL="0" indent="0">
              <a:buNone/>
            </a:pPr>
            <a:r>
              <a:rPr lang="en-US" altLang="zh-CN" dirty="0"/>
              <a:t>}</a:t>
            </a:r>
          </a:p>
          <a:p>
            <a:endParaRPr lang="zh-CN" altLang="en-US" dirty="0"/>
          </a:p>
        </p:txBody>
      </p:sp>
      <p:sp>
        <p:nvSpPr>
          <p:cNvPr id="4" name="灯片编号占位符 3"/>
          <p:cNvSpPr>
            <a:spLocks noGrp="1"/>
          </p:cNvSpPr>
          <p:nvPr>
            <p:ph type="sldNum" sz="quarter" idx="5"/>
          </p:nvPr>
        </p:nvSpPr>
        <p:spPr/>
        <p:txBody>
          <a:bodyPr/>
          <a:lstStyle/>
          <a:p>
            <a:pPr>
              <a:defRPr/>
            </a:pPr>
            <a:fld id="{59BDA82E-BFC2-40B1-ACB9-7775643655C3}" type="slidenum">
              <a:rPr lang="en-US" altLang="zh-CN" smtClean="0"/>
              <a:pPr>
                <a:defRPr/>
              </a:pPr>
              <a:t>119</a:t>
            </a:fld>
            <a:endParaRPr lang="en-US" altLang="zh-CN"/>
          </a:p>
        </p:txBody>
      </p:sp>
    </p:spTree>
    <p:extLst>
      <p:ext uri="{BB962C8B-B14F-4D97-AF65-F5344CB8AC3E}">
        <p14:creationId xmlns:p14="http://schemas.microsoft.com/office/powerpoint/2010/main" val="14784551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用于堆时，需要增加两个操作符的定义：</a:t>
            </a:r>
            <a:endParaRPr lang="en-US" altLang="zh-CN" dirty="0"/>
          </a:p>
          <a:p>
            <a:endParaRPr lang="en-US" altLang="zh-CN" dirty="0"/>
          </a:p>
          <a:p>
            <a:r>
              <a:rPr lang="en-US" altLang="zh-CN" dirty="0"/>
              <a:t>struct </a:t>
            </a:r>
            <a:r>
              <a:rPr lang="en-US" altLang="zh-CN" dirty="0" err="1"/>
              <a:t>HuffmanNode</a:t>
            </a:r>
            <a:r>
              <a:rPr lang="en-US" altLang="zh-CN" dirty="0"/>
              <a:t> {</a:t>
            </a:r>
          </a:p>
          <a:p>
            <a:r>
              <a:rPr lang="en-US" altLang="zh-CN" dirty="0"/>
              <a:t>    E data;</a:t>
            </a:r>
          </a:p>
          <a:p>
            <a:r>
              <a:rPr lang="en-US" altLang="zh-CN" dirty="0"/>
              <a:t>    </a:t>
            </a:r>
            <a:r>
              <a:rPr lang="en-US" altLang="zh-CN" dirty="0" err="1"/>
              <a:t>HuffmanNode</a:t>
            </a:r>
            <a:r>
              <a:rPr lang="en-US" altLang="zh-CN" dirty="0"/>
              <a:t>&lt;E&gt; * </a:t>
            </a:r>
            <a:r>
              <a:rPr lang="en-US" altLang="zh-CN" dirty="0" err="1"/>
              <a:t>leftChild</a:t>
            </a:r>
            <a:r>
              <a:rPr lang="en-US" altLang="zh-CN" dirty="0"/>
              <a:t>, * </a:t>
            </a:r>
            <a:r>
              <a:rPr lang="en-US" altLang="zh-CN" dirty="0" err="1"/>
              <a:t>rightChild</a:t>
            </a:r>
            <a:r>
              <a:rPr lang="en-US" altLang="zh-CN" dirty="0"/>
              <a:t>, *parent;</a:t>
            </a:r>
          </a:p>
          <a:p>
            <a:r>
              <a:rPr lang="en-US" altLang="zh-CN" dirty="0"/>
              <a:t>    </a:t>
            </a:r>
            <a:r>
              <a:rPr lang="en-US" altLang="zh-CN" dirty="0" err="1"/>
              <a:t>HuffmanNode</a:t>
            </a:r>
            <a:r>
              <a:rPr lang="en-US" altLang="zh-CN" dirty="0"/>
              <a:t>(): </a:t>
            </a:r>
            <a:r>
              <a:rPr lang="en-US" altLang="zh-CN" dirty="0" err="1"/>
              <a:t>leftChild</a:t>
            </a:r>
            <a:r>
              <a:rPr lang="en-US" altLang="zh-CN" dirty="0"/>
              <a:t>(NULL), </a:t>
            </a:r>
            <a:r>
              <a:rPr lang="en-US" altLang="zh-CN" dirty="0" err="1"/>
              <a:t>rightChild</a:t>
            </a:r>
            <a:r>
              <a:rPr lang="en-US" altLang="zh-CN" dirty="0"/>
              <a:t>(NULL), parent(NULL) { }</a:t>
            </a:r>
          </a:p>
          <a:p>
            <a:r>
              <a:rPr lang="en-US" altLang="zh-CN" dirty="0"/>
              <a:t>    </a:t>
            </a:r>
            <a:r>
              <a:rPr lang="en-US" altLang="zh-CN" dirty="0" err="1"/>
              <a:t>HuffmanNode</a:t>
            </a:r>
            <a:r>
              <a:rPr lang="en-US" altLang="zh-CN" dirty="0"/>
              <a:t>(E </a:t>
            </a:r>
            <a:r>
              <a:rPr lang="en-US" altLang="zh-CN" dirty="0" err="1"/>
              <a:t>elem</a:t>
            </a:r>
            <a:r>
              <a:rPr lang="en-US" altLang="zh-CN" dirty="0"/>
              <a:t>, </a:t>
            </a:r>
            <a:r>
              <a:rPr lang="en-US" altLang="zh-CN" dirty="0" err="1"/>
              <a:t>HuffmanNode</a:t>
            </a:r>
            <a:r>
              <a:rPr lang="en-US" altLang="zh-CN" dirty="0"/>
              <a:t>&lt;E&gt; *left = NULL, </a:t>
            </a:r>
            <a:r>
              <a:rPr lang="en-US" altLang="zh-CN" dirty="0" err="1"/>
              <a:t>HuffmanNode</a:t>
            </a:r>
            <a:r>
              <a:rPr lang="en-US" altLang="zh-CN" dirty="0"/>
              <a:t>&lt;E&gt; *right = NULL, </a:t>
            </a:r>
            <a:r>
              <a:rPr lang="en-US" altLang="zh-CN" dirty="0" err="1"/>
              <a:t>HuffmanNode</a:t>
            </a:r>
            <a:r>
              <a:rPr lang="en-US" altLang="zh-CN" dirty="0"/>
              <a:t>&lt;E&gt; *pr = NULL) : data(</a:t>
            </a:r>
            <a:r>
              <a:rPr lang="en-US" altLang="zh-CN" dirty="0" err="1"/>
              <a:t>elem</a:t>
            </a:r>
            <a:r>
              <a:rPr lang="en-US" altLang="zh-CN" dirty="0"/>
              <a:t>), </a:t>
            </a:r>
            <a:r>
              <a:rPr lang="en-US" altLang="zh-CN" dirty="0" err="1"/>
              <a:t>leftChild</a:t>
            </a:r>
            <a:r>
              <a:rPr lang="en-US" altLang="zh-CN" dirty="0"/>
              <a:t>(left), </a:t>
            </a:r>
            <a:r>
              <a:rPr lang="en-US" altLang="zh-CN" dirty="0" err="1"/>
              <a:t>rightChild</a:t>
            </a:r>
            <a:r>
              <a:rPr lang="en-US" altLang="zh-CN" dirty="0"/>
              <a:t>(right), parent(pr) { }</a:t>
            </a:r>
          </a:p>
          <a:p>
            <a:endParaRPr lang="en-US" altLang="zh-CN" dirty="0"/>
          </a:p>
          <a:p>
            <a:r>
              <a:rPr lang="en-US" altLang="zh-CN" dirty="0"/>
              <a:t>    // </a:t>
            </a:r>
            <a:r>
              <a:rPr lang="zh-CN" altLang="en-US" dirty="0"/>
              <a:t>重载小于等于操作符</a:t>
            </a:r>
          </a:p>
          <a:p>
            <a:r>
              <a:rPr lang="zh-CN" altLang="en-US" dirty="0"/>
              <a:t>    </a:t>
            </a:r>
            <a:r>
              <a:rPr lang="en-US" altLang="zh-CN" dirty="0"/>
              <a:t>bool operator&lt;=(const </a:t>
            </a:r>
            <a:r>
              <a:rPr lang="en-US" altLang="zh-CN" dirty="0" err="1"/>
              <a:t>HuffmanNode</a:t>
            </a:r>
            <a:r>
              <a:rPr lang="en-US" altLang="zh-CN" dirty="0"/>
              <a:t>&lt;E&gt;&amp; other) const {</a:t>
            </a:r>
          </a:p>
          <a:p>
            <a:r>
              <a:rPr lang="en-US" altLang="zh-CN" dirty="0"/>
              <a:t>        return data &lt;= </a:t>
            </a:r>
            <a:r>
              <a:rPr lang="en-US" altLang="zh-CN" dirty="0" err="1"/>
              <a:t>other.data</a:t>
            </a:r>
            <a:r>
              <a:rPr lang="en-US" altLang="zh-CN" dirty="0"/>
              <a:t>;</a:t>
            </a:r>
          </a:p>
          <a:p>
            <a:r>
              <a:rPr lang="en-US" altLang="zh-CN" dirty="0"/>
              <a:t>    }</a:t>
            </a:r>
          </a:p>
          <a:p>
            <a:endParaRPr lang="en-US" altLang="zh-CN" dirty="0"/>
          </a:p>
          <a:p>
            <a:r>
              <a:rPr lang="en-US" altLang="zh-CN" dirty="0"/>
              <a:t>    // </a:t>
            </a:r>
            <a:r>
              <a:rPr lang="zh-CN" altLang="en-US" dirty="0"/>
              <a:t>重载大于操作符</a:t>
            </a:r>
          </a:p>
          <a:p>
            <a:r>
              <a:rPr lang="zh-CN" altLang="en-US" dirty="0"/>
              <a:t>    </a:t>
            </a:r>
            <a:r>
              <a:rPr lang="en-US" altLang="zh-CN" dirty="0"/>
              <a:t>bool operator&gt;(const </a:t>
            </a:r>
            <a:r>
              <a:rPr lang="en-US" altLang="zh-CN" dirty="0" err="1"/>
              <a:t>HuffmanNode</a:t>
            </a:r>
            <a:r>
              <a:rPr lang="en-US" altLang="zh-CN" dirty="0"/>
              <a:t>&lt;E&gt;&amp; other) const {</a:t>
            </a:r>
          </a:p>
          <a:p>
            <a:r>
              <a:rPr lang="en-US" altLang="zh-CN" dirty="0"/>
              <a:t>        return data &gt; </a:t>
            </a:r>
            <a:r>
              <a:rPr lang="en-US" altLang="zh-CN" dirty="0" err="1"/>
              <a:t>other.data</a:t>
            </a:r>
            <a:r>
              <a:rPr lang="en-US" altLang="zh-CN" dirty="0"/>
              <a:t>;</a:t>
            </a:r>
          </a:p>
          <a:p>
            <a:r>
              <a:rPr lang="en-US" altLang="zh-CN" dirty="0"/>
              <a:t>    }</a:t>
            </a:r>
          </a:p>
          <a:p>
            <a:r>
              <a:rPr lang="en-US" altLang="zh-CN" dirty="0"/>
              <a:t>};</a:t>
            </a:r>
          </a:p>
          <a:p>
            <a:endParaRPr lang="zh-CN" altLang="en-US" dirty="0"/>
          </a:p>
        </p:txBody>
      </p:sp>
      <p:sp>
        <p:nvSpPr>
          <p:cNvPr id="4" name="灯片编号占位符 3"/>
          <p:cNvSpPr>
            <a:spLocks noGrp="1"/>
          </p:cNvSpPr>
          <p:nvPr>
            <p:ph type="sldNum" sz="quarter" idx="5"/>
          </p:nvPr>
        </p:nvSpPr>
        <p:spPr/>
        <p:txBody>
          <a:bodyPr/>
          <a:lstStyle/>
          <a:p>
            <a:pPr>
              <a:defRPr/>
            </a:pPr>
            <a:fld id="{59BDA82E-BFC2-40B1-ACB9-7775643655C3}" type="slidenum">
              <a:rPr lang="en-US" altLang="zh-CN" smtClean="0"/>
              <a:pPr>
                <a:defRPr/>
              </a:pPr>
              <a:t>138</a:t>
            </a:fld>
            <a:endParaRPr lang="en-US" altLang="zh-CN"/>
          </a:p>
        </p:txBody>
      </p:sp>
    </p:spTree>
    <p:extLst>
      <p:ext uri="{BB962C8B-B14F-4D97-AF65-F5344CB8AC3E}">
        <p14:creationId xmlns:p14="http://schemas.microsoft.com/office/powerpoint/2010/main" val="15540170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9BDA82E-BFC2-40B1-ACB9-7775643655C3}" type="slidenum">
              <a:rPr lang="en-US" altLang="zh-CN" smtClean="0"/>
              <a:pPr>
                <a:defRPr/>
              </a:pPr>
              <a:t>139</a:t>
            </a:fld>
            <a:endParaRPr lang="en-US" altLang="zh-CN"/>
          </a:p>
        </p:txBody>
      </p:sp>
    </p:spTree>
    <p:extLst>
      <p:ext uri="{BB962C8B-B14F-4D97-AF65-F5344CB8AC3E}">
        <p14:creationId xmlns:p14="http://schemas.microsoft.com/office/powerpoint/2010/main" val="813113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9BDA82E-BFC2-40B1-ACB9-7775643655C3}" type="slidenum">
              <a:rPr lang="en-US" altLang="zh-CN" smtClean="0"/>
              <a:pPr>
                <a:defRPr/>
              </a:pPr>
              <a:t>140</a:t>
            </a:fld>
            <a:endParaRPr lang="en-US" altLang="zh-CN"/>
          </a:p>
        </p:txBody>
      </p:sp>
    </p:spTree>
    <p:extLst>
      <p:ext uri="{BB962C8B-B14F-4D97-AF65-F5344CB8AC3E}">
        <p14:creationId xmlns:p14="http://schemas.microsoft.com/office/powerpoint/2010/main" val="30065421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9BDA82E-BFC2-40B1-ACB9-7775643655C3}" type="slidenum">
              <a:rPr lang="en-US" altLang="zh-CN" smtClean="0"/>
              <a:pPr>
                <a:defRPr/>
              </a:pPr>
              <a:t>141</a:t>
            </a:fld>
            <a:endParaRPr lang="en-US" altLang="zh-CN"/>
          </a:p>
        </p:txBody>
      </p:sp>
    </p:spTree>
    <p:extLst>
      <p:ext uri="{BB962C8B-B14F-4D97-AF65-F5344CB8AC3E}">
        <p14:creationId xmlns:p14="http://schemas.microsoft.com/office/powerpoint/2010/main" val="30757379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9BDA82E-BFC2-40B1-ACB9-7775643655C3}" type="slidenum">
              <a:rPr lang="en-US" altLang="zh-CN" smtClean="0"/>
              <a:pPr>
                <a:defRPr/>
              </a:pPr>
              <a:t>144</a:t>
            </a:fld>
            <a:endParaRPr lang="en-US" altLang="zh-CN"/>
          </a:p>
        </p:txBody>
      </p:sp>
    </p:spTree>
    <p:extLst>
      <p:ext uri="{BB962C8B-B14F-4D97-AF65-F5344CB8AC3E}">
        <p14:creationId xmlns:p14="http://schemas.microsoft.com/office/powerpoint/2010/main" val="11442835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幻灯片图像占位符 1">
            <a:extLst>
              <a:ext uri="{FF2B5EF4-FFF2-40B4-BE49-F238E27FC236}">
                <a16:creationId xmlns:a16="http://schemas.microsoft.com/office/drawing/2014/main" id="{4D12EB10-89B6-4DE1-A079-10152FDEBBA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0467" name="备注占位符 2">
            <a:extLst>
              <a:ext uri="{FF2B5EF4-FFF2-40B4-BE49-F238E27FC236}">
                <a16:creationId xmlns:a16="http://schemas.microsoft.com/office/drawing/2014/main" id="{81879782-CF70-42E1-B835-5A68F610896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190468" name="灯片编号占位符 3">
            <a:extLst>
              <a:ext uri="{FF2B5EF4-FFF2-40B4-BE49-F238E27FC236}">
                <a16:creationId xmlns:a16="http://schemas.microsoft.com/office/drawing/2014/main" id="{52250440-38E5-49C5-B7EA-CD6A3011D0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075E88A5-61C2-4207-994A-027BFC07FA2A}" type="slidenum">
              <a:rPr lang="zh-CN" altLang="en-US">
                <a:latin typeface="Times New Roman" panose="02020603050405020304" pitchFamily="18" charset="0"/>
              </a:rPr>
              <a:pPr>
                <a:spcBef>
                  <a:spcPct val="0"/>
                </a:spcBef>
              </a:pPr>
              <a:t>147</a:t>
            </a:fld>
            <a:endParaRPr lang="zh-CN"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幻灯片图像占位符 1">
            <a:extLst>
              <a:ext uri="{FF2B5EF4-FFF2-40B4-BE49-F238E27FC236}">
                <a16:creationId xmlns:a16="http://schemas.microsoft.com/office/drawing/2014/main" id="{0CCAB381-71B3-43CF-9097-3C79C8FD2E2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8419" name="备注占位符 2">
            <a:extLst>
              <a:ext uri="{FF2B5EF4-FFF2-40B4-BE49-F238E27FC236}">
                <a16:creationId xmlns:a16="http://schemas.microsoft.com/office/drawing/2014/main" id="{B4EC1612-9CE4-435F-A6FA-3E0EF829FC5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a:p>
        </p:txBody>
      </p:sp>
      <p:sp>
        <p:nvSpPr>
          <p:cNvPr id="188420" name="灯片编号占位符 3">
            <a:extLst>
              <a:ext uri="{FF2B5EF4-FFF2-40B4-BE49-F238E27FC236}">
                <a16:creationId xmlns:a16="http://schemas.microsoft.com/office/drawing/2014/main" id="{64A810F1-3AA1-4A05-A446-C3FF6826136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834DBD62-B591-4622-B239-09473E009882}" type="slidenum">
              <a:rPr lang="zh-CN" altLang="en-US">
                <a:latin typeface="Times New Roman" panose="02020603050405020304" pitchFamily="18" charset="0"/>
              </a:rPr>
              <a:pPr>
                <a:spcBef>
                  <a:spcPct val="0"/>
                </a:spcBef>
              </a:pPr>
              <a:t>148</a:t>
            </a:fld>
            <a:endParaRPr lang="zh-CN"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a:extLst>
              <a:ext uri="{FF2B5EF4-FFF2-40B4-BE49-F238E27FC236}">
                <a16:creationId xmlns:a16="http://schemas.microsoft.com/office/drawing/2014/main" id="{2A882280-8AFF-2217-C754-DDCACABD205A}"/>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64764F0D-263B-7EE8-F1E2-C005016536B6}"/>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F8A15C2E-F758-38E5-EFFC-9580F4DA59CC}"/>
              </a:ext>
            </a:extLst>
          </p:cNvPr>
          <p:cNvSpPr>
            <a:spLocks noGrp="1"/>
          </p:cNvSpPr>
          <p:nvPr>
            <p:ph type="sldNum" sz="quarter" idx="12"/>
          </p:nvPr>
        </p:nvSpPr>
        <p:spPr/>
        <p:txBody>
          <a:bodyPr/>
          <a:lstStyle>
            <a:lvl1pPr>
              <a:defRPr/>
            </a:lvl1pPr>
          </a:lstStyle>
          <a:p>
            <a:pPr>
              <a:defRPr/>
            </a:pPr>
            <a:fld id="{B3A08251-B334-426F-B3B0-3A323A4D797B}" type="slidenum">
              <a:rPr lang="en-US" altLang="zh-CN"/>
              <a:pPr>
                <a:defRPr/>
              </a:pPr>
              <a:t>‹#›</a:t>
            </a:fld>
            <a:endParaRPr lang="en-US" altLang="zh-CN"/>
          </a:p>
        </p:txBody>
      </p:sp>
    </p:spTree>
    <p:extLst>
      <p:ext uri="{BB962C8B-B14F-4D97-AF65-F5344CB8AC3E}">
        <p14:creationId xmlns:p14="http://schemas.microsoft.com/office/powerpoint/2010/main" val="3387936121"/>
      </p:ext>
    </p:extLst>
  </p:cSld>
  <p:clrMapOvr>
    <a:masterClrMapping/>
  </p:clrMapOvr>
  <p:transition>
    <p:spli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lvl1pPr>
              <a:defRPr sz="4400"/>
            </a:lvl1pPr>
          </a:lstStyle>
          <a:p>
            <a:r>
              <a:rPr lang="zh-CN" altLang="en-US" dirty="0"/>
              <a:t>单击此处编辑母版标题样式</a:t>
            </a:r>
          </a:p>
        </p:txBody>
      </p:sp>
      <p:sp>
        <p:nvSpPr>
          <p:cNvPr id="3" name="内容占位符 2"/>
          <p:cNvSpPr>
            <a:spLocks noGrp="1"/>
          </p:cNvSpPr>
          <p:nvPr>
            <p:ph idx="1"/>
          </p:nvPr>
        </p:nvSpPr>
        <p:spPr/>
        <p:txBody>
          <a:bodyPr>
            <a:normAutofit/>
          </a:bodyPr>
          <a:lstStyle>
            <a:lvl1pPr>
              <a:defRPr sz="3600"/>
            </a:lvl1pPr>
            <a:lvl2pPr>
              <a:defRPr sz="3200"/>
            </a:lvl2pPr>
            <a:lvl3pPr>
              <a:defRPr sz="2800"/>
            </a:lvl3pPr>
            <a:lvl4pPr>
              <a:defRPr sz="1600"/>
            </a:lvl4pPr>
            <a:lvl5pPr>
              <a:defRPr sz="1600"/>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a:extLst>
              <a:ext uri="{FF2B5EF4-FFF2-40B4-BE49-F238E27FC236}">
                <a16:creationId xmlns:a16="http://schemas.microsoft.com/office/drawing/2014/main" id="{8C82025A-511C-B985-6ED3-90531B2D921B}"/>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DD9A0EAC-2882-0BCC-40B1-5DBEBDD3A54D}"/>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77C6A93B-FADD-4885-1132-5EF7C0DA8226}"/>
              </a:ext>
            </a:extLst>
          </p:cNvPr>
          <p:cNvSpPr>
            <a:spLocks noGrp="1"/>
          </p:cNvSpPr>
          <p:nvPr>
            <p:ph type="sldNum" sz="quarter" idx="12"/>
          </p:nvPr>
        </p:nvSpPr>
        <p:spPr/>
        <p:txBody>
          <a:bodyPr/>
          <a:lstStyle>
            <a:lvl1pPr>
              <a:defRPr/>
            </a:lvl1pPr>
          </a:lstStyle>
          <a:p>
            <a:pPr>
              <a:defRPr/>
            </a:pPr>
            <a:fld id="{A598D83B-EE2A-4F12-B129-1EDE84DF129B}" type="slidenum">
              <a:rPr lang="en-US" altLang="zh-CN"/>
              <a:pPr>
                <a:defRPr/>
              </a:pPr>
              <a:t>‹#›</a:t>
            </a:fld>
            <a:endParaRPr lang="en-US" altLang="zh-CN"/>
          </a:p>
        </p:txBody>
      </p:sp>
    </p:spTree>
    <p:extLst>
      <p:ext uri="{BB962C8B-B14F-4D97-AF65-F5344CB8AC3E}">
        <p14:creationId xmlns:p14="http://schemas.microsoft.com/office/powerpoint/2010/main" val="1586095757"/>
      </p:ext>
    </p:extLst>
  </p:cSld>
  <p:clrMapOvr>
    <a:masterClrMapping/>
  </p:clrMapOvr>
  <p:transition>
    <p:spli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24890E59-57F9-DD79-CAA4-72A7BA631729}"/>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4AF81B40-2B86-46AA-C8AD-A88552933D47}"/>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A6F0BA62-8496-7539-D4A3-7A1DDF395A7E}"/>
              </a:ext>
            </a:extLst>
          </p:cNvPr>
          <p:cNvSpPr>
            <a:spLocks noGrp="1"/>
          </p:cNvSpPr>
          <p:nvPr>
            <p:ph type="sldNum" sz="quarter" idx="12"/>
          </p:nvPr>
        </p:nvSpPr>
        <p:spPr/>
        <p:txBody>
          <a:bodyPr/>
          <a:lstStyle>
            <a:lvl1pPr>
              <a:defRPr/>
            </a:lvl1pPr>
          </a:lstStyle>
          <a:p>
            <a:pPr>
              <a:defRPr/>
            </a:pPr>
            <a:fld id="{A690DCEC-38C1-43B7-AE0F-E2BEBB00D8AE}" type="slidenum">
              <a:rPr lang="en-US" altLang="zh-CN"/>
              <a:pPr>
                <a:defRPr/>
              </a:pPr>
              <a:t>‹#›</a:t>
            </a:fld>
            <a:endParaRPr lang="en-US" altLang="zh-CN"/>
          </a:p>
        </p:txBody>
      </p:sp>
    </p:spTree>
    <p:extLst>
      <p:ext uri="{BB962C8B-B14F-4D97-AF65-F5344CB8AC3E}">
        <p14:creationId xmlns:p14="http://schemas.microsoft.com/office/powerpoint/2010/main" val="3674351513"/>
      </p:ext>
    </p:extLst>
  </p:cSld>
  <p:clrMapOvr>
    <a:masterClrMapping/>
  </p:clrMapOvr>
  <p:transition>
    <p:spli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86200" cy="4351338"/>
          </a:xfrm>
        </p:spPr>
        <p:txBody>
          <a:bodyPr>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内容占位符 3"/>
          <p:cNvSpPr>
            <a:spLocks noGrp="1"/>
          </p:cNvSpPr>
          <p:nvPr>
            <p:ph sz="half" idx="2"/>
          </p:nvPr>
        </p:nvSpPr>
        <p:spPr>
          <a:xfrm>
            <a:off x="4629150" y="1825625"/>
            <a:ext cx="3886200" cy="4351338"/>
          </a:xfrm>
        </p:spPr>
        <p:txBody>
          <a:bodyPr>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5" name="日期占位符 3">
            <a:extLst>
              <a:ext uri="{FF2B5EF4-FFF2-40B4-BE49-F238E27FC236}">
                <a16:creationId xmlns:a16="http://schemas.microsoft.com/office/drawing/2014/main" id="{F1719366-AFD6-533A-3338-788DD0935B9C}"/>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94B7E8EB-1E17-DDCC-825F-F78335590CA6}"/>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F9EABC16-4496-DBA6-FADB-B9F57CED86A6}"/>
              </a:ext>
            </a:extLst>
          </p:cNvPr>
          <p:cNvSpPr>
            <a:spLocks noGrp="1"/>
          </p:cNvSpPr>
          <p:nvPr>
            <p:ph type="sldNum" sz="quarter" idx="12"/>
          </p:nvPr>
        </p:nvSpPr>
        <p:spPr/>
        <p:txBody>
          <a:bodyPr/>
          <a:lstStyle>
            <a:lvl1pPr>
              <a:defRPr/>
            </a:lvl1pPr>
          </a:lstStyle>
          <a:p>
            <a:pPr>
              <a:defRPr/>
            </a:pPr>
            <a:fld id="{97C60736-F4D1-4419-BD91-ADA094D56F9B}" type="slidenum">
              <a:rPr lang="en-US" altLang="zh-CN"/>
              <a:pPr>
                <a:defRPr/>
              </a:pPr>
              <a:t>‹#›</a:t>
            </a:fld>
            <a:endParaRPr lang="en-US" altLang="zh-CN"/>
          </a:p>
        </p:txBody>
      </p:sp>
    </p:spTree>
    <p:extLst>
      <p:ext uri="{BB962C8B-B14F-4D97-AF65-F5344CB8AC3E}">
        <p14:creationId xmlns:p14="http://schemas.microsoft.com/office/powerpoint/2010/main" val="2238420325"/>
      </p:ext>
    </p:extLst>
  </p:cSld>
  <p:clrMapOvr>
    <a:masterClrMapping/>
  </p:clrMapOvr>
  <p:transition>
    <p:spli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3">
            <a:extLst>
              <a:ext uri="{FF2B5EF4-FFF2-40B4-BE49-F238E27FC236}">
                <a16:creationId xmlns:a16="http://schemas.microsoft.com/office/drawing/2014/main" id="{7FB14C4F-FA00-7514-9AD1-6F54B7B98814}"/>
              </a:ext>
            </a:extLst>
          </p:cNvPr>
          <p:cNvSpPr>
            <a:spLocks noGrp="1"/>
          </p:cNvSpPr>
          <p:nvPr>
            <p:ph type="dt" sz="half" idx="10"/>
          </p:nvPr>
        </p:nvSpPr>
        <p:spPr/>
        <p:txBody>
          <a:bodyPr/>
          <a:lstStyle>
            <a:lvl1pPr>
              <a:defRPr/>
            </a:lvl1pPr>
          </a:lstStyle>
          <a:p>
            <a:pPr>
              <a:defRPr/>
            </a:pPr>
            <a:endParaRPr lang="en-US" altLang="zh-CN"/>
          </a:p>
        </p:txBody>
      </p:sp>
      <p:sp>
        <p:nvSpPr>
          <p:cNvPr id="8" name="页脚占位符 4">
            <a:extLst>
              <a:ext uri="{FF2B5EF4-FFF2-40B4-BE49-F238E27FC236}">
                <a16:creationId xmlns:a16="http://schemas.microsoft.com/office/drawing/2014/main" id="{4BD33F81-CBE1-EB78-FCC9-137CF84BD8F0}"/>
              </a:ext>
            </a:extLst>
          </p:cNvPr>
          <p:cNvSpPr>
            <a:spLocks noGrp="1"/>
          </p:cNvSpPr>
          <p:nvPr>
            <p:ph type="ftr" sz="quarter" idx="11"/>
          </p:nvPr>
        </p:nvSpPr>
        <p:spPr/>
        <p:txBody>
          <a:bodyPr/>
          <a:lstStyle>
            <a:lvl1pPr>
              <a:defRPr/>
            </a:lvl1pPr>
          </a:lstStyle>
          <a:p>
            <a:pPr>
              <a:defRPr/>
            </a:pPr>
            <a:endParaRPr lang="en-US" altLang="zh-CN"/>
          </a:p>
        </p:txBody>
      </p:sp>
      <p:sp>
        <p:nvSpPr>
          <p:cNvPr id="9" name="灯片编号占位符 5">
            <a:extLst>
              <a:ext uri="{FF2B5EF4-FFF2-40B4-BE49-F238E27FC236}">
                <a16:creationId xmlns:a16="http://schemas.microsoft.com/office/drawing/2014/main" id="{4BADB51E-0744-9CA9-4D00-FDF0DFDF043D}"/>
              </a:ext>
            </a:extLst>
          </p:cNvPr>
          <p:cNvSpPr>
            <a:spLocks noGrp="1"/>
          </p:cNvSpPr>
          <p:nvPr>
            <p:ph type="sldNum" sz="quarter" idx="12"/>
          </p:nvPr>
        </p:nvSpPr>
        <p:spPr/>
        <p:txBody>
          <a:bodyPr/>
          <a:lstStyle>
            <a:lvl1pPr>
              <a:defRPr/>
            </a:lvl1pPr>
          </a:lstStyle>
          <a:p>
            <a:pPr>
              <a:defRPr/>
            </a:pPr>
            <a:fld id="{1CC555D8-02CB-4BD6-9C89-3F972A1CFFFD}" type="slidenum">
              <a:rPr lang="en-US" altLang="zh-CN"/>
              <a:pPr>
                <a:defRPr/>
              </a:pPr>
              <a:t>‹#›</a:t>
            </a:fld>
            <a:endParaRPr lang="en-US" altLang="zh-CN"/>
          </a:p>
        </p:txBody>
      </p:sp>
    </p:spTree>
    <p:extLst>
      <p:ext uri="{BB962C8B-B14F-4D97-AF65-F5344CB8AC3E}">
        <p14:creationId xmlns:p14="http://schemas.microsoft.com/office/powerpoint/2010/main" val="907404377"/>
      </p:ext>
    </p:extLst>
  </p:cSld>
  <p:clrMapOvr>
    <a:masterClrMapping/>
  </p:clrMapOvr>
  <p:transition>
    <p:spli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4400"/>
            </a:lvl1pPr>
          </a:lstStyle>
          <a:p>
            <a:r>
              <a:rPr lang="zh-CN" altLang="en-US" dirty="0"/>
              <a:t>单击此处编辑母版标题样式</a:t>
            </a:r>
          </a:p>
        </p:txBody>
      </p:sp>
      <p:sp>
        <p:nvSpPr>
          <p:cNvPr id="3" name="日期占位符 3">
            <a:extLst>
              <a:ext uri="{FF2B5EF4-FFF2-40B4-BE49-F238E27FC236}">
                <a16:creationId xmlns:a16="http://schemas.microsoft.com/office/drawing/2014/main" id="{52B6694F-E33C-D6E8-F25C-707FBD2F60B3}"/>
              </a:ext>
            </a:extLst>
          </p:cNvPr>
          <p:cNvSpPr>
            <a:spLocks noGrp="1"/>
          </p:cNvSpPr>
          <p:nvPr>
            <p:ph type="dt" sz="half" idx="10"/>
          </p:nvPr>
        </p:nvSpPr>
        <p:spPr/>
        <p:txBody>
          <a:bodyPr/>
          <a:lstStyle>
            <a:lvl1pPr>
              <a:defRPr/>
            </a:lvl1pPr>
          </a:lstStyle>
          <a:p>
            <a:pPr>
              <a:defRPr/>
            </a:pPr>
            <a:endParaRPr lang="en-US" altLang="zh-CN"/>
          </a:p>
        </p:txBody>
      </p:sp>
      <p:sp>
        <p:nvSpPr>
          <p:cNvPr id="4" name="页脚占位符 4">
            <a:extLst>
              <a:ext uri="{FF2B5EF4-FFF2-40B4-BE49-F238E27FC236}">
                <a16:creationId xmlns:a16="http://schemas.microsoft.com/office/drawing/2014/main" id="{E9B85A03-95C3-E3F2-CD80-F157ACF25E6F}"/>
              </a:ext>
            </a:extLst>
          </p:cNvPr>
          <p:cNvSpPr>
            <a:spLocks noGrp="1"/>
          </p:cNvSpPr>
          <p:nvPr>
            <p:ph type="ftr" sz="quarter" idx="11"/>
          </p:nvPr>
        </p:nvSpPr>
        <p:spPr/>
        <p:txBody>
          <a:bodyPr/>
          <a:lstStyle>
            <a:lvl1pPr>
              <a:defRPr/>
            </a:lvl1pPr>
          </a:lstStyle>
          <a:p>
            <a:pPr>
              <a:defRPr/>
            </a:pPr>
            <a:endParaRPr lang="en-US" altLang="zh-CN"/>
          </a:p>
        </p:txBody>
      </p:sp>
      <p:sp>
        <p:nvSpPr>
          <p:cNvPr id="5" name="灯片编号占位符 5">
            <a:extLst>
              <a:ext uri="{FF2B5EF4-FFF2-40B4-BE49-F238E27FC236}">
                <a16:creationId xmlns:a16="http://schemas.microsoft.com/office/drawing/2014/main" id="{FF192F3C-3381-465F-D14C-65DD7CCE7D43}"/>
              </a:ext>
            </a:extLst>
          </p:cNvPr>
          <p:cNvSpPr>
            <a:spLocks noGrp="1"/>
          </p:cNvSpPr>
          <p:nvPr>
            <p:ph type="sldNum" sz="quarter" idx="12"/>
          </p:nvPr>
        </p:nvSpPr>
        <p:spPr/>
        <p:txBody>
          <a:bodyPr/>
          <a:lstStyle>
            <a:lvl1pPr>
              <a:defRPr/>
            </a:lvl1pPr>
          </a:lstStyle>
          <a:p>
            <a:pPr>
              <a:defRPr/>
            </a:pPr>
            <a:fld id="{6DFA40DF-1FC0-4A1B-B86F-E962D94EFA14}" type="slidenum">
              <a:rPr lang="en-US" altLang="zh-CN"/>
              <a:pPr>
                <a:defRPr/>
              </a:pPr>
              <a:t>‹#›</a:t>
            </a:fld>
            <a:endParaRPr lang="en-US" altLang="zh-CN"/>
          </a:p>
        </p:txBody>
      </p:sp>
    </p:spTree>
    <p:extLst>
      <p:ext uri="{BB962C8B-B14F-4D97-AF65-F5344CB8AC3E}">
        <p14:creationId xmlns:p14="http://schemas.microsoft.com/office/powerpoint/2010/main" val="3545714010"/>
      </p:ext>
    </p:extLst>
  </p:cSld>
  <p:clrMapOvr>
    <a:masterClrMapping/>
  </p:clrMapOvr>
  <p:transition>
    <p:spli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1B713605-D3A0-D0AA-0BAA-7DBCD45B9FB8}"/>
              </a:ext>
            </a:extLst>
          </p:cNvPr>
          <p:cNvSpPr>
            <a:spLocks noGrp="1"/>
          </p:cNvSpPr>
          <p:nvPr>
            <p:ph type="dt" sz="half" idx="10"/>
          </p:nvPr>
        </p:nvSpPr>
        <p:spPr/>
        <p:txBody>
          <a:bodyPr/>
          <a:lstStyle>
            <a:lvl1pPr>
              <a:defRPr/>
            </a:lvl1pPr>
          </a:lstStyle>
          <a:p>
            <a:pPr>
              <a:defRPr/>
            </a:pPr>
            <a:endParaRPr lang="en-US" altLang="zh-CN"/>
          </a:p>
        </p:txBody>
      </p:sp>
      <p:sp>
        <p:nvSpPr>
          <p:cNvPr id="3" name="页脚占位符 4">
            <a:extLst>
              <a:ext uri="{FF2B5EF4-FFF2-40B4-BE49-F238E27FC236}">
                <a16:creationId xmlns:a16="http://schemas.microsoft.com/office/drawing/2014/main" id="{45CEA3C3-1B5E-5613-6B13-FEFA31D08E68}"/>
              </a:ext>
            </a:extLst>
          </p:cNvPr>
          <p:cNvSpPr>
            <a:spLocks noGrp="1"/>
          </p:cNvSpPr>
          <p:nvPr>
            <p:ph type="ftr" sz="quarter" idx="11"/>
          </p:nvPr>
        </p:nvSpPr>
        <p:spPr/>
        <p:txBody>
          <a:bodyPr/>
          <a:lstStyle>
            <a:lvl1pPr>
              <a:defRPr/>
            </a:lvl1pPr>
          </a:lstStyle>
          <a:p>
            <a:pPr>
              <a:defRPr/>
            </a:pPr>
            <a:endParaRPr lang="en-US" altLang="zh-CN"/>
          </a:p>
        </p:txBody>
      </p:sp>
      <p:sp>
        <p:nvSpPr>
          <p:cNvPr id="4" name="灯片编号占位符 5">
            <a:extLst>
              <a:ext uri="{FF2B5EF4-FFF2-40B4-BE49-F238E27FC236}">
                <a16:creationId xmlns:a16="http://schemas.microsoft.com/office/drawing/2014/main" id="{3452F7DB-BF4A-9A8F-8A0D-6461F9D4E355}"/>
              </a:ext>
            </a:extLst>
          </p:cNvPr>
          <p:cNvSpPr>
            <a:spLocks noGrp="1"/>
          </p:cNvSpPr>
          <p:nvPr>
            <p:ph type="sldNum" sz="quarter" idx="12"/>
          </p:nvPr>
        </p:nvSpPr>
        <p:spPr/>
        <p:txBody>
          <a:bodyPr/>
          <a:lstStyle>
            <a:lvl1pPr>
              <a:defRPr/>
            </a:lvl1pPr>
          </a:lstStyle>
          <a:p>
            <a:pPr>
              <a:defRPr/>
            </a:pPr>
            <a:fld id="{32133AD1-DAA7-48C8-8009-85BC350F1DBF}" type="slidenum">
              <a:rPr lang="en-US" altLang="zh-CN"/>
              <a:pPr>
                <a:defRPr/>
              </a:pPr>
              <a:t>‹#›</a:t>
            </a:fld>
            <a:endParaRPr lang="en-US" altLang="zh-CN"/>
          </a:p>
        </p:txBody>
      </p:sp>
    </p:spTree>
    <p:extLst>
      <p:ext uri="{BB962C8B-B14F-4D97-AF65-F5344CB8AC3E}">
        <p14:creationId xmlns:p14="http://schemas.microsoft.com/office/powerpoint/2010/main" val="3657915758"/>
      </p:ext>
    </p:extLst>
  </p:cSld>
  <p:clrMapOvr>
    <a:masterClrMapping/>
  </p:clrMapOvr>
  <p:transition>
    <p:spli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DB69DD7D-27A3-3AF4-53EE-B79FEB88C09F}"/>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BD3D512B-A071-9C4E-5BDB-738616452EDB}"/>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57DA30AB-C3D6-A3B7-95C6-8D737497BFA0}"/>
              </a:ext>
            </a:extLst>
          </p:cNvPr>
          <p:cNvSpPr>
            <a:spLocks noGrp="1"/>
          </p:cNvSpPr>
          <p:nvPr>
            <p:ph type="sldNum" sz="quarter" idx="12"/>
          </p:nvPr>
        </p:nvSpPr>
        <p:spPr/>
        <p:txBody>
          <a:bodyPr/>
          <a:lstStyle>
            <a:lvl1pPr>
              <a:defRPr/>
            </a:lvl1pPr>
          </a:lstStyle>
          <a:p>
            <a:pPr>
              <a:defRPr/>
            </a:pPr>
            <a:fld id="{8CC3ED0C-A748-4350-8328-CC2D2415A902}" type="slidenum">
              <a:rPr lang="en-US" altLang="zh-CN"/>
              <a:pPr>
                <a:defRPr/>
              </a:pPr>
              <a:t>‹#›</a:t>
            </a:fld>
            <a:endParaRPr lang="en-US" altLang="zh-CN"/>
          </a:p>
        </p:txBody>
      </p:sp>
    </p:spTree>
    <p:extLst>
      <p:ext uri="{BB962C8B-B14F-4D97-AF65-F5344CB8AC3E}">
        <p14:creationId xmlns:p14="http://schemas.microsoft.com/office/powerpoint/2010/main" val="519486924"/>
      </p:ext>
    </p:extLst>
  </p:cSld>
  <p:clrMapOvr>
    <a:masterClrMapping/>
  </p:clrMapOvr>
  <p:transition>
    <p:spli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987426"/>
            <a:ext cx="4629150" cy="4873625"/>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7EAB050D-2AB6-F440-CCF2-D3094992892E}"/>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7EF69EE9-E750-4343-BF91-1F75E48F7CF2}"/>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1C1ABA8D-B941-E8A2-21F9-50D036987AD5}"/>
              </a:ext>
            </a:extLst>
          </p:cNvPr>
          <p:cNvSpPr>
            <a:spLocks noGrp="1"/>
          </p:cNvSpPr>
          <p:nvPr>
            <p:ph type="sldNum" sz="quarter" idx="12"/>
          </p:nvPr>
        </p:nvSpPr>
        <p:spPr/>
        <p:txBody>
          <a:bodyPr/>
          <a:lstStyle>
            <a:lvl1pPr>
              <a:defRPr/>
            </a:lvl1pPr>
          </a:lstStyle>
          <a:p>
            <a:pPr>
              <a:defRPr/>
            </a:pPr>
            <a:fld id="{16474483-0424-4A27-87D7-552BFAE253F2}" type="slidenum">
              <a:rPr lang="en-US" altLang="zh-CN"/>
              <a:pPr>
                <a:defRPr/>
              </a:pPr>
              <a:t>‹#›</a:t>
            </a:fld>
            <a:endParaRPr lang="en-US" altLang="zh-CN"/>
          </a:p>
        </p:txBody>
      </p:sp>
    </p:spTree>
    <p:extLst>
      <p:ext uri="{BB962C8B-B14F-4D97-AF65-F5344CB8AC3E}">
        <p14:creationId xmlns:p14="http://schemas.microsoft.com/office/powerpoint/2010/main" val="2476003551"/>
      </p:ext>
    </p:extLst>
  </p:cSld>
  <p:clrMapOvr>
    <a:masterClrMapping/>
  </p:clrMapOvr>
  <p:transition>
    <p:spli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0BA58EA-C3DA-F69D-1496-8EC890E3A959}"/>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20C80D69-D285-8083-7D6B-025981CBFD82}"/>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C6A3A275-5BAA-02A5-F6B6-4628C8FD1E33}"/>
              </a:ext>
            </a:extLst>
          </p:cNvPr>
          <p:cNvSpPr>
            <a:spLocks noGrp="1"/>
          </p:cNvSpPr>
          <p:nvPr>
            <p:ph type="sldNum" sz="quarter" idx="12"/>
          </p:nvPr>
        </p:nvSpPr>
        <p:spPr/>
        <p:txBody>
          <a:bodyPr/>
          <a:lstStyle>
            <a:lvl1pPr>
              <a:defRPr/>
            </a:lvl1pPr>
          </a:lstStyle>
          <a:p>
            <a:pPr>
              <a:defRPr/>
            </a:pPr>
            <a:fld id="{5AA2A870-21B2-4860-8E93-16318BB2D059}" type="slidenum">
              <a:rPr lang="en-US" altLang="zh-CN"/>
              <a:pPr>
                <a:defRPr/>
              </a:pPr>
              <a:t>‹#›</a:t>
            </a:fld>
            <a:endParaRPr lang="en-US" altLang="zh-CN"/>
          </a:p>
        </p:txBody>
      </p:sp>
    </p:spTree>
    <p:extLst>
      <p:ext uri="{BB962C8B-B14F-4D97-AF65-F5344CB8AC3E}">
        <p14:creationId xmlns:p14="http://schemas.microsoft.com/office/powerpoint/2010/main" val="2232961441"/>
      </p:ext>
    </p:extLst>
  </p:cSld>
  <p:clrMapOvr>
    <a:masterClrMapping/>
  </p:clrMapOvr>
  <p:transition>
    <p:spli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3B7E6A8-A9DF-B609-36FD-DEE7FEDC22CB}"/>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A8350AE7-03D5-A0E5-E520-55FD001E3DF5}"/>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108ECB7F-CC2A-D8AE-0274-0AB753621F61}"/>
              </a:ext>
            </a:extLst>
          </p:cNvPr>
          <p:cNvSpPr>
            <a:spLocks noGrp="1"/>
          </p:cNvSpPr>
          <p:nvPr>
            <p:ph type="sldNum" sz="quarter" idx="12"/>
          </p:nvPr>
        </p:nvSpPr>
        <p:spPr/>
        <p:txBody>
          <a:bodyPr/>
          <a:lstStyle>
            <a:lvl1pPr>
              <a:defRPr/>
            </a:lvl1pPr>
          </a:lstStyle>
          <a:p>
            <a:pPr>
              <a:defRPr/>
            </a:pPr>
            <a:fld id="{2E9787F4-BA90-4DD4-9889-9BEADF90FCAB}" type="slidenum">
              <a:rPr lang="en-US" altLang="zh-CN"/>
              <a:pPr>
                <a:defRPr/>
              </a:pPr>
              <a:t>‹#›</a:t>
            </a:fld>
            <a:endParaRPr lang="en-US" altLang="zh-CN"/>
          </a:p>
        </p:txBody>
      </p:sp>
    </p:spTree>
    <p:extLst>
      <p:ext uri="{BB962C8B-B14F-4D97-AF65-F5344CB8AC3E}">
        <p14:creationId xmlns:p14="http://schemas.microsoft.com/office/powerpoint/2010/main" val="551250707"/>
      </p:ext>
    </p:extLst>
  </p:cSld>
  <p:clrMapOvr>
    <a:masterClrMapping/>
  </p:clrMapOvr>
  <p:transition>
    <p:split/>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a:t>单击此处编辑母版标题样式</a:t>
            </a:r>
          </a:p>
        </p:txBody>
      </p:sp>
      <p:sp>
        <p:nvSpPr>
          <p:cNvPr id="3" name="表格占位符 2"/>
          <p:cNvSpPr>
            <a:spLocks noGrp="1"/>
          </p:cNvSpPr>
          <p:nvPr>
            <p:ph type="tbl" idx="1"/>
          </p:nvPr>
        </p:nvSpPr>
        <p:spPr>
          <a:xfrm>
            <a:off x="685800" y="1981200"/>
            <a:ext cx="7772400" cy="4114800"/>
          </a:xfrm>
        </p:spPr>
        <p:txBody>
          <a:bodyPr rtlCol="0">
            <a:normAutofit/>
          </a:bodyPr>
          <a:lstStyle/>
          <a:p>
            <a:pPr lvl="0"/>
            <a:endParaRPr lang="zh-CN" altLang="en-US" noProof="0"/>
          </a:p>
        </p:txBody>
      </p:sp>
      <p:sp>
        <p:nvSpPr>
          <p:cNvPr id="4" name="日期占位符 3">
            <a:extLst>
              <a:ext uri="{FF2B5EF4-FFF2-40B4-BE49-F238E27FC236}">
                <a16:creationId xmlns:a16="http://schemas.microsoft.com/office/drawing/2014/main" id="{087D5690-5480-D1A0-4638-81857E4F3893}"/>
              </a:ext>
            </a:extLst>
          </p:cNvPr>
          <p:cNvSpPr>
            <a:spLocks noGrp="1"/>
          </p:cNvSpPr>
          <p:nvPr>
            <p:ph type="dt" sz="half" idx="10"/>
          </p:nvPr>
        </p:nvSpPr>
        <p:spPr>
          <a:xfrm>
            <a:off x="685800" y="6248400"/>
            <a:ext cx="1905000" cy="457200"/>
          </a:xfrm>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6A4F5E37-6275-AF5F-D1C2-2516A2F032F4}"/>
              </a:ext>
            </a:extLst>
          </p:cNvPr>
          <p:cNvSpPr>
            <a:spLocks noGrp="1"/>
          </p:cNvSpPr>
          <p:nvPr>
            <p:ph type="ftr" sz="quarter" idx="11"/>
          </p:nvPr>
        </p:nvSpPr>
        <p:spPr>
          <a:xfrm>
            <a:off x="3124200" y="6248400"/>
            <a:ext cx="2895600" cy="457200"/>
          </a:xfrm>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ADC95806-879D-E4B9-9475-180E450DFAA4}"/>
              </a:ext>
            </a:extLst>
          </p:cNvPr>
          <p:cNvSpPr>
            <a:spLocks noGrp="1"/>
          </p:cNvSpPr>
          <p:nvPr>
            <p:ph type="sldNum" sz="quarter" idx="12"/>
          </p:nvPr>
        </p:nvSpPr>
        <p:spPr>
          <a:xfrm>
            <a:off x="6553200" y="6248400"/>
            <a:ext cx="1905000" cy="457200"/>
          </a:xfrm>
        </p:spPr>
        <p:txBody>
          <a:bodyPr/>
          <a:lstStyle>
            <a:lvl1pPr>
              <a:defRPr/>
            </a:lvl1pPr>
          </a:lstStyle>
          <a:p>
            <a:pPr>
              <a:defRPr/>
            </a:pPr>
            <a:fld id="{A9647D86-2814-4AEE-AFF9-125E46E281B0}" type="slidenum">
              <a:rPr lang="en-US" altLang="zh-CN"/>
              <a:pPr>
                <a:defRPr/>
              </a:pPr>
              <a:t>‹#›</a:t>
            </a:fld>
            <a:endParaRPr lang="en-US" altLang="zh-CN"/>
          </a:p>
        </p:txBody>
      </p:sp>
    </p:spTree>
    <p:extLst>
      <p:ext uri="{BB962C8B-B14F-4D97-AF65-F5344CB8AC3E}">
        <p14:creationId xmlns:p14="http://schemas.microsoft.com/office/powerpoint/2010/main" val="22807036"/>
      </p:ext>
    </p:extLst>
  </p:cSld>
  <p:clrMapOvr>
    <a:masterClrMapping/>
  </p:clrMapOvr>
  <p:transition>
    <p:split/>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dgm">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a:t>单击此处编辑母版标题样式</a:t>
            </a:r>
          </a:p>
        </p:txBody>
      </p:sp>
      <p:sp>
        <p:nvSpPr>
          <p:cNvPr id="3" name="SmartArt 占位符 2"/>
          <p:cNvSpPr>
            <a:spLocks noGrp="1"/>
          </p:cNvSpPr>
          <p:nvPr>
            <p:ph type="dgm" idx="1"/>
          </p:nvPr>
        </p:nvSpPr>
        <p:spPr>
          <a:xfrm>
            <a:off x="685800" y="1981200"/>
            <a:ext cx="7772400" cy="4114800"/>
          </a:xfrm>
        </p:spPr>
        <p:txBody>
          <a:bodyPr rtlCol="0">
            <a:normAutofit/>
          </a:bodyPr>
          <a:lstStyle/>
          <a:p>
            <a:pPr lvl="0"/>
            <a:endParaRPr lang="zh-CN" altLang="en-US" noProof="0"/>
          </a:p>
        </p:txBody>
      </p:sp>
      <p:sp>
        <p:nvSpPr>
          <p:cNvPr id="4" name="日期占位符 3">
            <a:extLst>
              <a:ext uri="{FF2B5EF4-FFF2-40B4-BE49-F238E27FC236}">
                <a16:creationId xmlns:a16="http://schemas.microsoft.com/office/drawing/2014/main" id="{67BD3AE9-3E76-4B21-479D-51133436F3EF}"/>
              </a:ext>
            </a:extLst>
          </p:cNvPr>
          <p:cNvSpPr>
            <a:spLocks noGrp="1"/>
          </p:cNvSpPr>
          <p:nvPr>
            <p:ph type="dt" sz="half" idx="10"/>
          </p:nvPr>
        </p:nvSpPr>
        <p:spPr>
          <a:xfrm>
            <a:off x="685800" y="6248400"/>
            <a:ext cx="1905000" cy="457200"/>
          </a:xfrm>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AF4B18C3-6FAF-C483-92A7-C997D7CAF43A}"/>
              </a:ext>
            </a:extLst>
          </p:cNvPr>
          <p:cNvSpPr>
            <a:spLocks noGrp="1"/>
          </p:cNvSpPr>
          <p:nvPr>
            <p:ph type="ftr" sz="quarter" idx="11"/>
          </p:nvPr>
        </p:nvSpPr>
        <p:spPr>
          <a:xfrm>
            <a:off x="3124200" y="6248400"/>
            <a:ext cx="2895600" cy="457200"/>
          </a:xfrm>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B51AD396-FF61-7219-045B-9000B1EE7414}"/>
              </a:ext>
            </a:extLst>
          </p:cNvPr>
          <p:cNvSpPr>
            <a:spLocks noGrp="1"/>
          </p:cNvSpPr>
          <p:nvPr>
            <p:ph type="sldNum" sz="quarter" idx="12"/>
          </p:nvPr>
        </p:nvSpPr>
        <p:spPr>
          <a:xfrm>
            <a:off x="6553200" y="6248400"/>
            <a:ext cx="1905000" cy="457200"/>
          </a:xfrm>
        </p:spPr>
        <p:txBody>
          <a:bodyPr/>
          <a:lstStyle>
            <a:lvl1pPr>
              <a:defRPr/>
            </a:lvl1pPr>
          </a:lstStyle>
          <a:p>
            <a:pPr>
              <a:defRPr/>
            </a:pPr>
            <a:fld id="{93A27851-59ED-4A63-89CC-71F42477B4F3}" type="slidenum">
              <a:rPr lang="en-US" altLang="zh-CN"/>
              <a:pPr>
                <a:defRPr/>
              </a:pPr>
              <a:t>‹#›</a:t>
            </a:fld>
            <a:endParaRPr lang="en-US" altLang="zh-CN"/>
          </a:p>
        </p:txBody>
      </p:sp>
    </p:spTree>
    <p:extLst>
      <p:ext uri="{BB962C8B-B14F-4D97-AF65-F5344CB8AC3E}">
        <p14:creationId xmlns:p14="http://schemas.microsoft.com/office/powerpoint/2010/main" val="745752232"/>
      </p:ext>
    </p:extLst>
  </p:cSld>
  <p:clrMapOvr>
    <a:masterClrMapping/>
  </p:clrMapOvr>
  <p:transition>
    <p:split/>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BF328F-3B50-DAB3-D531-64153DBDBDEF}"/>
              </a:ext>
            </a:extLst>
          </p:cNvPr>
          <p:cNvSpPr>
            <a:spLocks noGrp="1"/>
          </p:cNvSpPr>
          <p:nvPr>
            <p:ph type="title"/>
          </p:nvPr>
        </p:nvSpPr>
        <p:spPr>
          <a:xfrm>
            <a:off x="457200" y="457200"/>
            <a:ext cx="8229600" cy="1371600"/>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DD28362C-48A4-AE27-7FEF-1EDB9C3BAFB5}"/>
              </a:ext>
            </a:extLst>
          </p:cNvPr>
          <p:cNvSpPr>
            <a:spLocks noGrp="1"/>
          </p:cNvSpPr>
          <p:nvPr>
            <p:ph type="body" sz="half" idx="1"/>
          </p:nvPr>
        </p:nvSpPr>
        <p:spPr>
          <a:xfrm>
            <a:off x="457200" y="1981200"/>
            <a:ext cx="4038600" cy="38862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545C244B-D889-F887-6733-E2FF133CF8A7}"/>
              </a:ext>
            </a:extLst>
          </p:cNvPr>
          <p:cNvSpPr>
            <a:spLocks noGrp="1"/>
          </p:cNvSpPr>
          <p:nvPr>
            <p:ph sz="half" idx="2"/>
          </p:nvPr>
        </p:nvSpPr>
        <p:spPr>
          <a:xfrm>
            <a:off x="4648200" y="1981200"/>
            <a:ext cx="4038600" cy="38862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B58E4C6B-61F4-F2C2-CD36-1156F65C7225}"/>
              </a:ext>
            </a:extLst>
          </p:cNvPr>
          <p:cNvSpPr>
            <a:spLocks noGrp="1"/>
          </p:cNvSpPr>
          <p:nvPr>
            <p:ph type="ftr" sz="quarter" idx="10"/>
          </p:nvPr>
        </p:nvSpPr>
        <p:spPr>
          <a:xfrm>
            <a:off x="3124200" y="6248400"/>
            <a:ext cx="2895600" cy="457200"/>
          </a:xfrm>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C3F6DC0C-15FD-715B-D275-8598664F0EAC}"/>
              </a:ext>
            </a:extLst>
          </p:cNvPr>
          <p:cNvSpPr>
            <a:spLocks noGrp="1"/>
          </p:cNvSpPr>
          <p:nvPr>
            <p:ph type="sldNum" sz="quarter" idx="11"/>
          </p:nvPr>
        </p:nvSpPr>
        <p:spPr>
          <a:xfrm>
            <a:off x="6553200" y="6200775"/>
            <a:ext cx="2133600" cy="457200"/>
          </a:xfrm>
        </p:spPr>
        <p:txBody>
          <a:bodyPr/>
          <a:lstStyle>
            <a:lvl1pPr>
              <a:defRPr/>
            </a:lvl1pPr>
          </a:lstStyle>
          <a:p>
            <a:fld id="{7391F496-F119-4D51-A206-D359AC09CFF3}" type="slidenum">
              <a:rPr lang="en-US" altLang="zh-CN"/>
              <a:pPr/>
              <a:t>‹#›</a:t>
            </a:fld>
            <a:endParaRPr lang="en-US" altLang="zh-CN"/>
          </a:p>
        </p:txBody>
      </p:sp>
      <p:sp>
        <p:nvSpPr>
          <p:cNvPr id="7" name="日期占位符 6">
            <a:extLst>
              <a:ext uri="{FF2B5EF4-FFF2-40B4-BE49-F238E27FC236}">
                <a16:creationId xmlns:a16="http://schemas.microsoft.com/office/drawing/2014/main" id="{D75E417C-CF0D-BD7C-CCF7-643B0B1FBBBB}"/>
              </a:ext>
            </a:extLst>
          </p:cNvPr>
          <p:cNvSpPr>
            <a:spLocks noGrp="1"/>
          </p:cNvSpPr>
          <p:nvPr>
            <p:ph type="dt" sz="half" idx="12"/>
          </p:nvPr>
        </p:nvSpPr>
        <p:spPr>
          <a:xfrm>
            <a:off x="457200" y="6245225"/>
            <a:ext cx="2133600" cy="476250"/>
          </a:xfrm>
        </p:spPr>
        <p:txBody>
          <a:bodyPr/>
          <a:lstStyle>
            <a:lvl1pPr>
              <a:defRPr/>
            </a:lvl1pPr>
          </a:lstStyle>
          <a:p>
            <a:endParaRPr lang="en-US" altLang="zh-CN"/>
          </a:p>
        </p:txBody>
      </p:sp>
    </p:spTree>
    <p:extLst>
      <p:ext uri="{BB962C8B-B14F-4D97-AF65-F5344CB8AC3E}">
        <p14:creationId xmlns:p14="http://schemas.microsoft.com/office/powerpoint/2010/main" val="1485529341"/>
      </p:ext>
    </p:extLst>
  </p:cSld>
  <p:clrMapOvr>
    <a:masterClrMapping/>
  </p:clrMapOvr>
  <p:transition>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8EBD081D-F523-DBFD-1676-6290D0DE3D43}"/>
              </a:ext>
            </a:extLst>
          </p:cNvPr>
          <p:cNvSpPr>
            <a:spLocks noGrp="1" noChangeArrowheads="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id="{FAA55E18-4FD2-8C9F-4303-C256609DFF1F}"/>
              </a:ext>
            </a:extLst>
          </p:cNvPr>
          <p:cNvSpPr>
            <a:spLocks noGrp="1" noChangeArrowheads="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a:extLst>
              <a:ext uri="{FF2B5EF4-FFF2-40B4-BE49-F238E27FC236}">
                <a16:creationId xmlns:a16="http://schemas.microsoft.com/office/drawing/2014/main" id="{55144DDE-5938-D0B2-D126-026DB78F8811}"/>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chemeClr val="tx1">
                    <a:tint val="75000"/>
                  </a:schemeClr>
                </a:solidFill>
                <a:latin typeface="+mn-lt"/>
                <a:ea typeface="+mn-ea"/>
              </a:defRPr>
            </a:lvl1pPr>
          </a:lstStyle>
          <a:p>
            <a:pPr>
              <a:defRPr/>
            </a:pPr>
            <a:endParaRPr lang="en-US" altLang="zh-CN"/>
          </a:p>
        </p:txBody>
      </p:sp>
      <p:sp>
        <p:nvSpPr>
          <p:cNvPr id="5" name="页脚占位符 4">
            <a:extLst>
              <a:ext uri="{FF2B5EF4-FFF2-40B4-BE49-F238E27FC236}">
                <a16:creationId xmlns:a16="http://schemas.microsoft.com/office/drawing/2014/main" id="{B447A794-4384-0864-220C-7E910B74ED9C}"/>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eaLnBrk="1" fontAlgn="auto" hangingPunct="1">
              <a:spcBef>
                <a:spcPts val="0"/>
              </a:spcBef>
              <a:spcAft>
                <a:spcPts val="0"/>
              </a:spcAft>
              <a:defRPr sz="900">
                <a:solidFill>
                  <a:schemeClr val="tx1">
                    <a:tint val="75000"/>
                  </a:schemeClr>
                </a:solidFill>
                <a:latin typeface="+mn-lt"/>
                <a:ea typeface="+mn-ea"/>
              </a:defRPr>
            </a:lvl1pPr>
          </a:lstStyle>
          <a:p>
            <a:pPr>
              <a:defRPr/>
            </a:pPr>
            <a:endParaRPr lang="en-US" altLang="zh-CN"/>
          </a:p>
        </p:txBody>
      </p:sp>
      <p:sp>
        <p:nvSpPr>
          <p:cNvPr id="6" name="灯片编号占位符 5">
            <a:extLst>
              <a:ext uri="{FF2B5EF4-FFF2-40B4-BE49-F238E27FC236}">
                <a16:creationId xmlns:a16="http://schemas.microsoft.com/office/drawing/2014/main" id="{9590BBE5-74DB-5017-D19F-EA845615A531}"/>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eaLnBrk="1" fontAlgn="auto" hangingPunct="1">
              <a:spcBef>
                <a:spcPts val="0"/>
              </a:spcBef>
              <a:spcAft>
                <a:spcPts val="0"/>
              </a:spcAft>
              <a:defRPr sz="900">
                <a:solidFill>
                  <a:schemeClr val="tx1">
                    <a:tint val="75000"/>
                  </a:schemeClr>
                </a:solidFill>
                <a:latin typeface="+mn-lt"/>
                <a:ea typeface="+mn-ea"/>
              </a:defRPr>
            </a:lvl1pPr>
          </a:lstStyle>
          <a:p>
            <a:pPr>
              <a:defRPr/>
            </a:pPr>
            <a:fld id="{4C96439B-7949-475E-9BCB-40438E4D5761}"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768" r:id="rId1"/>
    <p:sldLayoutId id="2147483769" r:id="rId2"/>
    <p:sldLayoutId id="2147483770" r:id="rId3"/>
    <p:sldLayoutId id="2147483771" r:id="rId4"/>
    <p:sldLayoutId id="2147483772" r:id="rId5"/>
    <p:sldLayoutId id="2147483773" r:id="rId6"/>
    <p:sldLayoutId id="2147483774" r:id="rId7"/>
    <p:sldLayoutId id="2147483775" r:id="rId8"/>
    <p:sldLayoutId id="2147483776" r:id="rId9"/>
    <p:sldLayoutId id="2147483777" r:id="rId10"/>
    <p:sldLayoutId id="2147483778" r:id="rId11"/>
    <p:sldLayoutId id="2147483779" r:id="rId12"/>
    <p:sldLayoutId id="2147483780" r:id="rId13"/>
    <p:sldLayoutId id="2147483781" r:id="rId14"/>
  </p:sldLayoutIdLst>
  <p:transition>
    <p:split/>
  </p:transition>
  <p:hf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5pPr>
      <a:lvl6pPr marL="4572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6pPr>
      <a:lvl7pPr marL="9144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7pPr>
      <a:lvl8pPr marL="13716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8pPr>
      <a:lvl9pPr marL="18288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9pPr>
    </p:titleStyle>
    <p:bodyStyle>
      <a:lvl1pPr marL="171450" indent="-171450" algn="l" defTabSz="685800" rtl="0" eaLnBrk="0" fontAlgn="base" hangingPunct="0">
        <a:lnSpc>
          <a:spcPct val="10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10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10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10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10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8" Type="http://schemas.openxmlformats.org/officeDocument/2006/relationships/image" Target="../media/image5.wmf"/><Relationship Id="rId3" Type="http://schemas.openxmlformats.org/officeDocument/2006/relationships/image" Target="../media/image3.wmf"/><Relationship Id="rId7" Type="http://schemas.openxmlformats.org/officeDocument/2006/relationships/oleObject" Target="../embeddings/oleObject3.bin"/><Relationship Id="rId12" Type="http://schemas.openxmlformats.org/officeDocument/2006/relationships/image" Target="../media/image7.wmf"/><Relationship Id="rId2" Type="http://schemas.openxmlformats.org/officeDocument/2006/relationships/oleObject" Target="../embeddings/oleObject1.bin"/><Relationship Id="rId1" Type="http://schemas.openxmlformats.org/officeDocument/2006/relationships/slideLayout" Target="../slideLayouts/slideLayout6.xml"/><Relationship Id="rId6" Type="http://schemas.openxmlformats.org/officeDocument/2006/relationships/image" Target="../media/image4.wmf"/><Relationship Id="rId11" Type="http://schemas.openxmlformats.org/officeDocument/2006/relationships/oleObject" Target="../embeddings/oleObject5.bin"/><Relationship Id="rId5" Type="http://schemas.openxmlformats.org/officeDocument/2006/relationships/oleObject" Target="../embeddings/oleObject2.bin"/><Relationship Id="rId10" Type="http://schemas.openxmlformats.org/officeDocument/2006/relationships/image" Target="../media/image6.wmf"/><Relationship Id="rId4" Type="http://schemas.openxmlformats.org/officeDocument/2006/relationships/image" Target="../media/image1.jpeg"/><Relationship Id="rId9" Type="http://schemas.openxmlformats.org/officeDocument/2006/relationships/oleObject" Target="../embeddings/oleObject4.bin"/></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4.wmf"/><Relationship Id="rId7" Type="http://schemas.openxmlformats.org/officeDocument/2006/relationships/oleObject" Target="../embeddings/oleObject9.bin"/><Relationship Id="rId2" Type="http://schemas.openxmlformats.org/officeDocument/2006/relationships/oleObject" Target="../embeddings/oleObject6.bin"/><Relationship Id="rId1" Type="http://schemas.openxmlformats.org/officeDocument/2006/relationships/slideLayout" Target="../slideLayouts/slideLayout2.xml"/><Relationship Id="rId6" Type="http://schemas.openxmlformats.org/officeDocument/2006/relationships/oleObject" Target="../embeddings/oleObject8.bin"/><Relationship Id="rId5" Type="http://schemas.openxmlformats.org/officeDocument/2006/relationships/image" Target="../media/image10.wmf"/><Relationship Id="rId4" Type="http://schemas.openxmlformats.org/officeDocument/2006/relationships/oleObject" Target="../embeddings/oleObject7.bin"/></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DB488E-CFEF-41EB-9DEC-CB365BC2889F}"/>
              </a:ext>
            </a:extLst>
          </p:cNvPr>
          <p:cNvSpPr>
            <a:spLocks noGrp="1"/>
          </p:cNvSpPr>
          <p:nvPr>
            <p:ph type="title"/>
          </p:nvPr>
        </p:nvSpPr>
        <p:spPr/>
        <p:txBody>
          <a:bodyPr/>
          <a:lstStyle/>
          <a:p>
            <a:r>
              <a:rPr lang="zh-CN" altLang="en-US" dirty="0"/>
              <a:t>第</a:t>
            </a:r>
            <a:r>
              <a:rPr lang="en-US" altLang="zh-CN" dirty="0"/>
              <a:t>5</a:t>
            </a:r>
            <a:r>
              <a:rPr lang="zh-CN" altLang="en-US" dirty="0"/>
              <a:t>章  树与二叉树</a:t>
            </a:r>
          </a:p>
        </p:txBody>
      </p:sp>
      <p:sp>
        <p:nvSpPr>
          <p:cNvPr id="3" name="内容占位符 2">
            <a:extLst>
              <a:ext uri="{FF2B5EF4-FFF2-40B4-BE49-F238E27FC236}">
                <a16:creationId xmlns:a16="http://schemas.microsoft.com/office/drawing/2014/main" id="{85E8F396-4F20-4EF2-B996-61976358D89C}"/>
              </a:ext>
            </a:extLst>
          </p:cNvPr>
          <p:cNvSpPr>
            <a:spLocks noGrp="1"/>
          </p:cNvSpPr>
          <p:nvPr>
            <p:ph idx="1"/>
          </p:nvPr>
        </p:nvSpPr>
        <p:spPr/>
        <p:txBody>
          <a:bodyPr>
            <a:normAutofit fontScale="92500" lnSpcReduction="20000"/>
          </a:bodyPr>
          <a:lstStyle/>
          <a:p>
            <a:r>
              <a:rPr lang="zh-CN" altLang="en-US" dirty="0"/>
              <a:t>树和森林的概念</a:t>
            </a:r>
          </a:p>
          <a:p>
            <a:r>
              <a:rPr lang="zh-CN" altLang="en-US" dirty="0"/>
              <a:t>二叉树 </a:t>
            </a:r>
          </a:p>
          <a:p>
            <a:r>
              <a:rPr lang="zh-CN" altLang="en-US" dirty="0"/>
              <a:t>二叉树遍历</a:t>
            </a:r>
          </a:p>
          <a:p>
            <a:r>
              <a:rPr lang="zh-CN" altLang="en-US" dirty="0"/>
              <a:t>二叉树的计数</a:t>
            </a:r>
          </a:p>
          <a:p>
            <a:r>
              <a:rPr lang="zh-CN" altLang="en-US" dirty="0"/>
              <a:t>线索二叉树</a:t>
            </a:r>
          </a:p>
          <a:p>
            <a:r>
              <a:rPr lang="zh-CN" altLang="en-US" dirty="0"/>
              <a:t>树与森林</a:t>
            </a:r>
          </a:p>
          <a:p>
            <a:r>
              <a:rPr lang="zh-CN" altLang="en-US" dirty="0"/>
              <a:t>堆</a:t>
            </a:r>
          </a:p>
          <a:p>
            <a:r>
              <a:rPr lang="en-US" altLang="zh-CN" dirty="0"/>
              <a:t>Huffman</a:t>
            </a:r>
            <a:r>
              <a:rPr lang="zh-CN" altLang="en-US" dirty="0"/>
              <a:t>树</a:t>
            </a:r>
          </a:p>
        </p:txBody>
      </p:sp>
      <p:sp>
        <p:nvSpPr>
          <p:cNvPr id="4" name="灯片编号占位符 3">
            <a:extLst>
              <a:ext uri="{FF2B5EF4-FFF2-40B4-BE49-F238E27FC236}">
                <a16:creationId xmlns:a16="http://schemas.microsoft.com/office/drawing/2014/main" id="{EE023C44-B03D-44B8-85E7-7CDB0EAA5470}"/>
              </a:ext>
            </a:extLst>
          </p:cNvPr>
          <p:cNvSpPr>
            <a:spLocks noGrp="1"/>
          </p:cNvSpPr>
          <p:nvPr>
            <p:ph type="sldNum" sz="quarter" idx="12"/>
          </p:nvPr>
        </p:nvSpPr>
        <p:spPr/>
        <p:txBody>
          <a:bodyPr/>
          <a:lstStyle/>
          <a:p>
            <a:pPr>
              <a:defRPr/>
            </a:pPr>
            <a:fld id="{A598D83B-EE2A-4F12-B129-1EDE84DF129B}" type="slidenum">
              <a:rPr lang="en-US" altLang="zh-CN" smtClean="0"/>
              <a:pPr>
                <a:defRPr/>
              </a:pPr>
              <a:t>1</a:t>
            </a:fld>
            <a:endParaRPr lang="en-US" altLang="zh-CN"/>
          </a:p>
        </p:txBody>
      </p:sp>
    </p:spTree>
    <p:extLst>
      <p:ext uri="{BB962C8B-B14F-4D97-AF65-F5344CB8AC3E}">
        <p14:creationId xmlns:p14="http://schemas.microsoft.com/office/powerpoint/2010/main" val="3312084635"/>
      </p:ext>
    </p:extLst>
  </p:cSld>
  <p:clrMapOvr>
    <a:masterClrMapping/>
  </p:clrMapOvr>
  <p:transition>
    <p:spli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21ED45-06DD-BB79-BA1B-956622AB9876}"/>
              </a:ext>
            </a:extLst>
          </p:cNvPr>
          <p:cNvSpPr>
            <a:spLocks noGrp="1"/>
          </p:cNvSpPr>
          <p:nvPr>
            <p:ph type="title"/>
          </p:nvPr>
        </p:nvSpPr>
        <p:spPr/>
        <p:txBody>
          <a:bodyPr/>
          <a:lstStyle/>
          <a:p>
            <a:r>
              <a:rPr lang="en-US" altLang="zh-CN" dirty="0"/>
              <a:t>5.1 </a:t>
            </a:r>
            <a:r>
              <a:rPr lang="zh-CN" altLang="en-US" dirty="0"/>
              <a:t>树的基本概念</a:t>
            </a:r>
          </a:p>
        </p:txBody>
      </p:sp>
      <p:sp>
        <p:nvSpPr>
          <p:cNvPr id="3" name="内容占位符 2">
            <a:extLst>
              <a:ext uri="{FF2B5EF4-FFF2-40B4-BE49-F238E27FC236}">
                <a16:creationId xmlns:a16="http://schemas.microsoft.com/office/drawing/2014/main" id="{DA1B551F-0A74-C37F-C47A-C060DAB5F672}"/>
              </a:ext>
            </a:extLst>
          </p:cNvPr>
          <p:cNvSpPr>
            <a:spLocks noGrp="1"/>
          </p:cNvSpPr>
          <p:nvPr>
            <p:ph idx="1"/>
          </p:nvPr>
        </p:nvSpPr>
        <p:spPr/>
        <p:txBody>
          <a:bodyPr>
            <a:normAutofit fontScale="92500" lnSpcReduction="10000"/>
          </a:bodyPr>
          <a:lstStyle/>
          <a:p>
            <a:r>
              <a:rPr lang="zh-CN" altLang="en-US" b="1" dirty="0"/>
              <a:t>自由树</a:t>
            </a:r>
            <a:r>
              <a:rPr lang="zh-CN" altLang="en-US" dirty="0"/>
              <a:t>：一棵自由树</a:t>
            </a:r>
            <a:r>
              <a:rPr lang="en-US" altLang="zh-CN" dirty="0" err="1"/>
              <a:t>T</a:t>
            </a:r>
            <a:r>
              <a:rPr lang="en-US" altLang="zh-CN" baseline="-25000" dirty="0" err="1"/>
              <a:t>f</a:t>
            </a:r>
            <a:r>
              <a:rPr lang="zh-CN" altLang="en-US" dirty="0"/>
              <a:t>可定义为一个二元组</a:t>
            </a:r>
            <a:r>
              <a:rPr lang="en-US" altLang="zh-CN" dirty="0" err="1"/>
              <a:t>T</a:t>
            </a:r>
            <a:r>
              <a:rPr lang="en-US" altLang="zh-CN" baseline="-25000" dirty="0" err="1"/>
              <a:t>f</a:t>
            </a:r>
            <a:r>
              <a:rPr lang="en-US" altLang="zh-CN" dirty="0"/>
              <a:t>=(V,E)</a:t>
            </a:r>
            <a:r>
              <a:rPr lang="zh-CN" altLang="en-US" dirty="0"/>
              <a:t>，其中：</a:t>
            </a:r>
            <a:endParaRPr lang="en-US" altLang="zh-CN" dirty="0"/>
          </a:p>
          <a:p>
            <a:pPr lvl="1"/>
            <a:r>
              <a:rPr lang="en-US" altLang="zh-CN" dirty="0"/>
              <a:t>V={v</a:t>
            </a:r>
            <a:r>
              <a:rPr lang="en-US" altLang="zh-CN" baseline="-25000" dirty="0"/>
              <a:t>1</a:t>
            </a:r>
            <a:r>
              <a:rPr lang="en-US" altLang="zh-CN" dirty="0"/>
              <a:t>,…,</a:t>
            </a:r>
            <a:r>
              <a:rPr lang="en-US" altLang="zh-CN" dirty="0" err="1"/>
              <a:t>v</a:t>
            </a:r>
            <a:r>
              <a:rPr lang="en-US" altLang="zh-CN" baseline="-25000" dirty="0" err="1"/>
              <a:t>n</a:t>
            </a:r>
            <a:r>
              <a:rPr lang="en-US" altLang="zh-CN" dirty="0"/>
              <a:t>}</a:t>
            </a:r>
            <a:r>
              <a:rPr lang="zh-CN" altLang="en-US" dirty="0"/>
              <a:t>是由</a:t>
            </a:r>
            <a:r>
              <a:rPr lang="en-US" altLang="zh-CN" dirty="0"/>
              <a:t>n(n&gt;0)</a:t>
            </a:r>
            <a:r>
              <a:rPr lang="zh-CN" altLang="en-US" dirty="0"/>
              <a:t>个元素组成的有限</a:t>
            </a:r>
            <a:r>
              <a:rPr lang="zh-CN" altLang="en-US" b="1" u="sng" dirty="0"/>
              <a:t>非空</a:t>
            </a:r>
            <a:r>
              <a:rPr lang="zh-CN" altLang="en-US" dirty="0"/>
              <a:t>集合，称为顶点集合，</a:t>
            </a:r>
            <a:r>
              <a:rPr lang="en-US" altLang="zh-CN" dirty="0"/>
              <a:t>v</a:t>
            </a:r>
            <a:r>
              <a:rPr lang="en-US" altLang="zh-CN" baseline="-25000" dirty="0"/>
              <a:t>i</a:t>
            </a:r>
            <a:r>
              <a:rPr lang="en-US" altLang="zh-CN" dirty="0"/>
              <a:t>(1≤i≤n)</a:t>
            </a:r>
            <a:r>
              <a:rPr lang="zh-CN" altLang="en-US" dirty="0"/>
              <a:t>称为顶点。</a:t>
            </a:r>
            <a:endParaRPr lang="en-US" altLang="zh-CN" dirty="0"/>
          </a:p>
          <a:p>
            <a:pPr lvl="1"/>
            <a:r>
              <a:rPr lang="en-US" altLang="zh-CN" dirty="0"/>
              <a:t>E={(v</a:t>
            </a:r>
            <a:r>
              <a:rPr lang="en-US" altLang="zh-CN" baseline="-25000" dirty="0"/>
              <a:t>i</a:t>
            </a:r>
            <a:r>
              <a:rPr lang="en-US" altLang="zh-CN" dirty="0"/>
              <a:t>, </a:t>
            </a:r>
            <a:r>
              <a:rPr lang="en-US" altLang="zh-CN" dirty="0" err="1"/>
              <a:t>v</a:t>
            </a:r>
            <a:r>
              <a:rPr lang="en-US" altLang="zh-CN" baseline="-25000" dirty="0" err="1"/>
              <a:t>j</a:t>
            </a:r>
            <a:r>
              <a:rPr lang="en-US" altLang="zh-CN" dirty="0"/>
              <a:t>)|v</a:t>
            </a:r>
            <a:r>
              <a:rPr lang="en-US" altLang="zh-CN" baseline="-25000" dirty="0"/>
              <a:t>i</a:t>
            </a:r>
            <a:r>
              <a:rPr lang="en-US" altLang="zh-CN" dirty="0"/>
              <a:t>, </a:t>
            </a:r>
            <a:r>
              <a:rPr lang="en-US" altLang="zh-CN" dirty="0" err="1"/>
              <a:t>v</a:t>
            </a:r>
            <a:r>
              <a:rPr lang="en-US" altLang="zh-CN" baseline="-25000" dirty="0" err="1"/>
              <a:t>j</a:t>
            </a:r>
            <a:r>
              <a:rPr lang="en-US" altLang="zh-CN" dirty="0">
                <a:sym typeface="Symbol" panose="05050102010706020507" pitchFamily="18" charset="2"/>
              </a:rPr>
              <a:t>  </a:t>
            </a:r>
            <a:r>
              <a:rPr lang="en-US" altLang="zh-CN" dirty="0"/>
              <a:t>V, 1≤i, </a:t>
            </a:r>
            <a:r>
              <a:rPr lang="en-US" altLang="zh-CN" dirty="0" err="1"/>
              <a:t>j≤n</a:t>
            </a:r>
            <a:r>
              <a:rPr lang="en-US" altLang="zh-CN" dirty="0"/>
              <a:t>}</a:t>
            </a:r>
            <a:r>
              <a:rPr lang="zh-CN" altLang="en-US" dirty="0"/>
              <a:t>是由</a:t>
            </a:r>
            <a:r>
              <a:rPr lang="en-US" altLang="zh-CN" dirty="0"/>
              <a:t>n-1</a:t>
            </a:r>
            <a:r>
              <a:rPr lang="zh-CN" altLang="en-US" dirty="0"/>
              <a:t>个有序对形成的集合，称为边集合，</a:t>
            </a:r>
            <a:r>
              <a:rPr lang="en-US" altLang="zh-CN" dirty="0"/>
              <a:t>E</a:t>
            </a:r>
            <a:r>
              <a:rPr lang="zh-CN" altLang="en-US" dirty="0"/>
              <a:t>中的元素</a:t>
            </a:r>
            <a:r>
              <a:rPr lang="en-US" altLang="zh-CN" dirty="0"/>
              <a:t>(v</a:t>
            </a:r>
            <a:r>
              <a:rPr lang="en-US" altLang="zh-CN" baseline="-25000" dirty="0"/>
              <a:t>i</a:t>
            </a:r>
            <a:r>
              <a:rPr lang="en-US" altLang="zh-CN" dirty="0"/>
              <a:t>, </a:t>
            </a:r>
            <a:r>
              <a:rPr lang="en-US" altLang="zh-CN" dirty="0" err="1"/>
              <a:t>v</a:t>
            </a:r>
            <a:r>
              <a:rPr lang="en-US" altLang="zh-CN" baseline="-25000" dirty="0" err="1"/>
              <a:t>j</a:t>
            </a:r>
            <a:r>
              <a:rPr lang="en-US" altLang="zh-CN" dirty="0"/>
              <a:t>)</a:t>
            </a:r>
            <a:r>
              <a:rPr lang="zh-CN" altLang="en-US" dirty="0"/>
              <a:t>称为边或分支。</a:t>
            </a:r>
            <a:r>
              <a:rPr lang="en-US" altLang="zh-CN" dirty="0"/>
              <a:t>E</a:t>
            </a:r>
            <a:r>
              <a:rPr lang="zh-CN" altLang="en-US" dirty="0"/>
              <a:t>使得</a:t>
            </a:r>
            <a:r>
              <a:rPr lang="en-US" altLang="zh-CN" dirty="0" err="1"/>
              <a:t>T</a:t>
            </a:r>
            <a:r>
              <a:rPr lang="en-US" altLang="zh-CN" baseline="-25000" dirty="0" err="1"/>
              <a:t>f</a:t>
            </a:r>
            <a:r>
              <a:rPr lang="zh-CN" altLang="en-US" dirty="0"/>
              <a:t>成为一个</a:t>
            </a:r>
            <a:r>
              <a:rPr lang="zh-CN" altLang="en-US" b="1" u="sng" dirty="0"/>
              <a:t>连通图</a:t>
            </a:r>
            <a:r>
              <a:rPr lang="zh-CN" altLang="en-US" dirty="0"/>
              <a:t>。</a:t>
            </a:r>
          </a:p>
        </p:txBody>
      </p:sp>
      <p:sp>
        <p:nvSpPr>
          <p:cNvPr id="4" name="灯片编号占位符 3">
            <a:extLst>
              <a:ext uri="{FF2B5EF4-FFF2-40B4-BE49-F238E27FC236}">
                <a16:creationId xmlns:a16="http://schemas.microsoft.com/office/drawing/2014/main" id="{D47AB233-433C-CDAF-C0BF-E30D2D0B66DF}"/>
              </a:ext>
            </a:extLst>
          </p:cNvPr>
          <p:cNvSpPr>
            <a:spLocks noGrp="1"/>
          </p:cNvSpPr>
          <p:nvPr>
            <p:ph type="sldNum" sz="quarter" idx="12"/>
          </p:nvPr>
        </p:nvSpPr>
        <p:spPr/>
        <p:txBody>
          <a:bodyPr/>
          <a:lstStyle/>
          <a:p>
            <a:pPr>
              <a:defRPr/>
            </a:pPr>
            <a:fld id="{A598D83B-EE2A-4F12-B129-1EDE84DF129B}" type="slidenum">
              <a:rPr lang="en-US" altLang="zh-CN" smtClean="0"/>
              <a:pPr>
                <a:defRPr/>
              </a:pPr>
              <a:t>2</a:t>
            </a:fld>
            <a:endParaRPr lang="en-US" altLang="zh-CN"/>
          </a:p>
        </p:txBody>
      </p:sp>
    </p:spTree>
    <p:extLst>
      <p:ext uri="{BB962C8B-B14F-4D97-AF65-F5344CB8AC3E}">
        <p14:creationId xmlns:p14="http://schemas.microsoft.com/office/powerpoint/2010/main" val="4146654763"/>
      </p:ext>
    </p:extLst>
  </p:cSld>
  <p:clrMapOvr>
    <a:masterClrMapping/>
  </p:clrMapOvr>
  <p:transition>
    <p:spli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BDE5AD-EE89-4F41-B7FB-E0DB8D14315E}"/>
              </a:ext>
            </a:extLst>
          </p:cNvPr>
          <p:cNvSpPr>
            <a:spLocks noGrp="1"/>
          </p:cNvSpPr>
          <p:nvPr>
            <p:ph type="title"/>
          </p:nvPr>
        </p:nvSpPr>
        <p:spPr/>
        <p:txBody>
          <a:bodyPr/>
          <a:lstStyle/>
          <a:p>
            <a:r>
              <a:rPr lang="zh-CN" altLang="en-US" dirty="0"/>
              <a:t>有根树</a:t>
            </a:r>
          </a:p>
        </p:txBody>
      </p:sp>
      <p:sp>
        <p:nvSpPr>
          <p:cNvPr id="3" name="内容占位符 2">
            <a:extLst>
              <a:ext uri="{FF2B5EF4-FFF2-40B4-BE49-F238E27FC236}">
                <a16:creationId xmlns:a16="http://schemas.microsoft.com/office/drawing/2014/main" id="{3C1E24F0-3956-4EBD-8685-A594E4DC9132}"/>
              </a:ext>
            </a:extLst>
          </p:cNvPr>
          <p:cNvSpPr>
            <a:spLocks noGrp="1"/>
          </p:cNvSpPr>
          <p:nvPr>
            <p:ph idx="1"/>
          </p:nvPr>
        </p:nvSpPr>
        <p:spPr/>
        <p:txBody>
          <a:bodyPr>
            <a:normAutofit lnSpcReduction="10000"/>
          </a:bodyPr>
          <a:lstStyle/>
          <a:p>
            <a:r>
              <a:rPr lang="zh-CN" altLang="en-US" dirty="0"/>
              <a:t>一棵</a:t>
            </a:r>
            <a:r>
              <a:rPr lang="zh-CN" altLang="en-US" b="1" u="sng" dirty="0"/>
              <a:t>有根树</a:t>
            </a:r>
            <a:r>
              <a:rPr lang="en-US" altLang="zh-CN" dirty="0"/>
              <a:t>T</a:t>
            </a:r>
            <a:r>
              <a:rPr lang="zh-CN" altLang="en-US" dirty="0"/>
              <a:t>，简称树，是 </a:t>
            </a:r>
            <a:r>
              <a:rPr lang="en-US" altLang="zh-CN" dirty="0"/>
              <a:t>n (n ≥ 0) </a:t>
            </a:r>
            <a:r>
              <a:rPr lang="zh-CN" altLang="en-US" dirty="0"/>
              <a:t>个结点组成的有限集合。</a:t>
            </a:r>
            <a:endParaRPr lang="en-US" altLang="zh-CN" dirty="0"/>
          </a:p>
          <a:p>
            <a:pPr lvl="1"/>
            <a:r>
              <a:rPr lang="zh-CN" altLang="en-US" dirty="0"/>
              <a:t>如果 </a:t>
            </a:r>
            <a:r>
              <a:rPr lang="en-US" altLang="zh-CN" dirty="0"/>
              <a:t>n = 0</a:t>
            </a:r>
            <a:r>
              <a:rPr lang="zh-CN" altLang="en-US" dirty="0"/>
              <a:t>，称为</a:t>
            </a:r>
            <a:r>
              <a:rPr lang="zh-CN" altLang="en-US" b="1" dirty="0"/>
              <a:t>空树</a:t>
            </a:r>
            <a:r>
              <a:rPr lang="zh-CN" altLang="en-US" dirty="0"/>
              <a:t>；</a:t>
            </a:r>
            <a:endParaRPr lang="en-US" altLang="zh-CN" dirty="0"/>
          </a:p>
          <a:p>
            <a:pPr lvl="1"/>
            <a:r>
              <a:rPr lang="zh-CN" altLang="en-US" dirty="0"/>
              <a:t>如果 </a:t>
            </a:r>
            <a:r>
              <a:rPr lang="en-US" altLang="zh-CN" dirty="0"/>
              <a:t>n &gt; 0</a:t>
            </a:r>
            <a:r>
              <a:rPr lang="zh-CN" altLang="en-US" dirty="0"/>
              <a:t>，则：</a:t>
            </a:r>
          </a:p>
          <a:p>
            <a:pPr lvl="2"/>
            <a:r>
              <a:rPr lang="zh-CN" altLang="en-US" dirty="0"/>
              <a:t>有一个特定的称之为根</a:t>
            </a:r>
            <a:r>
              <a:rPr lang="en-US" altLang="zh-CN" dirty="0"/>
              <a:t>(root)</a:t>
            </a:r>
            <a:r>
              <a:rPr lang="zh-CN" altLang="en-US" dirty="0"/>
              <a:t>的结点</a:t>
            </a:r>
            <a:r>
              <a:rPr lang="en-US" altLang="zh-CN" dirty="0"/>
              <a:t>r</a:t>
            </a:r>
            <a:r>
              <a:rPr lang="zh-CN" altLang="en-US" dirty="0"/>
              <a:t>，它只有直接后继，但没有直接前驱；</a:t>
            </a:r>
          </a:p>
          <a:p>
            <a:pPr lvl="2"/>
            <a:r>
              <a:rPr lang="zh-CN" altLang="en-US" dirty="0"/>
              <a:t>除根以外的其他结点划分为 </a:t>
            </a:r>
            <a:r>
              <a:rPr lang="en-US" altLang="zh-CN" dirty="0"/>
              <a:t>m (m ≥ 0) </a:t>
            </a:r>
            <a:r>
              <a:rPr lang="zh-CN" altLang="en-US" dirty="0"/>
              <a:t>个互不相交的有限集合</a:t>
            </a:r>
            <a:r>
              <a:rPr lang="en-US" altLang="zh-CN" dirty="0"/>
              <a:t>T</a:t>
            </a:r>
            <a:r>
              <a:rPr lang="en-US" altLang="zh-CN" baseline="-25000" dirty="0"/>
              <a:t>1</a:t>
            </a:r>
            <a:r>
              <a:rPr lang="en-US" altLang="zh-CN" dirty="0"/>
              <a:t>, T</a:t>
            </a:r>
            <a:r>
              <a:rPr lang="en-US" altLang="zh-CN" baseline="-25000" dirty="0"/>
              <a:t>2</a:t>
            </a:r>
            <a:r>
              <a:rPr lang="en-US" altLang="zh-CN" dirty="0"/>
              <a:t>, …, T</a:t>
            </a:r>
            <a:r>
              <a:rPr lang="en-US" altLang="zh-CN" baseline="-25000" dirty="0"/>
              <a:t>m</a:t>
            </a:r>
            <a:r>
              <a:rPr lang="zh-CN" altLang="en-US" dirty="0"/>
              <a:t>，每个集合又是一棵树，并且称之为根的子树。</a:t>
            </a:r>
          </a:p>
        </p:txBody>
      </p:sp>
      <p:sp>
        <p:nvSpPr>
          <p:cNvPr id="4" name="灯片编号占位符 3">
            <a:extLst>
              <a:ext uri="{FF2B5EF4-FFF2-40B4-BE49-F238E27FC236}">
                <a16:creationId xmlns:a16="http://schemas.microsoft.com/office/drawing/2014/main" id="{43088CFC-B342-434F-9086-AAF32B23F171}"/>
              </a:ext>
            </a:extLst>
          </p:cNvPr>
          <p:cNvSpPr>
            <a:spLocks noGrp="1"/>
          </p:cNvSpPr>
          <p:nvPr>
            <p:ph type="sldNum" sz="quarter" idx="12"/>
          </p:nvPr>
        </p:nvSpPr>
        <p:spPr/>
        <p:txBody>
          <a:bodyPr/>
          <a:lstStyle/>
          <a:p>
            <a:pPr>
              <a:defRPr/>
            </a:pPr>
            <a:fld id="{A598D83B-EE2A-4F12-B129-1EDE84DF129B}" type="slidenum">
              <a:rPr lang="en-US" altLang="zh-CN" smtClean="0"/>
              <a:pPr>
                <a:defRPr/>
              </a:pPr>
              <a:t>3</a:t>
            </a:fld>
            <a:endParaRPr lang="en-US" altLang="zh-CN"/>
          </a:p>
        </p:txBody>
      </p:sp>
    </p:spTree>
    <p:extLst>
      <p:ext uri="{BB962C8B-B14F-4D97-AF65-F5344CB8AC3E}">
        <p14:creationId xmlns:p14="http://schemas.microsoft.com/office/powerpoint/2010/main" val="2897287161"/>
      </p:ext>
    </p:extLst>
  </p:cSld>
  <p:clrMapOvr>
    <a:masterClrMapping/>
  </p:clrMapOvr>
  <p:transition>
    <p:spli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Line 29">
            <a:extLst>
              <a:ext uri="{FF2B5EF4-FFF2-40B4-BE49-F238E27FC236}">
                <a16:creationId xmlns:a16="http://schemas.microsoft.com/office/drawing/2014/main" id="{7A6FD5EF-06B6-FF7F-D4F6-8754EE9CE03B}"/>
              </a:ext>
            </a:extLst>
          </p:cNvPr>
          <p:cNvSpPr>
            <a:spLocks noChangeShapeType="1"/>
          </p:cNvSpPr>
          <p:nvPr/>
        </p:nvSpPr>
        <p:spPr bwMode="auto">
          <a:xfrm>
            <a:off x="4992368" y="4510092"/>
            <a:ext cx="457200" cy="5334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71" name="Line 28">
            <a:extLst>
              <a:ext uri="{FF2B5EF4-FFF2-40B4-BE49-F238E27FC236}">
                <a16:creationId xmlns:a16="http://schemas.microsoft.com/office/drawing/2014/main" id="{48530BD0-3553-EA14-035C-6B0927E3C709}"/>
              </a:ext>
            </a:extLst>
          </p:cNvPr>
          <p:cNvSpPr>
            <a:spLocks noChangeShapeType="1"/>
          </p:cNvSpPr>
          <p:nvPr/>
        </p:nvSpPr>
        <p:spPr bwMode="auto">
          <a:xfrm flipH="1">
            <a:off x="4154168" y="4510092"/>
            <a:ext cx="457200" cy="457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72" name="Line 26">
            <a:extLst>
              <a:ext uri="{FF2B5EF4-FFF2-40B4-BE49-F238E27FC236}">
                <a16:creationId xmlns:a16="http://schemas.microsoft.com/office/drawing/2014/main" id="{D5C37CE7-5B78-FD4F-8C9A-DE057DA593B8}"/>
              </a:ext>
            </a:extLst>
          </p:cNvPr>
          <p:cNvSpPr>
            <a:spLocks noChangeShapeType="1"/>
          </p:cNvSpPr>
          <p:nvPr/>
        </p:nvSpPr>
        <p:spPr bwMode="auto">
          <a:xfrm>
            <a:off x="4763768" y="4586292"/>
            <a:ext cx="0" cy="3810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73" name="Line 27">
            <a:extLst>
              <a:ext uri="{FF2B5EF4-FFF2-40B4-BE49-F238E27FC236}">
                <a16:creationId xmlns:a16="http://schemas.microsoft.com/office/drawing/2014/main" id="{5ACF1301-8400-4459-CF87-D008E0A1520A}"/>
              </a:ext>
            </a:extLst>
          </p:cNvPr>
          <p:cNvSpPr>
            <a:spLocks noChangeShapeType="1"/>
          </p:cNvSpPr>
          <p:nvPr/>
        </p:nvSpPr>
        <p:spPr bwMode="auto">
          <a:xfrm>
            <a:off x="4154168" y="5424492"/>
            <a:ext cx="0" cy="457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74" name="Line 25">
            <a:extLst>
              <a:ext uri="{FF2B5EF4-FFF2-40B4-BE49-F238E27FC236}">
                <a16:creationId xmlns:a16="http://schemas.microsoft.com/office/drawing/2014/main" id="{02DAEBDA-2628-A9DA-5607-A4DDDC27E549}"/>
              </a:ext>
            </a:extLst>
          </p:cNvPr>
          <p:cNvSpPr>
            <a:spLocks noChangeShapeType="1"/>
          </p:cNvSpPr>
          <p:nvPr/>
        </p:nvSpPr>
        <p:spPr bwMode="auto">
          <a:xfrm>
            <a:off x="3620768" y="3595692"/>
            <a:ext cx="1066800" cy="6096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75" name="Line 23">
            <a:extLst>
              <a:ext uri="{FF2B5EF4-FFF2-40B4-BE49-F238E27FC236}">
                <a16:creationId xmlns:a16="http://schemas.microsoft.com/office/drawing/2014/main" id="{4EAC4D8C-9D55-6725-FE3B-18034D355BF6}"/>
              </a:ext>
            </a:extLst>
          </p:cNvPr>
          <p:cNvSpPr>
            <a:spLocks noChangeShapeType="1"/>
          </p:cNvSpPr>
          <p:nvPr/>
        </p:nvSpPr>
        <p:spPr bwMode="auto">
          <a:xfrm flipH="1">
            <a:off x="2325368" y="3595692"/>
            <a:ext cx="914400" cy="6096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76" name="Line 22">
            <a:extLst>
              <a:ext uri="{FF2B5EF4-FFF2-40B4-BE49-F238E27FC236}">
                <a16:creationId xmlns:a16="http://schemas.microsoft.com/office/drawing/2014/main" id="{37ACBAEB-FA62-5B2C-C675-E4C3BBBACF6E}"/>
              </a:ext>
            </a:extLst>
          </p:cNvPr>
          <p:cNvSpPr>
            <a:spLocks noChangeShapeType="1"/>
          </p:cNvSpPr>
          <p:nvPr/>
        </p:nvSpPr>
        <p:spPr bwMode="auto">
          <a:xfrm>
            <a:off x="3468368" y="3671892"/>
            <a:ext cx="0" cy="17526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77" name="Line 21">
            <a:extLst>
              <a:ext uri="{FF2B5EF4-FFF2-40B4-BE49-F238E27FC236}">
                <a16:creationId xmlns:a16="http://schemas.microsoft.com/office/drawing/2014/main" id="{A1DBAF3F-0342-AC0A-C646-C71CB45943AC}"/>
              </a:ext>
            </a:extLst>
          </p:cNvPr>
          <p:cNvSpPr>
            <a:spLocks noChangeShapeType="1"/>
          </p:cNvSpPr>
          <p:nvPr/>
        </p:nvSpPr>
        <p:spPr bwMode="auto">
          <a:xfrm>
            <a:off x="2401568" y="4510092"/>
            <a:ext cx="228600" cy="5334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78" name="Line 20">
            <a:extLst>
              <a:ext uri="{FF2B5EF4-FFF2-40B4-BE49-F238E27FC236}">
                <a16:creationId xmlns:a16="http://schemas.microsoft.com/office/drawing/2014/main" id="{D5F1A913-0048-74A8-C01B-3FE87C999EEC}"/>
              </a:ext>
            </a:extLst>
          </p:cNvPr>
          <p:cNvSpPr>
            <a:spLocks noChangeShapeType="1"/>
          </p:cNvSpPr>
          <p:nvPr/>
        </p:nvSpPr>
        <p:spPr bwMode="auto">
          <a:xfrm>
            <a:off x="2020568" y="5348292"/>
            <a:ext cx="228600" cy="457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79" name="Line 19">
            <a:extLst>
              <a:ext uri="{FF2B5EF4-FFF2-40B4-BE49-F238E27FC236}">
                <a16:creationId xmlns:a16="http://schemas.microsoft.com/office/drawing/2014/main" id="{28A11D01-8242-55D0-8EC4-FC453AC187F7}"/>
              </a:ext>
            </a:extLst>
          </p:cNvPr>
          <p:cNvSpPr>
            <a:spLocks noChangeShapeType="1"/>
          </p:cNvSpPr>
          <p:nvPr/>
        </p:nvSpPr>
        <p:spPr bwMode="auto">
          <a:xfrm flipH="1">
            <a:off x="1487168" y="4510092"/>
            <a:ext cx="685800" cy="15240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82" name="Oval 4">
            <a:extLst>
              <a:ext uri="{FF2B5EF4-FFF2-40B4-BE49-F238E27FC236}">
                <a16:creationId xmlns:a16="http://schemas.microsoft.com/office/drawing/2014/main" id="{C391C08A-DAAE-CCB9-95A7-3815213F9777}"/>
              </a:ext>
            </a:extLst>
          </p:cNvPr>
          <p:cNvSpPr>
            <a:spLocks noChangeArrowheads="1"/>
          </p:cNvSpPr>
          <p:nvPr/>
        </p:nvSpPr>
        <p:spPr bwMode="auto">
          <a:xfrm>
            <a:off x="3163568" y="3214692"/>
            <a:ext cx="533400" cy="533400"/>
          </a:xfrm>
          <a:prstGeom prst="ellipse">
            <a:avLst/>
          </a:prstGeom>
          <a:gradFill rotWithShape="0">
            <a:gsLst>
              <a:gs pos="0">
                <a:srgbClr val="FF7C80"/>
              </a:gs>
              <a:gs pos="100000">
                <a:srgbClr val="76393B"/>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183" name="Line 5">
            <a:extLst>
              <a:ext uri="{FF2B5EF4-FFF2-40B4-BE49-F238E27FC236}">
                <a16:creationId xmlns:a16="http://schemas.microsoft.com/office/drawing/2014/main" id="{42C0A15A-BEA7-C292-F126-FFC1863057BC}"/>
              </a:ext>
            </a:extLst>
          </p:cNvPr>
          <p:cNvSpPr>
            <a:spLocks noChangeShapeType="1"/>
          </p:cNvSpPr>
          <p:nvPr/>
        </p:nvSpPr>
        <p:spPr bwMode="auto">
          <a:xfrm>
            <a:off x="4306568" y="3443292"/>
            <a:ext cx="2133600" cy="0"/>
          </a:xfrm>
          <a:prstGeom prst="line">
            <a:avLst/>
          </a:prstGeom>
          <a:noFill/>
          <a:ln w="28575">
            <a:solidFill>
              <a:schemeClr val="accent2"/>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84" name="Oval 6">
            <a:extLst>
              <a:ext uri="{FF2B5EF4-FFF2-40B4-BE49-F238E27FC236}">
                <a16:creationId xmlns:a16="http://schemas.microsoft.com/office/drawing/2014/main" id="{768F4B62-34CA-8EA4-AB57-B5FDAFADB4EE}"/>
              </a:ext>
            </a:extLst>
          </p:cNvPr>
          <p:cNvSpPr>
            <a:spLocks noChangeArrowheads="1"/>
          </p:cNvSpPr>
          <p:nvPr/>
        </p:nvSpPr>
        <p:spPr bwMode="auto">
          <a:xfrm>
            <a:off x="2020568" y="4052892"/>
            <a:ext cx="533400" cy="533400"/>
          </a:xfrm>
          <a:prstGeom prst="ellipse">
            <a:avLst/>
          </a:prstGeom>
          <a:gradFill rotWithShape="0">
            <a:gsLst>
              <a:gs pos="0">
                <a:srgbClr val="FF7C80"/>
              </a:gs>
              <a:gs pos="100000">
                <a:srgbClr val="76393B"/>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185" name="Oval 7">
            <a:extLst>
              <a:ext uri="{FF2B5EF4-FFF2-40B4-BE49-F238E27FC236}">
                <a16:creationId xmlns:a16="http://schemas.microsoft.com/office/drawing/2014/main" id="{2C73E598-151D-A070-6A26-C99ABF626B32}"/>
              </a:ext>
            </a:extLst>
          </p:cNvPr>
          <p:cNvSpPr>
            <a:spLocks noChangeArrowheads="1"/>
          </p:cNvSpPr>
          <p:nvPr/>
        </p:nvSpPr>
        <p:spPr bwMode="auto">
          <a:xfrm>
            <a:off x="3163568" y="4052892"/>
            <a:ext cx="533400" cy="533400"/>
          </a:xfrm>
          <a:prstGeom prst="ellipse">
            <a:avLst/>
          </a:prstGeom>
          <a:gradFill rotWithShape="0">
            <a:gsLst>
              <a:gs pos="0">
                <a:srgbClr val="FF7C80"/>
              </a:gs>
              <a:gs pos="100000">
                <a:srgbClr val="76393B"/>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186" name="Oval 8">
            <a:extLst>
              <a:ext uri="{FF2B5EF4-FFF2-40B4-BE49-F238E27FC236}">
                <a16:creationId xmlns:a16="http://schemas.microsoft.com/office/drawing/2014/main" id="{6A9FACB4-AE34-0447-FA0D-6B6B5E5ED538}"/>
              </a:ext>
            </a:extLst>
          </p:cNvPr>
          <p:cNvSpPr>
            <a:spLocks noChangeArrowheads="1"/>
          </p:cNvSpPr>
          <p:nvPr/>
        </p:nvSpPr>
        <p:spPr bwMode="auto">
          <a:xfrm>
            <a:off x="4535168" y="4052892"/>
            <a:ext cx="533400" cy="533400"/>
          </a:xfrm>
          <a:prstGeom prst="ellipse">
            <a:avLst/>
          </a:prstGeom>
          <a:gradFill rotWithShape="0">
            <a:gsLst>
              <a:gs pos="0">
                <a:srgbClr val="FF7C80"/>
              </a:gs>
              <a:gs pos="100000">
                <a:srgbClr val="76393B"/>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187" name="Oval 10">
            <a:extLst>
              <a:ext uri="{FF2B5EF4-FFF2-40B4-BE49-F238E27FC236}">
                <a16:creationId xmlns:a16="http://schemas.microsoft.com/office/drawing/2014/main" id="{CDFF0F90-80AB-60A5-3790-ABE0E11F01D3}"/>
              </a:ext>
            </a:extLst>
          </p:cNvPr>
          <p:cNvSpPr>
            <a:spLocks noChangeArrowheads="1"/>
          </p:cNvSpPr>
          <p:nvPr/>
        </p:nvSpPr>
        <p:spPr bwMode="auto">
          <a:xfrm>
            <a:off x="1639568" y="4891092"/>
            <a:ext cx="533400" cy="533400"/>
          </a:xfrm>
          <a:prstGeom prst="ellipse">
            <a:avLst/>
          </a:prstGeom>
          <a:gradFill rotWithShape="0">
            <a:gsLst>
              <a:gs pos="0">
                <a:srgbClr val="FF7C80"/>
              </a:gs>
              <a:gs pos="100000">
                <a:srgbClr val="76393B"/>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188" name="Oval 11">
            <a:extLst>
              <a:ext uri="{FF2B5EF4-FFF2-40B4-BE49-F238E27FC236}">
                <a16:creationId xmlns:a16="http://schemas.microsoft.com/office/drawing/2014/main" id="{5D3FF471-0546-8B30-4E31-5CD0B2F3660C}"/>
              </a:ext>
            </a:extLst>
          </p:cNvPr>
          <p:cNvSpPr>
            <a:spLocks noChangeArrowheads="1"/>
          </p:cNvSpPr>
          <p:nvPr/>
        </p:nvSpPr>
        <p:spPr bwMode="auto">
          <a:xfrm>
            <a:off x="2325368" y="4891092"/>
            <a:ext cx="533400" cy="533400"/>
          </a:xfrm>
          <a:prstGeom prst="ellipse">
            <a:avLst/>
          </a:prstGeom>
          <a:gradFill rotWithShape="0">
            <a:gsLst>
              <a:gs pos="0">
                <a:srgbClr val="FF7C80"/>
              </a:gs>
              <a:gs pos="100000">
                <a:srgbClr val="76393B"/>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189" name="Oval 12">
            <a:extLst>
              <a:ext uri="{FF2B5EF4-FFF2-40B4-BE49-F238E27FC236}">
                <a16:creationId xmlns:a16="http://schemas.microsoft.com/office/drawing/2014/main" id="{F62BE62E-6A9C-810F-5CD8-BD72A55210E4}"/>
              </a:ext>
            </a:extLst>
          </p:cNvPr>
          <p:cNvSpPr>
            <a:spLocks noChangeArrowheads="1"/>
          </p:cNvSpPr>
          <p:nvPr/>
        </p:nvSpPr>
        <p:spPr bwMode="auto">
          <a:xfrm>
            <a:off x="3163568" y="4891092"/>
            <a:ext cx="533400" cy="533400"/>
          </a:xfrm>
          <a:prstGeom prst="ellipse">
            <a:avLst/>
          </a:prstGeom>
          <a:gradFill rotWithShape="0">
            <a:gsLst>
              <a:gs pos="0">
                <a:srgbClr val="FF7C80"/>
              </a:gs>
              <a:gs pos="100000">
                <a:srgbClr val="76393B"/>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190" name="Oval 13">
            <a:extLst>
              <a:ext uri="{FF2B5EF4-FFF2-40B4-BE49-F238E27FC236}">
                <a16:creationId xmlns:a16="http://schemas.microsoft.com/office/drawing/2014/main" id="{552573C3-DB19-3FC5-8763-E9F0EF96DA42}"/>
              </a:ext>
            </a:extLst>
          </p:cNvPr>
          <p:cNvSpPr>
            <a:spLocks noChangeArrowheads="1"/>
          </p:cNvSpPr>
          <p:nvPr/>
        </p:nvSpPr>
        <p:spPr bwMode="auto">
          <a:xfrm>
            <a:off x="3849368" y="4891092"/>
            <a:ext cx="533400" cy="533400"/>
          </a:xfrm>
          <a:prstGeom prst="ellipse">
            <a:avLst/>
          </a:prstGeom>
          <a:gradFill rotWithShape="0">
            <a:gsLst>
              <a:gs pos="0">
                <a:srgbClr val="FF7C80"/>
              </a:gs>
              <a:gs pos="100000">
                <a:srgbClr val="76393B"/>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191" name="Oval 14">
            <a:extLst>
              <a:ext uri="{FF2B5EF4-FFF2-40B4-BE49-F238E27FC236}">
                <a16:creationId xmlns:a16="http://schemas.microsoft.com/office/drawing/2014/main" id="{C48AD09D-8D89-0D04-7C10-23F1F79343B2}"/>
              </a:ext>
            </a:extLst>
          </p:cNvPr>
          <p:cNvSpPr>
            <a:spLocks noChangeArrowheads="1"/>
          </p:cNvSpPr>
          <p:nvPr/>
        </p:nvSpPr>
        <p:spPr bwMode="auto">
          <a:xfrm>
            <a:off x="4535168" y="4891092"/>
            <a:ext cx="533400" cy="533400"/>
          </a:xfrm>
          <a:prstGeom prst="ellipse">
            <a:avLst/>
          </a:prstGeom>
          <a:gradFill rotWithShape="0">
            <a:gsLst>
              <a:gs pos="0">
                <a:srgbClr val="FF7C80"/>
              </a:gs>
              <a:gs pos="100000">
                <a:srgbClr val="76393B"/>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192" name="Oval 15">
            <a:extLst>
              <a:ext uri="{FF2B5EF4-FFF2-40B4-BE49-F238E27FC236}">
                <a16:creationId xmlns:a16="http://schemas.microsoft.com/office/drawing/2014/main" id="{D78CF92B-0942-25BD-F26D-1E64C7329583}"/>
              </a:ext>
            </a:extLst>
          </p:cNvPr>
          <p:cNvSpPr>
            <a:spLocks noChangeArrowheads="1"/>
          </p:cNvSpPr>
          <p:nvPr/>
        </p:nvSpPr>
        <p:spPr bwMode="auto">
          <a:xfrm>
            <a:off x="5220968" y="4891092"/>
            <a:ext cx="533400" cy="533400"/>
          </a:xfrm>
          <a:prstGeom prst="ellipse">
            <a:avLst/>
          </a:prstGeom>
          <a:gradFill rotWithShape="0">
            <a:gsLst>
              <a:gs pos="0">
                <a:srgbClr val="FF7C80"/>
              </a:gs>
              <a:gs pos="100000">
                <a:srgbClr val="76393B"/>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193" name="Oval 17">
            <a:extLst>
              <a:ext uri="{FF2B5EF4-FFF2-40B4-BE49-F238E27FC236}">
                <a16:creationId xmlns:a16="http://schemas.microsoft.com/office/drawing/2014/main" id="{44C9C138-A505-26BE-11CF-AE6FC4CC2828}"/>
              </a:ext>
            </a:extLst>
          </p:cNvPr>
          <p:cNvSpPr>
            <a:spLocks noChangeArrowheads="1"/>
          </p:cNvSpPr>
          <p:nvPr/>
        </p:nvSpPr>
        <p:spPr bwMode="auto">
          <a:xfrm>
            <a:off x="1258568" y="5729292"/>
            <a:ext cx="533400" cy="533400"/>
          </a:xfrm>
          <a:prstGeom prst="ellipse">
            <a:avLst/>
          </a:prstGeom>
          <a:gradFill rotWithShape="0">
            <a:gsLst>
              <a:gs pos="0">
                <a:srgbClr val="FF7C80"/>
              </a:gs>
              <a:gs pos="100000">
                <a:srgbClr val="76393B"/>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194" name="Oval 18">
            <a:extLst>
              <a:ext uri="{FF2B5EF4-FFF2-40B4-BE49-F238E27FC236}">
                <a16:creationId xmlns:a16="http://schemas.microsoft.com/office/drawing/2014/main" id="{DE2C52D9-D783-2019-1758-D40EACF6CA5C}"/>
              </a:ext>
            </a:extLst>
          </p:cNvPr>
          <p:cNvSpPr>
            <a:spLocks noChangeArrowheads="1"/>
          </p:cNvSpPr>
          <p:nvPr/>
        </p:nvSpPr>
        <p:spPr bwMode="auto">
          <a:xfrm>
            <a:off x="2020568" y="5729292"/>
            <a:ext cx="533400" cy="533400"/>
          </a:xfrm>
          <a:prstGeom prst="ellipse">
            <a:avLst/>
          </a:prstGeom>
          <a:gradFill rotWithShape="0">
            <a:gsLst>
              <a:gs pos="0">
                <a:srgbClr val="FF7C80"/>
              </a:gs>
              <a:gs pos="100000">
                <a:srgbClr val="76393B"/>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195" name="Oval 24">
            <a:extLst>
              <a:ext uri="{FF2B5EF4-FFF2-40B4-BE49-F238E27FC236}">
                <a16:creationId xmlns:a16="http://schemas.microsoft.com/office/drawing/2014/main" id="{57ED8BE2-6442-191F-6EB0-1A62E7F1C3CB}"/>
              </a:ext>
            </a:extLst>
          </p:cNvPr>
          <p:cNvSpPr>
            <a:spLocks noChangeArrowheads="1"/>
          </p:cNvSpPr>
          <p:nvPr/>
        </p:nvSpPr>
        <p:spPr bwMode="auto">
          <a:xfrm>
            <a:off x="3849368" y="5729292"/>
            <a:ext cx="533400" cy="533400"/>
          </a:xfrm>
          <a:prstGeom prst="ellipse">
            <a:avLst/>
          </a:prstGeom>
          <a:gradFill rotWithShape="0">
            <a:gsLst>
              <a:gs pos="0">
                <a:srgbClr val="FF7C80"/>
              </a:gs>
              <a:gs pos="100000">
                <a:srgbClr val="76393B"/>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196" name="Line 30">
            <a:extLst>
              <a:ext uri="{FF2B5EF4-FFF2-40B4-BE49-F238E27FC236}">
                <a16:creationId xmlns:a16="http://schemas.microsoft.com/office/drawing/2014/main" id="{6BF4BDB1-0DA9-362A-699A-44E98520B7AC}"/>
              </a:ext>
            </a:extLst>
          </p:cNvPr>
          <p:cNvSpPr>
            <a:spLocks noChangeShapeType="1"/>
          </p:cNvSpPr>
          <p:nvPr/>
        </p:nvSpPr>
        <p:spPr bwMode="auto">
          <a:xfrm>
            <a:off x="5297168" y="4281492"/>
            <a:ext cx="1143000" cy="0"/>
          </a:xfrm>
          <a:prstGeom prst="line">
            <a:avLst/>
          </a:prstGeom>
          <a:noFill/>
          <a:ln w="28575">
            <a:solidFill>
              <a:schemeClr val="accent2"/>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97" name="Line 31">
            <a:extLst>
              <a:ext uri="{FF2B5EF4-FFF2-40B4-BE49-F238E27FC236}">
                <a16:creationId xmlns:a16="http://schemas.microsoft.com/office/drawing/2014/main" id="{3F9A8C54-6575-F9C4-4F38-A105612A5C1C}"/>
              </a:ext>
            </a:extLst>
          </p:cNvPr>
          <p:cNvSpPr>
            <a:spLocks noChangeShapeType="1"/>
          </p:cNvSpPr>
          <p:nvPr/>
        </p:nvSpPr>
        <p:spPr bwMode="auto">
          <a:xfrm>
            <a:off x="5830568" y="5119692"/>
            <a:ext cx="685800" cy="0"/>
          </a:xfrm>
          <a:prstGeom prst="line">
            <a:avLst/>
          </a:prstGeom>
          <a:noFill/>
          <a:ln w="28575">
            <a:solidFill>
              <a:schemeClr val="accent2"/>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98" name="Line 32">
            <a:extLst>
              <a:ext uri="{FF2B5EF4-FFF2-40B4-BE49-F238E27FC236}">
                <a16:creationId xmlns:a16="http://schemas.microsoft.com/office/drawing/2014/main" id="{A86EA8E2-D28A-A767-63A8-A79FED900771}"/>
              </a:ext>
            </a:extLst>
          </p:cNvPr>
          <p:cNvSpPr>
            <a:spLocks noChangeShapeType="1"/>
          </p:cNvSpPr>
          <p:nvPr/>
        </p:nvSpPr>
        <p:spPr bwMode="auto">
          <a:xfrm>
            <a:off x="4611368" y="5957892"/>
            <a:ext cx="1828800" cy="0"/>
          </a:xfrm>
          <a:prstGeom prst="line">
            <a:avLst/>
          </a:prstGeom>
          <a:noFill/>
          <a:ln w="28575">
            <a:solidFill>
              <a:schemeClr val="accent2"/>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99" name="Text Box 33">
            <a:extLst>
              <a:ext uri="{FF2B5EF4-FFF2-40B4-BE49-F238E27FC236}">
                <a16:creationId xmlns:a16="http://schemas.microsoft.com/office/drawing/2014/main" id="{9EC1A960-CD59-E1ED-3EAE-2C4456B5B16D}"/>
              </a:ext>
            </a:extLst>
          </p:cNvPr>
          <p:cNvSpPr txBox="1">
            <a:spLocks noChangeArrowheads="1"/>
          </p:cNvSpPr>
          <p:nvPr/>
        </p:nvSpPr>
        <p:spPr bwMode="auto">
          <a:xfrm>
            <a:off x="6440168" y="3154367"/>
            <a:ext cx="793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a:solidFill>
                  <a:schemeClr val="tx2"/>
                </a:solidFill>
                <a:latin typeface="Times New Roman" panose="02020603050405020304" pitchFamily="18" charset="0"/>
                <a:ea typeface="宋体" panose="02010600030101010101" pitchFamily="2" charset="-122"/>
              </a:rPr>
              <a:t>1</a:t>
            </a:r>
            <a:r>
              <a:rPr kumimoji="1" lang="zh-CN" altLang="en-US" sz="3200">
                <a:solidFill>
                  <a:schemeClr val="tx2"/>
                </a:solidFill>
                <a:latin typeface="Times New Roman" panose="02020603050405020304" pitchFamily="18" charset="0"/>
                <a:ea typeface="隶书" panose="02010509060101010101" pitchFamily="49" charset="-122"/>
              </a:rPr>
              <a:t>层</a:t>
            </a:r>
            <a:endParaRPr kumimoji="1" lang="zh-CN" altLang="en-US" sz="3200">
              <a:latin typeface="Times New Roman" panose="02020603050405020304" pitchFamily="18" charset="0"/>
              <a:ea typeface="宋体" panose="02010600030101010101" pitchFamily="2" charset="-122"/>
            </a:endParaRPr>
          </a:p>
        </p:txBody>
      </p:sp>
      <p:sp>
        <p:nvSpPr>
          <p:cNvPr id="7200" name="Text Box 34">
            <a:extLst>
              <a:ext uri="{FF2B5EF4-FFF2-40B4-BE49-F238E27FC236}">
                <a16:creationId xmlns:a16="http://schemas.microsoft.com/office/drawing/2014/main" id="{6A6A8C7F-F18E-6F7D-D710-784A18C10963}"/>
              </a:ext>
            </a:extLst>
          </p:cNvPr>
          <p:cNvSpPr txBox="1">
            <a:spLocks noChangeArrowheads="1"/>
          </p:cNvSpPr>
          <p:nvPr/>
        </p:nvSpPr>
        <p:spPr bwMode="auto">
          <a:xfrm>
            <a:off x="6440168" y="3976692"/>
            <a:ext cx="793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a:solidFill>
                  <a:schemeClr val="tx2"/>
                </a:solidFill>
                <a:latin typeface="Times New Roman" panose="02020603050405020304" pitchFamily="18" charset="0"/>
                <a:ea typeface="宋体" panose="02010600030101010101" pitchFamily="2" charset="-122"/>
              </a:rPr>
              <a:t>2</a:t>
            </a:r>
            <a:r>
              <a:rPr kumimoji="1" lang="zh-CN" altLang="en-US" sz="3200">
                <a:solidFill>
                  <a:schemeClr val="tx2"/>
                </a:solidFill>
                <a:latin typeface="Times New Roman" panose="02020603050405020304" pitchFamily="18" charset="0"/>
                <a:ea typeface="隶书" panose="02010509060101010101" pitchFamily="49" charset="-122"/>
              </a:rPr>
              <a:t>层</a:t>
            </a:r>
            <a:endParaRPr kumimoji="1" lang="zh-CN" altLang="en-US" sz="3200">
              <a:latin typeface="Times New Roman" panose="02020603050405020304" pitchFamily="18" charset="0"/>
              <a:ea typeface="宋体" panose="02010600030101010101" pitchFamily="2" charset="-122"/>
            </a:endParaRPr>
          </a:p>
        </p:txBody>
      </p:sp>
      <p:sp>
        <p:nvSpPr>
          <p:cNvPr id="7201" name="Text Box 35">
            <a:extLst>
              <a:ext uri="{FF2B5EF4-FFF2-40B4-BE49-F238E27FC236}">
                <a16:creationId xmlns:a16="http://schemas.microsoft.com/office/drawing/2014/main" id="{B3803C37-EF26-69D4-324B-787383EA4FCE}"/>
              </a:ext>
            </a:extLst>
          </p:cNvPr>
          <p:cNvSpPr txBox="1">
            <a:spLocks noChangeArrowheads="1"/>
          </p:cNvSpPr>
          <p:nvPr/>
        </p:nvSpPr>
        <p:spPr bwMode="auto">
          <a:xfrm>
            <a:off x="6408418" y="5653092"/>
            <a:ext cx="793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a:solidFill>
                  <a:schemeClr val="tx2"/>
                </a:solidFill>
                <a:latin typeface="Times New Roman" panose="02020603050405020304" pitchFamily="18" charset="0"/>
                <a:ea typeface="宋体" panose="02010600030101010101" pitchFamily="2" charset="-122"/>
              </a:rPr>
              <a:t>4</a:t>
            </a:r>
            <a:r>
              <a:rPr kumimoji="1" lang="zh-CN" altLang="en-US" sz="3200">
                <a:solidFill>
                  <a:schemeClr val="tx2"/>
                </a:solidFill>
                <a:latin typeface="Times New Roman" panose="02020603050405020304" pitchFamily="18" charset="0"/>
                <a:ea typeface="隶书" panose="02010509060101010101" pitchFamily="49" charset="-122"/>
              </a:rPr>
              <a:t>层</a:t>
            </a:r>
            <a:endParaRPr kumimoji="1" lang="zh-CN" altLang="en-US" sz="3200">
              <a:latin typeface="Times New Roman" panose="02020603050405020304" pitchFamily="18" charset="0"/>
              <a:ea typeface="宋体" panose="02010600030101010101" pitchFamily="2" charset="-122"/>
            </a:endParaRPr>
          </a:p>
        </p:txBody>
      </p:sp>
      <p:sp>
        <p:nvSpPr>
          <p:cNvPr id="7202" name="Text Box 36">
            <a:extLst>
              <a:ext uri="{FF2B5EF4-FFF2-40B4-BE49-F238E27FC236}">
                <a16:creationId xmlns:a16="http://schemas.microsoft.com/office/drawing/2014/main" id="{393DFCCD-2172-B79F-C3AF-110B77A5ED78}"/>
              </a:ext>
            </a:extLst>
          </p:cNvPr>
          <p:cNvSpPr txBox="1">
            <a:spLocks noChangeArrowheads="1"/>
          </p:cNvSpPr>
          <p:nvPr/>
        </p:nvSpPr>
        <p:spPr bwMode="auto">
          <a:xfrm>
            <a:off x="6440168" y="4814892"/>
            <a:ext cx="793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a:solidFill>
                  <a:schemeClr val="tx2"/>
                </a:solidFill>
                <a:latin typeface="Times New Roman" panose="02020603050405020304" pitchFamily="18" charset="0"/>
                <a:ea typeface="宋体" panose="02010600030101010101" pitchFamily="2" charset="-122"/>
              </a:rPr>
              <a:t>3</a:t>
            </a:r>
            <a:r>
              <a:rPr kumimoji="1" lang="zh-CN" altLang="en-US" sz="3200">
                <a:solidFill>
                  <a:schemeClr val="tx2"/>
                </a:solidFill>
                <a:latin typeface="Times New Roman" panose="02020603050405020304" pitchFamily="18" charset="0"/>
                <a:ea typeface="隶书" panose="02010509060101010101" pitchFamily="49" charset="-122"/>
              </a:rPr>
              <a:t>层</a:t>
            </a:r>
            <a:endParaRPr kumimoji="1" lang="zh-CN" altLang="en-US" sz="3200">
              <a:latin typeface="Times New Roman" panose="02020603050405020304" pitchFamily="18" charset="0"/>
              <a:ea typeface="宋体" panose="02010600030101010101" pitchFamily="2" charset="-122"/>
            </a:endParaRPr>
          </a:p>
        </p:txBody>
      </p:sp>
      <p:sp>
        <p:nvSpPr>
          <p:cNvPr id="7203" name="Text Box 37">
            <a:extLst>
              <a:ext uri="{FF2B5EF4-FFF2-40B4-BE49-F238E27FC236}">
                <a16:creationId xmlns:a16="http://schemas.microsoft.com/office/drawing/2014/main" id="{B7626533-A1B3-FA21-4B0E-C2A270D42DBD}"/>
              </a:ext>
            </a:extLst>
          </p:cNvPr>
          <p:cNvSpPr txBox="1">
            <a:spLocks noChangeArrowheads="1"/>
          </p:cNvSpPr>
          <p:nvPr/>
        </p:nvSpPr>
        <p:spPr bwMode="auto">
          <a:xfrm>
            <a:off x="7213281" y="4411667"/>
            <a:ext cx="1112837" cy="77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lnSpc>
                <a:spcPct val="80000"/>
              </a:lnSpc>
            </a:pPr>
            <a:r>
              <a:rPr kumimoji="1" lang="en-US" altLang="zh-CN" sz="2800" b="1" i="1">
                <a:solidFill>
                  <a:schemeClr val="accent2"/>
                </a:solidFill>
                <a:latin typeface="Times New Roman" panose="02020603050405020304" pitchFamily="18" charset="0"/>
                <a:ea typeface="宋体" panose="02010600030101010101" pitchFamily="2" charset="-122"/>
              </a:rPr>
              <a:t>height</a:t>
            </a:r>
            <a:endParaRPr kumimoji="1" lang="en-US" altLang="zh-CN" sz="2800" b="1">
              <a:solidFill>
                <a:schemeClr val="accent2"/>
              </a:solidFill>
              <a:latin typeface="Times New Roman" panose="02020603050405020304" pitchFamily="18" charset="0"/>
              <a:ea typeface="宋体" panose="02010600030101010101" pitchFamily="2" charset="-122"/>
            </a:endParaRPr>
          </a:p>
          <a:p>
            <a:pPr algn="ctr" eaLnBrk="1" hangingPunct="1">
              <a:lnSpc>
                <a:spcPct val="80000"/>
              </a:lnSpc>
            </a:pPr>
            <a:r>
              <a:rPr kumimoji="1" lang="en-US" altLang="zh-CN" sz="2800" b="1">
                <a:solidFill>
                  <a:schemeClr val="accent2"/>
                </a:solidFill>
                <a:latin typeface="Times New Roman" panose="02020603050405020304" pitchFamily="18" charset="0"/>
                <a:ea typeface="宋体" panose="02010600030101010101" pitchFamily="2" charset="-122"/>
              </a:rPr>
              <a:t>= 4</a:t>
            </a:r>
            <a:endParaRPr kumimoji="1" lang="en-US" altLang="zh-CN" sz="3200">
              <a:latin typeface="Times New Roman" panose="02020603050405020304" pitchFamily="18" charset="0"/>
              <a:ea typeface="宋体" panose="02010600030101010101" pitchFamily="2" charset="-122"/>
            </a:endParaRPr>
          </a:p>
        </p:txBody>
      </p:sp>
      <p:sp>
        <p:nvSpPr>
          <p:cNvPr id="7204" name="Line 38">
            <a:extLst>
              <a:ext uri="{FF2B5EF4-FFF2-40B4-BE49-F238E27FC236}">
                <a16:creationId xmlns:a16="http://schemas.microsoft.com/office/drawing/2014/main" id="{EE8C2D32-D72C-8A4A-5667-F0A066DB814D}"/>
              </a:ext>
            </a:extLst>
          </p:cNvPr>
          <p:cNvSpPr>
            <a:spLocks noChangeShapeType="1"/>
          </p:cNvSpPr>
          <p:nvPr/>
        </p:nvSpPr>
        <p:spPr bwMode="auto">
          <a:xfrm>
            <a:off x="7583168" y="3290892"/>
            <a:ext cx="304800" cy="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05" name="Line 39">
            <a:extLst>
              <a:ext uri="{FF2B5EF4-FFF2-40B4-BE49-F238E27FC236}">
                <a16:creationId xmlns:a16="http://schemas.microsoft.com/office/drawing/2014/main" id="{488A8FCC-66CC-CF57-A8CA-3563955E3115}"/>
              </a:ext>
            </a:extLst>
          </p:cNvPr>
          <p:cNvSpPr>
            <a:spLocks noChangeShapeType="1"/>
          </p:cNvSpPr>
          <p:nvPr/>
        </p:nvSpPr>
        <p:spPr bwMode="auto">
          <a:xfrm flipV="1">
            <a:off x="7735568" y="3290892"/>
            <a:ext cx="0" cy="1066800"/>
          </a:xfrm>
          <a:prstGeom prst="line">
            <a:avLst/>
          </a:prstGeom>
          <a:noFill/>
          <a:ln w="38100">
            <a:solidFill>
              <a:srgbClr val="0099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06" name="Line 40">
            <a:extLst>
              <a:ext uri="{FF2B5EF4-FFF2-40B4-BE49-F238E27FC236}">
                <a16:creationId xmlns:a16="http://schemas.microsoft.com/office/drawing/2014/main" id="{7CFCE235-DFA3-174B-C680-A33D67BEFB27}"/>
              </a:ext>
            </a:extLst>
          </p:cNvPr>
          <p:cNvSpPr>
            <a:spLocks noChangeShapeType="1"/>
          </p:cNvSpPr>
          <p:nvPr/>
        </p:nvSpPr>
        <p:spPr bwMode="auto">
          <a:xfrm>
            <a:off x="7583168" y="6186492"/>
            <a:ext cx="304800" cy="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07" name="Line 41">
            <a:extLst>
              <a:ext uri="{FF2B5EF4-FFF2-40B4-BE49-F238E27FC236}">
                <a16:creationId xmlns:a16="http://schemas.microsoft.com/office/drawing/2014/main" id="{1692E965-EFC3-D682-0538-C18005D4C5F5}"/>
              </a:ext>
            </a:extLst>
          </p:cNvPr>
          <p:cNvSpPr>
            <a:spLocks noChangeShapeType="1"/>
          </p:cNvSpPr>
          <p:nvPr/>
        </p:nvSpPr>
        <p:spPr bwMode="auto">
          <a:xfrm flipV="1">
            <a:off x="7735568" y="5119692"/>
            <a:ext cx="0" cy="1066800"/>
          </a:xfrm>
          <a:prstGeom prst="line">
            <a:avLst/>
          </a:prstGeom>
          <a:noFill/>
          <a:ln w="38100">
            <a:solidFill>
              <a:srgbClr val="009900"/>
            </a:solidFill>
            <a:round/>
            <a:headEnd type="triangl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08" name="Text Box 42">
            <a:extLst>
              <a:ext uri="{FF2B5EF4-FFF2-40B4-BE49-F238E27FC236}">
                <a16:creationId xmlns:a16="http://schemas.microsoft.com/office/drawing/2014/main" id="{32DDEAF7-FCEA-C7BE-DF82-D4CEA170F893}"/>
              </a:ext>
            </a:extLst>
          </p:cNvPr>
          <p:cNvSpPr txBox="1">
            <a:spLocks noChangeArrowheads="1"/>
          </p:cNvSpPr>
          <p:nvPr/>
        </p:nvSpPr>
        <p:spPr bwMode="auto">
          <a:xfrm>
            <a:off x="3239768" y="3214692"/>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panose="020B0604020202020204" pitchFamily="34"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7209" name="Text Box 43">
            <a:extLst>
              <a:ext uri="{FF2B5EF4-FFF2-40B4-BE49-F238E27FC236}">
                <a16:creationId xmlns:a16="http://schemas.microsoft.com/office/drawing/2014/main" id="{456E567B-3EBA-B990-A04F-5234254CB7D9}"/>
              </a:ext>
            </a:extLst>
          </p:cNvPr>
          <p:cNvSpPr txBox="1">
            <a:spLocks noChangeArrowheads="1"/>
          </p:cNvSpPr>
          <p:nvPr/>
        </p:nvSpPr>
        <p:spPr bwMode="auto">
          <a:xfrm>
            <a:off x="3239768" y="4052892"/>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panose="020B0604020202020204" pitchFamily="34"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7210" name="Text Box 44">
            <a:extLst>
              <a:ext uri="{FF2B5EF4-FFF2-40B4-BE49-F238E27FC236}">
                <a16:creationId xmlns:a16="http://schemas.microsoft.com/office/drawing/2014/main" id="{E3D9C721-03C2-639B-B229-56273FDA17E7}"/>
              </a:ext>
            </a:extLst>
          </p:cNvPr>
          <p:cNvSpPr txBox="1">
            <a:spLocks noChangeArrowheads="1"/>
          </p:cNvSpPr>
          <p:nvPr/>
        </p:nvSpPr>
        <p:spPr bwMode="auto">
          <a:xfrm>
            <a:off x="3230243" y="4905380"/>
            <a:ext cx="4603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panose="020B0604020202020204" pitchFamily="34" charset="0"/>
                <a:ea typeface="宋体" panose="02010600030101010101" pitchFamily="2" charset="-122"/>
              </a:rPr>
              <a:t>G</a:t>
            </a:r>
            <a:endParaRPr kumimoji="1" lang="en-US" altLang="zh-CN" sz="2400">
              <a:latin typeface="Times New Roman" panose="02020603050405020304" pitchFamily="18" charset="0"/>
              <a:ea typeface="宋体" panose="02010600030101010101" pitchFamily="2" charset="-122"/>
            </a:endParaRPr>
          </a:p>
        </p:txBody>
      </p:sp>
      <p:sp>
        <p:nvSpPr>
          <p:cNvPr id="7211" name="Text Box 45">
            <a:extLst>
              <a:ext uri="{FF2B5EF4-FFF2-40B4-BE49-F238E27FC236}">
                <a16:creationId xmlns:a16="http://schemas.microsoft.com/office/drawing/2014/main" id="{AEA9E4D9-275C-C83E-2683-5A4079EAFD0D}"/>
              </a:ext>
            </a:extLst>
          </p:cNvPr>
          <p:cNvSpPr txBox="1">
            <a:spLocks noChangeArrowheads="1"/>
          </p:cNvSpPr>
          <p:nvPr/>
        </p:nvSpPr>
        <p:spPr bwMode="auto">
          <a:xfrm>
            <a:off x="2096768" y="4052892"/>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panose="020B0604020202020204" pitchFamily="34"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7212" name="Text Box 46">
            <a:extLst>
              <a:ext uri="{FF2B5EF4-FFF2-40B4-BE49-F238E27FC236}">
                <a16:creationId xmlns:a16="http://schemas.microsoft.com/office/drawing/2014/main" id="{00D87FFD-717E-7196-4F41-A896FBA135C1}"/>
              </a:ext>
            </a:extLst>
          </p:cNvPr>
          <p:cNvSpPr txBox="1">
            <a:spLocks noChangeArrowheads="1"/>
          </p:cNvSpPr>
          <p:nvPr/>
        </p:nvSpPr>
        <p:spPr bwMode="auto">
          <a:xfrm>
            <a:off x="4611368" y="4067180"/>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panose="020B0604020202020204" pitchFamily="34"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7213" name="Text Box 47">
            <a:extLst>
              <a:ext uri="{FF2B5EF4-FFF2-40B4-BE49-F238E27FC236}">
                <a16:creationId xmlns:a16="http://schemas.microsoft.com/office/drawing/2014/main" id="{DD9EE532-360B-DA13-A959-AAE815EC5BBB}"/>
              </a:ext>
            </a:extLst>
          </p:cNvPr>
          <p:cNvSpPr txBox="1">
            <a:spLocks noChangeArrowheads="1"/>
          </p:cNvSpPr>
          <p:nvPr/>
        </p:nvSpPr>
        <p:spPr bwMode="auto">
          <a:xfrm>
            <a:off x="1725293" y="4905380"/>
            <a:ext cx="420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panose="020B0604020202020204" pitchFamily="34"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7214" name="Text Box 48">
            <a:extLst>
              <a:ext uri="{FF2B5EF4-FFF2-40B4-BE49-F238E27FC236}">
                <a16:creationId xmlns:a16="http://schemas.microsoft.com/office/drawing/2014/main" id="{F098DAEC-103E-00C9-22D0-F823A59A5995}"/>
              </a:ext>
            </a:extLst>
          </p:cNvPr>
          <p:cNvSpPr txBox="1">
            <a:spLocks noChangeArrowheads="1"/>
          </p:cNvSpPr>
          <p:nvPr/>
        </p:nvSpPr>
        <p:spPr bwMode="auto">
          <a:xfrm>
            <a:off x="2411093" y="4905380"/>
            <a:ext cx="4016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panose="020B0604020202020204" pitchFamily="34"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7215" name="Text Box 49">
            <a:extLst>
              <a:ext uri="{FF2B5EF4-FFF2-40B4-BE49-F238E27FC236}">
                <a16:creationId xmlns:a16="http://schemas.microsoft.com/office/drawing/2014/main" id="{B2D871EC-5E16-9C2B-2712-739157475FD0}"/>
              </a:ext>
            </a:extLst>
          </p:cNvPr>
          <p:cNvSpPr txBox="1">
            <a:spLocks noChangeArrowheads="1"/>
          </p:cNvSpPr>
          <p:nvPr/>
        </p:nvSpPr>
        <p:spPr bwMode="auto">
          <a:xfrm>
            <a:off x="1350643" y="5743580"/>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panose="020B0604020202020204" pitchFamily="34" charset="0"/>
                <a:ea typeface="宋体" panose="02010600030101010101" pitchFamily="2" charset="-122"/>
              </a:rPr>
              <a:t>K</a:t>
            </a:r>
            <a:endParaRPr kumimoji="1" lang="en-US" altLang="zh-CN" sz="2400">
              <a:latin typeface="Times New Roman" panose="02020603050405020304" pitchFamily="18" charset="0"/>
              <a:ea typeface="宋体" panose="02010600030101010101" pitchFamily="2" charset="-122"/>
            </a:endParaRPr>
          </a:p>
        </p:txBody>
      </p:sp>
      <p:sp>
        <p:nvSpPr>
          <p:cNvPr id="7216" name="Text Box 50">
            <a:extLst>
              <a:ext uri="{FF2B5EF4-FFF2-40B4-BE49-F238E27FC236}">
                <a16:creationId xmlns:a16="http://schemas.microsoft.com/office/drawing/2014/main" id="{9AD15608-3A75-90D4-650F-3CF0DE14802D}"/>
              </a:ext>
            </a:extLst>
          </p:cNvPr>
          <p:cNvSpPr txBox="1">
            <a:spLocks noChangeArrowheads="1"/>
          </p:cNvSpPr>
          <p:nvPr/>
        </p:nvSpPr>
        <p:spPr bwMode="auto">
          <a:xfrm>
            <a:off x="2096768" y="5743580"/>
            <a:ext cx="4016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panose="020B0604020202020204" pitchFamily="34" charset="0"/>
                <a:ea typeface="宋体" panose="02010600030101010101" pitchFamily="2" charset="-122"/>
              </a:rPr>
              <a:t>L</a:t>
            </a:r>
            <a:endParaRPr kumimoji="1" lang="en-US" altLang="zh-CN" sz="2400">
              <a:latin typeface="Times New Roman" panose="02020603050405020304" pitchFamily="18" charset="0"/>
              <a:ea typeface="宋体" panose="02010600030101010101" pitchFamily="2" charset="-122"/>
            </a:endParaRPr>
          </a:p>
        </p:txBody>
      </p:sp>
      <p:sp>
        <p:nvSpPr>
          <p:cNvPr id="7217" name="Text Box 51">
            <a:extLst>
              <a:ext uri="{FF2B5EF4-FFF2-40B4-BE49-F238E27FC236}">
                <a16:creationId xmlns:a16="http://schemas.microsoft.com/office/drawing/2014/main" id="{30497F27-EB20-3145-1899-C4E6CB8514AA}"/>
              </a:ext>
            </a:extLst>
          </p:cNvPr>
          <p:cNvSpPr txBox="1">
            <a:spLocks noChangeArrowheads="1"/>
          </p:cNvSpPr>
          <p:nvPr/>
        </p:nvSpPr>
        <p:spPr bwMode="auto">
          <a:xfrm>
            <a:off x="3916043" y="4905380"/>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panose="020B0604020202020204" pitchFamily="34" charset="0"/>
                <a:ea typeface="宋体" panose="02010600030101010101" pitchFamily="2" charset="-122"/>
              </a:rPr>
              <a:t>H</a:t>
            </a:r>
            <a:endParaRPr kumimoji="1" lang="en-US" altLang="zh-CN" sz="2400">
              <a:latin typeface="Times New Roman" panose="02020603050405020304" pitchFamily="18" charset="0"/>
              <a:ea typeface="宋体" panose="02010600030101010101" pitchFamily="2" charset="-122"/>
            </a:endParaRPr>
          </a:p>
        </p:txBody>
      </p:sp>
      <p:sp>
        <p:nvSpPr>
          <p:cNvPr id="7218" name="Text Box 52">
            <a:extLst>
              <a:ext uri="{FF2B5EF4-FFF2-40B4-BE49-F238E27FC236}">
                <a16:creationId xmlns:a16="http://schemas.microsoft.com/office/drawing/2014/main" id="{AA467050-DD64-2AEA-B4D0-88BE4DD8CCE7}"/>
              </a:ext>
            </a:extLst>
          </p:cNvPr>
          <p:cNvSpPr txBox="1">
            <a:spLocks noChangeArrowheads="1"/>
          </p:cNvSpPr>
          <p:nvPr/>
        </p:nvSpPr>
        <p:spPr bwMode="auto">
          <a:xfrm>
            <a:off x="3855718" y="5743580"/>
            <a:ext cx="4810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panose="020B0604020202020204" pitchFamily="34" charset="0"/>
                <a:ea typeface="宋体" panose="02010600030101010101" pitchFamily="2" charset="-122"/>
              </a:rPr>
              <a:t>M</a:t>
            </a:r>
            <a:endParaRPr kumimoji="1" lang="en-US" altLang="zh-CN" sz="2400">
              <a:latin typeface="Times New Roman" panose="02020603050405020304" pitchFamily="18" charset="0"/>
              <a:ea typeface="宋体" panose="02010600030101010101" pitchFamily="2" charset="-122"/>
            </a:endParaRPr>
          </a:p>
        </p:txBody>
      </p:sp>
      <p:sp>
        <p:nvSpPr>
          <p:cNvPr id="7219" name="Text Box 53">
            <a:extLst>
              <a:ext uri="{FF2B5EF4-FFF2-40B4-BE49-F238E27FC236}">
                <a16:creationId xmlns:a16="http://schemas.microsoft.com/office/drawing/2014/main" id="{3CB30459-C4F6-BC09-2226-732071C1253B}"/>
              </a:ext>
            </a:extLst>
          </p:cNvPr>
          <p:cNvSpPr txBox="1">
            <a:spLocks noChangeArrowheads="1"/>
          </p:cNvSpPr>
          <p:nvPr/>
        </p:nvSpPr>
        <p:spPr bwMode="auto">
          <a:xfrm>
            <a:off x="4639943" y="4905380"/>
            <a:ext cx="2825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panose="020B0604020202020204" pitchFamily="34" charset="0"/>
                <a:ea typeface="宋体" panose="02010600030101010101" pitchFamily="2" charset="-122"/>
              </a:rPr>
              <a:t>I</a:t>
            </a:r>
            <a:endParaRPr kumimoji="1" lang="en-US" altLang="zh-CN" sz="2400">
              <a:latin typeface="Times New Roman" panose="02020603050405020304" pitchFamily="18" charset="0"/>
              <a:ea typeface="宋体" panose="02010600030101010101" pitchFamily="2" charset="-122"/>
            </a:endParaRPr>
          </a:p>
        </p:txBody>
      </p:sp>
      <p:sp>
        <p:nvSpPr>
          <p:cNvPr id="7220" name="Text Box 54">
            <a:extLst>
              <a:ext uri="{FF2B5EF4-FFF2-40B4-BE49-F238E27FC236}">
                <a16:creationId xmlns:a16="http://schemas.microsoft.com/office/drawing/2014/main" id="{EA754487-925C-7CA0-C31F-E7DE9E66408F}"/>
              </a:ext>
            </a:extLst>
          </p:cNvPr>
          <p:cNvSpPr txBox="1">
            <a:spLocks noChangeArrowheads="1"/>
          </p:cNvSpPr>
          <p:nvPr/>
        </p:nvSpPr>
        <p:spPr bwMode="auto">
          <a:xfrm>
            <a:off x="5316218" y="4905380"/>
            <a:ext cx="3825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panose="020B0604020202020204" pitchFamily="34" charset="0"/>
                <a:ea typeface="宋体" panose="02010600030101010101" pitchFamily="2" charset="-122"/>
              </a:rPr>
              <a:t>J</a:t>
            </a:r>
            <a:endParaRPr kumimoji="1" lang="en-US" altLang="zh-CN" sz="2400">
              <a:latin typeface="Times New Roman" panose="02020603050405020304" pitchFamily="18" charset="0"/>
              <a:ea typeface="宋体" panose="02010600030101010101" pitchFamily="2" charset="-122"/>
            </a:endParaRPr>
          </a:p>
        </p:txBody>
      </p:sp>
      <p:sp>
        <p:nvSpPr>
          <p:cNvPr id="2" name="标题 1">
            <a:extLst>
              <a:ext uri="{FF2B5EF4-FFF2-40B4-BE49-F238E27FC236}">
                <a16:creationId xmlns:a16="http://schemas.microsoft.com/office/drawing/2014/main" id="{588DD159-9810-46AB-82C2-C0DB20AB935E}"/>
              </a:ext>
            </a:extLst>
          </p:cNvPr>
          <p:cNvSpPr>
            <a:spLocks noGrp="1"/>
          </p:cNvSpPr>
          <p:nvPr>
            <p:ph type="title"/>
          </p:nvPr>
        </p:nvSpPr>
        <p:spPr/>
        <p:txBody>
          <a:bodyPr/>
          <a:lstStyle/>
          <a:p>
            <a:r>
              <a:rPr lang="zh-CN" altLang="en-US" dirty="0"/>
              <a:t>树的特点</a:t>
            </a:r>
          </a:p>
        </p:txBody>
      </p:sp>
      <p:sp>
        <p:nvSpPr>
          <p:cNvPr id="3" name="内容占位符 2">
            <a:extLst>
              <a:ext uri="{FF2B5EF4-FFF2-40B4-BE49-F238E27FC236}">
                <a16:creationId xmlns:a16="http://schemas.microsoft.com/office/drawing/2014/main" id="{FF8BBCAB-498F-4B1A-AE4C-5551F28617B5}"/>
              </a:ext>
            </a:extLst>
          </p:cNvPr>
          <p:cNvSpPr>
            <a:spLocks noGrp="1"/>
          </p:cNvSpPr>
          <p:nvPr>
            <p:ph idx="1"/>
          </p:nvPr>
        </p:nvSpPr>
        <p:spPr>
          <a:xfrm>
            <a:off x="628650" y="1825624"/>
            <a:ext cx="7886700" cy="1160468"/>
          </a:xfrm>
        </p:spPr>
        <p:txBody>
          <a:bodyPr>
            <a:normAutofit fontScale="70000" lnSpcReduction="20000"/>
          </a:bodyPr>
          <a:lstStyle/>
          <a:p>
            <a:r>
              <a:rPr lang="zh-CN" altLang="en-US" dirty="0"/>
              <a:t>每棵子树的根结点有且仅有一个直接前驱，但可以有</a:t>
            </a:r>
            <a:r>
              <a:rPr lang="en-US" altLang="zh-CN" dirty="0"/>
              <a:t>0</a:t>
            </a:r>
            <a:r>
              <a:rPr lang="zh-CN" altLang="en-US" dirty="0"/>
              <a:t>个或多个直接后继。</a:t>
            </a:r>
            <a:endParaRPr lang="en-US" altLang="zh-CN" dirty="0"/>
          </a:p>
          <a:p>
            <a:r>
              <a:rPr lang="zh-CN" altLang="en-US" dirty="0"/>
              <a:t>空树高度为</a:t>
            </a:r>
            <a:r>
              <a:rPr lang="en-US" altLang="zh-CN" dirty="0"/>
              <a:t>0</a:t>
            </a:r>
            <a:endParaRPr lang="zh-CN" altLang="en-US" dirty="0"/>
          </a:p>
        </p:txBody>
      </p:sp>
      <p:sp>
        <p:nvSpPr>
          <p:cNvPr id="4" name="灯片编号占位符 3">
            <a:extLst>
              <a:ext uri="{FF2B5EF4-FFF2-40B4-BE49-F238E27FC236}">
                <a16:creationId xmlns:a16="http://schemas.microsoft.com/office/drawing/2014/main" id="{E62D5B0B-4CC5-94FA-8166-43C34274D578}"/>
              </a:ext>
            </a:extLst>
          </p:cNvPr>
          <p:cNvSpPr>
            <a:spLocks noGrp="1"/>
          </p:cNvSpPr>
          <p:nvPr>
            <p:ph type="sldNum" sz="quarter" idx="12"/>
          </p:nvPr>
        </p:nvSpPr>
        <p:spPr/>
        <p:txBody>
          <a:bodyPr/>
          <a:lstStyle/>
          <a:p>
            <a:pPr>
              <a:defRPr/>
            </a:pPr>
            <a:fld id="{A598D83B-EE2A-4F12-B129-1EDE84DF129B}" type="slidenum">
              <a:rPr lang="en-US" altLang="zh-CN" smtClean="0"/>
              <a:pPr>
                <a:defRPr/>
              </a:pPr>
              <a:t>4</a:t>
            </a:fld>
            <a:endParaRPr lang="en-US" altLang="zh-CN"/>
          </a:p>
        </p:txBody>
      </p:sp>
    </p:spTree>
  </p:cSld>
  <p:clrMapOvr>
    <a:masterClrMapping/>
  </p:clrMapOvr>
  <p:transition>
    <p:spli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Line 2">
            <a:extLst>
              <a:ext uri="{FF2B5EF4-FFF2-40B4-BE49-F238E27FC236}">
                <a16:creationId xmlns:a16="http://schemas.microsoft.com/office/drawing/2014/main" id="{A32A3A4B-EFAF-0D7D-BF22-45611115518D}"/>
              </a:ext>
            </a:extLst>
          </p:cNvPr>
          <p:cNvSpPr>
            <a:spLocks noChangeShapeType="1"/>
          </p:cNvSpPr>
          <p:nvPr/>
        </p:nvSpPr>
        <p:spPr bwMode="auto">
          <a:xfrm>
            <a:off x="4876800" y="4343400"/>
            <a:ext cx="457200" cy="5334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95" name="Line 3">
            <a:extLst>
              <a:ext uri="{FF2B5EF4-FFF2-40B4-BE49-F238E27FC236}">
                <a16:creationId xmlns:a16="http://schemas.microsoft.com/office/drawing/2014/main" id="{28219E95-E8DC-9695-84BA-8BBB7F51E319}"/>
              </a:ext>
            </a:extLst>
          </p:cNvPr>
          <p:cNvSpPr>
            <a:spLocks noChangeShapeType="1"/>
          </p:cNvSpPr>
          <p:nvPr/>
        </p:nvSpPr>
        <p:spPr bwMode="auto">
          <a:xfrm flipH="1">
            <a:off x="4038600" y="4343400"/>
            <a:ext cx="457200" cy="457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96" name="Line 4">
            <a:extLst>
              <a:ext uri="{FF2B5EF4-FFF2-40B4-BE49-F238E27FC236}">
                <a16:creationId xmlns:a16="http://schemas.microsoft.com/office/drawing/2014/main" id="{2EF2C7C7-6E4C-8E1C-75A1-52092F27BC7B}"/>
              </a:ext>
            </a:extLst>
          </p:cNvPr>
          <p:cNvSpPr>
            <a:spLocks noChangeShapeType="1"/>
          </p:cNvSpPr>
          <p:nvPr/>
        </p:nvSpPr>
        <p:spPr bwMode="auto">
          <a:xfrm>
            <a:off x="4648200" y="4419600"/>
            <a:ext cx="0" cy="3810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97" name="Line 5">
            <a:extLst>
              <a:ext uri="{FF2B5EF4-FFF2-40B4-BE49-F238E27FC236}">
                <a16:creationId xmlns:a16="http://schemas.microsoft.com/office/drawing/2014/main" id="{4E4A96CB-D67B-4E8F-B0B5-B44C9D1F2072}"/>
              </a:ext>
            </a:extLst>
          </p:cNvPr>
          <p:cNvSpPr>
            <a:spLocks noChangeShapeType="1"/>
          </p:cNvSpPr>
          <p:nvPr/>
        </p:nvSpPr>
        <p:spPr bwMode="auto">
          <a:xfrm>
            <a:off x="4038600" y="5257800"/>
            <a:ext cx="0" cy="457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98" name="Line 6">
            <a:extLst>
              <a:ext uri="{FF2B5EF4-FFF2-40B4-BE49-F238E27FC236}">
                <a16:creationId xmlns:a16="http://schemas.microsoft.com/office/drawing/2014/main" id="{26BD8B9E-3D78-2533-CB2A-4C8EA1D98F2E}"/>
              </a:ext>
            </a:extLst>
          </p:cNvPr>
          <p:cNvSpPr>
            <a:spLocks noChangeShapeType="1"/>
          </p:cNvSpPr>
          <p:nvPr/>
        </p:nvSpPr>
        <p:spPr bwMode="auto">
          <a:xfrm>
            <a:off x="3505200" y="3429000"/>
            <a:ext cx="1066800" cy="6096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99" name="Line 7">
            <a:extLst>
              <a:ext uri="{FF2B5EF4-FFF2-40B4-BE49-F238E27FC236}">
                <a16:creationId xmlns:a16="http://schemas.microsoft.com/office/drawing/2014/main" id="{6DA8B183-E788-3EF5-ED62-371663CF7C51}"/>
              </a:ext>
            </a:extLst>
          </p:cNvPr>
          <p:cNvSpPr>
            <a:spLocks noChangeShapeType="1"/>
          </p:cNvSpPr>
          <p:nvPr/>
        </p:nvSpPr>
        <p:spPr bwMode="auto">
          <a:xfrm flipH="1">
            <a:off x="2209800" y="3429000"/>
            <a:ext cx="914400" cy="6096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00" name="Line 8">
            <a:extLst>
              <a:ext uri="{FF2B5EF4-FFF2-40B4-BE49-F238E27FC236}">
                <a16:creationId xmlns:a16="http://schemas.microsoft.com/office/drawing/2014/main" id="{CB0EE326-37D6-08F1-06C1-B4B8171B8920}"/>
              </a:ext>
            </a:extLst>
          </p:cNvPr>
          <p:cNvSpPr>
            <a:spLocks noChangeShapeType="1"/>
          </p:cNvSpPr>
          <p:nvPr/>
        </p:nvSpPr>
        <p:spPr bwMode="auto">
          <a:xfrm>
            <a:off x="3352800" y="3505200"/>
            <a:ext cx="0" cy="17526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01" name="Line 9">
            <a:extLst>
              <a:ext uri="{FF2B5EF4-FFF2-40B4-BE49-F238E27FC236}">
                <a16:creationId xmlns:a16="http://schemas.microsoft.com/office/drawing/2014/main" id="{1EC885A7-20CD-7F1A-B24E-F80AA600DA34}"/>
              </a:ext>
            </a:extLst>
          </p:cNvPr>
          <p:cNvSpPr>
            <a:spLocks noChangeShapeType="1"/>
          </p:cNvSpPr>
          <p:nvPr/>
        </p:nvSpPr>
        <p:spPr bwMode="auto">
          <a:xfrm>
            <a:off x="2286000" y="4343400"/>
            <a:ext cx="228600" cy="5334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02" name="Line 10">
            <a:extLst>
              <a:ext uri="{FF2B5EF4-FFF2-40B4-BE49-F238E27FC236}">
                <a16:creationId xmlns:a16="http://schemas.microsoft.com/office/drawing/2014/main" id="{FA8475FA-13E3-32F4-C114-0DBAD0E06675}"/>
              </a:ext>
            </a:extLst>
          </p:cNvPr>
          <p:cNvSpPr>
            <a:spLocks noChangeShapeType="1"/>
          </p:cNvSpPr>
          <p:nvPr/>
        </p:nvSpPr>
        <p:spPr bwMode="auto">
          <a:xfrm>
            <a:off x="1905000" y="5181600"/>
            <a:ext cx="228600" cy="457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03" name="Line 11">
            <a:extLst>
              <a:ext uri="{FF2B5EF4-FFF2-40B4-BE49-F238E27FC236}">
                <a16:creationId xmlns:a16="http://schemas.microsoft.com/office/drawing/2014/main" id="{C5719C52-6D14-7A06-D449-1BCB2FCF82A9}"/>
              </a:ext>
            </a:extLst>
          </p:cNvPr>
          <p:cNvSpPr>
            <a:spLocks noChangeShapeType="1"/>
          </p:cNvSpPr>
          <p:nvPr/>
        </p:nvSpPr>
        <p:spPr bwMode="auto">
          <a:xfrm flipH="1">
            <a:off x="1371600" y="4343400"/>
            <a:ext cx="685800" cy="15240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04" name="Oval 14">
            <a:extLst>
              <a:ext uri="{FF2B5EF4-FFF2-40B4-BE49-F238E27FC236}">
                <a16:creationId xmlns:a16="http://schemas.microsoft.com/office/drawing/2014/main" id="{9CE7F646-E044-A543-75AD-E6CE93E23A7C}"/>
              </a:ext>
            </a:extLst>
          </p:cNvPr>
          <p:cNvSpPr>
            <a:spLocks noChangeArrowheads="1"/>
          </p:cNvSpPr>
          <p:nvPr/>
        </p:nvSpPr>
        <p:spPr bwMode="auto">
          <a:xfrm>
            <a:off x="3048000" y="3048000"/>
            <a:ext cx="533400" cy="533400"/>
          </a:xfrm>
          <a:prstGeom prst="ellipse">
            <a:avLst/>
          </a:prstGeom>
          <a:gradFill rotWithShape="0">
            <a:gsLst>
              <a:gs pos="0">
                <a:srgbClr val="FF7C80"/>
              </a:gs>
              <a:gs pos="100000">
                <a:srgbClr val="76393B"/>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8205" name="Line 15">
            <a:extLst>
              <a:ext uri="{FF2B5EF4-FFF2-40B4-BE49-F238E27FC236}">
                <a16:creationId xmlns:a16="http://schemas.microsoft.com/office/drawing/2014/main" id="{0BF8758F-825F-B4E0-A4F2-3EC749CA13CD}"/>
              </a:ext>
            </a:extLst>
          </p:cNvPr>
          <p:cNvSpPr>
            <a:spLocks noChangeShapeType="1"/>
          </p:cNvSpPr>
          <p:nvPr/>
        </p:nvSpPr>
        <p:spPr bwMode="auto">
          <a:xfrm>
            <a:off x="4191000" y="3276600"/>
            <a:ext cx="2133600" cy="0"/>
          </a:xfrm>
          <a:prstGeom prst="line">
            <a:avLst/>
          </a:prstGeom>
          <a:noFill/>
          <a:ln w="28575">
            <a:solidFill>
              <a:schemeClr val="accent2"/>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06" name="Oval 16">
            <a:extLst>
              <a:ext uri="{FF2B5EF4-FFF2-40B4-BE49-F238E27FC236}">
                <a16:creationId xmlns:a16="http://schemas.microsoft.com/office/drawing/2014/main" id="{068D30C5-F91E-85BD-0C86-EB2CF000B7DB}"/>
              </a:ext>
            </a:extLst>
          </p:cNvPr>
          <p:cNvSpPr>
            <a:spLocks noChangeArrowheads="1"/>
          </p:cNvSpPr>
          <p:nvPr/>
        </p:nvSpPr>
        <p:spPr bwMode="auto">
          <a:xfrm>
            <a:off x="1905000" y="3886200"/>
            <a:ext cx="533400" cy="533400"/>
          </a:xfrm>
          <a:prstGeom prst="ellipse">
            <a:avLst/>
          </a:prstGeom>
          <a:gradFill rotWithShape="0">
            <a:gsLst>
              <a:gs pos="0">
                <a:srgbClr val="FF7C80"/>
              </a:gs>
              <a:gs pos="100000">
                <a:srgbClr val="76393B"/>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8207" name="Oval 17">
            <a:extLst>
              <a:ext uri="{FF2B5EF4-FFF2-40B4-BE49-F238E27FC236}">
                <a16:creationId xmlns:a16="http://schemas.microsoft.com/office/drawing/2014/main" id="{52A2FDC8-CBB3-3080-6A28-A82D0C9AB428}"/>
              </a:ext>
            </a:extLst>
          </p:cNvPr>
          <p:cNvSpPr>
            <a:spLocks noChangeArrowheads="1"/>
          </p:cNvSpPr>
          <p:nvPr/>
        </p:nvSpPr>
        <p:spPr bwMode="auto">
          <a:xfrm>
            <a:off x="3048000" y="3886200"/>
            <a:ext cx="533400" cy="533400"/>
          </a:xfrm>
          <a:prstGeom prst="ellipse">
            <a:avLst/>
          </a:prstGeom>
          <a:gradFill rotWithShape="0">
            <a:gsLst>
              <a:gs pos="0">
                <a:srgbClr val="FF7C80"/>
              </a:gs>
              <a:gs pos="100000">
                <a:srgbClr val="76393B"/>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8208" name="Oval 18">
            <a:extLst>
              <a:ext uri="{FF2B5EF4-FFF2-40B4-BE49-F238E27FC236}">
                <a16:creationId xmlns:a16="http://schemas.microsoft.com/office/drawing/2014/main" id="{49A02C84-6866-8FA0-592F-33664B88A93C}"/>
              </a:ext>
            </a:extLst>
          </p:cNvPr>
          <p:cNvSpPr>
            <a:spLocks noChangeArrowheads="1"/>
          </p:cNvSpPr>
          <p:nvPr/>
        </p:nvSpPr>
        <p:spPr bwMode="auto">
          <a:xfrm>
            <a:off x="4419600" y="3886200"/>
            <a:ext cx="533400" cy="533400"/>
          </a:xfrm>
          <a:prstGeom prst="ellipse">
            <a:avLst/>
          </a:prstGeom>
          <a:gradFill rotWithShape="0">
            <a:gsLst>
              <a:gs pos="0">
                <a:srgbClr val="FF7C80"/>
              </a:gs>
              <a:gs pos="100000">
                <a:srgbClr val="76393B"/>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8209" name="Oval 19">
            <a:extLst>
              <a:ext uri="{FF2B5EF4-FFF2-40B4-BE49-F238E27FC236}">
                <a16:creationId xmlns:a16="http://schemas.microsoft.com/office/drawing/2014/main" id="{26B805E2-5822-0B0D-0FFB-33C3AF16941B}"/>
              </a:ext>
            </a:extLst>
          </p:cNvPr>
          <p:cNvSpPr>
            <a:spLocks noChangeArrowheads="1"/>
          </p:cNvSpPr>
          <p:nvPr/>
        </p:nvSpPr>
        <p:spPr bwMode="auto">
          <a:xfrm>
            <a:off x="1524000" y="4724400"/>
            <a:ext cx="533400" cy="533400"/>
          </a:xfrm>
          <a:prstGeom prst="ellipse">
            <a:avLst/>
          </a:prstGeom>
          <a:gradFill rotWithShape="0">
            <a:gsLst>
              <a:gs pos="0">
                <a:srgbClr val="FF7C80"/>
              </a:gs>
              <a:gs pos="100000">
                <a:srgbClr val="76393B"/>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8210" name="Oval 20">
            <a:extLst>
              <a:ext uri="{FF2B5EF4-FFF2-40B4-BE49-F238E27FC236}">
                <a16:creationId xmlns:a16="http://schemas.microsoft.com/office/drawing/2014/main" id="{CE5E7FB6-5B38-E25B-901F-AFB0950CC9F9}"/>
              </a:ext>
            </a:extLst>
          </p:cNvPr>
          <p:cNvSpPr>
            <a:spLocks noChangeArrowheads="1"/>
          </p:cNvSpPr>
          <p:nvPr/>
        </p:nvSpPr>
        <p:spPr bwMode="auto">
          <a:xfrm>
            <a:off x="2209800" y="4724400"/>
            <a:ext cx="533400" cy="533400"/>
          </a:xfrm>
          <a:prstGeom prst="ellipse">
            <a:avLst/>
          </a:prstGeom>
          <a:gradFill rotWithShape="0">
            <a:gsLst>
              <a:gs pos="0">
                <a:srgbClr val="FF7C80"/>
              </a:gs>
              <a:gs pos="100000">
                <a:srgbClr val="76393B"/>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8211" name="Oval 21">
            <a:extLst>
              <a:ext uri="{FF2B5EF4-FFF2-40B4-BE49-F238E27FC236}">
                <a16:creationId xmlns:a16="http://schemas.microsoft.com/office/drawing/2014/main" id="{F05790A8-10F7-7949-B45D-EC29EAB5F649}"/>
              </a:ext>
            </a:extLst>
          </p:cNvPr>
          <p:cNvSpPr>
            <a:spLocks noChangeArrowheads="1"/>
          </p:cNvSpPr>
          <p:nvPr/>
        </p:nvSpPr>
        <p:spPr bwMode="auto">
          <a:xfrm>
            <a:off x="3048000" y="4724400"/>
            <a:ext cx="533400" cy="533400"/>
          </a:xfrm>
          <a:prstGeom prst="ellipse">
            <a:avLst/>
          </a:prstGeom>
          <a:gradFill rotWithShape="0">
            <a:gsLst>
              <a:gs pos="0">
                <a:srgbClr val="FF7C80"/>
              </a:gs>
              <a:gs pos="100000">
                <a:srgbClr val="76393B"/>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8212" name="Oval 22">
            <a:extLst>
              <a:ext uri="{FF2B5EF4-FFF2-40B4-BE49-F238E27FC236}">
                <a16:creationId xmlns:a16="http://schemas.microsoft.com/office/drawing/2014/main" id="{CBD5DC0E-2DB3-E0CD-1A43-63317F7AF895}"/>
              </a:ext>
            </a:extLst>
          </p:cNvPr>
          <p:cNvSpPr>
            <a:spLocks noChangeArrowheads="1"/>
          </p:cNvSpPr>
          <p:nvPr/>
        </p:nvSpPr>
        <p:spPr bwMode="auto">
          <a:xfrm>
            <a:off x="3733800" y="4724400"/>
            <a:ext cx="533400" cy="533400"/>
          </a:xfrm>
          <a:prstGeom prst="ellipse">
            <a:avLst/>
          </a:prstGeom>
          <a:gradFill rotWithShape="0">
            <a:gsLst>
              <a:gs pos="0">
                <a:srgbClr val="FF7C80"/>
              </a:gs>
              <a:gs pos="100000">
                <a:srgbClr val="76393B"/>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8213" name="Oval 23">
            <a:extLst>
              <a:ext uri="{FF2B5EF4-FFF2-40B4-BE49-F238E27FC236}">
                <a16:creationId xmlns:a16="http://schemas.microsoft.com/office/drawing/2014/main" id="{C52B6036-D7B4-A1B6-2719-80631DBB5528}"/>
              </a:ext>
            </a:extLst>
          </p:cNvPr>
          <p:cNvSpPr>
            <a:spLocks noChangeArrowheads="1"/>
          </p:cNvSpPr>
          <p:nvPr/>
        </p:nvSpPr>
        <p:spPr bwMode="auto">
          <a:xfrm>
            <a:off x="4419600" y="4724400"/>
            <a:ext cx="533400" cy="533400"/>
          </a:xfrm>
          <a:prstGeom prst="ellipse">
            <a:avLst/>
          </a:prstGeom>
          <a:gradFill rotWithShape="0">
            <a:gsLst>
              <a:gs pos="0">
                <a:srgbClr val="FF7C80"/>
              </a:gs>
              <a:gs pos="100000">
                <a:srgbClr val="76393B"/>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8214" name="Oval 24">
            <a:extLst>
              <a:ext uri="{FF2B5EF4-FFF2-40B4-BE49-F238E27FC236}">
                <a16:creationId xmlns:a16="http://schemas.microsoft.com/office/drawing/2014/main" id="{DD748474-94BB-013D-0F76-F4885EF4AA0C}"/>
              </a:ext>
            </a:extLst>
          </p:cNvPr>
          <p:cNvSpPr>
            <a:spLocks noChangeArrowheads="1"/>
          </p:cNvSpPr>
          <p:nvPr/>
        </p:nvSpPr>
        <p:spPr bwMode="auto">
          <a:xfrm>
            <a:off x="5105400" y="4724400"/>
            <a:ext cx="533400" cy="533400"/>
          </a:xfrm>
          <a:prstGeom prst="ellipse">
            <a:avLst/>
          </a:prstGeom>
          <a:gradFill rotWithShape="0">
            <a:gsLst>
              <a:gs pos="0">
                <a:srgbClr val="FF7C80"/>
              </a:gs>
              <a:gs pos="100000">
                <a:srgbClr val="76393B"/>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8215" name="Oval 25">
            <a:extLst>
              <a:ext uri="{FF2B5EF4-FFF2-40B4-BE49-F238E27FC236}">
                <a16:creationId xmlns:a16="http://schemas.microsoft.com/office/drawing/2014/main" id="{5EC325BB-F7AD-2C75-E588-14AFFF2C8001}"/>
              </a:ext>
            </a:extLst>
          </p:cNvPr>
          <p:cNvSpPr>
            <a:spLocks noChangeArrowheads="1"/>
          </p:cNvSpPr>
          <p:nvPr/>
        </p:nvSpPr>
        <p:spPr bwMode="auto">
          <a:xfrm>
            <a:off x="1143000" y="5562600"/>
            <a:ext cx="533400" cy="533400"/>
          </a:xfrm>
          <a:prstGeom prst="ellipse">
            <a:avLst/>
          </a:prstGeom>
          <a:gradFill rotWithShape="0">
            <a:gsLst>
              <a:gs pos="0">
                <a:srgbClr val="FF7C80"/>
              </a:gs>
              <a:gs pos="100000">
                <a:srgbClr val="76393B"/>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8216" name="Oval 26">
            <a:extLst>
              <a:ext uri="{FF2B5EF4-FFF2-40B4-BE49-F238E27FC236}">
                <a16:creationId xmlns:a16="http://schemas.microsoft.com/office/drawing/2014/main" id="{641A734E-4C0E-E302-C08A-D68F84535FEF}"/>
              </a:ext>
            </a:extLst>
          </p:cNvPr>
          <p:cNvSpPr>
            <a:spLocks noChangeArrowheads="1"/>
          </p:cNvSpPr>
          <p:nvPr/>
        </p:nvSpPr>
        <p:spPr bwMode="auto">
          <a:xfrm>
            <a:off x="1905000" y="5562600"/>
            <a:ext cx="533400" cy="533400"/>
          </a:xfrm>
          <a:prstGeom prst="ellipse">
            <a:avLst/>
          </a:prstGeom>
          <a:gradFill rotWithShape="0">
            <a:gsLst>
              <a:gs pos="0">
                <a:srgbClr val="FF7C80"/>
              </a:gs>
              <a:gs pos="100000">
                <a:srgbClr val="76393B"/>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8217" name="Oval 27">
            <a:extLst>
              <a:ext uri="{FF2B5EF4-FFF2-40B4-BE49-F238E27FC236}">
                <a16:creationId xmlns:a16="http://schemas.microsoft.com/office/drawing/2014/main" id="{6E987BCA-63F4-5B44-D946-619396C14133}"/>
              </a:ext>
            </a:extLst>
          </p:cNvPr>
          <p:cNvSpPr>
            <a:spLocks noChangeArrowheads="1"/>
          </p:cNvSpPr>
          <p:nvPr/>
        </p:nvSpPr>
        <p:spPr bwMode="auto">
          <a:xfrm>
            <a:off x="3733800" y="5562600"/>
            <a:ext cx="533400" cy="533400"/>
          </a:xfrm>
          <a:prstGeom prst="ellipse">
            <a:avLst/>
          </a:prstGeom>
          <a:gradFill rotWithShape="0">
            <a:gsLst>
              <a:gs pos="0">
                <a:srgbClr val="FF7C80"/>
              </a:gs>
              <a:gs pos="100000">
                <a:srgbClr val="76393B"/>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8218" name="Line 28">
            <a:extLst>
              <a:ext uri="{FF2B5EF4-FFF2-40B4-BE49-F238E27FC236}">
                <a16:creationId xmlns:a16="http://schemas.microsoft.com/office/drawing/2014/main" id="{52F7A380-ED49-01A6-B888-12EE4C28E083}"/>
              </a:ext>
            </a:extLst>
          </p:cNvPr>
          <p:cNvSpPr>
            <a:spLocks noChangeShapeType="1"/>
          </p:cNvSpPr>
          <p:nvPr/>
        </p:nvSpPr>
        <p:spPr bwMode="auto">
          <a:xfrm>
            <a:off x="5181600" y="4114800"/>
            <a:ext cx="1143000" cy="0"/>
          </a:xfrm>
          <a:prstGeom prst="line">
            <a:avLst/>
          </a:prstGeom>
          <a:noFill/>
          <a:ln w="28575">
            <a:solidFill>
              <a:schemeClr val="accent2"/>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19" name="Line 29">
            <a:extLst>
              <a:ext uri="{FF2B5EF4-FFF2-40B4-BE49-F238E27FC236}">
                <a16:creationId xmlns:a16="http://schemas.microsoft.com/office/drawing/2014/main" id="{20242EE9-A8A0-DFDC-BF0A-F22F26A33328}"/>
              </a:ext>
            </a:extLst>
          </p:cNvPr>
          <p:cNvSpPr>
            <a:spLocks noChangeShapeType="1"/>
          </p:cNvSpPr>
          <p:nvPr/>
        </p:nvSpPr>
        <p:spPr bwMode="auto">
          <a:xfrm>
            <a:off x="5715000" y="4953000"/>
            <a:ext cx="685800" cy="0"/>
          </a:xfrm>
          <a:prstGeom prst="line">
            <a:avLst/>
          </a:prstGeom>
          <a:noFill/>
          <a:ln w="28575">
            <a:solidFill>
              <a:schemeClr val="accent2"/>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20" name="Line 30">
            <a:extLst>
              <a:ext uri="{FF2B5EF4-FFF2-40B4-BE49-F238E27FC236}">
                <a16:creationId xmlns:a16="http://schemas.microsoft.com/office/drawing/2014/main" id="{F6EB4E2A-5AB4-A7F1-4D64-1C35C840B8CB}"/>
              </a:ext>
            </a:extLst>
          </p:cNvPr>
          <p:cNvSpPr>
            <a:spLocks noChangeShapeType="1"/>
          </p:cNvSpPr>
          <p:nvPr/>
        </p:nvSpPr>
        <p:spPr bwMode="auto">
          <a:xfrm>
            <a:off x="4495800" y="5791200"/>
            <a:ext cx="1828800" cy="0"/>
          </a:xfrm>
          <a:prstGeom prst="line">
            <a:avLst/>
          </a:prstGeom>
          <a:noFill/>
          <a:ln w="28575">
            <a:solidFill>
              <a:schemeClr val="accent2"/>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21" name="Text Box 31">
            <a:extLst>
              <a:ext uri="{FF2B5EF4-FFF2-40B4-BE49-F238E27FC236}">
                <a16:creationId xmlns:a16="http://schemas.microsoft.com/office/drawing/2014/main" id="{B6C94F8B-796F-1B3D-0893-9F1D7E305137}"/>
              </a:ext>
            </a:extLst>
          </p:cNvPr>
          <p:cNvSpPr txBox="1">
            <a:spLocks noChangeArrowheads="1"/>
          </p:cNvSpPr>
          <p:nvPr/>
        </p:nvSpPr>
        <p:spPr bwMode="auto">
          <a:xfrm>
            <a:off x="6324600" y="2987675"/>
            <a:ext cx="793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a:solidFill>
                  <a:schemeClr val="tx2"/>
                </a:solidFill>
                <a:latin typeface="Times New Roman" panose="02020603050405020304" pitchFamily="18" charset="0"/>
                <a:ea typeface="宋体" panose="02010600030101010101" pitchFamily="2" charset="-122"/>
              </a:rPr>
              <a:t>1</a:t>
            </a:r>
            <a:r>
              <a:rPr kumimoji="1" lang="zh-CN" altLang="en-US" sz="3200">
                <a:solidFill>
                  <a:schemeClr val="tx2"/>
                </a:solidFill>
                <a:latin typeface="Times New Roman" panose="02020603050405020304" pitchFamily="18" charset="0"/>
                <a:ea typeface="隶书" panose="02010509060101010101" pitchFamily="49" charset="-122"/>
              </a:rPr>
              <a:t>层</a:t>
            </a:r>
            <a:endParaRPr kumimoji="1" lang="zh-CN" altLang="en-US" sz="3200">
              <a:latin typeface="Times New Roman" panose="02020603050405020304" pitchFamily="18" charset="0"/>
              <a:ea typeface="宋体" panose="02010600030101010101" pitchFamily="2" charset="-122"/>
            </a:endParaRPr>
          </a:p>
        </p:txBody>
      </p:sp>
      <p:sp>
        <p:nvSpPr>
          <p:cNvPr id="8222" name="Text Box 32">
            <a:extLst>
              <a:ext uri="{FF2B5EF4-FFF2-40B4-BE49-F238E27FC236}">
                <a16:creationId xmlns:a16="http://schemas.microsoft.com/office/drawing/2014/main" id="{772E14EE-0F09-8A75-0995-0F2314F2DD1D}"/>
              </a:ext>
            </a:extLst>
          </p:cNvPr>
          <p:cNvSpPr txBox="1">
            <a:spLocks noChangeArrowheads="1"/>
          </p:cNvSpPr>
          <p:nvPr/>
        </p:nvSpPr>
        <p:spPr bwMode="auto">
          <a:xfrm>
            <a:off x="6324600" y="3810000"/>
            <a:ext cx="793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a:solidFill>
                  <a:schemeClr val="tx2"/>
                </a:solidFill>
                <a:latin typeface="Times New Roman" panose="02020603050405020304" pitchFamily="18" charset="0"/>
                <a:ea typeface="宋体" panose="02010600030101010101" pitchFamily="2" charset="-122"/>
              </a:rPr>
              <a:t>2</a:t>
            </a:r>
            <a:r>
              <a:rPr kumimoji="1" lang="zh-CN" altLang="en-US" sz="3200">
                <a:solidFill>
                  <a:schemeClr val="tx2"/>
                </a:solidFill>
                <a:latin typeface="Times New Roman" panose="02020603050405020304" pitchFamily="18" charset="0"/>
                <a:ea typeface="隶书" panose="02010509060101010101" pitchFamily="49" charset="-122"/>
              </a:rPr>
              <a:t>层</a:t>
            </a:r>
            <a:endParaRPr kumimoji="1" lang="zh-CN" altLang="en-US" sz="3200">
              <a:latin typeface="Times New Roman" panose="02020603050405020304" pitchFamily="18" charset="0"/>
              <a:ea typeface="宋体" panose="02010600030101010101" pitchFamily="2" charset="-122"/>
            </a:endParaRPr>
          </a:p>
        </p:txBody>
      </p:sp>
      <p:sp>
        <p:nvSpPr>
          <p:cNvPr id="8223" name="Text Box 33">
            <a:extLst>
              <a:ext uri="{FF2B5EF4-FFF2-40B4-BE49-F238E27FC236}">
                <a16:creationId xmlns:a16="http://schemas.microsoft.com/office/drawing/2014/main" id="{55CAC538-5EC0-7142-4F51-11D6E4C5B038}"/>
              </a:ext>
            </a:extLst>
          </p:cNvPr>
          <p:cNvSpPr txBox="1">
            <a:spLocks noChangeArrowheads="1"/>
          </p:cNvSpPr>
          <p:nvPr/>
        </p:nvSpPr>
        <p:spPr bwMode="auto">
          <a:xfrm>
            <a:off x="6292850" y="5486400"/>
            <a:ext cx="793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a:solidFill>
                  <a:schemeClr val="tx2"/>
                </a:solidFill>
                <a:latin typeface="Times New Roman" panose="02020603050405020304" pitchFamily="18" charset="0"/>
                <a:ea typeface="宋体" panose="02010600030101010101" pitchFamily="2" charset="-122"/>
              </a:rPr>
              <a:t>4</a:t>
            </a:r>
            <a:r>
              <a:rPr kumimoji="1" lang="zh-CN" altLang="en-US" sz="3200">
                <a:solidFill>
                  <a:schemeClr val="tx2"/>
                </a:solidFill>
                <a:latin typeface="Times New Roman" panose="02020603050405020304" pitchFamily="18" charset="0"/>
                <a:ea typeface="隶书" panose="02010509060101010101" pitchFamily="49" charset="-122"/>
              </a:rPr>
              <a:t>层</a:t>
            </a:r>
            <a:endParaRPr kumimoji="1" lang="zh-CN" altLang="en-US" sz="3200">
              <a:latin typeface="Times New Roman" panose="02020603050405020304" pitchFamily="18" charset="0"/>
              <a:ea typeface="宋体" panose="02010600030101010101" pitchFamily="2" charset="-122"/>
            </a:endParaRPr>
          </a:p>
        </p:txBody>
      </p:sp>
      <p:sp>
        <p:nvSpPr>
          <p:cNvPr id="8224" name="Text Box 34">
            <a:extLst>
              <a:ext uri="{FF2B5EF4-FFF2-40B4-BE49-F238E27FC236}">
                <a16:creationId xmlns:a16="http://schemas.microsoft.com/office/drawing/2014/main" id="{E1B15E02-F3C5-833A-7014-57465FFE2B06}"/>
              </a:ext>
            </a:extLst>
          </p:cNvPr>
          <p:cNvSpPr txBox="1">
            <a:spLocks noChangeArrowheads="1"/>
          </p:cNvSpPr>
          <p:nvPr/>
        </p:nvSpPr>
        <p:spPr bwMode="auto">
          <a:xfrm>
            <a:off x="6324600" y="4648200"/>
            <a:ext cx="793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a:solidFill>
                  <a:schemeClr val="tx2"/>
                </a:solidFill>
                <a:latin typeface="Times New Roman" panose="02020603050405020304" pitchFamily="18" charset="0"/>
                <a:ea typeface="宋体" panose="02010600030101010101" pitchFamily="2" charset="-122"/>
              </a:rPr>
              <a:t>3</a:t>
            </a:r>
            <a:r>
              <a:rPr kumimoji="1" lang="zh-CN" altLang="en-US" sz="3200">
                <a:solidFill>
                  <a:schemeClr val="tx2"/>
                </a:solidFill>
                <a:latin typeface="Times New Roman" panose="02020603050405020304" pitchFamily="18" charset="0"/>
                <a:ea typeface="隶书" panose="02010509060101010101" pitchFamily="49" charset="-122"/>
              </a:rPr>
              <a:t>层</a:t>
            </a:r>
            <a:endParaRPr kumimoji="1" lang="zh-CN" altLang="en-US" sz="3200">
              <a:latin typeface="Times New Roman" panose="02020603050405020304" pitchFamily="18" charset="0"/>
              <a:ea typeface="宋体" panose="02010600030101010101" pitchFamily="2" charset="-122"/>
            </a:endParaRPr>
          </a:p>
        </p:txBody>
      </p:sp>
      <p:sp>
        <p:nvSpPr>
          <p:cNvPr id="8225" name="Text Box 35">
            <a:extLst>
              <a:ext uri="{FF2B5EF4-FFF2-40B4-BE49-F238E27FC236}">
                <a16:creationId xmlns:a16="http://schemas.microsoft.com/office/drawing/2014/main" id="{4993C57F-54A2-C9BC-B460-8200A4BEB8A3}"/>
              </a:ext>
            </a:extLst>
          </p:cNvPr>
          <p:cNvSpPr txBox="1">
            <a:spLocks noChangeArrowheads="1"/>
          </p:cNvSpPr>
          <p:nvPr/>
        </p:nvSpPr>
        <p:spPr bwMode="auto">
          <a:xfrm>
            <a:off x="7097713" y="4244975"/>
            <a:ext cx="1112837" cy="77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lnSpc>
                <a:spcPct val="80000"/>
              </a:lnSpc>
            </a:pPr>
            <a:r>
              <a:rPr kumimoji="1" lang="en-US" altLang="zh-CN" sz="2800" b="1" i="1">
                <a:solidFill>
                  <a:schemeClr val="accent2"/>
                </a:solidFill>
                <a:latin typeface="Times New Roman" panose="02020603050405020304" pitchFamily="18" charset="0"/>
                <a:ea typeface="宋体" panose="02010600030101010101" pitchFamily="2" charset="-122"/>
              </a:rPr>
              <a:t>height</a:t>
            </a:r>
            <a:endParaRPr kumimoji="1" lang="en-US" altLang="zh-CN" sz="2800" b="1">
              <a:solidFill>
                <a:schemeClr val="accent2"/>
              </a:solidFill>
              <a:latin typeface="Times New Roman" panose="02020603050405020304" pitchFamily="18" charset="0"/>
              <a:ea typeface="宋体" panose="02010600030101010101" pitchFamily="2" charset="-122"/>
            </a:endParaRPr>
          </a:p>
          <a:p>
            <a:pPr algn="ctr" eaLnBrk="1" hangingPunct="1">
              <a:lnSpc>
                <a:spcPct val="80000"/>
              </a:lnSpc>
            </a:pPr>
            <a:r>
              <a:rPr kumimoji="1" lang="en-US" altLang="zh-CN" sz="2800" b="1">
                <a:solidFill>
                  <a:schemeClr val="accent2"/>
                </a:solidFill>
                <a:latin typeface="Times New Roman" panose="02020603050405020304" pitchFamily="18" charset="0"/>
                <a:ea typeface="宋体" panose="02010600030101010101" pitchFamily="2" charset="-122"/>
              </a:rPr>
              <a:t>= 4</a:t>
            </a:r>
            <a:endParaRPr kumimoji="1" lang="en-US" altLang="zh-CN" sz="3200">
              <a:latin typeface="Times New Roman" panose="02020603050405020304" pitchFamily="18" charset="0"/>
              <a:ea typeface="宋体" panose="02010600030101010101" pitchFamily="2" charset="-122"/>
            </a:endParaRPr>
          </a:p>
        </p:txBody>
      </p:sp>
      <p:sp>
        <p:nvSpPr>
          <p:cNvPr id="8226" name="Line 36">
            <a:extLst>
              <a:ext uri="{FF2B5EF4-FFF2-40B4-BE49-F238E27FC236}">
                <a16:creationId xmlns:a16="http://schemas.microsoft.com/office/drawing/2014/main" id="{BD5C741F-FD23-F23B-5319-6F5FDF055BAB}"/>
              </a:ext>
            </a:extLst>
          </p:cNvPr>
          <p:cNvSpPr>
            <a:spLocks noChangeShapeType="1"/>
          </p:cNvSpPr>
          <p:nvPr/>
        </p:nvSpPr>
        <p:spPr bwMode="auto">
          <a:xfrm>
            <a:off x="7467600" y="3124200"/>
            <a:ext cx="304800" cy="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27" name="Line 37">
            <a:extLst>
              <a:ext uri="{FF2B5EF4-FFF2-40B4-BE49-F238E27FC236}">
                <a16:creationId xmlns:a16="http://schemas.microsoft.com/office/drawing/2014/main" id="{1BB692CE-6580-67BC-0006-3B4EA23BD62C}"/>
              </a:ext>
            </a:extLst>
          </p:cNvPr>
          <p:cNvSpPr>
            <a:spLocks noChangeShapeType="1"/>
          </p:cNvSpPr>
          <p:nvPr/>
        </p:nvSpPr>
        <p:spPr bwMode="auto">
          <a:xfrm flipV="1">
            <a:off x="7620000" y="3124200"/>
            <a:ext cx="0" cy="1066800"/>
          </a:xfrm>
          <a:prstGeom prst="line">
            <a:avLst/>
          </a:prstGeom>
          <a:noFill/>
          <a:ln w="38100">
            <a:solidFill>
              <a:srgbClr val="0099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28" name="Line 38">
            <a:extLst>
              <a:ext uri="{FF2B5EF4-FFF2-40B4-BE49-F238E27FC236}">
                <a16:creationId xmlns:a16="http://schemas.microsoft.com/office/drawing/2014/main" id="{661F9DBA-8C21-80F7-A2A6-31F794B82BF2}"/>
              </a:ext>
            </a:extLst>
          </p:cNvPr>
          <p:cNvSpPr>
            <a:spLocks noChangeShapeType="1"/>
          </p:cNvSpPr>
          <p:nvPr/>
        </p:nvSpPr>
        <p:spPr bwMode="auto">
          <a:xfrm>
            <a:off x="7467600" y="6019800"/>
            <a:ext cx="304800" cy="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29" name="Line 39">
            <a:extLst>
              <a:ext uri="{FF2B5EF4-FFF2-40B4-BE49-F238E27FC236}">
                <a16:creationId xmlns:a16="http://schemas.microsoft.com/office/drawing/2014/main" id="{AA54DB1D-24FB-B359-D8CB-20E089438B0D}"/>
              </a:ext>
            </a:extLst>
          </p:cNvPr>
          <p:cNvSpPr>
            <a:spLocks noChangeShapeType="1"/>
          </p:cNvSpPr>
          <p:nvPr/>
        </p:nvSpPr>
        <p:spPr bwMode="auto">
          <a:xfrm flipV="1">
            <a:off x="7620000" y="4953000"/>
            <a:ext cx="0" cy="1066800"/>
          </a:xfrm>
          <a:prstGeom prst="line">
            <a:avLst/>
          </a:prstGeom>
          <a:noFill/>
          <a:ln w="38100">
            <a:solidFill>
              <a:srgbClr val="009900"/>
            </a:solidFill>
            <a:round/>
            <a:headEnd type="triangl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30" name="Text Box 40">
            <a:extLst>
              <a:ext uri="{FF2B5EF4-FFF2-40B4-BE49-F238E27FC236}">
                <a16:creationId xmlns:a16="http://schemas.microsoft.com/office/drawing/2014/main" id="{8AF6EEE2-6DE5-0ABA-8A74-3A35AE39ACEF}"/>
              </a:ext>
            </a:extLst>
          </p:cNvPr>
          <p:cNvSpPr txBox="1">
            <a:spLocks noChangeArrowheads="1"/>
          </p:cNvSpPr>
          <p:nvPr/>
        </p:nvSpPr>
        <p:spPr bwMode="auto">
          <a:xfrm>
            <a:off x="3124200" y="30480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panose="020B0604020202020204" pitchFamily="34"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8231" name="Text Box 41">
            <a:extLst>
              <a:ext uri="{FF2B5EF4-FFF2-40B4-BE49-F238E27FC236}">
                <a16:creationId xmlns:a16="http://schemas.microsoft.com/office/drawing/2014/main" id="{B51F5FD0-D459-080C-E8AA-C0F16978E044}"/>
              </a:ext>
            </a:extLst>
          </p:cNvPr>
          <p:cNvSpPr txBox="1">
            <a:spLocks noChangeArrowheads="1"/>
          </p:cNvSpPr>
          <p:nvPr/>
        </p:nvSpPr>
        <p:spPr bwMode="auto">
          <a:xfrm>
            <a:off x="3124200" y="38862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panose="020B0604020202020204" pitchFamily="34"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8232" name="Text Box 42">
            <a:extLst>
              <a:ext uri="{FF2B5EF4-FFF2-40B4-BE49-F238E27FC236}">
                <a16:creationId xmlns:a16="http://schemas.microsoft.com/office/drawing/2014/main" id="{CFEB8CF5-D15E-7320-4E25-85C9CE1AAC2D}"/>
              </a:ext>
            </a:extLst>
          </p:cNvPr>
          <p:cNvSpPr txBox="1">
            <a:spLocks noChangeArrowheads="1"/>
          </p:cNvSpPr>
          <p:nvPr/>
        </p:nvSpPr>
        <p:spPr bwMode="auto">
          <a:xfrm>
            <a:off x="3114675" y="4738688"/>
            <a:ext cx="4603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panose="020B0604020202020204" pitchFamily="34" charset="0"/>
                <a:ea typeface="宋体" panose="02010600030101010101" pitchFamily="2" charset="-122"/>
              </a:rPr>
              <a:t>G</a:t>
            </a:r>
            <a:endParaRPr kumimoji="1" lang="en-US" altLang="zh-CN" sz="2400">
              <a:latin typeface="Times New Roman" panose="02020603050405020304" pitchFamily="18" charset="0"/>
              <a:ea typeface="宋体" panose="02010600030101010101" pitchFamily="2" charset="-122"/>
            </a:endParaRPr>
          </a:p>
        </p:txBody>
      </p:sp>
      <p:sp>
        <p:nvSpPr>
          <p:cNvPr id="8233" name="Text Box 43">
            <a:extLst>
              <a:ext uri="{FF2B5EF4-FFF2-40B4-BE49-F238E27FC236}">
                <a16:creationId xmlns:a16="http://schemas.microsoft.com/office/drawing/2014/main" id="{4810B845-F01C-BA19-3A62-CC15C54681DB}"/>
              </a:ext>
            </a:extLst>
          </p:cNvPr>
          <p:cNvSpPr txBox="1">
            <a:spLocks noChangeArrowheads="1"/>
          </p:cNvSpPr>
          <p:nvPr/>
        </p:nvSpPr>
        <p:spPr bwMode="auto">
          <a:xfrm>
            <a:off x="1981200" y="38862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panose="020B0604020202020204" pitchFamily="34"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8234" name="Text Box 44">
            <a:extLst>
              <a:ext uri="{FF2B5EF4-FFF2-40B4-BE49-F238E27FC236}">
                <a16:creationId xmlns:a16="http://schemas.microsoft.com/office/drawing/2014/main" id="{D9914EA0-5D29-12A2-9546-B35017ADF888}"/>
              </a:ext>
            </a:extLst>
          </p:cNvPr>
          <p:cNvSpPr txBox="1">
            <a:spLocks noChangeArrowheads="1"/>
          </p:cNvSpPr>
          <p:nvPr/>
        </p:nvSpPr>
        <p:spPr bwMode="auto">
          <a:xfrm>
            <a:off x="4495800" y="39004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panose="020B0604020202020204" pitchFamily="34"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8235" name="Text Box 45">
            <a:extLst>
              <a:ext uri="{FF2B5EF4-FFF2-40B4-BE49-F238E27FC236}">
                <a16:creationId xmlns:a16="http://schemas.microsoft.com/office/drawing/2014/main" id="{1E03AB89-374B-7436-AF63-E8EABB6D01B1}"/>
              </a:ext>
            </a:extLst>
          </p:cNvPr>
          <p:cNvSpPr txBox="1">
            <a:spLocks noChangeArrowheads="1"/>
          </p:cNvSpPr>
          <p:nvPr/>
        </p:nvSpPr>
        <p:spPr bwMode="auto">
          <a:xfrm>
            <a:off x="1609725" y="4738688"/>
            <a:ext cx="420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panose="020B0604020202020204" pitchFamily="34"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8236" name="Text Box 46">
            <a:extLst>
              <a:ext uri="{FF2B5EF4-FFF2-40B4-BE49-F238E27FC236}">
                <a16:creationId xmlns:a16="http://schemas.microsoft.com/office/drawing/2014/main" id="{574B728B-C1C0-98B1-7B32-F8F77DE2B4B2}"/>
              </a:ext>
            </a:extLst>
          </p:cNvPr>
          <p:cNvSpPr txBox="1">
            <a:spLocks noChangeArrowheads="1"/>
          </p:cNvSpPr>
          <p:nvPr/>
        </p:nvSpPr>
        <p:spPr bwMode="auto">
          <a:xfrm>
            <a:off x="2295525" y="4738688"/>
            <a:ext cx="4016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panose="020B0604020202020204" pitchFamily="34"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8237" name="Text Box 47">
            <a:extLst>
              <a:ext uri="{FF2B5EF4-FFF2-40B4-BE49-F238E27FC236}">
                <a16:creationId xmlns:a16="http://schemas.microsoft.com/office/drawing/2014/main" id="{A17866B0-3FB8-8205-544D-844E0CBABE45}"/>
              </a:ext>
            </a:extLst>
          </p:cNvPr>
          <p:cNvSpPr txBox="1">
            <a:spLocks noChangeArrowheads="1"/>
          </p:cNvSpPr>
          <p:nvPr/>
        </p:nvSpPr>
        <p:spPr bwMode="auto">
          <a:xfrm>
            <a:off x="1235075" y="55768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panose="020B0604020202020204" pitchFamily="34" charset="0"/>
                <a:ea typeface="宋体" panose="02010600030101010101" pitchFamily="2" charset="-122"/>
              </a:rPr>
              <a:t>K</a:t>
            </a:r>
            <a:endParaRPr kumimoji="1" lang="en-US" altLang="zh-CN" sz="2400">
              <a:latin typeface="Times New Roman" panose="02020603050405020304" pitchFamily="18" charset="0"/>
              <a:ea typeface="宋体" panose="02010600030101010101" pitchFamily="2" charset="-122"/>
            </a:endParaRPr>
          </a:p>
        </p:txBody>
      </p:sp>
      <p:sp>
        <p:nvSpPr>
          <p:cNvPr id="8238" name="Text Box 48">
            <a:extLst>
              <a:ext uri="{FF2B5EF4-FFF2-40B4-BE49-F238E27FC236}">
                <a16:creationId xmlns:a16="http://schemas.microsoft.com/office/drawing/2014/main" id="{15FB1085-541B-1599-A0E1-97E3676DD3A8}"/>
              </a:ext>
            </a:extLst>
          </p:cNvPr>
          <p:cNvSpPr txBox="1">
            <a:spLocks noChangeArrowheads="1"/>
          </p:cNvSpPr>
          <p:nvPr/>
        </p:nvSpPr>
        <p:spPr bwMode="auto">
          <a:xfrm>
            <a:off x="1981200" y="5576888"/>
            <a:ext cx="4016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panose="020B0604020202020204" pitchFamily="34" charset="0"/>
                <a:ea typeface="宋体" panose="02010600030101010101" pitchFamily="2" charset="-122"/>
              </a:rPr>
              <a:t>L</a:t>
            </a:r>
            <a:endParaRPr kumimoji="1" lang="en-US" altLang="zh-CN" sz="2400">
              <a:latin typeface="Times New Roman" panose="02020603050405020304" pitchFamily="18" charset="0"/>
              <a:ea typeface="宋体" panose="02010600030101010101" pitchFamily="2" charset="-122"/>
            </a:endParaRPr>
          </a:p>
        </p:txBody>
      </p:sp>
      <p:sp>
        <p:nvSpPr>
          <p:cNvPr id="8239" name="Text Box 49">
            <a:extLst>
              <a:ext uri="{FF2B5EF4-FFF2-40B4-BE49-F238E27FC236}">
                <a16:creationId xmlns:a16="http://schemas.microsoft.com/office/drawing/2014/main" id="{DB39F24B-2654-125C-BA95-58B3EDA60FF4}"/>
              </a:ext>
            </a:extLst>
          </p:cNvPr>
          <p:cNvSpPr txBox="1">
            <a:spLocks noChangeArrowheads="1"/>
          </p:cNvSpPr>
          <p:nvPr/>
        </p:nvSpPr>
        <p:spPr bwMode="auto">
          <a:xfrm>
            <a:off x="3800475" y="47386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panose="020B0604020202020204" pitchFamily="34" charset="0"/>
                <a:ea typeface="宋体" panose="02010600030101010101" pitchFamily="2" charset="-122"/>
              </a:rPr>
              <a:t>H</a:t>
            </a:r>
            <a:endParaRPr kumimoji="1" lang="en-US" altLang="zh-CN" sz="2400">
              <a:latin typeface="Times New Roman" panose="02020603050405020304" pitchFamily="18" charset="0"/>
              <a:ea typeface="宋体" panose="02010600030101010101" pitchFamily="2" charset="-122"/>
            </a:endParaRPr>
          </a:p>
        </p:txBody>
      </p:sp>
      <p:sp>
        <p:nvSpPr>
          <p:cNvPr id="8240" name="Text Box 50">
            <a:extLst>
              <a:ext uri="{FF2B5EF4-FFF2-40B4-BE49-F238E27FC236}">
                <a16:creationId xmlns:a16="http://schemas.microsoft.com/office/drawing/2014/main" id="{D4635988-1B0D-7885-304C-EF704200103D}"/>
              </a:ext>
            </a:extLst>
          </p:cNvPr>
          <p:cNvSpPr txBox="1">
            <a:spLocks noChangeArrowheads="1"/>
          </p:cNvSpPr>
          <p:nvPr/>
        </p:nvSpPr>
        <p:spPr bwMode="auto">
          <a:xfrm>
            <a:off x="3740150" y="5576888"/>
            <a:ext cx="4810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panose="020B0604020202020204" pitchFamily="34" charset="0"/>
                <a:ea typeface="宋体" panose="02010600030101010101" pitchFamily="2" charset="-122"/>
              </a:rPr>
              <a:t>M</a:t>
            </a:r>
            <a:endParaRPr kumimoji="1" lang="en-US" altLang="zh-CN" sz="2400">
              <a:latin typeface="Times New Roman" panose="02020603050405020304" pitchFamily="18" charset="0"/>
              <a:ea typeface="宋体" panose="02010600030101010101" pitchFamily="2" charset="-122"/>
            </a:endParaRPr>
          </a:p>
        </p:txBody>
      </p:sp>
      <p:sp>
        <p:nvSpPr>
          <p:cNvPr id="8241" name="Text Box 51">
            <a:extLst>
              <a:ext uri="{FF2B5EF4-FFF2-40B4-BE49-F238E27FC236}">
                <a16:creationId xmlns:a16="http://schemas.microsoft.com/office/drawing/2014/main" id="{CA308D31-3A0A-84A1-68D2-3CC706AE1B26}"/>
              </a:ext>
            </a:extLst>
          </p:cNvPr>
          <p:cNvSpPr txBox="1">
            <a:spLocks noChangeArrowheads="1"/>
          </p:cNvSpPr>
          <p:nvPr/>
        </p:nvSpPr>
        <p:spPr bwMode="auto">
          <a:xfrm>
            <a:off x="4524375" y="4738688"/>
            <a:ext cx="2825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panose="020B0604020202020204" pitchFamily="34" charset="0"/>
                <a:ea typeface="宋体" panose="02010600030101010101" pitchFamily="2" charset="-122"/>
              </a:rPr>
              <a:t>I</a:t>
            </a:r>
            <a:endParaRPr kumimoji="1" lang="en-US" altLang="zh-CN" sz="2400">
              <a:latin typeface="Times New Roman" panose="02020603050405020304" pitchFamily="18" charset="0"/>
              <a:ea typeface="宋体" panose="02010600030101010101" pitchFamily="2" charset="-122"/>
            </a:endParaRPr>
          </a:p>
        </p:txBody>
      </p:sp>
      <p:sp>
        <p:nvSpPr>
          <p:cNvPr id="8242" name="Text Box 52">
            <a:extLst>
              <a:ext uri="{FF2B5EF4-FFF2-40B4-BE49-F238E27FC236}">
                <a16:creationId xmlns:a16="http://schemas.microsoft.com/office/drawing/2014/main" id="{0E7EC0D1-0DC3-3217-5043-CDF0225A6EB9}"/>
              </a:ext>
            </a:extLst>
          </p:cNvPr>
          <p:cNvSpPr txBox="1">
            <a:spLocks noChangeArrowheads="1"/>
          </p:cNvSpPr>
          <p:nvPr/>
        </p:nvSpPr>
        <p:spPr bwMode="auto">
          <a:xfrm>
            <a:off x="5200650" y="4738688"/>
            <a:ext cx="3825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panose="020B0604020202020204" pitchFamily="34" charset="0"/>
                <a:ea typeface="宋体" panose="02010600030101010101" pitchFamily="2" charset="-122"/>
              </a:rPr>
              <a:t>J</a:t>
            </a:r>
            <a:endParaRPr kumimoji="1" lang="en-US" altLang="zh-CN" sz="2400">
              <a:latin typeface="Times New Roman" panose="02020603050405020304" pitchFamily="18" charset="0"/>
              <a:ea typeface="宋体" panose="02010600030101010101" pitchFamily="2" charset="-122"/>
            </a:endParaRPr>
          </a:p>
        </p:txBody>
      </p:sp>
      <p:sp>
        <p:nvSpPr>
          <p:cNvPr id="273461" name="Rectangle 53">
            <a:extLst>
              <a:ext uri="{FF2B5EF4-FFF2-40B4-BE49-F238E27FC236}">
                <a16:creationId xmlns:a16="http://schemas.microsoft.com/office/drawing/2014/main" id="{FCAC3D72-756B-DB40-E702-3294593A717D}"/>
              </a:ext>
            </a:extLst>
          </p:cNvPr>
          <p:cNvSpPr>
            <a:spLocks noChangeArrowheads="1"/>
          </p:cNvSpPr>
          <p:nvPr/>
        </p:nvSpPr>
        <p:spPr bwMode="auto">
          <a:xfrm>
            <a:off x="533400" y="533400"/>
            <a:ext cx="2209800" cy="2286000"/>
          </a:xfrm>
          <a:prstGeom prst="rect">
            <a:avLst/>
          </a:prstGeom>
          <a:noFill/>
          <a:ln w="9525">
            <a:noFill/>
            <a:miter lim="800000"/>
            <a:headEnd/>
            <a:tailEnd/>
          </a:ln>
          <a:effectLst/>
        </p:spPr>
        <p:txBody>
          <a:bodyPr/>
          <a:lstStyle/>
          <a:p>
            <a:pPr marL="342900" indent="-342900" eaLnBrk="1" fontAlgn="auto" hangingPunct="1">
              <a:spcBef>
                <a:spcPct val="10000"/>
              </a:spcBef>
              <a:spcAft>
                <a:spcPts val="0"/>
              </a:spcAft>
              <a:buClr>
                <a:srgbClr val="990099"/>
              </a:buClr>
              <a:buSzPct val="75000"/>
              <a:buFont typeface="Wingdings" pitchFamily="2" charset="2"/>
              <a:buChar char="¯"/>
              <a:defRPr/>
            </a:pPr>
            <a:r>
              <a:rPr lang="zh-CN" altLang="en-US" sz="3200">
                <a:effectLst>
                  <a:outerShdw blurRad="38100" dist="38100" dir="2700000" algn="tl">
                    <a:srgbClr val="C0C0C0"/>
                  </a:outerShdw>
                </a:effectLst>
                <a:latin typeface="Times New Roman" charset="0"/>
                <a:ea typeface="仿宋_GB2312" pitchFamily="49" charset="-122"/>
              </a:rPr>
              <a:t>结点</a:t>
            </a:r>
          </a:p>
          <a:p>
            <a:pPr marL="342900" indent="-342900" eaLnBrk="1" fontAlgn="auto" hangingPunct="1">
              <a:spcBef>
                <a:spcPct val="10000"/>
              </a:spcBef>
              <a:spcAft>
                <a:spcPts val="0"/>
              </a:spcAft>
              <a:buClr>
                <a:srgbClr val="990099"/>
              </a:buClr>
              <a:buSzPct val="75000"/>
              <a:buFont typeface="Wingdings" pitchFamily="2" charset="2"/>
              <a:buChar char="¯"/>
              <a:defRPr/>
            </a:pPr>
            <a:r>
              <a:rPr lang="zh-CN" altLang="en-US" sz="3200">
                <a:effectLst>
                  <a:outerShdw blurRad="38100" dist="38100" dir="2700000" algn="tl">
                    <a:srgbClr val="C0C0C0"/>
                  </a:outerShdw>
                </a:effectLst>
                <a:latin typeface="Times New Roman" charset="0"/>
                <a:ea typeface="仿宋_GB2312" pitchFamily="49" charset="-122"/>
              </a:rPr>
              <a:t>结点的度</a:t>
            </a:r>
          </a:p>
          <a:p>
            <a:pPr marL="342900" indent="-342900" eaLnBrk="1" fontAlgn="auto" hangingPunct="1">
              <a:spcBef>
                <a:spcPct val="10000"/>
              </a:spcBef>
              <a:spcAft>
                <a:spcPts val="0"/>
              </a:spcAft>
              <a:buClr>
                <a:srgbClr val="990099"/>
              </a:buClr>
              <a:buSzPct val="75000"/>
              <a:buFont typeface="Wingdings" pitchFamily="2" charset="2"/>
              <a:buChar char="¯"/>
              <a:defRPr/>
            </a:pPr>
            <a:r>
              <a:rPr lang="zh-CN" altLang="en-US" sz="3200">
                <a:effectLst>
                  <a:outerShdw blurRad="38100" dist="38100" dir="2700000" algn="tl">
                    <a:srgbClr val="C0C0C0"/>
                  </a:outerShdw>
                </a:effectLst>
                <a:latin typeface="Times New Roman" charset="0"/>
                <a:ea typeface="仿宋_GB2312" pitchFamily="49" charset="-122"/>
              </a:rPr>
              <a:t>分支结点</a:t>
            </a:r>
          </a:p>
          <a:p>
            <a:pPr marL="342900" indent="-342900" eaLnBrk="1" fontAlgn="auto" hangingPunct="1">
              <a:spcBef>
                <a:spcPct val="10000"/>
              </a:spcBef>
              <a:spcAft>
                <a:spcPts val="0"/>
              </a:spcAft>
              <a:buClr>
                <a:srgbClr val="990099"/>
              </a:buClr>
              <a:buSzPct val="75000"/>
              <a:buFont typeface="Wingdings" pitchFamily="2" charset="2"/>
              <a:buChar char="¯"/>
              <a:defRPr/>
            </a:pPr>
            <a:r>
              <a:rPr lang="zh-CN" altLang="en-US" sz="3200">
                <a:effectLst>
                  <a:outerShdw blurRad="38100" dist="38100" dir="2700000" algn="tl">
                    <a:srgbClr val="C0C0C0"/>
                  </a:outerShdw>
                </a:effectLst>
                <a:latin typeface="Times New Roman" charset="0"/>
                <a:ea typeface="仿宋_GB2312" pitchFamily="49" charset="-122"/>
              </a:rPr>
              <a:t>叶结点</a:t>
            </a:r>
          </a:p>
        </p:txBody>
      </p:sp>
      <p:sp>
        <p:nvSpPr>
          <p:cNvPr id="273464" name="Rectangle 56">
            <a:extLst>
              <a:ext uri="{FF2B5EF4-FFF2-40B4-BE49-F238E27FC236}">
                <a16:creationId xmlns:a16="http://schemas.microsoft.com/office/drawing/2014/main" id="{DE6A90FB-FEDF-E570-33AE-F2235DF74DDF}"/>
              </a:ext>
            </a:extLst>
          </p:cNvPr>
          <p:cNvSpPr>
            <a:spLocks noChangeArrowheads="1"/>
          </p:cNvSpPr>
          <p:nvPr/>
        </p:nvSpPr>
        <p:spPr bwMode="auto">
          <a:xfrm>
            <a:off x="2743200" y="533400"/>
            <a:ext cx="2286000" cy="2209800"/>
          </a:xfrm>
          <a:prstGeom prst="rect">
            <a:avLst/>
          </a:prstGeom>
          <a:noFill/>
          <a:ln w="9525">
            <a:noFill/>
            <a:miter lim="800000"/>
            <a:headEnd/>
            <a:tailEnd/>
          </a:ln>
          <a:effectLst/>
        </p:spPr>
        <p:txBody>
          <a:bodyPr/>
          <a:lstStyle/>
          <a:p>
            <a:pPr marL="342900" indent="-342900" eaLnBrk="1" fontAlgn="auto" hangingPunct="1">
              <a:spcBef>
                <a:spcPct val="10000"/>
              </a:spcBef>
              <a:spcAft>
                <a:spcPts val="0"/>
              </a:spcAft>
              <a:buClr>
                <a:srgbClr val="990099"/>
              </a:buClr>
              <a:buSzPct val="75000"/>
              <a:buFont typeface="Wingdings" pitchFamily="2" charset="2"/>
              <a:buChar char="¯"/>
              <a:defRPr/>
            </a:pPr>
            <a:r>
              <a:rPr lang="zh-CN" altLang="en-US" sz="3200" dirty="0">
                <a:effectLst>
                  <a:outerShdw blurRad="38100" dist="38100" dir="2700000" algn="tl">
                    <a:srgbClr val="C0C0C0"/>
                  </a:outerShdw>
                </a:effectLst>
                <a:latin typeface="Times New Roman" charset="0"/>
                <a:ea typeface="仿宋_GB2312" pitchFamily="49" charset="-122"/>
              </a:rPr>
              <a:t>孩子</a:t>
            </a:r>
          </a:p>
          <a:p>
            <a:pPr marL="342900" indent="-342900" eaLnBrk="1" fontAlgn="auto" hangingPunct="1">
              <a:spcBef>
                <a:spcPct val="10000"/>
              </a:spcBef>
              <a:spcAft>
                <a:spcPts val="0"/>
              </a:spcAft>
              <a:buClr>
                <a:srgbClr val="990099"/>
              </a:buClr>
              <a:buSzPct val="75000"/>
              <a:buFont typeface="Wingdings" pitchFamily="2" charset="2"/>
              <a:buChar char="¯"/>
              <a:defRPr/>
            </a:pPr>
            <a:r>
              <a:rPr lang="zh-CN" altLang="en-US" sz="3200" dirty="0">
                <a:effectLst>
                  <a:outerShdw blurRad="38100" dist="38100" dir="2700000" algn="tl">
                    <a:srgbClr val="C0C0C0"/>
                  </a:outerShdw>
                </a:effectLst>
                <a:latin typeface="Times New Roman" charset="0"/>
                <a:ea typeface="仿宋_GB2312" pitchFamily="49" charset="-122"/>
              </a:rPr>
              <a:t>双亲</a:t>
            </a:r>
          </a:p>
          <a:p>
            <a:pPr marL="342900" indent="-342900" eaLnBrk="1" fontAlgn="auto" hangingPunct="1">
              <a:spcBef>
                <a:spcPct val="10000"/>
              </a:spcBef>
              <a:spcAft>
                <a:spcPts val="0"/>
              </a:spcAft>
              <a:buClr>
                <a:srgbClr val="990099"/>
              </a:buClr>
              <a:buSzPct val="75000"/>
              <a:buFont typeface="Wingdings" pitchFamily="2" charset="2"/>
              <a:buChar char="¯"/>
              <a:defRPr/>
            </a:pPr>
            <a:r>
              <a:rPr lang="zh-CN" altLang="en-US" sz="3200" dirty="0">
                <a:effectLst>
                  <a:outerShdw blurRad="38100" dist="38100" dir="2700000" algn="tl">
                    <a:srgbClr val="C0C0C0"/>
                  </a:outerShdw>
                </a:effectLst>
                <a:latin typeface="Times New Roman" charset="0"/>
                <a:ea typeface="仿宋_GB2312" pitchFamily="49" charset="-122"/>
              </a:rPr>
              <a:t>兄弟</a:t>
            </a:r>
          </a:p>
          <a:p>
            <a:pPr marL="342900" indent="-342900" eaLnBrk="1" fontAlgn="auto" hangingPunct="1">
              <a:spcBef>
                <a:spcPct val="10000"/>
              </a:spcBef>
              <a:spcAft>
                <a:spcPts val="0"/>
              </a:spcAft>
              <a:buClr>
                <a:srgbClr val="990099"/>
              </a:buClr>
              <a:buSzPct val="75000"/>
              <a:buFont typeface="Wingdings" pitchFamily="2" charset="2"/>
              <a:buChar char="¯"/>
              <a:defRPr/>
            </a:pPr>
            <a:r>
              <a:rPr lang="zh-CN" altLang="en-US" sz="3200" dirty="0">
                <a:effectLst>
                  <a:outerShdw blurRad="38100" dist="38100" dir="2700000" algn="tl">
                    <a:srgbClr val="C0C0C0"/>
                  </a:outerShdw>
                </a:effectLst>
                <a:latin typeface="Times New Roman" charset="0"/>
                <a:ea typeface="仿宋_GB2312" pitchFamily="49" charset="-122"/>
              </a:rPr>
              <a:t>祖先</a:t>
            </a:r>
          </a:p>
        </p:txBody>
      </p:sp>
      <p:sp>
        <p:nvSpPr>
          <p:cNvPr id="273465" name="Rectangle 57">
            <a:extLst>
              <a:ext uri="{FF2B5EF4-FFF2-40B4-BE49-F238E27FC236}">
                <a16:creationId xmlns:a16="http://schemas.microsoft.com/office/drawing/2014/main" id="{923A137D-ED7B-31F6-46FD-856C01F27F55}"/>
              </a:ext>
            </a:extLst>
          </p:cNvPr>
          <p:cNvSpPr>
            <a:spLocks noChangeArrowheads="1"/>
          </p:cNvSpPr>
          <p:nvPr/>
        </p:nvSpPr>
        <p:spPr bwMode="auto">
          <a:xfrm>
            <a:off x="4191000" y="533400"/>
            <a:ext cx="2971800" cy="2286000"/>
          </a:xfrm>
          <a:prstGeom prst="rect">
            <a:avLst/>
          </a:prstGeom>
          <a:noFill/>
          <a:ln w="9525">
            <a:noFill/>
            <a:miter lim="800000"/>
            <a:headEnd/>
            <a:tailEnd/>
          </a:ln>
          <a:effectLst/>
        </p:spPr>
        <p:txBody>
          <a:bodyPr/>
          <a:lstStyle/>
          <a:p>
            <a:pPr marL="342900" indent="-342900" eaLnBrk="1" fontAlgn="auto" hangingPunct="1">
              <a:spcBef>
                <a:spcPct val="10000"/>
              </a:spcBef>
              <a:spcAft>
                <a:spcPts val="0"/>
              </a:spcAft>
              <a:buClr>
                <a:srgbClr val="990099"/>
              </a:buClr>
              <a:buSzPct val="75000"/>
              <a:buFont typeface="Wingdings" pitchFamily="2" charset="2"/>
              <a:buChar char="¯"/>
              <a:defRPr/>
            </a:pPr>
            <a:r>
              <a:rPr lang="zh-CN" altLang="en-US" sz="3200">
                <a:effectLst>
                  <a:outerShdw blurRad="38100" dist="38100" dir="2700000" algn="tl">
                    <a:srgbClr val="C0C0C0"/>
                  </a:outerShdw>
                </a:effectLst>
                <a:latin typeface="Times New Roman" charset="0"/>
                <a:ea typeface="仿宋_GB2312" pitchFamily="49" charset="-122"/>
              </a:rPr>
              <a:t>子孙</a:t>
            </a:r>
          </a:p>
          <a:p>
            <a:pPr marL="342900" indent="-342900" eaLnBrk="1" fontAlgn="auto" hangingPunct="1">
              <a:spcBef>
                <a:spcPct val="10000"/>
              </a:spcBef>
              <a:spcAft>
                <a:spcPts val="0"/>
              </a:spcAft>
              <a:buClr>
                <a:srgbClr val="990099"/>
              </a:buClr>
              <a:buSzPct val="75000"/>
              <a:buFont typeface="Wingdings" pitchFamily="2" charset="2"/>
              <a:buChar char="¯"/>
              <a:defRPr/>
            </a:pPr>
            <a:r>
              <a:rPr lang="zh-CN" altLang="en-US" sz="3200">
                <a:effectLst>
                  <a:outerShdw blurRad="38100" dist="38100" dir="2700000" algn="tl">
                    <a:srgbClr val="C0C0C0"/>
                  </a:outerShdw>
                </a:effectLst>
                <a:latin typeface="Times New Roman" charset="0"/>
                <a:ea typeface="仿宋_GB2312" pitchFamily="49" charset="-122"/>
              </a:rPr>
              <a:t>结点层次</a:t>
            </a:r>
          </a:p>
          <a:p>
            <a:pPr marL="342900" indent="-342900" eaLnBrk="1" fontAlgn="auto" hangingPunct="1">
              <a:spcBef>
                <a:spcPct val="10000"/>
              </a:spcBef>
              <a:spcAft>
                <a:spcPts val="0"/>
              </a:spcAft>
              <a:buClr>
                <a:srgbClr val="990099"/>
              </a:buClr>
              <a:buSzPct val="75000"/>
              <a:buFont typeface="Wingdings" pitchFamily="2" charset="2"/>
              <a:buChar char="¯"/>
              <a:defRPr/>
            </a:pPr>
            <a:r>
              <a:rPr lang="zh-CN" altLang="en-US" sz="3200">
                <a:effectLst>
                  <a:outerShdw blurRad="38100" dist="38100" dir="2700000" algn="tl">
                    <a:srgbClr val="C0C0C0"/>
                  </a:outerShdw>
                </a:effectLst>
                <a:latin typeface="仿宋_GB2312" pitchFamily="49" charset="-122"/>
                <a:ea typeface="仿宋_GB2312" pitchFamily="49" charset="-122"/>
              </a:rPr>
              <a:t>树</a:t>
            </a:r>
            <a:r>
              <a:rPr lang="zh-CN" altLang="en-US" sz="3200">
                <a:effectLst>
                  <a:outerShdw blurRad="38100" dist="38100" dir="2700000" algn="tl">
                    <a:srgbClr val="C0C0C0"/>
                  </a:outerShdw>
                </a:effectLst>
                <a:latin typeface="Times New Roman" charset="0"/>
                <a:ea typeface="仿宋_GB2312" pitchFamily="49" charset="-122"/>
              </a:rPr>
              <a:t>的深度</a:t>
            </a:r>
          </a:p>
          <a:p>
            <a:pPr marL="342900" indent="-342900" eaLnBrk="1" fontAlgn="auto" hangingPunct="1">
              <a:spcBef>
                <a:spcPct val="10000"/>
              </a:spcBef>
              <a:spcAft>
                <a:spcPts val="0"/>
              </a:spcAft>
              <a:buClr>
                <a:srgbClr val="990099"/>
              </a:buClr>
              <a:buSzPct val="75000"/>
              <a:buFont typeface="Wingdings" pitchFamily="2" charset="2"/>
              <a:buChar char="¯"/>
              <a:defRPr/>
            </a:pPr>
            <a:r>
              <a:rPr lang="zh-CN" altLang="en-US" sz="3200">
                <a:effectLst>
                  <a:outerShdw blurRad="38100" dist="38100" dir="2700000" algn="tl">
                    <a:srgbClr val="C0C0C0"/>
                  </a:outerShdw>
                </a:effectLst>
                <a:latin typeface="仿宋_GB2312" pitchFamily="49" charset="-122"/>
                <a:ea typeface="仿宋_GB2312" pitchFamily="49" charset="-122"/>
              </a:rPr>
              <a:t>树</a:t>
            </a:r>
            <a:r>
              <a:rPr lang="zh-CN" altLang="en-US" sz="3200">
                <a:effectLst>
                  <a:outerShdw blurRad="38100" dist="38100" dir="2700000" algn="tl">
                    <a:srgbClr val="C0C0C0"/>
                  </a:outerShdw>
                </a:effectLst>
                <a:latin typeface="Times New Roman" charset="0"/>
                <a:ea typeface="仿宋_GB2312" pitchFamily="49" charset="-122"/>
              </a:rPr>
              <a:t>的高度</a:t>
            </a:r>
          </a:p>
        </p:txBody>
      </p:sp>
      <p:sp>
        <p:nvSpPr>
          <p:cNvPr id="273466" name="Rectangle 58">
            <a:extLst>
              <a:ext uri="{FF2B5EF4-FFF2-40B4-BE49-F238E27FC236}">
                <a16:creationId xmlns:a16="http://schemas.microsoft.com/office/drawing/2014/main" id="{61F50A30-D9DC-E60F-A633-F3F10D056806}"/>
              </a:ext>
            </a:extLst>
          </p:cNvPr>
          <p:cNvSpPr>
            <a:spLocks noChangeArrowheads="1"/>
          </p:cNvSpPr>
          <p:nvPr/>
        </p:nvSpPr>
        <p:spPr bwMode="auto">
          <a:xfrm>
            <a:off x="6477000" y="533400"/>
            <a:ext cx="1981200" cy="2133600"/>
          </a:xfrm>
          <a:prstGeom prst="rect">
            <a:avLst/>
          </a:prstGeom>
          <a:noFill/>
          <a:ln w="9525">
            <a:noFill/>
            <a:miter lim="800000"/>
            <a:headEnd/>
            <a:tailEnd/>
          </a:ln>
          <a:effectLst/>
        </p:spPr>
        <p:txBody>
          <a:bodyPr/>
          <a:lstStyle/>
          <a:p>
            <a:pPr marL="342900" indent="-342900" eaLnBrk="1" fontAlgn="auto" hangingPunct="1">
              <a:spcBef>
                <a:spcPct val="10000"/>
              </a:spcBef>
              <a:spcAft>
                <a:spcPts val="0"/>
              </a:spcAft>
              <a:buClr>
                <a:srgbClr val="990099"/>
              </a:buClr>
              <a:buSzPct val="75000"/>
              <a:buFont typeface="Wingdings" pitchFamily="2" charset="2"/>
              <a:buChar char="¯"/>
              <a:defRPr/>
            </a:pPr>
            <a:r>
              <a:rPr lang="zh-CN" altLang="en-US" sz="3200">
                <a:effectLst>
                  <a:outerShdw blurRad="38100" dist="38100" dir="2700000" algn="tl">
                    <a:srgbClr val="C0C0C0"/>
                  </a:outerShdw>
                </a:effectLst>
                <a:latin typeface="Times New Roman" charset="0"/>
                <a:ea typeface="仿宋_GB2312" pitchFamily="49" charset="-122"/>
              </a:rPr>
              <a:t>树的度</a:t>
            </a:r>
          </a:p>
          <a:p>
            <a:pPr marL="342900" indent="-342900" eaLnBrk="1" fontAlgn="auto" hangingPunct="1">
              <a:spcBef>
                <a:spcPct val="10000"/>
              </a:spcBef>
              <a:spcAft>
                <a:spcPts val="0"/>
              </a:spcAft>
              <a:buClr>
                <a:srgbClr val="990099"/>
              </a:buClr>
              <a:buSzPct val="75000"/>
              <a:buFont typeface="Wingdings" pitchFamily="2" charset="2"/>
              <a:buChar char="¯"/>
              <a:defRPr/>
            </a:pPr>
            <a:r>
              <a:rPr lang="zh-CN" altLang="en-US" sz="3200">
                <a:effectLst>
                  <a:outerShdw blurRad="38100" dist="38100" dir="2700000" algn="tl">
                    <a:srgbClr val="C0C0C0"/>
                  </a:outerShdw>
                </a:effectLst>
                <a:latin typeface="仿宋_GB2312" pitchFamily="49" charset="-122"/>
                <a:ea typeface="仿宋_GB2312" pitchFamily="49" charset="-122"/>
              </a:rPr>
              <a:t>有序树</a:t>
            </a:r>
          </a:p>
          <a:p>
            <a:pPr marL="342900" indent="-342900" eaLnBrk="1" fontAlgn="auto" hangingPunct="1">
              <a:spcBef>
                <a:spcPct val="10000"/>
              </a:spcBef>
              <a:spcAft>
                <a:spcPts val="0"/>
              </a:spcAft>
              <a:buClr>
                <a:srgbClr val="990099"/>
              </a:buClr>
              <a:buSzPct val="75000"/>
              <a:buFont typeface="Wingdings" pitchFamily="2" charset="2"/>
              <a:buChar char="¯"/>
              <a:defRPr/>
            </a:pPr>
            <a:r>
              <a:rPr lang="zh-CN" altLang="en-US" sz="3200">
                <a:effectLst>
                  <a:outerShdw blurRad="38100" dist="38100" dir="2700000" algn="tl">
                    <a:srgbClr val="C0C0C0"/>
                  </a:outerShdw>
                </a:effectLst>
                <a:latin typeface="仿宋_GB2312" pitchFamily="49" charset="-122"/>
                <a:ea typeface="仿宋_GB2312" pitchFamily="49" charset="-122"/>
              </a:rPr>
              <a:t>无序树</a:t>
            </a:r>
          </a:p>
          <a:p>
            <a:pPr marL="342900" indent="-342900" eaLnBrk="1" fontAlgn="auto" hangingPunct="1">
              <a:spcBef>
                <a:spcPct val="10000"/>
              </a:spcBef>
              <a:spcAft>
                <a:spcPts val="0"/>
              </a:spcAft>
              <a:buClr>
                <a:srgbClr val="990099"/>
              </a:buClr>
              <a:buSzPct val="75000"/>
              <a:buFont typeface="Wingdings" pitchFamily="2" charset="2"/>
              <a:buChar char="¯"/>
              <a:defRPr/>
            </a:pPr>
            <a:r>
              <a:rPr lang="zh-CN" altLang="en-US" sz="3200">
                <a:effectLst>
                  <a:outerShdw blurRad="38100" dist="38100" dir="2700000" algn="tl">
                    <a:srgbClr val="C0C0C0"/>
                  </a:outerShdw>
                </a:effectLst>
                <a:latin typeface="仿宋_GB2312" pitchFamily="49" charset="-122"/>
                <a:ea typeface="仿宋_GB2312" pitchFamily="49" charset="-122"/>
              </a:rPr>
              <a:t>森林</a:t>
            </a:r>
            <a:endParaRPr lang="zh-CN" altLang="en-US" sz="3200">
              <a:effectLst>
                <a:outerShdw blurRad="38100" dist="38100" dir="2700000" algn="tl">
                  <a:srgbClr val="C0C0C0"/>
                </a:outerShdw>
              </a:effectLst>
              <a:latin typeface="Times New Roman" charset="0"/>
              <a:ea typeface="仿宋_GB2312" pitchFamily="49" charset="-122"/>
            </a:endParaRPr>
          </a:p>
        </p:txBody>
      </p:sp>
      <p:sp>
        <p:nvSpPr>
          <p:cNvPr id="2" name="灯片编号占位符 1">
            <a:extLst>
              <a:ext uri="{FF2B5EF4-FFF2-40B4-BE49-F238E27FC236}">
                <a16:creationId xmlns:a16="http://schemas.microsoft.com/office/drawing/2014/main" id="{EF5F827B-5776-88C6-84B0-51E64F8FA61F}"/>
              </a:ext>
            </a:extLst>
          </p:cNvPr>
          <p:cNvSpPr>
            <a:spLocks noGrp="1"/>
          </p:cNvSpPr>
          <p:nvPr>
            <p:ph type="sldNum" sz="quarter" idx="12"/>
          </p:nvPr>
        </p:nvSpPr>
        <p:spPr/>
        <p:txBody>
          <a:bodyPr/>
          <a:lstStyle/>
          <a:p>
            <a:pPr>
              <a:defRPr/>
            </a:pPr>
            <a:fld id="{A598D83B-EE2A-4F12-B129-1EDE84DF129B}" type="slidenum">
              <a:rPr lang="en-US" altLang="zh-CN" smtClean="0"/>
              <a:pPr>
                <a:defRPr/>
              </a:pPr>
              <a:t>5</a:t>
            </a:fld>
            <a:endParaRPr lang="en-US" altLang="zh-CN"/>
          </a:p>
        </p:txBody>
      </p:sp>
    </p:spTree>
  </p:cSld>
  <p:clrMapOvr>
    <a:masterClrMapping/>
  </p:clrMapOvr>
  <p:transition>
    <p:spli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593379-37B9-A5D2-F2D9-5FFFA2C8F6BD}"/>
              </a:ext>
            </a:extLst>
          </p:cNvPr>
          <p:cNvSpPr>
            <a:spLocks noGrp="1"/>
          </p:cNvSpPr>
          <p:nvPr>
            <p:ph type="title"/>
          </p:nvPr>
        </p:nvSpPr>
        <p:spPr/>
        <p:txBody>
          <a:bodyPr/>
          <a:lstStyle/>
          <a:p>
            <a:r>
              <a:rPr lang="zh-CN" altLang="en-US" dirty="0"/>
              <a:t>一些概念细节</a:t>
            </a:r>
          </a:p>
        </p:txBody>
      </p:sp>
      <p:sp>
        <p:nvSpPr>
          <p:cNvPr id="3" name="内容占位符 2">
            <a:extLst>
              <a:ext uri="{FF2B5EF4-FFF2-40B4-BE49-F238E27FC236}">
                <a16:creationId xmlns:a16="http://schemas.microsoft.com/office/drawing/2014/main" id="{13C4DABE-6848-A0FB-4A06-C6BFD5ABDBEF}"/>
              </a:ext>
            </a:extLst>
          </p:cNvPr>
          <p:cNvSpPr>
            <a:spLocks noGrp="1"/>
          </p:cNvSpPr>
          <p:nvPr>
            <p:ph idx="1"/>
          </p:nvPr>
        </p:nvSpPr>
        <p:spPr/>
        <p:txBody>
          <a:bodyPr>
            <a:normAutofit fontScale="92500" lnSpcReduction="20000"/>
          </a:bodyPr>
          <a:lstStyle/>
          <a:p>
            <a:r>
              <a:rPr lang="zh-CN" altLang="en-US" dirty="0"/>
              <a:t>度：结点的孩子个数即为该结点的度；树中各个结点度的最大值称为树的度。</a:t>
            </a:r>
            <a:endParaRPr lang="en-US" altLang="zh-CN" dirty="0"/>
          </a:p>
          <a:p>
            <a:pPr lvl="1"/>
            <a:r>
              <a:rPr lang="zh-CN" altLang="en-US" dirty="0"/>
              <a:t>注意：树中结点的度不包含连接双亲的边</a:t>
            </a:r>
          </a:p>
          <a:p>
            <a:r>
              <a:rPr lang="zh-CN" altLang="en-US" dirty="0"/>
              <a:t>高度：规定与根距离最远的叶结点的高度为</a:t>
            </a:r>
            <a:r>
              <a:rPr lang="en-US" altLang="zh-CN" dirty="0"/>
              <a:t>1</a:t>
            </a:r>
            <a:r>
              <a:rPr lang="zh-CN" altLang="en-US" dirty="0"/>
              <a:t>，其双亲结点的高度等于它的高度加</a:t>
            </a:r>
            <a:r>
              <a:rPr lang="en-US" altLang="zh-CN" dirty="0"/>
              <a:t>1</a:t>
            </a:r>
            <a:r>
              <a:rPr lang="zh-CN" altLang="en-US" dirty="0"/>
              <a:t>。</a:t>
            </a:r>
            <a:endParaRPr lang="en-US" altLang="zh-CN" dirty="0"/>
          </a:p>
          <a:p>
            <a:pPr lvl="1"/>
            <a:r>
              <a:rPr lang="zh-CN" altLang="en-US" dirty="0"/>
              <a:t>结点的深度（层次）与结点高度的计算方向是相反的，例如根结点在第</a:t>
            </a:r>
            <a:r>
              <a:rPr lang="en-US" altLang="zh-CN" dirty="0"/>
              <a:t>1</a:t>
            </a:r>
            <a:r>
              <a:rPr lang="zh-CN" altLang="en-US" dirty="0"/>
              <a:t>层，深度为</a:t>
            </a:r>
            <a:r>
              <a:rPr lang="en-US" altLang="zh-CN" dirty="0"/>
              <a:t>1</a:t>
            </a:r>
            <a:r>
              <a:rPr lang="zh-CN" altLang="en-US" dirty="0"/>
              <a:t>，高度为树的高度。</a:t>
            </a:r>
            <a:endParaRPr lang="en-US" altLang="zh-CN" dirty="0"/>
          </a:p>
          <a:p>
            <a:pPr lvl="1"/>
            <a:r>
              <a:rPr lang="zh-CN" altLang="en-US" dirty="0"/>
              <a:t>树的深度与高度相等。</a:t>
            </a:r>
            <a:endParaRPr lang="en-US" altLang="zh-CN" dirty="0"/>
          </a:p>
          <a:p>
            <a:endParaRPr lang="zh-CN" altLang="en-US" dirty="0"/>
          </a:p>
          <a:p>
            <a:endParaRPr lang="zh-CN" altLang="en-US" dirty="0"/>
          </a:p>
          <a:p>
            <a:endParaRPr lang="zh-CN" altLang="en-US" dirty="0"/>
          </a:p>
          <a:p>
            <a:endParaRPr lang="zh-CN" altLang="en-US" dirty="0"/>
          </a:p>
        </p:txBody>
      </p:sp>
      <p:sp>
        <p:nvSpPr>
          <p:cNvPr id="4" name="灯片编号占位符 3">
            <a:extLst>
              <a:ext uri="{FF2B5EF4-FFF2-40B4-BE49-F238E27FC236}">
                <a16:creationId xmlns:a16="http://schemas.microsoft.com/office/drawing/2014/main" id="{B96141A0-9E5D-CB32-D79B-3C28C4822F16}"/>
              </a:ext>
            </a:extLst>
          </p:cNvPr>
          <p:cNvSpPr>
            <a:spLocks noGrp="1"/>
          </p:cNvSpPr>
          <p:nvPr>
            <p:ph type="sldNum" sz="quarter" idx="12"/>
          </p:nvPr>
        </p:nvSpPr>
        <p:spPr/>
        <p:txBody>
          <a:bodyPr/>
          <a:lstStyle/>
          <a:p>
            <a:pPr>
              <a:defRPr/>
            </a:pPr>
            <a:fld id="{A598D83B-EE2A-4F12-B129-1EDE84DF129B}" type="slidenum">
              <a:rPr lang="en-US" altLang="zh-CN" smtClean="0"/>
              <a:pPr>
                <a:defRPr/>
              </a:pPr>
              <a:t>6</a:t>
            </a:fld>
            <a:endParaRPr lang="en-US" altLang="zh-CN"/>
          </a:p>
        </p:txBody>
      </p:sp>
    </p:spTree>
    <p:extLst>
      <p:ext uri="{BB962C8B-B14F-4D97-AF65-F5344CB8AC3E}">
        <p14:creationId xmlns:p14="http://schemas.microsoft.com/office/powerpoint/2010/main" val="2317391161"/>
      </p:ext>
    </p:extLst>
  </p:cSld>
  <p:clrMapOvr>
    <a:masterClrMapping/>
  </p:clrMapOvr>
  <p:transition>
    <p:spli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A8E2B3-0375-44AD-940E-640F495DAA9B}"/>
              </a:ext>
            </a:extLst>
          </p:cNvPr>
          <p:cNvSpPr>
            <a:spLocks noGrp="1"/>
          </p:cNvSpPr>
          <p:nvPr>
            <p:ph type="title"/>
          </p:nvPr>
        </p:nvSpPr>
        <p:spPr/>
        <p:txBody>
          <a:bodyPr/>
          <a:lstStyle/>
          <a:p>
            <a:r>
              <a:rPr lang="en-US" altLang="zh-CN" dirty="0"/>
              <a:t>5.1.2 </a:t>
            </a:r>
            <a:r>
              <a:rPr lang="zh-CN" altLang="en-US" dirty="0"/>
              <a:t>树的抽象数据类型</a:t>
            </a:r>
          </a:p>
        </p:txBody>
      </p:sp>
      <p:sp>
        <p:nvSpPr>
          <p:cNvPr id="4" name="内容占位符 3">
            <a:extLst>
              <a:ext uri="{FF2B5EF4-FFF2-40B4-BE49-F238E27FC236}">
                <a16:creationId xmlns:a16="http://schemas.microsoft.com/office/drawing/2014/main" id="{7045291A-C73F-41A5-9975-E51519792385}"/>
              </a:ext>
            </a:extLst>
          </p:cNvPr>
          <p:cNvSpPr>
            <a:spLocks noGrp="1"/>
          </p:cNvSpPr>
          <p:nvPr>
            <p:ph idx="1"/>
          </p:nvPr>
        </p:nvSpPr>
        <p:spPr>
          <a:xfrm>
            <a:off x="628650" y="1825623"/>
            <a:ext cx="8407846" cy="4895851"/>
          </a:xfrm>
        </p:spPr>
        <p:txBody>
          <a:bodyPr>
            <a:normAutofit fontScale="55000" lnSpcReduction="20000"/>
          </a:bodyPr>
          <a:lstStyle/>
          <a:p>
            <a:pPr marL="0" indent="0">
              <a:buNone/>
            </a:pPr>
            <a:r>
              <a:rPr lang="en-US" altLang="zh-CN" dirty="0"/>
              <a:t>template &lt;class T&gt; class Tree {      //T</a:t>
            </a:r>
            <a:r>
              <a:rPr lang="zh-CN" altLang="en-US" dirty="0"/>
              <a:t>是树结点中存放数据的类型。</a:t>
            </a:r>
            <a:endParaRPr lang="en-US" altLang="zh-CN" dirty="0"/>
          </a:p>
          <a:p>
            <a:pPr marL="0" indent="0">
              <a:buNone/>
            </a:pPr>
            <a:r>
              <a:rPr lang="en-US" altLang="zh-CN" dirty="0"/>
              <a:t>public:</a:t>
            </a:r>
          </a:p>
          <a:p>
            <a:pPr marL="0" indent="0">
              <a:buNone/>
            </a:pPr>
            <a:r>
              <a:rPr lang="en-US" altLang="zh-CN" dirty="0"/>
              <a:t>   Tree ( );		                                   ~Tree ( ) ;</a:t>
            </a:r>
          </a:p>
          <a:p>
            <a:pPr marL="0" indent="0">
              <a:buNone/>
            </a:pPr>
            <a:r>
              <a:rPr lang="en-US" altLang="zh-CN" dirty="0"/>
              <a:t>   position Root ( ); </a:t>
            </a:r>
          </a:p>
          <a:p>
            <a:pPr marL="0" indent="0">
              <a:buNone/>
            </a:pPr>
            <a:r>
              <a:rPr lang="en-US" altLang="zh-CN" dirty="0"/>
              <a:t>       //position</a:t>
            </a:r>
            <a:r>
              <a:rPr lang="zh-CN" altLang="en-US" dirty="0"/>
              <a:t>是树中结点地址。存为数组时是下标</a:t>
            </a:r>
            <a:r>
              <a:rPr lang="en-US" altLang="zh-CN" dirty="0"/>
              <a:t>, </a:t>
            </a:r>
            <a:r>
              <a:rPr lang="zh-CN" altLang="en-US" dirty="0"/>
              <a:t>存为链表时是指针。</a:t>
            </a:r>
            <a:endParaRPr lang="en-US" altLang="zh-CN" dirty="0"/>
          </a:p>
          <a:p>
            <a:pPr marL="0" indent="0">
              <a:buNone/>
            </a:pPr>
            <a:r>
              <a:rPr lang="en-US" altLang="zh-CN" dirty="0"/>
              <a:t>   </a:t>
            </a:r>
            <a:r>
              <a:rPr lang="en-US" altLang="zh-CN" dirty="0" err="1"/>
              <a:t>BuildRoot</a:t>
            </a:r>
            <a:r>
              <a:rPr lang="en-US" altLang="zh-CN" dirty="0"/>
              <a:t> ( const T&amp; value );</a:t>
            </a:r>
          </a:p>
          <a:p>
            <a:pPr marL="0" indent="0">
              <a:buNone/>
            </a:pPr>
            <a:r>
              <a:rPr lang="en-US" altLang="zh-CN" dirty="0"/>
              <a:t>   position </a:t>
            </a:r>
            <a:r>
              <a:rPr lang="en-US" altLang="zh-CN" dirty="0" err="1"/>
              <a:t>FirstChild</a:t>
            </a:r>
            <a:r>
              <a:rPr lang="en-US" altLang="zh-CN" dirty="0"/>
              <a:t> ( position p );            position </a:t>
            </a:r>
            <a:r>
              <a:rPr lang="en-US" altLang="zh-CN" dirty="0" err="1"/>
              <a:t>NextSibling</a:t>
            </a:r>
            <a:r>
              <a:rPr lang="en-US" altLang="zh-CN" dirty="0"/>
              <a:t> ( position p ); </a:t>
            </a:r>
          </a:p>
          <a:p>
            <a:pPr marL="0" indent="0">
              <a:buNone/>
            </a:pPr>
            <a:r>
              <a:rPr lang="en-US" altLang="zh-CN" dirty="0"/>
              <a:t>   position Parent ( position p );                T </a:t>
            </a:r>
            <a:r>
              <a:rPr lang="en-US" altLang="zh-CN" dirty="0" err="1"/>
              <a:t>getData</a:t>
            </a:r>
            <a:r>
              <a:rPr lang="en-US" altLang="zh-CN" dirty="0"/>
              <a:t> ( position p );</a:t>
            </a:r>
          </a:p>
          <a:p>
            <a:pPr marL="0" indent="0">
              <a:buNone/>
            </a:pPr>
            <a:r>
              <a:rPr lang="en-US" altLang="zh-CN" dirty="0"/>
              <a:t>   bool </a:t>
            </a:r>
            <a:r>
              <a:rPr lang="en-US" altLang="zh-CN" dirty="0" err="1"/>
              <a:t>InsertChild</a:t>
            </a:r>
            <a:r>
              <a:rPr lang="en-US" altLang="zh-CN" dirty="0"/>
              <a:t> ( const position p,  const T &amp;value );</a:t>
            </a:r>
          </a:p>
          <a:p>
            <a:pPr marL="0" indent="0">
              <a:buNone/>
            </a:pPr>
            <a:r>
              <a:rPr lang="en-US" altLang="zh-CN" dirty="0"/>
              <a:t>   bool </a:t>
            </a:r>
            <a:r>
              <a:rPr lang="en-US" altLang="zh-CN" dirty="0" err="1"/>
              <a:t>DeleteChild</a:t>
            </a:r>
            <a:r>
              <a:rPr lang="en-US" altLang="zh-CN" dirty="0"/>
              <a:t> ( position p, int </a:t>
            </a:r>
            <a:r>
              <a:rPr lang="en-US" altLang="zh-CN" dirty="0" err="1"/>
              <a:t>i</a:t>
            </a:r>
            <a:r>
              <a:rPr lang="en-US" altLang="zh-CN" dirty="0"/>
              <a:t> );      void </a:t>
            </a:r>
            <a:r>
              <a:rPr lang="en-US" altLang="zh-CN" dirty="0" err="1"/>
              <a:t>DeleteSubTree</a:t>
            </a:r>
            <a:r>
              <a:rPr lang="en-US" altLang="zh-CN" dirty="0"/>
              <a:t>(position t);</a:t>
            </a:r>
          </a:p>
          <a:p>
            <a:pPr marL="0" indent="0">
              <a:buNone/>
            </a:pPr>
            <a:r>
              <a:rPr lang="en-US" altLang="zh-CN" dirty="0"/>
              <a:t>   bool </a:t>
            </a:r>
            <a:r>
              <a:rPr lang="en-US" altLang="zh-CN" dirty="0" err="1"/>
              <a:t>IsEmpty</a:t>
            </a:r>
            <a:r>
              <a:rPr lang="en-US" altLang="zh-CN" dirty="0"/>
              <a:t>( );                                     </a:t>
            </a:r>
          </a:p>
          <a:p>
            <a:pPr marL="0" indent="0">
              <a:buNone/>
            </a:pPr>
            <a:r>
              <a:rPr lang="en-US" altLang="zh-CN" dirty="0"/>
              <a:t>   void Traversal(void(*visit)(position p));</a:t>
            </a:r>
          </a:p>
          <a:p>
            <a:pPr marL="0" indent="0">
              <a:buNone/>
            </a:pPr>
            <a:r>
              <a:rPr lang="en-US" altLang="zh-CN" dirty="0"/>
              <a:t>}</a:t>
            </a:r>
          </a:p>
        </p:txBody>
      </p:sp>
      <p:sp>
        <p:nvSpPr>
          <p:cNvPr id="3" name="灯片编号占位符 2">
            <a:extLst>
              <a:ext uri="{FF2B5EF4-FFF2-40B4-BE49-F238E27FC236}">
                <a16:creationId xmlns:a16="http://schemas.microsoft.com/office/drawing/2014/main" id="{12F58307-2C86-463C-5446-CE9E5B9E1FE1}"/>
              </a:ext>
            </a:extLst>
          </p:cNvPr>
          <p:cNvSpPr>
            <a:spLocks noGrp="1"/>
          </p:cNvSpPr>
          <p:nvPr>
            <p:ph type="sldNum" sz="quarter" idx="12"/>
          </p:nvPr>
        </p:nvSpPr>
        <p:spPr/>
        <p:txBody>
          <a:bodyPr/>
          <a:lstStyle/>
          <a:p>
            <a:pPr>
              <a:defRPr/>
            </a:pPr>
            <a:fld id="{97C60736-F4D1-4419-BD91-ADA094D56F9B}" type="slidenum">
              <a:rPr lang="en-US" altLang="zh-CN" smtClean="0"/>
              <a:pPr>
                <a:defRPr/>
              </a:pPr>
              <a:t>7</a:t>
            </a:fld>
            <a:endParaRPr lang="en-US" altLang="zh-CN"/>
          </a:p>
        </p:txBody>
      </p:sp>
    </p:spTree>
  </p:cSld>
  <p:clrMapOvr>
    <a:masterClrMapping/>
  </p:clrMapOvr>
  <p:transition>
    <p:spli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AutoShape 17">
            <a:extLst>
              <a:ext uri="{FF2B5EF4-FFF2-40B4-BE49-F238E27FC236}">
                <a16:creationId xmlns:a16="http://schemas.microsoft.com/office/drawing/2014/main" id="{11049A0F-B9EE-921B-CADE-20D2ECDCDEBB}"/>
              </a:ext>
            </a:extLst>
          </p:cNvPr>
          <p:cNvSpPr>
            <a:spLocks noChangeArrowheads="1"/>
          </p:cNvSpPr>
          <p:nvPr/>
        </p:nvSpPr>
        <p:spPr bwMode="auto">
          <a:xfrm>
            <a:off x="7543800" y="4876800"/>
            <a:ext cx="457200" cy="533400"/>
          </a:xfrm>
          <a:prstGeom prst="wedgeRoundRectCallout">
            <a:avLst>
              <a:gd name="adj1" fmla="val -82986"/>
              <a:gd name="adj2" fmla="val -118750"/>
              <a:gd name="adj3" fmla="val 16667"/>
            </a:avLst>
          </a:prstGeom>
          <a:gradFill rotWithShape="0">
            <a:gsLst>
              <a:gs pos="0">
                <a:srgbClr val="FF7C80"/>
              </a:gs>
              <a:gs pos="100000">
                <a:srgbClr val="76393B"/>
              </a:gs>
            </a:gsLst>
            <a:lin ang="0" scaled="1"/>
          </a:gra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kumimoji="1" lang="zh-CN" altLang="zh-CN" sz="2400">
              <a:latin typeface="Times New Roman" panose="02020603050405020304" pitchFamily="18" charset="0"/>
              <a:ea typeface="宋体" panose="02010600030101010101" pitchFamily="2" charset="-122"/>
            </a:endParaRPr>
          </a:p>
        </p:txBody>
      </p:sp>
      <p:sp>
        <p:nvSpPr>
          <p:cNvPr id="11267" name="AutoShape 16">
            <a:extLst>
              <a:ext uri="{FF2B5EF4-FFF2-40B4-BE49-F238E27FC236}">
                <a16:creationId xmlns:a16="http://schemas.microsoft.com/office/drawing/2014/main" id="{0DC1980A-B01F-DB69-91C9-1A4A2E25795A}"/>
              </a:ext>
            </a:extLst>
          </p:cNvPr>
          <p:cNvSpPr>
            <a:spLocks noChangeArrowheads="1"/>
          </p:cNvSpPr>
          <p:nvPr/>
        </p:nvSpPr>
        <p:spPr bwMode="auto">
          <a:xfrm>
            <a:off x="5486400" y="4876800"/>
            <a:ext cx="457200" cy="533400"/>
          </a:xfrm>
          <a:prstGeom prst="wedgeRoundRectCallout">
            <a:avLst>
              <a:gd name="adj1" fmla="val -82986"/>
              <a:gd name="adj2" fmla="val -118750"/>
              <a:gd name="adj3" fmla="val 16667"/>
            </a:avLst>
          </a:prstGeom>
          <a:gradFill rotWithShape="0">
            <a:gsLst>
              <a:gs pos="0">
                <a:srgbClr val="FF7C80"/>
              </a:gs>
              <a:gs pos="100000">
                <a:srgbClr val="76393B"/>
              </a:gs>
            </a:gsLst>
            <a:lin ang="0" scaled="1"/>
          </a:gra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kumimoji="1" lang="zh-CN" altLang="zh-CN" sz="2400">
              <a:latin typeface="Times New Roman" panose="02020603050405020304" pitchFamily="18" charset="0"/>
              <a:ea typeface="宋体" panose="02010600030101010101" pitchFamily="2" charset="-122"/>
            </a:endParaRPr>
          </a:p>
        </p:txBody>
      </p:sp>
      <p:sp>
        <p:nvSpPr>
          <p:cNvPr id="11268" name="AutoShape 15">
            <a:extLst>
              <a:ext uri="{FF2B5EF4-FFF2-40B4-BE49-F238E27FC236}">
                <a16:creationId xmlns:a16="http://schemas.microsoft.com/office/drawing/2014/main" id="{41EF4BC5-0501-B100-A030-8523678A4927}"/>
              </a:ext>
            </a:extLst>
          </p:cNvPr>
          <p:cNvSpPr>
            <a:spLocks noChangeArrowheads="1"/>
          </p:cNvSpPr>
          <p:nvPr/>
        </p:nvSpPr>
        <p:spPr bwMode="auto">
          <a:xfrm>
            <a:off x="6705600" y="4876800"/>
            <a:ext cx="457200" cy="533400"/>
          </a:xfrm>
          <a:prstGeom prst="wedgeRoundRectCallout">
            <a:avLst>
              <a:gd name="adj1" fmla="val 81944"/>
              <a:gd name="adj2" fmla="val -131847"/>
              <a:gd name="adj3" fmla="val 16667"/>
            </a:avLst>
          </a:prstGeom>
          <a:gradFill rotWithShape="0">
            <a:gsLst>
              <a:gs pos="0">
                <a:srgbClr val="FF7C80"/>
              </a:gs>
              <a:gs pos="100000">
                <a:srgbClr val="76393B"/>
              </a:gs>
            </a:gsLst>
            <a:lin ang="0" scaled="1"/>
          </a:gra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kumimoji="1" lang="zh-CN" altLang="zh-CN" sz="2400">
              <a:latin typeface="Times New Roman" panose="02020603050405020304" pitchFamily="18" charset="0"/>
              <a:ea typeface="宋体" panose="02010600030101010101" pitchFamily="2" charset="-122"/>
            </a:endParaRPr>
          </a:p>
        </p:txBody>
      </p:sp>
      <p:sp>
        <p:nvSpPr>
          <p:cNvPr id="11269" name="AutoShape 14">
            <a:extLst>
              <a:ext uri="{FF2B5EF4-FFF2-40B4-BE49-F238E27FC236}">
                <a16:creationId xmlns:a16="http://schemas.microsoft.com/office/drawing/2014/main" id="{AF4826FE-B614-35F9-B6D7-E7DEB3876788}"/>
              </a:ext>
            </a:extLst>
          </p:cNvPr>
          <p:cNvSpPr>
            <a:spLocks noChangeArrowheads="1"/>
          </p:cNvSpPr>
          <p:nvPr/>
        </p:nvSpPr>
        <p:spPr bwMode="auto">
          <a:xfrm>
            <a:off x="3352800" y="4876800"/>
            <a:ext cx="457200" cy="533400"/>
          </a:xfrm>
          <a:prstGeom prst="wedgeRoundRectCallout">
            <a:avLst>
              <a:gd name="adj1" fmla="val 81944"/>
              <a:gd name="adj2" fmla="val -131847"/>
              <a:gd name="adj3" fmla="val 16667"/>
            </a:avLst>
          </a:prstGeom>
          <a:gradFill rotWithShape="0">
            <a:gsLst>
              <a:gs pos="0">
                <a:srgbClr val="FF7C80"/>
              </a:gs>
              <a:gs pos="100000">
                <a:srgbClr val="76393B"/>
              </a:gs>
            </a:gsLst>
            <a:lin ang="0" scaled="1"/>
          </a:gra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kumimoji="1" lang="zh-CN" altLang="zh-CN" sz="2400">
              <a:latin typeface="Times New Roman" panose="02020603050405020304" pitchFamily="18" charset="0"/>
              <a:ea typeface="宋体" panose="02010600030101010101" pitchFamily="2" charset="-122"/>
            </a:endParaRPr>
          </a:p>
        </p:txBody>
      </p:sp>
      <p:sp>
        <p:nvSpPr>
          <p:cNvPr id="121861" name="Text Box 5">
            <a:extLst>
              <a:ext uri="{FF2B5EF4-FFF2-40B4-BE49-F238E27FC236}">
                <a16:creationId xmlns:a16="http://schemas.microsoft.com/office/drawing/2014/main" id="{A6F5DD1E-C487-E7E0-F6B8-58D9B363BA4A}"/>
              </a:ext>
            </a:extLst>
          </p:cNvPr>
          <p:cNvSpPr txBox="1">
            <a:spLocks noChangeArrowheads="1"/>
          </p:cNvSpPr>
          <p:nvPr/>
        </p:nvSpPr>
        <p:spPr bwMode="auto">
          <a:xfrm>
            <a:off x="1371600" y="5486400"/>
            <a:ext cx="6400800" cy="641350"/>
          </a:xfrm>
          <a:prstGeom prst="rect">
            <a:avLst/>
          </a:prstGeom>
          <a:noFill/>
          <a:ln w="9525">
            <a:noFill/>
            <a:miter lim="800000"/>
            <a:headEnd/>
            <a:tailEnd/>
          </a:ln>
          <a:effectLst/>
        </p:spPr>
        <p:txBody>
          <a:bodyPr>
            <a:spAutoFit/>
          </a:bodyPr>
          <a:lstStyle/>
          <a:p>
            <a:pPr algn="ctr" eaLnBrk="1" fontAlgn="auto" hangingPunct="1">
              <a:spcBef>
                <a:spcPts val="0"/>
              </a:spcBef>
              <a:spcAft>
                <a:spcPts val="0"/>
              </a:spcAft>
              <a:defRPr/>
            </a:pPr>
            <a:r>
              <a:rPr lang="zh-CN" altLang="en-US" sz="3600">
                <a:solidFill>
                  <a:srgbClr val="CC3300"/>
                </a:solidFill>
                <a:effectLst>
                  <a:outerShdw blurRad="38100" dist="38100" dir="2700000" algn="tl">
                    <a:srgbClr val="C0C0C0"/>
                  </a:outerShdw>
                </a:effectLst>
                <a:latin typeface="Times New Roman" charset="0"/>
                <a:ea typeface="隶书" pitchFamily="49" charset="-122"/>
              </a:rPr>
              <a:t>二叉树的五种不同形态</a:t>
            </a:r>
            <a:endParaRPr lang="zh-CN" altLang="en-US">
              <a:latin typeface="Times New Roman" charset="0"/>
              <a:ea typeface="+mn-ea"/>
            </a:endParaRPr>
          </a:p>
        </p:txBody>
      </p:sp>
      <p:sp>
        <p:nvSpPr>
          <p:cNvPr id="11274" name="Oval 7">
            <a:extLst>
              <a:ext uri="{FF2B5EF4-FFF2-40B4-BE49-F238E27FC236}">
                <a16:creationId xmlns:a16="http://schemas.microsoft.com/office/drawing/2014/main" id="{C0246291-1F91-491F-C712-40E315AF1412}"/>
              </a:ext>
            </a:extLst>
          </p:cNvPr>
          <p:cNvSpPr>
            <a:spLocks noChangeArrowheads="1"/>
          </p:cNvSpPr>
          <p:nvPr/>
        </p:nvSpPr>
        <p:spPr bwMode="auto">
          <a:xfrm>
            <a:off x="1143000" y="4343400"/>
            <a:ext cx="228600" cy="304800"/>
          </a:xfrm>
          <a:prstGeom prst="ellipse">
            <a:avLst/>
          </a:prstGeom>
          <a:noFill/>
          <a:ln w="38100">
            <a:solidFill>
              <a:srgbClr val="CC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kumimoji="1" lang="zh-CN" altLang="zh-CN" sz="2400">
              <a:solidFill>
                <a:srgbClr val="CC3300"/>
              </a:solidFill>
              <a:latin typeface="Times New Roman" panose="02020603050405020304" pitchFamily="18" charset="0"/>
              <a:ea typeface="宋体" panose="02010600030101010101" pitchFamily="2" charset="-122"/>
            </a:endParaRPr>
          </a:p>
        </p:txBody>
      </p:sp>
      <p:sp>
        <p:nvSpPr>
          <p:cNvPr id="11275" name="Line 8">
            <a:extLst>
              <a:ext uri="{FF2B5EF4-FFF2-40B4-BE49-F238E27FC236}">
                <a16:creationId xmlns:a16="http://schemas.microsoft.com/office/drawing/2014/main" id="{153DEFA8-9E18-DD03-C82D-C2F9F65C9D0B}"/>
              </a:ext>
            </a:extLst>
          </p:cNvPr>
          <p:cNvSpPr>
            <a:spLocks noChangeShapeType="1"/>
          </p:cNvSpPr>
          <p:nvPr/>
        </p:nvSpPr>
        <p:spPr bwMode="auto">
          <a:xfrm flipH="1">
            <a:off x="1143000" y="4343400"/>
            <a:ext cx="228600" cy="304800"/>
          </a:xfrm>
          <a:prstGeom prst="line">
            <a:avLst/>
          </a:prstGeom>
          <a:noFill/>
          <a:ln w="38100">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76" name="Oval 9">
            <a:extLst>
              <a:ext uri="{FF2B5EF4-FFF2-40B4-BE49-F238E27FC236}">
                <a16:creationId xmlns:a16="http://schemas.microsoft.com/office/drawing/2014/main" id="{4CE43408-265B-48DB-7FE7-0EE9D5FFFE28}"/>
              </a:ext>
            </a:extLst>
          </p:cNvPr>
          <p:cNvSpPr>
            <a:spLocks noChangeArrowheads="1"/>
          </p:cNvSpPr>
          <p:nvPr/>
        </p:nvSpPr>
        <p:spPr bwMode="auto">
          <a:xfrm>
            <a:off x="2286000" y="4267200"/>
            <a:ext cx="381000" cy="381000"/>
          </a:xfrm>
          <a:prstGeom prst="ellipse">
            <a:avLst/>
          </a:prstGeom>
          <a:gradFill rotWithShape="0">
            <a:gsLst>
              <a:gs pos="0">
                <a:srgbClr val="FF7C80"/>
              </a:gs>
              <a:gs pos="100000">
                <a:srgbClr val="76393B"/>
              </a:gs>
            </a:gsLst>
            <a:path path="rect">
              <a:fillToRect r="100000" b="10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1277" name="Oval 10">
            <a:extLst>
              <a:ext uri="{FF2B5EF4-FFF2-40B4-BE49-F238E27FC236}">
                <a16:creationId xmlns:a16="http://schemas.microsoft.com/office/drawing/2014/main" id="{3A204CC0-3227-DEF1-A0C6-79BD8263B9D8}"/>
              </a:ext>
            </a:extLst>
          </p:cNvPr>
          <p:cNvSpPr>
            <a:spLocks noChangeArrowheads="1"/>
          </p:cNvSpPr>
          <p:nvPr/>
        </p:nvSpPr>
        <p:spPr bwMode="auto">
          <a:xfrm>
            <a:off x="3810000" y="4267200"/>
            <a:ext cx="381000" cy="381000"/>
          </a:xfrm>
          <a:prstGeom prst="ellipse">
            <a:avLst/>
          </a:prstGeom>
          <a:gradFill rotWithShape="0">
            <a:gsLst>
              <a:gs pos="0">
                <a:srgbClr val="FF7C80"/>
              </a:gs>
              <a:gs pos="100000">
                <a:srgbClr val="76393B"/>
              </a:gs>
            </a:gsLst>
            <a:path path="rect">
              <a:fillToRect r="100000" b="10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1278" name="Oval 11">
            <a:extLst>
              <a:ext uri="{FF2B5EF4-FFF2-40B4-BE49-F238E27FC236}">
                <a16:creationId xmlns:a16="http://schemas.microsoft.com/office/drawing/2014/main" id="{7B56CE01-239C-F839-86E6-15C1D13DBD0F}"/>
              </a:ext>
            </a:extLst>
          </p:cNvPr>
          <p:cNvSpPr>
            <a:spLocks noChangeArrowheads="1"/>
          </p:cNvSpPr>
          <p:nvPr/>
        </p:nvSpPr>
        <p:spPr bwMode="auto">
          <a:xfrm>
            <a:off x="5105400" y="4267200"/>
            <a:ext cx="381000" cy="381000"/>
          </a:xfrm>
          <a:prstGeom prst="ellipse">
            <a:avLst/>
          </a:prstGeom>
          <a:gradFill rotWithShape="0">
            <a:gsLst>
              <a:gs pos="0">
                <a:srgbClr val="FF7C80"/>
              </a:gs>
              <a:gs pos="100000">
                <a:srgbClr val="76393B"/>
              </a:gs>
            </a:gsLst>
            <a:path path="rect">
              <a:fillToRect r="100000" b="10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1279" name="Oval 12">
            <a:extLst>
              <a:ext uri="{FF2B5EF4-FFF2-40B4-BE49-F238E27FC236}">
                <a16:creationId xmlns:a16="http://schemas.microsoft.com/office/drawing/2014/main" id="{9CA0C63F-46A3-8C94-199A-6C7F7771AAF8}"/>
              </a:ext>
            </a:extLst>
          </p:cNvPr>
          <p:cNvSpPr>
            <a:spLocks noChangeArrowheads="1"/>
          </p:cNvSpPr>
          <p:nvPr/>
        </p:nvSpPr>
        <p:spPr bwMode="auto">
          <a:xfrm>
            <a:off x="7162800" y="4267200"/>
            <a:ext cx="381000" cy="381000"/>
          </a:xfrm>
          <a:prstGeom prst="ellipse">
            <a:avLst/>
          </a:prstGeom>
          <a:gradFill rotWithShape="0">
            <a:gsLst>
              <a:gs pos="0">
                <a:srgbClr val="FF7C80"/>
              </a:gs>
              <a:gs pos="100000">
                <a:srgbClr val="76393B"/>
              </a:gs>
            </a:gsLst>
            <a:path path="rect">
              <a:fillToRect r="100000" b="10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1280" name="Text Box 18">
            <a:extLst>
              <a:ext uri="{FF2B5EF4-FFF2-40B4-BE49-F238E27FC236}">
                <a16:creationId xmlns:a16="http://schemas.microsoft.com/office/drawing/2014/main" id="{7D9886A4-0837-7C2A-181C-07D513B715E5}"/>
              </a:ext>
            </a:extLst>
          </p:cNvPr>
          <p:cNvSpPr txBox="1">
            <a:spLocks noChangeArrowheads="1"/>
          </p:cNvSpPr>
          <p:nvPr/>
        </p:nvSpPr>
        <p:spPr bwMode="auto">
          <a:xfrm>
            <a:off x="3352800" y="4876800"/>
            <a:ext cx="4206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L</a:t>
            </a:r>
            <a:endParaRPr kumimoji="1" lang="en-US" altLang="zh-CN" sz="2400">
              <a:latin typeface="Times New Roman" panose="02020603050405020304" pitchFamily="18" charset="0"/>
              <a:ea typeface="宋体" panose="02010600030101010101" pitchFamily="2" charset="-122"/>
            </a:endParaRPr>
          </a:p>
        </p:txBody>
      </p:sp>
      <p:sp>
        <p:nvSpPr>
          <p:cNvPr id="11281" name="Text Box 19">
            <a:extLst>
              <a:ext uri="{FF2B5EF4-FFF2-40B4-BE49-F238E27FC236}">
                <a16:creationId xmlns:a16="http://schemas.microsoft.com/office/drawing/2014/main" id="{47898610-0CA7-AEF2-9D26-806AF867CE3D}"/>
              </a:ext>
            </a:extLst>
          </p:cNvPr>
          <p:cNvSpPr txBox="1">
            <a:spLocks noChangeArrowheads="1"/>
          </p:cNvSpPr>
          <p:nvPr/>
        </p:nvSpPr>
        <p:spPr bwMode="auto">
          <a:xfrm>
            <a:off x="6705600" y="4876800"/>
            <a:ext cx="4206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L</a:t>
            </a:r>
            <a:endParaRPr kumimoji="1" lang="en-US" altLang="zh-CN" sz="2400">
              <a:latin typeface="Times New Roman" panose="02020603050405020304" pitchFamily="18" charset="0"/>
              <a:ea typeface="宋体" panose="02010600030101010101" pitchFamily="2" charset="-122"/>
            </a:endParaRPr>
          </a:p>
        </p:txBody>
      </p:sp>
      <p:sp>
        <p:nvSpPr>
          <p:cNvPr id="11282" name="Text Box 20">
            <a:extLst>
              <a:ext uri="{FF2B5EF4-FFF2-40B4-BE49-F238E27FC236}">
                <a16:creationId xmlns:a16="http://schemas.microsoft.com/office/drawing/2014/main" id="{2173B8AC-2F0C-42F1-50F9-3851C7CC4571}"/>
              </a:ext>
            </a:extLst>
          </p:cNvPr>
          <p:cNvSpPr txBox="1">
            <a:spLocks noChangeArrowheads="1"/>
          </p:cNvSpPr>
          <p:nvPr/>
        </p:nvSpPr>
        <p:spPr bwMode="auto">
          <a:xfrm>
            <a:off x="5476875" y="48768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R</a:t>
            </a:r>
            <a:endParaRPr kumimoji="1" lang="en-US" altLang="zh-CN" sz="2400">
              <a:latin typeface="Times New Roman" panose="02020603050405020304" pitchFamily="18" charset="0"/>
              <a:ea typeface="宋体" panose="02010600030101010101" pitchFamily="2" charset="-122"/>
            </a:endParaRPr>
          </a:p>
        </p:txBody>
      </p:sp>
      <p:sp>
        <p:nvSpPr>
          <p:cNvPr id="11283" name="Text Box 21">
            <a:extLst>
              <a:ext uri="{FF2B5EF4-FFF2-40B4-BE49-F238E27FC236}">
                <a16:creationId xmlns:a16="http://schemas.microsoft.com/office/drawing/2014/main" id="{ABDE4B91-A9FE-B1EA-1E34-8D57BF6E3EE1}"/>
              </a:ext>
            </a:extLst>
          </p:cNvPr>
          <p:cNvSpPr txBox="1">
            <a:spLocks noChangeArrowheads="1"/>
          </p:cNvSpPr>
          <p:nvPr/>
        </p:nvSpPr>
        <p:spPr bwMode="auto">
          <a:xfrm>
            <a:off x="7543800" y="48768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R</a:t>
            </a:r>
            <a:endParaRPr kumimoji="1" lang="en-US" altLang="zh-CN" sz="2400">
              <a:latin typeface="Times New Roman" panose="02020603050405020304" pitchFamily="18" charset="0"/>
              <a:ea typeface="宋体" panose="02010600030101010101" pitchFamily="2" charset="-122"/>
            </a:endParaRPr>
          </a:p>
        </p:txBody>
      </p:sp>
      <p:sp>
        <p:nvSpPr>
          <p:cNvPr id="2" name="标题 1">
            <a:extLst>
              <a:ext uri="{FF2B5EF4-FFF2-40B4-BE49-F238E27FC236}">
                <a16:creationId xmlns:a16="http://schemas.microsoft.com/office/drawing/2014/main" id="{A7F69782-9822-42EE-99FA-BB495F3DA451}"/>
              </a:ext>
            </a:extLst>
          </p:cNvPr>
          <p:cNvSpPr>
            <a:spLocks noGrp="1"/>
          </p:cNvSpPr>
          <p:nvPr>
            <p:ph type="title"/>
          </p:nvPr>
        </p:nvSpPr>
        <p:spPr/>
        <p:txBody>
          <a:bodyPr/>
          <a:lstStyle/>
          <a:p>
            <a:r>
              <a:rPr lang="en-US" altLang="zh-CN" dirty="0"/>
              <a:t>5.2 </a:t>
            </a:r>
            <a:r>
              <a:rPr lang="zh-CN" altLang="en-US" dirty="0"/>
              <a:t>二叉树</a:t>
            </a:r>
          </a:p>
        </p:txBody>
      </p:sp>
      <p:sp>
        <p:nvSpPr>
          <p:cNvPr id="3" name="内容占位符 2">
            <a:extLst>
              <a:ext uri="{FF2B5EF4-FFF2-40B4-BE49-F238E27FC236}">
                <a16:creationId xmlns:a16="http://schemas.microsoft.com/office/drawing/2014/main" id="{C0EBF6DA-8893-41A0-AB36-6D1ACEA26F4B}"/>
              </a:ext>
            </a:extLst>
          </p:cNvPr>
          <p:cNvSpPr>
            <a:spLocks noGrp="1"/>
          </p:cNvSpPr>
          <p:nvPr>
            <p:ph idx="1"/>
          </p:nvPr>
        </p:nvSpPr>
        <p:spPr>
          <a:xfrm>
            <a:off x="628650" y="1825625"/>
            <a:ext cx="7886700" cy="2365375"/>
          </a:xfrm>
        </p:spPr>
        <p:txBody>
          <a:bodyPr>
            <a:normAutofit fontScale="92500" lnSpcReduction="10000"/>
          </a:bodyPr>
          <a:lstStyle/>
          <a:p>
            <a:r>
              <a:rPr lang="en-US" altLang="zh-CN" dirty="0"/>
              <a:t>5.2.1 </a:t>
            </a:r>
            <a:r>
              <a:rPr lang="zh-CN" altLang="en-US" dirty="0"/>
              <a:t>二叉树的定义</a:t>
            </a:r>
            <a:endParaRPr lang="en-US" altLang="zh-CN" dirty="0"/>
          </a:p>
          <a:p>
            <a:pPr lvl="1"/>
            <a:r>
              <a:rPr lang="zh-CN" altLang="en-US" dirty="0"/>
              <a:t>一棵二叉树是结点的一个有限集合，该集合或者为空，或者是由一个根结点加上两棵分别称为左子树和右子树的、互不相交的二叉树组成。</a:t>
            </a:r>
          </a:p>
        </p:txBody>
      </p:sp>
      <p:sp>
        <p:nvSpPr>
          <p:cNvPr id="4" name="灯片编号占位符 3">
            <a:extLst>
              <a:ext uri="{FF2B5EF4-FFF2-40B4-BE49-F238E27FC236}">
                <a16:creationId xmlns:a16="http://schemas.microsoft.com/office/drawing/2014/main" id="{D0EAB075-B5D8-35DB-1D88-9B920B5223C9}"/>
              </a:ext>
            </a:extLst>
          </p:cNvPr>
          <p:cNvSpPr>
            <a:spLocks noGrp="1"/>
          </p:cNvSpPr>
          <p:nvPr>
            <p:ph type="sldNum" sz="quarter" idx="12"/>
          </p:nvPr>
        </p:nvSpPr>
        <p:spPr/>
        <p:txBody>
          <a:bodyPr/>
          <a:lstStyle/>
          <a:p>
            <a:pPr>
              <a:defRPr/>
            </a:pPr>
            <a:fld id="{A598D83B-EE2A-4F12-B129-1EDE84DF129B}" type="slidenum">
              <a:rPr lang="en-US" altLang="zh-CN" smtClean="0"/>
              <a:pPr>
                <a:defRPr/>
              </a:pPr>
              <a:t>8</a:t>
            </a:fld>
            <a:endParaRPr lang="en-US" altLang="zh-CN"/>
          </a:p>
        </p:txBody>
      </p:sp>
    </p:spTree>
  </p:cSld>
  <p:clrMapOvr>
    <a:masterClrMapping/>
  </p:clrMapOvr>
  <p:transition>
    <p:spli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004C5F-BEC1-43BB-BE63-3BBD2A7989F4}"/>
              </a:ext>
            </a:extLst>
          </p:cNvPr>
          <p:cNvSpPr>
            <a:spLocks noGrp="1"/>
          </p:cNvSpPr>
          <p:nvPr>
            <p:ph type="title"/>
          </p:nvPr>
        </p:nvSpPr>
        <p:spPr/>
        <p:txBody>
          <a:bodyPr/>
          <a:lstStyle/>
          <a:p>
            <a:r>
              <a:rPr lang="en-US" altLang="zh-CN" dirty="0"/>
              <a:t>5.2.2 </a:t>
            </a:r>
            <a:r>
              <a:rPr lang="zh-CN" altLang="en-US" dirty="0"/>
              <a:t>二叉树的性质</a:t>
            </a:r>
          </a:p>
        </p:txBody>
      </p:sp>
      <p:sp>
        <p:nvSpPr>
          <p:cNvPr id="3" name="内容占位符 2">
            <a:extLst>
              <a:ext uri="{FF2B5EF4-FFF2-40B4-BE49-F238E27FC236}">
                <a16:creationId xmlns:a16="http://schemas.microsoft.com/office/drawing/2014/main" id="{75A34F79-B47C-4C44-BA81-66CC2AAA6857}"/>
              </a:ext>
            </a:extLst>
          </p:cNvPr>
          <p:cNvSpPr>
            <a:spLocks noGrp="1"/>
          </p:cNvSpPr>
          <p:nvPr>
            <p:ph idx="1"/>
          </p:nvPr>
        </p:nvSpPr>
        <p:spPr/>
        <p:txBody>
          <a:bodyPr>
            <a:normAutofit/>
          </a:bodyPr>
          <a:lstStyle/>
          <a:p>
            <a:r>
              <a:rPr lang="zh-CN" altLang="en-US" dirty="0"/>
              <a:t>性质</a:t>
            </a:r>
            <a:r>
              <a:rPr lang="en-US" altLang="zh-CN" dirty="0"/>
              <a:t>1</a:t>
            </a:r>
            <a:r>
              <a:rPr lang="zh-CN" altLang="en-US" dirty="0"/>
              <a:t>：在二叉树的第 </a:t>
            </a:r>
            <a:r>
              <a:rPr lang="en-US" altLang="zh-CN" dirty="0" err="1"/>
              <a:t>i</a:t>
            </a:r>
            <a:r>
              <a:rPr lang="en-US" altLang="zh-CN" dirty="0"/>
              <a:t> </a:t>
            </a:r>
            <a:r>
              <a:rPr lang="zh-CN" altLang="en-US" dirty="0"/>
              <a:t>层最多有 </a:t>
            </a:r>
            <a:r>
              <a:rPr lang="en-US" altLang="zh-CN" dirty="0"/>
              <a:t>2</a:t>
            </a:r>
            <a:r>
              <a:rPr lang="en-US" altLang="zh-CN" baseline="30000" dirty="0"/>
              <a:t>i-1</a:t>
            </a:r>
            <a:r>
              <a:rPr lang="en-US" altLang="zh-CN" dirty="0"/>
              <a:t> </a:t>
            </a:r>
            <a:r>
              <a:rPr lang="zh-CN" altLang="en-US" dirty="0"/>
              <a:t>个结点。</a:t>
            </a:r>
            <a:r>
              <a:rPr lang="en-US" altLang="zh-CN" dirty="0"/>
              <a:t>(</a:t>
            </a:r>
            <a:r>
              <a:rPr lang="en-US" altLang="zh-CN" dirty="0" err="1"/>
              <a:t>i</a:t>
            </a:r>
            <a:r>
              <a:rPr lang="en-US" altLang="zh-CN" dirty="0"/>
              <a:t> ≥ 1)</a:t>
            </a:r>
          </a:p>
          <a:p>
            <a:pPr lvl="1"/>
            <a:r>
              <a:rPr lang="zh-CN" altLang="en-US" dirty="0"/>
              <a:t>数学归纳法证明</a:t>
            </a:r>
            <a:endParaRPr lang="en-US" altLang="zh-CN" dirty="0"/>
          </a:p>
          <a:p>
            <a:r>
              <a:rPr lang="zh-CN" altLang="en-US" dirty="0"/>
              <a:t>性质</a:t>
            </a:r>
            <a:r>
              <a:rPr lang="en-US" altLang="zh-CN" dirty="0"/>
              <a:t>2</a:t>
            </a:r>
            <a:r>
              <a:rPr lang="zh-CN" altLang="en-US" dirty="0"/>
              <a:t>：深度为 </a:t>
            </a:r>
            <a:r>
              <a:rPr lang="en-US" altLang="zh-CN" dirty="0"/>
              <a:t>k </a:t>
            </a:r>
            <a:r>
              <a:rPr lang="zh-CN" altLang="en-US" dirty="0"/>
              <a:t>的二叉树最多有 </a:t>
            </a:r>
            <a:r>
              <a:rPr lang="en-US" altLang="zh-CN" dirty="0"/>
              <a:t>2</a:t>
            </a:r>
            <a:r>
              <a:rPr lang="en-US" altLang="zh-CN" baseline="30000" dirty="0"/>
              <a:t>k</a:t>
            </a:r>
            <a:r>
              <a:rPr lang="en-US" altLang="zh-CN" dirty="0"/>
              <a:t>-1</a:t>
            </a:r>
            <a:r>
              <a:rPr lang="zh-CN" altLang="en-US" dirty="0"/>
              <a:t>个结点，最少有</a:t>
            </a:r>
            <a:r>
              <a:rPr lang="en-US" altLang="zh-CN" dirty="0"/>
              <a:t>k</a:t>
            </a:r>
            <a:r>
              <a:rPr lang="zh-CN" altLang="en-US" dirty="0"/>
              <a:t>个结点。</a:t>
            </a:r>
            <a:r>
              <a:rPr lang="en-US" altLang="zh-CN" dirty="0"/>
              <a:t>(k ≥ 1)</a:t>
            </a:r>
          </a:p>
          <a:p>
            <a:pPr lvl="1"/>
            <a:r>
              <a:rPr lang="zh-CN" altLang="en-US" dirty="0"/>
              <a:t>等比级数前</a:t>
            </a:r>
            <a:r>
              <a:rPr lang="en-US" altLang="zh-CN" dirty="0"/>
              <a:t>k</a:t>
            </a:r>
            <a:r>
              <a:rPr lang="zh-CN" altLang="en-US" dirty="0"/>
              <a:t>项和的公式证明：</a:t>
            </a:r>
            <a:endParaRPr lang="en-US" altLang="zh-CN" dirty="0"/>
          </a:p>
          <a:p>
            <a:pPr lvl="2"/>
            <a:r>
              <a:rPr lang="en-US" altLang="zh-CN" dirty="0"/>
              <a:t>2</a:t>
            </a:r>
            <a:r>
              <a:rPr lang="en-US" altLang="zh-CN" baseline="30000" dirty="0"/>
              <a:t>0</a:t>
            </a:r>
            <a:r>
              <a:rPr lang="en-US" altLang="zh-CN" dirty="0"/>
              <a:t> + 2</a:t>
            </a:r>
            <a:r>
              <a:rPr lang="en-US" altLang="zh-CN" baseline="30000" dirty="0"/>
              <a:t>1</a:t>
            </a:r>
            <a:r>
              <a:rPr lang="en-US" altLang="zh-CN" dirty="0"/>
              <a:t> + 2</a:t>
            </a:r>
            <a:r>
              <a:rPr lang="en-US" altLang="zh-CN" baseline="30000" dirty="0"/>
              <a:t>2</a:t>
            </a:r>
            <a:r>
              <a:rPr lang="en-US" altLang="zh-CN" dirty="0"/>
              <a:t> + … + 2</a:t>
            </a:r>
            <a:r>
              <a:rPr lang="en-US" altLang="zh-CN" baseline="30000" dirty="0"/>
              <a:t>k-1</a:t>
            </a:r>
            <a:r>
              <a:rPr lang="en-US" altLang="zh-CN" dirty="0"/>
              <a:t> = 2</a:t>
            </a:r>
            <a:r>
              <a:rPr lang="en-US" altLang="zh-CN" baseline="30000" dirty="0"/>
              <a:t>k</a:t>
            </a:r>
            <a:r>
              <a:rPr lang="en-US" altLang="zh-CN" dirty="0"/>
              <a:t>-1</a:t>
            </a:r>
          </a:p>
          <a:p>
            <a:endParaRPr lang="zh-CN" altLang="en-US" dirty="0"/>
          </a:p>
        </p:txBody>
      </p:sp>
      <p:sp>
        <p:nvSpPr>
          <p:cNvPr id="4" name="灯片编号占位符 3">
            <a:extLst>
              <a:ext uri="{FF2B5EF4-FFF2-40B4-BE49-F238E27FC236}">
                <a16:creationId xmlns:a16="http://schemas.microsoft.com/office/drawing/2014/main" id="{1299BA17-3CEE-400C-A5BD-BCCAEA8FC812}"/>
              </a:ext>
            </a:extLst>
          </p:cNvPr>
          <p:cNvSpPr>
            <a:spLocks noGrp="1"/>
          </p:cNvSpPr>
          <p:nvPr>
            <p:ph type="sldNum" sz="quarter" idx="12"/>
          </p:nvPr>
        </p:nvSpPr>
        <p:spPr/>
        <p:txBody>
          <a:bodyPr/>
          <a:lstStyle/>
          <a:p>
            <a:pPr>
              <a:defRPr/>
            </a:pPr>
            <a:fld id="{A598D83B-EE2A-4F12-B129-1EDE84DF129B}" type="slidenum">
              <a:rPr lang="en-US" altLang="zh-CN" smtClean="0"/>
              <a:pPr>
                <a:defRPr/>
              </a:pPr>
              <a:t>9</a:t>
            </a:fld>
            <a:endParaRPr lang="en-US" altLang="zh-CN"/>
          </a:p>
        </p:txBody>
      </p:sp>
    </p:spTree>
    <p:extLst>
      <p:ext uri="{BB962C8B-B14F-4D97-AF65-F5344CB8AC3E}">
        <p14:creationId xmlns:p14="http://schemas.microsoft.com/office/powerpoint/2010/main" val="857713658"/>
      </p:ext>
    </p:extLst>
  </p:cSld>
  <p:clrMapOvr>
    <a:masterClrMapping/>
  </p:clrMapOvr>
  <p:transition>
    <p:spli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6853AFDC-0D9A-4625-91CE-F744AAFE1BB5}"/>
              </a:ext>
            </a:extLst>
          </p:cNvPr>
          <p:cNvSpPr>
            <a:spLocks noGrp="1"/>
          </p:cNvSpPr>
          <p:nvPr>
            <p:ph idx="1"/>
          </p:nvPr>
        </p:nvSpPr>
        <p:spPr>
          <a:xfrm>
            <a:off x="628650" y="692696"/>
            <a:ext cx="7886700" cy="5484267"/>
          </a:xfrm>
        </p:spPr>
        <p:txBody>
          <a:bodyPr>
            <a:normAutofit lnSpcReduction="10000"/>
          </a:bodyPr>
          <a:lstStyle/>
          <a:p>
            <a:r>
              <a:rPr lang="zh-CN" altLang="en-US" dirty="0"/>
              <a:t>性质</a:t>
            </a:r>
            <a:r>
              <a:rPr lang="en-US" altLang="zh-CN" dirty="0"/>
              <a:t>3</a:t>
            </a:r>
            <a:r>
              <a:rPr lang="zh-CN" altLang="en-US" dirty="0"/>
              <a:t>：对任何一棵二叉树</a:t>
            </a:r>
            <a:r>
              <a:rPr lang="en-US" altLang="zh-CN" dirty="0"/>
              <a:t>, </a:t>
            </a:r>
            <a:r>
              <a:rPr lang="zh-CN" altLang="en-US" dirty="0"/>
              <a:t>如果其叶结点有</a:t>
            </a:r>
            <a:r>
              <a:rPr lang="en-US" altLang="zh-CN" dirty="0"/>
              <a:t>n</a:t>
            </a:r>
            <a:r>
              <a:rPr lang="en-US" altLang="zh-CN" baseline="-25000" dirty="0"/>
              <a:t>0</a:t>
            </a:r>
            <a:r>
              <a:rPr lang="zh-CN" altLang="en-US" dirty="0"/>
              <a:t>个</a:t>
            </a:r>
            <a:r>
              <a:rPr lang="en-US" altLang="zh-CN" dirty="0"/>
              <a:t>, </a:t>
            </a:r>
            <a:r>
              <a:rPr lang="zh-CN" altLang="en-US" dirty="0"/>
              <a:t>度为</a:t>
            </a:r>
            <a:r>
              <a:rPr lang="en-US" altLang="zh-CN" dirty="0"/>
              <a:t>2</a:t>
            </a:r>
            <a:r>
              <a:rPr lang="zh-CN" altLang="en-US" dirty="0"/>
              <a:t>的结点有</a:t>
            </a:r>
            <a:r>
              <a:rPr lang="en-US" altLang="zh-CN" dirty="0"/>
              <a:t>n</a:t>
            </a:r>
            <a:r>
              <a:rPr lang="en-US" altLang="zh-CN" baseline="-25000" dirty="0"/>
              <a:t>2</a:t>
            </a:r>
            <a:r>
              <a:rPr lang="zh-CN" altLang="en-US" dirty="0"/>
              <a:t>个</a:t>
            </a:r>
            <a:r>
              <a:rPr lang="en-US" altLang="zh-CN" dirty="0"/>
              <a:t>,   </a:t>
            </a:r>
            <a:r>
              <a:rPr lang="zh-CN" altLang="en-US" dirty="0"/>
              <a:t>则有</a:t>
            </a:r>
          </a:p>
          <a:p>
            <a:pPr lvl="1"/>
            <a:r>
              <a:rPr lang="en-US" altLang="zh-CN" dirty="0"/>
              <a:t>n</a:t>
            </a:r>
            <a:r>
              <a:rPr lang="en-US" altLang="zh-CN" baseline="-25000" dirty="0"/>
              <a:t>0</a:t>
            </a:r>
            <a:r>
              <a:rPr lang="zh-CN" altLang="en-US" dirty="0"/>
              <a:t>＝</a:t>
            </a:r>
            <a:r>
              <a:rPr lang="en-US" altLang="zh-CN" dirty="0"/>
              <a:t>n</a:t>
            </a:r>
            <a:r>
              <a:rPr lang="en-US" altLang="zh-CN" baseline="-25000" dirty="0"/>
              <a:t>2</a:t>
            </a:r>
            <a:r>
              <a:rPr lang="zh-CN" altLang="en-US" dirty="0"/>
              <a:t>＋</a:t>
            </a:r>
            <a:r>
              <a:rPr lang="en-US" altLang="zh-CN" dirty="0"/>
              <a:t>1</a:t>
            </a:r>
          </a:p>
          <a:p>
            <a:r>
              <a:rPr lang="zh-CN" altLang="en-US" dirty="0"/>
              <a:t>证明：若设度为</a:t>
            </a:r>
            <a:r>
              <a:rPr lang="en-US" altLang="zh-CN" dirty="0"/>
              <a:t>1</a:t>
            </a:r>
            <a:r>
              <a:rPr lang="zh-CN" altLang="en-US" dirty="0"/>
              <a:t>的结点有</a:t>
            </a:r>
            <a:r>
              <a:rPr lang="en-US" altLang="zh-CN" dirty="0"/>
              <a:t>n</a:t>
            </a:r>
            <a:r>
              <a:rPr lang="en-US" altLang="zh-CN" baseline="-25000" dirty="0"/>
              <a:t>1</a:t>
            </a:r>
            <a:r>
              <a:rPr lang="zh-CN" altLang="en-US" dirty="0"/>
              <a:t>个，总结点个数为</a:t>
            </a:r>
            <a:r>
              <a:rPr lang="en-US" altLang="zh-CN" dirty="0"/>
              <a:t>n</a:t>
            </a:r>
            <a:r>
              <a:rPr lang="zh-CN" altLang="en-US" dirty="0"/>
              <a:t>，总边数为</a:t>
            </a:r>
            <a:r>
              <a:rPr lang="en-US" altLang="zh-CN" dirty="0"/>
              <a:t>e</a:t>
            </a:r>
            <a:r>
              <a:rPr lang="zh-CN" altLang="en-US" dirty="0"/>
              <a:t>，则根据二叉树的定义：</a:t>
            </a:r>
          </a:p>
          <a:p>
            <a:pPr lvl="1"/>
            <a:r>
              <a:rPr lang="en-US" altLang="zh-CN" dirty="0"/>
              <a:t>n = n</a:t>
            </a:r>
            <a:r>
              <a:rPr lang="en-US" altLang="zh-CN" baseline="-25000" dirty="0"/>
              <a:t>0</a:t>
            </a:r>
            <a:r>
              <a:rPr lang="en-US" altLang="zh-CN" dirty="0"/>
              <a:t> + n</a:t>
            </a:r>
            <a:r>
              <a:rPr lang="en-US" altLang="zh-CN" baseline="-25000" dirty="0"/>
              <a:t>1</a:t>
            </a:r>
            <a:r>
              <a:rPr lang="en-US" altLang="zh-CN" dirty="0"/>
              <a:t> + n</a:t>
            </a:r>
            <a:r>
              <a:rPr lang="en-US" altLang="zh-CN" baseline="-25000" dirty="0"/>
              <a:t>2</a:t>
            </a:r>
            <a:r>
              <a:rPr lang="en-US" altLang="zh-CN" dirty="0"/>
              <a:t>    e = 2n</a:t>
            </a:r>
            <a:r>
              <a:rPr lang="en-US" altLang="zh-CN" baseline="-25000" dirty="0"/>
              <a:t>2</a:t>
            </a:r>
            <a:r>
              <a:rPr lang="en-US" altLang="zh-CN" dirty="0"/>
              <a:t> + n</a:t>
            </a:r>
            <a:r>
              <a:rPr lang="en-US" altLang="zh-CN" baseline="-25000" dirty="0"/>
              <a:t>1</a:t>
            </a:r>
            <a:r>
              <a:rPr lang="en-US" altLang="zh-CN" dirty="0"/>
              <a:t> = n - 1</a:t>
            </a:r>
          </a:p>
          <a:p>
            <a:pPr lvl="1"/>
            <a:r>
              <a:rPr lang="zh-CN" altLang="en-US" dirty="0"/>
              <a:t>因此有  </a:t>
            </a:r>
            <a:r>
              <a:rPr lang="en-US" altLang="zh-CN" dirty="0"/>
              <a:t>2n</a:t>
            </a:r>
            <a:r>
              <a:rPr lang="en-US" altLang="zh-CN" baseline="-25000" dirty="0"/>
              <a:t>2</a:t>
            </a:r>
            <a:r>
              <a:rPr lang="en-US" altLang="zh-CN" dirty="0"/>
              <a:t> + n</a:t>
            </a:r>
            <a:r>
              <a:rPr lang="en-US" altLang="zh-CN" baseline="-25000" dirty="0"/>
              <a:t>1</a:t>
            </a:r>
            <a:r>
              <a:rPr lang="en-US" altLang="zh-CN" dirty="0"/>
              <a:t> = n</a:t>
            </a:r>
            <a:r>
              <a:rPr lang="en-US" altLang="zh-CN" baseline="-25000" dirty="0"/>
              <a:t>0</a:t>
            </a:r>
            <a:r>
              <a:rPr lang="en-US" altLang="zh-CN" dirty="0"/>
              <a:t> + n</a:t>
            </a:r>
            <a:r>
              <a:rPr lang="en-US" altLang="zh-CN" baseline="-25000" dirty="0"/>
              <a:t>1</a:t>
            </a:r>
            <a:r>
              <a:rPr lang="en-US" altLang="zh-CN" dirty="0"/>
              <a:t> + n</a:t>
            </a:r>
            <a:r>
              <a:rPr lang="en-US" altLang="zh-CN" baseline="-25000" dirty="0"/>
              <a:t>2</a:t>
            </a:r>
            <a:r>
              <a:rPr lang="en-US" altLang="zh-CN" dirty="0"/>
              <a:t> - 1</a:t>
            </a:r>
          </a:p>
          <a:p>
            <a:pPr lvl="1"/>
            <a:r>
              <a:rPr lang="zh-CN" altLang="en-US" dirty="0"/>
              <a:t>即：</a:t>
            </a:r>
            <a:r>
              <a:rPr lang="en-US" altLang="zh-CN" dirty="0"/>
              <a:t>n</a:t>
            </a:r>
            <a:r>
              <a:rPr lang="en-US" altLang="zh-CN" baseline="-25000" dirty="0"/>
              <a:t>2</a:t>
            </a:r>
            <a:r>
              <a:rPr lang="en-US" altLang="zh-CN" dirty="0"/>
              <a:t> = n</a:t>
            </a:r>
            <a:r>
              <a:rPr lang="en-US" altLang="zh-CN" baseline="-25000" dirty="0"/>
              <a:t>0</a:t>
            </a:r>
            <a:r>
              <a:rPr lang="en-US" altLang="zh-CN" dirty="0"/>
              <a:t> – 1</a:t>
            </a:r>
            <a:r>
              <a:rPr lang="zh-CN" altLang="en-US" dirty="0"/>
              <a:t>，因此有</a:t>
            </a:r>
            <a:r>
              <a:rPr lang="en-US" altLang="zh-CN" dirty="0"/>
              <a:t>n</a:t>
            </a:r>
            <a:r>
              <a:rPr lang="en-US" altLang="zh-CN" baseline="-25000" dirty="0"/>
              <a:t>0</a:t>
            </a:r>
            <a:r>
              <a:rPr lang="en-US" altLang="zh-CN" dirty="0"/>
              <a:t> = n</a:t>
            </a:r>
            <a:r>
              <a:rPr lang="en-US" altLang="zh-CN" baseline="-25000" dirty="0"/>
              <a:t>2</a:t>
            </a:r>
            <a:r>
              <a:rPr lang="en-US" altLang="zh-CN" dirty="0"/>
              <a:t> + 1 </a:t>
            </a:r>
          </a:p>
          <a:p>
            <a:endParaRPr lang="zh-CN" altLang="en-US" dirty="0"/>
          </a:p>
        </p:txBody>
      </p:sp>
      <p:sp>
        <p:nvSpPr>
          <p:cNvPr id="4" name="灯片编号占位符 3">
            <a:extLst>
              <a:ext uri="{FF2B5EF4-FFF2-40B4-BE49-F238E27FC236}">
                <a16:creationId xmlns:a16="http://schemas.microsoft.com/office/drawing/2014/main" id="{91C5B2E6-0BCD-44D2-98F6-A5F0D559B844}"/>
              </a:ext>
            </a:extLst>
          </p:cNvPr>
          <p:cNvSpPr>
            <a:spLocks noGrp="1"/>
          </p:cNvSpPr>
          <p:nvPr>
            <p:ph type="sldNum" sz="quarter" idx="12"/>
          </p:nvPr>
        </p:nvSpPr>
        <p:spPr/>
        <p:txBody>
          <a:bodyPr/>
          <a:lstStyle/>
          <a:p>
            <a:pPr>
              <a:defRPr/>
            </a:pPr>
            <a:fld id="{A598D83B-EE2A-4F12-B129-1EDE84DF129B}" type="slidenum">
              <a:rPr lang="en-US" altLang="zh-CN" smtClean="0"/>
              <a:pPr>
                <a:defRPr/>
              </a:pPr>
              <a:t>10</a:t>
            </a:fld>
            <a:endParaRPr lang="en-US" altLang="zh-CN"/>
          </a:p>
        </p:txBody>
      </p:sp>
    </p:spTree>
    <p:extLst>
      <p:ext uri="{BB962C8B-B14F-4D97-AF65-F5344CB8AC3E}">
        <p14:creationId xmlns:p14="http://schemas.microsoft.com/office/powerpoint/2010/main" val="3602274100"/>
      </p:ext>
    </p:extLst>
  </p:cSld>
  <p:clrMapOvr>
    <a:masterClrMapping/>
  </p:clrMapOvr>
  <p:transition>
    <p:spli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C070E265-7A6D-470E-96D0-51F56EF3B770}"/>
              </a:ext>
            </a:extLst>
          </p:cNvPr>
          <p:cNvGrpSpPr/>
          <p:nvPr/>
        </p:nvGrpSpPr>
        <p:grpSpPr>
          <a:xfrm>
            <a:off x="2411760" y="3645024"/>
            <a:ext cx="3581400" cy="2133600"/>
            <a:chOff x="2362200" y="3048000"/>
            <a:chExt cx="3581400" cy="2133600"/>
          </a:xfrm>
        </p:grpSpPr>
        <p:sp>
          <p:nvSpPr>
            <p:cNvPr id="14338" name="Line 50">
              <a:extLst>
                <a:ext uri="{FF2B5EF4-FFF2-40B4-BE49-F238E27FC236}">
                  <a16:creationId xmlns:a16="http://schemas.microsoft.com/office/drawing/2014/main" id="{179F5B6C-8D3A-CEFE-C621-A433037D3048}"/>
                </a:ext>
              </a:extLst>
            </p:cNvPr>
            <p:cNvSpPr>
              <a:spLocks noChangeShapeType="1"/>
            </p:cNvSpPr>
            <p:nvPr/>
          </p:nvSpPr>
          <p:spPr bwMode="auto">
            <a:xfrm>
              <a:off x="4343400" y="3276600"/>
              <a:ext cx="762000" cy="457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39" name="Line 49">
              <a:extLst>
                <a:ext uri="{FF2B5EF4-FFF2-40B4-BE49-F238E27FC236}">
                  <a16:creationId xmlns:a16="http://schemas.microsoft.com/office/drawing/2014/main" id="{534FC585-9E19-9D93-82DE-5951AD68A547}"/>
                </a:ext>
              </a:extLst>
            </p:cNvPr>
            <p:cNvSpPr>
              <a:spLocks noChangeShapeType="1"/>
            </p:cNvSpPr>
            <p:nvPr/>
          </p:nvSpPr>
          <p:spPr bwMode="auto">
            <a:xfrm flipH="1">
              <a:off x="3352800" y="3276600"/>
              <a:ext cx="762000" cy="457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40" name="Line 40">
              <a:extLst>
                <a:ext uri="{FF2B5EF4-FFF2-40B4-BE49-F238E27FC236}">
                  <a16:creationId xmlns:a16="http://schemas.microsoft.com/office/drawing/2014/main" id="{0F1C5049-FC34-3A8B-DFB2-F49EFF22C2B2}"/>
                </a:ext>
              </a:extLst>
            </p:cNvPr>
            <p:cNvSpPr>
              <a:spLocks noChangeShapeType="1"/>
            </p:cNvSpPr>
            <p:nvPr/>
          </p:nvSpPr>
          <p:spPr bwMode="auto">
            <a:xfrm>
              <a:off x="5181600" y="3886200"/>
              <a:ext cx="304800" cy="3810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41" name="Line 41">
              <a:extLst>
                <a:ext uri="{FF2B5EF4-FFF2-40B4-BE49-F238E27FC236}">
                  <a16:creationId xmlns:a16="http://schemas.microsoft.com/office/drawing/2014/main" id="{773014C9-1739-4BD3-E99B-15E3D782E192}"/>
                </a:ext>
              </a:extLst>
            </p:cNvPr>
            <p:cNvSpPr>
              <a:spLocks noChangeShapeType="1"/>
            </p:cNvSpPr>
            <p:nvPr/>
          </p:nvSpPr>
          <p:spPr bwMode="auto">
            <a:xfrm flipH="1">
              <a:off x="4724400" y="3810000"/>
              <a:ext cx="381000" cy="457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42" name="Line 39">
              <a:extLst>
                <a:ext uri="{FF2B5EF4-FFF2-40B4-BE49-F238E27FC236}">
                  <a16:creationId xmlns:a16="http://schemas.microsoft.com/office/drawing/2014/main" id="{3B6562E9-3BE5-2B9C-9CFC-38356B76F138}"/>
                </a:ext>
              </a:extLst>
            </p:cNvPr>
            <p:cNvSpPr>
              <a:spLocks noChangeShapeType="1"/>
            </p:cNvSpPr>
            <p:nvPr/>
          </p:nvSpPr>
          <p:spPr bwMode="auto">
            <a:xfrm>
              <a:off x="3352800" y="3810000"/>
              <a:ext cx="304800" cy="457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43" name="Line 38">
              <a:extLst>
                <a:ext uri="{FF2B5EF4-FFF2-40B4-BE49-F238E27FC236}">
                  <a16:creationId xmlns:a16="http://schemas.microsoft.com/office/drawing/2014/main" id="{37E9AEFA-5644-6B58-846E-8C987807F84B}"/>
                </a:ext>
              </a:extLst>
            </p:cNvPr>
            <p:cNvSpPr>
              <a:spLocks noChangeShapeType="1"/>
            </p:cNvSpPr>
            <p:nvPr/>
          </p:nvSpPr>
          <p:spPr bwMode="auto">
            <a:xfrm flipH="1">
              <a:off x="2819400" y="3886200"/>
              <a:ext cx="381000" cy="457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44" name="Line 29">
              <a:extLst>
                <a:ext uri="{FF2B5EF4-FFF2-40B4-BE49-F238E27FC236}">
                  <a16:creationId xmlns:a16="http://schemas.microsoft.com/office/drawing/2014/main" id="{356A024F-97AE-BE85-DE38-C1A27855AD0C}"/>
                </a:ext>
              </a:extLst>
            </p:cNvPr>
            <p:cNvSpPr>
              <a:spLocks noChangeShapeType="1"/>
            </p:cNvSpPr>
            <p:nvPr/>
          </p:nvSpPr>
          <p:spPr bwMode="auto">
            <a:xfrm>
              <a:off x="5562600" y="4419600"/>
              <a:ext cx="152400" cy="457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45" name="Line 30">
              <a:extLst>
                <a:ext uri="{FF2B5EF4-FFF2-40B4-BE49-F238E27FC236}">
                  <a16:creationId xmlns:a16="http://schemas.microsoft.com/office/drawing/2014/main" id="{31E47A63-5740-285D-CE2B-212546CFCB57}"/>
                </a:ext>
              </a:extLst>
            </p:cNvPr>
            <p:cNvSpPr>
              <a:spLocks noChangeShapeType="1"/>
            </p:cNvSpPr>
            <p:nvPr/>
          </p:nvSpPr>
          <p:spPr bwMode="auto">
            <a:xfrm flipH="1">
              <a:off x="5257800" y="4419600"/>
              <a:ext cx="228600" cy="5334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46" name="Line 31">
              <a:extLst>
                <a:ext uri="{FF2B5EF4-FFF2-40B4-BE49-F238E27FC236}">
                  <a16:creationId xmlns:a16="http://schemas.microsoft.com/office/drawing/2014/main" id="{1F22C5A5-CFD3-2587-2EAF-09D3ADB2D4F1}"/>
                </a:ext>
              </a:extLst>
            </p:cNvPr>
            <p:cNvSpPr>
              <a:spLocks noChangeShapeType="1"/>
            </p:cNvSpPr>
            <p:nvPr/>
          </p:nvSpPr>
          <p:spPr bwMode="auto">
            <a:xfrm>
              <a:off x="4724400" y="4495800"/>
              <a:ext cx="152400" cy="457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47" name="Line 32">
              <a:extLst>
                <a:ext uri="{FF2B5EF4-FFF2-40B4-BE49-F238E27FC236}">
                  <a16:creationId xmlns:a16="http://schemas.microsoft.com/office/drawing/2014/main" id="{66AFD293-864B-9C11-D287-6BE566E1F13D}"/>
                </a:ext>
              </a:extLst>
            </p:cNvPr>
            <p:cNvSpPr>
              <a:spLocks noChangeShapeType="1"/>
            </p:cNvSpPr>
            <p:nvPr/>
          </p:nvSpPr>
          <p:spPr bwMode="auto">
            <a:xfrm flipH="1">
              <a:off x="4343400" y="4419600"/>
              <a:ext cx="304800" cy="5334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48" name="Line 28">
              <a:extLst>
                <a:ext uri="{FF2B5EF4-FFF2-40B4-BE49-F238E27FC236}">
                  <a16:creationId xmlns:a16="http://schemas.microsoft.com/office/drawing/2014/main" id="{CEAABBCE-7C5B-54A3-7F1D-FADA00311235}"/>
                </a:ext>
              </a:extLst>
            </p:cNvPr>
            <p:cNvSpPr>
              <a:spLocks noChangeShapeType="1"/>
            </p:cNvSpPr>
            <p:nvPr/>
          </p:nvSpPr>
          <p:spPr bwMode="auto">
            <a:xfrm>
              <a:off x="3733800" y="4419600"/>
              <a:ext cx="152400" cy="457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49" name="Line 27">
              <a:extLst>
                <a:ext uri="{FF2B5EF4-FFF2-40B4-BE49-F238E27FC236}">
                  <a16:creationId xmlns:a16="http://schemas.microsoft.com/office/drawing/2014/main" id="{4AE524BD-2386-B1A8-9C1A-046E2A82E81D}"/>
                </a:ext>
              </a:extLst>
            </p:cNvPr>
            <p:cNvSpPr>
              <a:spLocks noChangeShapeType="1"/>
            </p:cNvSpPr>
            <p:nvPr/>
          </p:nvSpPr>
          <p:spPr bwMode="auto">
            <a:xfrm flipH="1">
              <a:off x="3429000" y="4419600"/>
              <a:ext cx="228600" cy="5334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50" name="Line 26">
              <a:extLst>
                <a:ext uri="{FF2B5EF4-FFF2-40B4-BE49-F238E27FC236}">
                  <a16:creationId xmlns:a16="http://schemas.microsoft.com/office/drawing/2014/main" id="{440E7593-5732-515E-165C-A28BFBE6B8DC}"/>
                </a:ext>
              </a:extLst>
            </p:cNvPr>
            <p:cNvSpPr>
              <a:spLocks noChangeShapeType="1"/>
            </p:cNvSpPr>
            <p:nvPr/>
          </p:nvSpPr>
          <p:spPr bwMode="auto">
            <a:xfrm>
              <a:off x="2895600" y="4495800"/>
              <a:ext cx="152400" cy="457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51" name="Line 25">
              <a:extLst>
                <a:ext uri="{FF2B5EF4-FFF2-40B4-BE49-F238E27FC236}">
                  <a16:creationId xmlns:a16="http://schemas.microsoft.com/office/drawing/2014/main" id="{E842107F-8F5A-8851-8C07-F90364B75EFF}"/>
                </a:ext>
              </a:extLst>
            </p:cNvPr>
            <p:cNvSpPr>
              <a:spLocks noChangeShapeType="1"/>
            </p:cNvSpPr>
            <p:nvPr/>
          </p:nvSpPr>
          <p:spPr bwMode="auto">
            <a:xfrm flipH="1">
              <a:off x="2514600" y="4419600"/>
              <a:ext cx="304800" cy="5334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53" name="Oval 5">
              <a:extLst>
                <a:ext uri="{FF2B5EF4-FFF2-40B4-BE49-F238E27FC236}">
                  <a16:creationId xmlns:a16="http://schemas.microsoft.com/office/drawing/2014/main" id="{E4BBA8FD-2B5A-770C-A16B-974EBCEDD8CF}"/>
                </a:ext>
              </a:extLst>
            </p:cNvPr>
            <p:cNvSpPr>
              <a:spLocks noChangeArrowheads="1"/>
            </p:cNvSpPr>
            <p:nvPr/>
          </p:nvSpPr>
          <p:spPr bwMode="auto">
            <a:xfrm>
              <a:off x="2362200" y="48006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354" name="Oval 7">
              <a:extLst>
                <a:ext uri="{FF2B5EF4-FFF2-40B4-BE49-F238E27FC236}">
                  <a16:creationId xmlns:a16="http://schemas.microsoft.com/office/drawing/2014/main" id="{E4A2DFEF-E9A6-550F-BBA0-2DB2F10AEDE5}"/>
                </a:ext>
              </a:extLst>
            </p:cNvPr>
            <p:cNvSpPr>
              <a:spLocks noChangeArrowheads="1"/>
            </p:cNvSpPr>
            <p:nvPr/>
          </p:nvSpPr>
          <p:spPr bwMode="auto">
            <a:xfrm>
              <a:off x="2819400" y="48006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355" name="Oval 8">
              <a:extLst>
                <a:ext uri="{FF2B5EF4-FFF2-40B4-BE49-F238E27FC236}">
                  <a16:creationId xmlns:a16="http://schemas.microsoft.com/office/drawing/2014/main" id="{6280929A-638B-0D95-E2AB-79E5F368EEEF}"/>
                </a:ext>
              </a:extLst>
            </p:cNvPr>
            <p:cNvSpPr>
              <a:spLocks noChangeArrowheads="1"/>
            </p:cNvSpPr>
            <p:nvPr/>
          </p:nvSpPr>
          <p:spPr bwMode="auto">
            <a:xfrm>
              <a:off x="3276600" y="48006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356" name="Oval 9">
              <a:extLst>
                <a:ext uri="{FF2B5EF4-FFF2-40B4-BE49-F238E27FC236}">
                  <a16:creationId xmlns:a16="http://schemas.microsoft.com/office/drawing/2014/main" id="{BBC582F4-C8AE-BBE6-B370-0DC85782ED10}"/>
                </a:ext>
              </a:extLst>
            </p:cNvPr>
            <p:cNvSpPr>
              <a:spLocks noChangeArrowheads="1"/>
            </p:cNvSpPr>
            <p:nvPr/>
          </p:nvSpPr>
          <p:spPr bwMode="auto">
            <a:xfrm>
              <a:off x="3733800" y="48006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357" name="Oval 10">
              <a:extLst>
                <a:ext uri="{FF2B5EF4-FFF2-40B4-BE49-F238E27FC236}">
                  <a16:creationId xmlns:a16="http://schemas.microsoft.com/office/drawing/2014/main" id="{39C4F0F0-70B7-B7D9-A07C-55DF152202FA}"/>
                </a:ext>
              </a:extLst>
            </p:cNvPr>
            <p:cNvSpPr>
              <a:spLocks noChangeArrowheads="1"/>
            </p:cNvSpPr>
            <p:nvPr/>
          </p:nvSpPr>
          <p:spPr bwMode="auto">
            <a:xfrm>
              <a:off x="4191000" y="48006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358" name="Oval 11">
              <a:extLst>
                <a:ext uri="{FF2B5EF4-FFF2-40B4-BE49-F238E27FC236}">
                  <a16:creationId xmlns:a16="http://schemas.microsoft.com/office/drawing/2014/main" id="{F50D8A3E-5745-79ED-E750-C6A4CF221030}"/>
                </a:ext>
              </a:extLst>
            </p:cNvPr>
            <p:cNvSpPr>
              <a:spLocks noChangeArrowheads="1"/>
            </p:cNvSpPr>
            <p:nvPr/>
          </p:nvSpPr>
          <p:spPr bwMode="auto">
            <a:xfrm>
              <a:off x="4648200" y="48006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359" name="Oval 12">
              <a:extLst>
                <a:ext uri="{FF2B5EF4-FFF2-40B4-BE49-F238E27FC236}">
                  <a16:creationId xmlns:a16="http://schemas.microsoft.com/office/drawing/2014/main" id="{2970E762-3B91-E3C8-829D-075F657DFB63}"/>
                </a:ext>
              </a:extLst>
            </p:cNvPr>
            <p:cNvSpPr>
              <a:spLocks noChangeArrowheads="1"/>
            </p:cNvSpPr>
            <p:nvPr/>
          </p:nvSpPr>
          <p:spPr bwMode="auto">
            <a:xfrm>
              <a:off x="5105400" y="48006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360" name="Oval 13">
              <a:extLst>
                <a:ext uri="{FF2B5EF4-FFF2-40B4-BE49-F238E27FC236}">
                  <a16:creationId xmlns:a16="http://schemas.microsoft.com/office/drawing/2014/main" id="{F8AF6C54-47F5-28AA-5245-91279AEA62A3}"/>
                </a:ext>
              </a:extLst>
            </p:cNvPr>
            <p:cNvSpPr>
              <a:spLocks noChangeArrowheads="1"/>
            </p:cNvSpPr>
            <p:nvPr/>
          </p:nvSpPr>
          <p:spPr bwMode="auto">
            <a:xfrm>
              <a:off x="5562600" y="48006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361" name="Oval 17">
              <a:extLst>
                <a:ext uri="{FF2B5EF4-FFF2-40B4-BE49-F238E27FC236}">
                  <a16:creationId xmlns:a16="http://schemas.microsoft.com/office/drawing/2014/main" id="{21F1FDC6-2923-E6CC-1CCF-57238A4277E0}"/>
                </a:ext>
              </a:extLst>
            </p:cNvPr>
            <p:cNvSpPr>
              <a:spLocks noChangeArrowheads="1"/>
            </p:cNvSpPr>
            <p:nvPr/>
          </p:nvSpPr>
          <p:spPr bwMode="auto">
            <a:xfrm>
              <a:off x="2667000" y="41910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362" name="Oval 18">
              <a:extLst>
                <a:ext uri="{FF2B5EF4-FFF2-40B4-BE49-F238E27FC236}">
                  <a16:creationId xmlns:a16="http://schemas.microsoft.com/office/drawing/2014/main" id="{CFE2D225-E894-2B4C-0FDB-EF68E939612A}"/>
                </a:ext>
              </a:extLst>
            </p:cNvPr>
            <p:cNvSpPr>
              <a:spLocks noChangeArrowheads="1"/>
            </p:cNvSpPr>
            <p:nvPr/>
          </p:nvSpPr>
          <p:spPr bwMode="auto">
            <a:xfrm>
              <a:off x="3505200" y="41910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363" name="Oval 19">
              <a:extLst>
                <a:ext uri="{FF2B5EF4-FFF2-40B4-BE49-F238E27FC236}">
                  <a16:creationId xmlns:a16="http://schemas.microsoft.com/office/drawing/2014/main" id="{F18DF321-9D98-0705-AA5E-81A1969A4F42}"/>
                </a:ext>
              </a:extLst>
            </p:cNvPr>
            <p:cNvSpPr>
              <a:spLocks noChangeArrowheads="1"/>
            </p:cNvSpPr>
            <p:nvPr/>
          </p:nvSpPr>
          <p:spPr bwMode="auto">
            <a:xfrm>
              <a:off x="4495800" y="41910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364" name="Oval 20">
              <a:extLst>
                <a:ext uri="{FF2B5EF4-FFF2-40B4-BE49-F238E27FC236}">
                  <a16:creationId xmlns:a16="http://schemas.microsoft.com/office/drawing/2014/main" id="{EA39C142-DE27-F8D0-8474-628AE2244B8E}"/>
                </a:ext>
              </a:extLst>
            </p:cNvPr>
            <p:cNvSpPr>
              <a:spLocks noChangeArrowheads="1"/>
            </p:cNvSpPr>
            <p:nvPr/>
          </p:nvSpPr>
          <p:spPr bwMode="auto">
            <a:xfrm>
              <a:off x="5334000" y="41910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365" name="Oval 36">
              <a:extLst>
                <a:ext uri="{FF2B5EF4-FFF2-40B4-BE49-F238E27FC236}">
                  <a16:creationId xmlns:a16="http://schemas.microsoft.com/office/drawing/2014/main" id="{1373E7B1-F0AC-428E-C2F2-EC327C483F4D}"/>
                </a:ext>
              </a:extLst>
            </p:cNvPr>
            <p:cNvSpPr>
              <a:spLocks noChangeArrowheads="1"/>
            </p:cNvSpPr>
            <p:nvPr/>
          </p:nvSpPr>
          <p:spPr bwMode="auto">
            <a:xfrm>
              <a:off x="3124200" y="35814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366" name="Oval 37">
              <a:extLst>
                <a:ext uri="{FF2B5EF4-FFF2-40B4-BE49-F238E27FC236}">
                  <a16:creationId xmlns:a16="http://schemas.microsoft.com/office/drawing/2014/main" id="{C3585A50-7A32-BD1B-ACC4-C12589973402}"/>
                </a:ext>
              </a:extLst>
            </p:cNvPr>
            <p:cNvSpPr>
              <a:spLocks noChangeArrowheads="1"/>
            </p:cNvSpPr>
            <p:nvPr/>
          </p:nvSpPr>
          <p:spPr bwMode="auto">
            <a:xfrm>
              <a:off x="4953000" y="35814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367" name="Oval 48">
              <a:extLst>
                <a:ext uri="{FF2B5EF4-FFF2-40B4-BE49-F238E27FC236}">
                  <a16:creationId xmlns:a16="http://schemas.microsoft.com/office/drawing/2014/main" id="{1F69E10E-810F-8975-73BC-B5019783F4F7}"/>
                </a:ext>
              </a:extLst>
            </p:cNvPr>
            <p:cNvSpPr>
              <a:spLocks noChangeArrowheads="1"/>
            </p:cNvSpPr>
            <p:nvPr/>
          </p:nvSpPr>
          <p:spPr bwMode="auto">
            <a:xfrm>
              <a:off x="4038600" y="30480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grpSp>
      <p:sp>
        <p:nvSpPr>
          <p:cNvPr id="6" name="内容占位符 5">
            <a:extLst>
              <a:ext uri="{FF2B5EF4-FFF2-40B4-BE49-F238E27FC236}">
                <a16:creationId xmlns:a16="http://schemas.microsoft.com/office/drawing/2014/main" id="{2CED6C33-E579-4678-8D6C-DBCE961E1968}"/>
              </a:ext>
            </a:extLst>
          </p:cNvPr>
          <p:cNvSpPr>
            <a:spLocks noGrp="1"/>
          </p:cNvSpPr>
          <p:nvPr>
            <p:ph idx="1"/>
          </p:nvPr>
        </p:nvSpPr>
        <p:spPr>
          <a:xfrm>
            <a:off x="602010" y="550986"/>
            <a:ext cx="7886700" cy="2636838"/>
          </a:xfrm>
        </p:spPr>
        <p:txBody>
          <a:bodyPr>
            <a:normAutofit lnSpcReduction="10000"/>
          </a:bodyPr>
          <a:lstStyle/>
          <a:p>
            <a:r>
              <a:rPr lang="zh-CN" altLang="en-US" dirty="0"/>
              <a:t>定义</a:t>
            </a:r>
            <a:r>
              <a:rPr lang="en-US" altLang="zh-CN" dirty="0"/>
              <a:t>1</a:t>
            </a:r>
            <a:r>
              <a:rPr lang="zh-CN" altLang="en-US" dirty="0"/>
              <a:t>：满二叉树 </a:t>
            </a:r>
            <a:r>
              <a:rPr lang="en-US" altLang="zh-CN" dirty="0"/>
              <a:t>(Full Binary Tree) </a:t>
            </a:r>
          </a:p>
          <a:p>
            <a:pPr lvl="1"/>
            <a:r>
              <a:rPr lang="zh-CN" altLang="en-US" dirty="0"/>
              <a:t>深度为</a:t>
            </a:r>
            <a:r>
              <a:rPr lang="en-US" altLang="zh-CN" dirty="0"/>
              <a:t>k</a:t>
            </a:r>
            <a:r>
              <a:rPr lang="zh-CN" altLang="en-US" dirty="0"/>
              <a:t>的满二叉树是有</a:t>
            </a:r>
            <a:r>
              <a:rPr lang="en-US" altLang="zh-CN" dirty="0"/>
              <a:t>2</a:t>
            </a:r>
            <a:r>
              <a:rPr lang="en-US" altLang="zh-CN" baseline="30000" dirty="0"/>
              <a:t>k</a:t>
            </a:r>
            <a:r>
              <a:rPr lang="en-US" altLang="zh-CN" dirty="0"/>
              <a:t>-1</a:t>
            </a:r>
            <a:r>
              <a:rPr lang="zh-CN" altLang="en-US" dirty="0"/>
              <a:t>个结点的二叉树。在满二叉树中，每一层结点都达到了最大个数。除最底层结点的度为</a:t>
            </a:r>
            <a:r>
              <a:rPr lang="en-US" altLang="zh-CN" dirty="0"/>
              <a:t>0</a:t>
            </a:r>
            <a:r>
              <a:rPr lang="zh-CN" altLang="en-US" dirty="0"/>
              <a:t>外，其它各层结点的度都为</a:t>
            </a:r>
            <a:r>
              <a:rPr lang="en-US" altLang="zh-CN" dirty="0"/>
              <a:t>2</a:t>
            </a:r>
            <a:r>
              <a:rPr lang="zh-CN" altLang="en-US" dirty="0"/>
              <a:t>。</a:t>
            </a:r>
          </a:p>
          <a:p>
            <a:endParaRPr lang="zh-CN" altLang="en-US" dirty="0"/>
          </a:p>
        </p:txBody>
      </p:sp>
      <p:sp>
        <p:nvSpPr>
          <p:cNvPr id="2" name="灯片编号占位符 1">
            <a:extLst>
              <a:ext uri="{FF2B5EF4-FFF2-40B4-BE49-F238E27FC236}">
                <a16:creationId xmlns:a16="http://schemas.microsoft.com/office/drawing/2014/main" id="{0E68CC4F-4BD2-DA88-4A27-5CC9B6F34916}"/>
              </a:ext>
            </a:extLst>
          </p:cNvPr>
          <p:cNvSpPr>
            <a:spLocks noGrp="1"/>
          </p:cNvSpPr>
          <p:nvPr>
            <p:ph type="sldNum" sz="quarter" idx="12"/>
          </p:nvPr>
        </p:nvSpPr>
        <p:spPr/>
        <p:txBody>
          <a:bodyPr/>
          <a:lstStyle/>
          <a:p>
            <a:pPr>
              <a:defRPr/>
            </a:pPr>
            <a:fld id="{A598D83B-EE2A-4F12-B129-1EDE84DF129B}" type="slidenum">
              <a:rPr lang="en-US" altLang="zh-CN" smtClean="0"/>
              <a:pPr>
                <a:defRPr/>
              </a:pPr>
              <a:t>11</a:t>
            </a:fld>
            <a:endParaRPr lang="en-US" altLang="zh-CN"/>
          </a:p>
        </p:txBody>
      </p:sp>
    </p:spTree>
  </p:cSld>
  <p:clrMapOvr>
    <a:masterClrMapping/>
  </p:clrMapOvr>
  <p:transition>
    <p:spli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08BEC150-A74A-4F51-AAEF-B7CD17D96EC6}"/>
              </a:ext>
            </a:extLst>
          </p:cNvPr>
          <p:cNvGrpSpPr/>
          <p:nvPr/>
        </p:nvGrpSpPr>
        <p:grpSpPr>
          <a:xfrm>
            <a:off x="2411760" y="4322038"/>
            <a:ext cx="3352800" cy="2133600"/>
            <a:chOff x="2286000" y="4114800"/>
            <a:chExt cx="3352800" cy="2133600"/>
          </a:xfrm>
        </p:grpSpPr>
        <p:sp>
          <p:nvSpPr>
            <p:cNvPr id="15363" name="Line 4">
              <a:extLst>
                <a:ext uri="{FF2B5EF4-FFF2-40B4-BE49-F238E27FC236}">
                  <a16:creationId xmlns:a16="http://schemas.microsoft.com/office/drawing/2014/main" id="{CEFE56DA-4DE1-976D-8F33-229575F3DC38}"/>
                </a:ext>
              </a:extLst>
            </p:cNvPr>
            <p:cNvSpPr>
              <a:spLocks noChangeShapeType="1"/>
            </p:cNvSpPr>
            <p:nvPr/>
          </p:nvSpPr>
          <p:spPr bwMode="auto">
            <a:xfrm>
              <a:off x="5105400" y="4953000"/>
              <a:ext cx="304800" cy="3810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64" name="Line 5">
              <a:extLst>
                <a:ext uri="{FF2B5EF4-FFF2-40B4-BE49-F238E27FC236}">
                  <a16:creationId xmlns:a16="http://schemas.microsoft.com/office/drawing/2014/main" id="{68B7C731-6E37-2020-687E-C43206B25F96}"/>
                </a:ext>
              </a:extLst>
            </p:cNvPr>
            <p:cNvSpPr>
              <a:spLocks noChangeShapeType="1"/>
            </p:cNvSpPr>
            <p:nvPr/>
          </p:nvSpPr>
          <p:spPr bwMode="auto">
            <a:xfrm flipH="1">
              <a:off x="4648200" y="4876800"/>
              <a:ext cx="381000" cy="457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65" name="Line 6">
              <a:extLst>
                <a:ext uri="{FF2B5EF4-FFF2-40B4-BE49-F238E27FC236}">
                  <a16:creationId xmlns:a16="http://schemas.microsoft.com/office/drawing/2014/main" id="{36C24920-2D7E-DD7C-6F9C-33F599D97AD1}"/>
                </a:ext>
              </a:extLst>
            </p:cNvPr>
            <p:cNvSpPr>
              <a:spLocks noChangeShapeType="1"/>
            </p:cNvSpPr>
            <p:nvPr/>
          </p:nvSpPr>
          <p:spPr bwMode="auto">
            <a:xfrm>
              <a:off x="3276600" y="4876800"/>
              <a:ext cx="304800" cy="457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66" name="Line 7">
              <a:extLst>
                <a:ext uri="{FF2B5EF4-FFF2-40B4-BE49-F238E27FC236}">
                  <a16:creationId xmlns:a16="http://schemas.microsoft.com/office/drawing/2014/main" id="{A3B76A81-79B8-46E0-F287-DF028002246F}"/>
                </a:ext>
              </a:extLst>
            </p:cNvPr>
            <p:cNvSpPr>
              <a:spLocks noChangeShapeType="1"/>
            </p:cNvSpPr>
            <p:nvPr/>
          </p:nvSpPr>
          <p:spPr bwMode="auto">
            <a:xfrm flipH="1">
              <a:off x="2743200" y="4953000"/>
              <a:ext cx="381000" cy="457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67" name="Line 8">
              <a:extLst>
                <a:ext uri="{FF2B5EF4-FFF2-40B4-BE49-F238E27FC236}">
                  <a16:creationId xmlns:a16="http://schemas.microsoft.com/office/drawing/2014/main" id="{9F006218-6539-A898-1828-1D61005B4FAB}"/>
                </a:ext>
              </a:extLst>
            </p:cNvPr>
            <p:cNvSpPr>
              <a:spLocks noChangeShapeType="1"/>
            </p:cNvSpPr>
            <p:nvPr/>
          </p:nvSpPr>
          <p:spPr bwMode="auto">
            <a:xfrm>
              <a:off x="4267200" y="4343400"/>
              <a:ext cx="762000" cy="457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68" name="Line 9">
              <a:extLst>
                <a:ext uri="{FF2B5EF4-FFF2-40B4-BE49-F238E27FC236}">
                  <a16:creationId xmlns:a16="http://schemas.microsoft.com/office/drawing/2014/main" id="{7817658F-9D09-6C8C-4CA7-EA297E0961EC}"/>
                </a:ext>
              </a:extLst>
            </p:cNvPr>
            <p:cNvSpPr>
              <a:spLocks noChangeShapeType="1"/>
            </p:cNvSpPr>
            <p:nvPr/>
          </p:nvSpPr>
          <p:spPr bwMode="auto">
            <a:xfrm flipH="1">
              <a:off x="3276600" y="4343400"/>
              <a:ext cx="762000" cy="457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69" name="Oval 10">
              <a:extLst>
                <a:ext uri="{FF2B5EF4-FFF2-40B4-BE49-F238E27FC236}">
                  <a16:creationId xmlns:a16="http://schemas.microsoft.com/office/drawing/2014/main" id="{F5878CA2-96F9-CC58-3347-E8E1314CBA8F}"/>
                </a:ext>
              </a:extLst>
            </p:cNvPr>
            <p:cNvSpPr>
              <a:spLocks noChangeArrowheads="1"/>
            </p:cNvSpPr>
            <p:nvPr/>
          </p:nvSpPr>
          <p:spPr bwMode="auto">
            <a:xfrm>
              <a:off x="3962400" y="41148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5370" name="Line 11">
              <a:extLst>
                <a:ext uri="{FF2B5EF4-FFF2-40B4-BE49-F238E27FC236}">
                  <a16:creationId xmlns:a16="http://schemas.microsoft.com/office/drawing/2014/main" id="{68B93A26-FE10-DBE8-0EB9-934286020A54}"/>
                </a:ext>
              </a:extLst>
            </p:cNvPr>
            <p:cNvSpPr>
              <a:spLocks noChangeShapeType="1"/>
            </p:cNvSpPr>
            <p:nvPr/>
          </p:nvSpPr>
          <p:spPr bwMode="auto">
            <a:xfrm flipH="1">
              <a:off x="3352800" y="5486400"/>
              <a:ext cx="228600" cy="5334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71" name="Line 12">
              <a:extLst>
                <a:ext uri="{FF2B5EF4-FFF2-40B4-BE49-F238E27FC236}">
                  <a16:creationId xmlns:a16="http://schemas.microsoft.com/office/drawing/2014/main" id="{FE463B21-0B87-28E2-A223-DF7DC989A8A6}"/>
                </a:ext>
              </a:extLst>
            </p:cNvPr>
            <p:cNvSpPr>
              <a:spLocks noChangeShapeType="1"/>
            </p:cNvSpPr>
            <p:nvPr/>
          </p:nvSpPr>
          <p:spPr bwMode="auto">
            <a:xfrm>
              <a:off x="2819400" y="5562600"/>
              <a:ext cx="152400" cy="457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72" name="Line 13">
              <a:extLst>
                <a:ext uri="{FF2B5EF4-FFF2-40B4-BE49-F238E27FC236}">
                  <a16:creationId xmlns:a16="http://schemas.microsoft.com/office/drawing/2014/main" id="{EF384811-2E0D-768B-9FB7-92A266EE7E41}"/>
                </a:ext>
              </a:extLst>
            </p:cNvPr>
            <p:cNvSpPr>
              <a:spLocks noChangeShapeType="1"/>
            </p:cNvSpPr>
            <p:nvPr/>
          </p:nvSpPr>
          <p:spPr bwMode="auto">
            <a:xfrm flipH="1">
              <a:off x="2438400" y="5486400"/>
              <a:ext cx="304800" cy="5334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73" name="Oval 14">
              <a:extLst>
                <a:ext uri="{FF2B5EF4-FFF2-40B4-BE49-F238E27FC236}">
                  <a16:creationId xmlns:a16="http://schemas.microsoft.com/office/drawing/2014/main" id="{2171C30A-E213-DDA7-0CED-5B594349BF08}"/>
                </a:ext>
              </a:extLst>
            </p:cNvPr>
            <p:cNvSpPr>
              <a:spLocks noChangeArrowheads="1"/>
            </p:cNvSpPr>
            <p:nvPr/>
          </p:nvSpPr>
          <p:spPr bwMode="auto">
            <a:xfrm>
              <a:off x="2286000" y="58674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5374" name="Oval 15">
              <a:extLst>
                <a:ext uri="{FF2B5EF4-FFF2-40B4-BE49-F238E27FC236}">
                  <a16:creationId xmlns:a16="http://schemas.microsoft.com/office/drawing/2014/main" id="{C02E8EB7-27A9-CC4C-B2BF-9E32DED42322}"/>
                </a:ext>
              </a:extLst>
            </p:cNvPr>
            <p:cNvSpPr>
              <a:spLocks noChangeArrowheads="1"/>
            </p:cNvSpPr>
            <p:nvPr/>
          </p:nvSpPr>
          <p:spPr bwMode="auto">
            <a:xfrm>
              <a:off x="2743200" y="58674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5375" name="Oval 16">
              <a:extLst>
                <a:ext uri="{FF2B5EF4-FFF2-40B4-BE49-F238E27FC236}">
                  <a16:creationId xmlns:a16="http://schemas.microsoft.com/office/drawing/2014/main" id="{5A59D19D-AE54-1309-2C93-BF115DF2257D}"/>
                </a:ext>
              </a:extLst>
            </p:cNvPr>
            <p:cNvSpPr>
              <a:spLocks noChangeArrowheads="1"/>
            </p:cNvSpPr>
            <p:nvPr/>
          </p:nvSpPr>
          <p:spPr bwMode="auto">
            <a:xfrm>
              <a:off x="3200400" y="58674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5376" name="Oval 17">
              <a:extLst>
                <a:ext uri="{FF2B5EF4-FFF2-40B4-BE49-F238E27FC236}">
                  <a16:creationId xmlns:a16="http://schemas.microsoft.com/office/drawing/2014/main" id="{1962A80E-0DE7-4FCB-9A9A-8E927471AF0E}"/>
                </a:ext>
              </a:extLst>
            </p:cNvPr>
            <p:cNvSpPr>
              <a:spLocks noChangeArrowheads="1"/>
            </p:cNvSpPr>
            <p:nvPr/>
          </p:nvSpPr>
          <p:spPr bwMode="auto">
            <a:xfrm>
              <a:off x="2590800" y="52578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5377" name="Oval 18">
              <a:extLst>
                <a:ext uri="{FF2B5EF4-FFF2-40B4-BE49-F238E27FC236}">
                  <a16:creationId xmlns:a16="http://schemas.microsoft.com/office/drawing/2014/main" id="{C2AD78DF-8D02-610C-ACE2-EB4BB090B0A7}"/>
                </a:ext>
              </a:extLst>
            </p:cNvPr>
            <p:cNvSpPr>
              <a:spLocks noChangeArrowheads="1"/>
            </p:cNvSpPr>
            <p:nvPr/>
          </p:nvSpPr>
          <p:spPr bwMode="auto">
            <a:xfrm>
              <a:off x="3429000" y="52578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5378" name="Oval 19">
              <a:extLst>
                <a:ext uri="{FF2B5EF4-FFF2-40B4-BE49-F238E27FC236}">
                  <a16:creationId xmlns:a16="http://schemas.microsoft.com/office/drawing/2014/main" id="{D315208C-D891-A0D5-0A4E-0BCC09E3ABAE}"/>
                </a:ext>
              </a:extLst>
            </p:cNvPr>
            <p:cNvSpPr>
              <a:spLocks noChangeArrowheads="1"/>
            </p:cNvSpPr>
            <p:nvPr/>
          </p:nvSpPr>
          <p:spPr bwMode="auto">
            <a:xfrm>
              <a:off x="4419600" y="52578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5379" name="Oval 20">
              <a:extLst>
                <a:ext uri="{FF2B5EF4-FFF2-40B4-BE49-F238E27FC236}">
                  <a16:creationId xmlns:a16="http://schemas.microsoft.com/office/drawing/2014/main" id="{960260BF-DD09-E88E-EA2B-ED5D7F3100DF}"/>
                </a:ext>
              </a:extLst>
            </p:cNvPr>
            <p:cNvSpPr>
              <a:spLocks noChangeArrowheads="1"/>
            </p:cNvSpPr>
            <p:nvPr/>
          </p:nvSpPr>
          <p:spPr bwMode="auto">
            <a:xfrm>
              <a:off x="5257800" y="52578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5380" name="Oval 21">
              <a:extLst>
                <a:ext uri="{FF2B5EF4-FFF2-40B4-BE49-F238E27FC236}">
                  <a16:creationId xmlns:a16="http://schemas.microsoft.com/office/drawing/2014/main" id="{C9CB483E-8CA1-3C78-F0B4-0CF03663A9FB}"/>
                </a:ext>
              </a:extLst>
            </p:cNvPr>
            <p:cNvSpPr>
              <a:spLocks noChangeArrowheads="1"/>
            </p:cNvSpPr>
            <p:nvPr/>
          </p:nvSpPr>
          <p:spPr bwMode="auto">
            <a:xfrm>
              <a:off x="3048000" y="46482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5381" name="Oval 22">
              <a:extLst>
                <a:ext uri="{FF2B5EF4-FFF2-40B4-BE49-F238E27FC236}">
                  <a16:creationId xmlns:a16="http://schemas.microsoft.com/office/drawing/2014/main" id="{72E625FB-4E3E-0902-9512-435D3F9FE949}"/>
                </a:ext>
              </a:extLst>
            </p:cNvPr>
            <p:cNvSpPr>
              <a:spLocks noChangeArrowheads="1"/>
            </p:cNvSpPr>
            <p:nvPr/>
          </p:nvSpPr>
          <p:spPr bwMode="auto">
            <a:xfrm>
              <a:off x="4876800" y="46482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grpSp>
      <p:sp>
        <p:nvSpPr>
          <p:cNvPr id="3" name="内容占位符 2">
            <a:extLst>
              <a:ext uri="{FF2B5EF4-FFF2-40B4-BE49-F238E27FC236}">
                <a16:creationId xmlns:a16="http://schemas.microsoft.com/office/drawing/2014/main" id="{2A770525-4611-4F3D-A9D2-DD323AE69C4C}"/>
              </a:ext>
            </a:extLst>
          </p:cNvPr>
          <p:cNvSpPr>
            <a:spLocks noGrp="1"/>
          </p:cNvSpPr>
          <p:nvPr>
            <p:ph idx="1"/>
          </p:nvPr>
        </p:nvSpPr>
        <p:spPr>
          <a:xfrm>
            <a:off x="704850" y="449262"/>
            <a:ext cx="7886700" cy="3983658"/>
          </a:xfrm>
        </p:spPr>
        <p:txBody>
          <a:bodyPr>
            <a:normAutofit fontScale="92500" lnSpcReduction="10000"/>
          </a:bodyPr>
          <a:lstStyle/>
          <a:p>
            <a:r>
              <a:rPr lang="zh-CN" altLang="en-US" dirty="0"/>
              <a:t>定义</a:t>
            </a:r>
            <a:r>
              <a:rPr lang="en-US" altLang="zh-CN" dirty="0"/>
              <a:t>2</a:t>
            </a:r>
            <a:r>
              <a:rPr lang="zh-CN" altLang="en-US" dirty="0"/>
              <a:t>：完全二叉树 </a:t>
            </a:r>
            <a:r>
              <a:rPr lang="en-US" altLang="zh-CN" dirty="0"/>
              <a:t>(Complete Binary Tree)</a:t>
            </a:r>
          </a:p>
          <a:p>
            <a:pPr lvl="1"/>
            <a:r>
              <a:rPr lang="zh-CN" altLang="en-US" dirty="0"/>
              <a:t>若一棵具有</a:t>
            </a:r>
            <a:r>
              <a:rPr lang="en-US" altLang="zh-CN" dirty="0"/>
              <a:t>n</a:t>
            </a:r>
            <a:r>
              <a:rPr lang="zh-CN" altLang="en-US" dirty="0"/>
              <a:t>个结点的深度为</a:t>
            </a:r>
            <a:r>
              <a:rPr lang="en-US" altLang="zh-CN" dirty="0"/>
              <a:t>k</a:t>
            </a:r>
            <a:r>
              <a:rPr lang="zh-CN" altLang="en-US" dirty="0"/>
              <a:t>的二叉树，其每个结点都与高度为</a:t>
            </a:r>
            <a:r>
              <a:rPr lang="en-US" altLang="zh-CN" dirty="0"/>
              <a:t>k</a:t>
            </a:r>
            <a:r>
              <a:rPr lang="zh-CN" altLang="en-US" dirty="0"/>
              <a:t>的满二叉树中编号为</a:t>
            </a:r>
            <a:r>
              <a:rPr lang="en-US" altLang="zh-CN" dirty="0"/>
              <a:t>1~n</a:t>
            </a:r>
            <a:r>
              <a:rPr lang="zh-CN" altLang="en-US" dirty="0"/>
              <a:t>的结点一一对应，则称这棵二叉树为完全二叉树。</a:t>
            </a:r>
          </a:p>
          <a:p>
            <a:pPr lvl="2"/>
            <a:r>
              <a:rPr lang="zh-CN" altLang="en-US" dirty="0"/>
              <a:t>其特点是除第</a:t>
            </a:r>
            <a:r>
              <a:rPr lang="en-US" altLang="zh-CN" dirty="0"/>
              <a:t>k</a:t>
            </a:r>
            <a:r>
              <a:rPr lang="zh-CN" altLang="en-US" dirty="0"/>
              <a:t>层外，其它各层 </a:t>
            </a:r>
            <a:r>
              <a:rPr lang="en-US" altLang="zh-CN" dirty="0"/>
              <a:t>(1 ~ k-1) </a:t>
            </a:r>
            <a:r>
              <a:rPr lang="zh-CN" altLang="en-US" dirty="0"/>
              <a:t>的结点数都达到最大个数，第 </a:t>
            </a:r>
            <a:r>
              <a:rPr lang="en-US" altLang="zh-CN" dirty="0"/>
              <a:t>k </a:t>
            </a:r>
            <a:r>
              <a:rPr lang="zh-CN" altLang="en-US" dirty="0"/>
              <a:t>层或是满的，或是从右向左连续缺若干结点。</a:t>
            </a:r>
          </a:p>
          <a:p>
            <a:endParaRPr lang="zh-CN" altLang="en-US" dirty="0"/>
          </a:p>
        </p:txBody>
      </p:sp>
      <p:sp>
        <p:nvSpPr>
          <p:cNvPr id="2" name="灯片编号占位符 1">
            <a:extLst>
              <a:ext uri="{FF2B5EF4-FFF2-40B4-BE49-F238E27FC236}">
                <a16:creationId xmlns:a16="http://schemas.microsoft.com/office/drawing/2014/main" id="{23A5BF36-CCB2-B1ED-28F7-E1F478259C56}"/>
              </a:ext>
            </a:extLst>
          </p:cNvPr>
          <p:cNvSpPr>
            <a:spLocks noGrp="1"/>
          </p:cNvSpPr>
          <p:nvPr>
            <p:ph type="sldNum" sz="quarter" idx="12"/>
          </p:nvPr>
        </p:nvSpPr>
        <p:spPr/>
        <p:txBody>
          <a:bodyPr/>
          <a:lstStyle/>
          <a:p>
            <a:pPr>
              <a:defRPr/>
            </a:pPr>
            <a:fld id="{A598D83B-EE2A-4F12-B129-1EDE84DF129B}" type="slidenum">
              <a:rPr lang="en-US" altLang="zh-CN" smtClean="0"/>
              <a:pPr>
                <a:defRPr/>
              </a:pPr>
              <a:t>12</a:t>
            </a:fld>
            <a:endParaRPr lang="en-US" altLang="zh-CN"/>
          </a:p>
        </p:txBody>
      </p:sp>
    </p:spTree>
  </p:cSld>
  <p:clrMapOvr>
    <a:masterClrMapping/>
  </p:clrMapOvr>
  <p:transition>
    <p:spli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EF44D1FA-36D2-482E-8090-5F3E5EA59FA3}"/>
              </a:ext>
            </a:extLst>
          </p:cNvPr>
          <p:cNvGrpSpPr/>
          <p:nvPr/>
        </p:nvGrpSpPr>
        <p:grpSpPr>
          <a:xfrm>
            <a:off x="4794061" y="4199547"/>
            <a:ext cx="4267200" cy="2133600"/>
            <a:chOff x="4800600" y="3962400"/>
            <a:chExt cx="4267200" cy="2133600"/>
          </a:xfrm>
        </p:grpSpPr>
        <p:sp>
          <p:nvSpPr>
            <p:cNvPr id="16386" name="Line 2">
              <a:extLst>
                <a:ext uri="{FF2B5EF4-FFF2-40B4-BE49-F238E27FC236}">
                  <a16:creationId xmlns:a16="http://schemas.microsoft.com/office/drawing/2014/main" id="{EF5A299C-0BF8-2892-F421-C1AE6F3B9BB9}"/>
                </a:ext>
              </a:extLst>
            </p:cNvPr>
            <p:cNvSpPr>
              <a:spLocks noChangeShapeType="1"/>
            </p:cNvSpPr>
            <p:nvPr/>
          </p:nvSpPr>
          <p:spPr bwMode="auto">
            <a:xfrm>
              <a:off x="8001000" y="5410200"/>
              <a:ext cx="152400" cy="457200"/>
            </a:xfrm>
            <a:prstGeom prst="line">
              <a:avLst/>
            </a:prstGeom>
            <a:noFill/>
            <a:ln w="38100" cap="rnd">
              <a:solidFill>
                <a:srgbClr val="0099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387" name="Line 3">
              <a:extLst>
                <a:ext uri="{FF2B5EF4-FFF2-40B4-BE49-F238E27FC236}">
                  <a16:creationId xmlns:a16="http://schemas.microsoft.com/office/drawing/2014/main" id="{55BE4F0D-C05F-E0AB-1CA8-3E8D8489CC9B}"/>
                </a:ext>
              </a:extLst>
            </p:cNvPr>
            <p:cNvSpPr>
              <a:spLocks noChangeShapeType="1"/>
            </p:cNvSpPr>
            <p:nvPr/>
          </p:nvSpPr>
          <p:spPr bwMode="auto">
            <a:xfrm flipH="1">
              <a:off x="7696200" y="5334000"/>
              <a:ext cx="228600" cy="533400"/>
            </a:xfrm>
            <a:prstGeom prst="line">
              <a:avLst/>
            </a:prstGeom>
            <a:noFill/>
            <a:ln w="38100" cap="rnd">
              <a:solidFill>
                <a:srgbClr val="0099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388" name="Line 4">
              <a:extLst>
                <a:ext uri="{FF2B5EF4-FFF2-40B4-BE49-F238E27FC236}">
                  <a16:creationId xmlns:a16="http://schemas.microsoft.com/office/drawing/2014/main" id="{A3505CD1-8F30-5AC4-41DF-4F2E7E6FDCEE}"/>
                </a:ext>
              </a:extLst>
            </p:cNvPr>
            <p:cNvSpPr>
              <a:spLocks noChangeShapeType="1"/>
            </p:cNvSpPr>
            <p:nvPr/>
          </p:nvSpPr>
          <p:spPr bwMode="auto">
            <a:xfrm>
              <a:off x="7162800" y="5410200"/>
              <a:ext cx="152400" cy="457200"/>
            </a:xfrm>
            <a:prstGeom prst="line">
              <a:avLst/>
            </a:prstGeom>
            <a:noFill/>
            <a:ln w="38100" cap="rnd">
              <a:solidFill>
                <a:srgbClr val="0099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389" name="Line 5">
              <a:extLst>
                <a:ext uri="{FF2B5EF4-FFF2-40B4-BE49-F238E27FC236}">
                  <a16:creationId xmlns:a16="http://schemas.microsoft.com/office/drawing/2014/main" id="{F6CEFE7B-71EB-03E7-FEBE-72704504F787}"/>
                </a:ext>
              </a:extLst>
            </p:cNvPr>
            <p:cNvSpPr>
              <a:spLocks noChangeShapeType="1"/>
            </p:cNvSpPr>
            <p:nvPr/>
          </p:nvSpPr>
          <p:spPr bwMode="auto">
            <a:xfrm flipH="1">
              <a:off x="6781800" y="5334000"/>
              <a:ext cx="304800" cy="533400"/>
            </a:xfrm>
            <a:prstGeom prst="line">
              <a:avLst/>
            </a:prstGeom>
            <a:noFill/>
            <a:ln w="38100" cap="rnd">
              <a:solidFill>
                <a:srgbClr val="0099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390" name="Oval 6">
              <a:extLst>
                <a:ext uri="{FF2B5EF4-FFF2-40B4-BE49-F238E27FC236}">
                  <a16:creationId xmlns:a16="http://schemas.microsoft.com/office/drawing/2014/main" id="{93766350-7942-F81C-4356-A657B8DBF5D9}"/>
                </a:ext>
              </a:extLst>
            </p:cNvPr>
            <p:cNvSpPr>
              <a:spLocks noChangeArrowheads="1"/>
            </p:cNvSpPr>
            <p:nvPr/>
          </p:nvSpPr>
          <p:spPr bwMode="auto">
            <a:xfrm>
              <a:off x="6629400" y="5715000"/>
              <a:ext cx="381000" cy="381000"/>
            </a:xfrm>
            <a:prstGeom prst="ellipse">
              <a:avLst/>
            </a:prstGeom>
            <a:solidFill>
              <a:srgbClr val="FFFFCC"/>
            </a:solidFill>
            <a:ln w="38100" cap="rnd">
              <a:solidFill>
                <a:schemeClr val="tx2"/>
              </a:solidFill>
              <a:prstDash val="sysDot"/>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6391" name="Oval 7">
              <a:extLst>
                <a:ext uri="{FF2B5EF4-FFF2-40B4-BE49-F238E27FC236}">
                  <a16:creationId xmlns:a16="http://schemas.microsoft.com/office/drawing/2014/main" id="{84511CC3-1BC7-6E5A-D365-DA405CBE2651}"/>
                </a:ext>
              </a:extLst>
            </p:cNvPr>
            <p:cNvSpPr>
              <a:spLocks noChangeArrowheads="1"/>
            </p:cNvSpPr>
            <p:nvPr/>
          </p:nvSpPr>
          <p:spPr bwMode="auto">
            <a:xfrm>
              <a:off x="7086600" y="5715000"/>
              <a:ext cx="381000" cy="381000"/>
            </a:xfrm>
            <a:prstGeom prst="ellipse">
              <a:avLst/>
            </a:prstGeom>
            <a:solidFill>
              <a:srgbClr val="FFFFCC"/>
            </a:solidFill>
            <a:ln w="38100" cap="rnd">
              <a:solidFill>
                <a:schemeClr val="tx2"/>
              </a:solidFill>
              <a:prstDash val="sysDot"/>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6392" name="Oval 8">
              <a:extLst>
                <a:ext uri="{FF2B5EF4-FFF2-40B4-BE49-F238E27FC236}">
                  <a16:creationId xmlns:a16="http://schemas.microsoft.com/office/drawing/2014/main" id="{665E0306-9037-085A-F0D9-B75A524B0008}"/>
                </a:ext>
              </a:extLst>
            </p:cNvPr>
            <p:cNvSpPr>
              <a:spLocks noChangeArrowheads="1"/>
            </p:cNvSpPr>
            <p:nvPr/>
          </p:nvSpPr>
          <p:spPr bwMode="auto">
            <a:xfrm>
              <a:off x="7543800" y="5715000"/>
              <a:ext cx="381000" cy="381000"/>
            </a:xfrm>
            <a:prstGeom prst="ellipse">
              <a:avLst/>
            </a:prstGeom>
            <a:solidFill>
              <a:srgbClr val="FFFFCC"/>
            </a:solidFill>
            <a:ln w="38100" cap="rnd">
              <a:solidFill>
                <a:schemeClr val="tx2"/>
              </a:solidFill>
              <a:prstDash val="sysDot"/>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6393" name="Oval 9">
              <a:extLst>
                <a:ext uri="{FF2B5EF4-FFF2-40B4-BE49-F238E27FC236}">
                  <a16:creationId xmlns:a16="http://schemas.microsoft.com/office/drawing/2014/main" id="{A10319F6-29F3-4A58-EAEE-C9996091E0B3}"/>
                </a:ext>
              </a:extLst>
            </p:cNvPr>
            <p:cNvSpPr>
              <a:spLocks noChangeArrowheads="1"/>
            </p:cNvSpPr>
            <p:nvPr/>
          </p:nvSpPr>
          <p:spPr bwMode="auto">
            <a:xfrm>
              <a:off x="8001000" y="5715000"/>
              <a:ext cx="381000" cy="381000"/>
            </a:xfrm>
            <a:prstGeom prst="ellipse">
              <a:avLst/>
            </a:prstGeom>
            <a:solidFill>
              <a:srgbClr val="FFFFCC"/>
            </a:solidFill>
            <a:ln w="38100" cap="rnd">
              <a:solidFill>
                <a:schemeClr val="tx2"/>
              </a:solidFill>
              <a:prstDash val="sysDot"/>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6394" name="Line 10">
              <a:extLst>
                <a:ext uri="{FF2B5EF4-FFF2-40B4-BE49-F238E27FC236}">
                  <a16:creationId xmlns:a16="http://schemas.microsoft.com/office/drawing/2014/main" id="{5AD1F583-EC72-8552-9756-5FEDEEFDA2EB}"/>
                </a:ext>
              </a:extLst>
            </p:cNvPr>
            <p:cNvSpPr>
              <a:spLocks noChangeShapeType="1"/>
            </p:cNvSpPr>
            <p:nvPr/>
          </p:nvSpPr>
          <p:spPr bwMode="auto">
            <a:xfrm>
              <a:off x="6172200" y="5410200"/>
              <a:ext cx="152400" cy="457200"/>
            </a:xfrm>
            <a:prstGeom prst="line">
              <a:avLst/>
            </a:prstGeom>
            <a:noFill/>
            <a:ln w="38100" cap="rnd">
              <a:solidFill>
                <a:srgbClr val="0099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00" name="Line 16">
              <a:extLst>
                <a:ext uri="{FF2B5EF4-FFF2-40B4-BE49-F238E27FC236}">
                  <a16:creationId xmlns:a16="http://schemas.microsoft.com/office/drawing/2014/main" id="{9E748B62-1E5D-199E-6EBE-7AC8FEEC76AF}"/>
                </a:ext>
              </a:extLst>
            </p:cNvPr>
            <p:cNvSpPr>
              <a:spLocks noChangeShapeType="1"/>
            </p:cNvSpPr>
            <p:nvPr/>
          </p:nvSpPr>
          <p:spPr bwMode="auto">
            <a:xfrm>
              <a:off x="7620000" y="4800600"/>
              <a:ext cx="304800" cy="3810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01" name="Line 17">
              <a:extLst>
                <a:ext uri="{FF2B5EF4-FFF2-40B4-BE49-F238E27FC236}">
                  <a16:creationId xmlns:a16="http://schemas.microsoft.com/office/drawing/2014/main" id="{2F3512CC-4D98-6608-7F14-30A80CBE10F7}"/>
                </a:ext>
              </a:extLst>
            </p:cNvPr>
            <p:cNvSpPr>
              <a:spLocks noChangeShapeType="1"/>
            </p:cNvSpPr>
            <p:nvPr/>
          </p:nvSpPr>
          <p:spPr bwMode="auto">
            <a:xfrm flipH="1">
              <a:off x="7162800" y="4724400"/>
              <a:ext cx="381000" cy="457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02" name="Line 18">
              <a:extLst>
                <a:ext uri="{FF2B5EF4-FFF2-40B4-BE49-F238E27FC236}">
                  <a16:creationId xmlns:a16="http://schemas.microsoft.com/office/drawing/2014/main" id="{BBAC5255-38F7-3182-6195-3C67193644B1}"/>
                </a:ext>
              </a:extLst>
            </p:cNvPr>
            <p:cNvSpPr>
              <a:spLocks noChangeShapeType="1"/>
            </p:cNvSpPr>
            <p:nvPr/>
          </p:nvSpPr>
          <p:spPr bwMode="auto">
            <a:xfrm>
              <a:off x="5791200" y="4724400"/>
              <a:ext cx="304800" cy="457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03" name="Line 19">
              <a:extLst>
                <a:ext uri="{FF2B5EF4-FFF2-40B4-BE49-F238E27FC236}">
                  <a16:creationId xmlns:a16="http://schemas.microsoft.com/office/drawing/2014/main" id="{28993E6D-4F63-DC80-8250-8A37DFC92921}"/>
                </a:ext>
              </a:extLst>
            </p:cNvPr>
            <p:cNvSpPr>
              <a:spLocks noChangeShapeType="1"/>
            </p:cNvSpPr>
            <p:nvPr/>
          </p:nvSpPr>
          <p:spPr bwMode="auto">
            <a:xfrm flipH="1">
              <a:off x="5257800" y="4800600"/>
              <a:ext cx="381000" cy="457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04" name="Line 20">
              <a:extLst>
                <a:ext uri="{FF2B5EF4-FFF2-40B4-BE49-F238E27FC236}">
                  <a16:creationId xmlns:a16="http://schemas.microsoft.com/office/drawing/2014/main" id="{9B9FF78E-35AE-156F-B48E-8EC0683E99FB}"/>
                </a:ext>
              </a:extLst>
            </p:cNvPr>
            <p:cNvSpPr>
              <a:spLocks noChangeShapeType="1"/>
            </p:cNvSpPr>
            <p:nvPr/>
          </p:nvSpPr>
          <p:spPr bwMode="auto">
            <a:xfrm>
              <a:off x="6781800" y="4191000"/>
              <a:ext cx="762000" cy="457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05" name="Line 21">
              <a:extLst>
                <a:ext uri="{FF2B5EF4-FFF2-40B4-BE49-F238E27FC236}">
                  <a16:creationId xmlns:a16="http://schemas.microsoft.com/office/drawing/2014/main" id="{7DEE40DF-1F47-9D0B-AADB-E2717D23C8E2}"/>
                </a:ext>
              </a:extLst>
            </p:cNvPr>
            <p:cNvSpPr>
              <a:spLocks noChangeShapeType="1"/>
            </p:cNvSpPr>
            <p:nvPr/>
          </p:nvSpPr>
          <p:spPr bwMode="auto">
            <a:xfrm flipH="1">
              <a:off x="5791200" y="4191000"/>
              <a:ext cx="762000" cy="457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06" name="Oval 22">
              <a:extLst>
                <a:ext uri="{FF2B5EF4-FFF2-40B4-BE49-F238E27FC236}">
                  <a16:creationId xmlns:a16="http://schemas.microsoft.com/office/drawing/2014/main" id="{2BF28B06-113B-9A3D-D945-A993C8F3F145}"/>
                </a:ext>
              </a:extLst>
            </p:cNvPr>
            <p:cNvSpPr>
              <a:spLocks noChangeArrowheads="1"/>
            </p:cNvSpPr>
            <p:nvPr/>
          </p:nvSpPr>
          <p:spPr bwMode="auto">
            <a:xfrm>
              <a:off x="6477000" y="39624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6407" name="Line 23">
              <a:extLst>
                <a:ext uri="{FF2B5EF4-FFF2-40B4-BE49-F238E27FC236}">
                  <a16:creationId xmlns:a16="http://schemas.microsoft.com/office/drawing/2014/main" id="{D2DD8025-FB2A-EC0D-7290-4B0C7CDE3777}"/>
                </a:ext>
              </a:extLst>
            </p:cNvPr>
            <p:cNvSpPr>
              <a:spLocks noChangeShapeType="1"/>
            </p:cNvSpPr>
            <p:nvPr/>
          </p:nvSpPr>
          <p:spPr bwMode="auto">
            <a:xfrm flipH="1">
              <a:off x="5867400" y="5334000"/>
              <a:ext cx="228600" cy="5334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08" name="Line 24">
              <a:extLst>
                <a:ext uri="{FF2B5EF4-FFF2-40B4-BE49-F238E27FC236}">
                  <a16:creationId xmlns:a16="http://schemas.microsoft.com/office/drawing/2014/main" id="{4075BF0A-8DD6-FD57-DCA1-DCD2FA05B1AB}"/>
                </a:ext>
              </a:extLst>
            </p:cNvPr>
            <p:cNvSpPr>
              <a:spLocks noChangeShapeType="1"/>
            </p:cNvSpPr>
            <p:nvPr/>
          </p:nvSpPr>
          <p:spPr bwMode="auto">
            <a:xfrm>
              <a:off x="5334000" y="5410200"/>
              <a:ext cx="152400" cy="457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09" name="Line 25">
              <a:extLst>
                <a:ext uri="{FF2B5EF4-FFF2-40B4-BE49-F238E27FC236}">
                  <a16:creationId xmlns:a16="http://schemas.microsoft.com/office/drawing/2014/main" id="{005C6F70-8884-619E-CD96-32B3E61EF335}"/>
                </a:ext>
              </a:extLst>
            </p:cNvPr>
            <p:cNvSpPr>
              <a:spLocks noChangeShapeType="1"/>
            </p:cNvSpPr>
            <p:nvPr/>
          </p:nvSpPr>
          <p:spPr bwMode="auto">
            <a:xfrm flipH="1">
              <a:off x="4953000" y="5334000"/>
              <a:ext cx="304800" cy="5334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10" name="Oval 26">
              <a:extLst>
                <a:ext uri="{FF2B5EF4-FFF2-40B4-BE49-F238E27FC236}">
                  <a16:creationId xmlns:a16="http://schemas.microsoft.com/office/drawing/2014/main" id="{5B02F54E-4299-D8E0-658F-4BB5C25243C6}"/>
                </a:ext>
              </a:extLst>
            </p:cNvPr>
            <p:cNvSpPr>
              <a:spLocks noChangeArrowheads="1"/>
            </p:cNvSpPr>
            <p:nvPr/>
          </p:nvSpPr>
          <p:spPr bwMode="auto">
            <a:xfrm>
              <a:off x="4800600" y="57150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6411" name="Oval 27">
              <a:extLst>
                <a:ext uri="{FF2B5EF4-FFF2-40B4-BE49-F238E27FC236}">
                  <a16:creationId xmlns:a16="http://schemas.microsoft.com/office/drawing/2014/main" id="{1AC0DC80-87CF-1DA1-EB74-7A81FCF51B99}"/>
                </a:ext>
              </a:extLst>
            </p:cNvPr>
            <p:cNvSpPr>
              <a:spLocks noChangeArrowheads="1"/>
            </p:cNvSpPr>
            <p:nvPr/>
          </p:nvSpPr>
          <p:spPr bwMode="auto">
            <a:xfrm>
              <a:off x="5257800" y="57150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6412" name="Oval 28">
              <a:extLst>
                <a:ext uri="{FF2B5EF4-FFF2-40B4-BE49-F238E27FC236}">
                  <a16:creationId xmlns:a16="http://schemas.microsoft.com/office/drawing/2014/main" id="{AB0957F0-F831-132B-2380-CF31D988111B}"/>
                </a:ext>
              </a:extLst>
            </p:cNvPr>
            <p:cNvSpPr>
              <a:spLocks noChangeArrowheads="1"/>
            </p:cNvSpPr>
            <p:nvPr/>
          </p:nvSpPr>
          <p:spPr bwMode="auto">
            <a:xfrm>
              <a:off x="5715000" y="57150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6413" name="Oval 29">
              <a:extLst>
                <a:ext uri="{FF2B5EF4-FFF2-40B4-BE49-F238E27FC236}">
                  <a16:creationId xmlns:a16="http://schemas.microsoft.com/office/drawing/2014/main" id="{4CB42FE2-2C50-358A-B0C8-71B8A2159AE5}"/>
                </a:ext>
              </a:extLst>
            </p:cNvPr>
            <p:cNvSpPr>
              <a:spLocks noChangeArrowheads="1"/>
            </p:cNvSpPr>
            <p:nvPr/>
          </p:nvSpPr>
          <p:spPr bwMode="auto">
            <a:xfrm>
              <a:off x="5105400" y="51054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6414" name="Oval 30">
              <a:extLst>
                <a:ext uri="{FF2B5EF4-FFF2-40B4-BE49-F238E27FC236}">
                  <a16:creationId xmlns:a16="http://schemas.microsoft.com/office/drawing/2014/main" id="{B48B738D-A9EE-B870-29FB-29DC92FBC4DF}"/>
                </a:ext>
              </a:extLst>
            </p:cNvPr>
            <p:cNvSpPr>
              <a:spLocks noChangeArrowheads="1"/>
            </p:cNvSpPr>
            <p:nvPr/>
          </p:nvSpPr>
          <p:spPr bwMode="auto">
            <a:xfrm>
              <a:off x="5943600" y="51054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6415" name="Oval 31">
              <a:extLst>
                <a:ext uri="{FF2B5EF4-FFF2-40B4-BE49-F238E27FC236}">
                  <a16:creationId xmlns:a16="http://schemas.microsoft.com/office/drawing/2014/main" id="{A7B37816-F1CA-8448-B23E-83E98E82C7DC}"/>
                </a:ext>
              </a:extLst>
            </p:cNvPr>
            <p:cNvSpPr>
              <a:spLocks noChangeArrowheads="1"/>
            </p:cNvSpPr>
            <p:nvPr/>
          </p:nvSpPr>
          <p:spPr bwMode="auto">
            <a:xfrm>
              <a:off x="6934200" y="51054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6416" name="Oval 32">
              <a:extLst>
                <a:ext uri="{FF2B5EF4-FFF2-40B4-BE49-F238E27FC236}">
                  <a16:creationId xmlns:a16="http://schemas.microsoft.com/office/drawing/2014/main" id="{0B319F85-28DF-82F7-C8DD-ACD7E9451587}"/>
                </a:ext>
              </a:extLst>
            </p:cNvPr>
            <p:cNvSpPr>
              <a:spLocks noChangeArrowheads="1"/>
            </p:cNvSpPr>
            <p:nvPr/>
          </p:nvSpPr>
          <p:spPr bwMode="auto">
            <a:xfrm>
              <a:off x="7772400" y="51054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6417" name="Oval 33">
              <a:extLst>
                <a:ext uri="{FF2B5EF4-FFF2-40B4-BE49-F238E27FC236}">
                  <a16:creationId xmlns:a16="http://schemas.microsoft.com/office/drawing/2014/main" id="{684FF530-7A26-5A88-4325-085053C51CD8}"/>
                </a:ext>
              </a:extLst>
            </p:cNvPr>
            <p:cNvSpPr>
              <a:spLocks noChangeArrowheads="1"/>
            </p:cNvSpPr>
            <p:nvPr/>
          </p:nvSpPr>
          <p:spPr bwMode="auto">
            <a:xfrm>
              <a:off x="5562600" y="44958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6418" name="Oval 34">
              <a:extLst>
                <a:ext uri="{FF2B5EF4-FFF2-40B4-BE49-F238E27FC236}">
                  <a16:creationId xmlns:a16="http://schemas.microsoft.com/office/drawing/2014/main" id="{4ED652B4-1B02-0295-0AF8-BA16F386C700}"/>
                </a:ext>
              </a:extLst>
            </p:cNvPr>
            <p:cNvSpPr>
              <a:spLocks noChangeArrowheads="1"/>
            </p:cNvSpPr>
            <p:nvPr/>
          </p:nvSpPr>
          <p:spPr bwMode="auto">
            <a:xfrm>
              <a:off x="7391400" y="44958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6419" name="Oval 35">
              <a:extLst>
                <a:ext uri="{FF2B5EF4-FFF2-40B4-BE49-F238E27FC236}">
                  <a16:creationId xmlns:a16="http://schemas.microsoft.com/office/drawing/2014/main" id="{A1F01B5A-1C74-6A3A-6FD5-7B64F11ADD17}"/>
                </a:ext>
              </a:extLst>
            </p:cNvPr>
            <p:cNvSpPr>
              <a:spLocks noChangeArrowheads="1"/>
            </p:cNvSpPr>
            <p:nvPr/>
          </p:nvSpPr>
          <p:spPr bwMode="auto">
            <a:xfrm>
              <a:off x="6172200" y="5715000"/>
              <a:ext cx="381000" cy="381000"/>
            </a:xfrm>
            <a:prstGeom prst="ellipse">
              <a:avLst/>
            </a:prstGeom>
            <a:solidFill>
              <a:srgbClr val="FFFFCC"/>
            </a:solidFill>
            <a:ln w="38100" cap="rnd">
              <a:solidFill>
                <a:schemeClr val="tx2"/>
              </a:solidFill>
              <a:prstDash val="sysDot"/>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6420" name="Line 36">
              <a:extLst>
                <a:ext uri="{FF2B5EF4-FFF2-40B4-BE49-F238E27FC236}">
                  <a16:creationId xmlns:a16="http://schemas.microsoft.com/office/drawing/2014/main" id="{54DF88EC-42EB-29B4-A278-FB2106892EC2}"/>
                </a:ext>
              </a:extLst>
            </p:cNvPr>
            <p:cNvSpPr>
              <a:spLocks noChangeShapeType="1"/>
            </p:cNvSpPr>
            <p:nvPr/>
          </p:nvSpPr>
          <p:spPr bwMode="auto">
            <a:xfrm>
              <a:off x="8382000" y="4038600"/>
              <a:ext cx="152400" cy="0"/>
            </a:xfrm>
            <a:prstGeom prst="line">
              <a:avLst/>
            </a:prstGeom>
            <a:noFill/>
            <a:ln w="38100">
              <a:solidFill>
                <a:srgbClr val="0000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21" name="Line 37">
              <a:extLst>
                <a:ext uri="{FF2B5EF4-FFF2-40B4-BE49-F238E27FC236}">
                  <a16:creationId xmlns:a16="http://schemas.microsoft.com/office/drawing/2014/main" id="{1C179C91-F6A6-6C28-021A-863EC935193D}"/>
                </a:ext>
              </a:extLst>
            </p:cNvPr>
            <p:cNvSpPr>
              <a:spLocks noChangeShapeType="1"/>
            </p:cNvSpPr>
            <p:nvPr/>
          </p:nvSpPr>
          <p:spPr bwMode="auto">
            <a:xfrm>
              <a:off x="8610600" y="4038600"/>
              <a:ext cx="152400" cy="0"/>
            </a:xfrm>
            <a:prstGeom prst="line">
              <a:avLst/>
            </a:prstGeom>
            <a:noFill/>
            <a:ln w="38100">
              <a:solidFill>
                <a:srgbClr val="0000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22" name="Line 38">
              <a:extLst>
                <a:ext uri="{FF2B5EF4-FFF2-40B4-BE49-F238E27FC236}">
                  <a16:creationId xmlns:a16="http://schemas.microsoft.com/office/drawing/2014/main" id="{1E25F2A7-B590-6D7E-B1AC-E31C54A78BD7}"/>
                </a:ext>
              </a:extLst>
            </p:cNvPr>
            <p:cNvSpPr>
              <a:spLocks noChangeShapeType="1"/>
            </p:cNvSpPr>
            <p:nvPr/>
          </p:nvSpPr>
          <p:spPr bwMode="auto">
            <a:xfrm>
              <a:off x="8382000" y="5486400"/>
              <a:ext cx="152400" cy="0"/>
            </a:xfrm>
            <a:prstGeom prst="line">
              <a:avLst/>
            </a:prstGeom>
            <a:noFill/>
            <a:ln w="38100">
              <a:solidFill>
                <a:srgbClr val="0000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23" name="Line 39">
              <a:extLst>
                <a:ext uri="{FF2B5EF4-FFF2-40B4-BE49-F238E27FC236}">
                  <a16:creationId xmlns:a16="http://schemas.microsoft.com/office/drawing/2014/main" id="{F3A7CBC0-5C5A-4469-7F52-5AC8EC21E755}"/>
                </a:ext>
              </a:extLst>
            </p:cNvPr>
            <p:cNvSpPr>
              <a:spLocks noChangeShapeType="1"/>
            </p:cNvSpPr>
            <p:nvPr/>
          </p:nvSpPr>
          <p:spPr bwMode="auto">
            <a:xfrm>
              <a:off x="8458200" y="4876800"/>
              <a:ext cx="0" cy="609600"/>
            </a:xfrm>
            <a:prstGeom prst="line">
              <a:avLst/>
            </a:prstGeom>
            <a:noFill/>
            <a:ln w="19050">
              <a:solidFill>
                <a:srgbClr val="000099"/>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24" name="Line 40">
              <a:extLst>
                <a:ext uri="{FF2B5EF4-FFF2-40B4-BE49-F238E27FC236}">
                  <a16:creationId xmlns:a16="http://schemas.microsoft.com/office/drawing/2014/main" id="{252E4016-0602-DD19-196C-E922838A0883}"/>
                </a:ext>
              </a:extLst>
            </p:cNvPr>
            <p:cNvSpPr>
              <a:spLocks noChangeShapeType="1"/>
            </p:cNvSpPr>
            <p:nvPr/>
          </p:nvSpPr>
          <p:spPr bwMode="auto">
            <a:xfrm>
              <a:off x="8610600" y="6096000"/>
              <a:ext cx="152400" cy="0"/>
            </a:xfrm>
            <a:prstGeom prst="line">
              <a:avLst/>
            </a:prstGeom>
            <a:noFill/>
            <a:ln w="38100">
              <a:solidFill>
                <a:srgbClr val="0000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25" name="Line 41">
              <a:extLst>
                <a:ext uri="{FF2B5EF4-FFF2-40B4-BE49-F238E27FC236}">
                  <a16:creationId xmlns:a16="http://schemas.microsoft.com/office/drawing/2014/main" id="{36EAB25A-F7A2-174E-DEE6-00FDC29EF253}"/>
                </a:ext>
              </a:extLst>
            </p:cNvPr>
            <p:cNvSpPr>
              <a:spLocks noChangeShapeType="1"/>
            </p:cNvSpPr>
            <p:nvPr/>
          </p:nvSpPr>
          <p:spPr bwMode="auto">
            <a:xfrm>
              <a:off x="8686800" y="5257800"/>
              <a:ext cx="0" cy="838200"/>
            </a:xfrm>
            <a:prstGeom prst="line">
              <a:avLst/>
            </a:prstGeom>
            <a:noFill/>
            <a:ln w="19050">
              <a:solidFill>
                <a:srgbClr val="000099"/>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26" name="Line 42">
              <a:extLst>
                <a:ext uri="{FF2B5EF4-FFF2-40B4-BE49-F238E27FC236}">
                  <a16:creationId xmlns:a16="http://schemas.microsoft.com/office/drawing/2014/main" id="{ABC6ADAF-349E-B7C5-6AB9-4B8F04A92DEF}"/>
                </a:ext>
              </a:extLst>
            </p:cNvPr>
            <p:cNvSpPr>
              <a:spLocks noChangeShapeType="1"/>
            </p:cNvSpPr>
            <p:nvPr/>
          </p:nvSpPr>
          <p:spPr bwMode="auto">
            <a:xfrm flipV="1">
              <a:off x="8458200" y="4038600"/>
              <a:ext cx="0" cy="533400"/>
            </a:xfrm>
            <a:prstGeom prst="line">
              <a:avLst/>
            </a:prstGeom>
            <a:noFill/>
            <a:ln w="19050">
              <a:solidFill>
                <a:srgbClr val="000099"/>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27" name="Text Box 43">
              <a:extLst>
                <a:ext uri="{FF2B5EF4-FFF2-40B4-BE49-F238E27FC236}">
                  <a16:creationId xmlns:a16="http://schemas.microsoft.com/office/drawing/2014/main" id="{7B2A2354-FEFD-5544-13E4-075EE29AFD42}"/>
                </a:ext>
              </a:extLst>
            </p:cNvPr>
            <p:cNvSpPr txBox="1">
              <a:spLocks noChangeArrowheads="1"/>
            </p:cNvSpPr>
            <p:nvPr/>
          </p:nvSpPr>
          <p:spPr bwMode="auto">
            <a:xfrm>
              <a:off x="8077200" y="4495800"/>
              <a:ext cx="6381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400">
                  <a:solidFill>
                    <a:schemeClr val="tx2"/>
                  </a:solidFill>
                  <a:latin typeface="Arial Narrow" panose="020B0606020202030204" pitchFamily="34" charset="0"/>
                  <a:ea typeface="宋体" panose="02010600030101010101" pitchFamily="2" charset="-122"/>
                </a:rPr>
                <a:t>2</a:t>
              </a:r>
              <a:r>
                <a:rPr kumimoji="1" lang="en-US" altLang="zh-CN" sz="2400" b="1" baseline="30000">
                  <a:solidFill>
                    <a:schemeClr val="tx2"/>
                  </a:solidFill>
                  <a:latin typeface="Arial Narrow" panose="020B0606020202030204" pitchFamily="34" charset="0"/>
                  <a:ea typeface="宋体" panose="02010600030101010101" pitchFamily="2" charset="-122"/>
                </a:rPr>
                <a:t>3</a:t>
              </a:r>
              <a:r>
                <a:rPr kumimoji="1" lang="en-US" altLang="zh-CN" sz="2400">
                  <a:solidFill>
                    <a:schemeClr val="tx2"/>
                  </a:solidFill>
                  <a:latin typeface="Arial Narrow" panose="020B0606020202030204" pitchFamily="34"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6428" name="Text Box 44">
              <a:extLst>
                <a:ext uri="{FF2B5EF4-FFF2-40B4-BE49-F238E27FC236}">
                  <a16:creationId xmlns:a16="http://schemas.microsoft.com/office/drawing/2014/main" id="{EE03B9F9-95F5-F67E-A276-D7E1D20B765F}"/>
                </a:ext>
              </a:extLst>
            </p:cNvPr>
            <p:cNvSpPr txBox="1">
              <a:spLocks noChangeArrowheads="1"/>
            </p:cNvSpPr>
            <p:nvPr/>
          </p:nvSpPr>
          <p:spPr bwMode="auto">
            <a:xfrm>
              <a:off x="8429625" y="4876800"/>
              <a:ext cx="6381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400">
                  <a:solidFill>
                    <a:schemeClr val="tx2"/>
                  </a:solidFill>
                  <a:latin typeface="Arial Narrow" panose="020B0606020202030204" pitchFamily="34" charset="0"/>
                  <a:ea typeface="宋体" panose="02010600030101010101" pitchFamily="2" charset="-122"/>
                </a:rPr>
                <a:t>2</a:t>
              </a:r>
              <a:r>
                <a:rPr kumimoji="1" lang="en-US" altLang="zh-CN" sz="2400" b="1" baseline="30000">
                  <a:solidFill>
                    <a:schemeClr val="tx2"/>
                  </a:solidFill>
                  <a:latin typeface="Arial Narrow" panose="020B0606020202030204" pitchFamily="34" charset="0"/>
                  <a:ea typeface="宋体" panose="02010600030101010101" pitchFamily="2" charset="-122"/>
                </a:rPr>
                <a:t>4</a:t>
              </a:r>
              <a:r>
                <a:rPr kumimoji="1" lang="en-US" altLang="zh-CN" sz="2400">
                  <a:solidFill>
                    <a:schemeClr val="tx2"/>
                  </a:solidFill>
                  <a:latin typeface="Arial Narrow" panose="020B0606020202030204" pitchFamily="34"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6429" name="Line 45">
              <a:extLst>
                <a:ext uri="{FF2B5EF4-FFF2-40B4-BE49-F238E27FC236}">
                  <a16:creationId xmlns:a16="http://schemas.microsoft.com/office/drawing/2014/main" id="{DFDA34C4-DAA0-0E2B-404E-DDE5FAF87191}"/>
                </a:ext>
              </a:extLst>
            </p:cNvPr>
            <p:cNvSpPr>
              <a:spLocks noChangeShapeType="1"/>
            </p:cNvSpPr>
            <p:nvPr/>
          </p:nvSpPr>
          <p:spPr bwMode="auto">
            <a:xfrm flipV="1">
              <a:off x="8686800" y="4038600"/>
              <a:ext cx="0" cy="914400"/>
            </a:xfrm>
            <a:prstGeom prst="line">
              <a:avLst/>
            </a:prstGeom>
            <a:noFill/>
            <a:ln w="19050">
              <a:solidFill>
                <a:srgbClr val="000099"/>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 name="内容占位符 2">
            <a:extLst>
              <a:ext uri="{FF2B5EF4-FFF2-40B4-BE49-F238E27FC236}">
                <a16:creationId xmlns:a16="http://schemas.microsoft.com/office/drawing/2014/main" id="{AC0CC879-A1A6-4C56-A82B-A189E39568DF}"/>
              </a:ext>
            </a:extLst>
          </p:cNvPr>
          <p:cNvSpPr>
            <a:spLocks noGrp="1"/>
          </p:cNvSpPr>
          <p:nvPr>
            <p:ph idx="1"/>
          </p:nvPr>
        </p:nvSpPr>
        <p:spPr>
          <a:xfrm>
            <a:off x="614120" y="449261"/>
            <a:ext cx="7886700" cy="4122736"/>
          </a:xfrm>
        </p:spPr>
        <p:txBody>
          <a:bodyPr>
            <a:normAutofit fontScale="92500" lnSpcReduction="20000"/>
          </a:bodyPr>
          <a:lstStyle/>
          <a:p>
            <a:pPr>
              <a:lnSpc>
                <a:spcPct val="110000"/>
              </a:lnSpc>
            </a:pPr>
            <a:r>
              <a:rPr lang="zh-CN" altLang="en-US" dirty="0"/>
              <a:t>性质</a:t>
            </a:r>
            <a:r>
              <a:rPr lang="en-US" altLang="zh-CN" dirty="0"/>
              <a:t>4  </a:t>
            </a:r>
            <a:r>
              <a:rPr lang="zh-CN" altLang="en-US" dirty="0"/>
              <a:t>具有 </a:t>
            </a:r>
            <a:r>
              <a:rPr lang="en-US" altLang="zh-CN" dirty="0"/>
              <a:t>n (n≥0) </a:t>
            </a:r>
            <a:r>
              <a:rPr lang="zh-CN" altLang="en-US" dirty="0"/>
              <a:t>个结点的完全二叉树的高度为： </a:t>
            </a:r>
            <a:r>
              <a:rPr lang="zh-CN" altLang="en-US" dirty="0">
                <a:sym typeface="Symbol" pitchFamily="18" charset="2"/>
              </a:rPr>
              <a:t></a:t>
            </a:r>
            <a:r>
              <a:rPr lang="en-US" altLang="zh-CN" dirty="0"/>
              <a:t>log</a:t>
            </a:r>
            <a:r>
              <a:rPr lang="en-US" altLang="zh-CN" baseline="-25000" dirty="0"/>
              <a:t>2</a:t>
            </a:r>
            <a:r>
              <a:rPr lang="en-US" altLang="zh-CN" dirty="0"/>
              <a:t>(n+1)</a:t>
            </a:r>
            <a:r>
              <a:rPr lang="en-US" altLang="zh-CN" dirty="0">
                <a:solidFill>
                  <a:srgbClr val="FF3300"/>
                </a:solidFill>
                <a:effectLst>
                  <a:outerShdw blurRad="38100" dist="38100" dir="2700000" algn="tl">
                    <a:srgbClr val="C0C0C0"/>
                  </a:outerShdw>
                </a:effectLst>
                <a:ea typeface="仿宋_GB2312" pitchFamily="49" charset="-122"/>
                <a:sym typeface="Symbol" pitchFamily="18" charset="2"/>
              </a:rPr>
              <a:t> </a:t>
            </a:r>
            <a:r>
              <a:rPr lang="en-US" altLang="zh-CN" dirty="0">
                <a:sym typeface="Symbol" pitchFamily="18" charset="2"/>
              </a:rPr>
              <a:t></a:t>
            </a:r>
            <a:r>
              <a:rPr lang="en-US" altLang="zh-CN" dirty="0"/>
              <a:t>      </a:t>
            </a:r>
          </a:p>
          <a:p>
            <a:pPr lvl="1"/>
            <a:r>
              <a:rPr lang="zh-CN" altLang="en-US" dirty="0"/>
              <a:t>证明：设完全二叉树的高度为 </a:t>
            </a:r>
            <a:r>
              <a:rPr lang="en-US" altLang="zh-CN" dirty="0"/>
              <a:t>k</a:t>
            </a:r>
            <a:r>
              <a:rPr lang="zh-CN" altLang="en-US" dirty="0"/>
              <a:t>，则有</a:t>
            </a:r>
          </a:p>
          <a:p>
            <a:pPr marL="342900" lvl="1" indent="0">
              <a:buNone/>
            </a:pPr>
            <a:r>
              <a:rPr lang="zh-CN" altLang="en-US" dirty="0"/>
              <a:t>             </a:t>
            </a:r>
            <a:r>
              <a:rPr lang="en-US" altLang="zh-CN" dirty="0"/>
              <a:t>2</a:t>
            </a:r>
            <a:r>
              <a:rPr lang="en-US" altLang="zh-CN" baseline="30000" dirty="0"/>
              <a:t>k-1</a:t>
            </a:r>
            <a:r>
              <a:rPr lang="en-US" altLang="zh-CN" dirty="0"/>
              <a:t> - 1 &lt; n ≤ 2</a:t>
            </a:r>
            <a:r>
              <a:rPr lang="en-US" altLang="zh-CN" baseline="30000" dirty="0"/>
              <a:t>k</a:t>
            </a:r>
            <a:r>
              <a:rPr lang="en-US" altLang="zh-CN" dirty="0"/>
              <a:t> - 1</a:t>
            </a:r>
          </a:p>
          <a:p>
            <a:pPr marL="0" indent="0">
              <a:buNone/>
            </a:pPr>
            <a:endParaRPr lang="en-US" altLang="zh-CN" dirty="0"/>
          </a:p>
          <a:p>
            <a:pPr lvl="1"/>
            <a:endParaRPr lang="en-US" altLang="zh-CN" dirty="0"/>
          </a:p>
          <a:p>
            <a:pPr marL="342900" lvl="1" indent="0">
              <a:buNone/>
            </a:pPr>
            <a:r>
              <a:rPr lang="zh-CN" altLang="en-US" dirty="0"/>
              <a:t>  变形      </a:t>
            </a:r>
            <a:r>
              <a:rPr lang="en-US" altLang="zh-CN" dirty="0"/>
              <a:t>2</a:t>
            </a:r>
            <a:r>
              <a:rPr lang="en-US" altLang="zh-CN" baseline="30000" dirty="0"/>
              <a:t>k-1</a:t>
            </a:r>
            <a:r>
              <a:rPr lang="en-US" altLang="zh-CN" dirty="0"/>
              <a:t> &lt; n+1 ≤ 2</a:t>
            </a:r>
            <a:r>
              <a:rPr lang="en-US" altLang="zh-CN" baseline="30000" dirty="0"/>
              <a:t>k</a:t>
            </a:r>
            <a:r>
              <a:rPr lang="en-US" altLang="zh-CN" dirty="0"/>
              <a:t>  </a:t>
            </a:r>
          </a:p>
          <a:p>
            <a:pPr marL="342900" lvl="1" indent="0">
              <a:buNone/>
            </a:pPr>
            <a:r>
              <a:rPr lang="zh-CN" altLang="en-US" dirty="0"/>
              <a:t>  取对数   </a:t>
            </a:r>
            <a:r>
              <a:rPr lang="en-US" altLang="zh-CN" dirty="0"/>
              <a:t>k-1 &lt; log</a:t>
            </a:r>
            <a:r>
              <a:rPr lang="en-US" altLang="zh-CN" baseline="-25000" dirty="0"/>
              <a:t>2</a:t>
            </a:r>
            <a:r>
              <a:rPr lang="en-US" altLang="zh-CN" dirty="0"/>
              <a:t>(n+1) ≤ k </a:t>
            </a:r>
          </a:p>
          <a:p>
            <a:pPr marL="342900" lvl="1" indent="0">
              <a:buNone/>
            </a:pPr>
            <a:r>
              <a:rPr lang="zh-CN" altLang="en-US" dirty="0"/>
              <a:t>  有   </a:t>
            </a:r>
            <a:r>
              <a:rPr lang="zh-CN" altLang="en-US" dirty="0">
                <a:sym typeface="Symbol" pitchFamily="18" charset="2"/>
              </a:rPr>
              <a:t> </a:t>
            </a:r>
            <a:r>
              <a:rPr lang="en-US" altLang="zh-CN" dirty="0"/>
              <a:t>log</a:t>
            </a:r>
            <a:r>
              <a:rPr lang="en-US" altLang="zh-CN" baseline="-25000" dirty="0"/>
              <a:t>2</a:t>
            </a:r>
            <a:r>
              <a:rPr lang="en-US" altLang="zh-CN" dirty="0"/>
              <a:t>(n+1)</a:t>
            </a:r>
            <a:r>
              <a:rPr lang="en-US" altLang="zh-CN" dirty="0">
                <a:sym typeface="Symbol" pitchFamily="18" charset="2"/>
              </a:rPr>
              <a:t> </a:t>
            </a:r>
            <a:r>
              <a:rPr lang="en-US" altLang="zh-CN" dirty="0"/>
              <a:t>  = k</a:t>
            </a:r>
          </a:p>
          <a:p>
            <a:endParaRPr lang="zh-CN" altLang="en-US" dirty="0"/>
          </a:p>
        </p:txBody>
      </p:sp>
      <p:sp>
        <p:nvSpPr>
          <p:cNvPr id="16396" name="AutoShape 12">
            <a:extLst>
              <a:ext uri="{FF2B5EF4-FFF2-40B4-BE49-F238E27FC236}">
                <a16:creationId xmlns:a16="http://schemas.microsoft.com/office/drawing/2014/main" id="{E08F19A6-53D1-5E45-D591-2A9AF0921268}"/>
              </a:ext>
            </a:extLst>
          </p:cNvPr>
          <p:cNvSpPr>
            <a:spLocks/>
          </p:cNvSpPr>
          <p:nvPr/>
        </p:nvSpPr>
        <p:spPr bwMode="auto">
          <a:xfrm rot="-5400000">
            <a:off x="2879755" y="1908489"/>
            <a:ext cx="152400" cy="1088389"/>
          </a:xfrm>
          <a:prstGeom prst="leftBrace">
            <a:avLst>
              <a:gd name="adj1" fmla="val 54167"/>
              <a:gd name="adj2" fmla="val 50000"/>
            </a:avLst>
          </a:prstGeom>
          <a:noFill/>
          <a:ln w="38100">
            <a:solidFill>
              <a:srgbClr val="FF505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6397" name="Text Box 13">
            <a:extLst>
              <a:ext uri="{FF2B5EF4-FFF2-40B4-BE49-F238E27FC236}">
                <a16:creationId xmlns:a16="http://schemas.microsoft.com/office/drawing/2014/main" id="{4B3E071D-73C9-8465-A0D7-E54EFB9D664C}"/>
              </a:ext>
            </a:extLst>
          </p:cNvPr>
          <p:cNvSpPr txBox="1">
            <a:spLocks noChangeArrowheads="1"/>
          </p:cNvSpPr>
          <p:nvPr/>
        </p:nvSpPr>
        <p:spPr bwMode="auto">
          <a:xfrm>
            <a:off x="1159158" y="2528884"/>
            <a:ext cx="28019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zh-CN" altLang="en-US" sz="2800" b="1" u="sng" dirty="0">
                <a:solidFill>
                  <a:srgbClr val="FF5050"/>
                </a:solidFill>
                <a:latin typeface="Times New Roman" panose="02020603050405020304" pitchFamily="18" charset="0"/>
                <a:ea typeface="仿宋_GB2312" pitchFamily="49" charset="-122"/>
              </a:rPr>
              <a:t>上面</a:t>
            </a:r>
            <a:r>
              <a:rPr kumimoji="1" lang="en-US" altLang="zh-CN" sz="2800" b="1" i="1" u="sng" dirty="0">
                <a:solidFill>
                  <a:srgbClr val="FF5050"/>
                </a:solidFill>
                <a:latin typeface="Times New Roman" panose="02020603050405020304" pitchFamily="18" charset="0"/>
                <a:ea typeface="仿宋_GB2312" pitchFamily="49" charset="-122"/>
              </a:rPr>
              <a:t>k-1</a:t>
            </a:r>
            <a:r>
              <a:rPr kumimoji="1" lang="zh-CN" altLang="en-US" sz="2800" b="1" u="sng" dirty="0">
                <a:solidFill>
                  <a:srgbClr val="FF5050"/>
                </a:solidFill>
                <a:latin typeface="Times New Roman" panose="02020603050405020304" pitchFamily="18" charset="0"/>
                <a:ea typeface="仿宋_GB2312" pitchFamily="49" charset="-122"/>
              </a:rPr>
              <a:t>层</a:t>
            </a:r>
            <a:r>
              <a:rPr kumimoji="1" lang="zh-CN" altLang="en-US" sz="2800" b="1" u="sng" dirty="0">
                <a:solidFill>
                  <a:srgbClr val="000099"/>
                </a:solidFill>
                <a:latin typeface="Times New Roman" panose="02020603050405020304" pitchFamily="18" charset="0"/>
                <a:ea typeface="仿宋_GB2312" pitchFamily="49" charset="-122"/>
              </a:rPr>
              <a:t>结点数</a:t>
            </a:r>
            <a:endParaRPr kumimoji="1" lang="zh-CN" altLang="en-US" sz="2400" dirty="0">
              <a:latin typeface="Times New Roman" panose="02020603050405020304" pitchFamily="18" charset="0"/>
              <a:ea typeface="宋体" panose="02010600030101010101" pitchFamily="2" charset="-122"/>
            </a:endParaRPr>
          </a:p>
        </p:txBody>
      </p:sp>
      <p:sp>
        <p:nvSpPr>
          <p:cNvPr id="16398" name="Text Box 14">
            <a:extLst>
              <a:ext uri="{FF2B5EF4-FFF2-40B4-BE49-F238E27FC236}">
                <a16:creationId xmlns:a16="http://schemas.microsoft.com/office/drawing/2014/main" id="{55513E7F-2D45-AFDC-261D-6BC9EFEFC068}"/>
              </a:ext>
            </a:extLst>
          </p:cNvPr>
          <p:cNvSpPr txBox="1">
            <a:spLocks noChangeArrowheads="1"/>
          </p:cNvSpPr>
          <p:nvPr/>
        </p:nvSpPr>
        <p:spPr bwMode="auto">
          <a:xfrm>
            <a:off x="4506132" y="2541268"/>
            <a:ext cx="39338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zh-CN" altLang="en-US" sz="2800" b="1" u="sng" dirty="0">
                <a:solidFill>
                  <a:srgbClr val="000099"/>
                </a:solidFill>
                <a:latin typeface="Times New Roman" panose="02020603050405020304" pitchFamily="18" charset="0"/>
                <a:ea typeface="仿宋_GB2312" pitchFamily="49" charset="-122"/>
              </a:rPr>
              <a:t>包括</a:t>
            </a:r>
            <a:r>
              <a:rPr kumimoji="1" lang="zh-CN" altLang="en-US" sz="2800" b="1" u="sng" dirty="0">
                <a:solidFill>
                  <a:srgbClr val="FF5050"/>
                </a:solidFill>
                <a:latin typeface="Times New Roman" panose="02020603050405020304" pitchFamily="18" charset="0"/>
                <a:ea typeface="仿宋_GB2312" pitchFamily="49" charset="-122"/>
              </a:rPr>
              <a:t>第</a:t>
            </a:r>
            <a:r>
              <a:rPr kumimoji="1" lang="en-US" altLang="zh-CN" sz="2800" b="1" i="1" u="sng" dirty="0">
                <a:solidFill>
                  <a:srgbClr val="FF5050"/>
                </a:solidFill>
                <a:latin typeface="Times New Roman" panose="02020603050405020304" pitchFamily="18" charset="0"/>
                <a:ea typeface="仿宋_GB2312" pitchFamily="49" charset="-122"/>
              </a:rPr>
              <a:t>k</a:t>
            </a:r>
            <a:r>
              <a:rPr kumimoji="1" lang="zh-CN" altLang="en-US" sz="2800" b="1" u="sng" dirty="0">
                <a:solidFill>
                  <a:srgbClr val="FF5050"/>
                </a:solidFill>
                <a:latin typeface="Times New Roman" panose="02020603050405020304" pitchFamily="18" charset="0"/>
                <a:ea typeface="仿宋_GB2312" pitchFamily="49" charset="-122"/>
              </a:rPr>
              <a:t>层</a:t>
            </a:r>
            <a:r>
              <a:rPr kumimoji="1" lang="zh-CN" altLang="en-US" sz="2800" b="1" u="sng" dirty="0">
                <a:solidFill>
                  <a:srgbClr val="000099"/>
                </a:solidFill>
                <a:latin typeface="Times New Roman" panose="02020603050405020304" pitchFamily="18" charset="0"/>
                <a:ea typeface="仿宋_GB2312" pitchFamily="49" charset="-122"/>
              </a:rPr>
              <a:t>的最大结点数</a:t>
            </a:r>
            <a:endParaRPr kumimoji="1" lang="zh-CN" altLang="en-US" sz="2400" dirty="0">
              <a:latin typeface="Times New Roman" panose="02020603050405020304" pitchFamily="18" charset="0"/>
              <a:ea typeface="宋体" panose="02010600030101010101" pitchFamily="2" charset="-122"/>
            </a:endParaRPr>
          </a:p>
        </p:txBody>
      </p:sp>
      <p:sp>
        <p:nvSpPr>
          <p:cNvPr id="16399" name="AutoShape 15">
            <a:extLst>
              <a:ext uri="{FF2B5EF4-FFF2-40B4-BE49-F238E27FC236}">
                <a16:creationId xmlns:a16="http://schemas.microsoft.com/office/drawing/2014/main" id="{CFC48A17-A521-AC4C-CB15-B124101411BA}"/>
              </a:ext>
            </a:extLst>
          </p:cNvPr>
          <p:cNvSpPr>
            <a:spLocks/>
          </p:cNvSpPr>
          <p:nvPr/>
        </p:nvSpPr>
        <p:spPr bwMode="auto">
          <a:xfrm rot="-5400000">
            <a:off x="5210042" y="1914866"/>
            <a:ext cx="152402" cy="1009915"/>
          </a:xfrm>
          <a:prstGeom prst="leftBrace">
            <a:avLst>
              <a:gd name="adj1" fmla="val 66667"/>
              <a:gd name="adj2" fmla="val 50000"/>
            </a:avLst>
          </a:prstGeom>
          <a:noFill/>
          <a:ln w="38100">
            <a:solidFill>
              <a:srgbClr val="FF505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 name="灯片编号占位符 1">
            <a:extLst>
              <a:ext uri="{FF2B5EF4-FFF2-40B4-BE49-F238E27FC236}">
                <a16:creationId xmlns:a16="http://schemas.microsoft.com/office/drawing/2014/main" id="{61449A1B-8FC9-BC09-921F-C875AD579637}"/>
              </a:ext>
            </a:extLst>
          </p:cNvPr>
          <p:cNvSpPr>
            <a:spLocks noGrp="1"/>
          </p:cNvSpPr>
          <p:nvPr>
            <p:ph type="sldNum" sz="quarter" idx="12"/>
          </p:nvPr>
        </p:nvSpPr>
        <p:spPr/>
        <p:txBody>
          <a:bodyPr/>
          <a:lstStyle/>
          <a:p>
            <a:pPr>
              <a:defRPr/>
            </a:pPr>
            <a:fld id="{A598D83B-EE2A-4F12-B129-1EDE84DF129B}" type="slidenum">
              <a:rPr lang="en-US" altLang="zh-CN" smtClean="0"/>
              <a:pPr>
                <a:defRPr/>
              </a:pPr>
              <a:t>13</a:t>
            </a:fld>
            <a:endParaRPr lang="en-US" altLang="zh-CN"/>
          </a:p>
        </p:txBody>
      </p:sp>
    </p:spTree>
    <p:extLst>
      <p:ext uri="{BB962C8B-B14F-4D97-AF65-F5344CB8AC3E}">
        <p14:creationId xmlns:p14="http://schemas.microsoft.com/office/powerpoint/2010/main" val="3182938209"/>
      </p:ext>
    </p:extLst>
  </p:cSld>
  <p:clrMapOvr>
    <a:masterClrMapping/>
  </p:clrMapOvr>
  <p:transition>
    <p:spli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AC2BFF9A-FE70-492E-B01A-43479075BEC3}"/>
              </a:ext>
            </a:extLst>
          </p:cNvPr>
          <p:cNvGrpSpPr/>
          <p:nvPr/>
        </p:nvGrpSpPr>
        <p:grpSpPr>
          <a:xfrm>
            <a:off x="4572000" y="4227512"/>
            <a:ext cx="3352800" cy="2271713"/>
            <a:chOff x="4953000" y="3962400"/>
            <a:chExt cx="3352800" cy="2271713"/>
          </a:xfrm>
        </p:grpSpPr>
        <p:sp>
          <p:nvSpPr>
            <p:cNvPr id="17411" name="Line 3">
              <a:extLst>
                <a:ext uri="{FF2B5EF4-FFF2-40B4-BE49-F238E27FC236}">
                  <a16:creationId xmlns:a16="http://schemas.microsoft.com/office/drawing/2014/main" id="{3E30A48F-A521-D403-0CBE-A44E201B69FB}"/>
                </a:ext>
              </a:extLst>
            </p:cNvPr>
            <p:cNvSpPr>
              <a:spLocks noChangeShapeType="1"/>
            </p:cNvSpPr>
            <p:nvPr/>
          </p:nvSpPr>
          <p:spPr bwMode="auto">
            <a:xfrm>
              <a:off x="7772400" y="4876800"/>
              <a:ext cx="304800" cy="3810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12" name="Line 4">
              <a:extLst>
                <a:ext uri="{FF2B5EF4-FFF2-40B4-BE49-F238E27FC236}">
                  <a16:creationId xmlns:a16="http://schemas.microsoft.com/office/drawing/2014/main" id="{BC3B80D8-30D1-FDB4-CE79-F3A0C0E8635E}"/>
                </a:ext>
              </a:extLst>
            </p:cNvPr>
            <p:cNvSpPr>
              <a:spLocks noChangeShapeType="1"/>
            </p:cNvSpPr>
            <p:nvPr/>
          </p:nvSpPr>
          <p:spPr bwMode="auto">
            <a:xfrm flipH="1">
              <a:off x="7315200" y="4800600"/>
              <a:ext cx="381000" cy="457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13" name="Line 5">
              <a:extLst>
                <a:ext uri="{FF2B5EF4-FFF2-40B4-BE49-F238E27FC236}">
                  <a16:creationId xmlns:a16="http://schemas.microsoft.com/office/drawing/2014/main" id="{6BE92105-5D8E-BADC-D616-F629492B029F}"/>
                </a:ext>
              </a:extLst>
            </p:cNvPr>
            <p:cNvSpPr>
              <a:spLocks noChangeShapeType="1"/>
            </p:cNvSpPr>
            <p:nvPr/>
          </p:nvSpPr>
          <p:spPr bwMode="auto">
            <a:xfrm>
              <a:off x="5943600" y="4800600"/>
              <a:ext cx="304800" cy="457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14" name="Line 6">
              <a:extLst>
                <a:ext uri="{FF2B5EF4-FFF2-40B4-BE49-F238E27FC236}">
                  <a16:creationId xmlns:a16="http://schemas.microsoft.com/office/drawing/2014/main" id="{D459A337-0CAB-7C04-AC06-8B930CADA288}"/>
                </a:ext>
              </a:extLst>
            </p:cNvPr>
            <p:cNvSpPr>
              <a:spLocks noChangeShapeType="1"/>
            </p:cNvSpPr>
            <p:nvPr/>
          </p:nvSpPr>
          <p:spPr bwMode="auto">
            <a:xfrm flipH="1">
              <a:off x="5410200" y="4876800"/>
              <a:ext cx="381000" cy="457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15" name="Line 7">
              <a:extLst>
                <a:ext uri="{FF2B5EF4-FFF2-40B4-BE49-F238E27FC236}">
                  <a16:creationId xmlns:a16="http://schemas.microsoft.com/office/drawing/2014/main" id="{7C666ED5-65BE-96B6-B3EF-72D22615A61E}"/>
                </a:ext>
              </a:extLst>
            </p:cNvPr>
            <p:cNvSpPr>
              <a:spLocks noChangeShapeType="1"/>
            </p:cNvSpPr>
            <p:nvPr/>
          </p:nvSpPr>
          <p:spPr bwMode="auto">
            <a:xfrm>
              <a:off x="6934200" y="4267200"/>
              <a:ext cx="762000" cy="457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16" name="Line 8">
              <a:extLst>
                <a:ext uri="{FF2B5EF4-FFF2-40B4-BE49-F238E27FC236}">
                  <a16:creationId xmlns:a16="http://schemas.microsoft.com/office/drawing/2014/main" id="{3C09DF6D-4EB5-CD81-AC6E-B71DD8740734}"/>
                </a:ext>
              </a:extLst>
            </p:cNvPr>
            <p:cNvSpPr>
              <a:spLocks noChangeShapeType="1"/>
            </p:cNvSpPr>
            <p:nvPr/>
          </p:nvSpPr>
          <p:spPr bwMode="auto">
            <a:xfrm flipH="1">
              <a:off x="5943600" y="4267200"/>
              <a:ext cx="762000" cy="457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17" name="Oval 9">
              <a:extLst>
                <a:ext uri="{FF2B5EF4-FFF2-40B4-BE49-F238E27FC236}">
                  <a16:creationId xmlns:a16="http://schemas.microsoft.com/office/drawing/2014/main" id="{6AE7F481-F133-B0DB-B280-F3C5B424DA0F}"/>
                </a:ext>
              </a:extLst>
            </p:cNvPr>
            <p:cNvSpPr>
              <a:spLocks noChangeArrowheads="1"/>
            </p:cNvSpPr>
            <p:nvPr/>
          </p:nvSpPr>
          <p:spPr bwMode="auto">
            <a:xfrm>
              <a:off x="6629400" y="40386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7418" name="Line 10">
              <a:extLst>
                <a:ext uri="{FF2B5EF4-FFF2-40B4-BE49-F238E27FC236}">
                  <a16:creationId xmlns:a16="http://schemas.microsoft.com/office/drawing/2014/main" id="{EDA6C692-B1EF-25C3-2CAF-92EF51B66EE0}"/>
                </a:ext>
              </a:extLst>
            </p:cNvPr>
            <p:cNvSpPr>
              <a:spLocks noChangeShapeType="1"/>
            </p:cNvSpPr>
            <p:nvPr/>
          </p:nvSpPr>
          <p:spPr bwMode="auto">
            <a:xfrm flipH="1">
              <a:off x="6019800" y="5410200"/>
              <a:ext cx="228600" cy="5334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19" name="Line 11">
              <a:extLst>
                <a:ext uri="{FF2B5EF4-FFF2-40B4-BE49-F238E27FC236}">
                  <a16:creationId xmlns:a16="http://schemas.microsoft.com/office/drawing/2014/main" id="{009C154D-266F-7C55-082F-FE0E6B00B71D}"/>
                </a:ext>
              </a:extLst>
            </p:cNvPr>
            <p:cNvSpPr>
              <a:spLocks noChangeShapeType="1"/>
            </p:cNvSpPr>
            <p:nvPr/>
          </p:nvSpPr>
          <p:spPr bwMode="auto">
            <a:xfrm>
              <a:off x="5486400" y="5486400"/>
              <a:ext cx="152400" cy="457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20" name="Line 12">
              <a:extLst>
                <a:ext uri="{FF2B5EF4-FFF2-40B4-BE49-F238E27FC236}">
                  <a16:creationId xmlns:a16="http://schemas.microsoft.com/office/drawing/2014/main" id="{7187F713-4A13-218D-BD12-D4435438A922}"/>
                </a:ext>
              </a:extLst>
            </p:cNvPr>
            <p:cNvSpPr>
              <a:spLocks noChangeShapeType="1"/>
            </p:cNvSpPr>
            <p:nvPr/>
          </p:nvSpPr>
          <p:spPr bwMode="auto">
            <a:xfrm flipH="1">
              <a:off x="5148263" y="5410200"/>
              <a:ext cx="261937" cy="457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21" name="Oval 13">
              <a:extLst>
                <a:ext uri="{FF2B5EF4-FFF2-40B4-BE49-F238E27FC236}">
                  <a16:creationId xmlns:a16="http://schemas.microsoft.com/office/drawing/2014/main" id="{9D64BF15-F687-28E9-0424-8A264E75C82E}"/>
                </a:ext>
              </a:extLst>
            </p:cNvPr>
            <p:cNvSpPr>
              <a:spLocks noChangeArrowheads="1"/>
            </p:cNvSpPr>
            <p:nvPr/>
          </p:nvSpPr>
          <p:spPr bwMode="auto">
            <a:xfrm>
              <a:off x="4953000" y="57912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7422" name="Oval 14">
              <a:extLst>
                <a:ext uri="{FF2B5EF4-FFF2-40B4-BE49-F238E27FC236}">
                  <a16:creationId xmlns:a16="http://schemas.microsoft.com/office/drawing/2014/main" id="{A3F126D9-A729-B6D3-0BF0-2161DDDFA4A3}"/>
                </a:ext>
              </a:extLst>
            </p:cNvPr>
            <p:cNvSpPr>
              <a:spLocks noChangeArrowheads="1"/>
            </p:cNvSpPr>
            <p:nvPr/>
          </p:nvSpPr>
          <p:spPr bwMode="auto">
            <a:xfrm>
              <a:off x="5410200" y="57912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7423" name="Oval 15">
              <a:extLst>
                <a:ext uri="{FF2B5EF4-FFF2-40B4-BE49-F238E27FC236}">
                  <a16:creationId xmlns:a16="http://schemas.microsoft.com/office/drawing/2014/main" id="{6D9600A8-CB19-7441-A609-9A342297362A}"/>
                </a:ext>
              </a:extLst>
            </p:cNvPr>
            <p:cNvSpPr>
              <a:spLocks noChangeArrowheads="1"/>
            </p:cNvSpPr>
            <p:nvPr/>
          </p:nvSpPr>
          <p:spPr bwMode="auto">
            <a:xfrm>
              <a:off x="5867400" y="57912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7424" name="Oval 16">
              <a:extLst>
                <a:ext uri="{FF2B5EF4-FFF2-40B4-BE49-F238E27FC236}">
                  <a16:creationId xmlns:a16="http://schemas.microsoft.com/office/drawing/2014/main" id="{4B7687FE-682E-E614-B2F1-FEE5FB63E2E2}"/>
                </a:ext>
              </a:extLst>
            </p:cNvPr>
            <p:cNvSpPr>
              <a:spLocks noChangeArrowheads="1"/>
            </p:cNvSpPr>
            <p:nvPr/>
          </p:nvSpPr>
          <p:spPr bwMode="auto">
            <a:xfrm>
              <a:off x="5257800" y="51816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7425" name="Oval 17">
              <a:extLst>
                <a:ext uri="{FF2B5EF4-FFF2-40B4-BE49-F238E27FC236}">
                  <a16:creationId xmlns:a16="http://schemas.microsoft.com/office/drawing/2014/main" id="{8C80599D-99B2-0B5D-46DF-EB2C412196E0}"/>
                </a:ext>
              </a:extLst>
            </p:cNvPr>
            <p:cNvSpPr>
              <a:spLocks noChangeArrowheads="1"/>
            </p:cNvSpPr>
            <p:nvPr/>
          </p:nvSpPr>
          <p:spPr bwMode="auto">
            <a:xfrm>
              <a:off x="6096000" y="51816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7426" name="Oval 18">
              <a:extLst>
                <a:ext uri="{FF2B5EF4-FFF2-40B4-BE49-F238E27FC236}">
                  <a16:creationId xmlns:a16="http://schemas.microsoft.com/office/drawing/2014/main" id="{98E909AA-3106-A200-1216-F342E61BE336}"/>
                </a:ext>
              </a:extLst>
            </p:cNvPr>
            <p:cNvSpPr>
              <a:spLocks noChangeArrowheads="1"/>
            </p:cNvSpPr>
            <p:nvPr/>
          </p:nvSpPr>
          <p:spPr bwMode="auto">
            <a:xfrm>
              <a:off x="7086600" y="51816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7427" name="Oval 19">
              <a:extLst>
                <a:ext uri="{FF2B5EF4-FFF2-40B4-BE49-F238E27FC236}">
                  <a16:creationId xmlns:a16="http://schemas.microsoft.com/office/drawing/2014/main" id="{064F6815-9EC2-07B2-4A96-2A17EF665E2A}"/>
                </a:ext>
              </a:extLst>
            </p:cNvPr>
            <p:cNvSpPr>
              <a:spLocks noChangeArrowheads="1"/>
            </p:cNvSpPr>
            <p:nvPr/>
          </p:nvSpPr>
          <p:spPr bwMode="auto">
            <a:xfrm>
              <a:off x="7924800" y="51816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7428" name="Oval 20">
              <a:extLst>
                <a:ext uri="{FF2B5EF4-FFF2-40B4-BE49-F238E27FC236}">
                  <a16:creationId xmlns:a16="http://schemas.microsoft.com/office/drawing/2014/main" id="{05C4CDB4-3412-3DA0-F44A-FF7A7B6D46AE}"/>
                </a:ext>
              </a:extLst>
            </p:cNvPr>
            <p:cNvSpPr>
              <a:spLocks noChangeArrowheads="1"/>
            </p:cNvSpPr>
            <p:nvPr/>
          </p:nvSpPr>
          <p:spPr bwMode="auto">
            <a:xfrm>
              <a:off x="5715000" y="45720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7429" name="Oval 21">
              <a:extLst>
                <a:ext uri="{FF2B5EF4-FFF2-40B4-BE49-F238E27FC236}">
                  <a16:creationId xmlns:a16="http://schemas.microsoft.com/office/drawing/2014/main" id="{141CB82E-7F0E-9FE0-8F5A-9166A39BE9C0}"/>
                </a:ext>
              </a:extLst>
            </p:cNvPr>
            <p:cNvSpPr>
              <a:spLocks noChangeArrowheads="1"/>
            </p:cNvSpPr>
            <p:nvPr/>
          </p:nvSpPr>
          <p:spPr bwMode="auto">
            <a:xfrm>
              <a:off x="7543800" y="4572000"/>
              <a:ext cx="381000" cy="3810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7430" name="Text Box 22">
              <a:extLst>
                <a:ext uri="{FF2B5EF4-FFF2-40B4-BE49-F238E27FC236}">
                  <a16:creationId xmlns:a16="http://schemas.microsoft.com/office/drawing/2014/main" id="{DAC4AC11-933D-3B38-8693-B74FD2326518}"/>
                </a:ext>
              </a:extLst>
            </p:cNvPr>
            <p:cNvSpPr txBox="1">
              <a:spLocks noChangeArrowheads="1"/>
            </p:cNvSpPr>
            <p:nvPr/>
          </p:nvSpPr>
          <p:spPr bwMode="auto">
            <a:xfrm>
              <a:off x="6629400" y="39624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7431" name="Text Box 23">
              <a:extLst>
                <a:ext uri="{FF2B5EF4-FFF2-40B4-BE49-F238E27FC236}">
                  <a16:creationId xmlns:a16="http://schemas.microsoft.com/office/drawing/2014/main" id="{AAD823AD-F240-21D1-0454-8C9FEBBA7F5D}"/>
                </a:ext>
              </a:extLst>
            </p:cNvPr>
            <p:cNvSpPr txBox="1">
              <a:spLocks noChangeArrowheads="1"/>
            </p:cNvSpPr>
            <p:nvPr/>
          </p:nvSpPr>
          <p:spPr bwMode="auto">
            <a:xfrm>
              <a:off x="5715000" y="44958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17432" name="Text Box 24">
              <a:extLst>
                <a:ext uri="{FF2B5EF4-FFF2-40B4-BE49-F238E27FC236}">
                  <a16:creationId xmlns:a16="http://schemas.microsoft.com/office/drawing/2014/main" id="{83D7BE7A-5E86-0757-6162-80796E89B249}"/>
                </a:ext>
              </a:extLst>
            </p:cNvPr>
            <p:cNvSpPr txBox="1">
              <a:spLocks noChangeArrowheads="1"/>
            </p:cNvSpPr>
            <p:nvPr/>
          </p:nvSpPr>
          <p:spPr bwMode="auto">
            <a:xfrm>
              <a:off x="7543800" y="44958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17433" name="Text Box 25">
              <a:extLst>
                <a:ext uri="{FF2B5EF4-FFF2-40B4-BE49-F238E27FC236}">
                  <a16:creationId xmlns:a16="http://schemas.microsoft.com/office/drawing/2014/main" id="{FE7CB4BB-288D-44B8-E5AC-8494045051F9}"/>
                </a:ext>
              </a:extLst>
            </p:cNvPr>
            <p:cNvSpPr txBox="1">
              <a:spLocks noChangeArrowheads="1"/>
            </p:cNvSpPr>
            <p:nvPr/>
          </p:nvSpPr>
          <p:spPr bwMode="auto">
            <a:xfrm>
              <a:off x="5257800" y="51054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4</a:t>
              </a:r>
              <a:endParaRPr kumimoji="1" lang="en-US" altLang="zh-CN" sz="2400">
                <a:latin typeface="Times New Roman" panose="02020603050405020304" pitchFamily="18" charset="0"/>
                <a:ea typeface="宋体" panose="02010600030101010101" pitchFamily="2" charset="-122"/>
              </a:endParaRPr>
            </a:p>
          </p:txBody>
        </p:sp>
        <p:sp>
          <p:nvSpPr>
            <p:cNvPr id="17434" name="Text Box 26">
              <a:extLst>
                <a:ext uri="{FF2B5EF4-FFF2-40B4-BE49-F238E27FC236}">
                  <a16:creationId xmlns:a16="http://schemas.microsoft.com/office/drawing/2014/main" id="{B9B3521C-DC65-FC67-D971-3E4CD22FCE0C}"/>
                </a:ext>
              </a:extLst>
            </p:cNvPr>
            <p:cNvSpPr txBox="1">
              <a:spLocks noChangeArrowheads="1"/>
            </p:cNvSpPr>
            <p:nvPr/>
          </p:nvSpPr>
          <p:spPr bwMode="auto">
            <a:xfrm>
              <a:off x="4953000" y="57150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8</a:t>
              </a:r>
              <a:endParaRPr kumimoji="1" lang="en-US" altLang="zh-CN" sz="2400">
                <a:latin typeface="Times New Roman" panose="02020603050405020304" pitchFamily="18" charset="0"/>
                <a:ea typeface="宋体" panose="02010600030101010101" pitchFamily="2" charset="-122"/>
              </a:endParaRPr>
            </a:p>
          </p:txBody>
        </p:sp>
        <p:sp>
          <p:nvSpPr>
            <p:cNvPr id="17435" name="Text Box 27">
              <a:extLst>
                <a:ext uri="{FF2B5EF4-FFF2-40B4-BE49-F238E27FC236}">
                  <a16:creationId xmlns:a16="http://schemas.microsoft.com/office/drawing/2014/main" id="{88A8500A-4328-55D4-08B5-EFC8692BCFAE}"/>
                </a:ext>
              </a:extLst>
            </p:cNvPr>
            <p:cNvSpPr txBox="1">
              <a:spLocks noChangeArrowheads="1"/>
            </p:cNvSpPr>
            <p:nvPr/>
          </p:nvSpPr>
          <p:spPr bwMode="auto">
            <a:xfrm>
              <a:off x="6096000" y="51054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17436" name="Text Box 28">
              <a:extLst>
                <a:ext uri="{FF2B5EF4-FFF2-40B4-BE49-F238E27FC236}">
                  <a16:creationId xmlns:a16="http://schemas.microsoft.com/office/drawing/2014/main" id="{913EDCB5-0B24-ABD8-C222-93B727137391}"/>
                </a:ext>
              </a:extLst>
            </p:cNvPr>
            <p:cNvSpPr txBox="1">
              <a:spLocks noChangeArrowheads="1"/>
            </p:cNvSpPr>
            <p:nvPr/>
          </p:nvSpPr>
          <p:spPr bwMode="auto">
            <a:xfrm>
              <a:off x="7086600" y="51054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6</a:t>
              </a:r>
              <a:endParaRPr kumimoji="1" lang="en-US" altLang="zh-CN" sz="2400">
                <a:latin typeface="Times New Roman" panose="02020603050405020304" pitchFamily="18" charset="0"/>
                <a:ea typeface="宋体" panose="02010600030101010101" pitchFamily="2" charset="-122"/>
              </a:endParaRPr>
            </a:p>
          </p:txBody>
        </p:sp>
        <p:sp>
          <p:nvSpPr>
            <p:cNvPr id="17437" name="Text Box 29">
              <a:extLst>
                <a:ext uri="{FF2B5EF4-FFF2-40B4-BE49-F238E27FC236}">
                  <a16:creationId xmlns:a16="http://schemas.microsoft.com/office/drawing/2014/main" id="{20C16B0A-B9F0-5C63-1C1C-0A1F7B865B29}"/>
                </a:ext>
              </a:extLst>
            </p:cNvPr>
            <p:cNvSpPr txBox="1">
              <a:spLocks noChangeArrowheads="1"/>
            </p:cNvSpPr>
            <p:nvPr/>
          </p:nvSpPr>
          <p:spPr bwMode="auto">
            <a:xfrm>
              <a:off x="7924800" y="51054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7</a:t>
              </a:r>
              <a:endParaRPr kumimoji="1" lang="en-US" altLang="zh-CN" sz="2400">
                <a:latin typeface="Times New Roman" panose="02020603050405020304" pitchFamily="18" charset="0"/>
                <a:ea typeface="宋体" panose="02010600030101010101" pitchFamily="2" charset="-122"/>
              </a:endParaRPr>
            </a:p>
          </p:txBody>
        </p:sp>
        <p:sp>
          <p:nvSpPr>
            <p:cNvPr id="17438" name="Text Box 30">
              <a:extLst>
                <a:ext uri="{FF2B5EF4-FFF2-40B4-BE49-F238E27FC236}">
                  <a16:creationId xmlns:a16="http://schemas.microsoft.com/office/drawing/2014/main" id="{256F8FC9-0553-FF8C-E1C7-6C1FC0281EBD}"/>
                </a:ext>
              </a:extLst>
            </p:cNvPr>
            <p:cNvSpPr txBox="1">
              <a:spLocks noChangeArrowheads="1"/>
            </p:cNvSpPr>
            <p:nvPr/>
          </p:nvSpPr>
          <p:spPr bwMode="auto">
            <a:xfrm>
              <a:off x="5410200" y="57150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9</a:t>
              </a:r>
              <a:endParaRPr kumimoji="1" lang="en-US" altLang="zh-CN" sz="2400">
                <a:latin typeface="Times New Roman" panose="02020603050405020304" pitchFamily="18" charset="0"/>
                <a:ea typeface="宋体" panose="02010600030101010101" pitchFamily="2" charset="-122"/>
              </a:endParaRPr>
            </a:p>
          </p:txBody>
        </p:sp>
        <p:sp>
          <p:nvSpPr>
            <p:cNvPr id="17439" name="Text Box 31">
              <a:extLst>
                <a:ext uri="{FF2B5EF4-FFF2-40B4-BE49-F238E27FC236}">
                  <a16:creationId xmlns:a16="http://schemas.microsoft.com/office/drawing/2014/main" id="{44B4241B-C6A6-5327-CADD-7B5B3DD5B580}"/>
                </a:ext>
              </a:extLst>
            </p:cNvPr>
            <p:cNvSpPr txBox="1">
              <a:spLocks noChangeArrowheads="1"/>
            </p:cNvSpPr>
            <p:nvPr/>
          </p:nvSpPr>
          <p:spPr bwMode="auto">
            <a:xfrm>
              <a:off x="5778500" y="5715000"/>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10</a:t>
              </a:r>
              <a:endParaRPr kumimoji="1" lang="en-US" altLang="zh-CN" sz="2400">
                <a:latin typeface="Times New Roman" panose="02020603050405020304" pitchFamily="18" charset="0"/>
                <a:ea typeface="宋体" panose="02010600030101010101" pitchFamily="2" charset="-122"/>
              </a:endParaRPr>
            </a:p>
          </p:txBody>
        </p:sp>
      </p:grpSp>
      <p:sp>
        <p:nvSpPr>
          <p:cNvPr id="3" name="内容占位符 2">
            <a:extLst>
              <a:ext uri="{FF2B5EF4-FFF2-40B4-BE49-F238E27FC236}">
                <a16:creationId xmlns:a16="http://schemas.microsoft.com/office/drawing/2014/main" id="{B0B666C5-E13B-4570-B45F-AFF16948AA9B}"/>
              </a:ext>
            </a:extLst>
          </p:cNvPr>
          <p:cNvSpPr>
            <a:spLocks noGrp="1"/>
          </p:cNvSpPr>
          <p:nvPr>
            <p:ph idx="1"/>
          </p:nvPr>
        </p:nvSpPr>
        <p:spPr>
          <a:xfrm>
            <a:off x="628650" y="358775"/>
            <a:ext cx="7886700" cy="4351338"/>
          </a:xfrm>
        </p:spPr>
        <p:txBody>
          <a:bodyPr>
            <a:normAutofit fontScale="70000" lnSpcReduction="20000"/>
          </a:bodyPr>
          <a:lstStyle/>
          <a:p>
            <a:r>
              <a:rPr lang="zh-CN" altLang="en-US" dirty="0"/>
              <a:t>性质</a:t>
            </a:r>
            <a:r>
              <a:rPr lang="en-US" altLang="zh-CN" dirty="0"/>
              <a:t>5</a:t>
            </a:r>
            <a:r>
              <a:rPr lang="zh-CN" altLang="en-US" dirty="0"/>
              <a:t>：如将一棵有</a:t>
            </a:r>
            <a:r>
              <a:rPr lang="en-US" altLang="zh-CN" dirty="0"/>
              <a:t>n</a:t>
            </a:r>
            <a:r>
              <a:rPr lang="zh-CN" altLang="en-US" dirty="0"/>
              <a:t>个结点的完全二叉树自顶向下，同一层自左向右连续给结点编号</a:t>
            </a:r>
            <a:r>
              <a:rPr lang="en-US" altLang="zh-CN" dirty="0"/>
              <a:t>1, 2, …, n</a:t>
            </a:r>
            <a:r>
              <a:rPr lang="zh-CN" altLang="en-US" dirty="0"/>
              <a:t>，则有以下关系： </a:t>
            </a:r>
          </a:p>
          <a:p>
            <a:pPr lvl="1"/>
            <a:r>
              <a:rPr lang="zh-CN" altLang="en-US" dirty="0"/>
              <a:t>若</a:t>
            </a:r>
            <a:r>
              <a:rPr lang="en-US" altLang="zh-CN" dirty="0" err="1"/>
              <a:t>i</a:t>
            </a:r>
            <a:r>
              <a:rPr lang="en-US" altLang="zh-CN" dirty="0"/>
              <a:t> == 1, </a:t>
            </a:r>
            <a:r>
              <a:rPr lang="zh-CN" altLang="en-US" dirty="0"/>
              <a:t>则 </a:t>
            </a:r>
            <a:r>
              <a:rPr lang="en-US" altLang="zh-CN" dirty="0" err="1"/>
              <a:t>i</a:t>
            </a:r>
            <a:r>
              <a:rPr lang="zh-CN" altLang="en-US" dirty="0"/>
              <a:t>为根结点，无双亲</a:t>
            </a:r>
          </a:p>
          <a:p>
            <a:pPr marL="342900" lvl="1" indent="0">
              <a:buNone/>
            </a:pPr>
            <a:r>
              <a:rPr lang="zh-CN" altLang="en-US" dirty="0"/>
              <a:t>  若</a:t>
            </a:r>
            <a:r>
              <a:rPr lang="en-US" altLang="zh-CN" dirty="0" err="1"/>
              <a:t>i</a:t>
            </a:r>
            <a:r>
              <a:rPr lang="en-US" altLang="zh-CN" dirty="0"/>
              <a:t> &gt; 1, </a:t>
            </a:r>
            <a:r>
              <a:rPr lang="zh-CN" altLang="en-US" dirty="0"/>
              <a:t>则 </a:t>
            </a:r>
            <a:r>
              <a:rPr lang="en-US" altLang="zh-CN" dirty="0" err="1"/>
              <a:t>i</a:t>
            </a:r>
            <a:r>
              <a:rPr lang="en-US" altLang="zh-CN" dirty="0"/>
              <a:t> </a:t>
            </a:r>
            <a:r>
              <a:rPr lang="zh-CN" altLang="en-US" dirty="0"/>
              <a:t>的双亲为 </a:t>
            </a:r>
            <a:r>
              <a:rPr lang="zh-CN" altLang="en-US" dirty="0">
                <a:sym typeface="Symbol" pitchFamily="18" charset="2"/>
              </a:rPr>
              <a:t></a:t>
            </a:r>
            <a:r>
              <a:rPr lang="en-US" altLang="zh-CN" dirty="0" err="1"/>
              <a:t>i</a:t>
            </a:r>
            <a:r>
              <a:rPr lang="en-US" altLang="zh-CN" dirty="0"/>
              <a:t>/2</a:t>
            </a:r>
            <a:r>
              <a:rPr lang="en-US" altLang="zh-CN" dirty="0">
                <a:sym typeface="Symbol" pitchFamily="18" charset="2"/>
              </a:rPr>
              <a:t></a:t>
            </a:r>
            <a:endParaRPr lang="en-US" altLang="zh-CN" dirty="0"/>
          </a:p>
          <a:p>
            <a:pPr lvl="1"/>
            <a:r>
              <a:rPr lang="zh-CN" altLang="en-US" dirty="0"/>
              <a:t>若</a:t>
            </a:r>
            <a:r>
              <a:rPr lang="en-US" altLang="zh-CN" dirty="0"/>
              <a:t>2*</a:t>
            </a:r>
            <a:r>
              <a:rPr lang="en-US" altLang="zh-CN" dirty="0" err="1"/>
              <a:t>i</a:t>
            </a:r>
            <a:r>
              <a:rPr lang="en-US" altLang="zh-CN" dirty="0"/>
              <a:t> &lt;= n, </a:t>
            </a:r>
            <a:r>
              <a:rPr lang="zh-CN" altLang="en-US" dirty="0"/>
              <a:t>则 </a:t>
            </a:r>
            <a:r>
              <a:rPr lang="en-US" altLang="zh-CN" dirty="0" err="1"/>
              <a:t>i</a:t>
            </a:r>
            <a:r>
              <a:rPr lang="en-US" altLang="zh-CN" dirty="0"/>
              <a:t> </a:t>
            </a:r>
            <a:r>
              <a:rPr lang="zh-CN" altLang="en-US" dirty="0"/>
              <a:t>的左孩子为 </a:t>
            </a:r>
            <a:r>
              <a:rPr lang="en-US" altLang="zh-CN" dirty="0"/>
              <a:t>2*</a:t>
            </a:r>
            <a:r>
              <a:rPr lang="en-US" altLang="zh-CN" dirty="0" err="1"/>
              <a:t>i</a:t>
            </a:r>
            <a:endParaRPr lang="en-US" altLang="zh-CN" dirty="0"/>
          </a:p>
          <a:p>
            <a:pPr marL="342900" lvl="1" indent="0">
              <a:buNone/>
            </a:pPr>
            <a:r>
              <a:rPr lang="zh-CN" altLang="en-US" dirty="0"/>
              <a:t>  若</a:t>
            </a:r>
            <a:r>
              <a:rPr lang="en-US" altLang="zh-CN" dirty="0"/>
              <a:t>2*i+1 &lt;= n, </a:t>
            </a:r>
            <a:r>
              <a:rPr lang="zh-CN" altLang="en-US" dirty="0"/>
              <a:t>则 </a:t>
            </a:r>
            <a:r>
              <a:rPr lang="en-US" altLang="zh-CN" dirty="0" err="1"/>
              <a:t>i</a:t>
            </a:r>
            <a:r>
              <a:rPr lang="en-US" altLang="zh-CN" dirty="0"/>
              <a:t> </a:t>
            </a:r>
            <a:r>
              <a:rPr lang="zh-CN" altLang="en-US" dirty="0"/>
              <a:t>的右孩子为</a:t>
            </a:r>
            <a:r>
              <a:rPr lang="en-US" altLang="zh-CN" dirty="0"/>
              <a:t>2*i+1</a:t>
            </a:r>
          </a:p>
          <a:p>
            <a:pPr lvl="1"/>
            <a:r>
              <a:rPr lang="zh-CN" altLang="en-US" dirty="0"/>
              <a:t>若 </a:t>
            </a:r>
            <a:r>
              <a:rPr lang="en-US" altLang="zh-CN" dirty="0" err="1"/>
              <a:t>i</a:t>
            </a:r>
            <a:r>
              <a:rPr lang="en-US" altLang="zh-CN" dirty="0"/>
              <a:t> </a:t>
            </a:r>
            <a:r>
              <a:rPr lang="zh-CN" altLang="en-US" dirty="0"/>
              <a:t>为奇数</a:t>
            </a:r>
            <a:r>
              <a:rPr lang="en-US" altLang="zh-CN" dirty="0"/>
              <a:t>, </a:t>
            </a:r>
            <a:r>
              <a:rPr lang="zh-CN" altLang="en-US" dirty="0"/>
              <a:t>且</a:t>
            </a:r>
            <a:r>
              <a:rPr lang="en-US" altLang="zh-CN" dirty="0" err="1"/>
              <a:t>i</a:t>
            </a:r>
            <a:r>
              <a:rPr lang="en-US" altLang="zh-CN" dirty="0"/>
              <a:t> != 1, </a:t>
            </a:r>
            <a:r>
              <a:rPr lang="zh-CN" altLang="en-US" dirty="0"/>
              <a:t>则其左兄弟为</a:t>
            </a:r>
            <a:r>
              <a:rPr lang="en-US" altLang="zh-CN" dirty="0"/>
              <a:t>i-1</a:t>
            </a:r>
          </a:p>
          <a:p>
            <a:pPr marL="342900" lvl="1" indent="0">
              <a:buNone/>
            </a:pPr>
            <a:r>
              <a:rPr lang="zh-CN" altLang="en-US" dirty="0"/>
              <a:t>  若 </a:t>
            </a:r>
            <a:r>
              <a:rPr lang="en-US" altLang="zh-CN" dirty="0" err="1"/>
              <a:t>i</a:t>
            </a:r>
            <a:r>
              <a:rPr lang="en-US" altLang="zh-CN" dirty="0"/>
              <a:t> </a:t>
            </a:r>
            <a:r>
              <a:rPr lang="zh-CN" altLang="en-US" dirty="0"/>
              <a:t>为偶数</a:t>
            </a:r>
            <a:r>
              <a:rPr lang="en-US" altLang="zh-CN" dirty="0"/>
              <a:t>, </a:t>
            </a:r>
            <a:r>
              <a:rPr lang="zh-CN" altLang="en-US" dirty="0"/>
              <a:t>且</a:t>
            </a:r>
            <a:r>
              <a:rPr lang="en-US" altLang="zh-CN" dirty="0" err="1"/>
              <a:t>i</a:t>
            </a:r>
            <a:r>
              <a:rPr lang="en-US" altLang="zh-CN" dirty="0"/>
              <a:t> != n, </a:t>
            </a:r>
            <a:r>
              <a:rPr lang="zh-CN" altLang="en-US" dirty="0"/>
              <a:t>则其右兄弟为</a:t>
            </a:r>
            <a:r>
              <a:rPr lang="en-US" altLang="zh-CN" dirty="0"/>
              <a:t>i+1</a:t>
            </a:r>
          </a:p>
          <a:p>
            <a:pPr lvl="1"/>
            <a:r>
              <a:rPr lang="zh-CN" altLang="en-US" dirty="0"/>
              <a:t>结点</a:t>
            </a:r>
            <a:r>
              <a:rPr lang="en-US" altLang="zh-CN" dirty="0" err="1"/>
              <a:t>i</a:t>
            </a:r>
            <a:r>
              <a:rPr lang="zh-CN" altLang="en-US" dirty="0"/>
              <a:t>处于 </a:t>
            </a:r>
            <a:r>
              <a:rPr lang="zh-CN" altLang="en-US" dirty="0">
                <a:sym typeface="Symbol" pitchFamily="18" charset="2"/>
              </a:rPr>
              <a:t>  </a:t>
            </a:r>
            <a:r>
              <a:rPr lang="en-US" altLang="zh-CN" dirty="0"/>
              <a:t>log</a:t>
            </a:r>
            <a:r>
              <a:rPr lang="en-US" altLang="zh-CN" baseline="-25000" dirty="0"/>
              <a:t>2</a:t>
            </a:r>
            <a:r>
              <a:rPr lang="en-US" altLang="zh-CN" dirty="0"/>
              <a:t>i</a:t>
            </a:r>
            <a:r>
              <a:rPr lang="en-US" altLang="zh-CN" dirty="0">
                <a:sym typeface="Symbol" pitchFamily="18" charset="2"/>
              </a:rPr>
              <a:t></a:t>
            </a:r>
            <a:r>
              <a:rPr lang="en-US" altLang="zh-CN" dirty="0"/>
              <a:t> + 1 </a:t>
            </a:r>
            <a:r>
              <a:rPr lang="zh-CN" altLang="en-US" dirty="0"/>
              <a:t>层（也可说是在 </a:t>
            </a:r>
            <a:r>
              <a:rPr lang="zh-CN" altLang="en-US" dirty="0">
                <a:sym typeface="Symbol" pitchFamily="18" charset="2"/>
              </a:rPr>
              <a:t></a:t>
            </a:r>
            <a:r>
              <a:rPr lang="en-US" altLang="zh-CN" dirty="0"/>
              <a:t>log</a:t>
            </a:r>
            <a:r>
              <a:rPr lang="en-US" altLang="zh-CN" baseline="-25000" dirty="0"/>
              <a:t>2</a:t>
            </a:r>
            <a:r>
              <a:rPr lang="en-US" altLang="zh-CN" dirty="0"/>
              <a:t>(i+1)</a:t>
            </a:r>
            <a:r>
              <a:rPr lang="en-US" altLang="zh-CN" dirty="0">
                <a:sym typeface="Symbol" pitchFamily="18" charset="2"/>
              </a:rPr>
              <a:t></a:t>
            </a:r>
            <a:r>
              <a:rPr lang="en-US" altLang="zh-CN" dirty="0"/>
              <a:t> </a:t>
            </a:r>
            <a:r>
              <a:rPr lang="zh-CN" altLang="en-US" dirty="0"/>
              <a:t>层）</a:t>
            </a:r>
            <a:endParaRPr lang="en-US" altLang="zh-CN" dirty="0"/>
          </a:p>
          <a:p>
            <a:pPr lvl="1"/>
            <a:r>
              <a:rPr lang="zh-CN" altLang="en-US" dirty="0"/>
              <a:t>注意有些教材中</a:t>
            </a:r>
            <a:r>
              <a:rPr lang="en-US" altLang="zh-CN" dirty="0" err="1"/>
              <a:t>i</a:t>
            </a:r>
            <a:r>
              <a:rPr lang="zh-CN" altLang="en-US" dirty="0"/>
              <a:t>从</a:t>
            </a:r>
            <a:r>
              <a:rPr lang="en-US" altLang="zh-CN" dirty="0"/>
              <a:t>0</a:t>
            </a:r>
            <a:r>
              <a:rPr lang="zh-CN" altLang="en-US" dirty="0"/>
              <a:t>开始，则上述结论要做相应调整。</a:t>
            </a:r>
          </a:p>
          <a:p>
            <a:endParaRPr lang="zh-CN" altLang="en-US" dirty="0"/>
          </a:p>
        </p:txBody>
      </p:sp>
      <p:sp>
        <p:nvSpPr>
          <p:cNvPr id="2" name="灯片编号占位符 1">
            <a:extLst>
              <a:ext uri="{FF2B5EF4-FFF2-40B4-BE49-F238E27FC236}">
                <a16:creationId xmlns:a16="http://schemas.microsoft.com/office/drawing/2014/main" id="{B9A34A4F-0684-1387-4CF0-452C1D3971BA}"/>
              </a:ext>
            </a:extLst>
          </p:cNvPr>
          <p:cNvSpPr>
            <a:spLocks noGrp="1"/>
          </p:cNvSpPr>
          <p:nvPr>
            <p:ph type="sldNum" sz="quarter" idx="12"/>
          </p:nvPr>
        </p:nvSpPr>
        <p:spPr/>
        <p:txBody>
          <a:bodyPr/>
          <a:lstStyle/>
          <a:p>
            <a:pPr>
              <a:defRPr/>
            </a:pPr>
            <a:fld id="{A598D83B-EE2A-4F12-B129-1EDE84DF129B}" type="slidenum">
              <a:rPr lang="en-US" altLang="zh-CN" smtClean="0"/>
              <a:pPr>
                <a:defRPr/>
              </a:pPr>
              <a:t>14</a:t>
            </a:fld>
            <a:endParaRPr lang="en-US" altLang="zh-CN"/>
          </a:p>
        </p:txBody>
      </p:sp>
    </p:spTree>
  </p:cSld>
  <p:clrMapOvr>
    <a:masterClrMapping/>
  </p:clrMapOvr>
  <p:transition>
    <p:spli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D50F5B-A2E6-4CAA-840A-F784B5B487B1}"/>
              </a:ext>
            </a:extLst>
          </p:cNvPr>
          <p:cNvSpPr>
            <a:spLocks noGrp="1"/>
          </p:cNvSpPr>
          <p:nvPr>
            <p:ph type="title"/>
          </p:nvPr>
        </p:nvSpPr>
        <p:spPr/>
        <p:txBody>
          <a:bodyPr/>
          <a:lstStyle/>
          <a:p>
            <a:r>
              <a:rPr lang="en-US" altLang="zh-CN" dirty="0"/>
              <a:t>5.2.3 </a:t>
            </a:r>
            <a:r>
              <a:rPr lang="zh-CN" altLang="en-US" dirty="0"/>
              <a:t>二叉树的抽象数据类型</a:t>
            </a:r>
          </a:p>
        </p:txBody>
      </p:sp>
      <p:sp>
        <p:nvSpPr>
          <p:cNvPr id="3" name="内容占位符 2">
            <a:extLst>
              <a:ext uri="{FF2B5EF4-FFF2-40B4-BE49-F238E27FC236}">
                <a16:creationId xmlns:a16="http://schemas.microsoft.com/office/drawing/2014/main" id="{B904781D-15CF-434D-84E5-5FAC39CB7B52}"/>
              </a:ext>
            </a:extLst>
          </p:cNvPr>
          <p:cNvSpPr>
            <a:spLocks noGrp="1"/>
          </p:cNvSpPr>
          <p:nvPr>
            <p:ph idx="1"/>
          </p:nvPr>
        </p:nvSpPr>
        <p:spPr>
          <a:xfrm>
            <a:off x="251520" y="1340768"/>
            <a:ext cx="8712968" cy="5400600"/>
          </a:xfrm>
        </p:spPr>
        <p:txBody>
          <a:bodyPr>
            <a:normAutofit fontScale="47500" lnSpcReduction="20000"/>
          </a:bodyPr>
          <a:lstStyle/>
          <a:p>
            <a:pPr marL="0" indent="0">
              <a:buNone/>
            </a:pPr>
            <a:r>
              <a:rPr lang="en-US" altLang="zh-CN" dirty="0"/>
              <a:t>template &lt;class T&gt; class </a:t>
            </a:r>
            <a:r>
              <a:rPr lang="en-US" altLang="zh-CN" dirty="0" err="1"/>
              <a:t>BinaryTree</a:t>
            </a:r>
            <a:r>
              <a:rPr lang="en-US" altLang="zh-CN" dirty="0"/>
              <a:t> {</a:t>
            </a:r>
          </a:p>
          <a:p>
            <a:pPr marL="0" indent="0">
              <a:buNone/>
            </a:pPr>
            <a:r>
              <a:rPr lang="en-US" altLang="zh-CN" dirty="0"/>
              <a:t>public:</a:t>
            </a:r>
          </a:p>
          <a:p>
            <a:pPr marL="0" indent="0">
              <a:buNone/>
            </a:pPr>
            <a:r>
              <a:rPr lang="en-US" altLang="zh-CN" dirty="0"/>
              <a:t>    </a:t>
            </a:r>
            <a:r>
              <a:rPr lang="en-US" altLang="zh-CN" dirty="0" err="1"/>
              <a:t>BinaryTree</a:t>
            </a:r>
            <a:r>
              <a:rPr lang="en-US" altLang="zh-CN" dirty="0"/>
              <a:t> ( );	       //</a:t>
            </a:r>
            <a:r>
              <a:rPr lang="zh-CN" altLang="en-US" dirty="0"/>
              <a:t>构造函数	</a:t>
            </a:r>
          </a:p>
          <a:p>
            <a:pPr marL="0" indent="0">
              <a:buNone/>
            </a:pPr>
            <a:r>
              <a:rPr lang="en-US" altLang="zh-CN" dirty="0"/>
              <a:t>    int Height ( );	       //</a:t>
            </a:r>
            <a:r>
              <a:rPr lang="zh-CN" altLang="en-US" dirty="0"/>
              <a:t>返回树的深度或者高度</a:t>
            </a:r>
          </a:p>
          <a:p>
            <a:pPr marL="0" indent="0">
              <a:buNone/>
            </a:pPr>
            <a:r>
              <a:rPr lang="zh-CN" altLang="en-US" dirty="0"/>
              <a:t>    </a:t>
            </a:r>
            <a:r>
              <a:rPr lang="en-US" altLang="zh-CN" dirty="0"/>
              <a:t>int Size ( );	                  //</a:t>
            </a:r>
            <a:r>
              <a:rPr lang="zh-CN" altLang="en-US" dirty="0"/>
              <a:t>返回树中结点个数</a:t>
            </a:r>
          </a:p>
          <a:p>
            <a:pPr marL="0" indent="0">
              <a:buNone/>
            </a:pPr>
            <a:r>
              <a:rPr lang="zh-CN" altLang="en-US" dirty="0"/>
              <a:t>    </a:t>
            </a:r>
            <a:r>
              <a:rPr lang="en-US" altLang="zh-CN" dirty="0"/>
              <a:t>bool </a:t>
            </a:r>
            <a:r>
              <a:rPr lang="en-US" altLang="zh-CN" dirty="0" err="1"/>
              <a:t>IsEmpty</a:t>
            </a:r>
            <a:r>
              <a:rPr lang="en-US" altLang="zh-CN" dirty="0"/>
              <a:t> ( );	       //</a:t>
            </a:r>
            <a:r>
              <a:rPr lang="zh-CN" altLang="en-US" dirty="0"/>
              <a:t>判二叉树空否？</a:t>
            </a:r>
          </a:p>
          <a:p>
            <a:pPr marL="0" indent="0">
              <a:buNone/>
            </a:pPr>
            <a:r>
              <a:rPr lang="zh-CN" altLang="en-US" dirty="0"/>
              <a:t>    </a:t>
            </a:r>
            <a:r>
              <a:rPr lang="en-US" altLang="zh-CN" dirty="0" err="1"/>
              <a:t>BinTreeNode</a:t>
            </a:r>
            <a:r>
              <a:rPr lang="en-US" altLang="zh-CN" dirty="0"/>
              <a:t>&lt;T&gt; * Parent (</a:t>
            </a:r>
            <a:r>
              <a:rPr lang="en-US" altLang="zh-CN" dirty="0" err="1"/>
              <a:t>BinTreeNode</a:t>
            </a:r>
            <a:r>
              <a:rPr lang="en-US" altLang="zh-CN" dirty="0"/>
              <a:t>&lt;T&gt; * current);                //</a:t>
            </a:r>
            <a:r>
              <a:rPr lang="zh-CN" altLang="en-US" dirty="0"/>
              <a:t>取双亲结点地址    </a:t>
            </a:r>
          </a:p>
          <a:p>
            <a:pPr marL="0" indent="0">
              <a:buNone/>
            </a:pPr>
            <a:r>
              <a:rPr lang="zh-CN" altLang="en-US" dirty="0"/>
              <a:t>    </a:t>
            </a:r>
            <a:r>
              <a:rPr lang="en-US" altLang="zh-CN" dirty="0" err="1"/>
              <a:t>BinTreeNode</a:t>
            </a:r>
            <a:r>
              <a:rPr lang="en-US" altLang="zh-CN" dirty="0"/>
              <a:t>&lt;T&gt; * </a:t>
            </a:r>
            <a:r>
              <a:rPr lang="en-US" altLang="zh-CN" dirty="0" err="1"/>
              <a:t>LeftChild</a:t>
            </a:r>
            <a:r>
              <a:rPr lang="en-US" altLang="zh-CN" dirty="0"/>
              <a:t> (</a:t>
            </a:r>
            <a:r>
              <a:rPr lang="en-US" altLang="zh-CN" dirty="0" err="1"/>
              <a:t>BinTreeNode</a:t>
            </a:r>
            <a:r>
              <a:rPr lang="en-US" altLang="zh-CN" dirty="0"/>
              <a:t>&lt;T&gt; * current);            //</a:t>
            </a:r>
            <a:r>
              <a:rPr lang="zh-CN" altLang="en-US" dirty="0"/>
              <a:t>取左孩子结点地址 </a:t>
            </a:r>
          </a:p>
          <a:p>
            <a:pPr marL="0" indent="0">
              <a:buNone/>
            </a:pPr>
            <a:r>
              <a:rPr lang="zh-CN" altLang="en-US" dirty="0"/>
              <a:t>    </a:t>
            </a:r>
            <a:r>
              <a:rPr lang="en-US" altLang="zh-CN" dirty="0" err="1"/>
              <a:t>BinTreeNode</a:t>
            </a:r>
            <a:r>
              <a:rPr lang="en-US" altLang="zh-CN" dirty="0"/>
              <a:t>&lt;T&gt; * </a:t>
            </a:r>
            <a:r>
              <a:rPr lang="en-US" altLang="zh-CN" dirty="0" err="1"/>
              <a:t>RightChild</a:t>
            </a:r>
            <a:r>
              <a:rPr lang="en-US" altLang="zh-CN" dirty="0"/>
              <a:t> (</a:t>
            </a:r>
            <a:r>
              <a:rPr lang="en-US" altLang="zh-CN" dirty="0" err="1"/>
              <a:t>BinTreeNode</a:t>
            </a:r>
            <a:r>
              <a:rPr lang="en-US" altLang="zh-CN" dirty="0"/>
              <a:t>&lt;T&gt; * current);          //</a:t>
            </a:r>
            <a:r>
              <a:rPr lang="zh-CN" altLang="en-US" dirty="0"/>
              <a:t>取右孩子结点地址 </a:t>
            </a:r>
          </a:p>
          <a:p>
            <a:pPr marL="0" indent="0">
              <a:buNone/>
            </a:pPr>
            <a:r>
              <a:rPr lang="zh-CN" altLang="en-US" dirty="0"/>
              <a:t>    </a:t>
            </a:r>
            <a:r>
              <a:rPr lang="en-US" altLang="zh-CN" dirty="0"/>
              <a:t>bool Insert ( T item );       //</a:t>
            </a:r>
            <a:r>
              <a:rPr lang="zh-CN" altLang="en-US" dirty="0"/>
              <a:t>插入</a:t>
            </a:r>
          </a:p>
          <a:p>
            <a:pPr marL="0" indent="0">
              <a:buNone/>
            </a:pPr>
            <a:r>
              <a:rPr lang="en-US" altLang="zh-CN" dirty="0"/>
              <a:t>    </a:t>
            </a:r>
            <a:r>
              <a:rPr lang="en-US" altLang="zh-CN" dirty="0" err="1"/>
              <a:t>BinTreeNode</a:t>
            </a:r>
            <a:r>
              <a:rPr lang="en-US" altLang="zh-CN" dirty="0"/>
              <a:t>&lt;T&gt; *</a:t>
            </a:r>
            <a:r>
              <a:rPr lang="en-US" altLang="zh-CN" dirty="0" err="1"/>
              <a:t>getRoot</a:t>
            </a:r>
            <a:r>
              <a:rPr lang="en-US" altLang="zh-CN" dirty="0"/>
              <a:t> ( ) const;    //</a:t>
            </a:r>
            <a:r>
              <a:rPr lang="zh-CN" altLang="en-US" dirty="0"/>
              <a:t>取根</a:t>
            </a:r>
          </a:p>
          <a:p>
            <a:pPr marL="0" indent="0">
              <a:buNone/>
            </a:pPr>
            <a:r>
              <a:rPr lang="zh-CN" altLang="en-US" dirty="0"/>
              <a:t>    </a:t>
            </a:r>
            <a:r>
              <a:rPr lang="en-US" altLang="zh-CN" dirty="0"/>
              <a:t>void </a:t>
            </a:r>
            <a:r>
              <a:rPr lang="en-US" altLang="zh-CN" dirty="0" err="1"/>
              <a:t>preOrder</a:t>
            </a:r>
            <a:r>
              <a:rPr lang="en-US" altLang="zh-CN" dirty="0"/>
              <a:t>(void(* visit)(</a:t>
            </a:r>
            <a:r>
              <a:rPr lang="en-US" altLang="zh-CN" dirty="0" err="1"/>
              <a:t>BinTreeNode</a:t>
            </a:r>
            <a:r>
              <a:rPr lang="en-US" altLang="zh-CN" dirty="0"/>
              <a:t>&lt;T&gt; *p))            //</a:t>
            </a:r>
            <a:r>
              <a:rPr lang="zh-CN" altLang="en-US" dirty="0"/>
              <a:t>前序遍历，</a:t>
            </a:r>
            <a:r>
              <a:rPr lang="en-US" altLang="zh-CN" dirty="0"/>
              <a:t>visit</a:t>
            </a:r>
            <a:r>
              <a:rPr lang="zh-CN" altLang="en-US" dirty="0"/>
              <a:t>是访问函数</a:t>
            </a:r>
          </a:p>
          <a:p>
            <a:pPr marL="0" indent="0">
              <a:buNone/>
            </a:pPr>
            <a:r>
              <a:rPr lang="en-US" altLang="zh-CN" dirty="0"/>
              <a:t>    void </a:t>
            </a:r>
            <a:r>
              <a:rPr lang="en-US" altLang="zh-CN" dirty="0" err="1"/>
              <a:t>inOrder</a:t>
            </a:r>
            <a:r>
              <a:rPr lang="en-US" altLang="zh-CN" dirty="0"/>
              <a:t>(void(* visit)(</a:t>
            </a:r>
            <a:r>
              <a:rPr lang="en-US" altLang="zh-CN" dirty="0" err="1"/>
              <a:t>BinTreeNode</a:t>
            </a:r>
            <a:r>
              <a:rPr lang="en-US" altLang="zh-CN" dirty="0"/>
              <a:t>&lt;T&gt; *p))              //</a:t>
            </a:r>
            <a:r>
              <a:rPr lang="zh-CN" altLang="en-US" dirty="0"/>
              <a:t>中序遍历，</a:t>
            </a:r>
            <a:r>
              <a:rPr lang="en-US" altLang="zh-CN" dirty="0"/>
              <a:t>visit</a:t>
            </a:r>
            <a:r>
              <a:rPr lang="zh-CN" altLang="en-US" dirty="0"/>
              <a:t>是访问函数</a:t>
            </a:r>
          </a:p>
          <a:p>
            <a:pPr marL="0" indent="0">
              <a:buNone/>
            </a:pPr>
            <a:r>
              <a:rPr lang="zh-CN" altLang="en-US" dirty="0"/>
              <a:t>    </a:t>
            </a:r>
            <a:r>
              <a:rPr lang="en-US" altLang="zh-CN" dirty="0"/>
              <a:t>void </a:t>
            </a:r>
            <a:r>
              <a:rPr lang="en-US" altLang="zh-CN" dirty="0" err="1"/>
              <a:t>postOrder</a:t>
            </a:r>
            <a:r>
              <a:rPr lang="en-US" altLang="zh-CN" dirty="0"/>
              <a:t>(void(* visit)(</a:t>
            </a:r>
            <a:r>
              <a:rPr lang="en-US" altLang="zh-CN" dirty="0" err="1"/>
              <a:t>BinTreeNode</a:t>
            </a:r>
            <a:r>
              <a:rPr lang="en-US" altLang="zh-CN" dirty="0"/>
              <a:t>&lt;T&gt; *p))          //</a:t>
            </a:r>
            <a:r>
              <a:rPr lang="zh-CN" altLang="en-US" dirty="0"/>
              <a:t>后序遍历，</a:t>
            </a:r>
            <a:r>
              <a:rPr lang="en-US" altLang="zh-CN" dirty="0"/>
              <a:t>visit</a:t>
            </a:r>
            <a:r>
              <a:rPr lang="zh-CN" altLang="en-US" dirty="0"/>
              <a:t>是访问函数</a:t>
            </a:r>
          </a:p>
          <a:p>
            <a:pPr marL="0" indent="0">
              <a:buNone/>
            </a:pPr>
            <a:r>
              <a:rPr lang="zh-CN" altLang="en-US" dirty="0"/>
              <a:t>    </a:t>
            </a:r>
            <a:r>
              <a:rPr lang="en-US" altLang="zh-CN" dirty="0"/>
              <a:t>void </a:t>
            </a:r>
            <a:r>
              <a:rPr lang="en-US" altLang="zh-CN" dirty="0" err="1"/>
              <a:t>levelOrder</a:t>
            </a:r>
            <a:r>
              <a:rPr lang="en-US" altLang="zh-CN" dirty="0"/>
              <a:t>(void(* visit)(</a:t>
            </a:r>
            <a:r>
              <a:rPr lang="en-US" altLang="zh-CN" dirty="0" err="1"/>
              <a:t>BinTreeNode</a:t>
            </a:r>
            <a:r>
              <a:rPr lang="en-US" altLang="zh-CN" dirty="0"/>
              <a:t>&lt;T&gt; *p))          //</a:t>
            </a:r>
            <a:r>
              <a:rPr lang="zh-CN" altLang="en-US" dirty="0"/>
              <a:t>层次序遍历，</a:t>
            </a:r>
            <a:r>
              <a:rPr lang="en-US" altLang="zh-CN" dirty="0"/>
              <a:t>visit</a:t>
            </a:r>
            <a:r>
              <a:rPr lang="zh-CN" altLang="en-US" dirty="0"/>
              <a:t>是访问函数</a:t>
            </a:r>
            <a:endParaRPr lang="en-US" altLang="zh-CN" dirty="0"/>
          </a:p>
          <a:p>
            <a:pPr marL="0" indent="0">
              <a:buNone/>
            </a:pPr>
            <a:r>
              <a:rPr lang="en-US" altLang="zh-CN" dirty="0"/>
              <a:t>    …</a:t>
            </a:r>
            <a:endParaRPr lang="zh-CN" altLang="en-US" dirty="0"/>
          </a:p>
          <a:p>
            <a:pPr marL="0" indent="0">
              <a:buNone/>
            </a:pPr>
            <a:r>
              <a:rPr lang="en-US" altLang="zh-CN" dirty="0"/>
              <a:t>}</a:t>
            </a:r>
          </a:p>
          <a:p>
            <a:pPr marL="0" indent="0">
              <a:buNone/>
            </a:pPr>
            <a:endParaRPr lang="en-US" altLang="zh-CN" dirty="0"/>
          </a:p>
          <a:p>
            <a:pPr marL="0" indent="0">
              <a:buNone/>
            </a:pPr>
            <a:endParaRPr lang="zh-CN" altLang="en-US" dirty="0"/>
          </a:p>
        </p:txBody>
      </p:sp>
      <p:sp>
        <p:nvSpPr>
          <p:cNvPr id="4" name="灯片编号占位符 3">
            <a:extLst>
              <a:ext uri="{FF2B5EF4-FFF2-40B4-BE49-F238E27FC236}">
                <a16:creationId xmlns:a16="http://schemas.microsoft.com/office/drawing/2014/main" id="{FBD2F3F3-3046-ABE1-35CD-A1DB7638B62B}"/>
              </a:ext>
            </a:extLst>
          </p:cNvPr>
          <p:cNvSpPr>
            <a:spLocks noGrp="1"/>
          </p:cNvSpPr>
          <p:nvPr>
            <p:ph type="sldNum" sz="quarter" idx="12"/>
          </p:nvPr>
        </p:nvSpPr>
        <p:spPr/>
        <p:txBody>
          <a:bodyPr/>
          <a:lstStyle/>
          <a:p>
            <a:pPr>
              <a:defRPr/>
            </a:pPr>
            <a:fld id="{A598D83B-EE2A-4F12-B129-1EDE84DF129B}" type="slidenum">
              <a:rPr lang="en-US" altLang="zh-CN" smtClean="0"/>
              <a:pPr>
                <a:defRPr/>
              </a:pPr>
              <a:t>15</a:t>
            </a:fld>
            <a:endParaRPr lang="en-US" altLang="zh-CN"/>
          </a:p>
        </p:txBody>
      </p:sp>
    </p:spTree>
    <p:extLst>
      <p:ext uri="{BB962C8B-B14F-4D97-AF65-F5344CB8AC3E}">
        <p14:creationId xmlns:p14="http://schemas.microsoft.com/office/powerpoint/2010/main" val="3534522589"/>
      </p:ext>
    </p:extLst>
  </p:cSld>
  <p:clrMapOvr>
    <a:masterClrMapping/>
  </p:clrMapOvr>
  <p:transition>
    <p:spli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FAB5DECD-97F4-14D1-010C-39D6B5214017}"/>
              </a:ext>
            </a:extLst>
          </p:cNvPr>
          <p:cNvSpPr>
            <a:spLocks noGrp="1" noChangeArrowheads="1"/>
          </p:cNvSpPr>
          <p:nvPr>
            <p:ph type="title"/>
          </p:nvPr>
        </p:nvSpPr>
        <p:spPr/>
        <p:txBody>
          <a:bodyPr/>
          <a:lstStyle/>
          <a:p>
            <a:pPr defTabSz="912813"/>
            <a:r>
              <a:rPr lang="en-US" altLang="zh-CN" sz="4000" dirty="0"/>
              <a:t>5.3 </a:t>
            </a:r>
            <a:r>
              <a:rPr lang="zh-CN" altLang="en-US" sz="4000" dirty="0"/>
              <a:t>二叉树的存储表示</a:t>
            </a:r>
          </a:p>
        </p:txBody>
      </p:sp>
      <p:sp>
        <p:nvSpPr>
          <p:cNvPr id="2" name="内容占位符 1">
            <a:extLst>
              <a:ext uri="{FF2B5EF4-FFF2-40B4-BE49-F238E27FC236}">
                <a16:creationId xmlns:a16="http://schemas.microsoft.com/office/drawing/2014/main" id="{35482331-2605-4802-BDB6-BC32FD6A5E1C}"/>
              </a:ext>
            </a:extLst>
          </p:cNvPr>
          <p:cNvSpPr>
            <a:spLocks noGrp="1"/>
          </p:cNvSpPr>
          <p:nvPr>
            <p:ph idx="1"/>
          </p:nvPr>
        </p:nvSpPr>
        <p:spPr/>
        <p:txBody>
          <a:bodyPr/>
          <a:lstStyle/>
          <a:p>
            <a:r>
              <a:rPr lang="zh-CN" altLang="en-US" dirty="0"/>
              <a:t>两种方式</a:t>
            </a:r>
          </a:p>
          <a:p>
            <a:pPr lvl="1"/>
            <a:r>
              <a:rPr lang="zh-CN" altLang="en-US" dirty="0"/>
              <a:t>数组方式</a:t>
            </a:r>
          </a:p>
          <a:p>
            <a:pPr lvl="1"/>
            <a:r>
              <a:rPr lang="zh-CN" altLang="en-US" dirty="0"/>
              <a:t>链表方式</a:t>
            </a:r>
          </a:p>
          <a:p>
            <a:endParaRPr lang="zh-CN" altLang="en-US" dirty="0"/>
          </a:p>
        </p:txBody>
      </p:sp>
      <p:sp>
        <p:nvSpPr>
          <p:cNvPr id="3" name="灯片编号占位符 2">
            <a:extLst>
              <a:ext uri="{FF2B5EF4-FFF2-40B4-BE49-F238E27FC236}">
                <a16:creationId xmlns:a16="http://schemas.microsoft.com/office/drawing/2014/main" id="{9F54F327-9378-0002-D393-155A23925212}"/>
              </a:ext>
            </a:extLst>
          </p:cNvPr>
          <p:cNvSpPr>
            <a:spLocks noGrp="1"/>
          </p:cNvSpPr>
          <p:nvPr>
            <p:ph type="sldNum" sz="quarter" idx="12"/>
          </p:nvPr>
        </p:nvSpPr>
        <p:spPr/>
        <p:txBody>
          <a:bodyPr/>
          <a:lstStyle/>
          <a:p>
            <a:pPr>
              <a:defRPr/>
            </a:pPr>
            <a:fld id="{A598D83B-EE2A-4F12-B129-1EDE84DF129B}" type="slidenum">
              <a:rPr lang="en-US" altLang="zh-CN" smtClean="0"/>
              <a:pPr>
                <a:defRPr/>
              </a:pPr>
              <a:t>16</a:t>
            </a:fld>
            <a:endParaRPr lang="en-US" altLang="zh-CN"/>
          </a:p>
        </p:txBody>
      </p:sp>
    </p:spTree>
  </p:cSld>
  <p:clrMapOvr>
    <a:masterClrMapping/>
  </p:clrMapOvr>
  <p:transition>
    <p:spli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Line 1026">
            <a:extLst>
              <a:ext uri="{FF2B5EF4-FFF2-40B4-BE49-F238E27FC236}">
                <a16:creationId xmlns:a16="http://schemas.microsoft.com/office/drawing/2014/main" id="{D1A75FB9-ADB6-C0D3-1B5D-EFF411256CEC}"/>
              </a:ext>
            </a:extLst>
          </p:cNvPr>
          <p:cNvSpPr>
            <a:spLocks noChangeShapeType="1"/>
          </p:cNvSpPr>
          <p:nvPr/>
        </p:nvSpPr>
        <p:spPr bwMode="auto">
          <a:xfrm>
            <a:off x="5638800" y="2590800"/>
            <a:ext cx="228600" cy="381000"/>
          </a:xfrm>
          <a:prstGeom prst="line">
            <a:avLst/>
          </a:prstGeom>
          <a:noFill/>
          <a:ln w="38100" cap="rnd">
            <a:solidFill>
              <a:schemeClr val="bg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31" name="Text Box 1027">
            <a:extLst>
              <a:ext uri="{FF2B5EF4-FFF2-40B4-BE49-F238E27FC236}">
                <a16:creationId xmlns:a16="http://schemas.microsoft.com/office/drawing/2014/main" id="{36C24050-8962-77F6-D566-977FE1CA58E1}"/>
              </a:ext>
            </a:extLst>
          </p:cNvPr>
          <p:cNvSpPr txBox="1">
            <a:spLocks noChangeArrowheads="1"/>
          </p:cNvSpPr>
          <p:nvPr/>
        </p:nvSpPr>
        <p:spPr bwMode="auto">
          <a:xfrm>
            <a:off x="1143000" y="5029200"/>
            <a:ext cx="66294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zh-CN" altLang="en-US" sz="3200">
                <a:solidFill>
                  <a:srgbClr val="009900"/>
                </a:solidFill>
                <a:latin typeface="隶书" panose="02010509060101010101" pitchFamily="49" charset="-122"/>
                <a:ea typeface="隶书" panose="02010509060101010101" pitchFamily="49" charset="-122"/>
              </a:rPr>
              <a:t>完全二叉树的      一般二叉树的</a:t>
            </a:r>
          </a:p>
          <a:p>
            <a:pPr eaLnBrk="1" hangingPunct="1"/>
            <a:r>
              <a:rPr kumimoji="1" lang="zh-CN" altLang="en-US" sz="3200">
                <a:solidFill>
                  <a:schemeClr val="accent2"/>
                </a:solidFill>
                <a:latin typeface="隶书" panose="02010509060101010101" pitchFamily="49" charset="-122"/>
                <a:ea typeface="隶书" panose="02010509060101010101" pitchFamily="49" charset="-122"/>
              </a:rPr>
              <a:t>数组存储表示</a:t>
            </a:r>
            <a:r>
              <a:rPr kumimoji="1" lang="zh-CN" altLang="en-US" sz="3200">
                <a:solidFill>
                  <a:srgbClr val="009900"/>
                </a:solidFill>
                <a:latin typeface="隶书" panose="02010509060101010101" pitchFamily="49" charset="-122"/>
                <a:ea typeface="隶书" panose="02010509060101010101" pitchFamily="49" charset="-122"/>
              </a:rPr>
              <a:t>      </a:t>
            </a:r>
            <a:r>
              <a:rPr kumimoji="1" lang="zh-CN" altLang="en-US" sz="3200">
                <a:solidFill>
                  <a:schemeClr val="accent2"/>
                </a:solidFill>
                <a:latin typeface="隶书" panose="02010509060101010101" pitchFamily="49" charset="-122"/>
                <a:ea typeface="隶书" panose="02010509060101010101" pitchFamily="49" charset="-122"/>
              </a:rPr>
              <a:t>数组表示</a:t>
            </a:r>
          </a:p>
        </p:txBody>
      </p:sp>
      <p:sp>
        <p:nvSpPr>
          <p:cNvPr id="22533" name="Line 1029">
            <a:extLst>
              <a:ext uri="{FF2B5EF4-FFF2-40B4-BE49-F238E27FC236}">
                <a16:creationId xmlns:a16="http://schemas.microsoft.com/office/drawing/2014/main" id="{9381A60B-FEB2-53C2-AA6A-B594860A3E93}"/>
              </a:ext>
            </a:extLst>
          </p:cNvPr>
          <p:cNvSpPr>
            <a:spLocks noChangeShapeType="1"/>
          </p:cNvSpPr>
          <p:nvPr/>
        </p:nvSpPr>
        <p:spPr bwMode="auto">
          <a:xfrm>
            <a:off x="3619500" y="2557463"/>
            <a:ext cx="304800" cy="3810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34" name="Line 1030">
            <a:extLst>
              <a:ext uri="{FF2B5EF4-FFF2-40B4-BE49-F238E27FC236}">
                <a16:creationId xmlns:a16="http://schemas.microsoft.com/office/drawing/2014/main" id="{EDAE781F-A593-F0FE-7121-A58EF80196BC}"/>
              </a:ext>
            </a:extLst>
          </p:cNvPr>
          <p:cNvSpPr>
            <a:spLocks noChangeShapeType="1"/>
          </p:cNvSpPr>
          <p:nvPr/>
        </p:nvSpPr>
        <p:spPr bwMode="auto">
          <a:xfrm flipH="1">
            <a:off x="3162300" y="2514600"/>
            <a:ext cx="354013" cy="423863"/>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35" name="Line 1031">
            <a:extLst>
              <a:ext uri="{FF2B5EF4-FFF2-40B4-BE49-F238E27FC236}">
                <a16:creationId xmlns:a16="http://schemas.microsoft.com/office/drawing/2014/main" id="{E6891DB2-CA46-DA0A-6D33-1875215E75AA}"/>
              </a:ext>
            </a:extLst>
          </p:cNvPr>
          <p:cNvSpPr>
            <a:spLocks noChangeShapeType="1"/>
          </p:cNvSpPr>
          <p:nvPr/>
        </p:nvSpPr>
        <p:spPr bwMode="auto">
          <a:xfrm>
            <a:off x="1790700" y="2481263"/>
            <a:ext cx="342900" cy="414337"/>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36" name="Line 1032">
            <a:extLst>
              <a:ext uri="{FF2B5EF4-FFF2-40B4-BE49-F238E27FC236}">
                <a16:creationId xmlns:a16="http://schemas.microsoft.com/office/drawing/2014/main" id="{68805880-EB9D-1FF2-F245-628A8CCCA040}"/>
              </a:ext>
            </a:extLst>
          </p:cNvPr>
          <p:cNvSpPr>
            <a:spLocks noChangeShapeType="1"/>
          </p:cNvSpPr>
          <p:nvPr/>
        </p:nvSpPr>
        <p:spPr bwMode="auto">
          <a:xfrm flipH="1">
            <a:off x="1257300" y="2557463"/>
            <a:ext cx="381000" cy="457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37" name="Line 1033">
            <a:extLst>
              <a:ext uri="{FF2B5EF4-FFF2-40B4-BE49-F238E27FC236}">
                <a16:creationId xmlns:a16="http://schemas.microsoft.com/office/drawing/2014/main" id="{4BB10949-7C76-FAA8-8298-2BBD30103A9C}"/>
              </a:ext>
            </a:extLst>
          </p:cNvPr>
          <p:cNvSpPr>
            <a:spLocks noChangeShapeType="1"/>
          </p:cNvSpPr>
          <p:nvPr/>
        </p:nvSpPr>
        <p:spPr bwMode="auto">
          <a:xfrm>
            <a:off x="2781300" y="1947863"/>
            <a:ext cx="723900" cy="434975"/>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38" name="Line 1034">
            <a:extLst>
              <a:ext uri="{FF2B5EF4-FFF2-40B4-BE49-F238E27FC236}">
                <a16:creationId xmlns:a16="http://schemas.microsoft.com/office/drawing/2014/main" id="{2A11569E-11B7-E7B4-3FAC-6F684672F8A7}"/>
              </a:ext>
            </a:extLst>
          </p:cNvPr>
          <p:cNvSpPr>
            <a:spLocks noChangeShapeType="1"/>
          </p:cNvSpPr>
          <p:nvPr/>
        </p:nvSpPr>
        <p:spPr bwMode="auto">
          <a:xfrm flipH="1">
            <a:off x="1790700" y="1947863"/>
            <a:ext cx="762000" cy="457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39" name="Oval 1035">
            <a:extLst>
              <a:ext uri="{FF2B5EF4-FFF2-40B4-BE49-F238E27FC236}">
                <a16:creationId xmlns:a16="http://schemas.microsoft.com/office/drawing/2014/main" id="{1E03B79A-8386-6472-F571-BBC039C9D1E8}"/>
              </a:ext>
            </a:extLst>
          </p:cNvPr>
          <p:cNvSpPr>
            <a:spLocks noChangeArrowheads="1"/>
          </p:cNvSpPr>
          <p:nvPr/>
        </p:nvSpPr>
        <p:spPr bwMode="auto">
          <a:xfrm>
            <a:off x="2438400" y="1676400"/>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2540" name="Line 1036">
            <a:extLst>
              <a:ext uri="{FF2B5EF4-FFF2-40B4-BE49-F238E27FC236}">
                <a16:creationId xmlns:a16="http://schemas.microsoft.com/office/drawing/2014/main" id="{C06326C6-8D14-96B3-2504-5E551A63E69D}"/>
              </a:ext>
            </a:extLst>
          </p:cNvPr>
          <p:cNvSpPr>
            <a:spLocks noChangeShapeType="1"/>
          </p:cNvSpPr>
          <p:nvPr/>
        </p:nvSpPr>
        <p:spPr bwMode="auto">
          <a:xfrm flipH="1">
            <a:off x="2033588" y="3090863"/>
            <a:ext cx="176212" cy="414337"/>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41" name="Line 1037">
            <a:extLst>
              <a:ext uri="{FF2B5EF4-FFF2-40B4-BE49-F238E27FC236}">
                <a16:creationId xmlns:a16="http://schemas.microsoft.com/office/drawing/2014/main" id="{759917EE-62F7-01D6-4654-B99F49D2D88B}"/>
              </a:ext>
            </a:extLst>
          </p:cNvPr>
          <p:cNvSpPr>
            <a:spLocks noChangeShapeType="1"/>
          </p:cNvSpPr>
          <p:nvPr/>
        </p:nvSpPr>
        <p:spPr bwMode="auto">
          <a:xfrm>
            <a:off x="1333500" y="3167063"/>
            <a:ext cx="138113" cy="414337"/>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42" name="Line 1038">
            <a:extLst>
              <a:ext uri="{FF2B5EF4-FFF2-40B4-BE49-F238E27FC236}">
                <a16:creationId xmlns:a16="http://schemas.microsoft.com/office/drawing/2014/main" id="{0D5514F7-5B6B-BF22-1087-5BADF166DED0}"/>
              </a:ext>
            </a:extLst>
          </p:cNvPr>
          <p:cNvSpPr>
            <a:spLocks noChangeShapeType="1"/>
          </p:cNvSpPr>
          <p:nvPr/>
        </p:nvSpPr>
        <p:spPr bwMode="auto">
          <a:xfrm flipH="1">
            <a:off x="995363" y="3090863"/>
            <a:ext cx="261937" cy="457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43" name="Text Box 1039">
            <a:extLst>
              <a:ext uri="{FF2B5EF4-FFF2-40B4-BE49-F238E27FC236}">
                <a16:creationId xmlns:a16="http://schemas.microsoft.com/office/drawing/2014/main" id="{2E938E27-CAD2-0DD6-4AFF-F992E3F35034}"/>
              </a:ext>
            </a:extLst>
          </p:cNvPr>
          <p:cNvSpPr txBox="1">
            <a:spLocks noChangeArrowheads="1"/>
          </p:cNvSpPr>
          <p:nvPr/>
        </p:nvSpPr>
        <p:spPr bwMode="auto">
          <a:xfrm>
            <a:off x="2476500" y="1643063"/>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22544" name="Rectangle 1040">
            <a:extLst>
              <a:ext uri="{FF2B5EF4-FFF2-40B4-BE49-F238E27FC236}">
                <a16:creationId xmlns:a16="http://schemas.microsoft.com/office/drawing/2014/main" id="{BCAB8161-8DF5-0E9B-63F3-674B1EC54671}"/>
              </a:ext>
            </a:extLst>
          </p:cNvPr>
          <p:cNvSpPr>
            <a:spLocks noChangeArrowheads="1"/>
          </p:cNvSpPr>
          <p:nvPr/>
        </p:nvSpPr>
        <p:spPr bwMode="auto">
          <a:xfrm>
            <a:off x="533400" y="4373563"/>
            <a:ext cx="3124200" cy="457200"/>
          </a:xfrm>
          <a:prstGeom prst="rect">
            <a:avLst/>
          </a:prstGeom>
          <a:solidFill>
            <a:srgbClr val="FF7C80"/>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FF7C80"/>
            </a:extrusionClr>
            <a:contourClr>
              <a:srgbClr val="FF7C80"/>
            </a:contourClr>
          </a:sp3d>
        </p:spPr>
        <p:txBody>
          <a:bodyPr wrap="none" anchor="ctr">
            <a:flatTx/>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2545" name="Line 1041">
            <a:extLst>
              <a:ext uri="{FF2B5EF4-FFF2-40B4-BE49-F238E27FC236}">
                <a16:creationId xmlns:a16="http://schemas.microsoft.com/office/drawing/2014/main" id="{8C0BC9D0-3ACE-94E5-211E-F873B9713D90}"/>
              </a:ext>
            </a:extLst>
          </p:cNvPr>
          <p:cNvSpPr>
            <a:spLocks noChangeShapeType="1"/>
          </p:cNvSpPr>
          <p:nvPr/>
        </p:nvSpPr>
        <p:spPr bwMode="auto">
          <a:xfrm>
            <a:off x="838200" y="4373563"/>
            <a:ext cx="0" cy="45720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46" name="Text Box 1042">
            <a:extLst>
              <a:ext uri="{FF2B5EF4-FFF2-40B4-BE49-F238E27FC236}">
                <a16:creationId xmlns:a16="http://schemas.microsoft.com/office/drawing/2014/main" id="{AB91F831-0C3C-87AC-B096-2E98AC5E945A}"/>
              </a:ext>
            </a:extLst>
          </p:cNvPr>
          <p:cNvSpPr txBox="1">
            <a:spLocks noChangeArrowheads="1"/>
          </p:cNvSpPr>
          <p:nvPr/>
        </p:nvSpPr>
        <p:spPr bwMode="auto">
          <a:xfrm>
            <a:off x="527050" y="4297363"/>
            <a:ext cx="3308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bg1"/>
                </a:solidFill>
                <a:latin typeface="Times New Roman" panose="02020603050405020304" pitchFamily="18" charset="0"/>
                <a:ea typeface="宋体" panose="02010600030101010101" pitchFamily="2" charset="-122"/>
              </a:rPr>
              <a:t>1 2  3 4 5  6 7  8 9 10</a:t>
            </a:r>
            <a:r>
              <a:rPr kumimoji="1" lang="en-US" altLang="zh-CN" sz="3200" b="1">
                <a:solidFill>
                  <a:schemeClr val="bg1"/>
                </a:solidFill>
                <a:latin typeface="Times New Roman" panose="02020603050405020304" pitchFamily="18" charset="0"/>
                <a:ea typeface="宋体" panose="02010600030101010101" pitchFamily="2" charset="-122"/>
              </a:rPr>
              <a:t> </a:t>
            </a:r>
            <a:endParaRPr kumimoji="1" lang="en-US" altLang="zh-CN" sz="2800">
              <a:latin typeface="Times New Roman" panose="02020603050405020304" pitchFamily="18" charset="0"/>
              <a:ea typeface="宋体" panose="02010600030101010101" pitchFamily="2" charset="-122"/>
            </a:endParaRPr>
          </a:p>
        </p:txBody>
      </p:sp>
      <p:sp>
        <p:nvSpPr>
          <p:cNvPr id="22547" name="Line 1043">
            <a:extLst>
              <a:ext uri="{FF2B5EF4-FFF2-40B4-BE49-F238E27FC236}">
                <a16:creationId xmlns:a16="http://schemas.microsoft.com/office/drawing/2014/main" id="{75A47261-F739-E2A1-2CF6-E27462BA92AA}"/>
              </a:ext>
            </a:extLst>
          </p:cNvPr>
          <p:cNvSpPr>
            <a:spLocks noChangeShapeType="1"/>
          </p:cNvSpPr>
          <p:nvPr/>
        </p:nvSpPr>
        <p:spPr bwMode="auto">
          <a:xfrm>
            <a:off x="1143000" y="4373563"/>
            <a:ext cx="0" cy="45720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48" name="Line 1044">
            <a:extLst>
              <a:ext uri="{FF2B5EF4-FFF2-40B4-BE49-F238E27FC236}">
                <a16:creationId xmlns:a16="http://schemas.microsoft.com/office/drawing/2014/main" id="{544BC087-F091-A05D-8343-3F0978EF1DA9}"/>
              </a:ext>
            </a:extLst>
          </p:cNvPr>
          <p:cNvSpPr>
            <a:spLocks noChangeShapeType="1"/>
          </p:cNvSpPr>
          <p:nvPr/>
        </p:nvSpPr>
        <p:spPr bwMode="auto">
          <a:xfrm>
            <a:off x="1447800" y="4373563"/>
            <a:ext cx="0" cy="45720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49" name="Line 1045">
            <a:extLst>
              <a:ext uri="{FF2B5EF4-FFF2-40B4-BE49-F238E27FC236}">
                <a16:creationId xmlns:a16="http://schemas.microsoft.com/office/drawing/2014/main" id="{83BB92FD-ECAE-64D8-1BBC-80BCB376B42C}"/>
              </a:ext>
            </a:extLst>
          </p:cNvPr>
          <p:cNvSpPr>
            <a:spLocks noChangeShapeType="1"/>
          </p:cNvSpPr>
          <p:nvPr/>
        </p:nvSpPr>
        <p:spPr bwMode="auto">
          <a:xfrm>
            <a:off x="1752600" y="4373563"/>
            <a:ext cx="0" cy="45720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50" name="Line 1046">
            <a:extLst>
              <a:ext uri="{FF2B5EF4-FFF2-40B4-BE49-F238E27FC236}">
                <a16:creationId xmlns:a16="http://schemas.microsoft.com/office/drawing/2014/main" id="{ED7D79CC-03FD-F6D9-6C72-3ACCA2B073B2}"/>
              </a:ext>
            </a:extLst>
          </p:cNvPr>
          <p:cNvSpPr>
            <a:spLocks noChangeShapeType="1"/>
          </p:cNvSpPr>
          <p:nvPr/>
        </p:nvSpPr>
        <p:spPr bwMode="auto">
          <a:xfrm>
            <a:off x="2057400" y="4373563"/>
            <a:ext cx="0" cy="45720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51" name="Line 1047">
            <a:extLst>
              <a:ext uri="{FF2B5EF4-FFF2-40B4-BE49-F238E27FC236}">
                <a16:creationId xmlns:a16="http://schemas.microsoft.com/office/drawing/2014/main" id="{0EECC3C4-5075-A663-2F83-8BBC335D1E55}"/>
              </a:ext>
            </a:extLst>
          </p:cNvPr>
          <p:cNvSpPr>
            <a:spLocks noChangeShapeType="1"/>
          </p:cNvSpPr>
          <p:nvPr/>
        </p:nvSpPr>
        <p:spPr bwMode="auto">
          <a:xfrm>
            <a:off x="2362200" y="4373563"/>
            <a:ext cx="0" cy="45720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52" name="Line 1048">
            <a:extLst>
              <a:ext uri="{FF2B5EF4-FFF2-40B4-BE49-F238E27FC236}">
                <a16:creationId xmlns:a16="http://schemas.microsoft.com/office/drawing/2014/main" id="{8088B99B-EF38-9D55-E378-997A605D6B41}"/>
              </a:ext>
            </a:extLst>
          </p:cNvPr>
          <p:cNvSpPr>
            <a:spLocks noChangeShapeType="1"/>
          </p:cNvSpPr>
          <p:nvPr/>
        </p:nvSpPr>
        <p:spPr bwMode="auto">
          <a:xfrm>
            <a:off x="2667000" y="4373563"/>
            <a:ext cx="0" cy="45720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53" name="Line 1049">
            <a:extLst>
              <a:ext uri="{FF2B5EF4-FFF2-40B4-BE49-F238E27FC236}">
                <a16:creationId xmlns:a16="http://schemas.microsoft.com/office/drawing/2014/main" id="{DB6ACB57-548F-DDA5-8645-F3D4ACA000DB}"/>
              </a:ext>
            </a:extLst>
          </p:cNvPr>
          <p:cNvSpPr>
            <a:spLocks noChangeShapeType="1"/>
          </p:cNvSpPr>
          <p:nvPr/>
        </p:nvSpPr>
        <p:spPr bwMode="auto">
          <a:xfrm>
            <a:off x="2971800" y="4373563"/>
            <a:ext cx="0" cy="45720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54" name="Line 1050">
            <a:extLst>
              <a:ext uri="{FF2B5EF4-FFF2-40B4-BE49-F238E27FC236}">
                <a16:creationId xmlns:a16="http://schemas.microsoft.com/office/drawing/2014/main" id="{4A507A1C-DA8B-1264-2EE3-A7169D06783B}"/>
              </a:ext>
            </a:extLst>
          </p:cNvPr>
          <p:cNvSpPr>
            <a:spLocks noChangeShapeType="1"/>
          </p:cNvSpPr>
          <p:nvPr/>
        </p:nvSpPr>
        <p:spPr bwMode="auto">
          <a:xfrm>
            <a:off x="3276600" y="4373563"/>
            <a:ext cx="0" cy="45720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55" name="Line 1051">
            <a:extLst>
              <a:ext uri="{FF2B5EF4-FFF2-40B4-BE49-F238E27FC236}">
                <a16:creationId xmlns:a16="http://schemas.microsoft.com/office/drawing/2014/main" id="{61094D4F-A3F5-A22B-0C01-3E8DE0B70E1F}"/>
              </a:ext>
            </a:extLst>
          </p:cNvPr>
          <p:cNvSpPr>
            <a:spLocks noChangeShapeType="1"/>
          </p:cNvSpPr>
          <p:nvPr/>
        </p:nvSpPr>
        <p:spPr bwMode="auto">
          <a:xfrm flipV="1">
            <a:off x="838200" y="4221163"/>
            <a:ext cx="152400" cy="1524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56" name="Line 1052">
            <a:extLst>
              <a:ext uri="{FF2B5EF4-FFF2-40B4-BE49-F238E27FC236}">
                <a16:creationId xmlns:a16="http://schemas.microsoft.com/office/drawing/2014/main" id="{B22958F9-09C4-3117-F077-E592405B7217}"/>
              </a:ext>
            </a:extLst>
          </p:cNvPr>
          <p:cNvSpPr>
            <a:spLocks noChangeShapeType="1"/>
          </p:cNvSpPr>
          <p:nvPr/>
        </p:nvSpPr>
        <p:spPr bwMode="auto">
          <a:xfrm flipV="1">
            <a:off x="1143000" y="4221163"/>
            <a:ext cx="152400" cy="1524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57" name="Line 1053">
            <a:extLst>
              <a:ext uri="{FF2B5EF4-FFF2-40B4-BE49-F238E27FC236}">
                <a16:creationId xmlns:a16="http://schemas.microsoft.com/office/drawing/2014/main" id="{5E526F4C-3B40-BA95-53AC-0D883C99D1A3}"/>
              </a:ext>
            </a:extLst>
          </p:cNvPr>
          <p:cNvSpPr>
            <a:spLocks noChangeShapeType="1"/>
          </p:cNvSpPr>
          <p:nvPr/>
        </p:nvSpPr>
        <p:spPr bwMode="auto">
          <a:xfrm flipV="1">
            <a:off x="1447800" y="4221163"/>
            <a:ext cx="152400" cy="1524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58" name="Line 1054">
            <a:extLst>
              <a:ext uri="{FF2B5EF4-FFF2-40B4-BE49-F238E27FC236}">
                <a16:creationId xmlns:a16="http://schemas.microsoft.com/office/drawing/2014/main" id="{9AEA5FF7-4532-1BEA-E302-6190627630D8}"/>
              </a:ext>
            </a:extLst>
          </p:cNvPr>
          <p:cNvSpPr>
            <a:spLocks noChangeShapeType="1"/>
          </p:cNvSpPr>
          <p:nvPr/>
        </p:nvSpPr>
        <p:spPr bwMode="auto">
          <a:xfrm flipV="1">
            <a:off x="1752600" y="4221163"/>
            <a:ext cx="152400" cy="1524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59" name="Line 1055">
            <a:extLst>
              <a:ext uri="{FF2B5EF4-FFF2-40B4-BE49-F238E27FC236}">
                <a16:creationId xmlns:a16="http://schemas.microsoft.com/office/drawing/2014/main" id="{D78F8484-7369-6428-C32A-2139F9602133}"/>
              </a:ext>
            </a:extLst>
          </p:cNvPr>
          <p:cNvSpPr>
            <a:spLocks noChangeShapeType="1"/>
          </p:cNvSpPr>
          <p:nvPr/>
        </p:nvSpPr>
        <p:spPr bwMode="auto">
          <a:xfrm flipV="1">
            <a:off x="2057400" y="4221163"/>
            <a:ext cx="152400" cy="1524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60" name="Line 1056">
            <a:extLst>
              <a:ext uri="{FF2B5EF4-FFF2-40B4-BE49-F238E27FC236}">
                <a16:creationId xmlns:a16="http://schemas.microsoft.com/office/drawing/2014/main" id="{8196CFE2-A3A4-8D12-3894-0DF0680CD5CB}"/>
              </a:ext>
            </a:extLst>
          </p:cNvPr>
          <p:cNvSpPr>
            <a:spLocks noChangeShapeType="1"/>
          </p:cNvSpPr>
          <p:nvPr/>
        </p:nvSpPr>
        <p:spPr bwMode="auto">
          <a:xfrm flipV="1">
            <a:off x="2362200" y="4221163"/>
            <a:ext cx="152400" cy="1524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61" name="Line 1057">
            <a:extLst>
              <a:ext uri="{FF2B5EF4-FFF2-40B4-BE49-F238E27FC236}">
                <a16:creationId xmlns:a16="http://schemas.microsoft.com/office/drawing/2014/main" id="{22D69B63-E3D3-5B7C-16A4-57FB57DC817E}"/>
              </a:ext>
            </a:extLst>
          </p:cNvPr>
          <p:cNvSpPr>
            <a:spLocks noChangeShapeType="1"/>
          </p:cNvSpPr>
          <p:nvPr/>
        </p:nvSpPr>
        <p:spPr bwMode="auto">
          <a:xfrm flipV="1">
            <a:off x="2667000" y="4221163"/>
            <a:ext cx="152400" cy="1524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62" name="Line 1058">
            <a:extLst>
              <a:ext uri="{FF2B5EF4-FFF2-40B4-BE49-F238E27FC236}">
                <a16:creationId xmlns:a16="http://schemas.microsoft.com/office/drawing/2014/main" id="{7DDED1DF-1614-6343-80B7-CD91F2063B82}"/>
              </a:ext>
            </a:extLst>
          </p:cNvPr>
          <p:cNvSpPr>
            <a:spLocks noChangeShapeType="1"/>
          </p:cNvSpPr>
          <p:nvPr/>
        </p:nvSpPr>
        <p:spPr bwMode="auto">
          <a:xfrm flipV="1">
            <a:off x="2971800" y="4221163"/>
            <a:ext cx="152400" cy="1524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63" name="Line 1059">
            <a:extLst>
              <a:ext uri="{FF2B5EF4-FFF2-40B4-BE49-F238E27FC236}">
                <a16:creationId xmlns:a16="http://schemas.microsoft.com/office/drawing/2014/main" id="{B421923A-C7B9-7B09-34FA-9AF77C9EC8FC}"/>
              </a:ext>
            </a:extLst>
          </p:cNvPr>
          <p:cNvSpPr>
            <a:spLocks noChangeShapeType="1"/>
          </p:cNvSpPr>
          <p:nvPr/>
        </p:nvSpPr>
        <p:spPr bwMode="auto">
          <a:xfrm flipV="1">
            <a:off x="3276600" y="4221163"/>
            <a:ext cx="152400" cy="1524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64" name="Line 1060">
            <a:extLst>
              <a:ext uri="{FF2B5EF4-FFF2-40B4-BE49-F238E27FC236}">
                <a16:creationId xmlns:a16="http://schemas.microsoft.com/office/drawing/2014/main" id="{00BD924E-7014-D174-DCC6-E5CD022BACC1}"/>
              </a:ext>
            </a:extLst>
          </p:cNvPr>
          <p:cNvSpPr>
            <a:spLocks noChangeShapeType="1"/>
          </p:cNvSpPr>
          <p:nvPr/>
        </p:nvSpPr>
        <p:spPr bwMode="auto">
          <a:xfrm>
            <a:off x="7391400" y="2590800"/>
            <a:ext cx="304800" cy="3810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65" name="Line 1061">
            <a:extLst>
              <a:ext uri="{FF2B5EF4-FFF2-40B4-BE49-F238E27FC236}">
                <a16:creationId xmlns:a16="http://schemas.microsoft.com/office/drawing/2014/main" id="{1BBD49B8-720A-99CC-68F2-4CE2D93167EE}"/>
              </a:ext>
            </a:extLst>
          </p:cNvPr>
          <p:cNvSpPr>
            <a:spLocks noChangeShapeType="1"/>
          </p:cNvSpPr>
          <p:nvPr/>
        </p:nvSpPr>
        <p:spPr bwMode="auto">
          <a:xfrm flipH="1">
            <a:off x="6934200" y="2547938"/>
            <a:ext cx="354013" cy="423862"/>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66" name="Line 1062">
            <a:extLst>
              <a:ext uri="{FF2B5EF4-FFF2-40B4-BE49-F238E27FC236}">
                <a16:creationId xmlns:a16="http://schemas.microsoft.com/office/drawing/2014/main" id="{9D580086-5301-9FD9-CE3F-44A214AF2413}"/>
              </a:ext>
            </a:extLst>
          </p:cNvPr>
          <p:cNvSpPr>
            <a:spLocks noChangeShapeType="1"/>
          </p:cNvSpPr>
          <p:nvPr/>
        </p:nvSpPr>
        <p:spPr bwMode="auto">
          <a:xfrm flipH="1">
            <a:off x="4648200" y="3124200"/>
            <a:ext cx="304800" cy="5334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67" name="Line 1063">
            <a:extLst>
              <a:ext uri="{FF2B5EF4-FFF2-40B4-BE49-F238E27FC236}">
                <a16:creationId xmlns:a16="http://schemas.microsoft.com/office/drawing/2014/main" id="{66E525C4-0904-2E2D-8168-C30E0FE10371}"/>
              </a:ext>
            </a:extLst>
          </p:cNvPr>
          <p:cNvSpPr>
            <a:spLocks noChangeShapeType="1"/>
          </p:cNvSpPr>
          <p:nvPr/>
        </p:nvSpPr>
        <p:spPr bwMode="auto">
          <a:xfrm flipH="1">
            <a:off x="5029200" y="2590800"/>
            <a:ext cx="381000" cy="457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68" name="Line 1064">
            <a:extLst>
              <a:ext uri="{FF2B5EF4-FFF2-40B4-BE49-F238E27FC236}">
                <a16:creationId xmlns:a16="http://schemas.microsoft.com/office/drawing/2014/main" id="{4E92D63C-2016-B955-90B6-9F2427599AEB}"/>
              </a:ext>
            </a:extLst>
          </p:cNvPr>
          <p:cNvSpPr>
            <a:spLocks noChangeShapeType="1"/>
          </p:cNvSpPr>
          <p:nvPr/>
        </p:nvSpPr>
        <p:spPr bwMode="auto">
          <a:xfrm>
            <a:off x="6553200" y="1981200"/>
            <a:ext cx="723900" cy="434975"/>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69" name="Line 1065">
            <a:extLst>
              <a:ext uri="{FF2B5EF4-FFF2-40B4-BE49-F238E27FC236}">
                <a16:creationId xmlns:a16="http://schemas.microsoft.com/office/drawing/2014/main" id="{C15FC50E-7024-F5F5-CB58-D9050DCD2E61}"/>
              </a:ext>
            </a:extLst>
          </p:cNvPr>
          <p:cNvSpPr>
            <a:spLocks noChangeShapeType="1"/>
          </p:cNvSpPr>
          <p:nvPr/>
        </p:nvSpPr>
        <p:spPr bwMode="auto">
          <a:xfrm flipH="1">
            <a:off x="5562600" y="1981200"/>
            <a:ext cx="762000" cy="457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70" name="Line 1066">
            <a:extLst>
              <a:ext uri="{FF2B5EF4-FFF2-40B4-BE49-F238E27FC236}">
                <a16:creationId xmlns:a16="http://schemas.microsoft.com/office/drawing/2014/main" id="{70ACC178-9DE6-9D2A-1BE7-F95310F32F16}"/>
              </a:ext>
            </a:extLst>
          </p:cNvPr>
          <p:cNvSpPr>
            <a:spLocks noChangeShapeType="1"/>
          </p:cNvSpPr>
          <p:nvPr/>
        </p:nvSpPr>
        <p:spPr bwMode="auto">
          <a:xfrm flipH="1">
            <a:off x="6705600" y="3124200"/>
            <a:ext cx="152400" cy="457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71" name="Line 1067">
            <a:extLst>
              <a:ext uri="{FF2B5EF4-FFF2-40B4-BE49-F238E27FC236}">
                <a16:creationId xmlns:a16="http://schemas.microsoft.com/office/drawing/2014/main" id="{8119EF60-CC81-200B-7FB0-B2E169215B6F}"/>
              </a:ext>
            </a:extLst>
          </p:cNvPr>
          <p:cNvSpPr>
            <a:spLocks noChangeShapeType="1"/>
          </p:cNvSpPr>
          <p:nvPr/>
        </p:nvSpPr>
        <p:spPr bwMode="auto">
          <a:xfrm>
            <a:off x="5105400" y="3200400"/>
            <a:ext cx="138113" cy="414338"/>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72" name="Line 1068">
            <a:extLst>
              <a:ext uri="{FF2B5EF4-FFF2-40B4-BE49-F238E27FC236}">
                <a16:creationId xmlns:a16="http://schemas.microsoft.com/office/drawing/2014/main" id="{70576E2C-C0A1-FF89-C192-74DA0FE2A9F7}"/>
              </a:ext>
            </a:extLst>
          </p:cNvPr>
          <p:cNvSpPr>
            <a:spLocks noChangeShapeType="1"/>
          </p:cNvSpPr>
          <p:nvPr/>
        </p:nvSpPr>
        <p:spPr bwMode="auto">
          <a:xfrm flipH="1">
            <a:off x="7543800" y="3200400"/>
            <a:ext cx="152400" cy="457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73" name="Oval 1069">
            <a:extLst>
              <a:ext uri="{FF2B5EF4-FFF2-40B4-BE49-F238E27FC236}">
                <a16:creationId xmlns:a16="http://schemas.microsoft.com/office/drawing/2014/main" id="{EA4B0DC2-2D0B-0318-DC57-D3918A5E184F}"/>
              </a:ext>
            </a:extLst>
          </p:cNvPr>
          <p:cNvSpPr>
            <a:spLocks noChangeArrowheads="1"/>
          </p:cNvSpPr>
          <p:nvPr/>
        </p:nvSpPr>
        <p:spPr bwMode="auto">
          <a:xfrm>
            <a:off x="7302500" y="3505200"/>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2574" name="Text Box 1070">
            <a:extLst>
              <a:ext uri="{FF2B5EF4-FFF2-40B4-BE49-F238E27FC236}">
                <a16:creationId xmlns:a16="http://schemas.microsoft.com/office/drawing/2014/main" id="{F4CC26C2-6A32-05BC-AD54-FF7BB5EF985C}"/>
              </a:ext>
            </a:extLst>
          </p:cNvPr>
          <p:cNvSpPr txBox="1">
            <a:spLocks noChangeArrowheads="1"/>
          </p:cNvSpPr>
          <p:nvPr/>
        </p:nvSpPr>
        <p:spPr bwMode="auto">
          <a:xfrm>
            <a:off x="7232650" y="3429000"/>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14</a:t>
            </a:r>
            <a:endParaRPr kumimoji="1" lang="en-US" altLang="zh-CN" sz="2400">
              <a:latin typeface="Times New Roman" panose="02020603050405020304" pitchFamily="18" charset="0"/>
              <a:ea typeface="宋体" panose="02010600030101010101" pitchFamily="2" charset="-122"/>
            </a:endParaRPr>
          </a:p>
        </p:txBody>
      </p:sp>
      <p:sp>
        <p:nvSpPr>
          <p:cNvPr id="22575" name="Rectangle 1071">
            <a:extLst>
              <a:ext uri="{FF2B5EF4-FFF2-40B4-BE49-F238E27FC236}">
                <a16:creationId xmlns:a16="http://schemas.microsoft.com/office/drawing/2014/main" id="{2BF31591-57B2-A6FA-9ED6-8B550727DD7E}"/>
              </a:ext>
            </a:extLst>
          </p:cNvPr>
          <p:cNvSpPr>
            <a:spLocks noChangeArrowheads="1"/>
          </p:cNvSpPr>
          <p:nvPr/>
        </p:nvSpPr>
        <p:spPr bwMode="auto">
          <a:xfrm>
            <a:off x="4114800" y="4373563"/>
            <a:ext cx="4495800" cy="457200"/>
          </a:xfrm>
          <a:prstGeom prst="rect">
            <a:avLst/>
          </a:prstGeom>
          <a:solidFill>
            <a:srgbClr val="FF7C80"/>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FF7C80"/>
            </a:extrusionClr>
            <a:contourClr>
              <a:srgbClr val="FF7C80"/>
            </a:contourClr>
          </a:sp3d>
        </p:spPr>
        <p:txBody>
          <a:bodyPr wrap="none" anchor="ctr">
            <a:flatTx/>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2576" name="Line 1072">
            <a:extLst>
              <a:ext uri="{FF2B5EF4-FFF2-40B4-BE49-F238E27FC236}">
                <a16:creationId xmlns:a16="http://schemas.microsoft.com/office/drawing/2014/main" id="{D7E25410-3C2D-1956-FA49-05E6CB9E892B}"/>
              </a:ext>
            </a:extLst>
          </p:cNvPr>
          <p:cNvSpPr>
            <a:spLocks noChangeShapeType="1"/>
          </p:cNvSpPr>
          <p:nvPr/>
        </p:nvSpPr>
        <p:spPr bwMode="auto">
          <a:xfrm>
            <a:off x="4419600" y="4373563"/>
            <a:ext cx="0" cy="45720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77" name="Text Box 1073">
            <a:extLst>
              <a:ext uri="{FF2B5EF4-FFF2-40B4-BE49-F238E27FC236}">
                <a16:creationId xmlns:a16="http://schemas.microsoft.com/office/drawing/2014/main" id="{FF1D390C-0388-0B78-3F50-8E94BF745A9D}"/>
              </a:ext>
            </a:extLst>
          </p:cNvPr>
          <p:cNvSpPr txBox="1">
            <a:spLocks noChangeArrowheads="1"/>
          </p:cNvSpPr>
          <p:nvPr/>
        </p:nvSpPr>
        <p:spPr bwMode="auto">
          <a:xfrm>
            <a:off x="4108450" y="4327525"/>
            <a:ext cx="45402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bg1"/>
                </a:solidFill>
                <a:latin typeface="Times New Roman" panose="02020603050405020304" pitchFamily="18" charset="0"/>
                <a:ea typeface="宋体" panose="02010600030101010101" pitchFamily="2" charset="-122"/>
              </a:rPr>
              <a:t>1 2  3 4     6 7  8 9        12    14</a:t>
            </a:r>
            <a:endParaRPr kumimoji="1" lang="en-US" altLang="zh-CN" sz="2800">
              <a:latin typeface="Times New Roman" panose="02020603050405020304" pitchFamily="18" charset="0"/>
              <a:ea typeface="宋体" panose="02010600030101010101" pitchFamily="2" charset="-122"/>
            </a:endParaRPr>
          </a:p>
        </p:txBody>
      </p:sp>
      <p:sp>
        <p:nvSpPr>
          <p:cNvPr id="22578" name="Line 1074">
            <a:extLst>
              <a:ext uri="{FF2B5EF4-FFF2-40B4-BE49-F238E27FC236}">
                <a16:creationId xmlns:a16="http://schemas.microsoft.com/office/drawing/2014/main" id="{54B40ACD-5007-8A54-5EDE-53E1E3C82230}"/>
              </a:ext>
            </a:extLst>
          </p:cNvPr>
          <p:cNvSpPr>
            <a:spLocks noChangeShapeType="1"/>
          </p:cNvSpPr>
          <p:nvPr/>
        </p:nvSpPr>
        <p:spPr bwMode="auto">
          <a:xfrm>
            <a:off x="4724400" y="4373563"/>
            <a:ext cx="0" cy="45720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79" name="Line 1075">
            <a:extLst>
              <a:ext uri="{FF2B5EF4-FFF2-40B4-BE49-F238E27FC236}">
                <a16:creationId xmlns:a16="http://schemas.microsoft.com/office/drawing/2014/main" id="{6B8C1833-F7DE-6A13-AC0B-9AB232C8AF85}"/>
              </a:ext>
            </a:extLst>
          </p:cNvPr>
          <p:cNvSpPr>
            <a:spLocks noChangeShapeType="1"/>
          </p:cNvSpPr>
          <p:nvPr/>
        </p:nvSpPr>
        <p:spPr bwMode="auto">
          <a:xfrm>
            <a:off x="5029200" y="4373563"/>
            <a:ext cx="0" cy="45720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80" name="Line 1076">
            <a:extLst>
              <a:ext uri="{FF2B5EF4-FFF2-40B4-BE49-F238E27FC236}">
                <a16:creationId xmlns:a16="http://schemas.microsoft.com/office/drawing/2014/main" id="{A2738A2B-C69A-74F2-5E09-A3F406D8AE5F}"/>
              </a:ext>
            </a:extLst>
          </p:cNvPr>
          <p:cNvSpPr>
            <a:spLocks noChangeShapeType="1"/>
          </p:cNvSpPr>
          <p:nvPr/>
        </p:nvSpPr>
        <p:spPr bwMode="auto">
          <a:xfrm>
            <a:off x="5334000" y="4373563"/>
            <a:ext cx="0" cy="45720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81" name="Line 1077">
            <a:extLst>
              <a:ext uri="{FF2B5EF4-FFF2-40B4-BE49-F238E27FC236}">
                <a16:creationId xmlns:a16="http://schemas.microsoft.com/office/drawing/2014/main" id="{62D11638-5D54-CDE9-4707-BEC89FD38D4C}"/>
              </a:ext>
            </a:extLst>
          </p:cNvPr>
          <p:cNvSpPr>
            <a:spLocks noChangeShapeType="1"/>
          </p:cNvSpPr>
          <p:nvPr/>
        </p:nvSpPr>
        <p:spPr bwMode="auto">
          <a:xfrm>
            <a:off x="5638800" y="4373563"/>
            <a:ext cx="0" cy="45720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82" name="Line 1078">
            <a:extLst>
              <a:ext uri="{FF2B5EF4-FFF2-40B4-BE49-F238E27FC236}">
                <a16:creationId xmlns:a16="http://schemas.microsoft.com/office/drawing/2014/main" id="{C1B3C7E6-1396-F5B6-B58F-8619BD17768C}"/>
              </a:ext>
            </a:extLst>
          </p:cNvPr>
          <p:cNvSpPr>
            <a:spLocks noChangeShapeType="1"/>
          </p:cNvSpPr>
          <p:nvPr/>
        </p:nvSpPr>
        <p:spPr bwMode="auto">
          <a:xfrm>
            <a:off x="5943600" y="4373563"/>
            <a:ext cx="0" cy="45720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83" name="Line 1079">
            <a:extLst>
              <a:ext uri="{FF2B5EF4-FFF2-40B4-BE49-F238E27FC236}">
                <a16:creationId xmlns:a16="http://schemas.microsoft.com/office/drawing/2014/main" id="{30B0188D-1809-D32A-AD6C-44264FCE43A7}"/>
              </a:ext>
            </a:extLst>
          </p:cNvPr>
          <p:cNvSpPr>
            <a:spLocks noChangeShapeType="1"/>
          </p:cNvSpPr>
          <p:nvPr/>
        </p:nvSpPr>
        <p:spPr bwMode="auto">
          <a:xfrm>
            <a:off x="6248400" y="4373563"/>
            <a:ext cx="0" cy="45720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84" name="Line 1080">
            <a:extLst>
              <a:ext uri="{FF2B5EF4-FFF2-40B4-BE49-F238E27FC236}">
                <a16:creationId xmlns:a16="http://schemas.microsoft.com/office/drawing/2014/main" id="{EA80FF0D-0CA5-47A0-3734-1798EEAAF171}"/>
              </a:ext>
            </a:extLst>
          </p:cNvPr>
          <p:cNvSpPr>
            <a:spLocks noChangeShapeType="1"/>
          </p:cNvSpPr>
          <p:nvPr/>
        </p:nvSpPr>
        <p:spPr bwMode="auto">
          <a:xfrm>
            <a:off x="6553200" y="4373563"/>
            <a:ext cx="0" cy="45720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85" name="Line 1081">
            <a:extLst>
              <a:ext uri="{FF2B5EF4-FFF2-40B4-BE49-F238E27FC236}">
                <a16:creationId xmlns:a16="http://schemas.microsoft.com/office/drawing/2014/main" id="{F97F599F-DBB1-CBBC-5947-3DD061F9EDEF}"/>
              </a:ext>
            </a:extLst>
          </p:cNvPr>
          <p:cNvSpPr>
            <a:spLocks noChangeShapeType="1"/>
          </p:cNvSpPr>
          <p:nvPr/>
        </p:nvSpPr>
        <p:spPr bwMode="auto">
          <a:xfrm>
            <a:off x="6858000" y="4373563"/>
            <a:ext cx="0" cy="45720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86" name="Line 1082">
            <a:extLst>
              <a:ext uri="{FF2B5EF4-FFF2-40B4-BE49-F238E27FC236}">
                <a16:creationId xmlns:a16="http://schemas.microsoft.com/office/drawing/2014/main" id="{660440C9-A795-400E-5B75-901C5E57BFA0}"/>
              </a:ext>
            </a:extLst>
          </p:cNvPr>
          <p:cNvSpPr>
            <a:spLocks noChangeShapeType="1"/>
          </p:cNvSpPr>
          <p:nvPr/>
        </p:nvSpPr>
        <p:spPr bwMode="auto">
          <a:xfrm flipV="1">
            <a:off x="4419600" y="4221163"/>
            <a:ext cx="152400" cy="1524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87" name="Line 1083">
            <a:extLst>
              <a:ext uri="{FF2B5EF4-FFF2-40B4-BE49-F238E27FC236}">
                <a16:creationId xmlns:a16="http://schemas.microsoft.com/office/drawing/2014/main" id="{4E06DACD-CB27-1E4C-3E06-922C33034F49}"/>
              </a:ext>
            </a:extLst>
          </p:cNvPr>
          <p:cNvSpPr>
            <a:spLocks noChangeShapeType="1"/>
          </p:cNvSpPr>
          <p:nvPr/>
        </p:nvSpPr>
        <p:spPr bwMode="auto">
          <a:xfrm flipV="1">
            <a:off x="4724400" y="4221163"/>
            <a:ext cx="152400" cy="1524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88" name="Line 1084">
            <a:extLst>
              <a:ext uri="{FF2B5EF4-FFF2-40B4-BE49-F238E27FC236}">
                <a16:creationId xmlns:a16="http://schemas.microsoft.com/office/drawing/2014/main" id="{384CDC84-AF12-B1C9-3D1E-190CCDB61446}"/>
              </a:ext>
            </a:extLst>
          </p:cNvPr>
          <p:cNvSpPr>
            <a:spLocks noChangeShapeType="1"/>
          </p:cNvSpPr>
          <p:nvPr/>
        </p:nvSpPr>
        <p:spPr bwMode="auto">
          <a:xfrm flipV="1">
            <a:off x="5029200" y="4221163"/>
            <a:ext cx="152400" cy="1524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89" name="Line 1085">
            <a:extLst>
              <a:ext uri="{FF2B5EF4-FFF2-40B4-BE49-F238E27FC236}">
                <a16:creationId xmlns:a16="http://schemas.microsoft.com/office/drawing/2014/main" id="{DD6A2B9E-F770-0FA4-A3A8-89619A4845FE}"/>
              </a:ext>
            </a:extLst>
          </p:cNvPr>
          <p:cNvSpPr>
            <a:spLocks noChangeShapeType="1"/>
          </p:cNvSpPr>
          <p:nvPr/>
        </p:nvSpPr>
        <p:spPr bwMode="auto">
          <a:xfrm flipV="1">
            <a:off x="5334000" y="4221163"/>
            <a:ext cx="152400" cy="1524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90" name="Line 1086">
            <a:extLst>
              <a:ext uri="{FF2B5EF4-FFF2-40B4-BE49-F238E27FC236}">
                <a16:creationId xmlns:a16="http://schemas.microsoft.com/office/drawing/2014/main" id="{7B4027D8-1031-17EA-7349-33585D666C18}"/>
              </a:ext>
            </a:extLst>
          </p:cNvPr>
          <p:cNvSpPr>
            <a:spLocks noChangeShapeType="1"/>
          </p:cNvSpPr>
          <p:nvPr/>
        </p:nvSpPr>
        <p:spPr bwMode="auto">
          <a:xfrm flipV="1">
            <a:off x="5638800" y="4221163"/>
            <a:ext cx="152400" cy="1524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91" name="Line 1087">
            <a:extLst>
              <a:ext uri="{FF2B5EF4-FFF2-40B4-BE49-F238E27FC236}">
                <a16:creationId xmlns:a16="http://schemas.microsoft.com/office/drawing/2014/main" id="{1879A494-A9BF-A176-B31E-1C4B98320AD5}"/>
              </a:ext>
            </a:extLst>
          </p:cNvPr>
          <p:cNvSpPr>
            <a:spLocks noChangeShapeType="1"/>
          </p:cNvSpPr>
          <p:nvPr/>
        </p:nvSpPr>
        <p:spPr bwMode="auto">
          <a:xfrm flipV="1">
            <a:off x="5943600" y="4221163"/>
            <a:ext cx="152400" cy="1524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92" name="Line 1088">
            <a:extLst>
              <a:ext uri="{FF2B5EF4-FFF2-40B4-BE49-F238E27FC236}">
                <a16:creationId xmlns:a16="http://schemas.microsoft.com/office/drawing/2014/main" id="{FB0621E9-9F99-764B-27AC-0BAB0F4986FF}"/>
              </a:ext>
            </a:extLst>
          </p:cNvPr>
          <p:cNvSpPr>
            <a:spLocks noChangeShapeType="1"/>
          </p:cNvSpPr>
          <p:nvPr/>
        </p:nvSpPr>
        <p:spPr bwMode="auto">
          <a:xfrm flipV="1">
            <a:off x="6248400" y="4221163"/>
            <a:ext cx="152400" cy="1524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93" name="Line 1089">
            <a:extLst>
              <a:ext uri="{FF2B5EF4-FFF2-40B4-BE49-F238E27FC236}">
                <a16:creationId xmlns:a16="http://schemas.microsoft.com/office/drawing/2014/main" id="{BB21C1B9-C891-2ABB-A319-D7AE2F797A28}"/>
              </a:ext>
            </a:extLst>
          </p:cNvPr>
          <p:cNvSpPr>
            <a:spLocks noChangeShapeType="1"/>
          </p:cNvSpPr>
          <p:nvPr/>
        </p:nvSpPr>
        <p:spPr bwMode="auto">
          <a:xfrm flipV="1">
            <a:off x="6553200" y="4221163"/>
            <a:ext cx="152400" cy="1524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94" name="Line 1090">
            <a:extLst>
              <a:ext uri="{FF2B5EF4-FFF2-40B4-BE49-F238E27FC236}">
                <a16:creationId xmlns:a16="http://schemas.microsoft.com/office/drawing/2014/main" id="{CB7BB349-0B81-F31F-D5FB-4FF1803CDB77}"/>
              </a:ext>
            </a:extLst>
          </p:cNvPr>
          <p:cNvSpPr>
            <a:spLocks noChangeShapeType="1"/>
          </p:cNvSpPr>
          <p:nvPr/>
        </p:nvSpPr>
        <p:spPr bwMode="auto">
          <a:xfrm flipV="1">
            <a:off x="6858000" y="4221163"/>
            <a:ext cx="152400" cy="1524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95" name="Line 1091">
            <a:extLst>
              <a:ext uri="{FF2B5EF4-FFF2-40B4-BE49-F238E27FC236}">
                <a16:creationId xmlns:a16="http://schemas.microsoft.com/office/drawing/2014/main" id="{9C792F0C-BA73-1432-0138-29DF02764ED2}"/>
              </a:ext>
            </a:extLst>
          </p:cNvPr>
          <p:cNvSpPr>
            <a:spLocks noChangeShapeType="1"/>
          </p:cNvSpPr>
          <p:nvPr/>
        </p:nvSpPr>
        <p:spPr bwMode="auto">
          <a:xfrm>
            <a:off x="7162800" y="4373563"/>
            <a:ext cx="0" cy="45720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96" name="Line 1092">
            <a:extLst>
              <a:ext uri="{FF2B5EF4-FFF2-40B4-BE49-F238E27FC236}">
                <a16:creationId xmlns:a16="http://schemas.microsoft.com/office/drawing/2014/main" id="{8B99C5CC-B4B6-0CC7-D0DD-9BE7B7024D49}"/>
              </a:ext>
            </a:extLst>
          </p:cNvPr>
          <p:cNvSpPr>
            <a:spLocks noChangeShapeType="1"/>
          </p:cNvSpPr>
          <p:nvPr/>
        </p:nvSpPr>
        <p:spPr bwMode="auto">
          <a:xfrm flipV="1">
            <a:off x="7162800" y="4221163"/>
            <a:ext cx="152400" cy="1524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97" name="Line 1093">
            <a:extLst>
              <a:ext uri="{FF2B5EF4-FFF2-40B4-BE49-F238E27FC236}">
                <a16:creationId xmlns:a16="http://schemas.microsoft.com/office/drawing/2014/main" id="{0F542CE6-4FF6-076E-D8B2-7F96325BDC8E}"/>
              </a:ext>
            </a:extLst>
          </p:cNvPr>
          <p:cNvSpPr>
            <a:spLocks noChangeShapeType="1"/>
          </p:cNvSpPr>
          <p:nvPr/>
        </p:nvSpPr>
        <p:spPr bwMode="auto">
          <a:xfrm>
            <a:off x="7467600" y="4373563"/>
            <a:ext cx="0" cy="45720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98" name="Line 1094">
            <a:extLst>
              <a:ext uri="{FF2B5EF4-FFF2-40B4-BE49-F238E27FC236}">
                <a16:creationId xmlns:a16="http://schemas.microsoft.com/office/drawing/2014/main" id="{866A2DA0-6FA9-EFC1-D85C-C877D02988FF}"/>
              </a:ext>
            </a:extLst>
          </p:cNvPr>
          <p:cNvSpPr>
            <a:spLocks noChangeShapeType="1"/>
          </p:cNvSpPr>
          <p:nvPr/>
        </p:nvSpPr>
        <p:spPr bwMode="auto">
          <a:xfrm flipV="1">
            <a:off x="7467600" y="4221163"/>
            <a:ext cx="152400" cy="1524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99" name="Line 1095">
            <a:extLst>
              <a:ext uri="{FF2B5EF4-FFF2-40B4-BE49-F238E27FC236}">
                <a16:creationId xmlns:a16="http://schemas.microsoft.com/office/drawing/2014/main" id="{4E5D9AE0-1A3A-BF60-2724-D0124817675E}"/>
              </a:ext>
            </a:extLst>
          </p:cNvPr>
          <p:cNvSpPr>
            <a:spLocks noChangeShapeType="1"/>
          </p:cNvSpPr>
          <p:nvPr/>
        </p:nvSpPr>
        <p:spPr bwMode="auto">
          <a:xfrm>
            <a:off x="7848600" y="4373563"/>
            <a:ext cx="0" cy="45720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00" name="Line 1096">
            <a:extLst>
              <a:ext uri="{FF2B5EF4-FFF2-40B4-BE49-F238E27FC236}">
                <a16:creationId xmlns:a16="http://schemas.microsoft.com/office/drawing/2014/main" id="{1279440E-E220-3DDC-2CD0-850F24A30175}"/>
              </a:ext>
            </a:extLst>
          </p:cNvPr>
          <p:cNvSpPr>
            <a:spLocks noChangeShapeType="1"/>
          </p:cNvSpPr>
          <p:nvPr/>
        </p:nvSpPr>
        <p:spPr bwMode="auto">
          <a:xfrm flipV="1">
            <a:off x="7848600" y="4221163"/>
            <a:ext cx="152400" cy="1524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01" name="Line 1097">
            <a:extLst>
              <a:ext uri="{FF2B5EF4-FFF2-40B4-BE49-F238E27FC236}">
                <a16:creationId xmlns:a16="http://schemas.microsoft.com/office/drawing/2014/main" id="{67D8EF34-4A49-FC04-AB7E-66693F139445}"/>
              </a:ext>
            </a:extLst>
          </p:cNvPr>
          <p:cNvSpPr>
            <a:spLocks noChangeShapeType="1"/>
          </p:cNvSpPr>
          <p:nvPr/>
        </p:nvSpPr>
        <p:spPr bwMode="auto">
          <a:xfrm>
            <a:off x="8153400" y="4373563"/>
            <a:ext cx="0" cy="45720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02" name="Line 1098">
            <a:extLst>
              <a:ext uri="{FF2B5EF4-FFF2-40B4-BE49-F238E27FC236}">
                <a16:creationId xmlns:a16="http://schemas.microsoft.com/office/drawing/2014/main" id="{AF23D2B4-5DED-CF00-9DF3-2C877F59BCF7}"/>
              </a:ext>
            </a:extLst>
          </p:cNvPr>
          <p:cNvSpPr>
            <a:spLocks noChangeShapeType="1"/>
          </p:cNvSpPr>
          <p:nvPr/>
        </p:nvSpPr>
        <p:spPr bwMode="auto">
          <a:xfrm flipV="1">
            <a:off x="8153400" y="4221163"/>
            <a:ext cx="152400" cy="1524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03" name="Oval 1099">
            <a:extLst>
              <a:ext uri="{FF2B5EF4-FFF2-40B4-BE49-F238E27FC236}">
                <a16:creationId xmlns:a16="http://schemas.microsoft.com/office/drawing/2014/main" id="{9A2C5EC4-ADDD-ED48-DA88-FD1F47BB94C7}"/>
              </a:ext>
            </a:extLst>
          </p:cNvPr>
          <p:cNvSpPr>
            <a:spLocks noChangeArrowheads="1"/>
          </p:cNvSpPr>
          <p:nvPr/>
        </p:nvSpPr>
        <p:spPr bwMode="auto">
          <a:xfrm>
            <a:off x="1524000" y="2209800"/>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2604" name="Oval 1100">
            <a:extLst>
              <a:ext uri="{FF2B5EF4-FFF2-40B4-BE49-F238E27FC236}">
                <a16:creationId xmlns:a16="http://schemas.microsoft.com/office/drawing/2014/main" id="{4AE63CB4-62B1-66ED-FA04-3AC8326F5B76}"/>
              </a:ext>
            </a:extLst>
          </p:cNvPr>
          <p:cNvSpPr>
            <a:spLocks noChangeArrowheads="1"/>
          </p:cNvSpPr>
          <p:nvPr/>
        </p:nvSpPr>
        <p:spPr bwMode="auto">
          <a:xfrm>
            <a:off x="1066800" y="2819400"/>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2605" name="Oval 1101">
            <a:extLst>
              <a:ext uri="{FF2B5EF4-FFF2-40B4-BE49-F238E27FC236}">
                <a16:creationId xmlns:a16="http://schemas.microsoft.com/office/drawing/2014/main" id="{DDC30FA4-3344-3BCF-6605-EB1DD35B75AC}"/>
              </a:ext>
            </a:extLst>
          </p:cNvPr>
          <p:cNvSpPr>
            <a:spLocks noChangeArrowheads="1"/>
          </p:cNvSpPr>
          <p:nvPr/>
        </p:nvSpPr>
        <p:spPr bwMode="auto">
          <a:xfrm>
            <a:off x="685800" y="3505200"/>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2606" name="Oval 1102">
            <a:extLst>
              <a:ext uri="{FF2B5EF4-FFF2-40B4-BE49-F238E27FC236}">
                <a16:creationId xmlns:a16="http://schemas.microsoft.com/office/drawing/2014/main" id="{8AF1C51B-901A-A7F8-2321-8555327449D1}"/>
              </a:ext>
            </a:extLst>
          </p:cNvPr>
          <p:cNvSpPr>
            <a:spLocks noChangeArrowheads="1"/>
          </p:cNvSpPr>
          <p:nvPr/>
        </p:nvSpPr>
        <p:spPr bwMode="auto">
          <a:xfrm>
            <a:off x="1219200" y="3505200"/>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2607" name="Oval 1103">
            <a:extLst>
              <a:ext uri="{FF2B5EF4-FFF2-40B4-BE49-F238E27FC236}">
                <a16:creationId xmlns:a16="http://schemas.microsoft.com/office/drawing/2014/main" id="{9CCBF964-CBDE-A821-8C6D-6239E34E6B7B}"/>
              </a:ext>
            </a:extLst>
          </p:cNvPr>
          <p:cNvSpPr>
            <a:spLocks noChangeArrowheads="1"/>
          </p:cNvSpPr>
          <p:nvPr/>
        </p:nvSpPr>
        <p:spPr bwMode="auto">
          <a:xfrm>
            <a:off x="1752600" y="3505200"/>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2608" name="Oval 1104">
            <a:extLst>
              <a:ext uri="{FF2B5EF4-FFF2-40B4-BE49-F238E27FC236}">
                <a16:creationId xmlns:a16="http://schemas.microsoft.com/office/drawing/2014/main" id="{1BD5A27D-EE93-4B94-AB13-80DB3797F62E}"/>
              </a:ext>
            </a:extLst>
          </p:cNvPr>
          <p:cNvSpPr>
            <a:spLocks noChangeArrowheads="1"/>
          </p:cNvSpPr>
          <p:nvPr/>
        </p:nvSpPr>
        <p:spPr bwMode="auto">
          <a:xfrm>
            <a:off x="1981200" y="2819400"/>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2609" name="Text Box 1105">
            <a:extLst>
              <a:ext uri="{FF2B5EF4-FFF2-40B4-BE49-F238E27FC236}">
                <a16:creationId xmlns:a16="http://schemas.microsoft.com/office/drawing/2014/main" id="{90331E8D-B421-F8D2-6E91-42990E937543}"/>
              </a:ext>
            </a:extLst>
          </p:cNvPr>
          <p:cNvSpPr txBox="1">
            <a:spLocks noChangeArrowheads="1"/>
          </p:cNvSpPr>
          <p:nvPr/>
        </p:nvSpPr>
        <p:spPr bwMode="auto">
          <a:xfrm>
            <a:off x="1543050" y="21478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22610" name="Text Box 1106">
            <a:extLst>
              <a:ext uri="{FF2B5EF4-FFF2-40B4-BE49-F238E27FC236}">
                <a16:creationId xmlns:a16="http://schemas.microsoft.com/office/drawing/2014/main" id="{10CB3241-82DA-9993-B4F4-1F93C8098D55}"/>
              </a:ext>
            </a:extLst>
          </p:cNvPr>
          <p:cNvSpPr txBox="1">
            <a:spLocks noChangeArrowheads="1"/>
          </p:cNvSpPr>
          <p:nvPr/>
        </p:nvSpPr>
        <p:spPr bwMode="auto">
          <a:xfrm>
            <a:off x="1085850" y="27574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4</a:t>
            </a:r>
            <a:endParaRPr kumimoji="1" lang="en-US" altLang="zh-CN" sz="2400">
              <a:latin typeface="Times New Roman" panose="02020603050405020304" pitchFamily="18" charset="0"/>
              <a:ea typeface="宋体" panose="02010600030101010101" pitchFamily="2" charset="-122"/>
            </a:endParaRPr>
          </a:p>
        </p:txBody>
      </p:sp>
      <p:sp>
        <p:nvSpPr>
          <p:cNvPr id="22611" name="Text Box 1107">
            <a:extLst>
              <a:ext uri="{FF2B5EF4-FFF2-40B4-BE49-F238E27FC236}">
                <a16:creationId xmlns:a16="http://schemas.microsoft.com/office/drawing/2014/main" id="{F105DBC2-29E1-399E-EC8D-7F514BB7BDB3}"/>
              </a:ext>
            </a:extLst>
          </p:cNvPr>
          <p:cNvSpPr txBox="1">
            <a:spLocks noChangeArrowheads="1"/>
          </p:cNvSpPr>
          <p:nvPr/>
        </p:nvSpPr>
        <p:spPr bwMode="auto">
          <a:xfrm>
            <a:off x="762000" y="35052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8</a:t>
            </a:r>
            <a:endParaRPr kumimoji="1" lang="en-US" altLang="zh-CN" sz="2400">
              <a:latin typeface="Times New Roman" panose="02020603050405020304" pitchFamily="18" charset="0"/>
              <a:ea typeface="宋体" panose="02010600030101010101" pitchFamily="2" charset="-122"/>
            </a:endParaRPr>
          </a:p>
        </p:txBody>
      </p:sp>
      <p:sp>
        <p:nvSpPr>
          <p:cNvPr id="22612" name="Text Box 1108">
            <a:extLst>
              <a:ext uri="{FF2B5EF4-FFF2-40B4-BE49-F238E27FC236}">
                <a16:creationId xmlns:a16="http://schemas.microsoft.com/office/drawing/2014/main" id="{9CE79DAD-FC85-110D-001A-0909F0FD9842}"/>
              </a:ext>
            </a:extLst>
          </p:cNvPr>
          <p:cNvSpPr txBox="1">
            <a:spLocks noChangeArrowheads="1"/>
          </p:cNvSpPr>
          <p:nvPr/>
        </p:nvSpPr>
        <p:spPr bwMode="auto">
          <a:xfrm>
            <a:off x="1238250" y="35052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9</a:t>
            </a:r>
            <a:endParaRPr kumimoji="1" lang="en-US" altLang="zh-CN" sz="2400">
              <a:latin typeface="Times New Roman" panose="02020603050405020304" pitchFamily="18" charset="0"/>
              <a:ea typeface="宋体" panose="02010600030101010101" pitchFamily="2" charset="-122"/>
            </a:endParaRPr>
          </a:p>
        </p:txBody>
      </p:sp>
      <p:sp>
        <p:nvSpPr>
          <p:cNvPr id="22613" name="Text Box 1109">
            <a:extLst>
              <a:ext uri="{FF2B5EF4-FFF2-40B4-BE49-F238E27FC236}">
                <a16:creationId xmlns:a16="http://schemas.microsoft.com/office/drawing/2014/main" id="{3614DFB9-AE73-1C2C-2AFB-A3B3553EB492}"/>
              </a:ext>
            </a:extLst>
          </p:cNvPr>
          <p:cNvSpPr txBox="1">
            <a:spLocks noChangeArrowheads="1"/>
          </p:cNvSpPr>
          <p:nvPr/>
        </p:nvSpPr>
        <p:spPr bwMode="auto">
          <a:xfrm>
            <a:off x="1739900" y="3505200"/>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10</a:t>
            </a:r>
            <a:endParaRPr kumimoji="1" lang="en-US" altLang="zh-CN" sz="2400">
              <a:latin typeface="Times New Roman" panose="02020603050405020304" pitchFamily="18" charset="0"/>
              <a:ea typeface="宋体" panose="02010600030101010101" pitchFamily="2" charset="-122"/>
            </a:endParaRPr>
          </a:p>
        </p:txBody>
      </p:sp>
      <p:sp>
        <p:nvSpPr>
          <p:cNvPr id="22614" name="Text Box 1110">
            <a:extLst>
              <a:ext uri="{FF2B5EF4-FFF2-40B4-BE49-F238E27FC236}">
                <a16:creationId xmlns:a16="http://schemas.microsoft.com/office/drawing/2014/main" id="{570A08D7-83CD-B3CE-3E4E-8EC8F0767174}"/>
              </a:ext>
            </a:extLst>
          </p:cNvPr>
          <p:cNvSpPr txBox="1">
            <a:spLocks noChangeArrowheads="1"/>
          </p:cNvSpPr>
          <p:nvPr/>
        </p:nvSpPr>
        <p:spPr bwMode="auto">
          <a:xfrm>
            <a:off x="2000250" y="27574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22615" name="Oval 1111">
            <a:extLst>
              <a:ext uri="{FF2B5EF4-FFF2-40B4-BE49-F238E27FC236}">
                <a16:creationId xmlns:a16="http://schemas.microsoft.com/office/drawing/2014/main" id="{12BFD583-61EE-FBDA-114C-41D081142F53}"/>
              </a:ext>
            </a:extLst>
          </p:cNvPr>
          <p:cNvSpPr>
            <a:spLocks noChangeArrowheads="1"/>
          </p:cNvSpPr>
          <p:nvPr/>
        </p:nvSpPr>
        <p:spPr bwMode="auto">
          <a:xfrm>
            <a:off x="2895600" y="2819400"/>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2616" name="Oval 1112">
            <a:extLst>
              <a:ext uri="{FF2B5EF4-FFF2-40B4-BE49-F238E27FC236}">
                <a16:creationId xmlns:a16="http://schemas.microsoft.com/office/drawing/2014/main" id="{93A477F1-11EE-596F-09D8-F3D9F2BD9CA5}"/>
              </a:ext>
            </a:extLst>
          </p:cNvPr>
          <p:cNvSpPr>
            <a:spLocks noChangeArrowheads="1"/>
          </p:cNvSpPr>
          <p:nvPr/>
        </p:nvSpPr>
        <p:spPr bwMode="auto">
          <a:xfrm>
            <a:off x="3352800" y="2209800"/>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2617" name="Oval 1113">
            <a:extLst>
              <a:ext uri="{FF2B5EF4-FFF2-40B4-BE49-F238E27FC236}">
                <a16:creationId xmlns:a16="http://schemas.microsoft.com/office/drawing/2014/main" id="{ACF1681F-BB52-1FC0-00C5-11E60AB6647A}"/>
              </a:ext>
            </a:extLst>
          </p:cNvPr>
          <p:cNvSpPr>
            <a:spLocks noChangeArrowheads="1"/>
          </p:cNvSpPr>
          <p:nvPr/>
        </p:nvSpPr>
        <p:spPr bwMode="auto">
          <a:xfrm>
            <a:off x="3733800" y="2819400"/>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2618" name="Text Box 1114">
            <a:extLst>
              <a:ext uri="{FF2B5EF4-FFF2-40B4-BE49-F238E27FC236}">
                <a16:creationId xmlns:a16="http://schemas.microsoft.com/office/drawing/2014/main" id="{7E91C869-FC51-6853-34F9-FBCF0D384126}"/>
              </a:ext>
            </a:extLst>
          </p:cNvPr>
          <p:cNvSpPr txBox="1">
            <a:spLocks noChangeArrowheads="1"/>
          </p:cNvSpPr>
          <p:nvPr/>
        </p:nvSpPr>
        <p:spPr bwMode="auto">
          <a:xfrm>
            <a:off x="2914650" y="27574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6</a:t>
            </a:r>
            <a:endParaRPr kumimoji="1" lang="en-US" altLang="zh-CN" sz="2400">
              <a:latin typeface="Times New Roman" panose="02020603050405020304" pitchFamily="18" charset="0"/>
              <a:ea typeface="宋体" panose="02010600030101010101" pitchFamily="2" charset="-122"/>
            </a:endParaRPr>
          </a:p>
        </p:txBody>
      </p:sp>
      <p:sp>
        <p:nvSpPr>
          <p:cNvPr id="22619" name="Text Box 1115">
            <a:extLst>
              <a:ext uri="{FF2B5EF4-FFF2-40B4-BE49-F238E27FC236}">
                <a16:creationId xmlns:a16="http://schemas.microsoft.com/office/drawing/2014/main" id="{EC3FACDC-D607-2D91-FFA4-2123580E8864}"/>
              </a:ext>
            </a:extLst>
          </p:cNvPr>
          <p:cNvSpPr txBox="1">
            <a:spLocks noChangeArrowheads="1"/>
          </p:cNvSpPr>
          <p:nvPr/>
        </p:nvSpPr>
        <p:spPr bwMode="auto">
          <a:xfrm>
            <a:off x="3752850" y="27574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7</a:t>
            </a:r>
            <a:endParaRPr kumimoji="1" lang="en-US" altLang="zh-CN" sz="2400">
              <a:latin typeface="Times New Roman" panose="02020603050405020304" pitchFamily="18" charset="0"/>
              <a:ea typeface="宋体" panose="02010600030101010101" pitchFamily="2" charset="-122"/>
            </a:endParaRPr>
          </a:p>
        </p:txBody>
      </p:sp>
      <p:sp>
        <p:nvSpPr>
          <p:cNvPr id="22620" name="Text Box 1116">
            <a:extLst>
              <a:ext uri="{FF2B5EF4-FFF2-40B4-BE49-F238E27FC236}">
                <a16:creationId xmlns:a16="http://schemas.microsoft.com/office/drawing/2014/main" id="{D419B79F-34E2-24DC-83B0-3F0442C18C46}"/>
              </a:ext>
            </a:extLst>
          </p:cNvPr>
          <p:cNvSpPr txBox="1">
            <a:spLocks noChangeArrowheads="1"/>
          </p:cNvSpPr>
          <p:nvPr/>
        </p:nvSpPr>
        <p:spPr bwMode="auto">
          <a:xfrm>
            <a:off x="3371850" y="21478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22621" name="Oval 1117">
            <a:extLst>
              <a:ext uri="{FF2B5EF4-FFF2-40B4-BE49-F238E27FC236}">
                <a16:creationId xmlns:a16="http://schemas.microsoft.com/office/drawing/2014/main" id="{87E34CFB-FCD3-8E32-D007-6096C72A6D31}"/>
              </a:ext>
            </a:extLst>
          </p:cNvPr>
          <p:cNvSpPr>
            <a:spLocks noChangeArrowheads="1"/>
          </p:cNvSpPr>
          <p:nvPr/>
        </p:nvSpPr>
        <p:spPr bwMode="auto">
          <a:xfrm>
            <a:off x="6248400" y="1676400"/>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2622" name="Oval 1118">
            <a:extLst>
              <a:ext uri="{FF2B5EF4-FFF2-40B4-BE49-F238E27FC236}">
                <a16:creationId xmlns:a16="http://schemas.microsoft.com/office/drawing/2014/main" id="{6BA1DA4D-66E6-EFED-5FCA-59CB224BE8A6}"/>
              </a:ext>
            </a:extLst>
          </p:cNvPr>
          <p:cNvSpPr>
            <a:spLocks noChangeArrowheads="1"/>
          </p:cNvSpPr>
          <p:nvPr/>
        </p:nvSpPr>
        <p:spPr bwMode="auto">
          <a:xfrm>
            <a:off x="5334000" y="2209800"/>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2623" name="Oval 1119">
            <a:extLst>
              <a:ext uri="{FF2B5EF4-FFF2-40B4-BE49-F238E27FC236}">
                <a16:creationId xmlns:a16="http://schemas.microsoft.com/office/drawing/2014/main" id="{D9E93A4C-CF1F-F305-7A5C-B59E8F3E5751}"/>
              </a:ext>
            </a:extLst>
          </p:cNvPr>
          <p:cNvSpPr>
            <a:spLocks noChangeArrowheads="1"/>
          </p:cNvSpPr>
          <p:nvPr/>
        </p:nvSpPr>
        <p:spPr bwMode="auto">
          <a:xfrm>
            <a:off x="7086600" y="2209800"/>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2624" name="Text Box 1120">
            <a:extLst>
              <a:ext uri="{FF2B5EF4-FFF2-40B4-BE49-F238E27FC236}">
                <a16:creationId xmlns:a16="http://schemas.microsoft.com/office/drawing/2014/main" id="{56438C97-846E-A655-0E91-0C9FCD86C91C}"/>
              </a:ext>
            </a:extLst>
          </p:cNvPr>
          <p:cNvSpPr txBox="1">
            <a:spLocks noChangeArrowheads="1"/>
          </p:cNvSpPr>
          <p:nvPr/>
        </p:nvSpPr>
        <p:spPr bwMode="auto">
          <a:xfrm>
            <a:off x="6267450" y="16144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22625" name="Text Box 1121">
            <a:extLst>
              <a:ext uri="{FF2B5EF4-FFF2-40B4-BE49-F238E27FC236}">
                <a16:creationId xmlns:a16="http://schemas.microsoft.com/office/drawing/2014/main" id="{958EDD38-49A0-7927-39E3-13C23EF3C92F}"/>
              </a:ext>
            </a:extLst>
          </p:cNvPr>
          <p:cNvSpPr txBox="1">
            <a:spLocks noChangeArrowheads="1"/>
          </p:cNvSpPr>
          <p:nvPr/>
        </p:nvSpPr>
        <p:spPr bwMode="auto">
          <a:xfrm>
            <a:off x="5353050" y="21478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22626" name="Text Box 1122">
            <a:extLst>
              <a:ext uri="{FF2B5EF4-FFF2-40B4-BE49-F238E27FC236}">
                <a16:creationId xmlns:a16="http://schemas.microsoft.com/office/drawing/2014/main" id="{BBB2F1FB-4ACC-6FA9-B483-1A5738E15486}"/>
              </a:ext>
            </a:extLst>
          </p:cNvPr>
          <p:cNvSpPr txBox="1">
            <a:spLocks noChangeArrowheads="1"/>
          </p:cNvSpPr>
          <p:nvPr/>
        </p:nvSpPr>
        <p:spPr bwMode="auto">
          <a:xfrm>
            <a:off x="7105650" y="21478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22627" name="Oval 1123">
            <a:extLst>
              <a:ext uri="{FF2B5EF4-FFF2-40B4-BE49-F238E27FC236}">
                <a16:creationId xmlns:a16="http://schemas.microsoft.com/office/drawing/2014/main" id="{315F9684-9F41-F42D-8A3E-B378642C94BA}"/>
              </a:ext>
            </a:extLst>
          </p:cNvPr>
          <p:cNvSpPr>
            <a:spLocks noChangeArrowheads="1"/>
          </p:cNvSpPr>
          <p:nvPr/>
        </p:nvSpPr>
        <p:spPr bwMode="auto">
          <a:xfrm>
            <a:off x="6705600" y="2819400"/>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2628" name="Oval 1124">
            <a:extLst>
              <a:ext uri="{FF2B5EF4-FFF2-40B4-BE49-F238E27FC236}">
                <a16:creationId xmlns:a16="http://schemas.microsoft.com/office/drawing/2014/main" id="{FBC5C2E9-6AF1-9AFE-69A0-57E03BAE8AFB}"/>
              </a:ext>
            </a:extLst>
          </p:cNvPr>
          <p:cNvSpPr>
            <a:spLocks noChangeArrowheads="1"/>
          </p:cNvSpPr>
          <p:nvPr/>
        </p:nvSpPr>
        <p:spPr bwMode="auto">
          <a:xfrm>
            <a:off x="7543800" y="2819400"/>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2629" name="Text Box 1125">
            <a:extLst>
              <a:ext uri="{FF2B5EF4-FFF2-40B4-BE49-F238E27FC236}">
                <a16:creationId xmlns:a16="http://schemas.microsoft.com/office/drawing/2014/main" id="{4DF12273-48D2-6AD5-DEC6-B333296E8C9D}"/>
              </a:ext>
            </a:extLst>
          </p:cNvPr>
          <p:cNvSpPr txBox="1">
            <a:spLocks noChangeArrowheads="1"/>
          </p:cNvSpPr>
          <p:nvPr/>
        </p:nvSpPr>
        <p:spPr bwMode="auto">
          <a:xfrm>
            <a:off x="7620000" y="27574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7</a:t>
            </a:r>
            <a:endParaRPr kumimoji="1" lang="en-US" altLang="zh-CN" sz="2400">
              <a:latin typeface="Times New Roman" panose="02020603050405020304" pitchFamily="18" charset="0"/>
              <a:ea typeface="宋体" panose="02010600030101010101" pitchFamily="2" charset="-122"/>
            </a:endParaRPr>
          </a:p>
        </p:txBody>
      </p:sp>
      <p:sp>
        <p:nvSpPr>
          <p:cNvPr id="22630" name="Text Box 1126">
            <a:extLst>
              <a:ext uri="{FF2B5EF4-FFF2-40B4-BE49-F238E27FC236}">
                <a16:creationId xmlns:a16="http://schemas.microsoft.com/office/drawing/2014/main" id="{8C71C439-CE0B-E22B-3D8C-D42473A04FA2}"/>
              </a:ext>
            </a:extLst>
          </p:cNvPr>
          <p:cNvSpPr txBox="1">
            <a:spLocks noChangeArrowheads="1"/>
          </p:cNvSpPr>
          <p:nvPr/>
        </p:nvSpPr>
        <p:spPr bwMode="auto">
          <a:xfrm>
            <a:off x="6705600" y="27574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6</a:t>
            </a:r>
            <a:endParaRPr kumimoji="1" lang="en-US" altLang="zh-CN" sz="2400">
              <a:latin typeface="Times New Roman" panose="02020603050405020304" pitchFamily="18" charset="0"/>
              <a:ea typeface="宋体" panose="02010600030101010101" pitchFamily="2" charset="-122"/>
            </a:endParaRPr>
          </a:p>
        </p:txBody>
      </p:sp>
      <p:sp>
        <p:nvSpPr>
          <p:cNvPr id="22631" name="Oval 1127">
            <a:extLst>
              <a:ext uri="{FF2B5EF4-FFF2-40B4-BE49-F238E27FC236}">
                <a16:creationId xmlns:a16="http://schemas.microsoft.com/office/drawing/2014/main" id="{594353B6-4F6E-D97A-836B-0233AF69F2B5}"/>
              </a:ext>
            </a:extLst>
          </p:cNvPr>
          <p:cNvSpPr>
            <a:spLocks noChangeArrowheads="1"/>
          </p:cNvSpPr>
          <p:nvPr/>
        </p:nvSpPr>
        <p:spPr bwMode="auto">
          <a:xfrm>
            <a:off x="4800600" y="2819400"/>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2632" name="Text Box 1128">
            <a:extLst>
              <a:ext uri="{FF2B5EF4-FFF2-40B4-BE49-F238E27FC236}">
                <a16:creationId xmlns:a16="http://schemas.microsoft.com/office/drawing/2014/main" id="{71B9853E-7171-8E52-587E-4440E9BF4F4E}"/>
              </a:ext>
            </a:extLst>
          </p:cNvPr>
          <p:cNvSpPr txBox="1">
            <a:spLocks noChangeArrowheads="1"/>
          </p:cNvSpPr>
          <p:nvPr/>
        </p:nvSpPr>
        <p:spPr bwMode="auto">
          <a:xfrm>
            <a:off x="4819650" y="27574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4</a:t>
            </a:r>
            <a:endParaRPr kumimoji="1" lang="en-US" altLang="zh-CN" sz="2400">
              <a:latin typeface="Times New Roman" panose="02020603050405020304" pitchFamily="18" charset="0"/>
              <a:ea typeface="宋体" panose="02010600030101010101" pitchFamily="2" charset="-122"/>
            </a:endParaRPr>
          </a:p>
        </p:txBody>
      </p:sp>
      <p:sp>
        <p:nvSpPr>
          <p:cNvPr id="22633" name="Oval 1129">
            <a:extLst>
              <a:ext uri="{FF2B5EF4-FFF2-40B4-BE49-F238E27FC236}">
                <a16:creationId xmlns:a16="http://schemas.microsoft.com/office/drawing/2014/main" id="{32B74036-06FD-698D-6966-264C9D31FFD3}"/>
              </a:ext>
            </a:extLst>
          </p:cNvPr>
          <p:cNvSpPr>
            <a:spLocks noChangeArrowheads="1"/>
          </p:cNvSpPr>
          <p:nvPr/>
        </p:nvSpPr>
        <p:spPr bwMode="auto">
          <a:xfrm>
            <a:off x="4419600" y="3505200"/>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2634" name="Text Box 1130">
            <a:extLst>
              <a:ext uri="{FF2B5EF4-FFF2-40B4-BE49-F238E27FC236}">
                <a16:creationId xmlns:a16="http://schemas.microsoft.com/office/drawing/2014/main" id="{72BE333B-7B36-F215-1A34-22699E6EA048}"/>
              </a:ext>
            </a:extLst>
          </p:cNvPr>
          <p:cNvSpPr txBox="1">
            <a:spLocks noChangeArrowheads="1"/>
          </p:cNvSpPr>
          <p:nvPr/>
        </p:nvSpPr>
        <p:spPr bwMode="auto">
          <a:xfrm>
            <a:off x="4438650" y="34432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8</a:t>
            </a:r>
            <a:endParaRPr kumimoji="1" lang="en-US" altLang="zh-CN" sz="2400">
              <a:latin typeface="Times New Roman" panose="02020603050405020304" pitchFamily="18" charset="0"/>
              <a:ea typeface="宋体" panose="02010600030101010101" pitchFamily="2" charset="-122"/>
            </a:endParaRPr>
          </a:p>
        </p:txBody>
      </p:sp>
      <p:sp>
        <p:nvSpPr>
          <p:cNvPr id="22635" name="Oval 1131">
            <a:extLst>
              <a:ext uri="{FF2B5EF4-FFF2-40B4-BE49-F238E27FC236}">
                <a16:creationId xmlns:a16="http://schemas.microsoft.com/office/drawing/2014/main" id="{C601A7FF-B3D8-A339-E596-31F534F7B75F}"/>
              </a:ext>
            </a:extLst>
          </p:cNvPr>
          <p:cNvSpPr>
            <a:spLocks noChangeArrowheads="1"/>
          </p:cNvSpPr>
          <p:nvPr/>
        </p:nvSpPr>
        <p:spPr bwMode="auto">
          <a:xfrm>
            <a:off x="5029200" y="3505200"/>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2636" name="Text Box 1132">
            <a:extLst>
              <a:ext uri="{FF2B5EF4-FFF2-40B4-BE49-F238E27FC236}">
                <a16:creationId xmlns:a16="http://schemas.microsoft.com/office/drawing/2014/main" id="{A38591F0-60BC-26FF-6AC2-30B3727CA320}"/>
              </a:ext>
            </a:extLst>
          </p:cNvPr>
          <p:cNvSpPr txBox="1">
            <a:spLocks noChangeArrowheads="1"/>
          </p:cNvSpPr>
          <p:nvPr/>
        </p:nvSpPr>
        <p:spPr bwMode="auto">
          <a:xfrm>
            <a:off x="5048250" y="34290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9</a:t>
            </a:r>
            <a:endParaRPr kumimoji="1" lang="en-US" altLang="zh-CN" sz="2400">
              <a:latin typeface="Times New Roman" panose="02020603050405020304" pitchFamily="18" charset="0"/>
              <a:ea typeface="宋体" panose="02010600030101010101" pitchFamily="2" charset="-122"/>
            </a:endParaRPr>
          </a:p>
        </p:txBody>
      </p:sp>
      <p:sp>
        <p:nvSpPr>
          <p:cNvPr id="22637" name="Oval 1133">
            <a:extLst>
              <a:ext uri="{FF2B5EF4-FFF2-40B4-BE49-F238E27FC236}">
                <a16:creationId xmlns:a16="http://schemas.microsoft.com/office/drawing/2014/main" id="{80B6797C-48A3-A1AD-1FB6-27F39C7F008E}"/>
              </a:ext>
            </a:extLst>
          </p:cNvPr>
          <p:cNvSpPr>
            <a:spLocks noChangeArrowheads="1"/>
          </p:cNvSpPr>
          <p:nvPr/>
        </p:nvSpPr>
        <p:spPr bwMode="auto">
          <a:xfrm>
            <a:off x="6388100" y="3505200"/>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2638" name="Text Box 1134">
            <a:extLst>
              <a:ext uri="{FF2B5EF4-FFF2-40B4-BE49-F238E27FC236}">
                <a16:creationId xmlns:a16="http://schemas.microsoft.com/office/drawing/2014/main" id="{3C20B351-A590-00A5-84E1-FC1E3F00BE95}"/>
              </a:ext>
            </a:extLst>
          </p:cNvPr>
          <p:cNvSpPr txBox="1">
            <a:spLocks noChangeArrowheads="1"/>
          </p:cNvSpPr>
          <p:nvPr/>
        </p:nvSpPr>
        <p:spPr bwMode="auto">
          <a:xfrm>
            <a:off x="6318250" y="3429000"/>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Times New Roman" panose="02020603050405020304" pitchFamily="18" charset="0"/>
                <a:ea typeface="宋体" panose="02010600030101010101" pitchFamily="2" charset="-122"/>
              </a:rPr>
              <a:t>12</a:t>
            </a:r>
            <a:endParaRPr kumimoji="1" lang="en-US" altLang="zh-CN" sz="2400">
              <a:latin typeface="Times New Roman" panose="02020603050405020304" pitchFamily="18" charset="0"/>
              <a:ea typeface="宋体" panose="02010600030101010101" pitchFamily="2" charset="-122"/>
            </a:endParaRPr>
          </a:p>
        </p:txBody>
      </p:sp>
      <p:sp>
        <p:nvSpPr>
          <p:cNvPr id="22639" name="Text Box 1135">
            <a:extLst>
              <a:ext uri="{FF2B5EF4-FFF2-40B4-BE49-F238E27FC236}">
                <a16:creationId xmlns:a16="http://schemas.microsoft.com/office/drawing/2014/main" id="{D73710E8-6E86-56C8-E740-213DE0A675FC}"/>
              </a:ext>
            </a:extLst>
          </p:cNvPr>
          <p:cNvSpPr txBox="1">
            <a:spLocks noChangeArrowheads="1"/>
          </p:cNvSpPr>
          <p:nvPr/>
        </p:nvSpPr>
        <p:spPr bwMode="auto">
          <a:xfrm>
            <a:off x="5734050" y="28336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2"/>
                </a:solidFill>
                <a:latin typeface="Times New Roman" panose="02020603050405020304" pitchFamily="18" charset="0"/>
                <a:ea typeface="宋体" panose="02010600030101010101" pitchFamily="2" charset="-122"/>
              </a:rPr>
              <a:t>5</a:t>
            </a:r>
            <a:endParaRPr kumimoji="1" lang="en-US" altLang="zh-CN" sz="2400">
              <a:solidFill>
                <a:schemeClr val="bg2"/>
              </a:solidFill>
              <a:latin typeface="Times New Roman" panose="02020603050405020304" pitchFamily="18" charset="0"/>
              <a:ea typeface="宋体" panose="02010600030101010101" pitchFamily="2" charset="-122"/>
            </a:endParaRPr>
          </a:p>
        </p:txBody>
      </p:sp>
      <p:sp>
        <p:nvSpPr>
          <p:cNvPr id="22640" name="Text Box 1136">
            <a:extLst>
              <a:ext uri="{FF2B5EF4-FFF2-40B4-BE49-F238E27FC236}">
                <a16:creationId xmlns:a16="http://schemas.microsoft.com/office/drawing/2014/main" id="{579D3F03-23F5-C642-D87E-8D6C6BABDF39}"/>
              </a:ext>
            </a:extLst>
          </p:cNvPr>
          <p:cNvSpPr txBox="1">
            <a:spLocks noChangeArrowheads="1"/>
          </p:cNvSpPr>
          <p:nvPr/>
        </p:nvSpPr>
        <p:spPr bwMode="auto">
          <a:xfrm>
            <a:off x="5416550" y="3443288"/>
            <a:ext cx="9842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2"/>
                </a:solidFill>
                <a:latin typeface="Times New Roman" panose="02020603050405020304" pitchFamily="18" charset="0"/>
                <a:ea typeface="宋体" panose="02010600030101010101" pitchFamily="2" charset="-122"/>
              </a:rPr>
              <a:t>10 11</a:t>
            </a:r>
          </a:p>
        </p:txBody>
      </p:sp>
      <p:sp>
        <p:nvSpPr>
          <p:cNvPr id="22641" name="Text Box 1137">
            <a:extLst>
              <a:ext uri="{FF2B5EF4-FFF2-40B4-BE49-F238E27FC236}">
                <a16:creationId xmlns:a16="http://schemas.microsoft.com/office/drawing/2014/main" id="{2EAD2BB5-C0FC-A049-BB09-657A4BEC4F44}"/>
              </a:ext>
            </a:extLst>
          </p:cNvPr>
          <p:cNvSpPr txBox="1">
            <a:spLocks noChangeArrowheads="1"/>
          </p:cNvSpPr>
          <p:nvPr/>
        </p:nvSpPr>
        <p:spPr bwMode="auto">
          <a:xfrm>
            <a:off x="6781800" y="34432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a:solidFill>
                  <a:schemeClr val="bg2"/>
                </a:solidFill>
                <a:latin typeface="Times New Roman" panose="02020603050405020304" pitchFamily="18" charset="0"/>
                <a:ea typeface="宋体" panose="02010600030101010101" pitchFamily="2" charset="-122"/>
              </a:rPr>
              <a:t>13</a:t>
            </a:r>
            <a:endParaRPr kumimoji="1" lang="en-US" altLang="zh-CN" sz="2400">
              <a:latin typeface="Times New Roman" panose="02020603050405020304" pitchFamily="18" charset="0"/>
              <a:ea typeface="宋体" panose="02010600030101010101" pitchFamily="2" charset="-122"/>
            </a:endParaRPr>
          </a:p>
        </p:txBody>
      </p:sp>
      <p:sp>
        <p:nvSpPr>
          <p:cNvPr id="22642" name="Line 1138">
            <a:extLst>
              <a:ext uri="{FF2B5EF4-FFF2-40B4-BE49-F238E27FC236}">
                <a16:creationId xmlns:a16="http://schemas.microsoft.com/office/drawing/2014/main" id="{D90BE459-826F-2CE5-EBBA-63EE7CB074FC}"/>
              </a:ext>
            </a:extLst>
          </p:cNvPr>
          <p:cNvSpPr>
            <a:spLocks noChangeShapeType="1"/>
          </p:cNvSpPr>
          <p:nvPr/>
        </p:nvSpPr>
        <p:spPr bwMode="auto">
          <a:xfrm flipH="1">
            <a:off x="5791200" y="3276600"/>
            <a:ext cx="76200" cy="228600"/>
          </a:xfrm>
          <a:prstGeom prst="line">
            <a:avLst/>
          </a:prstGeom>
          <a:noFill/>
          <a:ln w="38100" cap="rnd">
            <a:solidFill>
              <a:schemeClr val="bg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43" name="Line 1139">
            <a:extLst>
              <a:ext uri="{FF2B5EF4-FFF2-40B4-BE49-F238E27FC236}">
                <a16:creationId xmlns:a16="http://schemas.microsoft.com/office/drawing/2014/main" id="{9DBDEBE5-4598-158A-BEC8-137922A0A53A}"/>
              </a:ext>
            </a:extLst>
          </p:cNvPr>
          <p:cNvSpPr>
            <a:spLocks noChangeShapeType="1"/>
          </p:cNvSpPr>
          <p:nvPr/>
        </p:nvSpPr>
        <p:spPr bwMode="auto">
          <a:xfrm>
            <a:off x="6019800" y="3276600"/>
            <a:ext cx="152400" cy="304800"/>
          </a:xfrm>
          <a:prstGeom prst="line">
            <a:avLst/>
          </a:prstGeom>
          <a:noFill/>
          <a:ln w="38100" cap="rnd">
            <a:solidFill>
              <a:schemeClr val="bg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44" name="Line 1140">
            <a:extLst>
              <a:ext uri="{FF2B5EF4-FFF2-40B4-BE49-F238E27FC236}">
                <a16:creationId xmlns:a16="http://schemas.microsoft.com/office/drawing/2014/main" id="{9B10DEDB-C5C2-92EE-E2DB-FE83EA1C6E45}"/>
              </a:ext>
            </a:extLst>
          </p:cNvPr>
          <p:cNvSpPr>
            <a:spLocks noChangeShapeType="1"/>
          </p:cNvSpPr>
          <p:nvPr/>
        </p:nvSpPr>
        <p:spPr bwMode="auto">
          <a:xfrm>
            <a:off x="7010400" y="3276600"/>
            <a:ext cx="76200" cy="304800"/>
          </a:xfrm>
          <a:prstGeom prst="line">
            <a:avLst/>
          </a:prstGeom>
          <a:noFill/>
          <a:ln w="38100" cap="rnd">
            <a:solidFill>
              <a:schemeClr val="bg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 name="标题 1">
            <a:extLst>
              <a:ext uri="{FF2B5EF4-FFF2-40B4-BE49-F238E27FC236}">
                <a16:creationId xmlns:a16="http://schemas.microsoft.com/office/drawing/2014/main" id="{B3AEE9CB-43E3-4D31-B586-15105104D8FD}"/>
              </a:ext>
            </a:extLst>
          </p:cNvPr>
          <p:cNvSpPr>
            <a:spLocks noGrp="1"/>
          </p:cNvSpPr>
          <p:nvPr>
            <p:ph type="title"/>
          </p:nvPr>
        </p:nvSpPr>
        <p:spPr/>
        <p:txBody>
          <a:bodyPr/>
          <a:lstStyle/>
          <a:p>
            <a:r>
              <a:rPr lang="en-US" altLang="zh-CN" dirty="0"/>
              <a:t>5.3.1 </a:t>
            </a:r>
            <a:r>
              <a:rPr lang="zh-CN" altLang="en-US" dirty="0"/>
              <a:t>二叉树的数组存储表示</a:t>
            </a:r>
          </a:p>
        </p:txBody>
      </p:sp>
      <p:sp>
        <p:nvSpPr>
          <p:cNvPr id="3" name="灯片编号占位符 2">
            <a:extLst>
              <a:ext uri="{FF2B5EF4-FFF2-40B4-BE49-F238E27FC236}">
                <a16:creationId xmlns:a16="http://schemas.microsoft.com/office/drawing/2014/main" id="{AE553391-AD83-E56F-0779-3BDA95F991E7}"/>
              </a:ext>
            </a:extLst>
          </p:cNvPr>
          <p:cNvSpPr>
            <a:spLocks noGrp="1"/>
          </p:cNvSpPr>
          <p:nvPr>
            <p:ph type="sldNum" sz="quarter" idx="12"/>
          </p:nvPr>
        </p:nvSpPr>
        <p:spPr/>
        <p:txBody>
          <a:bodyPr/>
          <a:lstStyle/>
          <a:p>
            <a:pPr>
              <a:defRPr/>
            </a:pPr>
            <a:fld id="{6DFA40DF-1FC0-4A1B-B86F-E962D94EFA14}" type="slidenum">
              <a:rPr lang="en-US" altLang="zh-CN" smtClean="0"/>
              <a:pPr>
                <a:defRPr/>
              </a:pPr>
              <a:t>17</a:t>
            </a:fld>
            <a:endParaRPr lang="en-US" altLang="zh-CN"/>
          </a:p>
        </p:txBody>
      </p:sp>
    </p:spTree>
  </p:cSld>
  <p:clrMapOvr>
    <a:masterClrMapping/>
  </p:clrMapOvr>
  <p:transition>
    <p:spli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A5084F4F-C4F0-4852-BF5D-45AA7509D718}"/>
              </a:ext>
            </a:extLst>
          </p:cNvPr>
          <p:cNvGrpSpPr/>
          <p:nvPr/>
        </p:nvGrpSpPr>
        <p:grpSpPr>
          <a:xfrm>
            <a:off x="827584" y="1412776"/>
            <a:ext cx="7029450" cy="4876800"/>
            <a:chOff x="361950" y="1219200"/>
            <a:chExt cx="7029450" cy="4876800"/>
          </a:xfrm>
        </p:grpSpPr>
        <p:sp>
          <p:nvSpPr>
            <p:cNvPr id="23554" name="Rectangle 2">
              <a:extLst>
                <a:ext uri="{FF2B5EF4-FFF2-40B4-BE49-F238E27FC236}">
                  <a16:creationId xmlns:a16="http://schemas.microsoft.com/office/drawing/2014/main" id="{56CFFFC2-30B0-842E-2DA7-BC2B5350FD8F}"/>
                </a:ext>
              </a:extLst>
            </p:cNvPr>
            <p:cNvSpPr>
              <a:spLocks noChangeArrowheads="1"/>
            </p:cNvSpPr>
            <p:nvPr/>
          </p:nvSpPr>
          <p:spPr bwMode="auto">
            <a:xfrm>
              <a:off x="2362200" y="5638800"/>
              <a:ext cx="5029200" cy="457200"/>
            </a:xfrm>
            <a:prstGeom prst="rect">
              <a:avLst/>
            </a:prstGeom>
            <a:solidFill>
              <a:srgbClr val="FF7C80"/>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FF7C80"/>
              </a:extrusionClr>
              <a:contourClr>
                <a:srgbClr val="FF7C80"/>
              </a:contourClr>
            </a:sp3d>
          </p:spPr>
          <p:txBody>
            <a:bodyPr wrap="none" anchor="ctr">
              <a:flatTx/>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3555" name="Line 3">
              <a:extLst>
                <a:ext uri="{FF2B5EF4-FFF2-40B4-BE49-F238E27FC236}">
                  <a16:creationId xmlns:a16="http://schemas.microsoft.com/office/drawing/2014/main" id="{4E82B1B8-1BDF-C86C-A972-013171568089}"/>
                </a:ext>
              </a:extLst>
            </p:cNvPr>
            <p:cNvSpPr>
              <a:spLocks noChangeShapeType="1"/>
            </p:cNvSpPr>
            <p:nvPr/>
          </p:nvSpPr>
          <p:spPr bwMode="auto">
            <a:xfrm>
              <a:off x="4343400" y="1600200"/>
              <a:ext cx="2438400" cy="22098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6" name="Rectangle 4">
              <a:extLst>
                <a:ext uri="{FF2B5EF4-FFF2-40B4-BE49-F238E27FC236}">
                  <a16:creationId xmlns:a16="http://schemas.microsoft.com/office/drawing/2014/main" id="{EB83FB7D-FF65-B931-48AE-B82ED445623A}"/>
                </a:ext>
              </a:extLst>
            </p:cNvPr>
            <p:cNvSpPr>
              <a:spLocks noChangeArrowheads="1"/>
            </p:cNvSpPr>
            <p:nvPr/>
          </p:nvSpPr>
          <p:spPr bwMode="auto">
            <a:xfrm>
              <a:off x="387350" y="4648200"/>
              <a:ext cx="4641850" cy="457200"/>
            </a:xfrm>
            <a:prstGeom prst="rect">
              <a:avLst/>
            </a:prstGeom>
            <a:solidFill>
              <a:srgbClr val="FF7C80"/>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FF7C80"/>
              </a:extrusionClr>
              <a:contourClr>
                <a:srgbClr val="FF7C80"/>
              </a:contourClr>
            </a:sp3d>
          </p:spPr>
          <p:txBody>
            <a:bodyPr wrap="none" anchor="ctr">
              <a:flatTx/>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3557" name="Text Box 5">
              <a:extLst>
                <a:ext uri="{FF2B5EF4-FFF2-40B4-BE49-F238E27FC236}">
                  <a16:creationId xmlns:a16="http://schemas.microsoft.com/office/drawing/2014/main" id="{02E45DFF-86BC-BA2E-685B-1C02DB0E0D15}"/>
                </a:ext>
              </a:extLst>
            </p:cNvPr>
            <p:cNvSpPr txBox="1">
              <a:spLocks noChangeArrowheads="1"/>
            </p:cNvSpPr>
            <p:nvPr/>
          </p:nvSpPr>
          <p:spPr bwMode="auto">
            <a:xfrm>
              <a:off x="361950" y="4602163"/>
              <a:ext cx="3460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bg1"/>
                  </a:solidFill>
                  <a:latin typeface="Arial Narrow" panose="020B0606020202030204" pitchFamily="34"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23558" name="Oval 6">
              <a:extLst>
                <a:ext uri="{FF2B5EF4-FFF2-40B4-BE49-F238E27FC236}">
                  <a16:creationId xmlns:a16="http://schemas.microsoft.com/office/drawing/2014/main" id="{A0EBAA57-89A8-2F87-9664-E7BF43FC2921}"/>
                </a:ext>
              </a:extLst>
            </p:cNvPr>
            <p:cNvSpPr>
              <a:spLocks noChangeArrowheads="1"/>
            </p:cNvSpPr>
            <p:nvPr/>
          </p:nvSpPr>
          <p:spPr bwMode="auto">
            <a:xfrm>
              <a:off x="4019550" y="1281113"/>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3559" name="Oval 7">
              <a:extLst>
                <a:ext uri="{FF2B5EF4-FFF2-40B4-BE49-F238E27FC236}">
                  <a16:creationId xmlns:a16="http://schemas.microsoft.com/office/drawing/2014/main" id="{CD57D154-EC70-BAFF-4ED3-66F69CC0C6A2}"/>
                </a:ext>
              </a:extLst>
            </p:cNvPr>
            <p:cNvSpPr>
              <a:spLocks noChangeArrowheads="1"/>
            </p:cNvSpPr>
            <p:nvPr/>
          </p:nvSpPr>
          <p:spPr bwMode="auto">
            <a:xfrm>
              <a:off x="4648200" y="1828800"/>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3560" name="Text Box 8">
              <a:extLst>
                <a:ext uri="{FF2B5EF4-FFF2-40B4-BE49-F238E27FC236}">
                  <a16:creationId xmlns:a16="http://schemas.microsoft.com/office/drawing/2014/main" id="{B78D06AF-2523-ACB9-541D-CF17427ED511}"/>
                </a:ext>
              </a:extLst>
            </p:cNvPr>
            <p:cNvSpPr txBox="1">
              <a:spLocks noChangeArrowheads="1"/>
            </p:cNvSpPr>
            <p:nvPr/>
          </p:nvSpPr>
          <p:spPr bwMode="auto">
            <a:xfrm>
              <a:off x="4046538" y="1219200"/>
              <a:ext cx="3460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Arial Narrow" panose="020B0606020202030204" pitchFamily="34"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23561" name="Text Box 9">
              <a:extLst>
                <a:ext uri="{FF2B5EF4-FFF2-40B4-BE49-F238E27FC236}">
                  <a16:creationId xmlns:a16="http://schemas.microsoft.com/office/drawing/2014/main" id="{6DDE05C7-3845-62F0-12F7-0375D5522765}"/>
                </a:ext>
              </a:extLst>
            </p:cNvPr>
            <p:cNvSpPr txBox="1">
              <a:spLocks noChangeArrowheads="1"/>
            </p:cNvSpPr>
            <p:nvPr/>
          </p:nvSpPr>
          <p:spPr bwMode="auto">
            <a:xfrm>
              <a:off x="4675188" y="1766888"/>
              <a:ext cx="3460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Arial Narrow" panose="020B0606020202030204" pitchFamily="34"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23562" name="Oval 10">
              <a:extLst>
                <a:ext uri="{FF2B5EF4-FFF2-40B4-BE49-F238E27FC236}">
                  <a16:creationId xmlns:a16="http://schemas.microsoft.com/office/drawing/2014/main" id="{9736F39C-440A-98C0-6A8B-33D62B1FFC14}"/>
                </a:ext>
              </a:extLst>
            </p:cNvPr>
            <p:cNvSpPr>
              <a:spLocks noChangeArrowheads="1"/>
            </p:cNvSpPr>
            <p:nvPr/>
          </p:nvSpPr>
          <p:spPr bwMode="auto">
            <a:xfrm>
              <a:off x="5943600" y="3048000"/>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3563" name="Oval 11">
              <a:extLst>
                <a:ext uri="{FF2B5EF4-FFF2-40B4-BE49-F238E27FC236}">
                  <a16:creationId xmlns:a16="http://schemas.microsoft.com/office/drawing/2014/main" id="{3588F8B5-03AC-934C-8E3D-4B04932FDF84}"/>
                </a:ext>
              </a:extLst>
            </p:cNvPr>
            <p:cNvSpPr>
              <a:spLocks noChangeArrowheads="1"/>
            </p:cNvSpPr>
            <p:nvPr/>
          </p:nvSpPr>
          <p:spPr bwMode="auto">
            <a:xfrm>
              <a:off x="5257800" y="2424113"/>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3564" name="Text Box 12">
              <a:extLst>
                <a:ext uri="{FF2B5EF4-FFF2-40B4-BE49-F238E27FC236}">
                  <a16:creationId xmlns:a16="http://schemas.microsoft.com/office/drawing/2014/main" id="{A4D2078D-C068-EDDA-7527-7005C368A55C}"/>
                </a:ext>
              </a:extLst>
            </p:cNvPr>
            <p:cNvSpPr txBox="1">
              <a:spLocks noChangeArrowheads="1"/>
            </p:cNvSpPr>
            <p:nvPr/>
          </p:nvSpPr>
          <p:spPr bwMode="auto">
            <a:xfrm>
              <a:off x="5284788" y="2362200"/>
              <a:ext cx="3460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Arial Narrow" panose="020B0606020202030204" pitchFamily="34" charset="0"/>
                  <a:ea typeface="宋体" panose="02010600030101010101" pitchFamily="2" charset="-122"/>
                </a:rPr>
                <a:t>7</a:t>
              </a:r>
              <a:endParaRPr kumimoji="1" lang="en-US" altLang="zh-CN" sz="2400">
                <a:latin typeface="Times New Roman" panose="02020603050405020304" pitchFamily="18" charset="0"/>
                <a:ea typeface="宋体" panose="02010600030101010101" pitchFamily="2" charset="-122"/>
              </a:endParaRPr>
            </a:p>
          </p:txBody>
        </p:sp>
        <p:sp>
          <p:nvSpPr>
            <p:cNvPr id="23565" name="Text Box 13">
              <a:extLst>
                <a:ext uri="{FF2B5EF4-FFF2-40B4-BE49-F238E27FC236}">
                  <a16:creationId xmlns:a16="http://schemas.microsoft.com/office/drawing/2014/main" id="{7E883862-E7FF-436F-CC97-58AF25FA47E7}"/>
                </a:ext>
              </a:extLst>
            </p:cNvPr>
            <p:cNvSpPr txBox="1">
              <a:spLocks noChangeArrowheads="1"/>
            </p:cNvSpPr>
            <p:nvPr/>
          </p:nvSpPr>
          <p:spPr bwMode="auto">
            <a:xfrm>
              <a:off x="5892800" y="2986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Arial Narrow" panose="020B0606020202030204" pitchFamily="34" charset="0"/>
                  <a:ea typeface="宋体" panose="02010600030101010101" pitchFamily="2" charset="-122"/>
                </a:rPr>
                <a:t>15</a:t>
              </a:r>
              <a:endParaRPr kumimoji="1" lang="en-US" altLang="zh-CN" sz="2400">
                <a:latin typeface="Times New Roman" panose="02020603050405020304" pitchFamily="18" charset="0"/>
                <a:ea typeface="宋体" panose="02010600030101010101" pitchFamily="2" charset="-122"/>
              </a:endParaRPr>
            </a:p>
          </p:txBody>
        </p:sp>
        <p:sp>
          <p:nvSpPr>
            <p:cNvPr id="23566" name="Line 14">
              <a:extLst>
                <a:ext uri="{FF2B5EF4-FFF2-40B4-BE49-F238E27FC236}">
                  <a16:creationId xmlns:a16="http://schemas.microsoft.com/office/drawing/2014/main" id="{082984B3-0523-EB7D-5D69-F834C1F33285}"/>
                </a:ext>
              </a:extLst>
            </p:cNvPr>
            <p:cNvSpPr>
              <a:spLocks noChangeShapeType="1"/>
            </p:cNvSpPr>
            <p:nvPr/>
          </p:nvSpPr>
          <p:spPr bwMode="auto">
            <a:xfrm>
              <a:off x="685800" y="4648200"/>
              <a:ext cx="0" cy="4572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67" name="Line 15">
              <a:extLst>
                <a:ext uri="{FF2B5EF4-FFF2-40B4-BE49-F238E27FC236}">
                  <a16:creationId xmlns:a16="http://schemas.microsoft.com/office/drawing/2014/main" id="{C7140B96-255D-3C29-57A7-6074078597E0}"/>
                </a:ext>
              </a:extLst>
            </p:cNvPr>
            <p:cNvSpPr>
              <a:spLocks noChangeShapeType="1"/>
            </p:cNvSpPr>
            <p:nvPr/>
          </p:nvSpPr>
          <p:spPr bwMode="auto">
            <a:xfrm flipV="1">
              <a:off x="685800" y="4495800"/>
              <a:ext cx="152400" cy="1524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68" name="Line 16">
              <a:extLst>
                <a:ext uri="{FF2B5EF4-FFF2-40B4-BE49-F238E27FC236}">
                  <a16:creationId xmlns:a16="http://schemas.microsoft.com/office/drawing/2014/main" id="{52C15D57-9E1C-1FE9-BFFC-37AA8B5751E0}"/>
                </a:ext>
              </a:extLst>
            </p:cNvPr>
            <p:cNvSpPr>
              <a:spLocks noChangeShapeType="1"/>
            </p:cNvSpPr>
            <p:nvPr/>
          </p:nvSpPr>
          <p:spPr bwMode="auto">
            <a:xfrm>
              <a:off x="990600" y="4648200"/>
              <a:ext cx="0" cy="4572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69" name="Line 17">
              <a:extLst>
                <a:ext uri="{FF2B5EF4-FFF2-40B4-BE49-F238E27FC236}">
                  <a16:creationId xmlns:a16="http://schemas.microsoft.com/office/drawing/2014/main" id="{734C66FF-50DD-4BE9-C2DC-C09AE28265A8}"/>
                </a:ext>
              </a:extLst>
            </p:cNvPr>
            <p:cNvSpPr>
              <a:spLocks noChangeShapeType="1"/>
            </p:cNvSpPr>
            <p:nvPr/>
          </p:nvSpPr>
          <p:spPr bwMode="auto">
            <a:xfrm flipV="1">
              <a:off x="990600" y="4495800"/>
              <a:ext cx="152400" cy="1524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70" name="Line 18">
              <a:extLst>
                <a:ext uri="{FF2B5EF4-FFF2-40B4-BE49-F238E27FC236}">
                  <a16:creationId xmlns:a16="http://schemas.microsoft.com/office/drawing/2014/main" id="{8342628C-08AB-E380-B40C-1F85D1BC1165}"/>
                </a:ext>
              </a:extLst>
            </p:cNvPr>
            <p:cNvSpPr>
              <a:spLocks noChangeShapeType="1"/>
            </p:cNvSpPr>
            <p:nvPr/>
          </p:nvSpPr>
          <p:spPr bwMode="auto">
            <a:xfrm>
              <a:off x="1295400" y="4648200"/>
              <a:ext cx="0" cy="4572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71" name="Line 19">
              <a:extLst>
                <a:ext uri="{FF2B5EF4-FFF2-40B4-BE49-F238E27FC236}">
                  <a16:creationId xmlns:a16="http://schemas.microsoft.com/office/drawing/2014/main" id="{D2AF8902-9496-360A-BA5B-9409450702CF}"/>
                </a:ext>
              </a:extLst>
            </p:cNvPr>
            <p:cNvSpPr>
              <a:spLocks noChangeShapeType="1"/>
            </p:cNvSpPr>
            <p:nvPr/>
          </p:nvSpPr>
          <p:spPr bwMode="auto">
            <a:xfrm flipV="1">
              <a:off x="1295400" y="4495800"/>
              <a:ext cx="152400" cy="1524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72" name="Line 20">
              <a:extLst>
                <a:ext uri="{FF2B5EF4-FFF2-40B4-BE49-F238E27FC236}">
                  <a16:creationId xmlns:a16="http://schemas.microsoft.com/office/drawing/2014/main" id="{02177C99-600E-7347-D8A5-E02CDD12361D}"/>
                </a:ext>
              </a:extLst>
            </p:cNvPr>
            <p:cNvSpPr>
              <a:spLocks noChangeShapeType="1"/>
            </p:cNvSpPr>
            <p:nvPr/>
          </p:nvSpPr>
          <p:spPr bwMode="auto">
            <a:xfrm>
              <a:off x="1600200" y="4648200"/>
              <a:ext cx="0" cy="4572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73" name="Line 21">
              <a:extLst>
                <a:ext uri="{FF2B5EF4-FFF2-40B4-BE49-F238E27FC236}">
                  <a16:creationId xmlns:a16="http://schemas.microsoft.com/office/drawing/2014/main" id="{B2C6385C-B666-2D2B-D4A5-14BA08600087}"/>
                </a:ext>
              </a:extLst>
            </p:cNvPr>
            <p:cNvSpPr>
              <a:spLocks noChangeShapeType="1"/>
            </p:cNvSpPr>
            <p:nvPr/>
          </p:nvSpPr>
          <p:spPr bwMode="auto">
            <a:xfrm flipV="1">
              <a:off x="1600200" y="4495800"/>
              <a:ext cx="152400" cy="1524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74" name="Line 22">
              <a:extLst>
                <a:ext uri="{FF2B5EF4-FFF2-40B4-BE49-F238E27FC236}">
                  <a16:creationId xmlns:a16="http://schemas.microsoft.com/office/drawing/2014/main" id="{3D38EEE0-8C58-1CFD-E4F8-E36353CB1FC6}"/>
                </a:ext>
              </a:extLst>
            </p:cNvPr>
            <p:cNvSpPr>
              <a:spLocks noChangeShapeType="1"/>
            </p:cNvSpPr>
            <p:nvPr/>
          </p:nvSpPr>
          <p:spPr bwMode="auto">
            <a:xfrm>
              <a:off x="1905000" y="4648200"/>
              <a:ext cx="0" cy="4572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75" name="Line 23">
              <a:extLst>
                <a:ext uri="{FF2B5EF4-FFF2-40B4-BE49-F238E27FC236}">
                  <a16:creationId xmlns:a16="http://schemas.microsoft.com/office/drawing/2014/main" id="{30EC3FF7-7FCD-8CA6-751F-B8A52FE8015F}"/>
                </a:ext>
              </a:extLst>
            </p:cNvPr>
            <p:cNvSpPr>
              <a:spLocks noChangeShapeType="1"/>
            </p:cNvSpPr>
            <p:nvPr/>
          </p:nvSpPr>
          <p:spPr bwMode="auto">
            <a:xfrm flipV="1">
              <a:off x="1905000" y="4495800"/>
              <a:ext cx="152400" cy="1524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76" name="Line 24">
              <a:extLst>
                <a:ext uri="{FF2B5EF4-FFF2-40B4-BE49-F238E27FC236}">
                  <a16:creationId xmlns:a16="http://schemas.microsoft.com/office/drawing/2014/main" id="{58D68609-08D2-7D3C-989C-DE0DBCEAB70C}"/>
                </a:ext>
              </a:extLst>
            </p:cNvPr>
            <p:cNvSpPr>
              <a:spLocks noChangeShapeType="1"/>
            </p:cNvSpPr>
            <p:nvPr/>
          </p:nvSpPr>
          <p:spPr bwMode="auto">
            <a:xfrm>
              <a:off x="2209800" y="4648200"/>
              <a:ext cx="0" cy="4572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77" name="Line 25">
              <a:extLst>
                <a:ext uri="{FF2B5EF4-FFF2-40B4-BE49-F238E27FC236}">
                  <a16:creationId xmlns:a16="http://schemas.microsoft.com/office/drawing/2014/main" id="{65B60F08-99F1-762E-C9FE-2B2BE9807019}"/>
                </a:ext>
              </a:extLst>
            </p:cNvPr>
            <p:cNvSpPr>
              <a:spLocks noChangeShapeType="1"/>
            </p:cNvSpPr>
            <p:nvPr/>
          </p:nvSpPr>
          <p:spPr bwMode="auto">
            <a:xfrm flipV="1">
              <a:off x="2209800" y="4495800"/>
              <a:ext cx="152400" cy="1524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78" name="Line 26">
              <a:extLst>
                <a:ext uri="{FF2B5EF4-FFF2-40B4-BE49-F238E27FC236}">
                  <a16:creationId xmlns:a16="http://schemas.microsoft.com/office/drawing/2014/main" id="{05DDA8B4-4B93-2DB5-3892-464BD4B751F6}"/>
                </a:ext>
              </a:extLst>
            </p:cNvPr>
            <p:cNvSpPr>
              <a:spLocks noChangeShapeType="1"/>
            </p:cNvSpPr>
            <p:nvPr/>
          </p:nvSpPr>
          <p:spPr bwMode="auto">
            <a:xfrm>
              <a:off x="2514600" y="4648200"/>
              <a:ext cx="0" cy="4572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79" name="Line 27">
              <a:extLst>
                <a:ext uri="{FF2B5EF4-FFF2-40B4-BE49-F238E27FC236}">
                  <a16:creationId xmlns:a16="http://schemas.microsoft.com/office/drawing/2014/main" id="{19FA5FC0-C3B9-AE27-27DE-8F6A5D5FC754}"/>
                </a:ext>
              </a:extLst>
            </p:cNvPr>
            <p:cNvSpPr>
              <a:spLocks noChangeShapeType="1"/>
            </p:cNvSpPr>
            <p:nvPr/>
          </p:nvSpPr>
          <p:spPr bwMode="auto">
            <a:xfrm flipV="1">
              <a:off x="2514600" y="4495800"/>
              <a:ext cx="152400" cy="1524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80" name="Line 28">
              <a:extLst>
                <a:ext uri="{FF2B5EF4-FFF2-40B4-BE49-F238E27FC236}">
                  <a16:creationId xmlns:a16="http://schemas.microsoft.com/office/drawing/2014/main" id="{4E8ADE95-2A21-F17C-A8C1-B89934CC1B1D}"/>
                </a:ext>
              </a:extLst>
            </p:cNvPr>
            <p:cNvSpPr>
              <a:spLocks noChangeShapeType="1"/>
            </p:cNvSpPr>
            <p:nvPr/>
          </p:nvSpPr>
          <p:spPr bwMode="auto">
            <a:xfrm>
              <a:off x="2819400" y="4648200"/>
              <a:ext cx="0" cy="4572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81" name="Line 29">
              <a:extLst>
                <a:ext uri="{FF2B5EF4-FFF2-40B4-BE49-F238E27FC236}">
                  <a16:creationId xmlns:a16="http://schemas.microsoft.com/office/drawing/2014/main" id="{6F8806B9-264F-168D-1BAA-32F1973C4B7D}"/>
                </a:ext>
              </a:extLst>
            </p:cNvPr>
            <p:cNvSpPr>
              <a:spLocks noChangeShapeType="1"/>
            </p:cNvSpPr>
            <p:nvPr/>
          </p:nvSpPr>
          <p:spPr bwMode="auto">
            <a:xfrm flipV="1">
              <a:off x="2819400" y="4495800"/>
              <a:ext cx="152400" cy="1524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82" name="Line 30">
              <a:extLst>
                <a:ext uri="{FF2B5EF4-FFF2-40B4-BE49-F238E27FC236}">
                  <a16:creationId xmlns:a16="http://schemas.microsoft.com/office/drawing/2014/main" id="{CF173C26-E39B-BE1C-181D-62ACF396A396}"/>
                </a:ext>
              </a:extLst>
            </p:cNvPr>
            <p:cNvSpPr>
              <a:spLocks noChangeShapeType="1"/>
            </p:cNvSpPr>
            <p:nvPr/>
          </p:nvSpPr>
          <p:spPr bwMode="auto">
            <a:xfrm>
              <a:off x="3124200" y="4648200"/>
              <a:ext cx="0" cy="4572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83" name="Line 31">
              <a:extLst>
                <a:ext uri="{FF2B5EF4-FFF2-40B4-BE49-F238E27FC236}">
                  <a16:creationId xmlns:a16="http://schemas.microsoft.com/office/drawing/2014/main" id="{5BB508A3-8C4A-45D6-DB0C-751BBD80C285}"/>
                </a:ext>
              </a:extLst>
            </p:cNvPr>
            <p:cNvSpPr>
              <a:spLocks noChangeShapeType="1"/>
            </p:cNvSpPr>
            <p:nvPr/>
          </p:nvSpPr>
          <p:spPr bwMode="auto">
            <a:xfrm flipV="1">
              <a:off x="3124200" y="4495800"/>
              <a:ext cx="152400" cy="1524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84" name="Line 32">
              <a:extLst>
                <a:ext uri="{FF2B5EF4-FFF2-40B4-BE49-F238E27FC236}">
                  <a16:creationId xmlns:a16="http://schemas.microsoft.com/office/drawing/2014/main" id="{9F9FAA88-76FB-4B4E-F373-716965C4A88D}"/>
                </a:ext>
              </a:extLst>
            </p:cNvPr>
            <p:cNvSpPr>
              <a:spLocks noChangeShapeType="1"/>
            </p:cNvSpPr>
            <p:nvPr/>
          </p:nvSpPr>
          <p:spPr bwMode="auto">
            <a:xfrm>
              <a:off x="3429000" y="4648200"/>
              <a:ext cx="0" cy="4572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85" name="Line 33">
              <a:extLst>
                <a:ext uri="{FF2B5EF4-FFF2-40B4-BE49-F238E27FC236}">
                  <a16:creationId xmlns:a16="http://schemas.microsoft.com/office/drawing/2014/main" id="{C4003A0F-1B15-F07E-B015-21A3E54329C5}"/>
                </a:ext>
              </a:extLst>
            </p:cNvPr>
            <p:cNvSpPr>
              <a:spLocks noChangeShapeType="1"/>
            </p:cNvSpPr>
            <p:nvPr/>
          </p:nvSpPr>
          <p:spPr bwMode="auto">
            <a:xfrm flipV="1">
              <a:off x="3429000" y="4495800"/>
              <a:ext cx="152400" cy="1524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86" name="Line 34">
              <a:extLst>
                <a:ext uri="{FF2B5EF4-FFF2-40B4-BE49-F238E27FC236}">
                  <a16:creationId xmlns:a16="http://schemas.microsoft.com/office/drawing/2014/main" id="{C651E1AA-9997-F53D-42D1-F73BE62DB581}"/>
                </a:ext>
              </a:extLst>
            </p:cNvPr>
            <p:cNvSpPr>
              <a:spLocks noChangeShapeType="1"/>
            </p:cNvSpPr>
            <p:nvPr/>
          </p:nvSpPr>
          <p:spPr bwMode="auto">
            <a:xfrm>
              <a:off x="3733800" y="4648200"/>
              <a:ext cx="0" cy="4572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87" name="Line 35">
              <a:extLst>
                <a:ext uri="{FF2B5EF4-FFF2-40B4-BE49-F238E27FC236}">
                  <a16:creationId xmlns:a16="http://schemas.microsoft.com/office/drawing/2014/main" id="{66B781CF-A85B-0F38-61A2-4C3DB11EE30E}"/>
                </a:ext>
              </a:extLst>
            </p:cNvPr>
            <p:cNvSpPr>
              <a:spLocks noChangeShapeType="1"/>
            </p:cNvSpPr>
            <p:nvPr/>
          </p:nvSpPr>
          <p:spPr bwMode="auto">
            <a:xfrm flipV="1">
              <a:off x="3733800" y="4495800"/>
              <a:ext cx="152400" cy="1524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88" name="Line 36">
              <a:extLst>
                <a:ext uri="{FF2B5EF4-FFF2-40B4-BE49-F238E27FC236}">
                  <a16:creationId xmlns:a16="http://schemas.microsoft.com/office/drawing/2014/main" id="{AA8F7523-2165-AC48-D124-FD5A9F846BFC}"/>
                </a:ext>
              </a:extLst>
            </p:cNvPr>
            <p:cNvSpPr>
              <a:spLocks noChangeShapeType="1"/>
            </p:cNvSpPr>
            <p:nvPr/>
          </p:nvSpPr>
          <p:spPr bwMode="auto">
            <a:xfrm>
              <a:off x="4038600" y="4648200"/>
              <a:ext cx="0" cy="4572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89" name="Line 37">
              <a:extLst>
                <a:ext uri="{FF2B5EF4-FFF2-40B4-BE49-F238E27FC236}">
                  <a16:creationId xmlns:a16="http://schemas.microsoft.com/office/drawing/2014/main" id="{3D959570-ECB9-7F25-F706-8ED8122227F0}"/>
                </a:ext>
              </a:extLst>
            </p:cNvPr>
            <p:cNvSpPr>
              <a:spLocks noChangeShapeType="1"/>
            </p:cNvSpPr>
            <p:nvPr/>
          </p:nvSpPr>
          <p:spPr bwMode="auto">
            <a:xfrm flipV="1">
              <a:off x="4038600" y="4495800"/>
              <a:ext cx="152400" cy="1524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90" name="Line 38">
              <a:extLst>
                <a:ext uri="{FF2B5EF4-FFF2-40B4-BE49-F238E27FC236}">
                  <a16:creationId xmlns:a16="http://schemas.microsoft.com/office/drawing/2014/main" id="{F46B6BD1-F4F1-388F-6CD4-0CD0AF7FC25A}"/>
                </a:ext>
              </a:extLst>
            </p:cNvPr>
            <p:cNvSpPr>
              <a:spLocks noChangeShapeType="1"/>
            </p:cNvSpPr>
            <p:nvPr/>
          </p:nvSpPr>
          <p:spPr bwMode="auto">
            <a:xfrm>
              <a:off x="4343400" y="4648200"/>
              <a:ext cx="0" cy="4572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91" name="Line 39">
              <a:extLst>
                <a:ext uri="{FF2B5EF4-FFF2-40B4-BE49-F238E27FC236}">
                  <a16:creationId xmlns:a16="http://schemas.microsoft.com/office/drawing/2014/main" id="{C72AF377-EFF1-17D7-4CF5-04FD105C7144}"/>
                </a:ext>
              </a:extLst>
            </p:cNvPr>
            <p:cNvSpPr>
              <a:spLocks noChangeShapeType="1"/>
            </p:cNvSpPr>
            <p:nvPr/>
          </p:nvSpPr>
          <p:spPr bwMode="auto">
            <a:xfrm flipV="1">
              <a:off x="4343400" y="4495800"/>
              <a:ext cx="152400" cy="1524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92" name="Line 40">
              <a:extLst>
                <a:ext uri="{FF2B5EF4-FFF2-40B4-BE49-F238E27FC236}">
                  <a16:creationId xmlns:a16="http://schemas.microsoft.com/office/drawing/2014/main" id="{31B54D81-C09C-CCD3-3CF1-80A1F44C3C61}"/>
                </a:ext>
              </a:extLst>
            </p:cNvPr>
            <p:cNvSpPr>
              <a:spLocks noChangeShapeType="1"/>
            </p:cNvSpPr>
            <p:nvPr/>
          </p:nvSpPr>
          <p:spPr bwMode="auto">
            <a:xfrm>
              <a:off x="4648200" y="4648200"/>
              <a:ext cx="0" cy="4572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93" name="Line 41">
              <a:extLst>
                <a:ext uri="{FF2B5EF4-FFF2-40B4-BE49-F238E27FC236}">
                  <a16:creationId xmlns:a16="http://schemas.microsoft.com/office/drawing/2014/main" id="{D1B46AD9-38B0-2CAC-0C4A-6C59C7891F04}"/>
                </a:ext>
              </a:extLst>
            </p:cNvPr>
            <p:cNvSpPr>
              <a:spLocks noChangeShapeType="1"/>
            </p:cNvSpPr>
            <p:nvPr/>
          </p:nvSpPr>
          <p:spPr bwMode="auto">
            <a:xfrm flipV="1">
              <a:off x="4648200" y="4495800"/>
              <a:ext cx="152400" cy="1524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94" name="Line 42">
              <a:extLst>
                <a:ext uri="{FF2B5EF4-FFF2-40B4-BE49-F238E27FC236}">
                  <a16:creationId xmlns:a16="http://schemas.microsoft.com/office/drawing/2014/main" id="{BD5B76F8-A23F-6CAA-509B-8CDAEB5C6641}"/>
                </a:ext>
              </a:extLst>
            </p:cNvPr>
            <p:cNvSpPr>
              <a:spLocks noChangeShapeType="1"/>
            </p:cNvSpPr>
            <p:nvPr/>
          </p:nvSpPr>
          <p:spPr bwMode="auto">
            <a:xfrm>
              <a:off x="4953000" y="4648200"/>
              <a:ext cx="0" cy="4572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95" name="Line 43">
              <a:extLst>
                <a:ext uri="{FF2B5EF4-FFF2-40B4-BE49-F238E27FC236}">
                  <a16:creationId xmlns:a16="http://schemas.microsoft.com/office/drawing/2014/main" id="{E3EABF38-8050-7A78-C0AA-2A68FAEF517B}"/>
                </a:ext>
              </a:extLst>
            </p:cNvPr>
            <p:cNvSpPr>
              <a:spLocks noChangeShapeType="1"/>
            </p:cNvSpPr>
            <p:nvPr/>
          </p:nvSpPr>
          <p:spPr bwMode="auto">
            <a:xfrm flipV="1">
              <a:off x="4953000" y="4495800"/>
              <a:ext cx="152400" cy="1524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96" name="Text Box 44">
              <a:extLst>
                <a:ext uri="{FF2B5EF4-FFF2-40B4-BE49-F238E27FC236}">
                  <a16:creationId xmlns:a16="http://schemas.microsoft.com/office/drawing/2014/main" id="{1D345305-A6B4-160E-DA75-F543D0577FC3}"/>
                </a:ext>
              </a:extLst>
            </p:cNvPr>
            <p:cNvSpPr txBox="1">
              <a:spLocks noChangeArrowheads="1"/>
            </p:cNvSpPr>
            <p:nvPr/>
          </p:nvSpPr>
          <p:spPr bwMode="auto">
            <a:xfrm>
              <a:off x="990600" y="4602163"/>
              <a:ext cx="3460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bg1"/>
                  </a:solidFill>
                  <a:latin typeface="Arial Narrow" panose="020B0606020202030204" pitchFamily="34" charset="0"/>
                  <a:ea typeface="宋体" panose="02010600030101010101" pitchFamily="2" charset="-122"/>
                </a:rPr>
                <a:t>3</a:t>
              </a:r>
              <a:endParaRPr kumimoji="1" lang="en-US" altLang="zh-CN" sz="2800">
                <a:latin typeface="Times New Roman" panose="02020603050405020304" pitchFamily="18" charset="0"/>
                <a:ea typeface="宋体" panose="02010600030101010101" pitchFamily="2" charset="-122"/>
              </a:endParaRPr>
            </a:p>
          </p:txBody>
        </p:sp>
        <p:sp>
          <p:nvSpPr>
            <p:cNvPr id="23597" name="Text Box 45">
              <a:extLst>
                <a:ext uri="{FF2B5EF4-FFF2-40B4-BE49-F238E27FC236}">
                  <a16:creationId xmlns:a16="http://schemas.microsoft.com/office/drawing/2014/main" id="{7B2F70E5-614C-7CF9-70F2-33918C13AB56}"/>
                </a:ext>
              </a:extLst>
            </p:cNvPr>
            <p:cNvSpPr txBox="1">
              <a:spLocks noChangeArrowheads="1"/>
            </p:cNvSpPr>
            <p:nvPr/>
          </p:nvSpPr>
          <p:spPr bwMode="auto">
            <a:xfrm>
              <a:off x="2168525" y="4602163"/>
              <a:ext cx="3460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bg1"/>
                  </a:solidFill>
                  <a:latin typeface="Arial Narrow" panose="020B0606020202030204" pitchFamily="34" charset="0"/>
                  <a:ea typeface="宋体" panose="02010600030101010101" pitchFamily="2" charset="-122"/>
                </a:rPr>
                <a:t>7</a:t>
              </a:r>
              <a:endParaRPr kumimoji="1" lang="en-US" altLang="zh-CN" sz="2800">
                <a:latin typeface="Times New Roman" panose="02020603050405020304" pitchFamily="18" charset="0"/>
                <a:ea typeface="宋体" panose="02010600030101010101" pitchFamily="2" charset="-122"/>
              </a:endParaRPr>
            </a:p>
          </p:txBody>
        </p:sp>
        <p:sp>
          <p:nvSpPr>
            <p:cNvPr id="23598" name="Text Box 46">
              <a:extLst>
                <a:ext uri="{FF2B5EF4-FFF2-40B4-BE49-F238E27FC236}">
                  <a16:creationId xmlns:a16="http://schemas.microsoft.com/office/drawing/2014/main" id="{B7327716-68D2-3A5F-2283-4877A0652446}"/>
                </a:ext>
              </a:extLst>
            </p:cNvPr>
            <p:cNvSpPr txBox="1">
              <a:spLocks noChangeArrowheads="1"/>
            </p:cNvSpPr>
            <p:nvPr/>
          </p:nvSpPr>
          <p:spPr bwMode="auto">
            <a:xfrm>
              <a:off x="4521200" y="45862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bg1"/>
                  </a:solidFill>
                  <a:latin typeface="Arial Narrow" panose="020B0606020202030204" pitchFamily="34" charset="0"/>
                  <a:ea typeface="宋体" panose="02010600030101010101" pitchFamily="2" charset="-122"/>
                </a:rPr>
                <a:t>15</a:t>
              </a:r>
              <a:endParaRPr kumimoji="1" lang="en-US" altLang="zh-CN" sz="2800">
                <a:latin typeface="Times New Roman" panose="02020603050405020304" pitchFamily="18" charset="0"/>
                <a:ea typeface="宋体" panose="02010600030101010101" pitchFamily="2" charset="-122"/>
              </a:endParaRPr>
            </a:p>
          </p:txBody>
        </p:sp>
        <p:sp>
          <p:nvSpPr>
            <p:cNvPr id="23599" name="Line 47">
              <a:extLst>
                <a:ext uri="{FF2B5EF4-FFF2-40B4-BE49-F238E27FC236}">
                  <a16:creationId xmlns:a16="http://schemas.microsoft.com/office/drawing/2014/main" id="{C7021F7F-35BC-D739-34F2-5A9EED988269}"/>
                </a:ext>
              </a:extLst>
            </p:cNvPr>
            <p:cNvSpPr>
              <a:spLocks noChangeShapeType="1"/>
            </p:cNvSpPr>
            <p:nvPr/>
          </p:nvSpPr>
          <p:spPr bwMode="auto">
            <a:xfrm>
              <a:off x="2667000" y="5638800"/>
              <a:ext cx="0" cy="4572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00" name="Line 48">
              <a:extLst>
                <a:ext uri="{FF2B5EF4-FFF2-40B4-BE49-F238E27FC236}">
                  <a16:creationId xmlns:a16="http://schemas.microsoft.com/office/drawing/2014/main" id="{F0E6308B-F02E-01F0-7A05-6C0834F5693B}"/>
                </a:ext>
              </a:extLst>
            </p:cNvPr>
            <p:cNvSpPr>
              <a:spLocks noChangeShapeType="1"/>
            </p:cNvSpPr>
            <p:nvPr/>
          </p:nvSpPr>
          <p:spPr bwMode="auto">
            <a:xfrm flipV="1">
              <a:off x="2667000" y="5486400"/>
              <a:ext cx="152400" cy="1524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01" name="Line 49">
              <a:extLst>
                <a:ext uri="{FF2B5EF4-FFF2-40B4-BE49-F238E27FC236}">
                  <a16:creationId xmlns:a16="http://schemas.microsoft.com/office/drawing/2014/main" id="{21EBBF49-A2C2-0C4E-D4DB-9C3554958DDD}"/>
                </a:ext>
              </a:extLst>
            </p:cNvPr>
            <p:cNvSpPr>
              <a:spLocks noChangeShapeType="1"/>
            </p:cNvSpPr>
            <p:nvPr/>
          </p:nvSpPr>
          <p:spPr bwMode="auto">
            <a:xfrm>
              <a:off x="2971800" y="5638800"/>
              <a:ext cx="0" cy="4572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02" name="Line 50">
              <a:extLst>
                <a:ext uri="{FF2B5EF4-FFF2-40B4-BE49-F238E27FC236}">
                  <a16:creationId xmlns:a16="http://schemas.microsoft.com/office/drawing/2014/main" id="{DDD3FC86-5AA1-1AA0-B2EC-A074D4BD3635}"/>
                </a:ext>
              </a:extLst>
            </p:cNvPr>
            <p:cNvSpPr>
              <a:spLocks noChangeShapeType="1"/>
            </p:cNvSpPr>
            <p:nvPr/>
          </p:nvSpPr>
          <p:spPr bwMode="auto">
            <a:xfrm flipV="1">
              <a:off x="2971800" y="5486400"/>
              <a:ext cx="152400" cy="1524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03" name="Line 51">
              <a:extLst>
                <a:ext uri="{FF2B5EF4-FFF2-40B4-BE49-F238E27FC236}">
                  <a16:creationId xmlns:a16="http://schemas.microsoft.com/office/drawing/2014/main" id="{63289B90-D48B-988A-2596-31A0EB3B3871}"/>
                </a:ext>
              </a:extLst>
            </p:cNvPr>
            <p:cNvSpPr>
              <a:spLocks noChangeShapeType="1"/>
            </p:cNvSpPr>
            <p:nvPr/>
          </p:nvSpPr>
          <p:spPr bwMode="auto">
            <a:xfrm>
              <a:off x="3276600" y="5638800"/>
              <a:ext cx="0" cy="4572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04" name="Line 52">
              <a:extLst>
                <a:ext uri="{FF2B5EF4-FFF2-40B4-BE49-F238E27FC236}">
                  <a16:creationId xmlns:a16="http://schemas.microsoft.com/office/drawing/2014/main" id="{5E9B78E2-DFE0-007E-144D-2E3F8970A723}"/>
                </a:ext>
              </a:extLst>
            </p:cNvPr>
            <p:cNvSpPr>
              <a:spLocks noChangeShapeType="1"/>
            </p:cNvSpPr>
            <p:nvPr/>
          </p:nvSpPr>
          <p:spPr bwMode="auto">
            <a:xfrm flipV="1">
              <a:off x="3276600" y="5486400"/>
              <a:ext cx="152400" cy="1524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05" name="Line 53">
              <a:extLst>
                <a:ext uri="{FF2B5EF4-FFF2-40B4-BE49-F238E27FC236}">
                  <a16:creationId xmlns:a16="http://schemas.microsoft.com/office/drawing/2014/main" id="{4EEB4BE4-AFA5-F06F-01AC-950F5F9D0B38}"/>
                </a:ext>
              </a:extLst>
            </p:cNvPr>
            <p:cNvSpPr>
              <a:spLocks noChangeShapeType="1"/>
            </p:cNvSpPr>
            <p:nvPr/>
          </p:nvSpPr>
          <p:spPr bwMode="auto">
            <a:xfrm>
              <a:off x="3581400" y="5638800"/>
              <a:ext cx="0" cy="4572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06" name="Line 54">
              <a:extLst>
                <a:ext uri="{FF2B5EF4-FFF2-40B4-BE49-F238E27FC236}">
                  <a16:creationId xmlns:a16="http://schemas.microsoft.com/office/drawing/2014/main" id="{30F8E63B-F36A-2626-0206-2BA026C44674}"/>
                </a:ext>
              </a:extLst>
            </p:cNvPr>
            <p:cNvSpPr>
              <a:spLocks noChangeShapeType="1"/>
            </p:cNvSpPr>
            <p:nvPr/>
          </p:nvSpPr>
          <p:spPr bwMode="auto">
            <a:xfrm flipV="1">
              <a:off x="3581400" y="5486400"/>
              <a:ext cx="152400" cy="1524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07" name="Line 55">
              <a:extLst>
                <a:ext uri="{FF2B5EF4-FFF2-40B4-BE49-F238E27FC236}">
                  <a16:creationId xmlns:a16="http://schemas.microsoft.com/office/drawing/2014/main" id="{074D81B4-D8CD-9399-5219-02DD4224F726}"/>
                </a:ext>
              </a:extLst>
            </p:cNvPr>
            <p:cNvSpPr>
              <a:spLocks noChangeShapeType="1"/>
            </p:cNvSpPr>
            <p:nvPr/>
          </p:nvSpPr>
          <p:spPr bwMode="auto">
            <a:xfrm>
              <a:off x="3886200" y="5638800"/>
              <a:ext cx="0" cy="4572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08" name="Line 56">
              <a:extLst>
                <a:ext uri="{FF2B5EF4-FFF2-40B4-BE49-F238E27FC236}">
                  <a16:creationId xmlns:a16="http://schemas.microsoft.com/office/drawing/2014/main" id="{433B14B2-3720-03D3-EAC4-20EB04D0E9E0}"/>
                </a:ext>
              </a:extLst>
            </p:cNvPr>
            <p:cNvSpPr>
              <a:spLocks noChangeShapeType="1"/>
            </p:cNvSpPr>
            <p:nvPr/>
          </p:nvSpPr>
          <p:spPr bwMode="auto">
            <a:xfrm flipV="1">
              <a:off x="3886200" y="5486400"/>
              <a:ext cx="152400" cy="1524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09" name="Line 57">
              <a:extLst>
                <a:ext uri="{FF2B5EF4-FFF2-40B4-BE49-F238E27FC236}">
                  <a16:creationId xmlns:a16="http://schemas.microsoft.com/office/drawing/2014/main" id="{7EDBA46F-323F-A594-68E4-F8F28DFE750F}"/>
                </a:ext>
              </a:extLst>
            </p:cNvPr>
            <p:cNvSpPr>
              <a:spLocks noChangeShapeType="1"/>
            </p:cNvSpPr>
            <p:nvPr/>
          </p:nvSpPr>
          <p:spPr bwMode="auto">
            <a:xfrm>
              <a:off x="4191000" y="5638800"/>
              <a:ext cx="0" cy="4572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10" name="Line 58">
              <a:extLst>
                <a:ext uri="{FF2B5EF4-FFF2-40B4-BE49-F238E27FC236}">
                  <a16:creationId xmlns:a16="http://schemas.microsoft.com/office/drawing/2014/main" id="{EFC61E7E-2139-5531-63D3-2104190DBF59}"/>
                </a:ext>
              </a:extLst>
            </p:cNvPr>
            <p:cNvSpPr>
              <a:spLocks noChangeShapeType="1"/>
            </p:cNvSpPr>
            <p:nvPr/>
          </p:nvSpPr>
          <p:spPr bwMode="auto">
            <a:xfrm flipV="1">
              <a:off x="4191000" y="5486400"/>
              <a:ext cx="152400" cy="1524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11" name="Line 59">
              <a:extLst>
                <a:ext uri="{FF2B5EF4-FFF2-40B4-BE49-F238E27FC236}">
                  <a16:creationId xmlns:a16="http://schemas.microsoft.com/office/drawing/2014/main" id="{F33C4059-0DE9-5F20-D0CF-F498D6AF88ED}"/>
                </a:ext>
              </a:extLst>
            </p:cNvPr>
            <p:cNvSpPr>
              <a:spLocks noChangeShapeType="1"/>
            </p:cNvSpPr>
            <p:nvPr/>
          </p:nvSpPr>
          <p:spPr bwMode="auto">
            <a:xfrm flipV="1">
              <a:off x="4495800" y="5486400"/>
              <a:ext cx="152400" cy="1524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12" name="Line 60">
              <a:extLst>
                <a:ext uri="{FF2B5EF4-FFF2-40B4-BE49-F238E27FC236}">
                  <a16:creationId xmlns:a16="http://schemas.microsoft.com/office/drawing/2014/main" id="{659D7ECB-444E-3BF7-852E-DA221BFD9119}"/>
                </a:ext>
              </a:extLst>
            </p:cNvPr>
            <p:cNvSpPr>
              <a:spLocks noChangeShapeType="1"/>
            </p:cNvSpPr>
            <p:nvPr/>
          </p:nvSpPr>
          <p:spPr bwMode="auto">
            <a:xfrm>
              <a:off x="4800600" y="5638800"/>
              <a:ext cx="0" cy="4572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13" name="Line 61">
              <a:extLst>
                <a:ext uri="{FF2B5EF4-FFF2-40B4-BE49-F238E27FC236}">
                  <a16:creationId xmlns:a16="http://schemas.microsoft.com/office/drawing/2014/main" id="{61935141-920E-C015-0725-2E2D6640FC77}"/>
                </a:ext>
              </a:extLst>
            </p:cNvPr>
            <p:cNvSpPr>
              <a:spLocks noChangeShapeType="1"/>
            </p:cNvSpPr>
            <p:nvPr/>
          </p:nvSpPr>
          <p:spPr bwMode="auto">
            <a:xfrm flipV="1">
              <a:off x="4800600" y="5486400"/>
              <a:ext cx="152400" cy="1524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14" name="Line 62">
              <a:extLst>
                <a:ext uri="{FF2B5EF4-FFF2-40B4-BE49-F238E27FC236}">
                  <a16:creationId xmlns:a16="http://schemas.microsoft.com/office/drawing/2014/main" id="{10177AFA-4DB6-6739-54A4-9F03E1184FA7}"/>
                </a:ext>
              </a:extLst>
            </p:cNvPr>
            <p:cNvSpPr>
              <a:spLocks noChangeShapeType="1"/>
            </p:cNvSpPr>
            <p:nvPr/>
          </p:nvSpPr>
          <p:spPr bwMode="auto">
            <a:xfrm>
              <a:off x="5105400" y="5638800"/>
              <a:ext cx="0" cy="4572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15" name="Line 63">
              <a:extLst>
                <a:ext uri="{FF2B5EF4-FFF2-40B4-BE49-F238E27FC236}">
                  <a16:creationId xmlns:a16="http://schemas.microsoft.com/office/drawing/2014/main" id="{70C02A60-4306-4957-9862-15DB58C31E33}"/>
                </a:ext>
              </a:extLst>
            </p:cNvPr>
            <p:cNvSpPr>
              <a:spLocks noChangeShapeType="1"/>
            </p:cNvSpPr>
            <p:nvPr/>
          </p:nvSpPr>
          <p:spPr bwMode="auto">
            <a:xfrm flipV="1">
              <a:off x="5105400" y="5486400"/>
              <a:ext cx="152400" cy="1524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16" name="Line 64">
              <a:extLst>
                <a:ext uri="{FF2B5EF4-FFF2-40B4-BE49-F238E27FC236}">
                  <a16:creationId xmlns:a16="http://schemas.microsoft.com/office/drawing/2014/main" id="{F77712B4-0D67-24B7-ED64-43DAFDA3C40C}"/>
                </a:ext>
              </a:extLst>
            </p:cNvPr>
            <p:cNvSpPr>
              <a:spLocks noChangeShapeType="1"/>
            </p:cNvSpPr>
            <p:nvPr/>
          </p:nvSpPr>
          <p:spPr bwMode="auto">
            <a:xfrm>
              <a:off x="5410200" y="5638800"/>
              <a:ext cx="0" cy="4572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17" name="Line 65">
              <a:extLst>
                <a:ext uri="{FF2B5EF4-FFF2-40B4-BE49-F238E27FC236}">
                  <a16:creationId xmlns:a16="http://schemas.microsoft.com/office/drawing/2014/main" id="{C2AB1C92-AF47-3D29-3FCE-A2B23C8E0725}"/>
                </a:ext>
              </a:extLst>
            </p:cNvPr>
            <p:cNvSpPr>
              <a:spLocks noChangeShapeType="1"/>
            </p:cNvSpPr>
            <p:nvPr/>
          </p:nvSpPr>
          <p:spPr bwMode="auto">
            <a:xfrm flipV="1">
              <a:off x="5410200" y="5486400"/>
              <a:ext cx="152400" cy="1524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18" name="Line 66">
              <a:extLst>
                <a:ext uri="{FF2B5EF4-FFF2-40B4-BE49-F238E27FC236}">
                  <a16:creationId xmlns:a16="http://schemas.microsoft.com/office/drawing/2014/main" id="{6A9F1816-22F1-C48E-FC3A-45EE6D9FEC3A}"/>
                </a:ext>
              </a:extLst>
            </p:cNvPr>
            <p:cNvSpPr>
              <a:spLocks noChangeShapeType="1"/>
            </p:cNvSpPr>
            <p:nvPr/>
          </p:nvSpPr>
          <p:spPr bwMode="auto">
            <a:xfrm>
              <a:off x="4495800" y="5638800"/>
              <a:ext cx="0" cy="4572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19" name="Oval 67">
              <a:extLst>
                <a:ext uri="{FF2B5EF4-FFF2-40B4-BE49-F238E27FC236}">
                  <a16:creationId xmlns:a16="http://schemas.microsoft.com/office/drawing/2014/main" id="{3E0ACDB4-3B99-2121-F97A-6F2F32BC22C1}"/>
                </a:ext>
              </a:extLst>
            </p:cNvPr>
            <p:cNvSpPr>
              <a:spLocks noChangeArrowheads="1"/>
            </p:cNvSpPr>
            <p:nvPr/>
          </p:nvSpPr>
          <p:spPr bwMode="auto">
            <a:xfrm>
              <a:off x="6553200" y="3643313"/>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3620" name="Text Box 68">
              <a:extLst>
                <a:ext uri="{FF2B5EF4-FFF2-40B4-BE49-F238E27FC236}">
                  <a16:creationId xmlns:a16="http://schemas.microsoft.com/office/drawing/2014/main" id="{33C50CB3-6CEA-6085-CAD7-6CC5DECAA779}"/>
                </a:ext>
              </a:extLst>
            </p:cNvPr>
            <p:cNvSpPr txBox="1">
              <a:spLocks noChangeArrowheads="1"/>
            </p:cNvSpPr>
            <p:nvPr/>
          </p:nvSpPr>
          <p:spPr bwMode="auto">
            <a:xfrm>
              <a:off x="6502400" y="35814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bg1"/>
                  </a:solidFill>
                  <a:latin typeface="Arial Narrow" panose="020B0606020202030204" pitchFamily="34" charset="0"/>
                  <a:ea typeface="宋体" panose="02010600030101010101" pitchFamily="2" charset="-122"/>
                </a:rPr>
                <a:t>31</a:t>
              </a:r>
              <a:endParaRPr kumimoji="1" lang="en-US" altLang="zh-CN" sz="2400">
                <a:latin typeface="Times New Roman" panose="02020603050405020304" pitchFamily="18" charset="0"/>
                <a:ea typeface="宋体" panose="02010600030101010101" pitchFamily="2" charset="-122"/>
              </a:endParaRPr>
            </a:p>
          </p:txBody>
        </p:sp>
        <p:sp>
          <p:nvSpPr>
            <p:cNvPr id="23622" name="Line 70">
              <a:extLst>
                <a:ext uri="{FF2B5EF4-FFF2-40B4-BE49-F238E27FC236}">
                  <a16:creationId xmlns:a16="http://schemas.microsoft.com/office/drawing/2014/main" id="{B40F1CFA-DE6A-5614-9F07-C1D4F74BC095}"/>
                </a:ext>
              </a:extLst>
            </p:cNvPr>
            <p:cNvSpPr>
              <a:spLocks noChangeShapeType="1"/>
            </p:cNvSpPr>
            <p:nvPr/>
          </p:nvSpPr>
          <p:spPr bwMode="auto">
            <a:xfrm>
              <a:off x="5715000" y="5638800"/>
              <a:ext cx="0" cy="4572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23" name="Line 71">
              <a:extLst>
                <a:ext uri="{FF2B5EF4-FFF2-40B4-BE49-F238E27FC236}">
                  <a16:creationId xmlns:a16="http://schemas.microsoft.com/office/drawing/2014/main" id="{51BAE5A8-6606-B4AD-B350-13D3C4765282}"/>
                </a:ext>
              </a:extLst>
            </p:cNvPr>
            <p:cNvSpPr>
              <a:spLocks noChangeShapeType="1"/>
            </p:cNvSpPr>
            <p:nvPr/>
          </p:nvSpPr>
          <p:spPr bwMode="auto">
            <a:xfrm flipV="1">
              <a:off x="5715000" y="5486400"/>
              <a:ext cx="152400" cy="1524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24" name="Line 72">
              <a:extLst>
                <a:ext uri="{FF2B5EF4-FFF2-40B4-BE49-F238E27FC236}">
                  <a16:creationId xmlns:a16="http://schemas.microsoft.com/office/drawing/2014/main" id="{51E2AFE5-F6F1-CAB4-4E91-7D7FB1E3D4D8}"/>
                </a:ext>
              </a:extLst>
            </p:cNvPr>
            <p:cNvSpPr>
              <a:spLocks noChangeShapeType="1"/>
            </p:cNvSpPr>
            <p:nvPr/>
          </p:nvSpPr>
          <p:spPr bwMode="auto">
            <a:xfrm>
              <a:off x="6019800" y="5638800"/>
              <a:ext cx="0" cy="4572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25" name="Line 73">
              <a:extLst>
                <a:ext uri="{FF2B5EF4-FFF2-40B4-BE49-F238E27FC236}">
                  <a16:creationId xmlns:a16="http://schemas.microsoft.com/office/drawing/2014/main" id="{E666F050-2D66-580E-3023-9CEF8B1178AF}"/>
                </a:ext>
              </a:extLst>
            </p:cNvPr>
            <p:cNvSpPr>
              <a:spLocks noChangeShapeType="1"/>
            </p:cNvSpPr>
            <p:nvPr/>
          </p:nvSpPr>
          <p:spPr bwMode="auto">
            <a:xfrm flipV="1">
              <a:off x="6019800" y="5486400"/>
              <a:ext cx="152400" cy="1524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26" name="Line 74">
              <a:extLst>
                <a:ext uri="{FF2B5EF4-FFF2-40B4-BE49-F238E27FC236}">
                  <a16:creationId xmlns:a16="http://schemas.microsoft.com/office/drawing/2014/main" id="{DA8F1AA7-A637-D313-17F5-29A42B72A6B0}"/>
                </a:ext>
              </a:extLst>
            </p:cNvPr>
            <p:cNvSpPr>
              <a:spLocks noChangeShapeType="1"/>
            </p:cNvSpPr>
            <p:nvPr/>
          </p:nvSpPr>
          <p:spPr bwMode="auto">
            <a:xfrm>
              <a:off x="6324600" y="5638800"/>
              <a:ext cx="0" cy="4572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27" name="Line 75">
              <a:extLst>
                <a:ext uri="{FF2B5EF4-FFF2-40B4-BE49-F238E27FC236}">
                  <a16:creationId xmlns:a16="http://schemas.microsoft.com/office/drawing/2014/main" id="{4449F415-D39E-4BAF-E34E-C0CB5D1FD2A5}"/>
                </a:ext>
              </a:extLst>
            </p:cNvPr>
            <p:cNvSpPr>
              <a:spLocks noChangeShapeType="1"/>
            </p:cNvSpPr>
            <p:nvPr/>
          </p:nvSpPr>
          <p:spPr bwMode="auto">
            <a:xfrm flipV="1">
              <a:off x="6324600" y="5486400"/>
              <a:ext cx="152400" cy="1524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28" name="Line 76">
              <a:extLst>
                <a:ext uri="{FF2B5EF4-FFF2-40B4-BE49-F238E27FC236}">
                  <a16:creationId xmlns:a16="http://schemas.microsoft.com/office/drawing/2014/main" id="{70B2475D-870E-4131-7186-B72203129D50}"/>
                </a:ext>
              </a:extLst>
            </p:cNvPr>
            <p:cNvSpPr>
              <a:spLocks noChangeShapeType="1"/>
            </p:cNvSpPr>
            <p:nvPr/>
          </p:nvSpPr>
          <p:spPr bwMode="auto">
            <a:xfrm>
              <a:off x="6629400" y="5638800"/>
              <a:ext cx="0" cy="4572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29" name="Line 77">
              <a:extLst>
                <a:ext uri="{FF2B5EF4-FFF2-40B4-BE49-F238E27FC236}">
                  <a16:creationId xmlns:a16="http://schemas.microsoft.com/office/drawing/2014/main" id="{740D0928-0245-212F-946F-8975426BFADA}"/>
                </a:ext>
              </a:extLst>
            </p:cNvPr>
            <p:cNvSpPr>
              <a:spLocks noChangeShapeType="1"/>
            </p:cNvSpPr>
            <p:nvPr/>
          </p:nvSpPr>
          <p:spPr bwMode="auto">
            <a:xfrm flipV="1">
              <a:off x="6629400" y="5486400"/>
              <a:ext cx="152400" cy="1524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30" name="Line 78">
              <a:extLst>
                <a:ext uri="{FF2B5EF4-FFF2-40B4-BE49-F238E27FC236}">
                  <a16:creationId xmlns:a16="http://schemas.microsoft.com/office/drawing/2014/main" id="{2A889DAC-AE92-D232-1138-3C87D7D6CA10}"/>
                </a:ext>
              </a:extLst>
            </p:cNvPr>
            <p:cNvSpPr>
              <a:spLocks noChangeShapeType="1"/>
            </p:cNvSpPr>
            <p:nvPr/>
          </p:nvSpPr>
          <p:spPr bwMode="auto">
            <a:xfrm>
              <a:off x="6934200" y="5638800"/>
              <a:ext cx="0" cy="4572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31" name="Line 79">
              <a:extLst>
                <a:ext uri="{FF2B5EF4-FFF2-40B4-BE49-F238E27FC236}">
                  <a16:creationId xmlns:a16="http://schemas.microsoft.com/office/drawing/2014/main" id="{A1B97FAD-32D6-1CC6-A38B-416CA2194C9B}"/>
                </a:ext>
              </a:extLst>
            </p:cNvPr>
            <p:cNvSpPr>
              <a:spLocks noChangeShapeType="1"/>
            </p:cNvSpPr>
            <p:nvPr/>
          </p:nvSpPr>
          <p:spPr bwMode="auto">
            <a:xfrm flipV="1">
              <a:off x="6934200" y="5486400"/>
              <a:ext cx="152400" cy="1524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32" name="Line 80">
              <a:extLst>
                <a:ext uri="{FF2B5EF4-FFF2-40B4-BE49-F238E27FC236}">
                  <a16:creationId xmlns:a16="http://schemas.microsoft.com/office/drawing/2014/main" id="{A000D2FA-551F-8AE0-6C7C-988FB105F87B}"/>
                </a:ext>
              </a:extLst>
            </p:cNvPr>
            <p:cNvSpPr>
              <a:spLocks noChangeShapeType="1"/>
            </p:cNvSpPr>
            <p:nvPr/>
          </p:nvSpPr>
          <p:spPr bwMode="auto">
            <a:xfrm>
              <a:off x="7239000" y="5638800"/>
              <a:ext cx="0" cy="4572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33" name="Line 81">
              <a:extLst>
                <a:ext uri="{FF2B5EF4-FFF2-40B4-BE49-F238E27FC236}">
                  <a16:creationId xmlns:a16="http://schemas.microsoft.com/office/drawing/2014/main" id="{664841B5-BA0F-CD05-4FA9-9DC48014E74C}"/>
                </a:ext>
              </a:extLst>
            </p:cNvPr>
            <p:cNvSpPr>
              <a:spLocks noChangeShapeType="1"/>
            </p:cNvSpPr>
            <p:nvPr/>
          </p:nvSpPr>
          <p:spPr bwMode="auto">
            <a:xfrm flipV="1">
              <a:off x="7239000" y="5486400"/>
              <a:ext cx="152400" cy="15240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34" name="Text Box 82">
              <a:extLst>
                <a:ext uri="{FF2B5EF4-FFF2-40B4-BE49-F238E27FC236}">
                  <a16:creationId xmlns:a16="http://schemas.microsoft.com/office/drawing/2014/main" id="{E202FC7B-6B5D-89E8-69EE-E6F4EECEC9C4}"/>
                </a:ext>
              </a:extLst>
            </p:cNvPr>
            <p:cNvSpPr txBox="1">
              <a:spLocks noChangeArrowheads="1"/>
            </p:cNvSpPr>
            <p:nvPr/>
          </p:nvSpPr>
          <p:spPr bwMode="auto">
            <a:xfrm>
              <a:off x="6807200" y="55768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bg1"/>
                  </a:solidFill>
                  <a:latin typeface="Arial Narrow" panose="020B0606020202030204" pitchFamily="34" charset="0"/>
                  <a:ea typeface="宋体" panose="02010600030101010101" pitchFamily="2" charset="-122"/>
                </a:rPr>
                <a:t>31</a:t>
              </a:r>
              <a:endParaRPr kumimoji="1" lang="en-US" altLang="zh-CN" sz="2800">
                <a:latin typeface="Times New Roman" panose="02020603050405020304" pitchFamily="18" charset="0"/>
                <a:ea typeface="宋体" panose="02010600030101010101" pitchFamily="2" charset="-122"/>
              </a:endParaRPr>
            </a:p>
          </p:txBody>
        </p:sp>
      </p:grpSp>
      <p:sp>
        <p:nvSpPr>
          <p:cNvPr id="2" name="标题 1">
            <a:extLst>
              <a:ext uri="{FF2B5EF4-FFF2-40B4-BE49-F238E27FC236}">
                <a16:creationId xmlns:a16="http://schemas.microsoft.com/office/drawing/2014/main" id="{E8453540-1897-42F4-AC65-D97ED235D843}"/>
              </a:ext>
            </a:extLst>
          </p:cNvPr>
          <p:cNvSpPr>
            <a:spLocks noGrp="1"/>
          </p:cNvSpPr>
          <p:nvPr>
            <p:ph type="title"/>
          </p:nvPr>
        </p:nvSpPr>
        <p:spPr/>
        <p:txBody>
          <a:bodyPr/>
          <a:lstStyle/>
          <a:p>
            <a:r>
              <a:rPr lang="zh-CN" altLang="en-US" dirty="0"/>
              <a:t>极端情形</a:t>
            </a:r>
            <a:r>
              <a:rPr lang="en-US" altLang="zh-CN" dirty="0"/>
              <a:t>: </a:t>
            </a:r>
            <a:r>
              <a:rPr lang="zh-CN" altLang="en-US" dirty="0"/>
              <a:t>只有右单支的二叉树</a:t>
            </a:r>
          </a:p>
        </p:txBody>
      </p:sp>
      <p:sp>
        <p:nvSpPr>
          <p:cNvPr id="4" name="灯片编号占位符 3">
            <a:extLst>
              <a:ext uri="{FF2B5EF4-FFF2-40B4-BE49-F238E27FC236}">
                <a16:creationId xmlns:a16="http://schemas.microsoft.com/office/drawing/2014/main" id="{A9075105-0195-A762-E42D-C19E3186E1C3}"/>
              </a:ext>
            </a:extLst>
          </p:cNvPr>
          <p:cNvSpPr>
            <a:spLocks noGrp="1"/>
          </p:cNvSpPr>
          <p:nvPr>
            <p:ph type="sldNum" sz="quarter" idx="12"/>
          </p:nvPr>
        </p:nvSpPr>
        <p:spPr/>
        <p:txBody>
          <a:bodyPr/>
          <a:lstStyle/>
          <a:p>
            <a:pPr>
              <a:defRPr/>
            </a:pPr>
            <a:fld id="{6DFA40DF-1FC0-4A1B-B86F-E962D94EFA14}" type="slidenum">
              <a:rPr lang="en-US" altLang="zh-CN" smtClean="0"/>
              <a:pPr>
                <a:defRPr/>
              </a:pPr>
              <a:t>18</a:t>
            </a:fld>
            <a:endParaRPr lang="en-US" altLang="zh-CN"/>
          </a:p>
        </p:txBody>
      </p:sp>
    </p:spTree>
  </p:cSld>
  <p:clrMapOvr>
    <a:masterClrMapping/>
  </p:clrMapOvr>
  <p:transition>
    <p:spli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7">
            <a:extLst>
              <a:ext uri="{FF2B5EF4-FFF2-40B4-BE49-F238E27FC236}">
                <a16:creationId xmlns:a16="http://schemas.microsoft.com/office/drawing/2014/main" id="{044595E2-7478-BB5E-9F4C-9B49A07BF12A}"/>
              </a:ext>
            </a:extLst>
          </p:cNvPr>
          <p:cNvSpPr>
            <a:spLocks noChangeArrowheads="1"/>
          </p:cNvSpPr>
          <p:nvPr/>
        </p:nvSpPr>
        <p:spPr bwMode="auto">
          <a:xfrm>
            <a:off x="2057400" y="1828800"/>
            <a:ext cx="4419600" cy="533400"/>
          </a:xfrm>
          <a:prstGeom prst="rect">
            <a:avLst/>
          </a:prstGeom>
          <a:solidFill>
            <a:schemeClr val="accent1"/>
          </a:solidFill>
          <a:ln w="9525">
            <a:miter lim="800000"/>
            <a:headEnd/>
            <a:tailEnd/>
          </a:ln>
          <a:scene3d>
            <a:camera prst="legacyObliqueTopRight"/>
            <a:lightRig rig="legacyFlat3" dir="b"/>
          </a:scene3d>
          <a:sp3d extrusionH="430200" prstMaterial="legacyMatte">
            <a:bevelT w="13500" h="13500" prst="angle"/>
            <a:bevelB w="13500" h="13500" prst="angle"/>
            <a:extrusionClr>
              <a:schemeClr val="accent1"/>
            </a:extrusionClr>
            <a:contourClr>
              <a:schemeClr val="accent1"/>
            </a:contourClr>
          </a:sp3d>
        </p:spPr>
        <p:txBody>
          <a:bodyPr wrap="none" anchor="ctr">
            <a:flatTx/>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4580" name="Text Box 8">
            <a:extLst>
              <a:ext uri="{FF2B5EF4-FFF2-40B4-BE49-F238E27FC236}">
                <a16:creationId xmlns:a16="http://schemas.microsoft.com/office/drawing/2014/main" id="{AA654E57-003E-598D-8FC0-EB0E7D6F97CE}"/>
              </a:ext>
            </a:extLst>
          </p:cNvPr>
          <p:cNvSpPr txBox="1">
            <a:spLocks noChangeArrowheads="1"/>
          </p:cNvSpPr>
          <p:nvPr/>
        </p:nvSpPr>
        <p:spPr bwMode="auto">
          <a:xfrm>
            <a:off x="2100263" y="1828800"/>
            <a:ext cx="4337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Times New Roman" panose="02020603050405020304" pitchFamily="18" charset="0"/>
                <a:ea typeface="宋体" panose="02010600030101010101" pitchFamily="2" charset="-122"/>
              </a:rPr>
              <a:t>leftChild   data   rightChild</a:t>
            </a:r>
            <a:endParaRPr kumimoji="1" lang="en-US" altLang="zh-CN" sz="2400">
              <a:latin typeface="Times New Roman" panose="02020603050405020304" pitchFamily="18" charset="0"/>
              <a:ea typeface="宋体" panose="02010600030101010101" pitchFamily="2" charset="-122"/>
            </a:endParaRPr>
          </a:p>
        </p:txBody>
      </p:sp>
      <p:sp>
        <p:nvSpPr>
          <p:cNvPr id="24581" name="Line 9">
            <a:extLst>
              <a:ext uri="{FF2B5EF4-FFF2-40B4-BE49-F238E27FC236}">
                <a16:creationId xmlns:a16="http://schemas.microsoft.com/office/drawing/2014/main" id="{DB9A9696-F2EC-8A0A-B5E2-C2508EC42A14}"/>
              </a:ext>
            </a:extLst>
          </p:cNvPr>
          <p:cNvSpPr>
            <a:spLocks noChangeShapeType="1"/>
          </p:cNvSpPr>
          <p:nvPr/>
        </p:nvSpPr>
        <p:spPr bwMode="auto">
          <a:xfrm flipV="1">
            <a:off x="3657600" y="1828800"/>
            <a:ext cx="0" cy="533400"/>
          </a:xfrm>
          <a:prstGeom prst="line">
            <a:avLst/>
          </a:prstGeom>
          <a:noFill/>
          <a:ln w="19050">
            <a:solidFill>
              <a:srgbClr val="FFFF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582" name="Line 10">
            <a:extLst>
              <a:ext uri="{FF2B5EF4-FFF2-40B4-BE49-F238E27FC236}">
                <a16:creationId xmlns:a16="http://schemas.microsoft.com/office/drawing/2014/main" id="{B461E2D4-6309-6B0A-6A33-141C57F0A603}"/>
              </a:ext>
            </a:extLst>
          </p:cNvPr>
          <p:cNvSpPr>
            <a:spLocks noChangeShapeType="1"/>
          </p:cNvSpPr>
          <p:nvPr/>
        </p:nvSpPr>
        <p:spPr bwMode="auto">
          <a:xfrm flipV="1">
            <a:off x="4572000" y="1828800"/>
            <a:ext cx="0" cy="533400"/>
          </a:xfrm>
          <a:prstGeom prst="line">
            <a:avLst/>
          </a:prstGeom>
          <a:noFill/>
          <a:ln w="19050">
            <a:solidFill>
              <a:srgbClr val="FFFF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583" name="Line 11">
            <a:extLst>
              <a:ext uri="{FF2B5EF4-FFF2-40B4-BE49-F238E27FC236}">
                <a16:creationId xmlns:a16="http://schemas.microsoft.com/office/drawing/2014/main" id="{08877948-A8A5-C881-92F2-2D63DA88DC6B}"/>
              </a:ext>
            </a:extLst>
          </p:cNvPr>
          <p:cNvSpPr>
            <a:spLocks noChangeShapeType="1"/>
          </p:cNvSpPr>
          <p:nvPr/>
        </p:nvSpPr>
        <p:spPr bwMode="auto">
          <a:xfrm flipV="1">
            <a:off x="3657600" y="1676400"/>
            <a:ext cx="152400" cy="152400"/>
          </a:xfrm>
          <a:prstGeom prst="line">
            <a:avLst/>
          </a:prstGeom>
          <a:noFill/>
          <a:ln w="19050">
            <a:solidFill>
              <a:srgbClr val="FFFF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584" name="Line 12">
            <a:extLst>
              <a:ext uri="{FF2B5EF4-FFF2-40B4-BE49-F238E27FC236}">
                <a16:creationId xmlns:a16="http://schemas.microsoft.com/office/drawing/2014/main" id="{1742C009-7236-A55D-2655-4ED0E7E22C5C}"/>
              </a:ext>
            </a:extLst>
          </p:cNvPr>
          <p:cNvSpPr>
            <a:spLocks noChangeShapeType="1"/>
          </p:cNvSpPr>
          <p:nvPr/>
        </p:nvSpPr>
        <p:spPr bwMode="auto">
          <a:xfrm flipV="1">
            <a:off x="4572000" y="1676400"/>
            <a:ext cx="152400" cy="152400"/>
          </a:xfrm>
          <a:prstGeom prst="line">
            <a:avLst/>
          </a:prstGeom>
          <a:noFill/>
          <a:ln w="19050">
            <a:solidFill>
              <a:srgbClr val="FFFF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585" name="AutoShape 13">
            <a:extLst>
              <a:ext uri="{FF2B5EF4-FFF2-40B4-BE49-F238E27FC236}">
                <a16:creationId xmlns:a16="http://schemas.microsoft.com/office/drawing/2014/main" id="{816CB275-3726-D085-1D24-43C24817EFB8}"/>
              </a:ext>
            </a:extLst>
          </p:cNvPr>
          <p:cNvSpPr>
            <a:spLocks noChangeArrowheads="1"/>
          </p:cNvSpPr>
          <p:nvPr/>
        </p:nvSpPr>
        <p:spPr bwMode="auto">
          <a:xfrm>
            <a:off x="3124200" y="3124200"/>
            <a:ext cx="2514600" cy="457200"/>
          </a:xfrm>
          <a:prstGeom prst="roundRect">
            <a:avLst>
              <a:gd name="adj" fmla="val 16667"/>
            </a:avLst>
          </a:prstGeom>
          <a:solidFill>
            <a:schemeClr val="accent1"/>
          </a:solidFill>
          <a:ln w="9525">
            <a:round/>
            <a:headEnd/>
            <a:tailEnd/>
          </a:ln>
          <a:scene3d>
            <a:camera prst="legacyObliqueTopRight"/>
            <a:lightRig rig="legacyFlat3" dir="b"/>
          </a:scene3d>
          <a:sp3d extrusionH="430200" prstMaterial="legacyMatte">
            <a:bevelT w="13500" h="13500" prst="angle"/>
            <a:bevelB w="13500" h="13500" prst="angle"/>
            <a:extrusionClr>
              <a:schemeClr val="accent1"/>
            </a:extrusionClr>
            <a:contourClr>
              <a:schemeClr val="accent1"/>
            </a:contourClr>
          </a:sp3d>
        </p:spPr>
        <p:txBody>
          <a:bodyPr wrap="none" anchor="ctr">
            <a:flatTx/>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4586" name="AutoShape 14">
            <a:extLst>
              <a:ext uri="{FF2B5EF4-FFF2-40B4-BE49-F238E27FC236}">
                <a16:creationId xmlns:a16="http://schemas.microsoft.com/office/drawing/2014/main" id="{35FF388D-FB5B-AA59-2C98-E4E2E1443D14}"/>
              </a:ext>
            </a:extLst>
          </p:cNvPr>
          <p:cNvSpPr>
            <a:spLocks noChangeArrowheads="1"/>
          </p:cNvSpPr>
          <p:nvPr/>
        </p:nvSpPr>
        <p:spPr bwMode="auto">
          <a:xfrm>
            <a:off x="5181600" y="4038600"/>
            <a:ext cx="1828800" cy="457200"/>
          </a:xfrm>
          <a:prstGeom prst="roundRect">
            <a:avLst>
              <a:gd name="adj" fmla="val 16667"/>
            </a:avLst>
          </a:prstGeom>
          <a:solidFill>
            <a:schemeClr val="accent1"/>
          </a:solidFill>
          <a:ln w="9525">
            <a:round/>
            <a:headEnd/>
            <a:tailEnd/>
          </a:ln>
          <a:scene3d>
            <a:camera prst="legacyObliqueTopRight"/>
            <a:lightRig rig="legacyFlat3" dir="b"/>
          </a:scene3d>
          <a:sp3d extrusionH="430200" prstMaterial="legacyMatte">
            <a:bevelT w="13500" h="13500" prst="angle"/>
            <a:bevelB w="13500" h="13500" prst="angle"/>
            <a:extrusionClr>
              <a:schemeClr val="accent1"/>
            </a:extrusionClr>
            <a:contourClr>
              <a:schemeClr val="accent1"/>
            </a:contourClr>
          </a:sp3d>
        </p:spPr>
        <p:txBody>
          <a:bodyPr wrap="none" anchor="ctr">
            <a:flatTx/>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4587" name="AutoShape 15">
            <a:extLst>
              <a:ext uri="{FF2B5EF4-FFF2-40B4-BE49-F238E27FC236}">
                <a16:creationId xmlns:a16="http://schemas.microsoft.com/office/drawing/2014/main" id="{FDA52112-88CF-7AEA-9338-E35E8F1D16B7}"/>
              </a:ext>
            </a:extLst>
          </p:cNvPr>
          <p:cNvSpPr>
            <a:spLocks noChangeArrowheads="1"/>
          </p:cNvSpPr>
          <p:nvPr/>
        </p:nvSpPr>
        <p:spPr bwMode="auto">
          <a:xfrm>
            <a:off x="1905000" y="4038600"/>
            <a:ext cx="1524000" cy="457200"/>
          </a:xfrm>
          <a:prstGeom prst="roundRect">
            <a:avLst>
              <a:gd name="adj" fmla="val 16667"/>
            </a:avLst>
          </a:prstGeom>
          <a:solidFill>
            <a:schemeClr val="accent1"/>
          </a:solidFill>
          <a:ln w="9525">
            <a:round/>
            <a:headEnd/>
            <a:tailEnd/>
          </a:ln>
          <a:scene3d>
            <a:camera prst="legacyObliqueTopRight"/>
            <a:lightRig rig="legacyFlat3" dir="b"/>
          </a:scene3d>
          <a:sp3d extrusionH="430200" prstMaterial="legacyMatte">
            <a:bevelT w="13500" h="13500" prst="angle"/>
            <a:bevelB w="13500" h="13500" prst="angle"/>
            <a:extrusionClr>
              <a:schemeClr val="accent1"/>
            </a:extrusionClr>
            <a:contourClr>
              <a:schemeClr val="accent1"/>
            </a:contourClr>
          </a:sp3d>
        </p:spPr>
        <p:txBody>
          <a:bodyPr wrap="none" anchor="ctr">
            <a:flatTx/>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4588" name="Text Box 16">
            <a:extLst>
              <a:ext uri="{FF2B5EF4-FFF2-40B4-BE49-F238E27FC236}">
                <a16:creationId xmlns:a16="http://schemas.microsoft.com/office/drawing/2014/main" id="{9535EC25-327E-B537-715F-F595527E5D96}"/>
              </a:ext>
            </a:extLst>
          </p:cNvPr>
          <p:cNvSpPr txBox="1">
            <a:spLocks noChangeArrowheads="1"/>
          </p:cNvSpPr>
          <p:nvPr/>
        </p:nvSpPr>
        <p:spPr bwMode="auto">
          <a:xfrm>
            <a:off x="3943350" y="3062288"/>
            <a:ext cx="8572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Times New Roman" panose="02020603050405020304" pitchFamily="18" charset="0"/>
                <a:ea typeface="宋体" panose="02010600030101010101" pitchFamily="2" charset="-122"/>
              </a:rPr>
              <a:t>data</a:t>
            </a:r>
            <a:endParaRPr kumimoji="1" lang="en-US" altLang="zh-CN" sz="2400">
              <a:latin typeface="Times New Roman" panose="02020603050405020304" pitchFamily="18" charset="0"/>
              <a:ea typeface="宋体" panose="02010600030101010101" pitchFamily="2" charset="-122"/>
            </a:endParaRPr>
          </a:p>
        </p:txBody>
      </p:sp>
      <p:sp>
        <p:nvSpPr>
          <p:cNvPr id="24589" name="Text Box 17">
            <a:extLst>
              <a:ext uri="{FF2B5EF4-FFF2-40B4-BE49-F238E27FC236}">
                <a16:creationId xmlns:a16="http://schemas.microsoft.com/office/drawing/2014/main" id="{E8DB7D1B-BEEF-0184-8B03-841FE243AF61}"/>
              </a:ext>
            </a:extLst>
          </p:cNvPr>
          <p:cNvSpPr txBox="1">
            <a:spLocks noChangeArrowheads="1"/>
          </p:cNvSpPr>
          <p:nvPr/>
        </p:nvSpPr>
        <p:spPr bwMode="auto">
          <a:xfrm>
            <a:off x="1905000" y="3976688"/>
            <a:ext cx="15287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Times New Roman" panose="02020603050405020304" pitchFamily="18" charset="0"/>
                <a:ea typeface="宋体" panose="02010600030101010101" pitchFamily="2" charset="-122"/>
              </a:rPr>
              <a:t>leftChild</a:t>
            </a:r>
            <a:endParaRPr kumimoji="1" lang="en-US" altLang="zh-CN" sz="2400">
              <a:latin typeface="Times New Roman" panose="02020603050405020304" pitchFamily="18" charset="0"/>
              <a:ea typeface="宋体" panose="02010600030101010101" pitchFamily="2" charset="-122"/>
            </a:endParaRPr>
          </a:p>
        </p:txBody>
      </p:sp>
      <p:sp>
        <p:nvSpPr>
          <p:cNvPr id="24590" name="Line 18">
            <a:extLst>
              <a:ext uri="{FF2B5EF4-FFF2-40B4-BE49-F238E27FC236}">
                <a16:creationId xmlns:a16="http://schemas.microsoft.com/office/drawing/2014/main" id="{1A5D11D6-656B-D335-A2A2-8B5C8B77276D}"/>
              </a:ext>
            </a:extLst>
          </p:cNvPr>
          <p:cNvSpPr>
            <a:spLocks noChangeShapeType="1"/>
          </p:cNvSpPr>
          <p:nvPr/>
        </p:nvSpPr>
        <p:spPr bwMode="auto">
          <a:xfrm flipV="1">
            <a:off x="4876800" y="3124200"/>
            <a:ext cx="0" cy="457200"/>
          </a:xfrm>
          <a:prstGeom prst="line">
            <a:avLst/>
          </a:prstGeom>
          <a:noFill/>
          <a:ln w="19050">
            <a:solidFill>
              <a:srgbClr val="FFFF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591" name="Line 19">
            <a:extLst>
              <a:ext uri="{FF2B5EF4-FFF2-40B4-BE49-F238E27FC236}">
                <a16:creationId xmlns:a16="http://schemas.microsoft.com/office/drawing/2014/main" id="{BEEFDC6A-A79F-BEBB-F9F8-EA185F3A51BB}"/>
              </a:ext>
            </a:extLst>
          </p:cNvPr>
          <p:cNvSpPr>
            <a:spLocks noChangeShapeType="1"/>
          </p:cNvSpPr>
          <p:nvPr/>
        </p:nvSpPr>
        <p:spPr bwMode="auto">
          <a:xfrm flipV="1">
            <a:off x="4876800" y="2971800"/>
            <a:ext cx="152400" cy="152400"/>
          </a:xfrm>
          <a:prstGeom prst="line">
            <a:avLst/>
          </a:prstGeom>
          <a:noFill/>
          <a:ln w="19050">
            <a:solidFill>
              <a:srgbClr val="FFFF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592" name="Line 20">
            <a:extLst>
              <a:ext uri="{FF2B5EF4-FFF2-40B4-BE49-F238E27FC236}">
                <a16:creationId xmlns:a16="http://schemas.microsoft.com/office/drawing/2014/main" id="{5D9A9B3A-2444-85D1-7F35-A25217024A11}"/>
              </a:ext>
            </a:extLst>
          </p:cNvPr>
          <p:cNvSpPr>
            <a:spLocks noChangeShapeType="1"/>
          </p:cNvSpPr>
          <p:nvPr/>
        </p:nvSpPr>
        <p:spPr bwMode="auto">
          <a:xfrm flipV="1">
            <a:off x="3886200" y="3124200"/>
            <a:ext cx="0" cy="457200"/>
          </a:xfrm>
          <a:prstGeom prst="line">
            <a:avLst/>
          </a:prstGeom>
          <a:noFill/>
          <a:ln w="19050">
            <a:solidFill>
              <a:srgbClr val="FFFF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593" name="Line 21">
            <a:extLst>
              <a:ext uri="{FF2B5EF4-FFF2-40B4-BE49-F238E27FC236}">
                <a16:creationId xmlns:a16="http://schemas.microsoft.com/office/drawing/2014/main" id="{A2CFF055-A373-787A-6C5E-56D6F9DFCC1E}"/>
              </a:ext>
            </a:extLst>
          </p:cNvPr>
          <p:cNvSpPr>
            <a:spLocks noChangeShapeType="1"/>
          </p:cNvSpPr>
          <p:nvPr/>
        </p:nvSpPr>
        <p:spPr bwMode="auto">
          <a:xfrm flipV="1">
            <a:off x="3886200" y="2971800"/>
            <a:ext cx="152400" cy="152400"/>
          </a:xfrm>
          <a:prstGeom prst="line">
            <a:avLst/>
          </a:prstGeom>
          <a:noFill/>
          <a:ln w="19050">
            <a:solidFill>
              <a:srgbClr val="FFFF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594" name="Text Box 24">
            <a:extLst>
              <a:ext uri="{FF2B5EF4-FFF2-40B4-BE49-F238E27FC236}">
                <a16:creationId xmlns:a16="http://schemas.microsoft.com/office/drawing/2014/main" id="{E4EB0827-054E-4F9A-CCBE-FE49092969A4}"/>
              </a:ext>
            </a:extLst>
          </p:cNvPr>
          <p:cNvSpPr txBox="1">
            <a:spLocks noChangeArrowheads="1"/>
          </p:cNvSpPr>
          <p:nvPr/>
        </p:nvSpPr>
        <p:spPr bwMode="auto">
          <a:xfrm>
            <a:off x="5181600" y="3962400"/>
            <a:ext cx="17859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Times New Roman" panose="02020603050405020304" pitchFamily="18" charset="0"/>
                <a:ea typeface="宋体" panose="02010600030101010101" pitchFamily="2" charset="-122"/>
              </a:rPr>
              <a:t>rightChild</a:t>
            </a:r>
            <a:endParaRPr kumimoji="1" lang="en-US" altLang="zh-CN" sz="2400">
              <a:latin typeface="Times New Roman" panose="02020603050405020304" pitchFamily="18" charset="0"/>
              <a:ea typeface="宋体" panose="02010600030101010101" pitchFamily="2" charset="-122"/>
            </a:endParaRPr>
          </a:p>
        </p:txBody>
      </p:sp>
      <p:sp>
        <p:nvSpPr>
          <p:cNvPr id="24595" name="Line 25">
            <a:extLst>
              <a:ext uri="{FF2B5EF4-FFF2-40B4-BE49-F238E27FC236}">
                <a16:creationId xmlns:a16="http://schemas.microsoft.com/office/drawing/2014/main" id="{661B5A9A-43D2-08E9-1DF2-460381643FBF}"/>
              </a:ext>
            </a:extLst>
          </p:cNvPr>
          <p:cNvSpPr>
            <a:spLocks noChangeShapeType="1"/>
          </p:cNvSpPr>
          <p:nvPr/>
        </p:nvSpPr>
        <p:spPr bwMode="auto">
          <a:xfrm flipH="1">
            <a:off x="2971800" y="3581400"/>
            <a:ext cx="304800" cy="304800"/>
          </a:xfrm>
          <a:prstGeom prst="line">
            <a:avLst/>
          </a:prstGeom>
          <a:noFill/>
          <a:ln w="38100">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596" name="Line 26">
            <a:extLst>
              <a:ext uri="{FF2B5EF4-FFF2-40B4-BE49-F238E27FC236}">
                <a16:creationId xmlns:a16="http://schemas.microsoft.com/office/drawing/2014/main" id="{D3C92FCB-D800-5D74-5093-80CC2A1F25EE}"/>
              </a:ext>
            </a:extLst>
          </p:cNvPr>
          <p:cNvSpPr>
            <a:spLocks noChangeShapeType="1"/>
          </p:cNvSpPr>
          <p:nvPr/>
        </p:nvSpPr>
        <p:spPr bwMode="auto">
          <a:xfrm flipV="1">
            <a:off x="3276600" y="3352800"/>
            <a:ext cx="228600" cy="228600"/>
          </a:xfrm>
          <a:prstGeom prst="line">
            <a:avLst/>
          </a:prstGeom>
          <a:noFill/>
          <a:ln w="38100" cap="rnd">
            <a:solidFill>
              <a:schemeClr val="tx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597" name="Line 27">
            <a:extLst>
              <a:ext uri="{FF2B5EF4-FFF2-40B4-BE49-F238E27FC236}">
                <a16:creationId xmlns:a16="http://schemas.microsoft.com/office/drawing/2014/main" id="{4DE32C60-928D-AFBA-9DFB-C635D54BE80A}"/>
              </a:ext>
            </a:extLst>
          </p:cNvPr>
          <p:cNvSpPr>
            <a:spLocks noChangeShapeType="1"/>
          </p:cNvSpPr>
          <p:nvPr/>
        </p:nvSpPr>
        <p:spPr bwMode="auto">
          <a:xfrm flipH="1" flipV="1">
            <a:off x="5562600" y="3581400"/>
            <a:ext cx="304800" cy="304800"/>
          </a:xfrm>
          <a:prstGeom prst="line">
            <a:avLst/>
          </a:prstGeom>
          <a:noFill/>
          <a:ln w="38100">
            <a:solidFill>
              <a:schemeClr val="tx2"/>
            </a:solidFill>
            <a:round/>
            <a:headEnd type="triangl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598" name="Line 28">
            <a:extLst>
              <a:ext uri="{FF2B5EF4-FFF2-40B4-BE49-F238E27FC236}">
                <a16:creationId xmlns:a16="http://schemas.microsoft.com/office/drawing/2014/main" id="{09DC35EB-FADC-751C-221E-9CA96EF62FE7}"/>
              </a:ext>
            </a:extLst>
          </p:cNvPr>
          <p:cNvSpPr>
            <a:spLocks noChangeShapeType="1"/>
          </p:cNvSpPr>
          <p:nvPr/>
        </p:nvSpPr>
        <p:spPr bwMode="auto">
          <a:xfrm>
            <a:off x="5334000" y="3352800"/>
            <a:ext cx="228600" cy="228600"/>
          </a:xfrm>
          <a:prstGeom prst="line">
            <a:avLst/>
          </a:prstGeom>
          <a:noFill/>
          <a:ln w="38100" cap="rnd">
            <a:solidFill>
              <a:schemeClr val="tx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599" name="Text Box 29">
            <a:extLst>
              <a:ext uri="{FF2B5EF4-FFF2-40B4-BE49-F238E27FC236}">
                <a16:creationId xmlns:a16="http://schemas.microsoft.com/office/drawing/2014/main" id="{58163792-233F-8972-A0AF-0414F055608F}"/>
              </a:ext>
            </a:extLst>
          </p:cNvPr>
          <p:cNvSpPr txBox="1">
            <a:spLocks noChangeArrowheads="1"/>
          </p:cNvSpPr>
          <p:nvPr/>
        </p:nvSpPr>
        <p:spPr bwMode="auto">
          <a:xfrm>
            <a:off x="2881950" y="4613960"/>
            <a:ext cx="295465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zh-CN" altLang="en-US" sz="3600" dirty="0">
                <a:solidFill>
                  <a:schemeClr val="accent2"/>
                </a:solidFill>
                <a:latin typeface="Times New Roman" panose="02020603050405020304" pitchFamily="18" charset="0"/>
                <a:ea typeface="隶书" panose="02010509060101010101" pitchFamily="49" charset="-122"/>
              </a:rPr>
              <a:t>二叉链表表示</a:t>
            </a:r>
            <a:endParaRPr kumimoji="1" lang="zh-CN" altLang="en-US" sz="2400" dirty="0">
              <a:latin typeface="Times New Roman" panose="02020603050405020304" pitchFamily="18" charset="0"/>
              <a:ea typeface="宋体" panose="02010600030101010101" pitchFamily="2" charset="-122"/>
            </a:endParaRPr>
          </a:p>
        </p:txBody>
      </p:sp>
      <p:sp>
        <p:nvSpPr>
          <p:cNvPr id="2" name="标题 1">
            <a:extLst>
              <a:ext uri="{FF2B5EF4-FFF2-40B4-BE49-F238E27FC236}">
                <a16:creationId xmlns:a16="http://schemas.microsoft.com/office/drawing/2014/main" id="{A9E15EC6-0D0D-4672-80A9-FACB96A9C4B3}"/>
              </a:ext>
            </a:extLst>
          </p:cNvPr>
          <p:cNvSpPr>
            <a:spLocks noGrp="1"/>
          </p:cNvSpPr>
          <p:nvPr>
            <p:ph type="title"/>
          </p:nvPr>
        </p:nvSpPr>
        <p:spPr/>
        <p:txBody>
          <a:bodyPr/>
          <a:lstStyle/>
          <a:p>
            <a:r>
              <a:rPr lang="en-US" altLang="zh-CN" dirty="0"/>
              <a:t>5.3.2 </a:t>
            </a:r>
            <a:r>
              <a:rPr lang="zh-CN" altLang="en-US" dirty="0"/>
              <a:t>二叉树的链表表示</a:t>
            </a:r>
          </a:p>
        </p:txBody>
      </p:sp>
      <p:sp>
        <p:nvSpPr>
          <p:cNvPr id="3" name="灯片编号占位符 2">
            <a:extLst>
              <a:ext uri="{FF2B5EF4-FFF2-40B4-BE49-F238E27FC236}">
                <a16:creationId xmlns:a16="http://schemas.microsoft.com/office/drawing/2014/main" id="{0835A42B-0AC3-7AD6-40CF-D6BFC70CF8A7}"/>
              </a:ext>
            </a:extLst>
          </p:cNvPr>
          <p:cNvSpPr>
            <a:spLocks noGrp="1"/>
          </p:cNvSpPr>
          <p:nvPr>
            <p:ph type="sldNum" sz="quarter" idx="12"/>
          </p:nvPr>
        </p:nvSpPr>
        <p:spPr/>
        <p:txBody>
          <a:bodyPr/>
          <a:lstStyle/>
          <a:p>
            <a:pPr>
              <a:defRPr/>
            </a:pPr>
            <a:fld id="{6DFA40DF-1FC0-4A1B-B86F-E962D94EFA14}" type="slidenum">
              <a:rPr lang="en-US" altLang="zh-CN" smtClean="0"/>
              <a:pPr>
                <a:defRPr/>
              </a:pPr>
              <a:t>19</a:t>
            </a:fld>
            <a:endParaRPr lang="en-US" altLang="zh-CN" dirty="0"/>
          </a:p>
        </p:txBody>
      </p:sp>
    </p:spTree>
  </p:cSld>
  <p:clrMapOvr>
    <a:masterClrMapping/>
  </p:clrMapOvr>
  <p:transition>
    <p:spli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4">
            <a:extLst>
              <a:ext uri="{FF2B5EF4-FFF2-40B4-BE49-F238E27FC236}">
                <a16:creationId xmlns:a16="http://schemas.microsoft.com/office/drawing/2014/main" id="{B754768F-5568-8D01-A538-EA54F7B07398}"/>
              </a:ext>
            </a:extLst>
          </p:cNvPr>
          <p:cNvSpPr>
            <a:spLocks noChangeArrowheads="1"/>
          </p:cNvSpPr>
          <p:nvPr/>
        </p:nvSpPr>
        <p:spPr bwMode="auto">
          <a:xfrm>
            <a:off x="1524000" y="1828800"/>
            <a:ext cx="5638800" cy="533400"/>
          </a:xfrm>
          <a:prstGeom prst="rect">
            <a:avLst/>
          </a:prstGeom>
          <a:solidFill>
            <a:schemeClr val="accent1"/>
          </a:solidFill>
          <a:ln w="9525">
            <a:miter lim="800000"/>
            <a:headEnd/>
            <a:tailEnd/>
          </a:ln>
          <a:scene3d>
            <a:camera prst="legacyObliqueTopRight"/>
            <a:lightRig rig="legacyFlat3" dir="b"/>
          </a:scene3d>
          <a:sp3d extrusionH="430200" prstMaterial="legacyMatte">
            <a:bevelT w="13500" h="13500" prst="angle"/>
            <a:bevelB w="13500" h="13500" prst="angle"/>
            <a:extrusionClr>
              <a:schemeClr val="accent1"/>
            </a:extrusionClr>
            <a:contourClr>
              <a:schemeClr val="accent1"/>
            </a:contourClr>
          </a:sp3d>
        </p:spPr>
        <p:txBody>
          <a:bodyPr wrap="none" anchor="ctr">
            <a:flatTx/>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5604" name="Text Box 5">
            <a:extLst>
              <a:ext uri="{FF2B5EF4-FFF2-40B4-BE49-F238E27FC236}">
                <a16:creationId xmlns:a16="http://schemas.microsoft.com/office/drawing/2014/main" id="{AA24D846-81F2-4ED3-BC28-684DB5E4E8CF}"/>
              </a:ext>
            </a:extLst>
          </p:cNvPr>
          <p:cNvSpPr txBox="1">
            <a:spLocks noChangeArrowheads="1"/>
          </p:cNvSpPr>
          <p:nvPr/>
        </p:nvSpPr>
        <p:spPr bwMode="auto">
          <a:xfrm>
            <a:off x="1550988" y="1828800"/>
            <a:ext cx="56118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Times New Roman" panose="02020603050405020304" pitchFamily="18" charset="0"/>
                <a:ea typeface="宋体" panose="02010600030101010101" pitchFamily="2" charset="-122"/>
              </a:rPr>
              <a:t>leftChild   data   parent   rightChild</a:t>
            </a:r>
            <a:endParaRPr kumimoji="1" lang="en-US" altLang="zh-CN" sz="2400">
              <a:latin typeface="Times New Roman" panose="02020603050405020304" pitchFamily="18" charset="0"/>
              <a:ea typeface="宋体" panose="02010600030101010101" pitchFamily="2" charset="-122"/>
            </a:endParaRPr>
          </a:p>
        </p:txBody>
      </p:sp>
      <p:sp>
        <p:nvSpPr>
          <p:cNvPr id="25605" name="Line 6">
            <a:extLst>
              <a:ext uri="{FF2B5EF4-FFF2-40B4-BE49-F238E27FC236}">
                <a16:creationId xmlns:a16="http://schemas.microsoft.com/office/drawing/2014/main" id="{1108DAC6-4FE5-4ED8-2437-16A4D659B4FC}"/>
              </a:ext>
            </a:extLst>
          </p:cNvPr>
          <p:cNvSpPr>
            <a:spLocks noChangeShapeType="1"/>
          </p:cNvSpPr>
          <p:nvPr/>
        </p:nvSpPr>
        <p:spPr bwMode="auto">
          <a:xfrm flipV="1">
            <a:off x="3124200" y="1828800"/>
            <a:ext cx="0" cy="533400"/>
          </a:xfrm>
          <a:prstGeom prst="line">
            <a:avLst/>
          </a:prstGeom>
          <a:noFill/>
          <a:ln w="19050">
            <a:solidFill>
              <a:srgbClr val="FFFF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06" name="Line 7">
            <a:extLst>
              <a:ext uri="{FF2B5EF4-FFF2-40B4-BE49-F238E27FC236}">
                <a16:creationId xmlns:a16="http://schemas.microsoft.com/office/drawing/2014/main" id="{8870892D-A72B-F76D-10BE-A333DFE8E16E}"/>
              </a:ext>
            </a:extLst>
          </p:cNvPr>
          <p:cNvSpPr>
            <a:spLocks noChangeShapeType="1"/>
          </p:cNvSpPr>
          <p:nvPr/>
        </p:nvSpPr>
        <p:spPr bwMode="auto">
          <a:xfrm flipV="1">
            <a:off x="4038600" y="1828800"/>
            <a:ext cx="0" cy="533400"/>
          </a:xfrm>
          <a:prstGeom prst="line">
            <a:avLst/>
          </a:prstGeom>
          <a:noFill/>
          <a:ln w="19050">
            <a:solidFill>
              <a:srgbClr val="FFFF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07" name="Line 8">
            <a:extLst>
              <a:ext uri="{FF2B5EF4-FFF2-40B4-BE49-F238E27FC236}">
                <a16:creationId xmlns:a16="http://schemas.microsoft.com/office/drawing/2014/main" id="{6AF8AC18-97DF-9EEF-27A1-63137F57C497}"/>
              </a:ext>
            </a:extLst>
          </p:cNvPr>
          <p:cNvSpPr>
            <a:spLocks noChangeShapeType="1"/>
          </p:cNvSpPr>
          <p:nvPr/>
        </p:nvSpPr>
        <p:spPr bwMode="auto">
          <a:xfrm flipV="1">
            <a:off x="3124200" y="1676400"/>
            <a:ext cx="152400" cy="152400"/>
          </a:xfrm>
          <a:prstGeom prst="line">
            <a:avLst/>
          </a:prstGeom>
          <a:noFill/>
          <a:ln w="19050">
            <a:solidFill>
              <a:srgbClr val="FFFF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08" name="Line 9">
            <a:extLst>
              <a:ext uri="{FF2B5EF4-FFF2-40B4-BE49-F238E27FC236}">
                <a16:creationId xmlns:a16="http://schemas.microsoft.com/office/drawing/2014/main" id="{7A6EEAD8-9E12-2974-0D91-C707C13518E6}"/>
              </a:ext>
            </a:extLst>
          </p:cNvPr>
          <p:cNvSpPr>
            <a:spLocks noChangeShapeType="1"/>
          </p:cNvSpPr>
          <p:nvPr/>
        </p:nvSpPr>
        <p:spPr bwMode="auto">
          <a:xfrm flipV="1">
            <a:off x="4038600" y="1676400"/>
            <a:ext cx="152400" cy="152400"/>
          </a:xfrm>
          <a:prstGeom prst="line">
            <a:avLst/>
          </a:prstGeom>
          <a:noFill/>
          <a:ln w="19050">
            <a:solidFill>
              <a:srgbClr val="FFFF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09" name="Line 10">
            <a:extLst>
              <a:ext uri="{FF2B5EF4-FFF2-40B4-BE49-F238E27FC236}">
                <a16:creationId xmlns:a16="http://schemas.microsoft.com/office/drawing/2014/main" id="{6CC4B71E-BBD8-BA23-DE30-90255ACDB0B2}"/>
              </a:ext>
            </a:extLst>
          </p:cNvPr>
          <p:cNvSpPr>
            <a:spLocks noChangeShapeType="1"/>
          </p:cNvSpPr>
          <p:nvPr/>
        </p:nvSpPr>
        <p:spPr bwMode="auto">
          <a:xfrm flipV="1">
            <a:off x="5334000" y="1828800"/>
            <a:ext cx="0" cy="533400"/>
          </a:xfrm>
          <a:prstGeom prst="line">
            <a:avLst/>
          </a:prstGeom>
          <a:noFill/>
          <a:ln w="19050">
            <a:solidFill>
              <a:srgbClr val="FFFF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10" name="Line 11">
            <a:extLst>
              <a:ext uri="{FF2B5EF4-FFF2-40B4-BE49-F238E27FC236}">
                <a16:creationId xmlns:a16="http://schemas.microsoft.com/office/drawing/2014/main" id="{B537F978-AFC9-61BB-1A97-DEDC0332A9F4}"/>
              </a:ext>
            </a:extLst>
          </p:cNvPr>
          <p:cNvSpPr>
            <a:spLocks noChangeShapeType="1"/>
          </p:cNvSpPr>
          <p:nvPr/>
        </p:nvSpPr>
        <p:spPr bwMode="auto">
          <a:xfrm flipV="1">
            <a:off x="5334000" y="1676400"/>
            <a:ext cx="152400" cy="152400"/>
          </a:xfrm>
          <a:prstGeom prst="line">
            <a:avLst/>
          </a:prstGeom>
          <a:noFill/>
          <a:ln w="19050">
            <a:solidFill>
              <a:srgbClr val="FFFF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11" name="AutoShape 12">
            <a:extLst>
              <a:ext uri="{FF2B5EF4-FFF2-40B4-BE49-F238E27FC236}">
                <a16:creationId xmlns:a16="http://schemas.microsoft.com/office/drawing/2014/main" id="{61177E6A-4516-DD79-0727-EF64DBE35DE5}"/>
              </a:ext>
            </a:extLst>
          </p:cNvPr>
          <p:cNvSpPr>
            <a:spLocks noChangeArrowheads="1"/>
          </p:cNvSpPr>
          <p:nvPr/>
        </p:nvSpPr>
        <p:spPr bwMode="auto">
          <a:xfrm>
            <a:off x="4419600" y="2971800"/>
            <a:ext cx="1371600" cy="457200"/>
          </a:xfrm>
          <a:prstGeom prst="roundRect">
            <a:avLst>
              <a:gd name="adj" fmla="val 16667"/>
            </a:avLst>
          </a:prstGeom>
          <a:solidFill>
            <a:schemeClr val="accent1"/>
          </a:solidFill>
          <a:ln w="9525">
            <a:round/>
            <a:headEnd/>
            <a:tailEnd/>
          </a:ln>
          <a:scene3d>
            <a:camera prst="legacyObliqueTopRight"/>
            <a:lightRig rig="legacyFlat3" dir="b"/>
          </a:scene3d>
          <a:sp3d extrusionH="430200" prstMaterial="legacyMatte">
            <a:bevelT w="13500" h="13500" prst="angle"/>
            <a:bevelB w="13500" h="13500" prst="angle"/>
            <a:extrusionClr>
              <a:schemeClr val="accent1"/>
            </a:extrusionClr>
            <a:contourClr>
              <a:schemeClr val="accent1"/>
            </a:contourClr>
          </a:sp3d>
        </p:spPr>
        <p:txBody>
          <a:bodyPr wrap="none" anchor="ctr">
            <a:flatTx/>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5612" name="AutoShape 13">
            <a:extLst>
              <a:ext uri="{FF2B5EF4-FFF2-40B4-BE49-F238E27FC236}">
                <a16:creationId xmlns:a16="http://schemas.microsoft.com/office/drawing/2014/main" id="{7C5753C6-AC2A-1E37-AA13-3F5882EAC578}"/>
              </a:ext>
            </a:extLst>
          </p:cNvPr>
          <p:cNvSpPr>
            <a:spLocks noChangeArrowheads="1"/>
          </p:cNvSpPr>
          <p:nvPr/>
        </p:nvSpPr>
        <p:spPr bwMode="auto">
          <a:xfrm>
            <a:off x="3048000" y="3886200"/>
            <a:ext cx="3048000" cy="457200"/>
          </a:xfrm>
          <a:prstGeom prst="roundRect">
            <a:avLst>
              <a:gd name="adj" fmla="val 16667"/>
            </a:avLst>
          </a:prstGeom>
          <a:solidFill>
            <a:schemeClr val="accent1"/>
          </a:solidFill>
          <a:ln w="9525">
            <a:round/>
            <a:headEnd/>
            <a:tailEnd/>
          </a:ln>
          <a:scene3d>
            <a:camera prst="legacyObliqueTopRight"/>
            <a:lightRig rig="legacyFlat3" dir="b"/>
          </a:scene3d>
          <a:sp3d extrusionH="430200" prstMaterial="legacyMatte">
            <a:bevelT w="13500" h="13500" prst="angle"/>
            <a:bevelB w="13500" h="13500" prst="angle"/>
            <a:extrusionClr>
              <a:schemeClr val="accent1"/>
            </a:extrusionClr>
            <a:contourClr>
              <a:schemeClr val="accent1"/>
            </a:contourClr>
          </a:sp3d>
        </p:spPr>
        <p:txBody>
          <a:bodyPr wrap="none" anchor="ctr">
            <a:flatTx/>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5613" name="AutoShape 14">
            <a:extLst>
              <a:ext uri="{FF2B5EF4-FFF2-40B4-BE49-F238E27FC236}">
                <a16:creationId xmlns:a16="http://schemas.microsoft.com/office/drawing/2014/main" id="{6E2AFE6F-10DE-E4B8-9924-A2B35899E2AA}"/>
              </a:ext>
            </a:extLst>
          </p:cNvPr>
          <p:cNvSpPr>
            <a:spLocks noChangeArrowheads="1"/>
          </p:cNvSpPr>
          <p:nvPr/>
        </p:nvSpPr>
        <p:spPr bwMode="auto">
          <a:xfrm>
            <a:off x="5638800" y="4800600"/>
            <a:ext cx="1828800" cy="457200"/>
          </a:xfrm>
          <a:prstGeom prst="roundRect">
            <a:avLst>
              <a:gd name="adj" fmla="val 16667"/>
            </a:avLst>
          </a:prstGeom>
          <a:solidFill>
            <a:schemeClr val="accent1"/>
          </a:solidFill>
          <a:ln w="9525">
            <a:round/>
            <a:headEnd/>
            <a:tailEnd/>
          </a:ln>
          <a:scene3d>
            <a:camera prst="legacyObliqueTopRight"/>
            <a:lightRig rig="legacyFlat3" dir="b"/>
          </a:scene3d>
          <a:sp3d extrusionH="430200" prstMaterial="legacyMatte">
            <a:bevelT w="13500" h="13500" prst="angle"/>
            <a:bevelB w="13500" h="13500" prst="angle"/>
            <a:extrusionClr>
              <a:schemeClr val="accent1"/>
            </a:extrusionClr>
            <a:contourClr>
              <a:schemeClr val="accent1"/>
            </a:contourClr>
          </a:sp3d>
        </p:spPr>
        <p:txBody>
          <a:bodyPr wrap="none" anchor="ctr">
            <a:flatTx/>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5614" name="AutoShape 15">
            <a:extLst>
              <a:ext uri="{FF2B5EF4-FFF2-40B4-BE49-F238E27FC236}">
                <a16:creationId xmlns:a16="http://schemas.microsoft.com/office/drawing/2014/main" id="{5D7841D4-0BEC-52D9-29CA-D3EE865E21BE}"/>
              </a:ext>
            </a:extLst>
          </p:cNvPr>
          <p:cNvSpPr>
            <a:spLocks noChangeArrowheads="1"/>
          </p:cNvSpPr>
          <p:nvPr/>
        </p:nvSpPr>
        <p:spPr bwMode="auto">
          <a:xfrm>
            <a:off x="1828800" y="4800600"/>
            <a:ext cx="1524000" cy="457200"/>
          </a:xfrm>
          <a:prstGeom prst="roundRect">
            <a:avLst>
              <a:gd name="adj" fmla="val 16667"/>
            </a:avLst>
          </a:prstGeom>
          <a:solidFill>
            <a:schemeClr val="accent1"/>
          </a:solidFill>
          <a:ln w="9525">
            <a:round/>
            <a:headEnd/>
            <a:tailEnd/>
          </a:ln>
          <a:scene3d>
            <a:camera prst="legacyObliqueTopRight"/>
            <a:lightRig rig="legacyFlat3" dir="b"/>
          </a:scene3d>
          <a:sp3d extrusionH="430200" prstMaterial="legacyMatte">
            <a:bevelT w="13500" h="13500" prst="angle"/>
            <a:bevelB w="13500" h="13500" prst="angle"/>
            <a:extrusionClr>
              <a:schemeClr val="accent1"/>
            </a:extrusionClr>
            <a:contourClr>
              <a:schemeClr val="accent1"/>
            </a:contourClr>
          </a:sp3d>
        </p:spPr>
        <p:txBody>
          <a:bodyPr wrap="none" anchor="ctr">
            <a:flatTx/>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5615" name="Text Box 17">
            <a:extLst>
              <a:ext uri="{FF2B5EF4-FFF2-40B4-BE49-F238E27FC236}">
                <a16:creationId xmlns:a16="http://schemas.microsoft.com/office/drawing/2014/main" id="{75658CEC-4E75-7DAB-9465-9DED510B5EB6}"/>
              </a:ext>
            </a:extLst>
          </p:cNvPr>
          <p:cNvSpPr txBox="1">
            <a:spLocks noChangeArrowheads="1"/>
          </p:cNvSpPr>
          <p:nvPr/>
        </p:nvSpPr>
        <p:spPr bwMode="auto">
          <a:xfrm>
            <a:off x="4522788" y="2895600"/>
            <a:ext cx="11922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Times New Roman" panose="02020603050405020304" pitchFamily="18" charset="0"/>
                <a:ea typeface="宋体" panose="02010600030101010101" pitchFamily="2" charset="-122"/>
              </a:rPr>
              <a:t>parent</a:t>
            </a:r>
            <a:endParaRPr kumimoji="1" lang="en-US" altLang="zh-CN" sz="2400">
              <a:latin typeface="Times New Roman" panose="02020603050405020304" pitchFamily="18" charset="0"/>
              <a:ea typeface="宋体" panose="02010600030101010101" pitchFamily="2" charset="-122"/>
            </a:endParaRPr>
          </a:p>
        </p:txBody>
      </p:sp>
      <p:sp>
        <p:nvSpPr>
          <p:cNvPr id="25616" name="Text Box 18">
            <a:extLst>
              <a:ext uri="{FF2B5EF4-FFF2-40B4-BE49-F238E27FC236}">
                <a16:creationId xmlns:a16="http://schemas.microsoft.com/office/drawing/2014/main" id="{87BA6199-D876-B84A-1CFD-127BF33A120C}"/>
              </a:ext>
            </a:extLst>
          </p:cNvPr>
          <p:cNvSpPr txBox="1">
            <a:spLocks noChangeArrowheads="1"/>
          </p:cNvSpPr>
          <p:nvPr/>
        </p:nvSpPr>
        <p:spPr bwMode="auto">
          <a:xfrm>
            <a:off x="3790950" y="3824288"/>
            <a:ext cx="8572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Times New Roman" panose="02020603050405020304" pitchFamily="18" charset="0"/>
                <a:ea typeface="宋体" panose="02010600030101010101" pitchFamily="2" charset="-122"/>
              </a:rPr>
              <a:t>data</a:t>
            </a:r>
            <a:endParaRPr kumimoji="1" lang="en-US" altLang="zh-CN" sz="2400">
              <a:latin typeface="Times New Roman" panose="02020603050405020304" pitchFamily="18" charset="0"/>
              <a:ea typeface="宋体" panose="02010600030101010101" pitchFamily="2" charset="-122"/>
            </a:endParaRPr>
          </a:p>
        </p:txBody>
      </p:sp>
      <p:sp>
        <p:nvSpPr>
          <p:cNvPr id="25617" name="Text Box 19">
            <a:extLst>
              <a:ext uri="{FF2B5EF4-FFF2-40B4-BE49-F238E27FC236}">
                <a16:creationId xmlns:a16="http://schemas.microsoft.com/office/drawing/2014/main" id="{BAECE32C-9BE1-7CFB-E5E8-FD7C340F574F}"/>
              </a:ext>
            </a:extLst>
          </p:cNvPr>
          <p:cNvSpPr txBox="1">
            <a:spLocks noChangeArrowheads="1"/>
          </p:cNvSpPr>
          <p:nvPr/>
        </p:nvSpPr>
        <p:spPr bwMode="auto">
          <a:xfrm>
            <a:off x="1828800" y="4738688"/>
            <a:ext cx="15287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Times New Roman" panose="02020603050405020304" pitchFamily="18" charset="0"/>
                <a:ea typeface="宋体" panose="02010600030101010101" pitchFamily="2" charset="-122"/>
              </a:rPr>
              <a:t>leftChild</a:t>
            </a:r>
            <a:endParaRPr kumimoji="1" lang="en-US" altLang="zh-CN" sz="2400">
              <a:latin typeface="Times New Roman" panose="02020603050405020304" pitchFamily="18" charset="0"/>
              <a:ea typeface="宋体" panose="02010600030101010101" pitchFamily="2" charset="-122"/>
            </a:endParaRPr>
          </a:p>
        </p:txBody>
      </p:sp>
      <p:sp>
        <p:nvSpPr>
          <p:cNvPr id="25618" name="Line 20">
            <a:extLst>
              <a:ext uri="{FF2B5EF4-FFF2-40B4-BE49-F238E27FC236}">
                <a16:creationId xmlns:a16="http://schemas.microsoft.com/office/drawing/2014/main" id="{9F835D00-ECFF-EBBD-C6D9-674D2469D7AF}"/>
              </a:ext>
            </a:extLst>
          </p:cNvPr>
          <p:cNvSpPr>
            <a:spLocks noChangeShapeType="1"/>
          </p:cNvSpPr>
          <p:nvPr/>
        </p:nvSpPr>
        <p:spPr bwMode="auto">
          <a:xfrm flipV="1">
            <a:off x="4648200" y="3886200"/>
            <a:ext cx="0" cy="457200"/>
          </a:xfrm>
          <a:prstGeom prst="line">
            <a:avLst/>
          </a:prstGeom>
          <a:noFill/>
          <a:ln w="19050">
            <a:solidFill>
              <a:srgbClr val="FFFF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19" name="Line 21">
            <a:extLst>
              <a:ext uri="{FF2B5EF4-FFF2-40B4-BE49-F238E27FC236}">
                <a16:creationId xmlns:a16="http://schemas.microsoft.com/office/drawing/2014/main" id="{8EA2B537-75B8-2962-BF61-357B153CF491}"/>
              </a:ext>
            </a:extLst>
          </p:cNvPr>
          <p:cNvSpPr>
            <a:spLocks noChangeShapeType="1"/>
          </p:cNvSpPr>
          <p:nvPr/>
        </p:nvSpPr>
        <p:spPr bwMode="auto">
          <a:xfrm flipV="1">
            <a:off x="4648200" y="3733800"/>
            <a:ext cx="152400" cy="152400"/>
          </a:xfrm>
          <a:prstGeom prst="line">
            <a:avLst/>
          </a:prstGeom>
          <a:noFill/>
          <a:ln w="19050">
            <a:solidFill>
              <a:srgbClr val="FFFF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20" name="Line 22">
            <a:extLst>
              <a:ext uri="{FF2B5EF4-FFF2-40B4-BE49-F238E27FC236}">
                <a16:creationId xmlns:a16="http://schemas.microsoft.com/office/drawing/2014/main" id="{9EC3FA0C-DBCA-EC5F-8D44-9A639536A5B3}"/>
              </a:ext>
            </a:extLst>
          </p:cNvPr>
          <p:cNvSpPr>
            <a:spLocks noChangeShapeType="1"/>
          </p:cNvSpPr>
          <p:nvPr/>
        </p:nvSpPr>
        <p:spPr bwMode="auto">
          <a:xfrm flipV="1">
            <a:off x="3733800" y="3886200"/>
            <a:ext cx="0" cy="457200"/>
          </a:xfrm>
          <a:prstGeom prst="line">
            <a:avLst/>
          </a:prstGeom>
          <a:noFill/>
          <a:ln w="19050">
            <a:solidFill>
              <a:srgbClr val="FFFF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21" name="Line 23">
            <a:extLst>
              <a:ext uri="{FF2B5EF4-FFF2-40B4-BE49-F238E27FC236}">
                <a16:creationId xmlns:a16="http://schemas.microsoft.com/office/drawing/2014/main" id="{370ECD59-2F8D-089C-8398-6D1643FA648D}"/>
              </a:ext>
            </a:extLst>
          </p:cNvPr>
          <p:cNvSpPr>
            <a:spLocks noChangeShapeType="1"/>
          </p:cNvSpPr>
          <p:nvPr/>
        </p:nvSpPr>
        <p:spPr bwMode="auto">
          <a:xfrm flipV="1">
            <a:off x="3733800" y="3733800"/>
            <a:ext cx="152400" cy="152400"/>
          </a:xfrm>
          <a:prstGeom prst="line">
            <a:avLst/>
          </a:prstGeom>
          <a:noFill/>
          <a:ln w="19050">
            <a:solidFill>
              <a:srgbClr val="FFFF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22" name="Line 24">
            <a:extLst>
              <a:ext uri="{FF2B5EF4-FFF2-40B4-BE49-F238E27FC236}">
                <a16:creationId xmlns:a16="http://schemas.microsoft.com/office/drawing/2014/main" id="{D7599ACC-D323-DE98-9F7E-D81D736A3D03}"/>
              </a:ext>
            </a:extLst>
          </p:cNvPr>
          <p:cNvSpPr>
            <a:spLocks noChangeShapeType="1"/>
          </p:cNvSpPr>
          <p:nvPr/>
        </p:nvSpPr>
        <p:spPr bwMode="auto">
          <a:xfrm flipV="1">
            <a:off x="5410200" y="3886200"/>
            <a:ext cx="0" cy="457200"/>
          </a:xfrm>
          <a:prstGeom prst="line">
            <a:avLst/>
          </a:prstGeom>
          <a:noFill/>
          <a:ln w="19050">
            <a:solidFill>
              <a:srgbClr val="FFFF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23" name="Line 25">
            <a:extLst>
              <a:ext uri="{FF2B5EF4-FFF2-40B4-BE49-F238E27FC236}">
                <a16:creationId xmlns:a16="http://schemas.microsoft.com/office/drawing/2014/main" id="{D019187C-D036-ED63-1C10-DC0732F6B9C1}"/>
              </a:ext>
            </a:extLst>
          </p:cNvPr>
          <p:cNvSpPr>
            <a:spLocks noChangeShapeType="1"/>
          </p:cNvSpPr>
          <p:nvPr/>
        </p:nvSpPr>
        <p:spPr bwMode="auto">
          <a:xfrm flipV="1">
            <a:off x="5410200" y="3733800"/>
            <a:ext cx="152400" cy="152400"/>
          </a:xfrm>
          <a:prstGeom prst="line">
            <a:avLst/>
          </a:prstGeom>
          <a:noFill/>
          <a:ln w="19050">
            <a:solidFill>
              <a:srgbClr val="FFFF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24" name="Text Box 26">
            <a:extLst>
              <a:ext uri="{FF2B5EF4-FFF2-40B4-BE49-F238E27FC236}">
                <a16:creationId xmlns:a16="http://schemas.microsoft.com/office/drawing/2014/main" id="{3C880AB6-AB75-A444-309D-C3C67A68B481}"/>
              </a:ext>
            </a:extLst>
          </p:cNvPr>
          <p:cNvSpPr txBox="1">
            <a:spLocks noChangeArrowheads="1"/>
          </p:cNvSpPr>
          <p:nvPr/>
        </p:nvSpPr>
        <p:spPr bwMode="auto">
          <a:xfrm>
            <a:off x="5638800" y="4724400"/>
            <a:ext cx="17859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Times New Roman" panose="02020603050405020304" pitchFamily="18" charset="0"/>
                <a:ea typeface="宋体" panose="02010600030101010101" pitchFamily="2" charset="-122"/>
              </a:rPr>
              <a:t>rightChild</a:t>
            </a:r>
            <a:endParaRPr kumimoji="1" lang="en-US" altLang="zh-CN" sz="2400">
              <a:latin typeface="Times New Roman" panose="02020603050405020304" pitchFamily="18" charset="0"/>
              <a:ea typeface="宋体" panose="02010600030101010101" pitchFamily="2" charset="-122"/>
            </a:endParaRPr>
          </a:p>
        </p:txBody>
      </p:sp>
      <p:sp>
        <p:nvSpPr>
          <p:cNvPr id="25625" name="Line 27">
            <a:extLst>
              <a:ext uri="{FF2B5EF4-FFF2-40B4-BE49-F238E27FC236}">
                <a16:creationId xmlns:a16="http://schemas.microsoft.com/office/drawing/2014/main" id="{81AF353B-1445-CF01-D8B4-88323BFC82E1}"/>
              </a:ext>
            </a:extLst>
          </p:cNvPr>
          <p:cNvSpPr>
            <a:spLocks noChangeShapeType="1"/>
          </p:cNvSpPr>
          <p:nvPr/>
        </p:nvSpPr>
        <p:spPr bwMode="auto">
          <a:xfrm flipV="1">
            <a:off x="5029200" y="3429000"/>
            <a:ext cx="0" cy="381000"/>
          </a:xfrm>
          <a:prstGeom prst="line">
            <a:avLst/>
          </a:prstGeom>
          <a:noFill/>
          <a:ln w="38100">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26" name="Line 28">
            <a:extLst>
              <a:ext uri="{FF2B5EF4-FFF2-40B4-BE49-F238E27FC236}">
                <a16:creationId xmlns:a16="http://schemas.microsoft.com/office/drawing/2014/main" id="{B522EAE4-32A2-C9DA-7C8D-D12DD3356464}"/>
              </a:ext>
            </a:extLst>
          </p:cNvPr>
          <p:cNvSpPr>
            <a:spLocks noChangeShapeType="1"/>
          </p:cNvSpPr>
          <p:nvPr/>
        </p:nvSpPr>
        <p:spPr bwMode="auto">
          <a:xfrm>
            <a:off x="5029200" y="3810000"/>
            <a:ext cx="0" cy="304800"/>
          </a:xfrm>
          <a:prstGeom prst="line">
            <a:avLst/>
          </a:prstGeom>
          <a:noFill/>
          <a:ln w="38100" cap="rnd">
            <a:solidFill>
              <a:schemeClr val="tx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27" name="Line 29">
            <a:extLst>
              <a:ext uri="{FF2B5EF4-FFF2-40B4-BE49-F238E27FC236}">
                <a16:creationId xmlns:a16="http://schemas.microsoft.com/office/drawing/2014/main" id="{2B72800A-32E7-3B3D-D561-A7EB6326DF24}"/>
              </a:ext>
            </a:extLst>
          </p:cNvPr>
          <p:cNvSpPr>
            <a:spLocks noChangeShapeType="1"/>
          </p:cNvSpPr>
          <p:nvPr/>
        </p:nvSpPr>
        <p:spPr bwMode="auto">
          <a:xfrm flipH="1">
            <a:off x="2895600" y="4343400"/>
            <a:ext cx="304800" cy="304800"/>
          </a:xfrm>
          <a:prstGeom prst="line">
            <a:avLst/>
          </a:prstGeom>
          <a:noFill/>
          <a:ln w="38100">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28" name="Line 30">
            <a:extLst>
              <a:ext uri="{FF2B5EF4-FFF2-40B4-BE49-F238E27FC236}">
                <a16:creationId xmlns:a16="http://schemas.microsoft.com/office/drawing/2014/main" id="{C40C4C02-E8F2-50E2-96A1-0722EF021CB7}"/>
              </a:ext>
            </a:extLst>
          </p:cNvPr>
          <p:cNvSpPr>
            <a:spLocks noChangeShapeType="1"/>
          </p:cNvSpPr>
          <p:nvPr/>
        </p:nvSpPr>
        <p:spPr bwMode="auto">
          <a:xfrm flipV="1">
            <a:off x="3200400" y="4114800"/>
            <a:ext cx="228600" cy="228600"/>
          </a:xfrm>
          <a:prstGeom prst="line">
            <a:avLst/>
          </a:prstGeom>
          <a:noFill/>
          <a:ln w="38100" cap="rnd">
            <a:solidFill>
              <a:schemeClr val="tx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29" name="Line 31">
            <a:extLst>
              <a:ext uri="{FF2B5EF4-FFF2-40B4-BE49-F238E27FC236}">
                <a16:creationId xmlns:a16="http://schemas.microsoft.com/office/drawing/2014/main" id="{3D451EE6-902C-24BE-88B0-7DFE0A707441}"/>
              </a:ext>
            </a:extLst>
          </p:cNvPr>
          <p:cNvSpPr>
            <a:spLocks noChangeShapeType="1"/>
          </p:cNvSpPr>
          <p:nvPr/>
        </p:nvSpPr>
        <p:spPr bwMode="auto">
          <a:xfrm flipH="1" flipV="1">
            <a:off x="5867400" y="4343400"/>
            <a:ext cx="304800" cy="304800"/>
          </a:xfrm>
          <a:prstGeom prst="line">
            <a:avLst/>
          </a:prstGeom>
          <a:noFill/>
          <a:ln w="38100">
            <a:solidFill>
              <a:schemeClr val="tx2"/>
            </a:solidFill>
            <a:round/>
            <a:headEnd type="triangl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30" name="Line 32">
            <a:extLst>
              <a:ext uri="{FF2B5EF4-FFF2-40B4-BE49-F238E27FC236}">
                <a16:creationId xmlns:a16="http://schemas.microsoft.com/office/drawing/2014/main" id="{16403175-6437-F140-E284-FB893AB07F9B}"/>
              </a:ext>
            </a:extLst>
          </p:cNvPr>
          <p:cNvSpPr>
            <a:spLocks noChangeShapeType="1"/>
          </p:cNvSpPr>
          <p:nvPr/>
        </p:nvSpPr>
        <p:spPr bwMode="auto">
          <a:xfrm>
            <a:off x="5638800" y="4114800"/>
            <a:ext cx="228600" cy="228600"/>
          </a:xfrm>
          <a:prstGeom prst="line">
            <a:avLst/>
          </a:prstGeom>
          <a:noFill/>
          <a:ln w="38100" cap="rnd">
            <a:solidFill>
              <a:schemeClr val="tx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31" name="Text Box 33">
            <a:extLst>
              <a:ext uri="{FF2B5EF4-FFF2-40B4-BE49-F238E27FC236}">
                <a16:creationId xmlns:a16="http://schemas.microsoft.com/office/drawing/2014/main" id="{F6BD0850-095D-E838-5D49-C34C5AF59550}"/>
              </a:ext>
            </a:extLst>
          </p:cNvPr>
          <p:cNvSpPr txBox="1">
            <a:spLocks noChangeArrowheads="1"/>
          </p:cNvSpPr>
          <p:nvPr/>
        </p:nvSpPr>
        <p:spPr bwMode="auto">
          <a:xfrm>
            <a:off x="3078800" y="5331510"/>
            <a:ext cx="295465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zh-CN" altLang="en-US" sz="3600" dirty="0">
                <a:solidFill>
                  <a:schemeClr val="accent2"/>
                </a:solidFill>
                <a:latin typeface="Times New Roman" panose="02020603050405020304" pitchFamily="18" charset="0"/>
                <a:ea typeface="隶书" panose="02010509060101010101" pitchFamily="49" charset="-122"/>
              </a:rPr>
              <a:t>三叉链表表示</a:t>
            </a:r>
            <a:endParaRPr kumimoji="1" lang="zh-CN" altLang="en-US" sz="2400" dirty="0">
              <a:latin typeface="Times New Roman" panose="02020603050405020304" pitchFamily="18" charset="0"/>
              <a:ea typeface="宋体" panose="02010600030101010101" pitchFamily="2" charset="-122"/>
            </a:endParaRPr>
          </a:p>
        </p:txBody>
      </p:sp>
      <p:sp>
        <p:nvSpPr>
          <p:cNvPr id="2" name="标题 1">
            <a:extLst>
              <a:ext uri="{FF2B5EF4-FFF2-40B4-BE49-F238E27FC236}">
                <a16:creationId xmlns:a16="http://schemas.microsoft.com/office/drawing/2014/main" id="{25B0B143-21C1-48E9-A5DE-925714AA8B82}"/>
              </a:ext>
            </a:extLst>
          </p:cNvPr>
          <p:cNvSpPr>
            <a:spLocks noGrp="1"/>
          </p:cNvSpPr>
          <p:nvPr>
            <p:ph type="title"/>
          </p:nvPr>
        </p:nvSpPr>
        <p:spPr/>
        <p:txBody>
          <a:bodyPr/>
          <a:lstStyle/>
          <a:p>
            <a:r>
              <a:rPr lang="zh-CN" altLang="en-US" dirty="0"/>
              <a:t>三叉链表表示</a:t>
            </a:r>
          </a:p>
        </p:txBody>
      </p:sp>
      <p:sp>
        <p:nvSpPr>
          <p:cNvPr id="3" name="灯片编号占位符 2">
            <a:extLst>
              <a:ext uri="{FF2B5EF4-FFF2-40B4-BE49-F238E27FC236}">
                <a16:creationId xmlns:a16="http://schemas.microsoft.com/office/drawing/2014/main" id="{B6743935-2E46-E794-DD08-33B6E96C485A}"/>
              </a:ext>
            </a:extLst>
          </p:cNvPr>
          <p:cNvSpPr>
            <a:spLocks noGrp="1"/>
          </p:cNvSpPr>
          <p:nvPr>
            <p:ph type="sldNum" sz="quarter" idx="12"/>
          </p:nvPr>
        </p:nvSpPr>
        <p:spPr/>
        <p:txBody>
          <a:bodyPr/>
          <a:lstStyle/>
          <a:p>
            <a:pPr>
              <a:defRPr/>
            </a:pPr>
            <a:fld id="{6DFA40DF-1FC0-4A1B-B86F-E962D94EFA14}" type="slidenum">
              <a:rPr lang="en-US" altLang="zh-CN" smtClean="0"/>
              <a:pPr>
                <a:defRPr/>
              </a:pPr>
              <a:t>20</a:t>
            </a:fld>
            <a:endParaRPr lang="en-US" altLang="zh-CN"/>
          </a:p>
        </p:txBody>
      </p:sp>
    </p:spTree>
  </p:cSld>
  <p:clrMapOvr>
    <a:masterClrMapping/>
  </p:clrMapOvr>
  <p:transition>
    <p:spli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Line 13">
            <a:extLst>
              <a:ext uri="{FF2B5EF4-FFF2-40B4-BE49-F238E27FC236}">
                <a16:creationId xmlns:a16="http://schemas.microsoft.com/office/drawing/2014/main" id="{B649B17C-D523-C8BA-F5DD-84676FCFCAAE}"/>
              </a:ext>
            </a:extLst>
          </p:cNvPr>
          <p:cNvSpPr>
            <a:spLocks noChangeShapeType="1"/>
          </p:cNvSpPr>
          <p:nvPr/>
        </p:nvSpPr>
        <p:spPr bwMode="auto">
          <a:xfrm flipH="1">
            <a:off x="1355130" y="4660032"/>
            <a:ext cx="304800" cy="7620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27" name="Line 12">
            <a:extLst>
              <a:ext uri="{FF2B5EF4-FFF2-40B4-BE49-F238E27FC236}">
                <a16:creationId xmlns:a16="http://schemas.microsoft.com/office/drawing/2014/main" id="{8DFC5D36-8138-8F05-6C29-81B718EEC563}"/>
              </a:ext>
            </a:extLst>
          </p:cNvPr>
          <p:cNvSpPr>
            <a:spLocks noChangeShapeType="1"/>
          </p:cNvSpPr>
          <p:nvPr/>
        </p:nvSpPr>
        <p:spPr bwMode="auto">
          <a:xfrm>
            <a:off x="1431330" y="3898032"/>
            <a:ext cx="609600" cy="13716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28" name="Line 11">
            <a:extLst>
              <a:ext uri="{FF2B5EF4-FFF2-40B4-BE49-F238E27FC236}">
                <a16:creationId xmlns:a16="http://schemas.microsoft.com/office/drawing/2014/main" id="{D507D482-AD43-7D29-0915-07187DD20422}"/>
              </a:ext>
            </a:extLst>
          </p:cNvPr>
          <p:cNvSpPr>
            <a:spLocks noChangeShapeType="1"/>
          </p:cNvSpPr>
          <p:nvPr/>
        </p:nvSpPr>
        <p:spPr bwMode="auto">
          <a:xfrm flipH="1">
            <a:off x="1050330" y="3136032"/>
            <a:ext cx="533400" cy="12954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30" name="Oval 4" descr="羊皮纸">
            <a:extLst>
              <a:ext uri="{FF2B5EF4-FFF2-40B4-BE49-F238E27FC236}">
                <a16:creationId xmlns:a16="http://schemas.microsoft.com/office/drawing/2014/main" id="{0086ECAC-1DD2-705F-FE69-B1A77BDE50A9}"/>
              </a:ext>
            </a:extLst>
          </p:cNvPr>
          <p:cNvSpPr>
            <a:spLocks noChangeArrowheads="1"/>
          </p:cNvSpPr>
          <p:nvPr/>
        </p:nvSpPr>
        <p:spPr bwMode="auto">
          <a:xfrm>
            <a:off x="1431330" y="2755032"/>
            <a:ext cx="457200" cy="457200"/>
          </a:xfrm>
          <a:prstGeom prst="ellipse">
            <a:avLst/>
          </a:prstGeom>
          <a:blipFill dpi="0" rotWithShape="0">
            <a:blip r:embed="rId2"/>
            <a:srcRect/>
            <a:tile tx="0" ty="0" sx="100000" sy="100000" flip="none" algn="tl"/>
          </a:blipFill>
          <a:ln w="38100">
            <a:solidFill>
              <a:schemeClr val="tx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6631" name="Oval 5" descr="羊皮纸">
            <a:extLst>
              <a:ext uri="{FF2B5EF4-FFF2-40B4-BE49-F238E27FC236}">
                <a16:creationId xmlns:a16="http://schemas.microsoft.com/office/drawing/2014/main" id="{C0AF9C17-47FC-9051-EAAF-136986DC0ECB}"/>
              </a:ext>
            </a:extLst>
          </p:cNvPr>
          <p:cNvSpPr>
            <a:spLocks noChangeArrowheads="1"/>
          </p:cNvSpPr>
          <p:nvPr/>
        </p:nvSpPr>
        <p:spPr bwMode="auto">
          <a:xfrm>
            <a:off x="1126530" y="3517032"/>
            <a:ext cx="457200" cy="457200"/>
          </a:xfrm>
          <a:prstGeom prst="ellipse">
            <a:avLst/>
          </a:prstGeom>
          <a:blipFill dpi="0" rotWithShape="0">
            <a:blip r:embed="rId2"/>
            <a:srcRect/>
            <a:tile tx="0" ty="0" sx="100000" sy="100000" flip="none" algn="tl"/>
          </a:blipFill>
          <a:ln w="38100">
            <a:solidFill>
              <a:schemeClr val="tx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6632" name="Oval 6" descr="羊皮纸">
            <a:extLst>
              <a:ext uri="{FF2B5EF4-FFF2-40B4-BE49-F238E27FC236}">
                <a16:creationId xmlns:a16="http://schemas.microsoft.com/office/drawing/2014/main" id="{F9C5D5EA-2908-044D-A57B-9E83E6EB2F46}"/>
              </a:ext>
            </a:extLst>
          </p:cNvPr>
          <p:cNvSpPr>
            <a:spLocks noChangeArrowheads="1"/>
          </p:cNvSpPr>
          <p:nvPr/>
        </p:nvSpPr>
        <p:spPr bwMode="auto">
          <a:xfrm>
            <a:off x="745530" y="4355232"/>
            <a:ext cx="457200" cy="457200"/>
          </a:xfrm>
          <a:prstGeom prst="ellipse">
            <a:avLst/>
          </a:prstGeom>
          <a:blipFill dpi="0" rotWithShape="0">
            <a:blip r:embed="rId2"/>
            <a:srcRect/>
            <a:tile tx="0" ty="0" sx="100000" sy="100000" flip="none" algn="tl"/>
          </a:blipFill>
          <a:ln w="38100">
            <a:solidFill>
              <a:schemeClr val="tx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6633" name="Oval 7" descr="羊皮纸">
            <a:extLst>
              <a:ext uri="{FF2B5EF4-FFF2-40B4-BE49-F238E27FC236}">
                <a16:creationId xmlns:a16="http://schemas.microsoft.com/office/drawing/2014/main" id="{1AEE9BA2-E2E1-4A1C-BE91-3C9B480CEE04}"/>
              </a:ext>
            </a:extLst>
          </p:cNvPr>
          <p:cNvSpPr>
            <a:spLocks noChangeArrowheads="1"/>
          </p:cNvSpPr>
          <p:nvPr/>
        </p:nvSpPr>
        <p:spPr bwMode="auto">
          <a:xfrm>
            <a:off x="1507530" y="4355232"/>
            <a:ext cx="457200" cy="457200"/>
          </a:xfrm>
          <a:prstGeom prst="ellipse">
            <a:avLst/>
          </a:prstGeom>
          <a:blipFill dpi="0" rotWithShape="0">
            <a:blip r:embed="rId2"/>
            <a:srcRect/>
            <a:tile tx="0" ty="0" sx="100000" sy="100000" flip="none" algn="tl"/>
          </a:blipFill>
          <a:ln w="38100">
            <a:solidFill>
              <a:schemeClr val="tx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6634" name="Oval 8" descr="羊皮纸">
            <a:extLst>
              <a:ext uri="{FF2B5EF4-FFF2-40B4-BE49-F238E27FC236}">
                <a16:creationId xmlns:a16="http://schemas.microsoft.com/office/drawing/2014/main" id="{38231FAD-1605-AF51-3F8C-C0F0EA9CA538}"/>
              </a:ext>
            </a:extLst>
          </p:cNvPr>
          <p:cNvSpPr>
            <a:spLocks noChangeArrowheads="1"/>
          </p:cNvSpPr>
          <p:nvPr/>
        </p:nvSpPr>
        <p:spPr bwMode="auto">
          <a:xfrm>
            <a:off x="1888530" y="5193432"/>
            <a:ext cx="457200" cy="457200"/>
          </a:xfrm>
          <a:prstGeom prst="ellipse">
            <a:avLst/>
          </a:prstGeom>
          <a:blipFill dpi="0" rotWithShape="0">
            <a:blip r:embed="rId2"/>
            <a:srcRect/>
            <a:tile tx="0" ty="0" sx="100000" sy="100000" flip="none" algn="tl"/>
          </a:blipFill>
          <a:ln w="38100">
            <a:solidFill>
              <a:schemeClr val="tx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6635" name="Oval 10" descr="羊皮纸">
            <a:extLst>
              <a:ext uri="{FF2B5EF4-FFF2-40B4-BE49-F238E27FC236}">
                <a16:creationId xmlns:a16="http://schemas.microsoft.com/office/drawing/2014/main" id="{A714EF70-CE09-B726-AAEF-5D69912F9292}"/>
              </a:ext>
            </a:extLst>
          </p:cNvPr>
          <p:cNvSpPr>
            <a:spLocks noChangeArrowheads="1"/>
          </p:cNvSpPr>
          <p:nvPr/>
        </p:nvSpPr>
        <p:spPr bwMode="auto">
          <a:xfrm>
            <a:off x="1126530" y="5193432"/>
            <a:ext cx="457200" cy="457200"/>
          </a:xfrm>
          <a:prstGeom prst="ellipse">
            <a:avLst/>
          </a:prstGeom>
          <a:blipFill dpi="0" rotWithShape="0">
            <a:blip r:embed="rId2"/>
            <a:srcRect/>
            <a:tile tx="0" ty="0" sx="100000" sy="100000" flip="none" algn="tl"/>
          </a:blipFill>
          <a:ln w="38100">
            <a:solidFill>
              <a:schemeClr val="tx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6636" name="Rectangle 14" descr="羊皮纸">
            <a:extLst>
              <a:ext uri="{FF2B5EF4-FFF2-40B4-BE49-F238E27FC236}">
                <a16:creationId xmlns:a16="http://schemas.microsoft.com/office/drawing/2014/main" id="{F2F72839-F96C-B9F3-2AF2-5B47704C5CB7}"/>
              </a:ext>
            </a:extLst>
          </p:cNvPr>
          <p:cNvSpPr>
            <a:spLocks noChangeArrowheads="1"/>
          </p:cNvSpPr>
          <p:nvPr/>
        </p:nvSpPr>
        <p:spPr bwMode="auto">
          <a:xfrm>
            <a:off x="3641130" y="2678832"/>
            <a:ext cx="990600" cy="457200"/>
          </a:xfrm>
          <a:prstGeom prst="rect">
            <a:avLst/>
          </a:prstGeom>
          <a:blipFill dpi="0" rotWithShape="0">
            <a:blip r:embed="rId2"/>
            <a:srcRect/>
            <a:tile tx="0" ty="0" sx="100000" sy="100000" flip="none" algn="tl"/>
          </a:blipFill>
          <a:ln w="38100">
            <a:solidFill>
              <a:schemeClr val="tx2"/>
            </a:solidFill>
            <a:miter lim="800000"/>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6637" name="Line 15">
            <a:extLst>
              <a:ext uri="{FF2B5EF4-FFF2-40B4-BE49-F238E27FC236}">
                <a16:creationId xmlns:a16="http://schemas.microsoft.com/office/drawing/2014/main" id="{77E285FE-020A-9996-DA61-4F7F0F48208C}"/>
              </a:ext>
            </a:extLst>
          </p:cNvPr>
          <p:cNvSpPr>
            <a:spLocks noChangeShapeType="1"/>
          </p:cNvSpPr>
          <p:nvPr/>
        </p:nvSpPr>
        <p:spPr bwMode="auto">
          <a:xfrm>
            <a:off x="3945930" y="2678832"/>
            <a:ext cx="0" cy="4572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38" name="Line 16">
            <a:extLst>
              <a:ext uri="{FF2B5EF4-FFF2-40B4-BE49-F238E27FC236}">
                <a16:creationId xmlns:a16="http://schemas.microsoft.com/office/drawing/2014/main" id="{54DF63AC-5B96-1DDE-BC44-3A1BF3EEE759}"/>
              </a:ext>
            </a:extLst>
          </p:cNvPr>
          <p:cNvSpPr>
            <a:spLocks noChangeShapeType="1"/>
          </p:cNvSpPr>
          <p:nvPr/>
        </p:nvSpPr>
        <p:spPr bwMode="auto">
          <a:xfrm>
            <a:off x="4326930" y="2678832"/>
            <a:ext cx="0" cy="4572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39" name="Rectangle 17" descr="羊皮纸">
            <a:extLst>
              <a:ext uri="{FF2B5EF4-FFF2-40B4-BE49-F238E27FC236}">
                <a16:creationId xmlns:a16="http://schemas.microsoft.com/office/drawing/2014/main" id="{56C85B00-74D9-719F-D6FC-51736D60E60C}"/>
              </a:ext>
            </a:extLst>
          </p:cNvPr>
          <p:cNvSpPr>
            <a:spLocks noChangeArrowheads="1"/>
          </p:cNvSpPr>
          <p:nvPr/>
        </p:nvSpPr>
        <p:spPr bwMode="auto">
          <a:xfrm>
            <a:off x="3107730" y="3517032"/>
            <a:ext cx="990600" cy="457200"/>
          </a:xfrm>
          <a:prstGeom prst="rect">
            <a:avLst/>
          </a:prstGeom>
          <a:blipFill dpi="0" rotWithShape="0">
            <a:blip r:embed="rId2"/>
            <a:srcRect/>
            <a:tile tx="0" ty="0" sx="100000" sy="100000" flip="none" algn="tl"/>
          </a:blipFill>
          <a:ln w="38100">
            <a:solidFill>
              <a:schemeClr val="tx2"/>
            </a:solidFill>
            <a:miter lim="800000"/>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6640" name="Line 18">
            <a:extLst>
              <a:ext uri="{FF2B5EF4-FFF2-40B4-BE49-F238E27FC236}">
                <a16:creationId xmlns:a16="http://schemas.microsoft.com/office/drawing/2014/main" id="{B6F0B8B6-84D8-9CED-F4D9-CAB5A69213EE}"/>
              </a:ext>
            </a:extLst>
          </p:cNvPr>
          <p:cNvSpPr>
            <a:spLocks noChangeShapeType="1"/>
          </p:cNvSpPr>
          <p:nvPr/>
        </p:nvSpPr>
        <p:spPr bwMode="auto">
          <a:xfrm>
            <a:off x="3412530" y="3517032"/>
            <a:ext cx="0" cy="4572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41" name="Line 19">
            <a:extLst>
              <a:ext uri="{FF2B5EF4-FFF2-40B4-BE49-F238E27FC236}">
                <a16:creationId xmlns:a16="http://schemas.microsoft.com/office/drawing/2014/main" id="{5842F2D2-D4A6-39A5-7975-57D848AAB398}"/>
              </a:ext>
            </a:extLst>
          </p:cNvPr>
          <p:cNvSpPr>
            <a:spLocks noChangeShapeType="1"/>
          </p:cNvSpPr>
          <p:nvPr/>
        </p:nvSpPr>
        <p:spPr bwMode="auto">
          <a:xfrm>
            <a:off x="3793530" y="3517032"/>
            <a:ext cx="0" cy="4572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42" name="Rectangle 20" descr="羊皮纸">
            <a:extLst>
              <a:ext uri="{FF2B5EF4-FFF2-40B4-BE49-F238E27FC236}">
                <a16:creationId xmlns:a16="http://schemas.microsoft.com/office/drawing/2014/main" id="{434DCE99-79BA-2886-499B-5841165F5DC5}"/>
              </a:ext>
            </a:extLst>
          </p:cNvPr>
          <p:cNvSpPr>
            <a:spLocks noChangeArrowheads="1"/>
          </p:cNvSpPr>
          <p:nvPr/>
        </p:nvSpPr>
        <p:spPr bwMode="auto">
          <a:xfrm>
            <a:off x="3031530" y="5193432"/>
            <a:ext cx="990600" cy="457200"/>
          </a:xfrm>
          <a:prstGeom prst="rect">
            <a:avLst/>
          </a:prstGeom>
          <a:blipFill dpi="0" rotWithShape="0">
            <a:blip r:embed="rId2"/>
            <a:srcRect/>
            <a:tile tx="0" ty="0" sx="100000" sy="100000" flip="none" algn="tl"/>
          </a:blipFill>
          <a:ln w="38100">
            <a:solidFill>
              <a:schemeClr val="tx2"/>
            </a:solidFill>
            <a:miter lim="800000"/>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6643" name="Line 21">
            <a:extLst>
              <a:ext uri="{FF2B5EF4-FFF2-40B4-BE49-F238E27FC236}">
                <a16:creationId xmlns:a16="http://schemas.microsoft.com/office/drawing/2014/main" id="{40EAB52E-1C33-F374-AED6-4EA22C0F2389}"/>
              </a:ext>
            </a:extLst>
          </p:cNvPr>
          <p:cNvSpPr>
            <a:spLocks noChangeShapeType="1"/>
          </p:cNvSpPr>
          <p:nvPr/>
        </p:nvSpPr>
        <p:spPr bwMode="auto">
          <a:xfrm>
            <a:off x="3336330" y="5193432"/>
            <a:ext cx="0" cy="4572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44" name="Line 22">
            <a:extLst>
              <a:ext uri="{FF2B5EF4-FFF2-40B4-BE49-F238E27FC236}">
                <a16:creationId xmlns:a16="http://schemas.microsoft.com/office/drawing/2014/main" id="{C2E433DB-5672-0480-8DC7-89AEA9C534FA}"/>
              </a:ext>
            </a:extLst>
          </p:cNvPr>
          <p:cNvSpPr>
            <a:spLocks noChangeShapeType="1"/>
          </p:cNvSpPr>
          <p:nvPr/>
        </p:nvSpPr>
        <p:spPr bwMode="auto">
          <a:xfrm>
            <a:off x="3717330" y="5193432"/>
            <a:ext cx="0" cy="4572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45" name="Rectangle 23" descr="羊皮纸">
            <a:extLst>
              <a:ext uri="{FF2B5EF4-FFF2-40B4-BE49-F238E27FC236}">
                <a16:creationId xmlns:a16="http://schemas.microsoft.com/office/drawing/2014/main" id="{04C7EF4F-56A6-7A80-F3B8-290DF3B0EEF1}"/>
              </a:ext>
            </a:extLst>
          </p:cNvPr>
          <p:cNvSpPr>
            <a:spLocks noChangeArrowheads="1"/>
          </p:cNvSpPr>
          <p:nvPr/>
        </p:nvSpPr>
        <p:spPr bwMode="auto">
          <a:xfrm>
            <a:off x="4174530" y="5193432"/>
            <a:ext cx="990600" cy="457200"/>
          </a:xfrm>
          <a:prstGeom prst="rect">
            <a:avLst/>
          </a:prstGeom>
          <a:blipFill dpi="0" rotWithShape="0">
            <a:blip r:embed="rId2"/>
            <a:srcRect/>
            <a:tile tx="0" ty="0" sx="100000" sy="100000" flip="none" algn="tl"/>
          </a:blipFill>
          <a:ln w="38100">
            <a:solidFill>
              <a:schemeClr val="tx2"/>
            </a:solidFill>
            <a:miter lim="800000"/>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6646" name="Line 24">
            <a:extLst>
              <a:ext uri="{FF2B5EF4-FFF2-40B4-BE49-F238E27FC236}">
                <a16:creationId xmlns:a16="http://schemas.microsoft.com/office/drawing/2014/main" id="{27C0D4CF-0692-27C3-CEE2-DDD66224EE0B}"/>
              </a:ext>
            </a:extLst>
          </p:cNvPr>
          <p:cNvSpPr>
            <a:spLocks noChangeShapeType="1"/>
          </p:cNvSpPr>
          <p:nvPr/>
        </p:nvSpPr>
        <p:spPr bwMode="auto">
          <a:xfrm>
            <a:off x="4479330" y="5193432"/>
            <a:ext cx="0" cy="4572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47" name="Line 25">
            <a:extLst>
              <a:ext uri="{FF2B5EF4-FFF2-40B4-BE49-F238E27FC236}">
                <a16:creationId xmlns:a16="http://schemas.microsoft.com/office/drawing/2014/main" id="{5401AB09-7A8B-51E0-3596-EFCCF129A293}"/>
              </a:ext>
            </a:extLst>
          </p:cNvPr>
          <p:cNvSpPr>
            <a:spLocks noChangeShapeType="1"/>
          </p:cNvSpPr>
          <p:nvPr/>
        </p:nvSpPr>
        <p:spPr bwMode="auto">
          <a:xfrm>
            <a:off x="4860330" y="5193432"/>
            <a:ext cx="0" cy="4572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48" name="Rectangle 26" descr="羊皮纸">
            <a:extLst>
              <a:ext uri="{FF2B5EF4-FFF2-40B4-BE49-F238E27FC236}">
                <a16:creationId xmlns:a16="http://schemas.microsoft.com/office/drawing/2014/main" id="{24E16F9A-7C2B-FAD8-948C-39838116AB95}"/>
              </a:ext>
            </a:extLst>
          </p:cNvPr>
          <p:cNvSpPr>
            <a:spLocks noChangeArrowheads="1"/>
          </p:cNvSpPr>
          <p:nvPr/>
        </p:nvSpPr>
        <p:spPr bwMode="auto">
          <a:xfrm>
            <a:off x="3641130" y="4355232"/>
            <a:ext cx="990600" cy="457200"/>
          </a:xfrm>
          <a:prstGeom prst="rect">
            <a:avLst/>
          </a:prstGeom>
          <a:blipFill dpi="0" rotWithShape="0">
            <a:blip r:embed="rId2"/>
            <a:srcRect/>
            <a:tile tx="0" ty="0" sx="100000" sy="100000" flip="none" algn="tl"/>
          </a:blipFill>
          <a:ln w="38100">
            <a:solidFill>
              <a:schemeClr val="tx2"/>
            </a:solidFill>
            <a:miter lim="800000"/>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6649" name="Line 27">
            <a:extLst>
              <a:ext uri="{FF2B5EF4-FFF2-40B4-BE49-F238E27FC236}">
                <a16:creationId xmlns:a16="http://schemas.microsoft.com/office/drawing/2014/main" id="{AF4719C4-9082-C42B-9E34-88169BF10FF3}"/>
              </a:ext>
            </a:extLst>
          </p:cNvPr>
          <p:cNvSpPr>
            <a:spLocks noChangeShapeType="1"/>
          </p:cNvSpPr>
          <p:nvPr/>
        </p:nvSpPr>
        <p:spPr bwMode="auto">
          <a:xfrm>
            <a:off x="3945930" y="4355232"/>
            <a:ext cx="0" cy="4572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50" name="Line 28">
            <a:extLst>
              <a:ext uri="{FF2B5EF4-FFF2-40B4-BE49-F238E27FC236}">
                <a16:creationId xmlns:a16="http://schemas.microsoft.com/office/drawing/2014/main" id="{AADC392E-F516-934E-F285-5629D6C1B390}"/>
              </a:ext>
            </a:extLst>
          </p:cNvPr>
          <p:cNvSpPr>
            <a:spLocks noChangeShapeType="1"/>
          </p:cNvSpPr>
          <p:nvPr/>
        </p:nvSpPr>
        <p:spPr bwMode="auto">
          <a:xfrm>
            <a:off x="4326930" y="4355232"/>
            <a:ext cx="0" cy="4572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51" name="Rectangle 29" descr="羊皮纸">
            <a:extLst>
              <a:ext uri="{FF2B5EF4-FFF2-40B4-BE49-F238E27FC236}">
                <a16:creationId xmlns:a16="http://schemas.microsoft.com/office/drawing/2014/main" id="{C4AE96CC-74A2-4AD8-B0E7-B05A991F5755}"/>
              </a:ext>
            </a:extLst>
          </p:cNvPr>
          <p:cNvSpPr>
            <a:spLocks noChangeArrowheads="1"/>
          </p:cNvSpPr>
          <p:nvPr/>
        </p:nvSpPr>
        <p:spPr bwMode="auto">
          <a:xfrm>
            <a:off x="2498130" y="4355232"/>
            <a:ext cx="990600" cy="457200"/>
          </a:xfrm>
          <a:prstGeom prst="rect">
            <a:avLst/>
          </a:prstGeom>
          <a:blipFill dpi="0" rotWithShape="0">
            <a:blip r:embed="rId2"/>
            <a:srcRect/>
            <a:tile tx="0" ty="0" sx="100000" sy="100000" flip="none" algn="tl"/>
          </a:blipFill>
          <a:ln w="38100">
            <a:solidFill>
              <a:schemeClr val="tx2"/>
            </a:solidFill>
            <a:miter lim="800000"/>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6652" name="Line 30">
            <a:extLst>
              <a:ext uri="{FF2B5EF4-FFF2-40B4-BE49-F238E27FC236}">
                <a16:creationId xmlns:a16="http://schemas.microsoft.com/office/drawing/2014/main" id="{AA2E6606-5D98-1A56-C971-9801841A0FC8}"/>
              </a:ext>
            </a:extLst>
          </p:cNvPr>
          <p:cNvSpPr>
            <a:spLocks noChangeShapeType="1"/>
          </p:cNvSpPr>
          <p:nvPr/>
        </p:nvSpPr>
        <p:spPr bwMode="auto">
          <a:xfrm flipH="1">
            <a:off x="2802930" y="4355232"/>
            <a:ext cx="0" cy="4572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53" name="Line 31">
            <a:extLst>
              <a:ext uri="{FF2B5EF4-FFF2-40B4-BE49-F238E27FC236}">
                <a16:creationId xmlns:a16="http://schemas.microsoft.com/office/drawing/2014/main" id="{6AEB84C4-17CE-80FD-499D-C68F80D19A74}"/>
              </a:ext>
            </a:extLst>
          </p:cNvPr>
          <p:cNvSpPr>
            <a:spLocks noChangeShapeType="1"/>
          </p:cNvSpPr>
          <p:nvPr/>
        </p:nvSpPr>
        <p:spPr bwMode="auto">
          <a:xfrm>
            <a:off x="3183930" y="4355232"/>
            <a:ext cx="0" cy="4572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54" name="Rectangle 32" descr="羊皮纸">
            <a:extLst>
              <a:ext uri="{FF2B5EF4-FFF2-40B4-BE49-F238E27FC236}">
                <a16:creationId xmlns:a16="http://schemas.microsoft.com/office/drawing/2014/main" id="{9403A0AE-7425-1019-EC65-FF59342C0F29}"/>
              </a:ext>
            </a:extLst>
          </p:cNvPr>
          <p:cNvSpPr>
            <a:spLocks noChangeArrowheads="1"/>
          </p:cNvSpPr>
          <p:nvPr/>
        </p:nvSpPr>
        <p:spPr bwMode="auto">
          <a:xfrm>
            <a:off x="7070130" y="5193432"/>
            <a:ext cx="1295400" cy="457200"/>
          </a:xfrm>
          <a:prstGeom prst="rect">
            <a:avLst/>
          </a:prstGeom>
          <a:blipFill dpi="0" rotWithShape="0">
            <a:blip r:embed="rId2"/>
            <a:srcRect/>
            <a:tile tx="0" ty="0" sx="100000" sy="100000" flip="none" algn="tl"/>
          </a:blipFill>
          <a:ln w="38100">
            <a:solidFill>
              <a:schemeClr val="tx2"/>
            </a:solidFill>
            <a:miter lim="800000"/>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6655" name="Line 33">
            <a:extLst>
              <a:ext uri="{FF2B5EF4-FFF2-40B4-BE49-F238E27FC236}">
                <a16:creationId xmlns:a16="http://schemas.microsoft.com/office/drawing/2014/main" id="{D583EFC2-A640-D6B1-8E79-780C5E393E6A}"/>
              </a:ext>
            </a:extLst>
          </p:cNvPr>
          <p:cNvSpPr>
            <a:spLocks noChangeShapeType="1"/>
          </p:cNvSpPr>
          <p:nvPr/>
        </p:nvSpPr>
        <p:spPr bwMode="auto">
          <a:xfrm>
            <a:off x="7754343" y="5193432"/>
            <a:ext cx="1587" cy="4572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56" name="Line 34">
            <a:extLst>
              <a:ext uri="{FF2B5EF4-FFF2-40B4-BE49-F238E27FC236}">
                <a16:creationId xmlns:a16="http://schemas.microsoft.com/office/drawing/2014/main" id="{6F9D2E2E-4225-65A3-4E9B-65D60A943F6A}"/>
              </a:ext>
            </a:extLst>
          </p:cNvPr>
          <p:cNvSpPr>
            <a:spLocks noChangeShapeType="1"/>
          </p:cNvSpPr>
          <p:nvPr/>
        </p:nvSpPr>
        <p:spPr bwMode="auto">
          <a:xfrm>
            <a:off x="8060730" y="5193432"/>
            <a:ext cx="1588" cy="4572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57" name="Line 35">
            <a:extLst>
              <a:ext uri="{FF2B5EF4-FFF2-40B4-BE49-F238E27FC236}">
                <a16:creationId xmlns:a16="http://schemas.microsoft.com/office/drawing/2014/main" id="{9F89C6E0-9740-8A00-4220-DF73F7235438}"/>
              </a:ext>
            </a:extLst>
          </p:cNvPr>
          <p:cNvSpPr>
            <a:spLocks noChangeShapeType="1"/>
          </p:cNvSpPr>
          <p:nvPr/>
        </p:nvSpPr>
        <p:spPr bwMode="auto">
          <a:xfrm>
            <a:off x="7374930" y="5193432"/>
            <a:ext cx="1588" cy="4572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58" name="Rectangle 36" descr="羊皮纸">
            <a:extLst>
              <a:ext uri="{FF2B5EF4-FFF2-40B4-BE49-F238E27FC236}">
                <a16:creationId xmlns:a16="http://schemas.microsoft.com/office/drawing/2014/main" id="{60908D3C-F241-2310-B34D-DD79E3460EED}"/>
              </a:ext>
            </a:extLst>
          </p:cNvPr>
          <p:cNvSpPr>
            <a:spLocks noChangeArrowheads="1"/>
          </p:cNvSpPr>
          <p:nvPr/>
        </p:nvSpPr>
        <p:spPr bwMode="auto">
          <a:xfrm>
            <a:off x="5622330" y="5193432"/>
            <a:ext cx="1295400" cy="457200"/>
          </a:xfrm>
          <a:prstGeom prst="rect">
            <a:avLst/>
          </a:prstGeom>
          <a:blipFill dpi="0" rotWithShape="0">
            <a:blip r:embed="rId2"/>
            <a:srcRect/>
            <a:tile tx="0" ty="0" sx="100000" sy="100000" flip="none" algn="tl"/>
          </a:blipFill>
          <a:ln w="38100">
            <a:solidFill>
              <a:schemeClr val="tx2"/>
            </a:solidFill>
            <a:miter lim="800000"/>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6659" name="Line 37">
            <a:extLst>
              <a:ext uri="{FF2B5EF4-FFF2-40B4-BE49-F238E27FC236}">
                <a16:creationId xmlns:a16="http://schemas.microsoft.com/office/drawing/2014/main" id="{B3C81B67-19CA-1B38-FF41-0F0075F681DD}"/>
              </a:ext>
            </a:extLst>
          </p:cNvPr>
          <p:cNvSpPr>
            <a:spLocks noChangeShapeType="1"/>
          </p:cNvSpPr>
          <p:nvPr/>
        </p:nvSpPr>
        <p:spPr bwMode="auto">
          <a:xfrm>
            <a:off x="6306543" y="5193432"/>
            <a:ext cx="1587" cy="4572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60" name="Line 38">
            <a:extLst>
              <a:ext uri="{FF2B5EF4-FFF2-40B4-BE49-F238E27FC236}">
                <a16:creationId xmlns:a16="http://schemas.microsoft.com/office/drawing/2014/main" id="{04EC0809-B427-624F-754D-11DF18C675E4}"/>
              </a:ext>
            </a:extLst>
          </p:cNvPr>
          <p:cNvSpPr>
            <a:spLocks noChangeShapeType="1"/>
          </p:cNvSpPr>
          <p:nvPr/>
        </p:nvSpPr>
        <p:spPr bwMode="auto">
          <a:xfrm>
            <a:off x="6611343" y="5193432"/>
            <a:ext cx="1587" cy="4572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61" name="Line 39">
            <a:extLst>
              <a:ext uri="{FF2B5EF4-FFF2-40B4-BE49-F238E27FC236}">
                <a16:creationId xmlns:a16="http://schemas.microsoft.com/office/drawing/2014/main" id="{64283399-F2CF-1B4A-FCD0-144CD39343CC}"/>
              </a:ext>
            </a:extLst>
          </p:cNvPr>
          <p:cNvSpPr>
            <a:spLocks noChangeShapeType="1"/>
          </p:cNvSpPr>
          <p:nvPr/>
        </p:nvSpPr>
        <p:spPr bwMode="auto">
          <a:xfrm>
            <a:off x="5927130" y="5193432"/>
            <a:ext cx="1588" cy="4572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62" name="Rectangle 40" descr="羊皮纸">
            <a:extLst>
              <a:ext uri="{FF2B5EF4-FFF2-40B4-BE49-F238E27FC236}">
                <a16:creationId xmlns:a16="http://schemas.microsoft.com/office/drawing/2014/main" id="{1FF13C6B-AF12-1E04-8050-B09FFB4210F5}"/>
              </a:ext>
            </a:extLst>
          </p:cNvPr>
          <p:cNvSpPr>
            <a:spLocks noChangeArrowheads="1"/>
          </p:cNvSpPr>
          <p:nvPr/>
        </p:nvSpPr>
        <p:spPr bwMode="auto">
          <a:xfrm>
            <a:off x="6536730" y="4355232"/>
            <a:ext cx="1295400" cy="457200"/>
          </a:xfrm>
          <a:prstGeom prst="rect">
            <a:avLst/>
          </a:prstGeom>
          <a:blipFill dpi="0" rotWithShape="0">
            <a:blip r:embed="rId2"/>
            <a:srcRect/>
            <a:tile tx="0" ty="0" sx="100000" sy="100000" flip="none" algn="tl"/>
          </a:blipFill>
          <a:ln w="38100">
            <a:solidFill>
              <a:schemeClr val="tx2"/>
            </a:solidFill>
            <a:miter lim="800000"/>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6663" name="Line 41">
            <a:extLst>
              <a:ext uri="{FF2B5EF4-FFF2-40B4-BE49-F238E27FC236}">
                <a16:creationId xmlns:a16="http://schemas.microsoft.com/office/drawing/2014/main" id="{FDA9839F-CFF5-281B-53A7-212A88C896F6}"/>
              </a:ext>
            </a:extLst>
          </p:cNvPr>
          <p:cNvSpPr>
            <a:spLocks noChangeShapeType="1"/>
          </p:cNvSpPr>
          <p:nvPr/>
        </p:nvSpPr>
        <p:spPr bwMode="auto">
          <a:xfrm>
            <a:off x="7220943" y="4355232"/>
            <a:ext cx="1587" cy="4572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64" name="Line 42">
            <a:extLst>
              <a:ext uri="{FF2B5EF4-FFF2-40B4-BE49-F238E27FC236}">
                <a16:creationId xmlns:a16="http://schemas.microsoft.com/office/drawing/2014/main" id="{6680EC00-2CB4-9531-739C-632C7ADBFA9A}"/>
              </a:ext>
            </a:extLst>
          </p:cNvPr>
          <p:cNvSpPr>
            <a:spLocks noChangeShapeType="1"/>
          </p:cNvSpPr>
          <p:nvPr/>
        </p:nvSpPr>
        <p:spPr bwMode="auto">
          <a:xfrm>
            <a:off x="7527330" y="4355232"/>
            <a:ext cx="1588" cy="4572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65" name="Line 43">
            <a:extLst>
              <a:ext uri="{FF2B5EF4-FFF2-40B4-BE49-F238E27FC236}">
                <a16:creationId xmlns:a16="http://schemas.microsoft.com/office/drawing/2014/main" id="{A22F5017-6CD7-9616-0936-FAA58E077A96}"/>
              </a:ext>
            </a:extLst>
          </p:cNvPr>
          <p:cNvSpPr>
            <a:spLocks noChangeShapeType="1"/>
          </p:cNvSpPr>
          <p:nvPr/>
        </p:nvSpPr>
        <p:spPr bwMode="auto">
          <a:xfrm>
            <a:off x="6839943" y="4355232"/>
            <a:ext cx="1587" cy="4572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66" name="Rectangle 44" descr="羊皮纸">
            <a:extLst>
              <a:ext uri="{FF2B5EF4-FFF2-40B4-BE49-F238E27FC236}">
                <a16:creationId xmlns:a16="http://schemas.microsoft.com/office/drawing/2014/main" id="{044A3CB3-C338-CA92-D9B2-A9A90379D020}"/>
              </a:ext>
            </a:extLst>
          </p:cNvPr>
          <p:cNvSpPr>
            <a:spLocks noChangeArrowheads="1"/>
          </p:cNvSpPr>
          <p:nvPr/>
        </p:nvSpPr>
        <p:spPr bwMode="auto">
          <a:xfrm>
            <a:off x="5088930" y="4355232"/>
            <a:ext cx="1295400" cy="457200"/>
          </a:xfrm>
          <a:prstGeom prst="rect">
            <a:avLst/>
          </a:prstGeom>
          <a:blipFill dpi="0" rotWithShape="0">
            <a:blip r:embed="rId2"/>
            <a:srcRect/>
            <a:tile tx="0" ty="0" sx="100000" sy="100000" flip="none" algn="tl"/>
          </a:blipFill>
          <a:ln w="38100">
            <a:solidFill>
              <a:schemeClr val="tx2"/>
            </a:solidFill>
            <a:miter lim="800000"/>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6667" name="Line 45">
            <a:extLst>
              <a:ext uri="{FF2B5EF4-FFF2-40B4-BE49-F238E27FC236}">
                <a16:creationId xmlns:a16="http://schemas.microsoft.com/office/drawing/2014/main" id="{3FC5C76A-FA78-1F13-189D-6D89CF470A09}"/>
              </a:ext>
            </a:extLst>
          </p:cNvPr>
          <p:cNvSpPr>
            <a:spLocks noChangeShapeType="1"/>
          </p:cNvSpPr>
          <p:nvPr/>
        </p:nvSpPr>
        <p:spPr bwMode="auto">
          <a:xfrm>
            <a:off x="5773143" y="4355232"/>
            <a:ext cx="1587" cy="4572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68" name="Line 46">
            <a:extLst>
              <a:ext uri="{FF2B5EF4-FFF2-40B4-BE49-F238E27FC236}">
                <a16:creationId xmlns:a16="http://schemas.microsoft.com/office/drawing/2014/main" id="{2F31DC70-A605-CA7D-C190-5AD4A74345D2}"/>
              </a:ext>
            </a:extLst>
          </p:cNvPr>
          <p:cNvSpPr>
            <a:spLocks noChangeShapeType="1"/>
          </p:cNvSpPr>
          <p:nvPr/>
        </p:nvSpPr>
        <p:spPr bwMode="auto">
          <a:xfrm>
            <a:off x="6077943" y="4355232"/>
            <a:ext cx="1587" cy="4572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69" name="Line 47">
            <a:extLst>
              <a:ext uri="{FF2B5EF4-FFF2-40B4-BE49-F238E27FC236}">
                <a16:creationId xmlns:a16="http://schemas.microsoft.com/office/drawing/2014/main" id="{4F055AD3-5829-56C8-DA54-A3701A895BEC}"/>
              </a:ext>
            </a:extLst>
          </p:cNvPr>
          <p:cNvSpPr>
            <a:spLocks noChangeShapeType="1"/>
          </p:cNvSpPr>
          <p:nvPr/>
        </p:nvSpPr>
        <p:spPr bwMode="auto">
          <a:xfrm>
            <a:off x="5393730" y="4355232"/>
            <a:ext cx="1588" cy="4572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70" name="Rectangle 48" descr="羊皮纸">
            <a:extLst>
              <a:ext uri="{FF2B5EF4-FFF2-40B4-BE49-F238E27FC236}">
                <a16:creationId xmlns:a16="http://schemas.microsoft.com/office/drawing/2014/main" id="{5314E6DE-E395-24AD-79DC-A40D2C33E201}"/>
              </a:ext>
            </a:extLst>
          </p:cNvPr>
          <p:cNvSpPr>
            <a:spLocks noChangeArrowheads="1"/>
          </p:cNvSpPr>
          <p:nvPr/>
        </p:nvSpPr>
        <p:spPr bwMode="auto">
          <a:xfrm>
            <a:off x="5774730" y="3517032"/>
            <a:ext cx="1295400" cy="457200"/>
          </a:xfrm>
          <a:prstGeom prst="rect">
            <a:avLst/>
          </a:prstGeom>
          <a:blipFill dpi="0" rotWithShape="0">
            <a:blip r:embed="rId2"/>
            <a:srcRect/>
            <a:tile tx="0" ty="0" sx="100000" sy="100000" flip="none" algn="tl"/>
          </a:blipFill>
          <a:ln w="38100">
            <a:solidFill>
              <a:schemeClr val="tx2"/>
            </a:solidFill>
            <a:miter lim="800000"/>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6671" name="Line 49">
            <a:extLst>
              <a:ext uri="{FF2B5EF4-FFF2-40B4-BE49-F238E27FC236}">
                <a16:creationId xmlns:a16="http://schemas.microsoft.com/office/drawing/2014/main" id="{3BF80E7B-B106-30B4-99D3-31F246230D77}"/>
              </a:ext>
            </a:extLst>
          </p:cNvPr>
          <p:cNvSpPr>
            <a:spLocks noChangeShapeType="1"/>
          </p:cNvSpPr>
          <p:nvPr/>
        </p:nvSpPr>
        <p:spPr bwMode="auto">
          <a:xfrm>
            <a:off x="6458943" y="3517032"/>
            <a:ext cx="1587" cy="4572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72" name="Line 50">
            <a:extLst>
              <a:ext uri="{FF2B5EF4-FFF2-40B4-BE49-F238E27FC236}">
                <a16:creationId xmlns:a16="http://schemas.microsoft.com/office/drawing/2014/main" id="{5CE0B75C-DDA3-657E-A835-1404C1555F60}"/>
              </a:ext>
            </a:extLst>
          </p:cNvPr>
          <p:cNvSpPr>
            <a:spLocks noChangeShapeType="1"/>
          </p:cNvSpPr>
          <p:nvPr/>
        </p:nvSpPr>
        <p:spPr bwMode="auto">
          <a:xfrm>
            <a:off x="6765330" y="3517032"/>
            <a:ext cx="1588" cy="4572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73" name="Line 51">
            <a:extLst>
              <a:ext uri="{FF2B5EF4-FFF2-40B4-BE49-F238E27FC236}">
                <a16:creationId xmlns:a16="http://schemas.microsoft.com/office/drawing/2014/main" id="{659F637A-BBA1-ED1D-CB48-85C54F22EAC3}"/>
              </a:ext>
            </a:extLst>
          </p:cNvPr>
          <p:cNvSpPr>
            <a:spLocks noChangeShapeType="1"/>
          </p:cNvSpPr>
          <p:nvPr/>
        </p:nvSpPr>
        <p:spPr bwMode="auto">
          <a:xfrm>
            <a:off x="6077943" y="3517032"/>
            <a:ext cx="1587" cy="4572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74" name="Rectangle 52" descr="羊皮纸">
            <a:extLst>
              <a:ext uri="{FF2B5EF4-FFF2-40B4-BE49-F238E27FC236}">
                <a16:creationId xmlns:a16="http://schemas.microsoft.com/office/drawing/2014/main" id="{F92AA510-735D-25A2-6AE7-20A8E569DFC9}"/>
              </a:ext>
            </a:extLst>
          </p:cNvPr>
          <p:cNvSpPr>
            <a:spLocks noChangeArrowheads="1"/>
          </p:cNvSpPr>
          <p:nvPr/>
        </p:nvSpPr>
        <p:spPr bwMode="auto">
          <a:xfrm>
            <a:off x="6231930" y="2678832"/>
            <a:ext cx="1295400" cy="457200"/>
          </a:xfrm>
          <a:prstGeom prst="rect">
            <a:avLst/>
          </a:prstGeom>
          <a:blipFill dpi="0" rotWithShape="0">
            <a:blip r:embed="rId2"/>
            <a:srcRect/>
            <a:tile tx="0" ty="0" sx="100000" sy="100000" flip="none" algn="tl"/>
          </a:blipFill>
          <a:ln w="38100">
            <a:solidFill>
              <a:schemeClr val="tx2"/>
            </a:solidFill>
            <a:miter lim="800000"/>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6675" name="Line 53">
            <a:extLst>
              <a:ext uri="{FF2B5EF4-FFF2-40B4-BE49-F238E27FC236}">
                <a16:creationId xmlns:a16="http://schemas.microsoft.com/office/drawing/2014/main" id="{FB0F725A-0FB3-3807-7A46-3C7A79DDB00F}"/>
              </a:ext>
            </a:extLst>
          </p:cNvPr>
          <p:cNvSpPr>
            <a:spLocks noChangeShapeType="1"/>
          </p:cNvSpPr>
          <p:nvPr/>
        </p:nvSpPr>
        <p:spPr bwMode="auto">
          <a:xfrm>
            <a:off x="6916143" y="2678832"/>
            <a:ext cx="1587" cy="4572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76" name="Line 54">
            <a:extLst>
              <a:ext uri="{FF2B5EF4-FFF2-40B4-BE49-F238E27FC236}">
                <a16:creationId xmlns:a16="http://schemas.microsoft.com/office/drawing/2014/main" id="{A2DC4DA4-9C27-CA22-4FCC-1EC65C886337}"/>
              </a:ext>
            </a:extLst>
          </p:cNvPr>
          <p:cNvSpPr>
            <a:spLocks noChangeShapeType="1"/>
          </p:cNvSpPr>
          <p:nvPr/>
        </p:nvSpPr>
        <p:spPr bwMode="auto">
          <a:xfrm>
            <a:off x="7222530" y="2678832"/>
            <a:ext cx="1588" cy="4572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77" name="Line 55">
            <a:extLst>
              <a:ext uri="{FF2B5EF4-FFF2-40B4-BE49-F238E27FC236}">
                <a16:creationId xmlns:a16="http://schemas.microsoft.com/office/drawing/2014/main" id="{4E891985-65CC-BF01-F2E7-05FF1A1CFEC9}"/>
              </a:ext>
            </a:extLst>
          </p:cNvPr>
          <p:cNvSpPr>
            <a:spLocks noChangeShapeType="1"/>
          </p:cNvSpPr>
          <p:nvPr/>
        </p:nvSpPr>
        <p:spPr bwMode="auto">
          <a:xfrm>
            <a:off x="6535143" y="2678832"/>
            <a:ext cx="1587" cy="4572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78" name="Line 56">
            <a:extLst>
              <a:ext uri="{FF2B5EF4-FFF2-40B4-BE49-F238E27FC236}">
                <a16:creationId xmlns:a16="http://schemas.microsoft.com/office/drawing/2014/main" id="{996B12DC-330C-B9FF-2630-DE24B8D82B1B}"/>
              </a:ext>
            </a:extLst>
          </p:cNvPr>
          <p:cNvSpPr>
            <a:spLocks noChangeShapeType="1"/>
          </p:cNvSpPr>
          <p:nvPr/>
        </p:nvSpPr>
        <p:spPr bwMode="auto">
          <a:xfrm flipH="1">
            <a:off x="3488730" y="2907432"/>
            <a:ext cx="304800" cy="609600"/>
          </a:xfrm>
          <a:prstGeom prst="line">
            <a:avLst/>
          </a:prstGeom>
          <a:noFill/>
          <a:ln w="38100">
            <a:solidFill>
              <a:srgbClr val="0099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79" name="Line 57">
            <a:extLst>
              <a:ext uri="{FF2B5EF4-FFF2-40B4-BE49-F238E27FC236}">
                <a16:creationId xmlns:a16="http://schemas.microsoft.com/office/drawing/2014/main" id="{AEC3BFE2-D72B-AF81-FC5F-E5133887B4A2}"/>
              </a:ext>
            </a:extLst>
          </p:cNvPr>
          <p:cNvSpPr>
            <a:spLocks noChangeShapeType="1"/>
          </p:cNvSpPr>
          <p:nvPr/>
        </p:nvSpPr>
        <p:spPr bwMode="auto">
          <a:xfrm flipH="1">
            <a:off x="2955330" y="3745632"/>
            <a:ext cx="304800" cy="609600"/>
          </a:xfrm>
          <a:prstGeom prst="line">
            <a:avLst/>
          </a:prstGeom>
          <a:noFill/>
          <a:ln w="38100">
            <a:solidFill>
              <a:srgbClr val="0099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80" name="Line 58">
            <a:extLst>
              <a:ext uri="{FF2B5EF4-FFF2-40B4-BE49-F238E27FC236}">
                <a16:creationId xmlns:a16="http://schemas.microsoft.com/office/drawing/2014/main" id="{F5E64613-E611-8201-BA0E-53575CDBE923}"/>
              </a:ext>
            </a:extLst>
          </p:cNvPr>
          <p:cNvSpPr>
            <a:spLocks noChangeShapeType="1"/>
          </p:cNvSpPr>
          <p:nvPr/>
        </p:nvSpPr>
        <p:spPr bwMode="auto">
          <a:xfrm flipH="1">
            <a:off x="3488730" y="4583832"/>
            <a:ext cx="304800" cy="609600"/>
          </a:xfrm>
          <a:prstGeom prst="line">
            <a:avLst/>
          </a:prstGeom>
          <a:noFill/>
          <a:ln w="38100">
            <a:solidFill>
              <a:srgbClr val="0099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81" name="Line 59">
            <a:extLst>
              <a:ext uri="{FF2B5EF4-FFF2-40B4-BE49-F238E27FC236}">
                <a16:creationId xmlns:a16="http://schemas.microsoft.com/office/drawing/2014/main" id="{D5D4EC13-2D53-76F5-65A2-D60AE4015235}"/>
              </a:ext>
            </a:extLst>
          </p:cNvPr>
          <p:cNvSpPr>
            <a:spLocks noChangeShapeType="1"/>
          </p:cNvSpPr>
          <p:nvPr/>
        </p:nvSpPr>
        <p:spPr bwMode="auto">
          <a:xfrm flipH="1">
            <a:off x="6079530" y="2907432"/>
            <a:ext cx="304800" cy="609600"/>
          </a:xfrm>
          <a:prstGeom prst="line">
            <a:avLst/>
          </a:prstGeom>
          <a:noFill/>
          <a:ln w="38100">
            <a:solidFill>
              <a:srgbClr val="0099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82" name="Line 60">
            <a:extLst>
              <a:ext uri="{FF2B5EF4-FFF2-40B4-BE49-F238E27FC236}">
                <a16:creationId xmlns:a16="http://schemas.microsoft.com/office/drawing/2014/main" id="{A7AD5E62-082B-E5F8-0D36-1B1CCCE63FF5}"/>
              </a:ext>
            </a:extLst>
          </p:cNvPr>
          <p:cNvSpPr>
            <a:spLocks noChangeShapeType="1"/>
          </p:cNvSpPr>
          <p:nvPr/>
        </p:nvSpPr>
        <p:spPr bwMode="auto">
          <a:xfrm flipH="1">
            <a:off x="5622330" y="3745632"/>
            <a:ext cx="304800" cy="609600"/>
          </a:xfrm>
          <a:prstGeom prst="line">
            <a:avLst/>
          </a:prstGeom>
          <a:noFill/>
          <a:ln w="38100">
            <a:solidFill>
              <a:srgbClr val="0099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83" name="Line 61">
            <a:extLst>
              <a:ext uri="{FF2B5EF4-FFF2-40B4-BE49-F238E27FC236}">
                <a16:creationId xmlns:a16="http://schemas.microsoft.com/office/drawing/2014/main" id="{761AF646-CB72-78E6-8CC0-8ABE582CAB4D}"/>
              </a:ext>
            </a:extLst>
          </p:cNvPr>
          <p:cNvSpPr>
            <a:spLocks noChangeShapeType="1"/>
          </p:cNvSpPr>
          <p:nvPr/>
        </p:nvSpPr>
        <p:spPr bwMode="auto">
          <a:xfrm flipH="1">
            <a:off x="6384330" y="4583832"/>
            <a:ext cx="304800" cy="609600"/>
          </a:xfrm>
          <a:prstGeom prst="line">
            <a:avLst/>
          </a:prstGeom>
          <a:noFill/>
          <a:ln w="38100">
            <a:solidFill>
              <a:srgbClr val="0099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84" name="Line 62">
            <a:extLst>
              <a:ext uri="{FF2B5EF4-FFF2-40B4-BE49-F238E27FC236}">
                <a16:creationId xmlns:a16="http://schemas.microsoft.com/office/drawing/2014/main" id="{C7E2A515-5E71-5156-983D-887F4FDC4AF4}"/>
              </a:ext>
            </a:extLst>
          </p:cNvPr>
          <p:cNvSpPr>
            <a:spLocks noChangeShapeType="1"/>
          </p:cNvSpPr>
          <p:nvPr/>
        </p:nvSpPr>
        <p:spPr bwMode="auto">
          <a:xfrm>
            <a:off x="6917730" y="3745632"/>
            <a:ext cx="609600" cy="609600"/>
          </a:xfrm>
          <a:prstGeom prst="line">
            <a:avLst/>
          </a:prstGeom>
          <a:noFill/>
          <a:ln w="38100">
            <a:solidFill>
              <a:srgbClr val="0099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85" name="Line 63">
            <a:extLst>
              <a:ext uri="{FF2B5EF4-FFF2-40B4-BE49-F238E27FC236}">
                <a16:creationId xmlns:a16="http://schemas.microsoft.com/office/drawing/2014/main" id="{81B9885E-801C-388F-B3E3-FD9ACD1E9B42}"/>
              </a:ext>
            </a:extLst>
          </p:cNvPr>
          <p:cNvSpPr>
            <a:spLocks noChangeShapeType="1"/>
          </p:cNvSpPr>
          <p:nvPr/>
        </p:nvSpPr>
        <p:spPr bwMode="auto">
          <a:xfrm>
            <a:off x="7679730" y="4583832"/>
            <a:ext cx="457200" cy="609600"/>
          </a:xfrm>
          <a:prstGeom prst="line">
            <a:avLst/>
          </a:prstGeom>
          <a:noFill/>
          <a:ln w="38100">
            <a:solidFill>
              <a:srgbClr val="0099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86" name="Line 64">
            <a:extLst>
              <a:ext uri="{FF2B5EF4-FFF2-40B4-BE49-F238E27FC236}">
                <a16:creationId xmlns:a16="http://schemas.microsoft.com/office/drawing/2014/main" id="{4A06FDF5-C50E-3627-E685-3B539E684934}"/>
              </a:ext>
            </a:extLst>
          </p:cNvPr>
          <p:cNvSpPr>
            <a:spLocks noChangeShapeType="1"/>
          </p:cNvSpPr>
          <p:nvPr/>
        </p:nvSpPr>
        <p:spPr bwMode="auto">
          <a:xfrm>
            <a:off x="3945930" y="3745632"/>
            <a:ext cx="228600" cy="609600"/>
          </a:xfrm>
          <a:prstGeom prst="line">
            <a:avLst/>
          </a:prstGeom>
          <a:noFill/>
          <a:ln w="38100">
            <a:solidFill>
              <a:srgbClr val="0099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87" name="Line 65">
            <a:extLst>
              <a:ext uri="{FF2B5EF4-FFF2-40B4-BE49-F238E27FC236}">
                <a16:creationId xmlns:a16="http://schemas.microsoft.com/office/drawing/2014/main" id="{5C4B53C4-AC4F-D7FE-52FD-4CE9FCC68530}"/>
              </a:ext>
            </a:extLst>
          </p:cNvPr>
          <p:cNvSpPr>
            <a:spLocks noChangeShapeType="1"/>
          </p:cNvSpPr>
          <p:nvPr/>
        </p:nvSpPr>
        <p:spPr bwMode="auto">
          <a:xfrm>
            <a:off x="4479330" y="4583832"/>
            <a:ext cx="228600" cy="609600"/>
          </a:xfrm>
          <a:prstGeom prst="line">
            <a:avLst/>
          </a:prstGeom>
          <a:noFill/>
          <a:ln w="38100">
            <a:solidFill>
              <a:srgbClr val="0099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88" name="Line 66">
            <a:extLst>
              <a:ext uri="{FF2B5EF4-FFF2-40B4-BE49-F238E27FC236}">
                <a16:creationId xmlns:a16="http://schemas.microsoft.com/office/drawing/2014/main" id="{7F08BDA3-A7AC-8252-D85A-ED8402216A2B}"/>
              </a:ext>
            </a:extLst>
          </p:cNvPr>
          <p:cNvSpPr>
            <a:spLocks noChangeShapeType="1"/>
          </p:cNvSpPr>
          <p:nvPr/>
        </p:nvSpPr>
        <p:spPr bwMode="auto">
          <a:xfrm>
            <a:off x="6765330" y="3974232"/>
            <a:ext cx="609600" cy="609600"/>
          </a:xfrm>
          <a:prstGeom prst="line">
            <a:avLst/>
          </a:prstGeom>
          <a:noFill/>
          <a:ln w="38100">
            <a:solidFill>
              <a:srgbClr val="009900"/>
            </a:solidFill>
            <a:round/>
            <a:headEnd type="triangl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89" name="Line 67">
            <a:extLst>
              <a:ext uri="{FF2B5EF4-FFF2-40B4-BE49-F238E27FC236}">
                <a16:creationId xmlns:a16="http://schemas.microsoft.com/office/drawing/2014/main" id="{7E1FCFA1-0FC5-CFAF-6002-BD662A10580E}"/>
              </a:ext>
            </a:extLst>
          </p:cNvPr>
          <p:cNvSpPr>
            <a:spLocks noChangeShapeType="1"/>
          </p:cNvSpPr>
          <p:nvPr/>
        </p:nvSpPr>
        <p:spPr bwMode="auto">
          <a:xfrm>
            <a:off x="7374930" y="4812432"/>
            <a:ext cx="533400" cy="609600"/>
          </a:xfrm>
          <a:prstGeom prst="line">
            <a:avLst/>
          </a:prstGeom>
          <a:noFill/>
          <a:ln w="38100">
            <a:solidFill>
              <a:srgbClr val="009900"/>
            </a:solidFill>
            <a:round/>
            <a:headEnd type="triangl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90" name="Line 68">
            <a:extLst>
              <a:ext uri="{FF2B5EF4-FFF2-40B4-BE49-F238E27FC236}">
                <a16:creationId xmlns:a16="http://schemas.microsoft.com/office/drawing/2014/main" id="{5E708AC7-C894-8E78-16B7-B72DE4D976FE}"/>
              </a:ext>
            </a:extLst>
          </p:cNvPr>
          <p:cNvSpPr>
            <a:spLocks noChangeShapeType="1"/>
          </p:cNvSpPr>
          <p:nvPr/>
        </p:nvSpPr>
        <p:spPr bwMode="auto">
          <a:xfrm flipH="1">
            <a:off x="6612930" y="3136032"/>
            <a:ext cx="304800" cy="609600"/>
          </a:xfrm>
          <a:prstGeom prst="line">
            <a:avLst/>
          </a:prstGeom>
          <a:noFill/>
          <a:ln w="38100">
            <a:solidFill>
              <a:srgbClr val="009900"/>
            </a:solidFill>
            <a:round/>
            <a:headEnd type="triangl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91" name="Line 69">
            <a:extLst>
              <a:ext uri="{FF2B5EF4-FFF2-40B4-BE49-F238E27FC236}">
                <a16:creationId xmlns:a16="http://schemas.microsoft.com/office/drawing/2014/main" id="{B673E68E-27BB-D8ED-9E81-993E5E41CCF9}"/>
              </a:ext>
            </a:extLst>
          </p:cNvPr>
          <p:cNvSpPr>
            <a:spLocks noChangeShapeType="1"/>
          </p:cNvSpPr>
          <p:nvPr/>
        </p:nvSpPr>
        <p:spPr bwMode="auto">
          <a:xfrm flipH="1">
            <a:off x="6460530" y="4812432"/>
            <a:ext cx="304800" cy="609600"/>
          </a:xfrm>
          <a:prstGeom prst="line">
            <a:avLst/>
          </a:prstGeom>
          <a:noFill/>
          <a:ln w="38100">
            <a:solidFill>
              <a:srgbClr val="009900"/>
            </a:solidFill>
            <a:round/>
            <a:headEnd type="triangl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92" name="Line 70">
            <a:extLst>
              <a:ext uri="{FF2B5EF4-FFF2-40B4-BE49-F238E27FC236}">
                <a16:creationId xmlns:a16="http://schemas.microsoft.com/office/drawing/2014/main" id="{DBC88A05-4252-482D-BD9D-2BC32C33954D}"/>
              </a:ext>
            </a:extLst>
          </p:cNvPr>
          <p:cNvSpPr>
            <a:spLocks noChangeShapeType="1"/>
          </p:cNvSpPr>
          <p:nvPr/>
        </p:nvSpPr>
        <p:spPr bwMode="auto">
          <a:xfrm flipH="1">
            <a:off x="5927130" y="3974232"/>
            <a:ext cx="381000" cy="609600"/>
          </a:xfrm>
          <a:prstGeom prst="line">
            <a:avLst/>
          </a:prstGeom>
          <a:noFill/>
          <a:ln w="38100">
            <a:solidFill>
              <a:srgbClr val="009900"/>
            </a:solidFill>
            <a:round/>
            <a:headEnd type="triangl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93" name="Text Box 71">
            <a:extLst>
              <a:ext uri="{FF2B5EF4-FFF2-40B4-BE49-F238E27FC236}">
                <a16:creationId xmlns:a16="http://schemas.microsoft.com/office/drawing/2014/main" id="{64B1E60C-87B7-0735-DF7C-4220DDAB2A6A}"/>
              </a:ext>
            </a:extLst>
          </p:cNvPr>
          <p:cNvSpPr txBox="1">
            <a:spLocks noChangeArrowheads="1"/>
          </p:cNvSpPr>
          <p:nvPr/>
        </p:nvSpPr>
        <p:spPr bwMode="auto">
          <a:xfrm>
            <a:off x="4250730" y="2602632"/>
            <a:ext cx="3984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009900"/>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solidFill>
                <a:srgbClr val="009900"/>
              </a:solidFill>
              <a:latin typeface="Times New Roman" panose="02020603050405020304" pitchFamily="18" charset="0"/>
              <a:ea typeface="宋体" panose="02010600030101010101" pitchFamily="2" charset="-122"/>
            </a:endParaRPr>
          </a:p>
        </p:txBody>
      </p:sp>
      <p:sp>
        <p:nvSpPr>
          <p:cNvPr id="26694" name="Text Box 72">
            <a:extLst>
              <a:ext uri="{FF2B5EF4-FFF2-40B4-BE49-F238E27FC236}">
                <a16:creationId xmlns:a16="http://schemas.microsoft.com/office/drawing/2014/main" id="{942B8909-81EB-AA25-EE90-5B9FA19B7497}"/>
              </a:ext>
            </a:extLst>
          </p:cNvPr>
          <p:cNvSpPr txBox="1">
            <a:spLocks noChangeArrowheads="1"/>
          </p:cNvSpPr>
          <p:nvPr/>
        </p:nvSpPr>
        <p:spPr bwMode="auto">
          <a:xfrm>
            <a:off x="2421930" y="4293320"/>
            <a:ext cx="3984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009900"/>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solidFill>
                <a:srgbClr val="009900"/>
              </a:solidFill>
              <a:latin typeface="Times New Roman" panose="02020603050405020304" pitchFamily="18" charset="0"/>
              <a:ea typeface="宋体" panose="02010600030101010101" pitchFamily="2" charset="-122"/>
            </a:endParaRPr>
          </a:p>
        </p:txBody>
      </p:sp>
      <p:sp>
        <p:nvSpPr>
          <p:cNvPr id="26695" name="Text Box 73">
            <a:extLst>
              <a:ext uri="{FF2B5EF4-FFF2-40B4-BE49-F238E27FC236}">
                <a16:creationId xmlns:a16="http://schemas.microsoft.com/office/drawing/2014/main" id="{B4397226-9D8D-4765-7E3A-B7F9526B8BFD}"/>
              </a:ext>
            </a:extLst>
          </p:cNvPr>
          <p:cNvSpPr txBox="1">
            <a:spLocks noChangeArrowheads="1"/>
          </p:cNvSpPr>
          <p:nvPr/>
        </p:nvSpPr>
        <p:spPr bwMode="auto">
          <a:xfrm>
            <a:off x="3107730" y="4279032"/>
            <a:ext cx="3984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009900"/>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solidFill>
                <a:srgbClr val="009900"/>
              </a:solidFill>
              <a:latin typeface="Times New Roman" panose="02020603050405020304" pitchFamily="18" charset="0"/>
              <a:ea typeface="宋体" panose="02010600030101010101" pitchFamily="2" charset="-122"/>
            </a:endParaRPr>
          </a:p>
        </p:txBody>
      </p:sp>
      <p:sp>
        <p:nvSpPr>
          <p:cNvPr id="26696" name="Text Box 74">
            <a:extLst>
              <a:ext uri="{FF2B5EF4-FFF2-40B4-BE49-F238E27FC236}">
                <a16:creationId xmlns:a16="http://schemas.microsoft.com/office/drawing/2014/main" id="{7B1608B3-33CA-0A63-0CA1-25D594D1389E}"/>
              </a:ext>
            </a:extLst>
          </p:cNvPr>
          <p:cNvSpPr txBox="1">
            <a:spLocks noChangeArrowheads="1"/>
          </p:cNvSpPr>
          <p:nvPr/>
        </p:nvSpPr>
        <p:spPr bwMode="auto">
          <a:xfrm>
            <a:off x="2955330" y="5131520"/>
            <a:ext cx="3984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009900"/>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solidFill>
                <a:srgbClr val="009900"/>
              </a:solidFill>
              <a:latin typeface="Times New Roman" panose="02020603050405020304" pitchFamily="18" charset="0"/>
              <a:ea typeface="宋体" panose="02010600030101010101" pitchFamily="2" charset="-122"/>
            </a:endParaRPr>
          </a:p>
        </p:txBody>
      </p:sp>
      <p:sp>
        <p:nvSpPr>
          <p:cNvPr id="26697" name="Text Box 75">
            <a:extLst>
              <a:ext uri="{FF2B5EF4-FFF2-40B4-BE49-F238E27FC236}">
                <a16:creationId xmlns:a16="http://schemas.microsoft.com/office/drawing/2014/main" id="{AFAE7218-C57F-0735-6DDA-1AC1E05C9CB4}"/>
              </a:ext>
            </a:extLst>
          </p:cNvPr>
          <p:cNvSpPr txBox="1">
            <a:spLocks noChangeArrowheads="1"/>
          </p:cNvSpPr>
          <p:nvPr/>
        </p:nvSpPr>
        <p:spPr bwMode="auto">
          <a:xfrm>
            <a:off x="3641130" y="5131520"/>
            <a:ext cx="3984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009900"/>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solidFill>
                <a:srgbClr val="009900"/>
              </a:solidFill>
              <a:latin typeface="Times New Roman" panose="02020603050405020304" pitchFamily="18" charset="0"/>
              <a:ea typeface="宋体" panose="02010600030101010101" pitchFamily="2" charset="-122"/>
            </a:endParaRPr>
          </a:p>
        </p:txBody>
      </p:sp>
      <p:sp>
        <p:nvSpPr>
          <p:cNvPr id="26698" name="Text Box 76">
            <a:extLst>
              <a:ext uri="{FF2B5EF4-FFF2-40B4-BE49-F238E27FC236}">
                <a16:creationId xmlns:a16="http://schemas.microsoft.com/office/drawing/2014/main" id="{1CA3C253-065D-9992-70D9-54AEF3B6BAEF}"/>
              </a:ext>
            </a:extLst>
          </p:cNvPr>
          <p:cNvSpPr txBox="1">
            <a:spLocks noChangeArrowheads="1"/>
          </p:cNvSpPr>
          <p:nvPr/>
        </p:nvSpPr>
        <p:spPr bwMode="auto">
          <a:xfrm>
            <a:off x="4098330" y="5131520"/>
            <a:ext cx="3984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009900"/>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solidFill>
                <a:srgbClr val="009900"/>
              </a:solidFill>
              <a:latin typeface="Times New Roman" panose="02020603050405020304" pitchFamily="18" charset="0"/>
              <a:ea typeface="宋体" panose="02010600030101010101" pitchFamily="2" charset="-122"/>
            </a:endParaRPr>
          </a:p>
        </p:txBody>
      </p:sp>
      <p:sp>
        <p:nvSpPr>
          <p:cNvPr id="26699" name="Text Box 77">
            <a:extLst>
              <a:ext uri="{FF2B5EF4-FFF2-40B4-BE49-F238E27FC236}">
                <a16:creationId xmlns:a16="http://schemas.microsoft.com/office/drawing/2014/main" id="{B9FC839E-02D9-415C-576E-C9C2F65A449C}"/>
              </a:ext>
            </a:extLst>
          </p:cNvPr>
          <p:cNvSpPr txBox="1">
            <a:spLocks noChangeArrowheads="1"/>
          </p:cNvSpPr>
          <p:nvPr/>
        </p:nvSpPr>
        <p:spPr bwMode="auto">
          <a:xfrm>
            <a:off x="4784130" y="5131520"/>
            <a:ext cx="3984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009900"/>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solidFill>
                <a:srgbClr val="009900"/>
              </a:solidFill>
              <a:latin typeface="Times New Roman" panose="02020603050405020304" pitchFamily="18" charset="0"/>
              <a:ea typeface="宋体" panose="02010600030101010101" pitchFamily="2" charset="-122"/>
            </a:endParaRPr>
          </a:p>
        </p:txBody>
      </p:sp>
      <p:sp>
        <p:nvSpPr>
          <p:cNvPr id="26700" name="Text Box 78">
            <a:extLst>
              <a:ext uri="{FF2B5EF4-FFF2-40B4-BE49-F238E27FC236}">
                <a16:creationId xmlns:a16="http://schemas.microsoft.com/office/drawing/2014/main" id="{CDA195AB-78DD-7D8B-2E17-F83013C4F5B9}"/>
              </a:ext>
            </a:extLst>
          </p:cNvPr>
          <p:cNvSpPr txBox="1">
            <a:spLocks noChangeArrowheads="1"/>
          </p:cNvSpPr>
          <p:nvPr/>
        </p:nvSpPr>
        <p:spPr bwMode="auto">
          <a:xfrm>
            <a:off x="5546130" y="5131520"/>
            <a:ext cx="3984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009900"/>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solidFill>
                <a:srgbClr val="009900"/>
              </a:solidFill>
              <a:latin typeface="Times New Roman" panose="02020603050405020304" pitchFamily="18" charset="0"/>
              <a:ea typeface="宋体" panose="02010600030101010101" pitchFamily="2" charset="-122"/>
            </a:endParaRPr>
          </a:p>
        </p:txBody>
      </p:sp>
      <p:sp>
        <p:nvSpPr>
          <p:cNvPr id="26701" name="Text Box 79">
            <a:extLst>
              <a:ext uri="{FF2B5EF4-FFF2-40B4-BE49-F238E27FC236}">
                <a16:creationId xmlns:a16="http://schemas.microsoft.com/office/drawing/2014/main" id="{B2643C81-2CE2-EA37-B6FE-EA1C063C012F}"/>
              </a:ext>
            </a:extLst>
          </p:cNvPr>
          <p:cNvSpPr txBox="1">
            <a:spLocks noChangeArrowheads="1"/>
          </p:cNvSpPr>
          <p:nvPr/>
        </p:nvSpPr>
        <p:spPr bwMode="auto">
          <a:xfrm>
            <a:off x="6536730" y="5131520"/>
            <a:ext cx="3984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009900"/>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solidFill>
                <a:srgbClr val="009900"/>
              </a:solidFill>
              <a:latin typeface="Times New Roman" panose="02020603050405020304" pitchFamily="18" charset="0"/>
              <a:ea typeface="宋体" panose="02010600030101010101" pitchFamily="2" charset="-122"/>
            </a:endParaRPr>
          </a:p>
        </p:txBody>
      </p:sp>
      <p:sp>
        <p:nvSpPr>
          <p:cNvPr id="26702" name="Text Box 80">
            <a:extLst>
              <a:ext uri="{FF2B5EF4-FFF2-40B4-BE49-F238E27FC236}">
                <a16:creationId xmlns:a16="http://schemas.microsoft.com/office/drawing/2014/main" id="{DF077804-0622-43DA-654D-1CFF09CC075B}"/>
              </a:ext>
            </a:extLst>
          </p:cNvPr>
          <p:cNvSpPr txBox="1">
            <a:spLocks noChangeArrowheads="1"/>
          </p:cNvSpPr>
          <p:nvPr/>
        </p:nvSpPr>
        <p:spPr bwMode="auto">
          <a:xfrm>
            <a:off x="6993930" y="5131520"/>
            <a:ext cx="3984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009900"/>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solidFill>
                <a:srgbClr val="009900"/>
              </a:solidFill>
              <a:latin typeface="Times New Roman" panose="02020603050405020304" pitchFamily="18" charset="0"/>
              <a:ea typeface="宋体" panose="02010600030101010101" pitchFamily="2" charset="-122"/>
            </a:endParaRPr>
          </a:p>
        </p:txBody>
      </p:sp>
      <p:sp>
        <p:nvSpPr>
          <p:cNvPr id="26703" name="Text Box 81">
            <a:extLst>
              <a:ext uri="{FF2B5EF4-FFF2-40B4-BE49-F238E27FC236}">
                <a16:creationId xmlns:a16="http://schemas.microsoft.com/office/drawing/2014/main" id="{C876D9AD-AE26-2AC2-5F12-F0DD8577A0E9}"/>
              </a:ext>
            </a:extLst>
          </p:cNvPr>
          <p:cNvSpPr txBox="1">
            <a:spLocks noChangeArrowheads="1"/>
          </p:cNvSpPr>
          <p:nvPr/>
        </p:nvSpPr>
        <p:spPr bwMode="auto">
          <a:xfrm>
            <a:off x="7984530" y="5131520"/>
            <a:ext cx="3984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009900"/>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solidFill>
                <a:srgbClr val="009900"/>
              </a:solidFill>
              <a:latin typeface="Times New Roman" panose="02020603050405020304" pitchFamily="18" charset="0"/>
              <a:ea typeface="宋体" panose="02010600030101010101" pitchFamily="2" charset="-122"/>
            </a:endParaRPr>
          </a:p>
        </p:txBody>
      </p:sp>
      <p:sp>
        <p:nvSpPr>
          <p:cNvPr id="26704" name="Text Box 82">
            <a:extLst>
              <a:ext uri="{FF2B5EF4-FFF2-40B4-BE49-F238E27FC236}">
                <a16:creationId xmlns:a16="http://schemas.microsoft.com/office/drawing/2014/main" id="{158191C5-9FEE-2916-5536-5C2D690FD73E}"/>
              </a:ext>
            </a:extLst>
          </p:cNvPr>
          <p:cNvSpPr txBox="1">
            <a:spLocks noChangeArrowheads="1"/>
          </p:cNvSpPr>
          <p:nvPr/>
        </p:nvSpPr>
        <p:spPr bwMode="auto">
          <a:xfrm>
            <a:off x="6003330" y="4279032"/>
            <a:ext cx="3984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009900"/>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solidFill>
                <a:srgbClr val="009900"/>
              </a:solidFill>
              <a:latin typeface="Times New Roman" panose="02020603050405020304" pitchFamily="18" charset="0"/>
              <a:ea typeface="宋体" panose="02010600030101010101" pitchFamily="2" charset="-122"/>
            </a:endParaRPr>
          </a:p>
        </p:txBody>
      </p:sp>
      <p:sp>
        <p:nvSpPr>
          <p:cNvPr id="26705" name="Text Box 83">
            <a:extLst>
              <a:ext uri="{FF2B5EF4-FFF2-40B4-BE49-F238E27FC236}">
                <a16:creationId xmlns:a16="http://schemas.microsoft.com/office/drawing/2014/main" id="{488F834D-1641-A216-9D57-DA4AE4F73023}"/>
              </a:ext>
            </a:extLst>
          </p:cNvPr>
          <p:cNvSpPr txBox="1">
            <a:spLocks noChangeArrowheads="1"/>
          </p:cNvSpPr>
          <p:nvPr/>
        </p:nvSpPr>
        <p:spPr bwMode="auto">
          <a:xfrm>
            <a:off x="5012730" y="4279032"/>
            <a:ext cx="3984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009900"/>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solidFill>
                <a:srgbClr val="009900"/>
              </a:solidFill>
              <a:latin typeface="Times New Roman" panose="02020603050405020304" pitchFamily="18" charset="0"/>
              <a:ea typeface="宋体" panose="02010600030101010101" pitchFamily="2" charset="-122"/>
            </a:endParaRPr>
          </a:p>
        </p:txBody>
      </p:sp>
      <p:sp>
        <p:nvSpPr>
          <p:cNvPr id="26706" name="Text Box 84">
            <a:extLst>
              <a:ext uri="{FF2B5EF4-FFF2-40B4-BE49-F238E27FC236}">
                <a16:creationId xmlns:a16="http://schemas.microsoft.com/office/drawing/2014/main" id="{F685086A-CBD0-1646-88EA-D667EB783B77}"/>
              </a:ext>
            </a:extLst>
          </p:cNvPr>
          <p:cNvSpPr txBox="1">
            <a:spLocks noChangeArrowheads="1"/>
          </p:cNvSpPr>
          <p:nvPr/>
        </p:nvSpPr>
        <p:spPr bwMode="auto">
          <a:xfrm>
            <a:off x="6841530" y="2602632"/>
            <a:ext cx="3984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009900"/>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solidFill>
                <a:srgbClr val="009900"/>
              </a:solidFill>
              <a:latin typeface="Times New Roman" panose="02020603050405020304" pitchFamily="18" charset="0"/>
              <a:ea typeface="宋体" panose="02010600030101010101" pitchFamily="2" charset="-122"/>
            </a:endParaRPr>
          </a:p>
        </p:txBody>
      </p:sp>
      <p:sp>
        <p:nvSpPr>
          <p:cNvPr id="26707" name="Text Box 85">
            <a:extLst>
              <a:ext uri="{FF2B5EF4-FFF2-40B4-BE49-F238E27FC236}">
                <a16:creationId xmlns:a16="http://schemas.microsoft.com/office/drawing/2014/main" id="{674CC1BB-7A9A-81F9-BD55-E54591798C95}"/>
              </a:ext>
            </a:extLst>
          </p:cNvPr>
          <p:cNvSpPr txBox="1">
            <a:spLocks noChangeArrowheads="1"/>
          </p:cNvSpPr>
          <p:nvPr/>
        </p:nvSpPr>
        <p:spPr bwMode="auto">
          <a:xfrm>
            <a:off x="7146330" y="2602632"/>
            <a:ext cx="3984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009900"/>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solidFill>
                <a:srgbClr val="009900"/>
              </a:solidFill>
              <a:latin typeface="Times New Roman" panose="02020603050405020304" pitchFamily="18" charset="0"/>
              <a:ea typeface="宋体" panose="02010600030101010101" pitchFamily="2" charset="-122"/>
            </a:endParaRPr>
          </a:p>
        </p:txBody>
      </p:sp>
      <p:sp>
        <p:nvSpPr>
          <p:cNvPr id="26708" name="Text Box 86">
            <a:extLst>
              <a:ext uri="{FF2B5EF4-FFF2-40B4-BE49-F238E27FC236}">
                <a16:creationId xmlns:a16="http://schemas.microsoft.com/office/drawing/2014/main" id="{B2B43BCD-33A7-40E9-B282-CDD97643A818}"/>
              </a:ext>
            </a:extLst>
          </p:cNvPr>
          <p:cNvSpPr txBox="1">
            <a:spLocks noChangeArrowheads="1"/>
          </p:cNvSpPr>
          <p:nvPr/>
        </p:nvSpPr>
        <p:spPr bwMode="auto">
          <a:xfrm>
            <a:off x="1429743" y="2662957"/>
            <a:ext cx="47783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accent2"/>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26709" name="Text Box 87">
            <a:extLst>
              <a:ext uri="{FF2B5EF4-FFF2-40B4-BE49-F238E27FC236}">
                <a16:creationId xmlns:a16="http://schemas.microsoft.com/office/drawing/2014/main" id="{D9A35080-4D6A-C940-F0D7-79E62FB90EE6}"/>
              </a:ext>
            </a:extLst>
          </p:cNvPr>
          <p:cNvSpPr txBox="1">
            <a:spLocks noChangeArrowheads="1"/>
          </p:cNvSpPr>
          <p:nvPr/>
        </p:nvSpPr>
        <p:spPr bwMode="auto">
          <a:xfrm>
            <a:off x="3869730" y="2586757"/>
            <a:ext cx="4778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accent2"/>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26710" name="Text Box 88">
            <a:extLst>
              <a:ext uri="{FF2B5EF4-FFF2-40B4-BE49-F238E27FC236}">
                <a16:creationId xmlns:a16="http://schemas.microsoft.com/office/drawing/2014/main" id="{AF1DD13F-54D0-4F2C-6B9B-FB424CA1EF5E}"/>
              </a:ext>
            </a:extLst>
          </p:cNvPr>
          <p:cNvSpPr txBox="1">
            <a:spLocks noChangeArrowheads="1"/>
          </p:cNvSpPr>
          <p:nvPr/>
        </p:nvSpPr>
        <p:spPr bwMode="auto">
          <a:xfrm>
            <a:off x="6460530" y="2602632"/>
            <a:ext cx="4778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accent2"/>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26711" name="Text Box 89">
            <a:extLst>
              <a:ext uri="{FF2B5EF4-FFF2-40B4-BE49-F238E27FC236}">
                <a16:creationId xmlns:a16="http://schemas.microsoft.com/office/drawing/2014/main" id="{EDDB9143-B9EE-333D-0997-3D39E2D90939}"/>
              </a:ext>
            </a:extLst>
          </p:cNvPr>
          <p:cNvSpPr txBox="1">
            <a:spLocks noChangeArrowheads="1"/>
          </p:cNvSpPr>
          <p:nvPr/>
        </p:nvSpPr>
        <p:spPr bwMode="auto">
          <a:xfrm>
            <a:off x="1117005" y="3440832"/>
            <a:ext cx="4556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accent2"/>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26712" name="Text Box 90">
            <a:extLst>
              <a:ext uri="{FF2B5EF4-FFF2-40B4-BE49-F238E27FC236}">
                <a16:creationId xmlns:a16="http://schemas.microsoft.com/office/drawing/2014/main" id="{AC197FBC-3627-6E1E-5F83-C6B13488048E}"/>
              </a:ext>
            </a:extLst>
          </p:cNvPr>
          <p:cNvSpPr txBox="1">
            <a:spLocks noChangeArrowheads="1"/>
          </p:cNvSpPr>
          <p:nvPr/>
        </p:nvSpPr>
        <p:spPr bwMode="auto">
          <a:xfrm>
            <a:off x="3337918" y="3440832"/>
            <a:ext cx="45561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accent2"/>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26713" name="Text Box 91">
            <a:extLst>
              <a:ext uri="{FF2B5EF4-FFF2-40B4-BE49-F238E27FC236}">
                <a16:creationId xmlns:a16="http://schemas.microsoft.com/office/drawing/2014/main" id="{0AC69E8D-F31D-D9D2-3483-BB4AC9D73BB6}"/>
              </a:ext>
            </a:extLst>
          </p:cNvPr>
          <p:cNvSpPr txBox="1">
            <a:spLocks noChangeArrowheads="1"/>
          </p:cNvSpPr>
          <p:nvPr/>
        </p:nvSpPr>
        <p:spPr bwMode="auto">
          <a:xfrm>
            <a:off x="6003330" y="3440832"/>
            <a:ext cx="4556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accent2"/>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26714" name="Text Box 92">
            <a:extLst>
              <a:ext uri="{FF2B5EF4-FFF2-40B4-BE49-F238E27FC236}">
                <a16:creationId xmlns:a16="http://schemas.microsoft.com/office/drawing/2014/main" id="{2C3524A1-3977-329A-5E11-59F0C40C41FD}"/>
              </a:ext>
            </a:extLst>
          </p:cNvPr>
          <p:cNvSpPr txBox="1">
            <a:spLocks noChangeArrowheads="1"/>
          </p:cNvSpPr>
          <p:nvPr/>
        </p:nvSpPr>
        <p:spPr bwMode="auto">
          <a:xfrm>
            <a:off x="5306418" y="4309195"/>
            <a:ext cx="47783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accent2"/>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26715" name="Text Box 93">
            <a:extLst>
              <a:ext uri="{FF2B5EF4-FFF2-40B4-BE49-F238E27FC236}">
                <a16:creationId xmlns:a16="http://schemas.microsoft.com/office/drawing/2014/main" id="{C9336D25-078B-97DC-74EE-0C7BC456A6A3}"/>
              </a:ext>
            </a:extLst>
          </p:cNvPr>
          <p:cNvSpPr txBox="1">
            <a:spLocks noChangeArrowheads="1"/>
          </p:cNvSpPr>
          <p:nvPr/>
        </p:nvSpPr>
        <p:spPr bwMode="auto">
          <a:xfrm>
            <a:off x="2726730" y="4309195"/>
            <a:ext cx="47783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accent2"/>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26716" name="Text Box 94">
            <a:extLst>
              <a:ext uri="{FF2B5EF4-FFF2-40B4-BE49-F238E27FC236}">
                <a16:creationId xmlns:a16="http://schemas.microsoft.com/office/drawing/2014/main" id="{67491133-E5DC-1BE7-83A1-BC2DFCFF1B29}"/>
              </a:ext>
            </a:extLst>
          </p:cNvPr>
          <p:cNvSpPr txBox="1">
            <a:spLocks noChangeArrowheads="1"/>
          </p:cNvSpPr>
          <p:nvPr/>
        </p:nvSpPr>
        <p:spPr bwMode="auto">
          <a:xfrm>
            <a:off x="745530" y="4309195"/>
            <a:ext cx="47783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accent2"/>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26717" name="Text Box 95">
            <a:extLst>
              <a:ext uri="{FF2B5EF4-FFF2-40B4-BE49-F238E27FC236}">
                <a16:creationId xmlns:a16="http://schemas.microsoft.com/office/drawing/2014/main" id="{CA29D3F6-56AC-4218-97D5-1DA953B6C450}"/>
              </a:ext>
            </a:extLst>
          </p:cNvPr>
          <p:cNvSpPr txBox="1">
            <a:spLocks noChangeArrowheads="1"/>
          </p:cNvSpPr>
          <p:nvPr/>
        </p:nvSpPr>
        <p:spPr bwMode="auto">
          <a:xfrm>
            <a:off x="1486893" y="4309195"/>
            <a:ext cx="47783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accent2"/>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26718" name="Text Box 96">
            <a:extLst>
              <a:ext uri="{FF2B5EF4-FFF2-40B4-BE49-F238E27FC236}">
                <a16:creationId xmlns:a16="http://schemas.microsoft.com/office/drawing/2014/main" id="{3919C0A5-AB05-C35E-EA96-E08D93AD5ACC}"/>
              </a:ext>
            </a:extLst>
          </p:cNvPr>
          <p:cNvSpPr txBox="1">
            <a:spLocks noChangeArrowheads="1"/>
          </p:cNvSpPr>
          <p:nvPr/>
        </p:nvSpPr>
        <p:spPr bwMode="auto">
          <a:xfrm>
            <a:off x="3869730" y="4279032"/>
            <a:ext cx="4778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accent2"/>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26719" name="Text Box 97">
            <a:extLst>
              <a:ext uri="{FF2B5EF4-FFF2-40B4-BE49-F238E27FC236}">
                <a16:creationId xmlns:a16="http://schemas.microsoft.com/office/drawing/2014/main" id="{6EE9431E-42DB-9409-55E1-33E4DBD83E34}"/>
              </a:ext>
            </a:extLst>
          </p:cNvPr>
          <p:cNvSpPr txBox="1">
            <a:spLocks noChangeArrowheads="1"/>
          </p:cNvSpPr>
          <p:nvPr/>
        </p:nvSpPr>
        <p:spPr bwMode="auto">
          <a:xfrm>
            <a:off x="6765330" y="4279032"/>
            <a:ext cx="4778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accent2"/>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26720" name="Text Box 98">
            <a:extLst>
              <a:ext uri="{FF2B5EF4-FFF2-40B4-BE49-F238E27FC236}">
                <a16:creationId xmlns:a16="http://schemas.microsoft.com/office/drawing/2014/main" id="{85C0F330-033B-87C9-2171-4173D227B4A7}"/>
              </a:ext>
            </a:extLst>
          </p:cNvPr>
          <p:cNvSpPr txBox="1">
            <a:spLocks noChangeArrowheads="1"/>
          </p:cNvSpPr>
          <p:nvPr/>
        </p:nvSpPr>
        <p:spPr bwMode="auto">
          <a:xfrm>
            <a:off x="7320955" y="5147395"/>
            <a:ext cx="4318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accent2"/>
                </a:solidFill>
                <a:latin typeface="Times New Roman" panose="02020603050405020304" pitchFamily="18"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26721" name="Text Box 99">
            <a:extLst>
              <a:ext uri="{FF2B5EF4-FFF2-40B4-BE49-F238E27FC236}">
                <a16:creationId xmlns:a16="http://schemas.microsoft.com/office/drawing/2014/main" id="{8EE0758E-8F18-FF1F-6FD1-04AE21109246}"/>
              </a:ext>
            </a:extLst>
          </p:cNvPr>
          <p:cNvSpPr txBox="1">
            <a:spLocks noChangeArrowheads="1"/>
          </p:cNvSpPr>
          <p:nvPr/>
        </p:nvSpPr>
        <p:spPr bwMode="auto">
          <a:xfrm>
            <a:off x="4428530" y="5147395"/>
            <a:ext cx="4318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accent2"/>
                </a:solidFill>
                <a:latin typeface="Times New Roman" panose="02020603050405020304" pitchFamily="18"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26722" name="Text Box 100">
            <a:extLst>
              <a:ext uri="{FF2B5EF4-FFF2-40B4-BE49-F238E27FC236}">
                <a16:creationId xmlns:a16="http://schemas.microsoft.com/office/drawing/2014/main" id="{301B1233-FA54-2F91-5438-18EFD9AAB4B0}"/>
              </a:ext>
            </a:extLst>
          </p:cNvPr>
          <p:cNvSpPr txBox="1">
            <a:spLocks noChangeArrowheads="1"/>
          </p:cNvSpPr>
          <p:nvPr/>
        </p:nvSpPr>
        <p:spPr bwMode="auto">
          <a:xfrm>
            <a:off x="1913930" y="5147395"/>
            <a:ext cx="4318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accent2"/>
                </a:solidFill>
                <a:latin typeface="Times New Roman" panose="02020603050405020304" pitchFamily="18"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26723" name="Text Box 101">
            <a:extLst>
              <a:ext uri="{FF2B5EF4-FFF2-40B4-BE49-F238E27FC236}">
                <a16:creationId xmlns:a16="http://schemas.microsoft.com/office/drawing/2014/main" id="{54131933-CF4B-EC92-0178-6B23D750FEA0}"/>
              </a:ext>
            </a:extLst>
          </p:cNvPr>
          <p:cNvSpPr txBox="1">
            <a:spLocks noChangeArrowheads="1"/>
          </p:cNvSpPr>
          <p:nvPr/>
        </p:nvSpPr>
        <p:spPr bwMode="auto">
          <a:xfrm>
            <a:off x="1140818" y="5147395"/>
            <a:ext cx="45561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accent2"/>
                </a:solidFill>
                <a:latin typeface="Times New Roman" panose="02020603050405020304" pitchFamily="18"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26724" name="Text Box 102">
            <a:extLst>
              <a:ext uri="{FF2B5EF4-FFF2-40B4-BE49-F238E27FC236}">
                <a16:creationId xmlns:a16="http://schemas.microsoft.com/office/drawing/2014/main" id="{3990F39F-6490-B17C-C02A-4BF28615C29B}"/>
              </a:ext>
            </a:extLst>
          </p:cNvPr>
          <p:cNvSpPr txBox="1">
            <a:spLocks noChangeArrowheads="1"/>
          </p:cNvSpPr>
          <p:nvPr/>
        </p:nvSpPr>
        <p:spPr bwMode="auto">
          <a:xfrm>
            <a:off x="3260130" y="5147395"/>
            <a:ext cx="45561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accent2"/>
                </a:solidFill>
                <a:latin typeface="Times New Roman" panose="02020603050405020304" pitchFamily="18"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26725" name="Text Box 103">
            <a:extLst>
              <a:ext uri="{FF2B5EF4-FFF2-40B4-BE49-F238E27FC236}">
                <a16:creationId xmlns:a16="http://schemas.microsoft.com/office/drawing/2014/main" id="{93E527DE-6CE7-95D0-90DD-8E4B34926552}"/>
              </a:ext>
            </a:extLst>
          </p:cNvPr>
          <p:cNvSpPr txBox="1">
            <a:spLocks noChangeArrowheads="1"/>
          </p:cNvSpPr>
          <p:nvPr/>
        </p:nvSpPr>
        <p:spPr bwMode="auto">
          <a:xfrm>
            <a:off x="5850930" y="5147395"/>
            <a:ext cx="45561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accent2"/>
                </a:solidFill>
                <a:latin typeface="Times New Roman" panose="02020603050405020304" pitchFamily="18"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26726" name="Line 104">
            <a:extLst>
              <a:ext uri="{FF2B5EF4-FFF2-40B4-BE49-F238E27FC236}">
                <a16:creationId xmlns:a16="http://schemas.microsoft.com/office/drawing/2014/main" id="{9220BD9D-1C4E-5BD7-37FF-E4335B158A2B}"/>
              </a:ext>
            </a:extLst>
          </p:cNvPr>
          <p:cNvSpPr>
            <a:spLocks noChangeShapeType="1"/>
          </p:cNvSpPr>
          <p:nvPr/>
        </p:nvSpPr>
        <p:spPr bwMode="auto">
          <a:xfrm flipH="1">
            <a:off x="1736130" y="2450232"/>
            <a:ext cx="228600" cy="304800"/>
          </a:xfrm>
          <a:prstGeom prst="line">
            <a:avLst/>
          </a:prstGeom>
          <a:noFill/>
          <a:ln w="3810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727" name="Text Box 105">
            <a:extLst>
              <a:ext uri="{FF2B5EF4-FFF2-40B4-BE49-F238E27FC236}">
                <a16:creationId xmlns:a16="http://schemas.microsoft.com/office/drawing/2014/main" id="{50A9C130-57A1-09B2-8250-2CADFCA3AEF9}"/>
              </a:ext>
            </a:extLst>
          </p:cNvPr>
          <p:cNvSpPr txBox="1">
            <a:spLocks noChangeArrowheads="1"/>
          </p:cNvSpPr>
          <p:nvPr/>
        </p:nvSpPr>
        <p:spPr bwMode="auto">
          <a:xfrm>
            <a:off x="1691680" y="1916832"/>
            <a:ext cx="9064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root</a:t>
            </a:r>
            <a:endParaRPr kumimoji="1" lang="en-US" altLang="zh-CN" sz="2400">
              <a:latin typeface="Times New Roman" panose="02020603050405020304" pitchFamily="18" charset="0"/>
              <a:ea typeface="宋体" panose="02010600030101010101" pitchFamily="2" charset="-122"/>
            </a:endParaRPr>
          </a:p>
        </p:txBody>
      </p:sp>
      <p:sp>
        <p:nvSpPr>
          <p:cNvPr id="26728" name="Line 106">
            <a:extLst>
              <a:ext uri="{FF2B5EF4-FFF2-40B4-BE49-F238E27FC236}">
                <a16:creationId xmlns:a16="http://schemas.microsoft.com/office/drawing/2014/main" id="{5E8FA86A-7247-151D-16EF-B0EDAD67064E}"/>
              </a:ext>
            </a:extLst>
          </p:cNvPr>
          <p:cNvSpPr>
            <a:spLocks noChangeShapeType="1"/>
          </p:cNvSpPr>
          <p:nvPr/>
        </p:nvSpPr>
        <p:spPr bwMode="auto">
          <a:xfrm flipH="1">
            <a:off x="4074518" y="2374032"/>
            <a:ext cx="228600" cy="304800"/>
          </a:xfrm>
          <a:prstGeom prst="line">
            <a:avLst/>
          </a:prstGeom>
          <a:noFill/>
          <a:ln w="3810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729" name="Text Box 107">
            <a:extLst>
              <a:ext uri="{FF2B5EF4-FFF2-40B4-BE49-F238E27FC236}">
                <a16:creationId xmlns:a16="http://schemas.microsoft.com/office/drawing/2014/main" id="{7B50E5B7-A351-4F20-B3B7-DE9748CB7C2D}"/>
              </a:ext>
            </a:extLst>
          </p:cNvPr>
          <p:cNvSpPr txBox="1">
            <a:spLocks noChangeArrowheads="1"/>
          </p:cNvSpPr>
          <p:nvPr/>
        </p:nvSpPr>
        <p:spPr bwMode="auto">
          <a:xfrm>
            <a:off x="4030068" y="1870795"/>
            <a:ext cx="90646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root</a:t>
            </a:r>
            <a:endParaRPr kumimoji="1" lang="en-US" altLang="zh-CN" sz="2400">
              <a:latin typeface="Times New Roman" panose="02020603050405020304" pitchFamily="18" charset="0"/>
              <a:ea typeface="宋体" panose="02010600030101010101" pitchFamily="2" charset="-122"/>
            </a:endParaRPr>
          </a:p>
        </p:txBody>
      </p:sp>
      <p:sp>
        <p:nvSpPr>
          <p:cNvPr id="26730" name="Line 108">
            <a:extLst>
              <a:ext uri="{FF2B5EF4-FFF2-40B4-BE49-F238E27FC236}">
                <a16:creationId xmlns:a16="http://schemas.microsoft.com/office/drawing/2014/main" id="{35FA6E56-79E9-218D-6181-A817E72E9190}"/>
              </a:ext>
            </a:extLst>
          </p:cNvPr>
          <p:cNvSpPr>
            <a:spLocks noChangeShapeType="1"/>
          </p:cNvSpPr>
          <p:nvPr/>
        </p:nvSpPr>
        <p:spPr bwMode="auto">
          <a:xfrm flipH="1">
            <a:off x="6665318" y="2374032"/>
            <a:ext cx="228600" cy="304800"/>
          </a:xfrm>
          <a:prstGeom prst="line">
            <a:avLst/>
          </a:prstGeom>
          <a:noFill/>
          <a:ln w="3810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731" name="Text Box 109">
            <a:extLst>
              <a:ext uri="{FF2B5EF4-FFF2-40B4-BE49-F238E27FC236}">
                <a16:creationId xmlns:a16="http://schemas.microsoft.com/office/drawing/2014/main" id="{7B54A2AE-AB7F-8457-3070-8DBCD669251A}"/>
              </a:ext>
            </a:extLst>
          </p:cNvPr>
          <p:cNvSpPr txBox="1">
            <a:spLocks noChangeArrowheads="1"/>
          </p:cNvSpPr>
          <p:nvPr/>
        </p:nvSpPr>
        <p:spPr bwMode="auto">
          <a:xfrm>
            <a:off x="6620868" y="1870795"/>
            <a:ext cx="90646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root</a:t>
            </a:r>
            <a:endParaRPr kumimoji="1" lang="en-US" altLang="zh-CN" sz="2400">
              <a:latin typeface="Times New Roman" panose="02020603050405020304" pitchFamily="18" charset="0"/>
              <a:ea typeface="宋体" panose="02010600030101010101" pitchFamily="2" charset="-122"/>
            </a:endParaRPr>
          </a:p>
        </p:txBody>
      </p:sp>
      <p:sp>
        <p:nvSpPr>
          <p:cNvPr id="26732" name="Text Box 110">
            <a:extLst>
              <a:ext uri="{FF2B5EF4-FFF2-40B4-BE49-F238E27FC236}">
                <a16:creationId xmlns:a16="http://schemas.microsoft.com/office/drawing/2014/main" id="{AF82E615-7B8C-9F62-4ACE-616895B58D97}"/>
              </a:ext>
            </a:extLst>
          </p:cNvPr>
          <p:cNvSpPr txBox="1">
            <a:spLocks noChangeArrowheads="1"/>
          </p:cNvSpPr>
          <p:nvPr/>
        </p:nvSpPr>
        <p:spPr bwMode="auto">
          <a:xfrm>
            <a:off x="942380" y="5771282"/>
            <a:ext cx="7042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zh-CN" altLang="en-US" sz="3600">
                <a:solidFill>
                  <a:schemeClr val="tx2"/>
                </a:solidFill>
                <a:latin typeface="隶书" panose="02010509060101010101" pitchFamily="49" charset="-122"/>
                <a:ea typeface="隶书" panose="02010509060101010101" pitchFamily="49" charset="-122"/>
              </a:rPr>
              <a:t>二叉树   二叉链表     三叉链表</a:t>
            </a:r>
          </a:p>
        </p:txBody>
      </p:sp>
      <p:sp>
        <p:nvSpPr>
          <p:cNvPr id="2" name="标题 1">
            <a:extLst>
              <a:ext uri="{FF2B5EF4-FFF2-40B4-BE49-F238E27FC236}">
                <a16:creationId xmlns:a16="http://schemas.microsoft.com/office/drawing/2014/main" id="{52E285A4-F77B-43F9-9751-18A04430BB4D}"/>
              </a:ext>
            </a:extLst>
          </p:cNvPr>
          <p:cNvSpPr>
            <a:spLocks noGrp="1"/>
          </p:cNvSpPr>
          <p:nvPr>
            <p:ph type="title"/>
          </p:nvPr>
        </p:nvSpPr>
        <p:spPr/>
        <p:txBody>
          <a:bodyPr/>
          <a:lstStyle/>
          <a:p>
            <a:r>
              <a:rPr lang="zh-CN" altLang="en-US" dirty="0"/>
              <a:t>二叉树链表表示的示例</a:t>
            </a:r>
          </a:p>
        </p:txBody>
      </p:sp>
      <p:sp>
        <p:nvSpPr>
          <p:cNvPr id="3" name="灯片编号占位符 2">
            <a:extLst>
              <a:ext uri="{FF2B5EF4-FFF2-40B4-BE49-F238E27FC236}">
                <a16:creationId xmlns:a16="http://schemas.microsoft.com/office/drawing/2014/main" id="{C1B16A47-F66E-775A-FA47-080306256226}"/>
              </a:ext>
            </a:extLst>
          </p:cNvPr>
          <p:cNvSpPr>
            <a:spLocks noGrp="1"/>
          </p:cNvSpPr>
          <p:nvPr>
            <p:ph type="sldNum" sz="quarter" idx="12"/>
          </p:nvPr>
        </p:nvSpPr>
        <p:spPr/>
        <p:txBody>
          <a:bodyPr/>
          <a:lstStyle/>
          <a:p>
            <a:pPr>
              <a:defRPr/>
            </a:pPr>
            <a:fld id="{6DFA40DF-1FC0-4A1B-B86F-E962D94EFA14}" type="slidenum">
              <a:rPr lang="en-US" altLang="zh-CN" smtClean="0"/>
              <a:pPr>
                <a:defRPr/>
              </a:pPr>
              <a:t>21</a:t>
            </a:fld>
            <a:endParaRPr lang="en-US" altLang="zh-CN"/>
          </a:p>
        </p:txBody>
      </p:sp>
    </p:spTree>
  </p:cSld>
  <p:clrMapOvr>
    <a:masterClrMapping/>
  </p:clrMapOvr>
  <p:transition>
    <p:spli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Line 2">
            <a:extLst>
              <a:ext uri="{FF2B5EF4-FFF2-40B4-BE49-F238E27FC236}">
                <a16:creationId xmlns:a16="http://schemas.microsoft.com/office/drawing/2014/main" id="{A02C528D-0C63-AE79-8F48-0F415F095C19}"/>
              </a:ext>
            </a:extLst>
          </p:cNvPr>
          <p:cNvSpPr>
            <a:spLocks noChangeShapeType="1"/>
          </p:cNvSpPr>
          <p:nvPr/>
        </p:nvSpPr>
        <p:spPr bwMode="auto">
          <a:xfrm flipH="1">
            <a:off x="1283122" y="4660032"/>
            <a:ext cx="304800" cy="7620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51" name="Line 3">
            <a:extLst>
              <a:ext uri="{FF2B5EF4-FFF2-40B4-BE49-F238E27FC236}">
                <a16:creationId xmlns:a16="http://schemas.microsoft.com/office/drawing/2014/main" id="{B8E969C3-F68A-172C-F609-84B0C6DCAC2B}"/>
              </a:ext>
            </a:extLst>
          </p:cNvPr>
          <p:cNvSpPr>
            <a:spLocks noChangeShapeType="1"/>
          </p:cNvSpPr>
          <p:nvPr/>
        </p:nvSpPr>
        <p:spPr bwMode="auto">
          <a:xfrm>
            <a:off x="1359322" y="3898032"/>
            <a:ext cx="609600" cy="13716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52" name="Line 4">
            <a:extLst>
              <a:ext uri="{FF2B5EF4-FFF2-40B4-BE49-F238E27FC236}">
                <a16:creationId xmlns:a16="http://schemas.microsoft.com/office/drawing/2014/main" id="{299AC0C9-4018-090B-C51E-9D195627D112}"/>
              </a:ext>
            </a:extLst>
          </p:cNvPr>
          <p:cNvSpPr>
            <a:spLocks noChangeShapeType="1"/>
          </p:cNvSpPr>
          <p:nvPr/>
        </p:nvSpPr>
        <p:spPr bwMode="auto">
          <a:xfrm flipH="1">
            <a:off x="978322" y="3136032"/>
            <a:ext cx="533400" cy="12954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54" name="Oval 6" descr="羊皮纸">
            <a:extLst>
              <a:ext uri="{FF2B5EF4-FFF2-40B4-BE49-F238E27FC236}">
                <a16:creationId xmlns:a16="http://schemas.microsoft.com/office/drawing/2014/main" id="{A971AEA8-A8B0-9441-C104-559115F4D20B}"/>
              </a:ext>
            </a:extLst>
          </p:cNvPr>
          <p:cNvSpPr>
            <a:spLocks noChangeArrowheads="1"/>
          </p:cNvSpPr>
          <p:nvPr/>
        </p:nvSpPr>
        <p:spPr bwMode="auto">
          <a:xfrm>
            <a:off x="1359322" y="2755032"/>
            <a:ext cx="457200" cy="457200"/>
          </a:xfrm>
          <a:prstGeom prst="ellipse">
            <a:avLst/>
          </a:prstGeom>
          <a:blipFill dpi="0" rotWithShape="0">
            <a:blip r:embed="rId2"/>
            <a:srcRect/>
            <a:tile tx="0" ty="0" sx="100000" sy="100000" flip="none" algn="tl"/>
          </a:blipFill>
          <a:ln w="38100">
            <a:solidFill>
              <a:schemeClr val="tx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7655" name="Oval 7" descr="羊皮纸">
            <a:extLst>
              <a:ext uri="{FF2B5EF4-FFF2-40B4-BE49-F238E27FC236}">
                <a16:creationId xmlns:a16="http://schemas.microsoft.com/office/drawing/2014/main" id="{916774CE-A13C-C464-C262-D83C0E24855A}"/>
              </a:ext>
            </a:extLst>
          </p:cNvPr>
          <p:cNvSpPr>
            <a:spLocks noChangeArrowheads="1"/>
          </p:cNvSpPr>
          <p:nvPr/>
        </p:nvSpPr>
        <p:spPr bwMode="auto">
          <a:xfrm>
            <a:off x="1054522" y="3517032"/>
            <a:ext cx="457200" cy="457200"/>
          </a:xfrm>
          <a:prstGeom prst="ellipse">
            <a:avLst/>
          </a:prstGeom>
          <a:blipFill dpi="0" rotWithShape="0">
            <a:blip r:embed="rId2"/>
            <a:srcRect/>
            <a:tile tx="0" ty="0" sx="100000" sy="100000" flip="none" algn="tl"/>
          </a:blipFill>
          <a:ln w="38100">
            <a:solidFill>
              <a:schemeClr val="tx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7656" name="Oval 8" descr="羊皮纸">
            <a:extLst>
              <a:ext uri="{FF2B5EF4-FFF2-40B4-BE49-F238E27FC236}">
                <a16:creationId xmlns:a16="http://schemas.microsoft.com/office/drawing/2014/main" id="{12F7242F-52DF-8398-C574-AE16D64E5974}"/>
              </a:ext>
            </a:extLst>
          </p:cNvPr>
          <p:cNvSpPr>
            <a:spLocks noChangeArrowheads="1"/>
          </p:cNvSpPr>
          <p:nvPr/>
        </p:nvSpPr>
        <p:spPr bwMode="auto">
          <a:xfrm>
            <a:off x="673522" y="4355232"/>
            <a:ext cx="457200" cy="457200"/>
          </a:xfrm>
          <a:prstGeom prst="ellipse">
            <a:avLst/>
          </a:prstGeom>
          <a:blipFill dpi="0" rotWithShape="0">
            <a:blip r:embed="rId2"/>
            <a:srcRect/>
            <a:tile tx="0" ty="0" sx="100000" sy="100000" flip="none" algn="tl"/>
          </a:blipFill>
          <a:ln w="38100">
            <a:solidFill>
              <a:schemeClr val="tx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7657" name="Oval 9" descr="羊皮纸">
            <a:extLst>
              <a:ext uri="{FF2B5EF4-FFF2-40B4-BE49-F238E27FC236}">
                <a16:creationId xmlns:a16="http://schemas.microsoft.com/office/drawing/2014/main" id="{2A4EE73D-B92F-6681-2306-C71CBD73E81B}"/>
              </a:ext>
            </a:extLst>
          </p:cNvPr>
          <p:cNvSpPr>
            <a:spLocks noChangeArrowheads="1"/>
          </p:cNvSpPr>
          <p:nvPr/>
        </p:nvSpPr>
        <p:spPr bwMode="auto">
          <a:xfrm>
            <a:off x="1435522" y="4355232"/>
            <a:ext cx="457200" cy="457200"/>
          </a:xfrm>
          <a:prstGeom prst="ellipse">
            <a:avLst/>
          </a:prstGeom>
          <a:blipFill dpi="0" rotWithShape="0">
            <a:blip r:embed="rId2"/>
            <a:srcRect/>
            <a:tile tx="0" ty="0" sx="100000" sy="100000" flip="none" algn="tl"/>
          </a:blipFill>
          <a:ln w="38100">
            <a:solidFill>
              <a:schemeClr val="tx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7658" name="Oval 10" descr="羊皮纸">
            <a:extLst>
              <a:ext uri="{FF2B5EF4-FFF2-40B4-BE49-F238E27FC236}">
                <a16:creationId xmlns:a16="http://schemas.microsoft.com/office/drawing/2014/main" id="{56BE28C5-11EC-42CD-528D-64CBF3083B07}"/>
              </a:ext>
            </a:extLst>
          </p:cNvPr>
          <p:cNvSpPr>
            <a:spLocks noChangeArrowheads="1"/>
          </p:cNvSpPr>
          <p:nvPr/>
        </p:nvSpPr>
        <p:spPr bwMode="auto">
          <a:xfrm>
            <a:off x="1816522" y="5193432"/>
            <a:ext cx="457200" cy="457200"/>
          </a:xfrm>
          <a:prstGeom prst="ellipse">
            <a:avLst/>
          </a:prstGeom>
          <a:blipFill dpi="0" rotWithShape="0">
            <a:blip r:embed="rId2"/>
            <a:srcRect/>
            <a:tile tx="0" ty="0" sx="100000" sy="100000" flip="none" algn="tl"/>
          </a:blipFill>
          <a:ln w="38100">
            <a:solidFill>
              <a:schemeClr val="tx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7659" name="Oval 11" descr="羊皮纸">
            <a:extLst>
              <a:ext uri="{FF2B5EF4-FFF2-40B4-BE49-F238E27FC236}">
                <a16:creationId xmlns:a16="http://schemas.microsoft.com/office/drawing/2014/main" id="{729EC27B-7CE7-112A-A8A0-BE97B452736F}"/>
              </a:ext>
            </a:extLst>
          </p:cNvPr>
          <p:cNvSpPr>
            <a:spLocks noChangeArrowheads="1"/>
          </p:cNvSpPr>
          <p:nvPr/>
        </p:nvSpPr>
        <p:spPr bwMode="auto">
          <a:xfrm>
            <a:off x="1054522" y="5193432"/>
            <a:ext cx="457200" cy="457200"/>
          </a:xfrm>
          <a:prstGeom prst="ellipse">
            <a:avLst/>
          </a:prstGeom>
          <a:blipFill dpi="0" rotWithShape="0">
            <a:blip r:embed="rId2"/>
            <a:srcRect/>
            <a:tile tx="0" ty="0" sx="100000" sy="100000" flip="none" algn="tl"/>
          </a:blipFill>
          <a:ln w="38100">
            <a:solidFill>
              <a:schemeClr val="tx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7660" name="Text Box 12">
            <a:extLst>
              <a:ext uri="{FF2B5EF4-FFF2-40B4-BE49-F238E27FC236}">
                <a16:creationId xmlns:a16="http://schemas.microsoft.com/office/drawing/2014/main" id="{4CCAB452-1469-CFCE-E46C-38942ECA61F6}"/>
              </a:ext>
            </a:extLst>
          </p:cNvPr>
          <p:cNvSpPr txBox="1">
            <a:spLocks noChangeArrowheads="1"/>
          </p:cNvSpPr>
          <p:nvPr/>
        </p:nvSpPr>
        <p:spPr bwMode="auto">
          <a:xfrm>
            <a:off x="1357735" y="2662957"/>
            <a:ext cx="47783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accent2"/>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27661" name="Text Box 13">
            <a:extLst>
              <a:ext uri="{FF2B5EF4-FFF2-40B4-BE49-F238E27FC236}">
                <a16:creationId xmlns:a16="http://schemas.microsoft.com/office/drawing/2014/main" id="{85044600-C184-FA82-A25D-D921F3E179BA}"/>
              </a:ext>
            </a:extLst>
          </p:cNvPr>
          <p:cNvSpPr txBox="1">
            <a:spLocks noChangeArrowheads="1"/>
          </p:cNvSpPr>
          <p:nvPr/>
        </p:nvSpPr>
        <p:spPr bwMode="auto">
          <a:xfrm>
            <a:off x="1044997" y="3440832"/>
            <a:ext cx="4556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accent2"/>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27662" name="Text Box 14">
            <a:extLst>
              <a:ext uri="{FF2B5EF4-FFF2-40B4-BE49-F238E27FC236}">
                <a16:creationId xmlns:a16="http://schemas.microsoft.com/office/drawing/2014/main" id="{B8235A02-EEC2-CE4B-93C0-9DD22085E909}"/>
              </a:ext>
            </a:extLst>
          </p:cNvPr>
          <p:cNvSpPr txBox="1">
            <a:spLocks noChangeArrowheads="1"/>
          </p:cNvSpPr>
          <p:nvPr/>
        </p:nvSpPr>
        <p:spPr bwMode="auto">
          <a:xfrm>
            <a:off x="673522" y="4309195"/>
            <a:ext cx="47783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accent2"/>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27663" name="Text Box 15">
            <a:extLst>
              <a:ext uri="{FF2B5EF4-FFF2-40B4-BE49-F238E27FC236}">
                <a16:creationId xmlns:a16="http://schemas.microsoft.com/office/drawing/2014/main" id="{71A4EC84-B058-BB8D-2DFB-BC63BE72F812}"/>
              </a:ext>
            </a:extLst>
          </p:cNvPr>
          <p:cNvSpPr txBox="1">
            <a:spLocks noChangeArrowheads="1"/>
          </p:cNvSpPr>
          <p:nvPr/>
        </p:nvSpPr>
        <p:spPr bwMode="auto">
          <a:xfrm>
            <a:off x="1414885" y="4309195"/>
            <a:ext cx="47783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accent2"/>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27664" name="Text Box 16">
            <a:extLst>
              <a:ext uri="{FF2B5EF4-FFF2-40B4-BE49-F238E27FC236}">
                <a16:creationId xmlns:a16="http://schemas.microsoft.com/office/drawing/2014/main" id="{7A38E7CE-93D5-2C43-279F-245C53060B33}"/>
              </a:ext>
            </a:extLst>
          </p:cNvPr>
          <p:cNvSpPr txBox="1">
            <a:spLocks noChangeArrowheads="1"/>
          </p:cNvSpPr>
          <p:nvPr/>
        </p:nvSpPr>
        <p:spPr bwMode="auto">
          <a:xfrm>
            <a:off x="1841922" y="5147395"/>
            <a:ext cx="4318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accent2"/>
                </a:solidFill>
                <a:latin typeface="Times New Roman" panose="02020603050405020304" pitchFamily="18"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27665" name="Text Box 17">
            <a:extLst>
              <a:ext uri="{FF2B5EF4-FFF2-40B4-BE49-F238E27FC236}">
                <a16:creationId xmlns:a16="http://schemas.microsoft.com/office/drawing/2014/main" id="{E2CB8BF0-7B71-950C-2774-52FCEABB8FC2}"/>
              </a:ext>
            </a:extLst>
          </p:cNvPr>
          <p:cNvSpPr txBox="1">
            <a:spLocks noChangeArrowheads="1"/>
          </p:cNvSpPr>
          <p:nvPr/>
        </p:nvSpPr>
        <p:spPr bwMode="auto">
          <a:xfrm>
            <a:off x="1068810" y="5147395"/>
            <a:ext cx="45561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accent2"/>
                </a:solidFill>
                <a:latin typeface="Times New Roman" panose="02020603050405020304" pitchFamily="18"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27666" name="Line 18">
            <a:extLst>
              <a:ext uri="{FF2B5EF4-FFF2-40B4-BE49-F238E27FC236}">
                <a16:creationId xmlns:a16="http://schemas.microsoft.com/office/drawing/2014/main" id="{743474B1-EA1B-686E-606D-4568722B3246}"/>
              </a:ext>
            </a:extLst>
          </p:cNvPr>
          <p:cNvSpPr>
            <a:spLocks noChangeShapeType="1"/>
          </p:cNvSpPr>
          <p:nvPr/>
        </p:nvSpPr>
        <p:spPr bwMode="auto">
          <a:xfrm flipH="1">
            <a:off x="1664122" y="2450232"/>
            <a:ext cx="228600" cy="304800"/>
          </a:xfrm>
          <a:prstGeom prst="line">
            <a:avLst/>
          </a:prstGeom>
          <a:noFill/>
          <a:ln w="3810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67" name="Text Box 19">
            <a:extLst>
              <a:ext uri="{FF2B5EF4-FFF2-40B4-BE49-F238E27FC236}">
                <a16:creationId xmlns:a16="http://schemas.microsoft.com/office/drawing/2014/main" id="{3F80847D-8258-46DD-6FBE-AD6F5C144B7F}"/>
              </a:ext>
            </a:extLst>
          </p:cNvPr>
          <p:cNvSpPr txBox="1">
            <a:spLocks noChangeArrowheads="1"/>
          </p:cNvSpPr>
          <p:nvPr/>
        </p:nvSpPr>
        <p:spPr bwMode="auto">
          <a:xfrm>
            <a:off x="1619672" y="1916832"/>
            <a:ext cx="9064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root</a:t>
            </a:r>
            <a:endParaRPr kumimoji="1" lang="en-US" altLang="zh-CN" sz="2400">
              <a:latin typeface="Times New Roman" panose="02020603050405020304" pitchFamily="18" charset="0"/>
              <a:ea typeface="宋体" panose="02010600030101010101" pitchFamily="2" charset="-122"/>
            </a:endParaRPr>
          </a:p>
        </p:txBody>
      </p:sp>
      <p:sp>
        <p:nvSpPr>
          <p:cNvPr id="27668" name="Text Box 21">
            <a:extLst>
              <a:ext uri="{FF2B5EF4-FFF2-40B4-BE49-F238E27FC236}">
                <a16:creationId xmlns:a16="http://schemas.microsoft.com/office/drawing/2014/main" id="{2D2DCB6F-D605-56B7-3346-8EE75242F25E}"/>
              </a:ext>
            </a:extLst>
          </p:cNvPr>
          <p:cNvSpPr txBox="1">
            <a:spLocks noChangeArrowheads="1"/>
          </p:cNvSpPr>
          <p:nvPr/>
        </p:nvSpPr>
        <p:spPr bwMode="auto">
          <a:xfrm>
            <a:off x="3419897" y="2327995"/>
            <a:ext cx="49498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a:solidFill>
                  <a:srgbClr val="990099"/>
                </a:solidFill>
                <a:latin typeface="Arial Narrow" panose="020B0606020202030204" pitchFamily="34" charset="0"/>
                <a:ea typeface="宋体" panose="02010600030101010101" pitchFamily="2" charset="-122"/>
              </a:rPr>
              <a:t>data  parent  leftChild  rightChild</a:t>
            </a:r>
            <a:endParaRPr kumimoji="1" lang="en-US" altLang="zh-CN" sz="2400">
              <a:latin typeface="Arial Narrow" panose="020B0606020202030204" pitchFamily="34" charset="0"/>
              <a:ea typeface="宋体" panose="02010600030101010101" pitchFamily="2" charset="-122"/>
            </a:endParaRPr>
          </a:p>
        </p:txBody>
      </p:sp>
      <p:sp>
        <p:nvSpPr>
          <p:cNvPr id="27669" name="Rectangle 22" descr="新闻纸">
            <a:extLst>
              <a:ext uri="{FF2B5EF4-FFF2-40B4-BE49-F238E27FC236}">
                <a16:creationId xmlns:a16="http://schemas.microsoft.com/office/drawing/2014/main" id="{E9AF8EC9-5F6A-CE14-A661-B940CDBBBD55}"/>
              </a:ext>
            </a:extLst>
          </p:cNvPr>
          <p:cNvSpPr>
            <a:spLocks noChangeArrowheads="1"/>
          </p:cNvSpPr>
          <p:nvPr/>
        </p:nvSpPr>
        <p:spPr bwMode="auto">
          <a:xfrm>
            <a:off x="3416722" y="2983632"/>
            <a:ext cx="4800600" cy="3276600"/>
          </a:xfrm>
          <a:prstGeom prst="rect">
            <a:avLst/>
          </a:prstGeom>
          <a:blipFill dpi="0" rotWithShape="0">
            <a:blip r:embed="rId3"/>
            <a:srcRect/>
            <a:tile tx="0" ty="0" sx="100000" sy="100000" flip="none" algn="tl"/>
          </a:blipFill>
          <a:ln w="38100">
            <a:solidFill>
              <a:srgbClr val="009900"/>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27670" name="Line 23">
            <a:extLst>
              <a:ext uri="{FF2B5EF4-FFF2-40B4-BE49-F238E27FC236}">
                <a16:creationId xmlns:a16="http://schemas.microsoft.com/office/drawing/2014/main" id="{C77CBC12-E0DB-C925-0C31-C61DA880A3A2}"/>
              </a:ext>
            </a:extLst>
          </p:cNvPr>
          <p:cNvSpPr>
            <a:spLocks noChangeShapeType="1"/>
          </p:cNvSpPr>
          <p:nvPr/>
        </p:nvSpPr>
        <p:spPr bwMode="auto">
          <a:xfrm>
            <a:off x="3416722" y="3517032"/>
            <a:ext cx="4800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71" name="Text Box 24">
            <a:extLst>
              <a:ext uri="{FF2B5EF4-FFF2-40B4-BE49-F238E27FC236}">
                <a16:creationId xmlns:a16="http://schemas.microsoft.com/office/drawing/2014/main" id="{9333ADF7-7601-3F45-95B7-68A2753CEFFD}"/>
              </a:ext>
            </a:extLst>
          </p:cNvPr>
          <p:cNvSpPr txBox="1">
            <a:spLocks noChangeArrowheads="1"/>
          </p:cNvSpPr>
          <p:nvPr/>
        </p:nvSpPr>
        <p:spPr bwMode="auto">
          <a:xfrm>
            <a:off x="2973810" y="2948707"/>
            <a:ext cx="369887" cy="331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lnSpc>
                <a:spcPct val="110000"/>
              </a:lnSpc>
            </a:pPr>
            <a:r>
              <a:rPr kumimoji="1" lang="en-US" altLang="zh-CN" sz="3200">
                <a:solidFill>
                  <a:srgbClr val="990099"/>
                </a:solidFill>
                <a:latin typeface="Arial Narrow" panose="020B0606020202030204" pitchFamily="34" charset="0"/>
                <a:ea typeface="宋体" panose="02010600030101010101" pitchFamily="2" charset="-122"/>
              </a:rPr>
              <a:t>0</a:t>
            </a:r>
          </a:p>
          <a:p>
            <a:pPr algn="ctr" eaLnBrk="1" hangingPunct="1">
              <a:lnSpc>
                <a:spcPct val="110000"/>
              </a:lnSpc>
            </a:pPr>
            <a:r>
              <a:rPr kumimoji="1" lang="en-US" altLang="zh-CN" sz="3200">
                <a:solidFill>
                  <a:srgbClr val="990099"/>
                </a:solidFill>
                <a:latin typeface="Arial Narrow" panose="020B0606020202030204" pitchFamily="34" charset="0"/>
                <a:ea typeface="宋体" panose="02010600030101010101" pitchFamily="2" charset="-122"/>
              </a:rPr>
              <a:t>1</a:t>
            </a:r>
          </a:p>
          <a:p>
            <a:pPr algn="ctr" eaLnBrk="1" hangingPunct="1">
              <a:lnSpc>
                <a:spcPct val="110000"/>
              </a:lnSpc>
            </a:pPr>
            <a:r>
              <a:rPr kumimoji="1" lang="en-US" altLang="zh-CN" sz="3200">
                <a:solidFill>
                  <a:srgbClr val="990099"/>
                </a:solidFill>
                <a:latin typeface="Arial Narrow" panose="020B0606020202030204" pitchFamily="34" charset="0"/>
                <a:ea typeface="宋体" panose="02010600030101010101" pitchFamily="2" charset="-122"/>
              </a:rPr>
              <a:t>2</a:t>
            </a:r>
          </a:p>
          <a:p>
            <a:pPr algn="ctr" eaLnBrk="1" hangingPunct="1">
              <a:lnSpc>
                <a:spcPct val="110000"/>
              </a:lnSpc>
            </a:pPr>
            <a:r>
              <a:rPr kumimoji="1" lang="en-US" altLang="zh-CN" sz="3200">
                <a:solidFill>
                  <a:srgbClr val="990099"/>
                </a:solidFill>
                <a:latin typeface="Arial Narrow" panose="020B0606020202030204" pitchFamily="34" charset="0"/>
                <a:ea typeface="宋体" panose="02010600030101010101" pitchFamily="2" charset="-122"/>
              </a:rPr>
              <a:t>3</a:t>
            </a:r>
          </a:p>
          <a:p>
            <a:pPr algn="ctr" eaLnBrk="1" hangingPunct="1">
              <a:lnSpc>
                <a:spcPct val="110000"/>
              </a:lnSpc>
            </a:pPr>
            <a:r>
              <a:rPr kumimoji="1" lang="en-US" altLang="zh-CN" sz="3200">
                <a:solidFill>
                  <a:srgbClr val="990099"/>
                </a:solidFill>
                <a:latin typeface="Arial Narrow" panose="020B0606020202030204" pitchFamily="34" charset="0"/>
                <a:ea typeface="宋体" panose="02010600030101010101" pitchFamily="2" charset="-122"/>
              </a:rPr>
              <a:t>4</a:t>
            </a:r>
          </a:p>
          <a:p>
            <a:pPr algn="ctr" eaLnBrk="1" hangingPunct="1">
              <a:lnSpc>
                <a:spcPct val="110000"/>
              </a:lnSpc>
            </a:pPr>
            <a:r>
              <a:rPr kumimoji="1" lang="en-US" altLang="zh-CN" sz="3200">
                <a:solidFill>
                  <a:srgbClr val="990099"/>
                </a:solidFill>
                <a:latin typeface="Arial Narrow" panose="020B0606020202030204" pitchFamily="34"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27672" name="Line 25">
            <a:extLst>
              <a:ext uri="{FF2B5EF4-FFF2-40B4-BE49-F238E27FC236}">
                <a16:creationId xmlns:a16="http://schemas.microsoft.com/office/drawing/2014/main" id="{52BECA88-E673-585F-3399-6AD2F98F5C54}"/>
              </a:ext>
            </a:extLst>
          </p:cNvPr>
          <p:cNvSpPr>
            <a:spLocks noChangeShapeType="1"/>
          </p:cNvSpPr>
          <p:nvPr/>
        </p:nvSpPr>
        <p:spPr bwMode="auto">
          <a:xfrm>
            <a:off x="3416722" y="4050432"/>
            <a:ext cx="4800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73" name="Line 26">
            <a:extLst>
              <a:ext uri="{FF2B5EF4-FFF2-40B4-BE49-F238E27FC236}">
                <a16:creationId xmlns:a16="http://schemas.microsoft.com/office/drawing/2014/main" id="{0B2A1772-69E2-81D7-F5BE-3B3258581E00}"/>
              </a:ext>
            </a:extLst>
          </p:cNvPr>
          <p:cNvSpPr>
            <a:spLocks noChangeShapeType="1"/>
          </p:cNvSpPr>
          <p:nvPr/>
        </p:nvSpPr>
        <p:spPr bwMode="auto">
          <a:xfrm>
            <a:off x="3416722" y="4583832"/>
            <a:ext cx="4800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74" name="Line 27">
            <a:extLst>
              <a:ext uri="{FF2B5EF4-FFF2-40B4-BE49-F238E27FC236}">
                <a16:creationId xmlns:a16="http://schemas.microsoft.com/office/drawing/2014/main" id="{6C894364-6104-2EE9-94C4-2372867DE76B}"/>
              </a:ext>
            </a:extLst>
          </p:cNvPr>
          <p:cNvSpPr>
            <a:spLocks noChangeShapeType="1"/>
          </p:cNvSpPr>
          <p:nvPr/>
        </p:nvSpPr>
        <p:spPr bwMode="auto">
          <a:xfrm>
            <a:off x="3416722" y="5117232"/>
            <a:ext cx="4800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75" name="Line 28">
            <a:extLst>
              <a:ext uri="{FF2B5EF4-FFF2-40B4-BE49-F238E27FC236}">
                <a16:creationId xmlns:a16="http://schemas.microsoft.com/office/drawing/2014/main" id="{D49ACCF7-8F32-CBF4-0627-250B691DC981}"/>
              </a:ext>
            </a:extLst>
          </p:cNvPr>
          <p:cNvSpPr>
            <a:spLocks noChangeShapeType="1"/>
          </p:cNvSpPr>
          <p:nvPr/>
        </p:nvSpPr>
        <p:spPr bwMode="auto">
          <a:xfrm>
            <a:off x="3416722" y="5650632"/>
            <a:ext cx="4800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76" name="Line 29">
            <a:extLst>
              <a:ext uri="{FF2B5EF4-FFF2-40B4-BE49-F238E27FC236}">
                <a16:creationId xmlns:a16="http://schemas.microsoft.com/office/drawing/2014/main" id="{51A90942-3816-2F2C-13C6-575E22431315}"/>
              </a:ext>
            </a:extLst>
          </p:cNvPr>
          <p:cNvSpPr>
            <a:spLocks noChangeShapeType="1"/>
          </p:cNvSpPr>
          <p:nvPr/>
        </p:nvSpPr>
        <p:spPr bwMode="auto">
          <a:xfrm>
            <a:off x="4254922" y="2983632"/>
            <a:ext cx="0" cy="32766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77" name="Line 30">
            <a:extLst>
              <a:ext uri="{FF2B5EF4-FFF2-40B4-BE49-F238E27FC236}">
                <a16:creationId xmlns:a16="http://schemas.microsoft.com/office/drawing/2014/main" id="{A166C611-5DDB-CA6B-B323-B3383E7565C8}"/>
              </a:ext>
            </a:extLst>
          </p:cNvPr>
          <p:cNvSpPr>
            <a:spLocks noChangeShapeType="1"/>
          </p:cNvSpPr>
          <p:nvPr/>
        </p:nvSpPr>
        <p:spPr bwMode="auto">
          <a:xfrm>
            <a:off x="5474122" y="2983632"/>
            <a:ext cx="0" cy="32766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78" name="Line 31">
            <a:extLst>
              <a:ext uri="{FF2B5EF4-FFF2-40B4-BE49-F238E27FC236}">
                <a16:creationId xmlns:a16="http://schemas.microsoft.com/office/drawing/2014/main" id="{7631FFAE-FF47-5A13-76CA-405315C1631E}"/>
              </a:ext>
            </a:extLst>
          </p:cNvPr>
          <p:cNvSpPr>
            <a:spLocks noChangeShapeType="1"/>
          </p:cNvSpPr>
          <p:nvPr/>
        </p:nvSpPr>
        <p:spPr bwMode="auto">
          <a:xfrm>
            <a:off x="6769522" y="2983632"/>
            <a:ext cx="0" cy="32766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8561" name="Text Box 33">
            <a:extLst>
              <a:ext uri="{FF2B5EF4-FFF2-40B4-BE49-F238E27FC236}">
                <a16:creationId xmlns:a16="http://schemas.microsoft.com/office/drawing/2014/main" id="{DB7DC6E6-D98F-A17D-D6EB-F87122A724C2}"/>
              </a:ext>
            </a:extLst>
          </p:cNvPr>
          <p:cNvSpPr txBox="1">
            <a:spLocks noChangeArrowheads="1"/>
          </p:cNvSpPr>
          <p:nvPr/>
        </p:nvSpPr>
        <p:spPr bwMode="auto">
          <a:xfrm>
            <a:off x="3599285" y="2952286"/>
            <a:ext cx="4199996" cy="3304366"/>
          </a:xfrm>
          <a:prstGeom prst="rect">
            <a:avLst/>
          </a:prstGeom>
          <a:noFill/>
          <a:ln w="38100">
            <a:noFill/>
            <a:miter lim="800000"/>
            <a:headEnd/>
            <a:tailEnd/>
          </a:ln>
          <a:effectLst/>
        </p:spPr>
        <p:txBody>
          <a:bodyPr wrap="none" anchor="ctr">
            <a:spAutoFit/>
          </a:bodyPr>
          <a:lstStyle/>
          <a:p>
            <a:pPr eaLnBrk="1" fontAlgn="auto" hangingPunct="1">
              <a:lnSpc>
                <a:spcPct val="110000"/>
              </a:lnSpc>
              <a:spcBef>
                <a:spcPts val="0"/>
              </a:spcBef>
              <a:spcAft>
                <a:spcPts val="0"/>
              </a:spcAft>
              <a:defRPr/>
            </a:pPr>
            <a:r>
              <a:rPr lang="en-US" altLang="zh-CN" sz="3200" dirty="0">
                <a:solidFill>
                  <a:schemeClr val="tx2"/>
                </a:solidFill>
                <a:effectLst>
                  <a:outerShdw blurRad="38100" dist="38100" dir="2700000" algn="tl">
                    <a:srgbClr val="C0C0C0"/>
                  </a:outerShdw>
                </a:effectLst>
                <a:latin typeface="Times New Roman" charset="0"/>
                <a:ea typeface="+mn-ea"/>
              </a:rPr>
              <a:t>A</a:t>
            </a:r>
            <a:r>
              <a:rPr lang="en-US" altLang="zh-CN" sz="3200" dirty="0">
                <a:solidFill>
                  <a:srgbClr val="009900"/>
                </a:solidFill>
                <a:effectLst>
                  <a:outerShdw blurRad="38100" dist="38100" dir="2700000" algn="tl">
                    <a:srgbClr val="C0C0C0"/>
                  </a:outerShdw>
                </a:effectLst>
                <a:latin typeface="Times New Roman" charset="0"/>
                <a:ea typeface="+mn-ea"/>
              </a:rPr>
              <a:t>       </a:t>
            </a:r>
            <a:r>
              <a:rPr lang="en-US" altLang="zh-CN" sz="3200" dirty="0">
                <a:solidFill>
                  <a:schemeClr val="accent2"/>
                </a:solidFill>
                <a:effectLst>
                  <a:outerShdw blurRad="38100" dist="38100" dir="2700000" algn="tl">
                    <a:srgbClr val="C0C0C0"/>
                  </a:outerShdw>
                </a:effectLst>
                <a:latin typeface="仿宋_GB2312" pitchFamily="49" charset="-122"/>
                <a:ea typeface="仿宋_GB2312" pitchFamily="49" charset="-122"/>
              </a:rPr>
              <a:t>-</a:t>
            </a:r>
            <a:r>
              <a:rPr lang="en-US" altLang="zh-CN" sz="3200" dirty="0">
                <a:solidFill>
                  <a:schemeClr val="accent2"/>
                </a:solidFill>
                <a:effectLst>
                  <a:outerShdw blurRad="38100" dist="38100" dir="2700000" algn="tl">
                    <a:srgbClr val="C0C0C0"/>
                  </a:outerShdw>
                </a:effectLst>
                <a:latin typeface="Times New Roman" charset="0"/>
                <a:ea typeface="+mn-ea"/>
              </a:rPr>
              <a:t>1         1          </a:t>
            </a:r>
            <a:r>
              <a:rPr lang="en-US" altLang="zh-CN" sz="3200" dirty="0">
                <a:solidFill>
                  <a:schemeClr val="accent2"/>
                </a:solidFill>
                <a:effectLst>
                  <a:outerShdw blurRad="38100" dist="38100" dir="2700000" algn="tl">
                    <a:srgbClr val="C0C0C0"/>
                  </a:outerShdw>
                </a:effectLst>
                <a:latin typeface="仿宋_GB2312" pitchFamily="49" charset="-122"/>
                <a:ea typeface="仿宋_GB2312" pitchFamily="49" charset="-122"/>
              </a:rPr>
              <a:t>-</a:t>
            </a:r>
            <a:r>
              <a:rPr lang="en-US" altLang="zh-CN" sz="3200" dirty="0">
                <a:solidFill>
                  <a:schemeClr val="accent2"/>
                </a:solidFill>
                <a:effectLst>
                  <a:outerShdw blurRad="38100" dist="38100" dir="2700000" algn="tl">
                    <a:srgbClr val="C0C0C0"/>
                  </a:outerShdw>
                </a:effectLst>
                <a:latin typeface="Times New Roman" charset="0"/>
                <a:ea typeface="+mn-ea"/>
              </a:rPr>
              <a:t>1</a:t>
            </a:r>
          </a:p>
          <a:p>
            <a:pPr eaLnBrk="1" fontAlgn="auto" hangingPunct="1">
              <a:lnSpc>
                <a:spcPct val="110000"/>
              </a:lnSpc>
              <a:spcBef>
                <a:spcPts val="0"/>
              </a:spcBef>
              <a:spcAft>
                <a:spcPts val="0"/>
              </a:spcAft>
              <a:defRPr/>
            </a:pPr>
            <a:r>
              <a:rPr lang="en-US" altLang="zh-CN" sz="3200" dirty="0">
                <a:solidFill>
                  <a:schemeClr val="tx2"/>
                </a:solidFill>
                <a:effectLst>
                  <a:outerShdw blurRad="38100" dist="38100" dir="2700000" algn="tl">
                    <a:srgbClr val="C0C0C0"/>
                  </a:outerShdw>
                </a:effectLst>
                <a:latin typeface="Times New Roman" charset="0"/>
                <a:ea typeface="+mn-ea"/>
              </a:rPr>
              <a:t>B</a:t>
            </a:r>
            <a:r>
              <a:rPr lang="en-US" altLang="zh-CN" sz="3200" dirty="0">
                <a:solidFill>
                  <a:schemeClr val="accent2"/>
                </a:solidFill>
                <a:effectLst>
                  <a:outerShdw blurRad="38100" dist="38100" dir="2700000" algn="tl">
                    <a:srgbClr val="C0C0C0"/>
                  </a:outerShdw>
                </a:effectLst>
                <a:latin typeface="Times New Roman" charset="0"/>
                <a:ea typeface="+mn-ea"/>
              </a:rPr>
              <a:t>         0         2           3</a:t>
            </a:r>
          </a:p>
          <a:p>
            <a:pPr eaLnBrk="1" fontAlgn="auto" hangingPunct="1">
              <a:lnSpc>
                <a:spcPct val="110000"/>
              </a:lnSpc>
              <a:spcBef>
                <a:spcPts val="0"/>
              </a:spcBef>
              <a:spcAft>
                <a:spcPts val="0"/>
              </a:spcAft>
              <a:defRPr/>
            </a:pPr>
            <a:r>
              <a:rPr lang="en-US" altLang="zh-CN" sz="3200" dirty="0">
                <a:solidFill>
                  <a:schemeClr val="tx2"/>
                </a:solidFill>
                <a:effectLst>
                  <a:outerShdw blurRad="38100" dist="38100" dir="2700000" algn="tl">
                    <a:srgbClr val="C0C0C0"/>
                  </a:outerShdw>
                </a:effectLst>
                <a:latin typeface="Times New Roman" charset="0"/>
                <a:ea typeface="+mn-ea"/>
              </a:rPr>
              <a:t>C</a:t>
            </a:r>
            <a:r>
              <a:rPr lang="en-US" altLang="zh-CN" sz="3200" dirty="0">
                <a:solidFill>
                  <a:schemeClr val="accent2"/>
                </a:solidFill>
                <a:effectLst>
                  <a:outerShdw blurRad="38100" dist="38100" dir="2700000" algn="tl">
                    <a:srgbClr val="C0C0C0"/>
                  </a:outerShdw>
                </a:effectLst>
                <a:latin typeface="Times New Roman" charset="0"/>
                <a:ea typeface="+mn-ea"/>
              </a:rPr>
              <a:t>         1</a:t>
            </a:r>
            <a:r>
              <a:rPr lang="en-US" altLang="zh-CN" dirty="0">
                <a:latin typeface="Times New Roman" charset="0"/>
                <a:ea typeface="+mn-ea"/>
              </a:rPr>
              <a:t>        </a:t>
            </a:r>
            <a:r>
              <a:rPr lang="en-US" altLang="zh-CN" dirty="0">
                <a:latin typeface="仿宋_GB2312" pitchFamily="49" charset="-122"/>
                <a:ea typeface="仿宋_GB2312" pitchFamily="49" charset="-122"/>
              </a:rPr>
              <a:t>     </a:t>
            </a:r>
            <a:r>
              <a:rPr lang="en-US" altLang="zh-CN" sz="3200" dirty="0">
                <a:solidFill>
                  <a:schemeClr val="accent2"/>
                </a:solidFill>
                <a:effectLst>
                  <a:outerShdw blurRad="38100" dist="38100" dir="2700000" algn="tl">
                    <a:srgbClr val="C0C0C0"/>
                  </a:outerShdw>
                </a:effectLst>
                <a:latin typeface="仿宋_GB2312" pitchFamily="49" charset="-122"/>
                <a:ea typeface="仿宋_GB2312" pitchFamily="49" charset="-122"/>
              </a:rPr>
              <a:t>-</a:t>
            </a:r>
            <a:r>
              <a:rPr lang="en-US" altLang="zh-CN" sz="3200" dirty="0">
                <a:solidFill>
                  <a:schemeClr val="accent2"/>
                </a:solidFill>
                <a:effectLst>
                  <a:outerShdw blurRad="38100" dist="38100" dir="2700000" algn="tl">
                    <a:srgbClr val="C0C0C0"/>
                  </a:outerShdw>
                </a:effectLst>
                <a:latin typeface="Times New Roman" charset="0"/>
                <a:ea typeface="+mn-ea"/>
              </a:rPr>
              <a:t>1         </a:t>
            </a:r>
            <a:r>
              <a:rPr lang="en-US" altLang="zh-CN" sz="3200" dirty="0">
                <a:solidFill>
                  <a:schemeClr val="accent2"/>
                </a:solidFill>
                <a:effectLst>
                  <a:outerShdw blurRad="38100" dist="38100" dir="2700000" algn="tl">
                    <a:srgbClr val="C0C0C0"/>
                  </a:outerShdw>
                </a:effectLst>
                <a:latin typeface="仿宋_GB2312" pitchFamily="49" charset="-122"/>
                <a:ea typeface="仿宋_GB2312" pitchFamily="49" charset="-122"/>
              </a:rPr>
              <a:t>-</a:t>
            </a:r>
            <a:r>
              <a:rPr lang="en-US" altLang="zh-CN" sz="3200" dirty="0">
                <a:solidFill>
                  <a:schemeClr val="accent2"/>
                </a:solidFill>
                <a:effectLst>
                  <a:outerShdw blurRad="38100" dist="38100" dir="2700000" algn="tl">
                    <a:srgbClr val="C0C0C0"/>
                  </a:outerShdw>
                </a:effectLst>
                <a:latin typeface="Times New Roman" charset="0"/>
                <a:ea typeface="+mn-ea"/>
              </a:rPr>
              <a:t>1</a:t>
            </a:r>
          </a:p>
          <a:p>
            <a:pPr eaLnBrk="1" fontAlgn="auto" hangingPunct="1">
              <a:lnSpc>
                <a:spcPct val="110000"/>
              </a:lnSpc>
              <a:spcBef>
                <a:spcPts val="0"/>
              </a:spcBef>
              <a:spcAft>
                <a:spcPts val="0"/>
              </a:spcAft>
              <a:defRPr/>
            </a:pPr>
            <a:r>
              <a:rPr lang="en-US" altLang="zh-CN" sz="3200" dirty="0">
                <a:solidFill>
                  <a:schemeClr val="tx2"/>
                </a:solidFill>
                <a:effectLst>
                  <a:outerShdw blurRad="38100" dist="38100" dir="2700000" algn="tl">
                    <a:srgbClr val="C0C0C0"/>
                  </a:outerShdw>
                </a:effectLst>
                <a:latin typeface="Times New Roman" charset="0"/>
                <a:ea typeface="+mn-ea"/>
              </a:rPr>
              <a:t>D</a:t>
            </a:r>
            <a:r>
              <a:rPr lang="en-US" altLang="zh-CN" sz="3200" dirty="0">
                <a:solidFill>
                  <a:schemeClr val="accent2"/>
                </a:solidFill>
                <a:effectLst>
                  <a:outerShdw blurRad="38100" dist="38100" dir="2700000" algn="tl">
                    <a:srgbClr val="C0C0C0"/>
                  </a:outerShdw>
                </a:effectLst>
                <a:latin typeface="Times New Roman" charset="0"/>
                <a:ea typeface="+mn-ea"/>
              </a:rPr>
              <a:t>         1         4           5</a:t>
            </a:r>
          </a:p>
          <a:p>
            <a:pPr eaLnBrk="1" fontAlgn="auto" hangingPunct="1">
              <a:lnSpc>
                <a:spcPct val="110000"/>
              </a:lnSpc>
              <a:spcBef>
                <a:spcPts val="0"/>
              </a:spcBef>
              <a:spcAft>
                <a:spcPts val="0"/>
              </a:spcAft>
              <a:defRPr/>
            </a:pPr>
            <a:r>
              <a:rPr lang="en-US" altLang="zh-CN" sz="3200" dirty="0">
                <a:solidFill>
                  <a:schemeClr val="tx2"/>
                </a:solidFill>
                <a:effectLst>
                  <a:outerShdw blurRad="38100" dist="38100" dir="2700000" algn="tl">
                    <a:srgbClr val="C0C0C0"/>
                  </a:outerShdw>
                </a:effectLst>
                <a:latin typeface="Times New Roman" charset="0"/>
                <a:ea typeface="+mn-ea"/>
              </a:rPr>
              <a:t>E</a:t>
            </a:r>
            <a:r>
              <a:rPr lang="en-US" altLang="zh-CN" sz="3200" dirty="0">
                <a:solidFill>
                  <a:schemeClr val="accent2"/>
                </a:solidFill>
                <a:effectLst>
                  <a:outerShdw blurRad="38100" dist="38100" dir="2700000" algn="tl">
                    <a:srgbClr val="C0C0C0"/>
                  </a:outerShdw>
                </a:effectLst>
                <a:latin typeface="Times New Roman" charset="0"/>
                <a:ea typeface="+mn-ea"/>
              </a:rPr>
              <a:t>         3        </a:t>
            </a:r>
            <a:r>
              <a:rPr lang="en-US" altLang="zh-CN" sz="3200" dirty="0">
                <a:solidFill>
                  <a:schemeClr val="accent2"/>
                </a:solidFill>
                <a:effectLst>
                  <a:outerShdw blurRad="38100" dist="38100" dir="2700000" algn="tl">
                    <a:srgbClr val="C0C0C0"/>
                  </a:outerShdw>
                </a:effectLst>
                <a:latin typeface="仿宋_GB2312" pitchFamily="49" charset="-122"/>
                <a:ea typeface="仿宋_GB2312" pitchFamily="49" charset="-122"/>
              </a:rPr>
              <a:t>-</a:t>
            </a:r>
            <a:r>
              <a:rPr lang="en-US" altLang="zh-CN" sz="3200" dirty="0">
                <a:solidFill>
                  <a:schemeClr val="accent2"/>
                </a:solidFill>
                <a:effectLst>
                  <a:outerShdw blurRad="38100" dist="38100" dir="2700000" algn="tl">
                    <a:srgbClr val="C0C0C0"/>
                  </a:outerShdw>
                </a:effectLst>
                <a:latin typeface="Times New Roman" charset="0"/>
                <a:ea typeface="+mn-ea"/>
              </a:rPr>
              <a:t>1         </a:t>
            </a:r>
            <a:r>
              <a:rPr lang="en-US" altLang="zh-CN" sz="3200" dirty="0">
                <a:solidFill>
                  <a:schemeClr val="accent2"/>
                </a:solidFill>
                <a:effectLst>
                  <a:outerShdw blurRad="38100" dist="38100" dir="2700000" algn="tl">
                    <a:srgbClr val="C0C0C0"/>
                  </a:outerShdw>
                </a:effectLst>
                <a:latin typeface="仿宋_GB2312" pitchFamily="49" charset="-122"/>
                <a:ea typeface="仿宋_GB2312" pitchFamily="49" charset="-122"/>
              </a:rPr>
              <a:t>-</a:t>
            </a:r>
            <a:r>
              <a:rPr lang="en-US" altLang="zh-CN" sz="3200" dirty="0">
                <a:solidFill>
                  <a:schemeClr val="accent2"/>
                </a:solidFill>
                <a:effectLst>
                  <a:outerShdw blurRad="38100" dist="38100" dir="2700000" algn="tl">
                    <a:srgbClr val="C0C0C0"/>
                  </a:outerShdw>
                </a:effectLst>
                <a:latin typeface="Times New Roman" charset="0"/>
                <a:ea typeface="+mn-ea"/>
              </a:rPr>
              <a:t>1</a:t>
            </a:r>
          </a:p>
          <a:p>
            <a:pPr eaLnBrk="1" fontAlgn="auto" hangingPunct="1">
              <a:lnSpc>
                <a:spcPct val="110000"/>
              </a:lnSpc>
              <a:spcBef>
                <a:spcPts val="0"/>
              </a:spcBef>
              <a:spcAft>
                <a:spcPts val="0"/>
              </a:spcAft>
              <a:defRPr/>
            </a:pPr>
            <a:r>
              <a:rPr lang="en-US" altLang="zh-CN" sz="3200" dirty="0">
                <a:solidFill>
                  <a:schemeClr val="tx2"/>
                </a:solidFill>
                <a:effectLst>
                  <a:outerShdw blurRad="38100" dist="38100" dir="2700000" algn="tl">
                    <a:srgbClr val="C0C0C0"/>
                  </a:outerShdw>
                </a:effectLst>
                <a:latin typeface="Times New Roman" charset="0"/>
                <a:ea typeface="+mn-ea"/>
              </a:rPr>
              <a:t>F</a:t>
            </a:r>
            <a:r>
              <a:rPr lang="en-US" altLang="zh-CN" sz="3200" dirty="0">
                <a:solidFill>
                  <a:schemeClr val="accent2"/>
                </a:solidFill>
                <a:effectLst>
                  <a:outerShdw blurRad="38100" dist="38100" dir="2700000" algn="tl">
                    <a:srgbClr val="C0C0C0"/>
                  </a:outerShdw>
                </a:effectLst>
                <a:latin typeface="Times New Roman" charset="0"/>
                <a:ea typeface="+mn-ea"/>
              </a:rPr>
              <a:t>         3        </a:t>
            </a:r>
            <a:r>
              <a:rPr lang="en-US" altLang="zh-CN" sz="3200" dirty="0">
                <a:solidFill>
                  <a:schemeClr val="accent2"/>
                </a:solidFill>
                <a:effectLst>
                  <a:outerShdw blurRad="38100" dist="38100" dir="2700000" algn="tl">
                    <a:srgbClr val="C0C0C0"/>
                  </a:outerShdw>
                </a:effectLst>
                <a:latin typeface="仿宋_GB2312" pitchFamily="49" charset="-122"/>
                <a:ea typeface="仿宋_GB2312" pitchFamily="49" charset="-122"/>
              </a:rPr>
              <a:t>-</a:t>
            </a:r>
            <a:r>
              <a:rPr lang="en-US" altLang="zh-CN" sz="3200" dirty="0">
                <a:solidFill>
                  <a:schemeClr val="accent2"/>
                </a:solidFill>
                <a:effectLst>
                  <a:outerShdw blurRad="38100" dist="38100" dir="2700000" algn="tl">
                    <a:srgbClr val="C0C0C0"/>
                  </a:outerShdw>
                </a:effectLst>
                <a:latin typeface="Times New Roman" charset="0"/>
                <a:ea typeface="+mn-ea"/>
              </a:rPr>
              <a:t>1         </a:t>
            </a:r>
            <a:r>
              <a:rPr lang="en-US" altLang="zh-CN" sz="3200" dirty="0">
                <a:solidFill>
                  <a:schemeClr val="accent2"/>
                </a:solidFill>
                <a:effectLst>
                  <a:outerShdw blurRad="38100" dist="38100" dir="2700000" algn="tl">
                    <a:srgbClr val="C0C0C0"/>
                  </a:outerShdw>
                </a:effectLst>
                <a:latin typeface="仿宋_GB2312" pitchFamily="49" charset="-122"/>
                <a:ea typeface="仿宋_GB2312" pitchFamily="49" charset="-122"/>
              </a:rPr>
              <a:t>-</a:t>
            </a:r>
            <a:r>
              <a:rPr lang="en-US" altLang="zh-CN" sz="3200" dirty="0">
                <a:solidFill>
                  <a:schemeClr val="accent2"/>
                </a:solidFill>
                <a:effectLst>
                  <a:outerShdw blurRad="38100" dist="38100" dir="2700000" algn="tl">
                    <a:srgbClr val="C0C0C0"/>
                  </a:outerShdw>
                </a:effectLst>
                <a:latin typeface="Times New Roman" charset="0"/>
                <a:ea typeface="+mn-ea"/>
              </a:rPr>
              <a:t>1</a:t>
            </a:r>
            <a:endParaRPr lang="en-US" altLang="zh-CN" dirty="0">
              <a:latin typeface="Times New Roman" charset="0"/>
              <a:ea typeface="+mn-ea"/>
            </a:endParaRPr>
          </a:p>
        </p:txBody>
      </p:sp>
      <p:sp>
        <p:nvSpPr>
          <p:cNvPr id="2" name="标题 1">
            <a:extLst>
              <a:ext uri="{FF2B5EF4-FFF2-40B4-BE49-F238E27FC236}">
                <a16:creationId xmlns:a16="http://schemas.microsoft.com/office/drawing/2014/main" id="{B45B8461-3B67-46F1-8741-3FE4AF90881B}"/>
              </a:ext>
            </a:extLst>
          </p:cNvPr>
          <p:cNvSpPr>
            <a:spLocks noGrp="1"/>
          </p:cNvSpPr>
          <p:nvPr>
            <p:ph type="title"/>
          </p:nvPr>
        </p:nvSpPr>
        <p:spPr/>
        <p:txBody>
          <a:bodyPr/>
          <a:lstStyle/>
          <a:p>
            <a:r>
              <a:rPr lang="zh-CN" altLang="en-US" dirty="0"/>
              <a:t>静态三叉链表结构</a:t>
            </a:r>
          </a:p>
        </p:txBody>
      </p:sp>
      <p:sp>
        <p:nvSpPr>
          <p:cNvPr id="3" name="灯片编号占位符 2">
            <a:extLst>
              <a:ext uri="{FF2B5EF4-FFF2-40B4-BE49-F238E27FC236}">
                <a16:creationId xmlns:a16="http://schemas.microsoft.com/office/drawing/2014/main" id="{2E004E96-115E-0C4B-AE1F-DCDFDC9A4C60}"/>
              </a:ext>
            </a:extLst>
          </p:cNvPr>
          <p:cNvSpPr>
            <a:spLocks noGrp="1"/>
          </p:cNvSpPr>
          <p:nvPr>
            <p:ph type="sldNum" sz="quarter" idx="12"/>
          </p:nvPr>
        </p:nvSpPr>
        <p:spPr/>
        <p:txBody>
          <a:bodyPr/>
          <a:lstStyle/>
          <a:p>
            <a:pPr>
              <a:defRPr/>
            </a:pPr>
            <a:fld id="{6DFA40DF-1FC0-4A1B-B86F-E962D94EFA14}" type="slidenum">
              <a:rPr lang="en-US" altLang="zh-CN" smtClean="0"/>
              <a:pPr>
                <a:defRPr/>
              </a:pPr>
              <a:t>22</a:t>
            </a:fld>
            <a:endParaRPr lang="en-US" altLang="zh-CN"/>
          </a:p>
        </p:txBody>
      </p:sp>
    </p:spTree>
  </p:cSld>
  <p:clrMapOvr>
    <a:masterClrMapping/>
  </p:clrMapOvr>
  <p:transition>
    <p:spli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0DF775-4A48-4124-96DF-317A04833791}"/>
              </a:ext>
            </a:extLst>
          </p:cNvPr>
          <p:cNvSpPr>
            <a:spLocks noGrp="1"/>
          </p:cNvSpPr>
          <p:nvPr>
            <p:ph type="title"/>
          </p:nvPr>
        </p:nvSpPr>
        <p:spPr/>
        <p:txBody>
          <a:bodyPr/>
          <a:lstStyle/>
          <a:p>
            <a:r>
              <a:rPr lang="zh-CN" altLang="en-US" dirty="0"/>
              <a:t>二叉链表表示的二叉树结点类</a:t>
            </a:r>
          </a:p>
        </p:txBody>
      </p:sp>
      <p:sp>
        <p:nvSpPr>
          <p:cNvPr id="3" name="内容占位符 2">
            <a:extLst>
              <a:ext uri="{FF2B5EF4-FFF2-40B4-BE49-F238E27FC236}">
                <a16:creationId xmlns:a16="http://schemas.microsoft.com/office/drawing/2014/main" id="{E921B015-4CE2-4BE0-A0CE-5EE7F04795B2}"/>
              </a:ext>
            </a:extLst>
          </p:cNvPr>
          <p:cNvSpPr>
            <a:spLocks noGrp="1"/>
          </p:cNvSpPr>
          <p:nvPr>
            <p:ph idx="1"/>
          </p:nvPr>
        </p:nvSpPr>
        <p:spPr>
          <a:xfrm>
            <a:off x="251520" y="1825625"/>
            <a:ext cx="8568952" cy="3979639"/>
          </a:xfrm>
        </p:spPr>
        <p:txBody>
          <a:bodyPr>
            <a:normAutofit fontScale="70000" lnSpcReduction="20000"/>
          </a:bodyPr>
          <a:lstStyle/>
          <a:p>
            <a:pPr marL="0" indent="0">
              <a:buNone/>
            </a:pPr>
            <a:r>
              <a:rPr lang="en-US" altLang="zh-CN" dirty="0"/>
              <a:t>template &lt;class T&gt; struct </a:t>
            </a:r>
            <a:r>
              <a:rPr lang="en-US" altLang="zh-CN" dirty="0" err="1"/>
              <a:t>BinTreeNode</a:t>
            </a:r>
            <a:r>
              <a:rPr lang="en-US" altLang="zh-CN" dirty="0"/>
              <a:t> {</a:t>
            </a:r>
          </a:p>
          <a:p>
            <a:pPr marL="0" indent="0">
              <a:buNone/>
            </a:pPr>
            <a:r>
              <a:rPr lang="en-US" altLang="zh-CN" dirty="0"/>
              <a:t>    T data;</a:t>
            </a:r>
          </a:p>
          <a:p>
            <a:pPr marL="0" indent="0">
              <a:buNone/>
            </a:pPr>
            <a:r>
              <a:rPr lang="en-US" altLang="zh-CN" dirty="0"/>
              <a:t>    </a:t>
            </a:r>
            <a:r>
              <a:rPr lang="en-US" altLang="zh-CN" dirty="0" err="1"/>
              <a:t>BinTreeNode</a:t>
            </a:r>
            <a:r>
              <a:rPr lang="en-US" altLang="zh-CN" dirty="0"/>
              <a:t>&lt;T&gt; * </a:t>
            </a:r>
            <a:r>
              <a:rPr lang="en-US" altLang="zh-CN" dirty="0" err="1"/>
              <a:t>leftChild</a:t>
            </a:r>
            <a:r>
              <a:rPr lang="en-US" altLang="zh-CN" dirty="0"/>
              <a:t>;</a:t>
            </a:r>
          </a:p>
          <a:p>
            <a:pPr marL="0" indent="0">
              <a:buNone/>
            </a:pPr>
            <a:r>
              <a:rPr lang="en-US" altLang="zh-CN" dirty="0"/>
              <a:t>    </a:t>
            </a:r>
            <a:r>
              <a:rPr lang="en-US" altLang="zh-CN" dirty="0" err="1"/>
              <a:t>BinTreeNode</a:t>
            </a:r>
            <a:r>
              <a:rPr lang="en-US" altLang="zh-CN" dirty="0"/>
              <a:t>&lt;T&gt; * </a:t>
            </a:r>
            <a:r>
              <a:rPr lang="en-US" altLang="zh-CN" dirty="0" err="1"/>
              <a:t>rightChild</a:t>
            </a:r>
            <a:r>
              <a:rPr lang="en-US" altLang="zh-CN" dirty="0"/>
              <a:t>;</a:t>
            </a:r>
          </a:p>
          <a:p>
            <a:pPr marL="0" indent="0">
              <a:buNone/>
            </a:pPr>
            <a:r>
              <a:rPr lang="en-US" altLang="zh-CN" dirty="0"/>
              <a:t>    </a:t>
            </a:r>
            <a:r>
              <a:rPr lang="en-US" altLang="zh-CN" dirty="0" err="1"/>
              <a:t>BinTreeNode</a:t>
            </a:r>
            <a:r>
              <a:rPr lang="en-US" altLang="zh-CN" dirty="0"/>
              <a:t> ( ) : </a:t>
            </a:r>
            <a:r>
              <a:rPr lang="en-US" altLang="zh-CN" dirty="0" err="1"/>
              <a:t>leftChild</a:t>
            </a:r>
            <a:r>
              <a:rPr lang="en-US" altLang="zh-CN" dirty="0"/>
              <a:t> (NULL), </a:t>
            </a:r>
            <a:r>
              <a:rPr lang="en-US" altLang="zh-CN" dirty="0" err="1"/>
              <a:t>rightChild</a:t>
            </a:r>
            <a:r>
              <a:rPr lang="en-US" altLang="zh-CN" dirty="0"/>
              <a:t> (NULL) { }</a:t>
            </a:r>
          </a:p>
          <a:p>
            <a:pPr marL="0" indent="0">
              <a:buNone/>
            </a:pPr>
            <a:r>
              <a:rPr lang="en-US" altLang="zh-CN" dirty="0"/>
              <a:t>    </a:t>
            </a:r>
            <a:r>
              <a:rPr lang="en-US" altLang="zh-CN" dirty="0" err="1"/>
              <a:t>BinTreeNode</a:t>
            </a:r>
            <a:r>
              <a:rPr lang="en-US" altLang="zh-CN" dirty="0"/>
              <a:t> ( T x, </a:t>
            </a:r>
            <a:r>
              <a:rPr lang="en-US" altLang="zh-CN" dirty="0" err="1"/>
              <a:t>BinTreeNode</a:t>
            </a:r>
            <a:r>
              <a:rPr lang="en-US" altLang="zh-CN" dirty="0"/>
              <a:t>&lt;T&gt; *l = NULL,   </a:t>
            </a:r>
          </a:p>
          <a:p>
            <a:pPr marL="0" indent="0">
              <a:buNone/>
            </a:pPr>
            <a:r>
              <a:rPr lang="en-US" altLang="zh-CN" dirty="0"/>
              <a:t>      </a:t>
            </a:r>
            <a:r>
              <a:rPr lang="en-US" altLang="zh-CN" dirty="0" err="1"/>
              <a:t>BinTreeNode</a:t>
            </a:r>
            <a:r>
              <a:rPr lang="en-US" altLang="zh-CN" dirty="0"/>
              <a:t>&lt;T&gt; *r = NULL ) : data (x), </a:t>
            </a:r>
            <a:r>
              <a:rPr lang="en-US" altLang="zh-CN" dirty="0" err="1"/>
              <a:t>leftChild</a:t>
            </a:r>
            <a:r>
              <a:rPr lang="en-US" altLang="zh-CN" dirty="0"/>
              <a:t> (l), </a:t>
            </a:r>
          </a:p>
          <a:p>
            <a:pPr marL="0" indent="0">
              <a:buNone/>
            </a:pPr>
            <a:r>
              <a:rPr lang="en-US" altLang="zh-CN" dirty="0"/>
              <a:t>      </a:t>
            </a:r>
            <a:r>
              <a:rPr lang="en-US" altLang="zh-CN" dirty="0" err="1"/>
              <a:t>rightChild</a:t>
            </a:r>
            <a:r>
              <a:rPr lang="en-US" altLang="zh-CN" dirty="0"/>
              <a:t> (r) { }</a:t>
            </a:r>
          </a:p>
          <a:p>
            <a:pPr marL="0" indent="0">
              <a:buNone/>
            </a:pPr>
            <a:r>
              <a:rPr lang="en-US" altLang="zh-CN" dirty="0"/>
              <a:t>};</a:t>
            </a:r>
          </a:p>
        </p:txBody>
      </p:sp>
      <p:sp>
        <p:nvSpPr>
          <p:cNvPr id="4" name="灯片编号占位符 3">
            <a:extLst>
              <a:ext uri="{FF2B5EF4-FFF2-40B4-BE49-F238E27FC236}">
                <a16:creationId xmlns:a16="http://schemas.microsoft.com/office/drawing/2014/main" id="{A24D281C-7C84-7E73-8136-21D2C36253C0}"/>
              </a:ext>
            </a:extLst>
          </p:cNvPr>
          <p:cNvSpPr>
            <a:spLocks noGrp="1"/>
          </p:cNvSpPr>
          <p:nvPr>
            <p:ph type="sldNum" sz="quarter" idx="12"/>
          </p:nvPr>
        </p:nvSpPr>
        <p:spPr/>
        <p:txBody>
          <a:bodyPr/>
          <a:lstStyle/>
          <a:p>
            <a:pPr>
              <a:defRPr/>
            </a:pPr>
            <a:fld id="{A598D83B-EE2A-4F12-B129-1EDE84DF129B}" type="slidenum">
              <a:rPr lang="en-US" altLang="zh-CN" smtClean="0"/>
              <a:pPr>
                <a:defRPr/>
              </a:pPr>
              <a:t>23</a:t>
            </a:fld>
            <a:endParaRPr lang="en-US" altLang="zh-CN"/>
          </a:p>
        </p:txBody>
      </p:sp>
    </p:spTree>
  </p:cSld>
  <p:clrMapOvr>
    <a:masterClrMapping/>
  </p:clrMapOvr>
  <p:transition>
    <p:spli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1CE77669-D501-426A-AD32-B95F2490E589}"/>
              </a:ext>
            </a:extLst>
          </p:cNvPr>
          <p:cNvSpPr>
            <a:spLocks noGrp="1"/>
          </p:cNvSpPr>
          <p:nvPr>
            <p:ph type="title"/>
          </p:nvPr>
        </p:nvSpPr>
        <p:spPr>
          <a:xfrm>
            <a:off x="467544" y="365125"/>
            <a:ext cx="8352928" cy="903635"/>
          </a:xfrm>
        </p:spPr>
        <p:txBody>
          <a:bodyPr>
            <a:normAutofit/>
          </a:bodyPr>
          <a:lstStyle/>
          <a:p>
            <a:r>
              <a:rPr lang="zh-CN" altLang="en-US" dirty="0"/>
              <a:t>二叉链表型二叉树的类定义</a:t>
            </a:r>
          </a:p>
        </p:txBody>
      </p:sp>
      <p:sp>
        <p:nvSpPr>
          <p:cNvPr id="5" name="内容占位符 4">
            <a:extLst>
              <a:ext uri="{FF2B5EF4-FFF2-40B4-BE49-F238E27FC236}">
                <a16:creationId xmlns:a16="http://schemas.microsoft.com/office/drawing/2014/main" id="{91C8E405-FBB7-4BF1-AB41-E562A3EE90E1}"/>
              </a:ext>
            </a:extLst>
          </p:cNvPr>
          <p:cNvSpPr>
            <a:spLocks noGrp="1"/>
          </p:cNvSpPr>
          <p:nvPr>
            <p:ph idx="1"/>
          </p:nvPr>
        </p:nvSpPr>
        <p:spPr>
          <a:xfrm>
            <a:off x="251520" y="1268760"/>
            <a:ext cx="8568952" cy="5224115"/>
          </a:xfrm>
        </p:spPr>
        <p:txBody>
          <a:bodyPr>
            <a:normAutofit fontScale="40000" lnSpcReduction="20000"/>
          </a:bodyPr>
          <a:lstStyle/>
          <a:p>
            <a:pPr marL="0" indent="0">
              <a:buNone/>
            </a:pPr>
            <a:r>
              <a:rPr lang="en-US" altLang="zh-CN" dirty="0"/>
              <a:t>template &lt;class T&gt; class </a:t>
            </a:r>
            <a:r>
              <a:rPr lang="en-US" altLang="zh-CN" dirty="0" err="1"/>
              <a:t>BinaryTree</a:t>
            </a:r>
            <a:r>
              <a:rPr lang="en-US" altLang="zh-CN" dirty="0"/>
              <a:t> {	</a:t>
            </a:r>
          </a:p>
          <a:p>
            <a:pPr marL="0" indent="0">
              <a:buNone/>
            </a:pPr>
            <a:r>
              <a:rPr lang="en-US" altLang="zh-CN" dirty="0"/>
              <a:t>protected:</a:t>
            </a:r>
          </a:p>
          <a:p>
            <a:pPr marL="0" indent="0">
              <a:buNone/>
            </a:pPr>
            <a:r>
              <a:rPr lang="en-US" altLang="zh-CN" dirty="0"/>
              <a:t>    </a:t>
            </a:r>
            <a:r>
              <a:rPr lang="en-US" altLang="zh-CN" dirty="0" err="1"/>
              <a:t>BinTreeNode</a:t>
            </a:r>
            <a:r>
              <a:rPr lang="en-US" altLang="zh-CN" dirty="0"/>
              <a:t> &lt;T&gt; *root;                       </a:t>
            </a:r>
          </a:p>
          <a:p>
            <a:pPr marL="0" indent="0">
              <a:buNone/>
            </a:pPr>
            <a:r>
              <a:rPr lang="en-US" altLang="zh-CN" dirty="0"/>
              <a:t>    T </a:t>
            </a:r>
            <a:r>
              <a:rPr lang="en-US" altLang="zh-CN" dirty="0" err="1"/>
              <a:t>RefValue</a:t>
            </a:r>
            <a:r>
              <a:rPr lang="en-US" altLang="zh-CN" dirty="0"/>
              <a:t>;   //</a:t>
            </a:r>
            <a:r>
              <a:rPr lang="zh-CN" altLang="en-US" dirty="0"/>
              <a:t>结点中不可能出现的值，序列化时代表空结点，具体见</a:t>
            </a:r>
            <a:r>
              <a:rPr lang="en-US" altLang="zh-CN" dirty="0" err="1"/>
              <a:t>CreateBinTree</a:t>
            </a:r>
            <a:endParaRPr lang="en-US" altLang="zh-CN" dirty="0"/>
          </a:p>
          <a:p>
            <a:pPr marL="0" indent="0">
              <a:buNone/>
            </a:pPr>
            <a:r>
              <a:rPr lang="en-US" altLang="zh-CN" dirty="0"/>
              <a:t>    void </a:t>
            </a:r>
            <a:r>
              <a:rPr lang="en-US" altLang="zh-CN" dirty="0" err="1"/>
              <a:t>CreateBinTree</a:t>
            </a:r>
            <a:r>
              <a:rPr lang="en-US" altLang="zh-CN" dirty="0"/>
              <a:t> ( </a:t>
            </a:r>
            <a:r>
              <a:rPr lang="en-US" altLang="zh-CN" dirty="0" err="1"/>
              <a:t>istream</a:t>
            </a:r>
            <a:r>
              <a:rPr lang="en-US" altLang="zh-CN" dirty="0"/>
              <a:t>&amp; in,   </a:t>
            </a:r>
            <a:r>
              <a:rPr lang="en-US" altLang="zh-CN" dirty="0" err="1"/>
              <a:t>BinTreeNode</a:t>
            </a:r>
            <a:r>
              <a:rPr lang="en-US" altLang="zh-CN" dirty="0"/>
              <a:t>&lt;T&gt; * &amp;</a:t>
            </a:r>
            <a:r>
              <a:rPr lang="en-US" altLang="zh-CN" dirty="0" err="1"/>
              <a:t>subTree</a:t>
            </a:r>
            <a:r>
              <a:rPr lang="en-US" altLang="zh-CN" dirty="0"/>
              <a:t> );   </a:t>
            </a:r>
          </a:p>
          <a:p>
            <a:pPr marL="0" indent="0">
              <a:buNone/>
            </a:pPr>
            <a:r>
              <a:rPr lang="en-US" altLang="zh-CN" dirty="0"/>
              <a:t>    bool Insert (</a:t>
            </a:r>
            <a:r>
              <a:rPr lang="en-US" altLang="zh-CN" dirty="0" err="1"/>
              <a:t>BinTreeNode</a:t>
            </a:r>
            <a:r>
              <a:rPr lang="en-US" altLang="zh-CN" dirty="0"/>
              <a:t>&lt;T&gt; * &amp; </a:t>
            </a:r>
            <a:r>
              <a:rPr lang="en-US" altLang="zh-CN" dirty="0" err="1"/>
              <a:t>subTree</a:t>
            </a:r>
            <a:r>
              <a:rPr lang="en-US" altLang="zh-CN" dirty="0"/>
              <a:t>,   const T &amp;x);	         //</a:t>
            </a:r>
            <a:r>
              <a:rPr lang="zh-CN" altLang="en-US" dirty="0"/>
              <a:t>插入</a:t>
            </a:r>
          </a:p>
          <a:p>
            <a:pPr marL="0" indent="0">
              <a:buNone/>
            </a:pPr>
            <a:r>
              <a:rPr lang="zh-CN" altLang="en-US" dirty="0"/>
              <a:t>    </a:t>
            </a:r>
            <a:r>
              <a:rPr lang="en-US" altLang="zh-CN" dirty="0"/>
              <a:t>void destroy (</a:t>
            </a:r>
            <a:r>
              <a:rPr lang="en-US" altLang="zh-CN" dirty="0" err="1"/>
              <a:t>BinTreeNode</a:t>
            </a:r>
            <a:r>
              <a:rPr lang="en-US" altLang="zh-CN" dirty="0"/>
              <a:t>&lt;T&gt; *&amp; </a:t>
            </a:r>
            <a:r>
              <a:rPr lang="en-US" altLang="zh-CN" dirty="0" err="1"/>
              <a:t>subTree</a:t>
            </a:r>
            <a:r>
              <a:rPr lang="en-US" altLang="zh-CN" dirty="0"/>
              <a:t>);		         //</a:t>
            </a:r>
            <a:r>
              <a:rPr lang="zh-CN" altLang="en-US" dirty="0"/>
              <a:t>删除</a:t>
            </a:r>
          </a:p>
          <a:p>
            <a:pPr marL="0" indent="0">
              <a:buNone/>
            </a:pPr>
            <a:r>
              <a:rPr lang="en-US" altLang="zh-CN" dirty="0"/>
              <a:t>    …</a:t>
            </a:r>
          </a:p>
          <a:p>
            <a:pPr marL="0" indent="0">
              <a:buNone/>
            </a:pPr>
            <a:r>
              <a:rPr lang="en-US" altLang="zh-CN" dirty="0"/>
              <a:t>public:</a:t>
            </a:r>
          </a:p>
          <a:p>
            <a:pPr marL="0" indent="0">
              <a:buNone/>
            </a:pPr>
            <a:r>
              <a:rPr lang="en-US" altLang="zh-CN" dirty="0"/>
              <a:t>    </a:t>
            </a:r>
            <a:r>
              <a:rPr lang="en-US" altLang="zh-CN" dirty="0" err="1"/>
              <a:t>BinaryTree</a:t>
            </a:r>
            <a:r>
              <a:rPr lang="en-US" altLang="zh-CN" dirty="0"/>
              <a:t> ( ) : root (NULL) { }</a:t>
            </a:r>
          </a:p>
          <a:p>
            <a:pPr marL="0" indent="0">
              <a:buNone/>
            </a:pPr>
            <a:r>
              <a:rPr lang="en-US" altLang="zh-CN" dirty="0"/>
              <a:t>    ~</a:t>
            </a:r>
            <a:r>
              <a:rPr lang="en-US" altLang="zh-CN" dirty="0" err="1"/>
              <a:t>BinaryTree</a:t>
            </a:r>
            <a:r>
              <a:rPr lang="en-US" altLang="zh-CN" dirty="0"/>
              <a:t> ( ) { destroy ( root ); }</a:t>
            </a:r>
          </a:p>
          <a:p>
            <a:pPr marL="0" indent="0">
              <a:buNone/>
            </a:pPr>
            <a:r>
              <a:rPr lang="en-US" altLang="zh-CN" dirty="0"/>
              <a:t>    void </a:t>
            </a:r>
            <a:r>
              <a:rPr lang="en-US" altLang="zh-CN" dirty="0" err="1"/>
              <a:t>PreOrder</a:t>
            </a:r>
            <a:r>
              <a:rPr lang="en-US" altLang="zh-CN" dirty="0"/>
              <a:t>(void(* visit)(</a:t>
            </a:r>
            <a:r>
              <a:rPr lang="en-US" altLang="zh-CN" dirty="0" err="1"/>
              <a:t>BinTreeNode</a:t>
            </a:r>
            <a:r>
              <a:rPr lang="en-US" altLang="zh-CN" dirty="0"/>
              <a:t>&lt;T&gt; *p))  {</a:t>
            </a:r>
            <a:r>
              <a:rPr lang="en-US" altLang="zh-CN" dirty="0" err="1"/>
              <a:t>preOrder</a:t>
            </a:r>
            <a:r>
              <a:rPr lang="en-US" altLang="zh-CN" dirty="0"/>
              <a:t>(root, visit) ;}     //</a:t>
            </a:r>
            <a:r>
              <a:rPr lang="zh-CN" altLang="en-US" dirty="0"/>
              <a:t>前序遍历</a:t>
            </a:r>
          </a:p>
          <a:p>
            <a:pPr marL="0" indent="0">
              <a:buNone/>
            </a:pPr>
            <a:r>
              <a:rPr lang="zh-CN" altLang="en-US" dirty="0"/>
              <a:t>    </a:t>
            </a:r>
            <a:r>
              <a:rPr lang="en-US" altLang="zh-CN" dirty="0"/>
              <a:t>void </a:t>
            </a:r>
            <a:r>
              <a:rPr lang="en-US" altLang="zh-CN" dirty="0" err="1"/>
              <a:t>InOrder</a:t>
            </a:r>
            <a:r>
              <a:rPr lang="en-US" altLang="zh-CN" dirty="0"/>
              <a:t>(void(* visit)(</a:t>
            </a:r>
            <a:r>
              <a:rPr lang="en-US" altLang="zh-CN" dirty="0" err="1"/>
              <a:t>BinTreeNode</a:t>
            </a:r>
            <a:r>
              <a:rPr lang="en-US" altLang="zh-CN" dirty="0"/>
              <a:t>&lt;T&gt; *p))    {</a:t>
            </a:r>
            <a:r>
              <a:rPr lang="en-US" altLang="zh-CN" dirty="0" err="1"/>
              <a:t>inOrder</a:t>
            </a:r>
            <a:r>
              <a:rPr lang="en-US" altLang="zh-CN" dirty="0"/>
              <a:t>(root, visit) ;}        //</a:t>
            </a:r>
            <a:r>
              <a:rPr lang="zh-CN" altLang="en-US" dirty="0"/>
              <a:t>中序遍历</a:t>
            </a:r>
          </a:p>
          <a:p>
            <a:pPr marL="0" indent="0">
              <a:buNone/>
            </a:pPr>
            <a:r>
              <a:rPr lang="zh-CN" altLang="en-US" dirty="0"/>
              <a:t>    </a:t>
            </a:r>
            <a:r>
              <a:rPr lang="en-US" altLang="zh-CN" dirty="0"/>
              <a:t>void </a:t>
            </a:r>
            <a:r>
              <a:rPr lang="en-US" altLang="zh-CN" dirty="0" err="1"/>
              <a:t>PostOrder</a:t>
            </a:r>
            <a:r>
              <a:rPr lang="en-US" altLang="zh-CN" dirty="0"/>
              <a:t>(void(* visit)(</a:t>
            </a:r>
            <a:r>
              <a:rPr lang="en-US" altLang="zh-CN" dirty="0" err="1"/>
              <a:t>BinTreeNode</a:t>
            </a:r>
            <a:r>
              <a:rPr lang="en-US" altLang="zh-CN" dirty="0"/>
              <a:t>&lt;T&gt; *p)) {</a:t>
            </a:r>
            <a:r>
              <a:rPr lang="en-US" altLang="zh-CN" dirty="0" err="1"/>
              <a:t>postOrder</a:t>
            </a:r>
            <a:r>
              <a:rPr lang="en-US" altLang="zh-CN" dirty="0"/>
              <a:t>(root, visit) ;}   //</a:t>
            </a:r>
            <a:r>
              <a:rPr lang="zh-CN" altLang="en-US" dirty="0"/>
              <a:t>后序遍历</a:t>
            </a:r>
          </a:p>
          <a:p>
            <a:pPr marL="0" indent="0">
              <a:buNone/>
            </a:pPr>
            <a:r>
              <a:rPr lang="zh-CN" altLang="en-US" dirty="0"/>
              <a:t>    </a:t>
            </a:r>
            <a:r>
              <a:rPr lang="en-US" altLang="zh-CN" dirty="0"/>
              <a:t>void </a:t>
            </a:r>
            <a:r>
              <a:rPr lang="en-US" altLang="zh-CN" dirty="0" err="1"/>
              <a:t>LevelOrder</a:t>
            </a:r>
            <a:r>
              <a:rPr lang="en-US" altLang="zh-CN" dirty="0"/>
              <a:t>(void(* visit)(</a:t>
            </a:r>
            <a:r>
              <a:rPr lang="en-US" altLang="zh-CN" dirty="0" err="1"/>
              <a:t>BinTreeNode</a:t>
            </a:r>
            <a:r>
              <a:rPr lang="en-US" altLang="zh-CN" dirty="0"/>
              <a:t>&lt;T&gt; *p));</a:t>
            </a:r>
          </a:p>
          <a:p>
            <a:pPr marL="0" indent="0">
              <a:buNone/>
            </a:pPr>
            <a:r>
              <a:rPr lang="en-US" altLang="zh-CN" dirty="0"/>
              <a:t>    …</a:t>
            </a:r>
          </a:p>
          <a:p>
            <a:pPr marL="0" indent="0">
              <a:buNone/>
            </a:pPr>
            <a:r>
              <a:rPr lang="en-US" altLang="zh-CN" dirty="0"/>
              <a:t>} </a:t>
            </a:r>
            <a:endParaRPr lang="zh-CN" altLang="en-US" dirty="0"/>
          </a:p>
          <a:p>
            <a:pPr marL="0" indent="0">
              <a:buNone/>
            </a:pPr>
            <a:endParaRPr lang="zh-CN" altLang="en-US" dirty="0"/>
          </a:p>
        </p:txBody>
      </p:sp>
      <p:sp>
        <p:nvSpPr>
          <p:cNvPr id="2" name="灯片编号占位符 1">
            <a:extLst>
              <a:ext uri="{FF2B5EF4-FFF2-40B4-BE49-F238E27FC236}">
                <a16:creationId xmlns:a16="http://schemas.microsoft.com/office/drawing/2014/main" id="{7870D2BB-87F1-AB6A-A9C8-FDD14C1C15C8}"/>
              </a:ext>
            </a:extLst>
          </p:cNvPr>
          <p:cNvSpPr>
            <a:spLocks noGrp="1"/>
          </p:cNvSpPr>
          <p:nvPr>
            <p:ph type="sldNum" sz="quarter" idx="12"/>
          </p:nvPr>
        </p:nvSpPr>
        <p:spPr/>
        <p:txBody>
          <a:bodyPr/>
          <a:lstStyle/>
          <a:p>
            <a:pPr>
              <a:defRPr/>
            </a:pPr>
            <a:fld id="{A598D83B-EE2A-4F12-B129-1EDE84DF129B}" type="slidenum">
              <a:rPr lang="en-US" altLang="zh-CN" smtClean="0"/>
              <a:pPr>
                <a:defRPr/>
              </a:pPr>
              <a:t>24</a:t>
            </a:fld>
            <a:endParaRPr lang="en-US" altLang="zh-CN"/>
          </a:p>
        </p:txBody>
      </p:sp>
    </p:spTree>
  </p:cSld>
  <p:clrMapOvr>
    <a:masterClrMapping/>
  </p:clrMapOvr>
  <p:transition>
    <p:spli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D11474-9B0E-4E1A-9F99-4F30DF1F2674}"/>
              </a:ext>
            </a:extLst>
          </p:cNvPr>
          <p:cNvSpPr>
            <a:spLocks noGrp="1"/>
          </p:cNvSpPr>
          <p:nvPr>
            <p:ph type="title"/>
          </p:nvPr>
        </p:nvSpPr>
        <p:spPr/>
        <p:txBody>
          <a:bodyPr/>
          <a:lstStyle/>
          <a:p>
            <a:r>
              <a:rPr lang="en-US" altLang="zh-CN" dirty="0"/>
              <a:t>5.4 </a:t>
            </a:r>
            <a:r>
              <a:rPr lang="zh-CN" altLang="en-US" dirty="0"/>
              <a:t>二叉树遍历及其应用</a:t>
            </a:r>
          </a:p>
        </p:txBody>
      </p:sp>
      <p:sp>
        <p:nvSpPr>
          <p:cNvPr id="3" name="内容占位符 2">
            <a:extLst>
              <a:ext uri="{FF2B5EF4-FFF2-40B4-BE49-F238E27FC236}">
                <a16:creationId xmlns:a16="http://schemas.microsoft.com/office/drawing/2014/main" id="{F22E175E-8569-4679-B5C8-3A892E4C7496}"/>
              </a:ext>
            </a:extLst>
          </p:cNvPr>
          <p:cNvSpPr>
            <a:spLocks noGrp="1"/>
          </p:cNvSpPr>
          <p:nvPr>
            <p:ph idx="1"/>
          </p:nvPr>
        </p:nvSpPr>
        <p:spPr/>
        <p:txBody>
          <a:bodyPr/>
          <a:lstStyle/>
          <a:p>
            <a:r>
              <a:rPr lang="zh-CN" altLang="en-US" dirty="0"/>
              <a:t>树的遍历就是按某种次序访问树中的结点，要求每个结点访问一次且仅访问一次。</a:t>
            </a:r>
          </a:p>
        </p:txBody>
      </p:sp>
      <p:sp>
        <p:nvSpPr>
          <p:cNvPr id="4" name="灯片编号占位符 3">
            <a:extLst>
              <a:ext uri="{FF2B5EF4-FFF2-40B4-BE49-F238E27FC236}">
                <a16:creationId xmlns:a16="http://schemas.microsoft.com/office/drawing/2014/main" id="{D81FEFFB-664E-FD13-354A-88A8DE2B04B0}"/>
              </a:ext>
            </a:extLst>
          </p:cNvPr>
          <p:cNvSpPr>
            <a:spLocks noGrp="1"/>
          </p:cNvSpPr>
          <p:nvPr>
            <p:ph type="sldNum" sz="quarter" idx="12"/>
          </p:nvPr>
        </p:nvSpPr>
        <p:spPr/>
        <p:txBody>
          <a:bodyPr/>
          <a:lstStyle/>
          <a:p>
            <a:pPr>
              <a:defRPr/>
            </a:pPr>
            <a:fld id="{A598D83B-EE2A-4F12-B129-1EDE84DF129B}" type="slidenum">
              <a:rPr lang="en-US" altLang="zh-CN" smtClean="0"/>
              <a:pPr>
                <a:defRPr/>
              </a:pPr>
              <a:t>25</a:t>
            </a:fld>
            <a:endParaRPr lang="en-US" altLang="zh-CN"/>
          </a:p>
        </p:txBody>
      </p:sp>
    </p:spTree>
  </p:cSld>
  <p:clrMapOvr>
    <a:masterClrMapping/>
  </p:clrMapOvr>
  <p:transition>
    <p:spli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4CA2DF-7484-4131-A102-E5EF026C79B9}"/>
              </a:ext>
            </a:extLst>
          </p:cNvPr>
          <p:cNvSpPr>
            <a:spLocks noGrp="1"/>
          </p:cNvSpPr>
          <p:nvPr>
            <p:ph type="title"/>
          </p:nvPr>
        </p:nvSpPr>
        <p:spPr/>
        <p:txBody>
          <a:bodyPr/>
          <a:lstStyle/>
          <a:p>
            <a:r>
              <a:rPr lang="en-US" altLang="zh-CN" dirty="0"/>
              <a:t>5.4.1 </a:t>
            </a:r>
            <a:r>
              <a:rPr lang="zh-CN" altLang="en-US" dirty="0"/>
              <a:t>二叉树遍历的递归算法</a:t>
            </a:r>
          </a:p>
        </p:txBody>
      </p:sp>
      <p:sp>
        <p:nvSpPr>
          <p:cNvPr id="3" name="内容占位符 2">
            <a:extLst>
              <a:ext uri="{FF2B5EF4-FFF2-40B4-BE49-F238E27FC236}">
                <a16:creationId xmlns:a16="http://schemas.microsoft.com/office/drawing/2014/main" id="{75610B48-BAA0-4924-A9EB-425D9BE17EEC}"/>
              </a:ext>
            </a:extLst>
          </p:cNvPr>
          <p:cNvSpPr>
            <a:spLocks noGrp="1"/>
          </p:cNvSpPr>
          <p:nvPr>
            <p:ph idx="1"/>
          </p:nvPr>
        </p:nvSpPr>
        <p:spPr/>
        <p:txBody>
          <a:bodyPr>
            <a:normAutofit lnSpcReduction="10000"/>
          </a:bodyPr>
          <a:lstStyle/>
          <a:p>
            <a:r>
              <a:rPr lang="zh-CN" altLang="en-US" dirty="0"/>
              <a:t>设访问根结点记作 </a:t>
            </a:r>
            <a:r>
              <a:rPr lang="en-US" altLang="zh-CN" dirty="0"/>
              <a:t>V</a:t>
            </a:r>
            <a:r>
              <a:rPr lang="zh-CN" altLang="en-US" dirty="0"/>
              <a:t>，遍历根的左子树记作 </a:t>
            </a:r>
            <a:r>
              <a:rPr lang="en-US" altLang="zh-CN" dirty="0"/>
              <a:t>L</a:t>
            </a:r>
            <a:r>
              <a:rPr lang="zh-CN" altLang="en-US" dirty="0"/>
              <a:t>，遍历根的右子树记作 </a:t>
            </a:r>
            <a:r>
              <a:rPr lang="en-US" altLang="zh-CN" dirty="0"/>
              <a:t>R</a:t>
            </a:r>
            <a:r>
              <a:rPr lang="zh-CN" altLang="en-US" dirty="0"/>
              <a:t>，则可能的遍历次序有</a:t>
            </a:r>
          </a:p>
          <a:p>
            <a:pPr lvl="1"/>
            <a:r>
              <a:rPr lang="zh-CN" altLang="en-US" dirty="0"/>
              <a:t>前序：</a:t>
            </a:r>
            <a:r>
              <a:rPr lang="en-US" altLang="zh-CN" dirty="0"/>
              <a:t>VLR     </a:t>
            </a:r>
          </a:p>
          <a:p>
            <a:pPr lvl="2"/>
            <a:r>
              <a:rPr lang="zh-CN" altLang="en-US" dirty="0"/>
              <a:t>镜像：</a:t>
            </a:r>
            <a:r>
              <a:rPr lang="en-US" altLang="zh-CN" dirty="0"/>
              <a:t>VRL</a:t>
            </a:r>
          </a:p>
          <a:p>
            <a:pPr lvl="1"/>
            <a:r>
              <a:rPr lang="zh-CN" altLang="en-US" dirty="0"/>
              <a:t>中序：</a:t>
            </a:r>
            <a:r>
              <a:rPr lang="en-US" altLang="zh-CN" dirty="0"/>
              <a:t>LVR     </a:t>
            </a:r>
          </a:p>
          <a:p>
            <a:pPr lvl="2"/>
            <a:r>
              <a:rPr lang="zh-CN" altLang="en-US" dirty="0"/>
              <a:t>镜像：</a:t>
            </a:r>
            <a:r>
              <a:rPr lang="en-US" altLang="zh-CN" dirty="0"/>
              <a:t>RVL</a:t>
            </a:r>
          </a:p>
          <a:p>
            <a:pPr lvl="1"/>
            <a:r>
              <a:rPr lang="zh-CN" altLang="en-US" dirty="0"/>
              <a:t>后序：</a:t>
            </a:r>
            <a:r>
              <a:rPr lang="en-US" altLang="zh-CN" dirty="0"/>
              <a:t>LRV     </a:t>
            </a:r>
          </a:p>
          <a:p>
            <a:pPr lvl="2"/>
            <a:r>
              <a:rPr lang="zh-CN" altLang="en-US" dirty="0"/>
              <a:t>镜像：</a:t>
            </a:r>
            <a:r>
              <a:rPr lang="en-US" altLang="zh-CN" dirty="0"/>
              <a:t>RLV   </a:t>
            </a:r>
          </a:p>
        </p:txBody>
      </p:sp>
      <p:sp>
        <p:nvSpPr>
          <p:cNvPr id="4" name="灯片编号占位符 3">
            <a:extLst>
              <a:ext uri="{FF2B5EF4-FFF2-40B4-BE49-F238E27FC236}">
                <a16:creationId xmlns:a16="http://schemas.microsoft.com/office/drawing/2014/main" id="{405B3215-107B-44EA-BBDB-2F1453BC501C}"/>
              </a:ext>
            </a:extLst>
          </p:cNvPr>
          <p:cNvSpPr>
            <a:spLocks noGrp="1"/>
          </p:cNvSpPr>
          <p:nvPr>
            <p:ph type="sldNum" sz="quarter" idx="12"/>
          </p:nvPr>
        </p:nvSpPr>
        <p:spPr/>
        <p:txBody>
          <a:bodyPr/>
          <a:lstStyle/>
          <a:p>
            <a:pPr>
              <a:defRPr/>
            </a:pPr>
            <a:fld id="{A598D83B-EE2A-4F12-B129-1EDE84DF129B}" type="slidenum">
              <a:rPr lang="en-US" altLang="zh-CN" smtClean="0"/>
              <a:pPr>
                <a:defRPr/>
              </a:pPr>
              <a:t>26</a:t>
            </a:fld>
            <a:endParaRPr lang="en-US" altLang="zh-CN"/>
          </a:p>
        </p:txBody>
      </p:sp>
    </p:spTree>
    <p:extLst>
      <p:ext uri="{BB962C8B-B14F-4D97-AF65-F5344CB8AC3E}">
        <p14:creationId xmlns:p14="http://schemas.microsoft.com/office/powerpoint/2010/main" val="1194996144"/>
      </p:ext>
    </p:extLst>
  </p:cSld>
  <p:clrMapOvr>
    <a:masterClrMapping/>
  </p:clrMapOvr>
  <p:transition>
    <p:spli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354E8EDE-0696-412D-B467-5FE982FA885F}"/>
              </a:ext>
            </a:extLst>
          </p:cNvPr>
          <p:cNvGrpSpPr/>
          <p:nvPr/>
        </p:nvGrpSpPr>
        <p:grpSpPr>
          <a:xfrm>
            <a:off x="5580112" y="2123825"/>
            <a:ext cx="3124200" cy="4178300"/>
            <a:chOff x="5410200" y="1873250"/>
            <a:chExt cx="3124200" cy="4178300"/>
          </a:xfrm>
        </p:grpSpPr>
        <p:sp>
          <p:nvSpPr>
            <p:cNvPr id="43010" name="Line 26">
              <a:extLst>
                <a:ext uri="{FF2B5EF4-FFF2-40B4-BE49-F238E27FC236}">
                  <a16:creationId xmlns:a16="http://schemas.microsoft.com/office/drawing/2014/main" id="{725A79D2-AD48-CBA4-F64D-E9BA4B13DC75}"/>
                </a:ext>
              </a:extLst>
            </p:cNvPr>
            <p:cNvSpPr>
              <a:spLocks noChangeShapeType="1"/>
            </p:cNvSpPr>
            <p:nvPr/>
          </p:nvSpPr>
          <p:spPr bwMode="auto">
            <a:xfrm>
              <a:off x="7086600" y="5029200"/>
              <a:ext cx="381000" cy="6858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11" name="Line 25">
              <a:extLst>
                <a:ext uri="{FF2B5EF4-FFF2-40B4-BE49-F238E27FC236}">
                  <a16:creationId xmlns:a16="http://schemas.microsoft.com/office/drawing/2014/main" id="{0F3341C2-EDE0-E8C0-9A6A-B18ADF58174F}"/>
                </a:ext>
              </a:extLst>
            </p:cNvPr>
            <p:cNvSpPr>
              <a:spLocks noChangeShapeType="1"/>
            </p:cNvSpPr>
            <p:nvPr/>
          </p:nvSpPr>
          <p:spPr bwMode="auto">
            <a:xfrm>
              <a:off x="7924800" y="3200400"/>
              <a:ext cx="304800" cy="6858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12" name="Line 24">
              <a:extLst>
                <a:ext uri="{FF2B5EF4-FFF2-40B4-BE49-F238E27FC236}">
                  <a16:creationId xmlns:a16="http://schemas.microsoft.com/office/drawing/2014/main" id="{6AF977A5-9904-75D6-3C51-80BD61A0CA45}"/>
                </a:ext>
              </a:extLst>
            </p:cNvPr>
            <p:cNvSpPr>
              <a:spLocks noChangeShapeType="1"/>
            </p:cNvSpPr>
            <p:nvPr/>
          </p:nvSpPr>
          <p:spPr bwMode="auto">
            <a:xfrm>
              <a:off x="6172200" y="3200400"/>
              <a:ext cx="381000" cy="6858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13" name="Line 23">
              <a:extLst>
                <a:ext uri="{FF2B5EF4-FFF2-40B4-BE49-F238E27FC236}">
                  <a16:creationId xmlns:a16="http://schemas.microsoft.com/office/drawing/2014/main" id="{7F755B1C-D49A-BA2C-3D16-810760471285}"/>
                </a:ext>
              </a:extLst>
            </p:cNvPr>
            <p:cNvSpPr>
              <a:spLocks noChangeShapeType="1"/>
            </p:cNvSpPr>
            <p:nvPr/>
          </p:nvSpPr>
          <p:spPr bwMode="auto">
            <a:xfrm>
              <a:off x="6629400" y="4114800"/>
              <a:ext cx="381000" cy="6858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14" name="Line 22">
              <a:extLst>
                <a:ext uri="{FF2B5EF4-FFF2-40B4-BE49-F238E27FC236}">
                  <a16:creationId xmlns:a16="http://schemas.microsoft.com/office/drawing/2014/main" id="{8F2CFF11-E3FA-0501-3097-702D25E8D121}"/>
                </a:ext>
              </a:extLst>
            </p:cNvPr>
            <p:cNvSpPr>
              <a:spLocks noChangeShapeType="1"/>
            </p:cNvSpPr>
            <p:nvPr/>
          </p:nvSpPr>
          <p:spPr bwMode="auto">
            <a:xfrm flipH="1">
              <a:off x="7391400" y="3200400"/>
              <a:ext cx="304800" cy="6096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15" name="Line 21">
              <a:extLst>
                <a:ext uri="{FF2B5EF4-FFF2-40B4-BE49-F238E27FC236}">
                  <a16:creationId xmlns:a16="http://schemas.microsoft.com/office/drawing/2014/main" id="{D7AC7979-E053-C401-66A4-43AFCD62D53B}"/>
                </a:ext>
              </a:extLst>
            </p:cNvPr>
            <p:cNvSpPr>
              <a:spLocks noChangeShapeType="1"/>
            </p:cNvSpPr>
            <p:nvPr/>
          </p:nvSpPr>
          <p:spPr bwMode="auto">
            <a:xfrm flipH="1">
              <a:off x="6629400" y="5029200"/>
              <a:ext cx="304800" cy="6096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16" name="Line 20">
              <a:extLst>
                <a:ext uri="{FF2B5EF4-FFF2-40B4-BE49-F238E27FC236}">
                  <a16:creationId xmlns:a16="http://schemas.microsoft.com/office/drawing/2014/main" id="{37336072-3B00-4858-DD18-C0E75F570E08}"/>
                </a:ext>
              </a:extLst>
            </p:cNvPr>
            <p:cNvSpPr>
              <a:spLocks noChangeShapeType="1"/>
            </p:cNvSpPr>
            <p:nvPr/>
          </p:nvSpPr>
          <p:spPr bwMode="auto">
            <a:xfrm flipH="1">
              <a:off x="6248400" y="4114800"/>
              <a:ext cx="304800" cy="6096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17" name="Line 19">
              <a:extLst>
                <a:ext uri="{FF2B5EF4-FFF2-40B4-BE49-F238E27FC236}">
                  <a16:creationId xmlns:a16="http://schemas.microsoft.com/office/drawing/2014/main" id="{D89B8D46-755E-978E-30C3-B0DA978A5FDC}"/>
                </a:ext>
              </a:extLst>
            </p:cNvPr>
            <p:cNvSpPr>
              <a:spLocks noChangeShapeType="1"/>
            </p:cNvSpPr>
            <p:nvPr/>
          </p:nvSpPr>
          <p:spPr bwMode="auto">
            <a:xfrm flipH="1">
              <a:off x="5715000" y="3276600"/>
              <a:ext cx="304800" cy="6096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18" name="Line 18">
              <a:extLst>
                <a:ext uri="{FF2B5EF4-FFF2-40B4-BE49-F238E27FC236}">
                  <a16:creationId xmlns:a16="http://schemas.microsoft.com/office/drawing/2014/main" id="{3F411668-C3C3-F072-3815-2D789632571B}"/>
                </a:ext>
              </a:extLst>
            </p:cNvPr>
            <p:cNvSpPr>
              <a:spLocks noChangeShapeType="1"/>
            </p:cNvSpPr>
            <p:nvPr/>
          </p:nvSpPr>
          <p:spPr bwMode="auto">
            <a:xfrm>
              <a:off x="7010400" y="2362200"/>
              <a:ext cx="685800" cy="6096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19" name="Line 17">
              <a:extLst>
                <a:ext uri="{FF2B5EF4-FFF2-40B4-BE49-F238E27FC236}">
                  <a16:creationId xmlns:a16="http://schemas.microsoft.com/office/drawing/2014/main" id="{488C9B4D-B29E-3289-BD05-05B995D83A3D}"/>
                </a:ext>
              </a:extLst>
            </p:cNvPr>
            <p:cNvSpPr>
              <a:spLocks noChangeShapeType="1"/>
            </p:cNvSpPr>
            <p:nvPr/>
          </p:nvSpPr>
          <p:spPr bwMode="auto">
            <a:xfrm flipH="1">
              <a:off x="6248400" y="2362200"/>
              <a:ext cx="609600" cy="6096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4390" name="Oval 6">
              <a:extLst>
                <a:ext uri="{FF2B5EF4-FFF2-40B4-BE49-F238E27FC236}">
                  <a16:creationId xmlns:a16="http://schemas.microsoft.com/office/drawing/2014/main" id="{632E5499-C6B1-A902-0426-BA66A407BE45}"/>
                </a:ext>
              </a:extLst>
            </p:cNvPr>
            <p:cNvSpPr>
              <a:spLocks noChangeArrowheads="1"/>
            </p:cNvSpPr>
            <p:nvPr/>
          </p:nvSpPr>
          <p:spPr bwMode="auto">
            <a:xfrm>
              <a:off x="6705600" y="1981200"/>
              <a:ext cx="533400" cy="533400"/>
            </a:xfrm>
            <a:prstGeom prst="ellipse">
              <a:avLst/>
            </a:prstGeom>
            <a:gradFill rotWithShape="0">
              <a:gsLst>
                <a:gs pos="0">
                  <a:schemeClr val="accent1"/>
                </a:gs>
                <a:gs pos="100000">
                  <a:schemeClr val="accent1">
                    <a:gamma/>
                    <a:shade val="46275"/>
                    <a:invGamma/>
                  </a:schemeClr>
                </a:gs>
              </a:gsLst>
              <a:path path="rect">
                <a:fillToRect r="100000" b="100000"/>
              </a:path>
            </a:gradFill>
            <a:ln w="38100">
              <a:noFill/>
              <a:round/>
              <a:headEnd/>
              <a:tailEnd/>
            </a:ln>
            <a:effectLst/>
          </p:spPr>
          <p:txBody>
            <a:bodyPr wrap="none" anchor="ctr"/>
            <a:lstStyle/>
            <a:p>
              <a:pPr eaLnBrk="1" fontAlgn="auto" hangingPunct="1">
                <a:spcBef>
                  <a:spcPts val="0"/>
                </a:spcBef>
                <a:spcAft>
                  <a:spcPts val="0"/>
                </a:spcAft>
                <a:defRPr/>
              </a:pPr>
              <a:endParaRPr lang="zh-CN" altLang="en-US">
                <a:latin typeface="Times New Roman" charset="0"/>
                <a:ea typeface="+mn-ea"/>
              </a:endParaRPr>
            </a:p>
          </p:txBody>
        </p:sp>
        <p:sp>
          <p:nvSpPr>
            <p:cNvPr id="43023" name="Oval 7">
              <a:extLst>
                <a:ext uri="{FF2B5EF4-FFF2-40B4-BE49-F238E27FC236}">
                  <a16:creationId xmlns:a16="http://schemas.microsoft.com/office/drawing/2014/main" id="{738BBAB9-233D-203A-F360-ED96C3636167}"/>
                </a:ext>
              </a:extLst>
            </p:cNvPr>
            <p:cNvSpPr>
              <a:spLocks noChangeArrowheads="1"/>
            </p:cNvSpPr>
            <p:nvPr/>
          </p:nvSpPr>
          <p:spPr bwMode="auto">
            <a:xfrm>
              <a:off x="5410200" y="3733800"/>
              <a:ext cx="533400" cy="533400"/>
            </a:xfrm>
            <a:prstGeom prst="ellipse">
              <a:avLst/>
            </a:prstGeom>
            <a:gradFill rotWithShape="0">
              <a:gsLst>
                <a:gs pos="0">
                  <a:srgbClr val="FF7C80"/>
                </a:gs>
                <a:gs pos="100000">
                  <a:srgbClr val="76393B"/>
                </a:gs>
              </a:gsLst>
              <a:path path="rect">
                <a:fillToRect r="100000" b="10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4392" name="Oval 8">
              <a:extLst>
                <a:ext uri="{FF2B5EF4-FFF2-40B4-BE49-F238E27FC236}">
                  <a16:creationId xmlns:a16="http://schemas.microsoft.com/office/drawing/2014/main" id="{480A711E-8E8E-DA14-36F3-C87DA9F56977}"/>
                </a:ext>
              </a:extLst>
            </p:cNvPr>
            <p:cNvSpPr>
              <a:spLocks noChangeArrowheads="1"/>
            </p:cNvSpPr>
            <p:nvPr/>
          </p:nvSpPr>
          <p:spPr bwMode="auto">
            <a:xfrm>
              <a:off x="6324600" y="3733800"/>
              <a:ext cx="533400" cy="533400"/>
            </a:xfrm>
            <a:prstGeom prst="ellipse">
              <a:avLst/>
            </a:prstGeom>
            <a:gradFill rotWithShape="0">
              <a:gsLst>
                <a:gs pos="0">
                  <a:schemeClr val="accent1"/>
                </a:gs>
                <a:gs pos="100000">
                  <a:schemeClr val="accent1">
                    <a:gamma/>
                    <a:shade val="46275"/>
                    <a:invGamma/>
                  </a:schemeClr>
                </a:gs>
              </a:gsLst>
              <a:path path="rect">
                <a:fillToRect r="100000" b="100000"/>
              </a:path>
            </a:gradFill>
            <a:ln w="38100">
              <a:noFill/>
              <a:round/>
              <a:headEnd/>
              <a:tailEnd/>
            </a:ln>
            <a:effectLst/>
          </p:spPr>
          <p:txBody>
            <a:bodyPr wrap="none" anchor="ctr"/>
            <a:lstStyle/>
            <a:p>
              <a:pPr eaLnBrk="1" fontAlgn="auto" hangingPunct="1">
                <a:spcBef>
                  <a:spcPts val="0"/>
                </a:spcBef>
                <a:spcAft>
                  <a:spcPts val="0"/>
                </a:spcAft>
                <a:defRPr/>
              </a:pPr>
              <a:endParaRPr lang="zh-CN" altLang="en-US">
                <a:latin typeface="Times New Roman" charset="0"/>
                <a:ea typeface="+mn-ea"/>
              </a:endParaRPr>
            </a:p>
          </p:txBody>
        </p:sp>
        <p:sp>
          <p:nvSpPr>
            <p:cNvPr id="43025" name="Oval 9">
              <a:extLst>
                <a:ext uri="{FF2B5EF4-FFF2-40B4-BE49-F238E27FC236}">
                  <a16:creationId xmlns:a16="http://schemas.microsoft.com/office/drawing/2014/main" id="{60A23FB0-99D9-F853-F45B-4925E917DD76}"/>
                </a:ext>
              </a:extLst>
            </p:cNvPr>
            <p:cNvSpPr>
              <a:spLocks noChangeArrowheads="1"/>
            </p:cNvSpPr>
            <p:nvPr/>
          </p:nvSpPr>
          <p:spPr bwMode="auto">
            <a:xfrm>
              <a:off x="7086600" y="3733800"/>
              <a:ext cx="533400" cy="533400"/>
            </a:xfrm>
            <a:prstGeom prst="ellipse">
              <a:avLst/>
            </a:prstGeom>
            <a:gradFill rotWithShape="0">
              <a:gsLst>
                <a:gs pos="0">
                  <a:srgbClr val="FF7C80"/>
                </a:gs>
                <a:gs pos="100000">
                  <a:srgbClr val="76393B"/>
                </a:gs>
              </a:gsLst>
              <a:path path="rect">
                <a:fillToRect r="100000" b="10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43026" name="Oval 10">
              <a:extLst>
                <a:ext uri="{FF2B5EF4-FFF2-40B4-BE49-F238E27FC236}">
                  <a16:creationId xmlns:a16="http://schemas.microsoft.com/office/drawing/2014/main" id="{C7EA9803-D26D-3627-2931-D4881C9B8B27}"/>
                </a:ext>
              </a:extLst>
            </p:cNvPr>
            <p:cNvSpPr>
              <a:spLocks noChangeArrowheads="1"/>
            </p:cNvSpPr>
            <p:nvPr/>
          </p:nvSpPr>
          <p:spPr bwMode="auto">
            <a:xfrm>
              <a:off x="8001000" y="3733800"/>
              <a:ext cx="533400" cy="533400"/>
            </a:xfrm>
            <a:prstGeom prst="ellipse">
              <a:avLst/>
            </a:prstGeom>
            <a:gradFill rotWithShape="0">
              <a:gsLst>
                <a:gs pos="0">
                  <a:srgbClr val="FF7C80"/>
                </a:gs>
                <a:gs pos="100000">
                  <a:srgbClr val="76393B"/>
                </a:gs>
              </a:gsLst>
              <a:path path="rect">
                <a:fillToRect r="100000" b="10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4395" name="Oval 11">
              <a:extLst>
                <a:ext uri="{FF2B5EF4-FFF2-40B4-BE49-F238E27FC236}">
                  <a16:creationId xmlns:a16="http://schemas.microsoft.com/office/drawing/2014/main" id="{71AFCDA9-8975-5C4F-591A-69BC26C5E5A4}"/>
                </a:ext>
              </a:extLst>
            </p:cNvPr>
            <p:cNvSpPr>
              <a:spLocks noChangeArrowheads="1"/>
            </p:cNvSpPr>
            <p:nvPr/>
          </p:nvSpPr>
          <p:spPr bwMode="auto">
            <a:xfrm>
              <a:off x="5867400" y="2819400"/>
              <a:ext cx="533400" cy="533400"/>
            </a:xfrm>
            <a:prstGeom prst="ellipse">
              <a:avLst/>
            </a:prstGeom>
            <a:gradFill rotWithShape="0">
              <a:gsLst>
                <a:gs pos="0">
                  <a:schemeClr val="accent1"/>
                </a:gs>
                <a:gs pos="100000">
                  <a:schemeClr val="accent1">
                    <a:gamma/>
                    <a:shade val="46275"/>
                    <a:invGamma/>
                  </a:schemeClr>
                </a:gs>
              </a:gsLst>
              <a:path path="rect">
                <a:fillToRect r="100000" b="100000"/>
              </a:path>
            </a:gradFill>
            <a:ln w="38100">
              <a:noFill/>
              <a:round/>
              <a:headEnd/>
              <a:tailEnd/>
            </a:ln>
            <a:effectLst/>
          </p:spPr>
          <p:txBody>
            <a:bodyPr wrap="none" anchor="ctr"/>
            <a:lstStyle/>
            <a:p>
              <a:pPr eaLnBrk="1" fontAlgn="auto" hangingPunct="1">
                <a:spcBef>
                  <a:spcPts val="0"/>
                </a:spcBef>
                <a:spcAft>
                  <a:spcPts val="0"/>
                </a:spcAft>
                <a:defRPr/>
              </a:pPr>
              <a:endParaRPr lang="zh-CN" altLang="en-US">
                <a:latin typeface="Times New Roman" charset="0"/>
                <a:ea typeface="+mn-ea"/>
              </a:endParaRPr>
            </a:p>
          </p:txBody>
        </p:sp>
        <p:sp>
          <p:nvSpPr>
            <p:cNvPr id="144396" name="Oval 12">
              <a:extLst>
                <a:ext uri="{FF2B5EF4-FFF2-40B4-BE49-F238E27FC236}">
                  <a16:creationId xmlns:a16="http://schemas.microsoft.com/office/drawing/2014/main" id="{2E471135-C8D6-6400-380E-E11B7A83CC23}"/>
                </a:ext>
              </a:extLst>
            </p:cNvPr>
            <p:cNvSpPr>
              <a:spLocks noChangeArrowheads="1"/>
            </p:cNvSpPr>
            <p:nvPr/>
          </p:nvSpPr>
          <p:spPr bwMode="auto">
            <a:xfrm>
              <a:off x="7543800" y="2819400"/>
              <a:ext cx="533400" cy="533400"/>
            </a:xfrm>
            <a:prstGeom prst="ellipse">
              <a:avLst/>
            </a:prstGeom>
            <a:gradFill rotWithShape="0">
              <a:gsLst>
                <a:gs pos="0">
                  <a:schemeClr val="accent1"/>
                </a:gs>
                <a:gs pos="100000">
                  <a:schemeClr val="accent1">
                    <a:gamma/>
                    <a:shade val="46275"/>
                    <a:invGamma/>
                  </a:schemeClr>
                </a:gs>
              </a:gsLst>
              <a:path path="rect">
                <a:fillToRect r="100000" b="100000"/>
              </a:path>
            </a:gradFill>
            <a:ln w="38100">
              <a:noFill/>
              <a:round/>
              <a:headEnd/>
              <a:tailEnd/>
            </a:ln>
            <a:effectLst/>
          </p:spPr>
          <p:txBody>
            <a:bodyPr wrap="none" anchor="ctr"/>
            <a:lstStyle/>
            <a:p>
              <a:pPr eaLnBrk="1" fontAlgn="auto" hangingPunct="1">
                <a:spcBef>
                  <a:spcPts val="0"/>
                </a:spcBef>
                <a:spcAft>
                  <a:spcPts val="0"/>
                </a:spcAft>
                <a:defRPr/>
              </a:pPr>
              <a:endParaRPr lang="zh-CN" altLang="en-US">
                <a:latin typeface="Times New Roman" charset="0"/>
                <a:ea typeface="+mn-ea"/>
              </a:endParaRPr>
            </a:p>
          </p:txBody>
        </p:sp>
        <p:sp>
          <p:nvSpPr>
            <p:cNvPr id="43029" name="Oval 13">
              <a:extLst>
                <a:ext uri="{FF2B5EF4-FFF2-40B4-BE49-F238E27FC236}">
                  <a16:creationId xmlns:a16="http://schemas.microsoft.com/office/drawing/2014/main" id="{6442732C-F809-D3EC-99BC-EDEC6E2A1A39}"/>
                </a:ext>
              </a:extLst>
            </p:cNvPr>
            <p:cNvSpPr>
              <a:spLocks noChangeArrowheads="1"/>
            </p:cNvSpPr>
            <p:nvPr/>
          </p:nvSpPr>
          <p:spPr bwMode="auto">
            <a:xfrm>
              <a:off x="5867400" y="4648200"/>
              <a:ext cx="533400" cy="533400"/>
            </a:xfrm>
            <a:prstGeom prst="ellipse">
              <a:avLst/>
            </a:prstGeom>
            <a:gradFill rotWithShape="0">
              <a:gsLst>
                <a:gs pos="0">
                  <a:srgbClr val="FF7C80"/>
                </a:gs>
                <a:gs pos="100000">
                  <a:srgbClr val="76393B"/>
                </a:gs>
              </a:gsLst>
              <a:path path="rect">
                <a:fillToRect r="100000" b="10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4398" name="Oval 14">
              <a:extLst>
                <a:ext uri="{FF2B5EF4-FFF2-40B4-BE49-F238E27FC236}">
                  <a16:creationId xmlns:a16="http://schemas.microsoft.com/office/drawing/2014/main" id="{EE5570BA-611B-6B16-C447-9CC21D4F249D}"/>
                </a:ext>
              </a:extLst>
            </p:cNvPr>
            <p:cNvSpPr>
              <a:spLocks noChangeArrowheads="1"/>
            </p:cNvSpPr>
            <p:nvPr/>
          </p:nvSpPr>
          <p:spPr bwMode="auto">
            <a:xfrm>
              <a:off x="6781800" y="4648200"/>
              <a:ext cx="533400" cy="533400"/>
            </a:xfrm>
            <a:prstGeom prst="ellipse">
              <a:avLst/>
            </a:prstGeom>
            <a:gradFill rotWithShape="0">
              <a:gsLst>
                <a:gs pos="0">
                  <a:schemeClr val="accent1"/>
                </a:gs>
                <a:gs pos="100000">
                  <a:schemeClr val="accent1">
                    <a:gamma/>
                    <a:shade val="46275"/>
                    <a:invGamma/>
                  </a:schemeClr>
                </a:gs>
              </a:gsLst>
              <a:path path="rect">
                <a:fillToRect r="100000" b="100000"/>
              </a:path>
            </a:gradFill>
            <a:ln w="38100">
              <a:noFill/>
              <a:round/>
              <a:headEnd/>
              <a:tailEnd/>
            </a:ln>
            <a:effectLst/>
          </p:spPr>
          <p:txBody>
            <a:bodyPr wrap="none" anchor="ctr"/>
            <a:lstStyle/>
            <a:p>
              <a:pPr eaLnBrk="1" fontAlgn="auto" hangingPunct="1">
                <a:spcBef>
                  <a:spcPts val="0"/>
                </a:spcBef>
                <a:spcAft>
                  <a:spcPts val="0"/>
                </a:spcAft>
                <a:defRPr/>
              </a:pPr>
              <a:endParaRPr lang="zh-CN" altLang="en-US">
                <a:latin typeface="Times New Roman" charset="0"/>
                <a:ea typeface="+mn-ea"/>
              </a:endParaRPr>
            </a:p>
          </p:txBody>
        </p:sp>
        <p:sp>
          <p:nvSpPr>
            <p:cNvPr id="43031" name="Oval 15">
              <a:extLst>
                <a:ext uri="{FF2B5EF4-FFF2-40B4-BE49-F238E27FC236}">
                  <a16:creationId xmlns:a16="http://schemas.microsoft.com/office/drawing/2014/main" id="{57ACA78A-DA4C-2E1A-F111-6FC477F6F7A9}"/>
                </a:ext>
              </a:extLst>
            </p:cNvPr>
            <p:cNvSpPr>
              <a:spLocks noChangeArrowheads="1"/>
            </p:cNvSpPr>
            <p:nvPr/>
          </p:nvSpPr>
          <p:spPr bwMode="auto">
            <a:xfrm>
              <a:off x="6324600" y="5486400"/>
              <a:ext cx="533400" cy="533400"/>
            </a:xfrm>
            <a:prstGeom prst="ellipse">
              <a:avLst/>
            </a:prstGeom>
            <a:gradFill rotWithShape="0">
              <a:gsLst>
                <a:gs pos="0">
                  <a:srgbClr val="FF7C80"/>
                </a:gs>
                <a:gs pos="100000">
                  <a:srgbClr val="76393B"/>
                </a:gs>
              </a:gsLst>
              <a:path path="rect">
                <a:fillToRect r="100000" b="10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43032" name="Oval 16">
              <a:extLst>
                <a:ext uri="{FF2B5EF4-FFF2-40B4-BE49-F238E27FC236}">
                  <a16:creationId xmlns:a16="http://schemas.microsoft.com/office/drawing/2014/main" id="{0F85F330-7625-4CEF-7774-70F3EFC3C655}"/>
                </a:ext>
              </a:extLst>
            </p:cNvPr>
            <p:cNvSpPr>
              <a:spLocks noChangeArrowheads="1"/>
            </p:cNvSpPr>
            <p:nvPr/>
          </p:nvSpPr>
          <p:spPr bwMode="auto">
            <a:xfrm>
              <a:off x="7239000" y="5486400"/>
              <a:ext cx="533400" cy="533400"/>
            </a:xfrm>
            <a:prstGeom prst="ellipse">
              <a:avLst/>
            </a:prstGeom>
            <a:gradFill rotWithShape="0">
              <a:gsLst>
                <a:gs pos="0">
                  <a:srgbClr val="FF7C80"/>
                </a:gs>
                <a:gs pos="100000">
                  <a:srgbClr val="76393B"/>
                </a:gs>
              </a:gsLst>
              <a:path path="rect">
                <a:fillToRect r="100000" b="10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4411" name="Text Box 27">
              <a:extLst>
                <a:ext uri="{FF2B5EF4-FFF2-40B4-BE49-F238E27FC236}">
                  <a16:creationId xmlns:a16="http://schemas.microsoft.com/office/drawing/2014/main" id="{ED97D14A-FC1A-49C7-DD97-E2D5A0E756B4}"/>
                </a:ext>
              </a:extLst>
            </p:cNvPr>
            <p:cNvSpPr txBox="1">
              <a:spLocks noChangeArrowheads="1"/>
            </p:cNvSpPr>
            <p:nvPr/>
          </p:nvSpPr>
          <p:spPr bwMode="auto">
            <a:xfrm>
              <a:off x="6750050" y="1873250"/>
              <a:ext cx="412750" cy="641350"/>
            </a:xfrm>
            <a:prstGeom prst="rect">
              <a:avLst/>
            </a:prstGeom>
            <a:noFill/>
            <a:ln w="38100">
              <a:noFill/>
              <a:miter lim="800000"/>
              <a:headEnd/>
              <a:tailEnd/>
            </a:ln>
            <a:effectLst/>
          </p:spPr>
          <p:txBody>
            <a:bodyPr wrap="none" anchor="ctr">
              <a:spAutoFit/>
            </a:bodyPr>
            <a:lstStyle/>
            <a:p>
              <a:pPr algn="ctr" eaLnBrk="1" fontAlgn="auto" hangingPunct="1">
                <a:spcBef>
                  <a:spcPts val="0"/>
                </a:spcBef>
                <a:spcAft>
                  <a:spcPts val="0"/>
                </a:spcAft>
                <a:defRPr/>
              </a:pPr>
              <a:r>
                <a:rPr lang="en-US" altLang="zh-CN" sz="3600">
                  <a:solidFill>
                    <a:schemeClr val="bg1"/>
                  </a:solidFill>
                  <a:effectLst>
                    <a:outerShdw blurRad="38100" dist="38100" dir="2700000" algn="tl">
                      <a:srgbClr val="C0C0C0"/>
                    </a:outerShdw>
                  </a:effectLst>
                  <a:latin typeface="仿宋_GB2312" pitchFamily="49" charset="-122"/>
                  <a:ea typeface="仿宋_GB2312" pitchFamily="49" charset="-122"/>
                </a:rPr>
                <a:t>-</a:t>
              </a:r>
              <a:endParaRPr lang="en-US" altLang="zh-CN">
                <a:latin typeface="Times New Roman" charset="0"/>
                <a:ea typeface="+mn-ea"/>
              </a:endParaRPr>
            </a:p>
          </p:txBody>
        </p:sp>
        <p:sp>
          <p:nvSpPr>
            <p:cNvPr id="144412" name="Text Box 28">
              <a:extLst>
                <a:ext uri="{FF2B5EF4-FFF2-40B4-BE49-F238E27FC236}">
                  <a16:creationId xmlns:a16="http://schemas.microsoft.com/office/drawing/2014/main" id="{736A38A8-5DE5-B94C-2FA2-9C5809DFCCD6}"/>
                </a:ext>
              </a:extLst>
            </p:cNvPr>
            <p:cNvSpPr txBox="1">
              <a:spLocks noChangeArrowheads="1"/>
            </p:cNvSpPr>
            <p:nvPr/>
          </p:nvSpPr>
          <p:spPr bwMode="auto">
            <a:xfrm>
              <a:off x="6826250" y="4572000"/>
              <a:ext cx="412750" cy="641350"/>
            </a:xfrm>
            <a:prstGeom prst="rect">
              <a:avLst/>
            </a:prstGeom>
            <a:noFill/>
            <a:ln w="38100">
              <a:noFill/>
              <a:miter lim="800000"/>
              <a:headEnd/>
              <a:tailEnd/>
            </a:ln>
            <a:effectLst/>
          </p:spPr>
          <p:txBody>
            <a:bodyPr wrap="none" anchor="ctr">
              <a:spAutoFit/>
            </a:bodyPr>
            <a:lstStyle/>
            <a:p>
              <a:pPr algn="ctr" eaLnBrk="1" fontAlgn="auto" hangingPunct="1">
                <a:spcBef>
                  <a:spcPts val="0"/>
                </a:spcBef>
                <a:spcAft>
                  <a:spcPts val="0"/>
                </a:spcAft>
                <a:defRPr/>
              </a:pPr>
              <a:r>
                <a:rPr lang="en-US" altLang="zh-CN" sz="3600">
                  <a:solidFill>
                    <a:schemeClr val="bg1"/>
                  </a:solidFill>
                  <a:effectLst>
                    <a:outerShdw blurRad="38100" dist="38100" dir="2700000" algn="tl">
                      <a:srgbClr val="C0C0C0"/>
                    </a:outerShdw>
                  </a:effectLst>
                  <a:latin typeface="仿宋_GB2312" pitchFamily="49" charset="-122"/>
                  <a:ea typeface="仿宋_GB2312" pitchFamily="49" charset="-122"/>
                </a:rPr>
                <a:t>-</a:t>
              </a:r>
              <a:endParaRPr lang="en-US" altLang="zh-CN">
                <a:latin typeface="Times New Roman" charset="0"/>
                <a:ea typeface="+mn-ea"/>
              </a:endParaRPr>
            </a:p>
          </p:txBody>
        </p:sp>
        <p:sp>
          <p:nvSpPr>
            <p:cNvPr id="144413" name="Text Box 29">
              <a:extLst>
                <a:ext uri="{FF2B5EF4-FFF2-40B4-BE49-F238E27FC236}">
                  <a16:creationId xmlns:a16="http://schemas.microsoft.com/office/drawing/2014/main" id="{8788FC12-8A6A-F3C6-8964-8B321F94787F}"/>
                </a:ext>
              </a:extLst>
            </p:cNvPr>
            <p:cNvSpPr txBox="1">
              <a:spLocks noChangeArrowheads="1"/>
            </p:cNvSpPr>
            <p:nvPr/>
          </p:nvSpPr>
          <p:spPr bwMode="auto">
            <a:xfrm>
              <a:off x="7600950" y="2773363"/>
              <a:ext cx="387350" cy="579437"/>
            </a:xfrm>
            <a:prstGeom prst="rect">
              <a:avLst/>
            </a:prstGeom>
            <a:noFill/>
            <a:ln w="38100">
              <a:noFill/>
              <a:miter lim="800000"/>
              <a:headEnd/>
              <a:tailEnd/>
            </a:ln>
            <a:effectLst/>
          </p:spPr>
          <p:txBody>
            <a:bodyPr wrap="none" anchor="ctr">
              <a:spAutoFit/>
            </a:bodyPr>
            <a:lstStyle/>
            <a:p>
              <a:pPr algn="ctr" eaLnBrk="1" fontAlgn="auto" hangingPunct="1">
                <a:spcBef>
                  <a:spcPts val="0"/>
                </a:spcBef>
                <a:spcAft>
                  <a:spcPts val="0"/>
                </a:spcAft>
                <a:defRPr/>
              </a:pPr>
              <a:r>
                <a:rPr lang="en-US" altLang="zh-CN" sz="3200">
                  <a:solidFill>
                    <a:schemeClr val="bg1"/>
                  </a:solidFill>
                  <a:effectLst>
                    <a:outerShdw blurRad="38100" dist="38100" dir="2700000" algn="tl">
                      <a:srgbClr val="C0C0C0"/>
                    </a:outerShdw>
                  </a:effectLst>
                  <a:latin typeface="仿宋_GB2312" pitchFamily="49" charset="-122"/>
                  <a:ea typeface="仿宋_GB2312" pitchFamily="49" charset="-122"/>
                </a:rPr>
                <a:t>/</a:t>
              </a:r>
              <a:endParaRPr lang="en-US" altLang="zh-CN">
                <a:latin typeface="Times New Roman" charset="0"/>
                <a:ea typeface="+mn-ea"/>
              </a:endParaRPr>
            </a:p>
          </p:txBody>
        </p:sp>
        <p:sp>
          <p:nvSpPr>
            <p:cNvPr id="144414" name="Text Box 30">
              <a:extLst>
                <a:ext uri="{FF2B5EF4-FFF2-40B4-BE49-F238E27FC236}">
                  <a16:creationId xmlns:a16="http://schemas.microsoft.com/office/drawing/2014/main" id="{5657F2E9-AEB9-778F-B040-97C659DE868B}"/>
                </a:ext>
              </a:extLst>
            </p:cNvPr>
            <p:cNvSpPr txBox="1">
              <a:spLocks noChangeArrowheads="1"/>
            </p:cNvSpPr>
            <p:nvPr/>
          </p:nvSpPr>
          <p:spPr bwMode="auto">
            <a:xfrm>
              <a:off x="5899150" y="2681288"/>
              <a:ext cx="438150" cy="701675"/>
            </a:xfrm>
            <a:prstGeom prst="rect">
              <a:avLst/>
            </a:prstGeom>
            <a:noFill/>
            <a:ln w="38100">
              <a:noFill/>
              <a:miter lim="800000"/>
              <a:headEnd/>
              <a:tailEnd/>
            </a:ln>
            <a:effectLst/>
          </p:spPr>
          <p:txBody>
            <a:bodyPr wrap="none" anchor="ctr">
              <a:spAutoFit/>
            </a:bodyPr>
            <a:lstStyle/>
            <a:p>
              <a:pPr algn="ctr" eaLnBrk="1" fontAlgn="auto" hangingPunct="1">
                <a:spcBef>
                  <a:spcPts val="0"/>
                </a:spcBef>
                <a:spcAft>
                  <a:spcPts val="0"/>
                </a:spcAft>
                <a:defRPr/>
              </a:pPr>
              <a:r>
                <a:rPr lang="en-US" altLang="zh-CN" sz="4000">
                  <a:solidFill>
                    <a:schemeClr val="bg1"/>
                  </a:solidFill>
                  <a:effectLst>
                    <a:outerShdw blurRad="38100" dist="38100" dir="2700000" algn="tl">
                      <a:srgbClr val="C0C0C0"/>
                    </a:outerShdw>
                  </a:effectLst>
                  <a:latin typeface="仿宋_GB2312" pitchFamily="49" charset="-122"/>
                  <a:ea typeface="仿宋_GB2312" pitchFamily="49" charset="-122"/>
                </a:rPr>
                <a:t>+</a:t>
              </a:r>
              <a:endParaRPr lang="en-US" altLang="zh-CN" sz="3600">
                <a:solidFill>
                  <a:schemeClr val="bg1"/>
                </a:solidFill>
                <a:effectLst>
                  <a:outerShdw blurRad="38100" dist="38100" dir="2700000" algn="tl">
                    <a:srgbClr val="C0C0C0"/>
                  </a:outerShdw>
                </a:effectLst>
                <a:latin typeface="仿宋_GB2312" pitchFamily="49" charset="-122"/>
                <a:ea typeface="仿宋_GB2312" pitchFamily="49" charset="-122"/>
              </a:endParaRPr>
            </a:p>
          </p:txBody>
        </p:sp>
        <p:sp>
          <p:nvSpPr>
            <p:cNvPr id="144415" name="Text Box 31">
              <a:extLst>
                <a:ext uri="{FF2B5EF4-FFF2-40B4-BE49-F238E27FC236}">
                  <a16:creationId xmlns:a16="http://schemas.microsoft.com/office/drawing/2014/main" id="{149AA0CB-07B3-2CAE-BE6E-7BD2105EA524}"/>
                </a:ext>
              </a:extLst>
            </p:cNvPr>
            <p:cNvSpPr txBox="1">
              <a:spLocks noChangeArrowheads="1"/>
            </p:cNvSpPr>
            <p:nvPr/>
          </p:nvSpPr>
          <p:spPr bwMode="auto">
            <a:xfrm>
              <a:off x="6356350" y="3595688"/>
              <a:ext cx="438150" cy="701675"/>
            </a:xfrm>
            <a:prstGeom prst="rect">
              <a:avLst/>
            </a:prstGeom>
            <a:noFill/>
            <a:ln w="38100">
              <a:noFill/>
              <a:miter lim="800000"/>
              <a:headEnd/>
              <a:tailEnd/>
            </a:ln>
            <a:effectLst/>
          </p:spPr>
          <p:txBody>
            <a:bodyPr wrap="none" anchor="ctr">
              <a:spAutoFit/>
            </a:bodyPr>
            <a:lstStyle/>
            <a:p>
              <a:pPr algn="ctr" eaLnBrk="1" fontAlgn="auto" hangingPunct="1">
                <a:spcBef>
                  <a:spcPts val="0"/>
                </a:spcBef>
                <a:spcAft>
                  <a:spcPts val="0"/>
                </a:spcAft>
                <a:defRPr/>
              </a:pPr>
              <a:r>
                <a:rPr lang="en-US" altLang="zh-CN" sz="4000">
                  <a:solidFill>
                    <a:schemeClr val="bg1"/>
                  </a:solidFill>
                  <a:effectLst>
                    <a:outerShdw blurRad="38100" dist="38100" dir="2700000" algn="tl">
                      <a:srgbClr val="C0C0C0"/>
                    </a:outerShdw>
                  </a:effectLst>
                  <a:latin typeface="仿宋_GB2312" pitchFamily="49" charset="-122"/>
                  <a:ea typeface="仿宋_GB2312" pitchFamily="49" charset="-122"/>
                </a:rPr>
                <a:t>*</a:t>
              </a:r>
              <a:endParaRPr lang="en-US" altLang="zh-CN" sz="3600">
                <a:solidFill>
                  <a:schemeClr val="bg1"/>
                </a:solidFill>
                <a:effectLst>
                  <a:outerShdw blurRad="38100" dist="38100" dir="2700000" algn="tl">
                    <a:srgbClr val="C0C0C0"/>
                  </a:outerShdw>
                </a:effectLst>
                <a:latin typeface="仿宋_GB2312" pitchFamily="49" charset="-122"/>
                <a:ea typeface="仿宋_GB2312" pitchFamily="49" charset="-122"/>
              </a:endParaRPr>
            </a:p>
          </p:txBody>
        </p:sp>
        <p:sp>
          <p:nvSpPr>
            <p:cNvPr id="144416" name="Text Box 32">
              <a:extLst>
                <a:ext uri="{FF2B5EF4-FFF2-40B4-BE49-F238E27FC236}">
                  <a16:creationId xmlns:a16="http://schemas.microsoft.com/office/drawing/2014/main" id="{55FEAF78-C297-53BD-FA49-F9166218660D}"/>
                </a:ext>
              </a:extLst>
            </p:cNvPr>
            <p:cNvSpPr txBox="1">
              <a:spLocks noChangeArrowheads="1"/>
            </p:cNvSpPr>
            <p:nvPr/>
          </p:nvSpPr>
          <p:spPr bwMode="auto">
            <a:xfrm>
              <a:off x="5454650" y="3625850"/>
              <a:ext cx="412750" cy="641350"/>
            </a:xfrm>
            <a:prstGeom prst="rect">
              <a:avLst/>
            </a:prstGeom>
            <a:noFill/>
            <a:ln w="38100">
              <a:noFill/>
              <a:miter lim="800000"/>
              <a:headEnd/>
              <a:tailEnd/>
            </a:ln>
            <a:effectLst/>
          </p:spPr>
          <p:txBody>
            <a:bodyPr wrap="none" anchor="ctr">
              <a:spAutoFit/>
            </a:bodyPr>
            <a:lstStyle/>
            <a:p>
              <a:pPr algn="ctr" eaLnBrk="1" fontAlgn="auto" hangingPunct="1">
                <a:spcBef>
                  <a:spcPts val="0"/>
                </a:spcBef>
                <a:spcAft>
                  <a:spcPts val="0"/>
                </a:spcAft>
                <a:defRPr/>
              </a:pPr>
              <a:r>
                <a:rPr lang="en-US" altLang="zh-CN" sz="3600" i="1">
                  <a:solidFill>
                    <a:schemeClr val="bg1"/>
                  </a:solidFill>
                  <a:effectLst>
                    <a:outerShdw blurRad="38100" dist="38100" dir="2700000" algn="tl">
                      <a:srgbClr val="C0C0C0"/>
                    </a:outerShdw>
                  </a:effectLst>
                  <a:latin typeface="Times New Roman" charset="0"/>
                  <a:ea typeface="仿宋_GB2312" pitchFamily="49" charset="-122"/>
                </a:rPr>
                <a:t>a</a:t>
              </a:r>
              <a:endParaRPr lang="en-US" altLang="zh-CN" sz="3600">
                <a:solidFill>
                  <a:schemeClr val="bg1"/>
                </a:solidFill>
                <a:effectLst>
                  <a:outerShdw blurRad="38100" dist="38100" dir="2700000" algn="tl">
                    <a:srgbClr val="C0C0C0"/>
                  </a:outerShdw>
                </a:effectLst>
                <a:latin typeface="仿宋_GB2312" pitchFamily="49" charset="-122"/>
                <a:ea typeface="仿宋_GB2312" pitchFamily="49" charset="-122"/>
              </a:endParaRPr>
            </a:p>
          </p:txBody>
        </p:sp>
        <p:sp>
          <p:nvSpPr>
            <p:cNvPr id="144417" name="Text Box 33">
              <a:extLst>
                <a:ext uri="{FF2B5EF4-FFF2-40B4-BE49-F238E27FC236}">
                  <a16:creationId xmlns:a16="http://schemas.microsoft.com/office/drawing/2014/main" id="{CB233E08-68FB-F3EE-0E19-B4EBB0F048AD}"/>
                </a:ext>
              </a:extLst>
            </p:cNvPr>
            <p:cNvSpPr txBox="1">
              <a:spLocks noChangeArrowheads="1"/>
            </p:cNvSpPr>
            <p:nvPr/>
          </p:nvSpPr>
          <p:spPr bwMode="auto">
            <a:xfrm>
              <a:off x="5943600" y="4540250"/>
              <a:ext cx="412750" cy="641350"/>
            </a:xfrm>
            <a:prstGeom prst="rect">
              <a:avLst/>
            </a:prstGeom>
            <a:noFill/>
            <a:ln w="38100">
              <a:noFill/>
              <a:miter lim="800000"/>
              <a:headEnd/>
              <a:tailEnd/>
            </a:ln>
            <a:effectLst/>
          </p:spPr>
          <p:txBody>
            <a:bodyPr wrap="none" anchor="ctr">
              <a:spAutoFit/>
            </a:bodyPr>
            <a:lstStyle/>
            <a:p>
              <a:pPr algn="ctr" eaLnBrk="1" fontAlgn="auto" hangingPunct="1">
                <a:spcBef>
                  <a:spcPts val="0"/>
                </a:spcBef>
                <a:spcAft>
                  <a:spcPts val="0"/>
                </a:spcAft>
                <a:defRPr/>
              </a:pPr>
              <a:r>
                <a:rPr lang="en-US" altLang="zh-CN" sz="3600" i="1">
                  <a:solidFill>
                    <a:schemeClr val="bg1"/>
                  </a:solidFill>
                  <a:effectLst>
                    <a:outerShdw blurRad="38100" dist="38100" dir="2700000" algn="tl">
                      <a:srgbClr val="C0C0C0"/>
                    </a:outerShdw>
                  </a:effectLst>
                  <a:latin typeface="Times New Roman" charset="0"/>
                  <a:ea typeface="仿宋_GB2312" pitchFamily="49" charset="-122"/>
                </a:rPr>
                <a:t>b</a:t>
              </a:r>
              <a:endParaRPr lang="en-US" altLang="zh-CN" sz="3600">
                <a:solidFill>
                  <a:schemeClr val="bg1"/>
                </a:solidFill>
                <a:effectLst>
                  <a:outerShdw blurRad="38100" dist="38100" dir="2700000" algn="tl">
                    <a:srgbClr val="C0C0C0"/>
                  </a:outerShdw>
                </a:effectLst>
                <a:latin typeface="仿宋_GB2312" pitchFamily="49" charset="-122"/>
                <a:ea typeface="仿宋_GB2312" pitchFamily="49" charset="-122"/>
              </a:endParaRPr>
            </a:p>
          </p:txBody>
        </p:sp>
        <p:sp>
          <p:nvSpPr>
            <p:cNvPr id="144418" name="Text Box 34">
              <a:extLst>
                <a:ext uri="{FF2B5EF4-FFF2-40B4-BE49-F238E27FC236}">
                  <a16:creationId xmlns:a16="http://schemas.microsoft.com/office/drawing/2014/main" id="{75B166D4-1F80-63EC-C1AF-C3BE5B6A41DC}"/>
                </a:ext>
              </a:extLst>
            </p:cNvPr>
            <p:cNvSpPr txBox="1">
              <a:spLocks noChangeArrowheads="1"/>
            </p:cNvSpPr>
            <p:nvPr/>
          </p:nvSpPr>
          <p:spPr bwMode="auto">
            <a:xfrm>
              <a:off x="6394450" y="5378450"/>
              <a:ext cx="387350" cy="641350"/>
            </a:xfrm>
            <a:prstGeom prst="rect">
              <a:avLst/>
            </a:prstGeom>
            <a:noFill/>
            <a:ln w="38100">
              <a:noFill/>
              <a:miter lim="800000"/>
              <a:headEnd/>
              <a:tailEnd/>
            </a:ln>
            <a:effectLst/>
          </p:spPr>
          <p:txBody>
            <a:bodyPr wrap="none" anchor="ctr">
              <a:spAutoFit/>
            </a:bodyPr>
            <a:lstStyle/>
            <a:p>
              <a:pPr algn="ctr" eaLnBrk="1" fontAlgn="auto" hangingPunct="1">
                <a:spcBef>
                  <a:spcPts val="0"/>
                </a:spcBef>
                <a:spcAft>
                  <a:spcPts val="0"/>
                </a:spcAft>
                <a:defRPr/>
              </a:pPr>
              <a:r>
                <a:rPr lang="en-US" altLang="zh-CN" sz="3600" i="1">
                  <a:solidFill>
                    <a:schemeClr val="bg1"/>
                  </a:solidFill>
                  <a:effectLst>
                    <a:outerShdw blurRad="38100" dist="38100" dir="2700000" algn="tl">
                      <a:srgbClr val="C0C0C0"/>
                    </a:outerShdw>
                  </a:effectLst>
                  <a:latin typeface="Times New Roman" charset="0"/>
                  <a:ea typeface="仿宋_GB2312" pitchFamily="49" charset="-122"/>
                </a:rPr>
                <a:t>c</a:t>
              </a:r>
              <a:endParaRPr lang="en-US" altLang="zh-CN" sz="3600">
                <a:solidFill>
                  <a:schemeClr val="bg1"/>
                </a:solidFill>
                <a:effectLst>
                  <a:outerShdw blurRad="38100" dist="38100" dir="2700000" algn="tl">
                    <a:srgbClr val="C0C0C0"/>
                  </a:outerShdw>
                </a:effectLst>
                <a:latin typeface="仿宋_GB2312" pitchFamily="49" charset="-122"/>
                <a:ea typeface="仿宋_GB2312" pitchFamily="49" charset="-122"/>
              </a:endParaRPr>
            </a:p>
          </p:txBody>
        </p:sp>
        <p:sp>
          <p:nvSpPr>
            <p:cNvPr id="144419" name="Text Box 35">
              <a:extLst>
                <a:ext uri="{FF2B5EF4-FFF2-40B4-BE49-F238E27FC236}">
                  <a16:creationId xmlns:a16="http://schemas.microsoft.com/office/drawing/2014/main" id="{7C504D91-D179-AB1B-FD27-854A82D269CC}"/>
                </a:ext>
              </a:extLst>
            </p:cNvPr>
            <p:cNvSpPr txBox="1">
              <a:spLocks noChangeArrowheads="1"/>
            </p:cNvSpPr>
            <p:nvPr/>
          </p:nvSpPr>
          <p:spPr bwMode="auto">
            <a:xfrm>
              <a:off x="7239000" y="5410200"/>
              <a:ext cx="412750" cy="641350"/>
            </a:xfrm>
            <a:prstGeom prst="rect">
              <a:avLst/>
            </a:prstGeom>
            <a:noFill/>
            <a:ln w="38100">
              <a:noFill/>
              <a:miter lim="800000"/>
              <a:headEnd/>
              <a:tailEnd/>
            </a:ln>
            <a:effectLst/>
          </p:spPr>
          <p:txBody>
            <a:bodyPr wrap="none" anchor="ctr">
              <a:spAutoFit/>
            </a:bodyPr>
            <a:lstStyle/>
            <a:p>
              <a:pPr algn="ctr" eaLnBrk="1" fontAlgn="auto" hangingPunct="1">
                <a:spcBef>
                  <a:spcPts val="0"/>
                </a:spcBef>
                <a:spcAft>
                  <a:spcPts val="0"/>
                </a:spcAft>
                <a:defRPr/>
              </a:pPr>
              <a:r>
                <a:rPr lang="en-US" altLang="zh-CN" sz="3600" i="1">
                  <a:solidFill>
                    <a:schemeClr val="bg1"/>
                  </a:solidFill>
                  <a:effectLst>
                    <a:outerShdw blurRad="38100" dist="38100" dir="2700000" algn="tl">
                      <a:srgbClr val="C0C0C0"/>
                    </a:outerShdw>
                  </a:effectLst>
                  <a:latin typeface="Times New Roman" charset="0"/>
                  <a:ea typeface="仿宋_GB2312" pitchFamily="49" charset="-122"/>
                </a:rPr>
                <a:t>d</a:t>
              </a:r>
              <a:endParaRPr lang="en-US" altLang="zh-CN" sz="3600">
                <a:solidFill>
                  <a:schemeClr val="bg1"/>
                </a:solidFill>
                <a:effectLst>
                  <a:outerShdw blurRad="38100" dist="38100" dir="2700000" algn="tl">
                    <a:srgbClr val="C0C0C0"/>
                  </a:outerShdw>
                </a:effectLst>
                <a:latin typeface="仿宋_GB2312" pitchFamily="49" charset="-122"/>
                <a:ea typeface="仿宋_GB2312" pitchFamily="49" charset="-122"/>
              </a:endParaRPr>
            </a:p>
          </p:txBody>
        </p:sp>
        <p:sp>
          <p:nvSpPr>
            <p:cNvPr id="144420" name="Text Box 36">
              <a:extLst>
                <a:ext uri="{FF2B5EF4-FFF2-40B4-BE49-F238E27FC236}">
                  <a16:creationId xmlns:a16="http://schemas.microsoft.com/office/drawing/2014/main" id="{DCD390C5-7E54-827D-A25F-DA1A8600B0D5}"/>
                </a:ext>
              </a:extLst>
            </p:cNvPr>
            <p:cNvSpPr txBox="1">
              <a:spLocks noChangeArrowheads="1"/>
            </p:cNvSpPr>
            <p:nvPr/>
          </p:nvSpPr>
          <p:spPr bwMode="auto">
            <a:xfrm>
              <a:off x="7156450" y="3625850"/>
              <a:ext cx="387350" cy="641350"/>
            </a:xfrm>
            <a:prstGeom prst="rect">
              <a:avLst/>
            </a:prstGeom>
            <a:noFill/>
            <a:ln w="38100">
              <a:noFill/>
              <a:miter lim="800000"/>
              <a:headEnd/>
              <a:tailEnd/>
            </a:ln>
            <a:effectLst/>
          </p:spPr>
          <p:txBody>
            <a:bodyPr wrap="none" anchor="ctr">
              <a:spAutoFit/>
            </a:bodyPr>
            <a:lstStyle/>
            <a:p>
              <a:pPr algn="ctr" eaLnBrk="1" fontAlgn="auto" hangingPunct="1">
                <a:spcBef>
                  <a:spcPts val="0"/>
                </a:spcBef>
                <a:spcAft>
                  <a:spcPts val="0"/>
                </a:spcAft>
                <a:defRPr/>
              </a:pPr>
              <a:r>
                <a:rPr lang="en-US" altLang="zh-CN" sz="3600" i="1">
                  <a:solidFill>
                    <a:schemeClr val="bg1"/>
                  </a:solidFill>
                  <a:effectLst>
                    <a:outerShdw blurRad="38100" dist="38100" dir="2700000" algn="tl">
                      <a:srgbClr val="C0C0C0"/>
                    </a:outerShdw>
                  </a:effectLst>
                  <a:latin typeface="Times New Roman" charset="0"/>
                  <a:ea typeface="仿宋_GB2312" pitchFamily="49" charset="-122"/>
                </a:rPr>
                <a:t>e</a:t>
              </a:r>
              <a:endParaRPr lang="en-US" altLang="zh-CN" sz="3600">
                <a:solidFill>
                  <a:schemeClr val="bg1"/>
                </a:solidFill>
                <a:effectLst>
                  <a:outerShdw blurRad="38100" dist="38100" dir="2700000" algn="tl">
                    <a:srgbClr val="C0C0C0"/>
                  </a:outerShdw>
                </a:effectLst>
                <a:latin typeface="仿宋_GB2312" pitchFamily="49" charset="-122"/>
                <a:ea typeface="仿宋_GB2312" pitchFamily="49" charset="-122"/>
              </a:endParaRPr>
            </a:p>
          </p:txBody>
        </p:sp>
        <p:sp>
          <p:nvSpPr>
            <p:cNvPr id="144421" name="Text Box 37">
              <a:extLst>
                <a:ext uri="{FF2B5EF4-FFF2-40B4-BE49-F238E27FC236}">
                  <a16:creationId xmlns:a16="http://schemas.microsoft.com/office/drawing/2014/main" id="{B364E54B-4D9C-81F5-9748-CF42E35FC8B7}"/>
                </a:ext>
              </a:extLst>
            </p:cNvPr>
            <p:cNvSpPr txBox="1">
              <a:spLocks noChangeArrowheads="1"/>
            </p:cNvSpPr>
            <p:nvPr/>
          </p:nvSpPr>
          <p:spPr bwMode="auto">
            <a:xfrm>
              <a:off x="8121650" y="3657600"/>
              <a:ext cx="336550" cy="641350"/>
            </a:xfrm>
            <a:prstGeom prst="rect">
              <a:avLst/>
            </a:prstGeom>
            <a:noFill/>
            <a:ln w="38100">
              <a:noFill/>
              <a:miter lim="800000"/>
              <a:headEnd/>
              <a:tailEnd/>
            </a:ln>
            <a:effectLst/>
          </p:spPr>
          <p:txBody>
            <a:bodyPr wrap="none" anchor="ctr">
              <a:spAutoFit/>
            </a:bodyPr>
            <a:lstStyle/>
            <a:p>
              <a:pPr algn="ctr" eaLnBrk="1" fontAlgn="auto" hangingPunct="1">
                <a:spcBef>
                  <a:spcPts val="0"/>
                </a:spcBef>
                <a:spcAft>
                  <a:spcPts val="0"/>
                </a:spcAft>
                <a:defRPr/>
              </a:pPr>
              <a:r>
                <a:rPr lang="en-US" altLang="zh-CN" sz="3600" i="1">
                  <a:solidFill>
                    <a:schemeClr val="bg1"/>
                  </a:solidFill>
                  <a:effectLst>
                    <a:outerShdw blurRad="38100" dist="38100" dir="2700000" algn="tl">
                      <a:srgbClr val="C0C0C0"/>
                    </a:outerShdw>
                  </a:effectLst>
                  <a:latin typeface="Times New Roman" charset="0"/>
                  <a:ea typeface="仿宋_GB2312" pitchFamily="49" charset="-122"/>
                </a:rPr>
                <a:t>f</a:t>
              </a:r>
              <a:endParaRPr lang="en-US" altLang="zh-CN" sz="3600">
                <a:solidFill>
                  <a:schemeClr val="bg1"/>
                </a:solidFill>
                <a:effectLst>
                  <a:outerShdw blurRad="38100" dist="38100" dir="2700000" algn="tl">
                    <a:srgbClr val="C0C0C0"/>
                  </a:outerShdw>
                </a:effectLst>
                <a:latin typeface="仿宋_GB2312" pitchFamily="49" charset="-122"/>
                <a:ea typeface="仿宋_GB2312" pitchFamily="49" charset="-122"/>
              </a:endParaRPr>
            </a:p>
          </p:txBody>
        </p:sp>
      </p:grpSp>
      <p:sp>
        <p:nvSpPr>
          <p:cNvPr id="2" name="标题 1">
            <a:extLst>
              <a:ext uri="{FF2B5EF4-FFF2-40B4-BE49-F238E27FC236}">
                <a16:creationId xmlns:a16="http://schemas.microsoft.com/office/drawing/2014/main" id="{6F7125AA-06E3-435C-B32F-F7BDAEFA3B71}"/>
              </a:ext>
            </a:extLst>
          </p:cNvPr>
          <p:cNvSpPr>
            <a:spLocks noGrp="1"/>
          </p:cNvSpPr>
          <p:nvPr>
            <p:ph type="title"/>
          </p:nvPr>
        </p:nvSpPr>
        <p:spPr/>
        <p:txBody>
          <a:bodyPr/>
          <a:lstStyle/>
          <a:p>
            <a:r>
              <a:rPr lang="zh-CN" altLang="en-US" dirty="0"/>
              <a:t>中序遍历</a:t>
            </a:r>
          </a:p>
        </p:txBody>
      </p:sp>
      <p:sp>
        <p:nvSpPr>
          <p:cNvPr id="3" name="内容占位符 2">
            <a:extLst>
              <a:ext uri="{FF2B5EF4-FFF2-40B4-BE49-F238E27FC236}">
                <a16:creationId xmlns:a16="http://schemas.microsoft.com/office/drawing/2014/main" id="{D1989A4F-5698-41A6-ABF2-535A2BE98F9C}"/>
              </a:ext>
            </a:extLst>
          </p:cNvPr>
          <p:cNvSpPr>
            <a:spLocks noGrp="1"/>
          </p:cNvSpPr>
          <p:nvPr>
            <p:ph idx="1"/>
          </p:nvPr>
        </p:nvSpPr>
        <p:spPr/>
        <p:txBody>
          <a:bodyPr>
            <a:normAutofit fontScale="77500" lnSpcReduction="20000"/>
          </a:bodyPr>
          <a:lstStyle/>
          <a:p>
            <a:r>
              <a:rPr lang="zh-CN" altLang="en-US" dirty="0"/>
              <a:t>中序遍历二叉树算法的框架是：</a:t>
            </a:r>
          </a:p>
          <a:p>
            <a:pPr lvl="1"/>
            <a:r>
              <a:rPr lang="zh-CN" altLang="en-US" dirty="0"/>
              <a:t>若二叉树为空，则空操作；</a:t>
            </a:r>
          </a:p>
          <a:p>
            <a:pPr lvl="1"/>
            <a:r>
              <a:rPr lang="zh-CN" altLang="en-US" dirty="0"/>
              <a:t>否则</a:t>
            </a:r>
          </a:p>
          <a:p>
            <a:pPr lvl="2"/>
            <a:r>
              <a:rPr lang="zh-CN" altLang="en-US" dirty="0"/>
              <a:t>中序遍历左子树 </a:t>
            </a:r>
            <a:r>
              <a:rPr lang="en-US" altLang="zh-CN" dirty="0"/>
              <a:t>(L)</a:t>
            </a:r>
            <a:r>
              <a:rPr lang="zh-CN" altLang="en-US" dirty="0"/>
              <a:t>；</a:t>
            </a:r>
          </a:p>
          <a:p>
            <a:pPr lvl="2"/>
            <a:r>
              <a:rPr lang="zh-CN" altLang="en-US" dirty="0"/>
              <a:t>访问根结点 </a:t>
            </a:r>
            <a:r>
              <a:rPr lang="en-US" altLang="zh-CN" dirty="0"/>
              <a:t>(V)</a:t>
            </a:r>
            <a:r>
              <a:rPr lang="zh-CN" altLang="en-US" dirty="0"/>
              <a:t>；</a:t>
            </a:r>
          </a:p>
          <a:p>
            <a:pPr lvl="2"/>
            <a:r>
              <a:rPr lang="zh-CN" altLang="en-US" dirty="0"/>
              <a:t>中序遍历右子树 </a:t>
            </a:r>
            <a:r>
              <a:rPr lang="en-US" altLang="zh-CN" dirty="0"/>
              <a:t>(R)</a:t>
            </a:r>
            <a:r>
              <a:rPr lang="zh-CN" altLang="en-US" dirty="0"/>
              <a:t>。</a:t>
            </a:r>
          </a:p>
          <a:p>
            <a:endParaRPr lang="zh-CN" altLang="en-US" dirty="0"/>
          </a:p>
          <a:p>
            <a:r>
              <a:rPr lang="zh-CN" altLang="en-US" dirty="0"/>
              <a:t>示例遍历结果</a:t>
            </a:r>
          </a:p>
          <a:p>
            <a:pPr lvl="1"/>
            <a:r>
              <a:rPr lang="en-US" altLang="zh-CN" dirty="0"/>
              <a:t>a + b * c - d - e / f</a:t>
            </a:r>
          </a:p>
          <a:p>
            <a:pPr lvl="2"/>
            <a:r>
              <a:rPr lang="zh-CN" altLang="en-US" dirty="0"/>
              <a:t>仅按中序无法确定计算顺序</a:t>
            </a:r>
            <a:endParaRPr lang="en-US" altLang="zh-CN" dirty="0"/>
          </a:p>
          <a:p>
            <a:pPr lvl="1"/>
            <a:r>
              <a:rPr lang="zh-CN" altLang="en-US" dirty="0"/>
              <a:t>结合树结构，实际应该是</a:t>
            </a:r>
            <a:endParaRPr lang="en-US" altLang="zh-CN" dirty="0"/>
          </a:p>
          <a:p>
            <a:pPr lvl="2"/>
            <a:r>
              <a:rPr lang="en-US" altLang="zh-CN" dirty="0"/>
              <a:t>a + b * (c – d) - e / f</a:t>
            </a:r>
          </a:p>
          <a:p>
            <a:pPr lvl="2"/>
            <a:endParaRPr lang="en-US" altLang="zh-CN" dirty="0"/>
          </a:p>
        </p:txBody>
      </p:sp>
      <p:sp>
        <p:nvSpPr>
          <p:cNvPr id="5" name="灯片编号占位符 4">
            <a:extLst>
              <a:ext uri="{FF2B5EF4-FFF2-40B4-BE49-F238E27FC236}">
                <a16:creationId xmlns:a16="http://schemas.microsoft.com/office/drawing/2014/main" id="{6EE47C59-F2A4-D739-C7CE-89FC3D843683}"/>
              </a:ext>
            </a:extLst>
          </p:cNvPr>
          <p:cNvSpPr>
            <a:spLocks noGrp="1"/>
          </p:cNvSpPr>
          <p:nvPr>
            <p:ph type="sldNum" sz="quarter" idx="12"/>
          </p:nvPr>
        </p:nvSpPr>
        <p:spPr/>
        <p:txBody>
          <a:bodyPr/>
          <a:lstStyle/>
          <a:p>
            <a:pPr>
              <a:defRPr/>
            </a:pPr>
            <a:fld id="{A598D83B-EE2A-4F12-B129-1EDE84DF129B}" type="slidenum">
              <a:rPr lang="en-US" altLang="zh-CN" smtClean="0"/>
              <a:pPr>
                <a:defRPr/>
              </a:pPr>
              <a:t>27</a:t>
            </a:fld>
            <a:endParaRPr lang="en-US" altLang="zh-CN"/>
          </a:p>
        </p:txBody>
      </p:sp>
    </p:spTree>
  </p:cSld>
  <p:clrMapOvr>
    <a:masterClrMapping/>
  </p:clrMapOvr>
  <p:transition>
    <p:spli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EBA36E-8BEA-4423-BB00-0CFF6237F92A}"/>
              </a:ext>
            </a:extLst>
          </p:cNvPr>
          <p:cNvSpPr>
            <a:spLocks noGrp="1"/>
          </p:cNvSpPr>
          <p:nvPr>
            <p:ph type="title"/>
          </p:nvPr>
        </p:nvSpPr>
        <p:spPr/>
        <p:txBody>
          <a:bodyPr/>
          <a:lstStyle/>
          <a:p>
            <a:r>
              <a:rPr lang="zh-CN" altLang="en-US" dirty="0"/>
              <a:t>二叉树中序遍历的递归算法</a:t>
            </a:r>
          </a:p>
        </p:txBody>
      </p:sp>
      <p:sp>
        <p:nvSpPr>
          <p:cNvPr id="3" name="内容占位符 2">
            <a:extLst>
              <a:ext uri="{FF2B5EF4-FFF2-40B4-BE49-F238E27FC236}">
                <a16:creationId xmlns:a16="http://schemas.microsoft.com/office/drawing/2014/main" id="{A9477FD4-CA1E-4D0F-B0A9-A43940A2F9AF}"/>
              </a:ext>
            </a:extLst>
          </p:cNvPr>
          <p:cNvSpPr>
            <a:spLocks noGrp="1"/>
          </p:cNvSpPr>
          <p:nvPr>
            <p:ph idx="1"/>
          </p:nvPr>
        </p:nvSpPr>
        <p:spPr/>
        <p:txBody>
          <a:bodyPr>
            <a:normAutofit fontScale="85000" lnSpcReduction="20000"/>
          </a:bodyPr>
          <a:lstStyle/>
          <a:p>
            <a:pPr marL="0" indent="0">
              <a:buNone/>
            </a:pPr>
            <a:r>
              <a:rPr lang="en-US" altLang="zh-CN" dirty="0"/>
              <a:t>template &lt;class T&gt; void </a:t>
            </a:r>
            <a:r>
              <a:rPr lang="en-US" altLang="zh-CN" dirty="0" err="1"/>
              <a:t>BinaryTree</a:t>
            </a:r>
            <a:r>
              <a:rPr lang="en-US" altLang="zh-CN" dirty="0"/>
              <a:t> &lt;T&gt; :: </a:t>
            </a:r>
          </a:p>
          <a:p>
            <a:pPr marL="0" indent="0">
              <a:buNone/>
            </a:pPr>
            <a:r>
              <a:rPr lang="en-US" altLang="zh-CN" dirty="0" err="1"/>
              <a:t>InOrder</a:t>
            </a:r>
            <a:r>
              <a:rPr lang="en-US" altLang="zh-CN" dirty="0"/>
              <a:t> ( </a:t>
            </a:r>
            <a:r>
              <a:rPr lang="en-US" altLang="zh-CN" dirty="0" err="1"/>
              <a:t>BinTreeNode</a:t>
            </a:r>
            <a:r>
              <a:rPr lang="en-US" altLang="zh-CN" dirty="0"/>
              <a:t> &lt;T&gt; *</a:t>
            </a:r>
            <a:r>
              <a:rPr lang="en-US" altLang="zh-CN" dirty="0" err="1"/>
              <a:t>subTree</a:t>
            </a:r>
            <a:r>
              <a:rPr lang="en-US" altLang="zh-CN" dirty="0"/>
              <a:t>, void(*visit)(</a:t>
            </a:r>
            <a:r>
              <a:rPr lang="en-US" altLang="zh-CN" dirty="0" err="1"/>
              <a:t>BinTreeNode</a:t>
            </a:r>
            <a:r>
              <a:rPr lang="en-US" altLang="zh-CN" dirty="0"/>
              <a:t>&lt;T&gt; *p )) {</a:t>
            </a:r>
          </a:p>
          <a:p>
            <a:pPr marL="0" indent="0">
              <a:buNone/>
            </a:pPr>
            <a:r>
              <a:rPr lang="en-US" altLang="zh-CN" dirty="0"/>
              <a:t>    if ( </a:t>
            </a:r>
            <a:r>
              <a:rPr lang="en-US" altLang="zh-CN" dirty="0" err="1"/>
              <a:t>subTree</a:t>
            </a:r>
            <a:r>
              <a:rPr lang="en-US" altLang="zh-CN" dirty="0"/>
              <a:t> != NULL ) {</a:t>
            </a:r>
          </a:p>
          <a:p>
            <a:pPr marL="0" indent="0">
              <a:buNone/>
            </a:pPr>
            <a:r>
              <a:rPr lang="en-US" altLang="zh-CN" dirty="0"/>
              <a:t>        </a:t>
            </a:r>
            <a:r>
              <a:rPr lang="en-US" altLang="zh-CN" dirty="0" err="1"/>
              <a:t>InOrder</a:t>
            </a:r>
            <a:r>
              <a:rPr lang="en-US" altLang="zh-CN" dirty="0"/>
              <a:t> ( </a:t>
            </a:r>
            <a:r>
              <a:rPr lang="en-US" altLang="zh-CN" dirty="0" err="1"/>
              <a:t>subTree</a:t>
            </a:r>
            <a:r>
              <a:rPr lang="en-US" altLang="zh-CN" dirty="0"/>
              <a:t>-&gt;</a:t>
            </a:r>
            <a:r>
              <a:rPr lang="en-US" altLang="zh-CN" dirty="0" err="1"/>
              <a:t>leftChild</a:t>
            </a:r>
            <a:r>
              <a:rPr lang="en-US" altLang="zh-CN" dirty="0"/>
              <a:t>, visit );</a:t>
            </a:r>
          </a:p>
          <a:p>
            <a:pPr marL="0" indent="0">
              <a:buNone/>
            </a:pPr>
            <a:r>
              <a:rPr lang="en-US" altLang="zh-CN" dirty="0"/>
              <a:t>        visit(</a:t>
            </a:r>
            <a:r>
              <a:rPr lang="en-US" altLang="zh-CN" dirty="0" err="1"/>
              <a:t>subTree</a:t>
            </a:r>
            <a:r>
              <a:rPr lang="en-US" altLang="zh-CN" dirty="0"/>
              <a:t>);      </a:t>
            </a:r>
          </a:p>
          <a:p>
            <a:pPr marL="0" indent="0">
              <a:buNone/>
            </a:pPr>
            <a:r>
              <a:rPr lang="en-US" altLang="zh-CN" dirty="0"/>
              <a:t>        </a:t>
            </a:r>
            <a:r>
              <a:rPr lang="en-US" altLang="zh-CN" dirty="0" err="1"/>
              <a:t>InOrder</a:t>
            </a:r>
            <a:r>
              <a:rPr lang="en-US" altLang="zh-CN" dirty="0"/>
              <a:t> ( </a:t>
            </a:r>
            <a:r>
              <a:rPr lang="en-US" altLang="zh-CN" dirty="0" err="1"/>
              <a:t>subTree</a:t>
            </a:r>
            <a:r>
              <a:rPr lang="en-US" altLang="zh-CN" dirty="0"/>
              <a:t>-&gt;</a:t>
            </a:r>
            <a:r>
              <a:rPr lang="en-US" altLang="zh-CN" dirty="0" err="1"/>
              <a:t>rightChild</a:t>
            </a:r>
            <a:r>
              <a:rPr lang="en-US" altLang="zh-CN" dirty="0"/>
              <a:t> , visit );</a:t>
            </a:r>
          </a:p>
          <a:p>
            <a:pPr marL="0" indent="0">
              <a:buNone/>
            </a:pPr>
            <a:r>
              <a:rPr lang="en-US" altLang="zh-CN" dirty="0"/>
              <a:t>    }</a:t>
            </a:r>
          </a:p>
          <a:p>
            <a:pPr marL="0" indent="0">
              <a:buNone/>
            </a:pPr>
            <a:r>
              <a:rPr lang="en-US" altLang="zh-CN" dirty="0"/>
              <a:t>}</a:t>
            </a:r>
          </a:p>
          <a:p>
            <a:pPr marL="0" indent="0">
              <a:buNone/>
            </a:pPr>
            <a:endParaRPr lang="en-US" altLang="zh-CN" dirty="0"/>
          </a:p>
          <a:p>
            <a:pPr marL="0" indent="0">
              <a:buNone/>
            </a:pPr>
            <a:endParaRPr lang="zh-CN" altLang="en-US" dirty="0"/>
          </a:p>
        </p:txBody>
      </p:sp>
      <p:sp>
        <p:nvSpPr>
          <p:cNvPr id="4" name="灯片编号占位符 3">
            <a:extLst>
              <a:ext uri="{FF2B5EF4-FFF2-40B4-BE49-F238E27FC236}">
                <a16:creationId xmlns:a16="http://schemas.microsoft.com/office/drawing/2014/main" id="{A45867DF-D1A7-1C4F-70A7-2B6B44741B9D}"/>
              </a:ext>
            </a:extLst>
          </p:cNvPr>
          <p:cNvSpPr>
            <a:spLocks noGrp="1"/>
          </p:cNvSpPr>
          <p:nvPr>
            <p:ph type="sldNum" sz="quarter" idx="12"/>
          </p:nvPr>
        </p:nvSpPr>
        <p:spPr/>
        <p:txBody>
          <a:bodyPr/>
          <a:lstStyle/>
          <a:p>
            <a:pPr>
              <a:defRPr/>
            </a:pPr>
            <a:fld id="{A598D83B-EE2A-4F12-B129-1EDE84DF129B}" type="slidenum">
              <a:rPr lang="en-US" altLang="zh-CN" smtClean="0"/>
              <a:pPr>
                <a:defRPr/>
              </a:pPr>
              <a:t>28</a:t>
            </a:fld>
            <a:endParaRPr lang="en-US" altLang="zh-CN"/>
          </a:p>
        </p:txBody>
      </p:sp>
    </p:spTree>
  </p:cSld>
  <p:clrMapOvr>
    <a:masterClrMapping/>
  </p:clrMapOvr>
  <p:transition>
    <p:spli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0DE8EB49-1CEA-4799-B787-EF0FB1902EEA}"/>
              </a:ext>
            </a:extLst>
          </p:cNvPr>
          <p:cNvGrpSpPr/>
          <p:nvPr/>
        </p:nvGrpSpPr>
        <p:grpSpPr>
          <a:xfrm>
            <a:off x="5580112" y="2272716"/>
            <a:ext cx="3124200" cy="4178300"/>
            <a:chOff x="5410200" y="1873250"/>
            <a:chExt cx="3124200" cy="4178300"/>
          </a:xfrm>
        </p:grpSpPr>
        <p:sp>
          <p:nvSpPr>
            <p:cNvPr id="45058" name="Line 2">
              <a:extLst>
                <a:ext uri="{FF2B5EF4-FFF2-40B4-BE49-F238E27FC236}">
                  <a16:creationId xmlns:a16="http://schemas.microsoft.com/office/drawing/2014/main" id="{E2CA6FF7-CB8E-BBE3-8ED0-38408FC6A9C6}"/>
                </a:ext>
              </a:extLst>
            </p:cNvPr>
            <p:cNvSpPr>
              <a:spLocks noChangeShapeType="1"/>
            </p:cNvSpPr>
            <p:nvPr/>
          </p:nvSpPr>
          <p:spPr bwMode="auto">
            <a:xfrm>
              <a:off x="7086600" y="5029200"/>
              <a:ext cx="381000" cy="6858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59" name="Line 3">
              <a:extLst>
                <a:ext uri="{FF2B5EF4-FFF2-40B4-BE49-F238E27FC236}">
                  <a16:creationId xmlns:a16="http://schemas.microsoft.com/office/drawing/2014/main" id="{BB4690BC-E77E-899B-86D5-D2D412BE8FAB}"/>
                </a:ext>
              </a:extLst>
            </p:cNvPr>
            <p:cNvSpPr>
              <a:spLocks noChangeShapeType="1"/>
            </p:cNvSpPr>
            <p:nvPr/>
          </p:nvSpPr>
          <p:spPr bwMode="auto">
            <a:xfrm>
              <a:off x="7924800" y="3200400"/>
              <a:ext cx="304800" cy="6858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60" name="Line 4">
              <a:extLst>
                <a:ext uri="{FF2B5EF4-FFF2-40B4-BE49-F238E27FC236}">
                  <a16:creationId xmlns:a16="http://schemas.microsoft.com/office/drawing/2014/main" id="{CC0AD0B5-E7E3-AE43-1B44-AD3E687EDDD9}"/>
                </a:ext>
              </a:extLst>
            </p:cNvPr>
            <p:cNvSpPr>
              <a:spLocks noChangeShapeType="1"/>
            </p:cNvSpPr>
            <p:nvPr/>
          </p:nvSpPr>
          <p:spPr bwMode="auto">
            <a:xfrm>
              <a:off x="6172200" y="3200400"/>
              <a:ext cx="381000" cy="6858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61" name="Line 5">
              <a:extLst>
                <a:ext uri="{FF2B5EF4-FFF2-40B4-BE49-F238E27FC236}">
                  <a16:creationId xmlns:a16="http://schemas.microsoft.com/office/drawing/2014/main" id="{9096A7E5-8140-0082-4824-2D8EBB5BD7E7}"/>
                </a:ext>
              </a:extLst>
            </p:cNvPr>
            <p:cNvSpPr>
              <a:spLocks noChangeShapeType="1"/>
            </p:cNvSpPr>
            <p:nvPr/>
          </p:nvSpPr>
          <p:spPr bwMode="auto">
            <a:xfrm>
              <a:off x="6629400" y="4114800"/>
              <a:ext cx="381000" cy="6858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62" name="Line 6">
              <a:extLst>
                <a:ext uri="{FF2B5EF4-FFF2-40B4-BE49-F238E27FC236}">
                  <a16:creationId xmlns:a16="http://schemas.microsoft.com/office/drawing/2014/main" id="{AF5699DB-95B1-02C8-1E58-C36EFCD379ED}"/>
                </a:ext>
              </a:extLst>
            </p:cNvPr>
            <p:cNvSpPr>
              <a:spLocks noChangeShapeType="1"/>
            </p:cNvSpPr>
            <p:nvPr/>
          </p:nvSpPr>
          <p:spPr bwMode="auto">
            <a:xfrm flipH="1">
              <a:off x="7391400" y="3200400"/>
              <a:ext cx="304800" cy="6096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63" name="Line 7">
              <a:extLst>
                <a:ext uri="{FF2B5EF4-FFF2-40B4-BE49-F238E27FC236}">
                  <a16:creationId xmlns:a16="http://schemas.microsoft.com/office/drawing/2014/main" id="{03649496-C23C-4DA0-2443-16803A18DA54}"/>
                </a:ext>
              </a:extLst>
            </p:cNvPr>
            <p:cNvSpPr>
              <a:spLocks noChangeShapeType="1"/>
            </p:cNvSpPr>
            <p:nvPr/>
          </p:nvSpPr>
          <p:spPr bwMode="auto">
            <a:xfrm flipH="1">
              <a:off x="6629400" y="5029200"/>
              <a:ext cx="304800" cy="6096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64" name="Line 8">
              <a:extLst>
                <a:ext uri="{FF2B5EF4-FFF2-40B4-BE49-F238E27FC236}">
                  <a16:creationId xmlns:a16="http://schemas.microsoft.com/office/drawing/2014/main" id="{45808C06-B9D8-A2A7-884B-9403C2183DE3}"/>
                </a:ext>
              </a:extLst>
            </p:cNvPr>
            <p:cNvSpPr>
              <a:spLocks noChangeShapeType="1"/>
            </p:cNvSpPr>
            <p:nvPr/>
          </p:nvSpPr>
          <p:spPr bwMode="auto">
            <a:xfrm flipH="1">
              <a:off x="6248400" y="4114800"/>
              <a:ext cx="304800" cy="6096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65" name="Line 9">
              <a:extLst>
                <a:ext uri="{FF2B5EF4-FFF2-40B4-BE49-F238E27FC236}">
                  <a16:creationId xmlns:a16="http://schemas.microsoft.com/office/drawing/2014/main" id="{B43F611D-F85B-8CF7-6AA1-81D3F6DE4595}"/>
                </a:ext>
              </a:extLst>
            </p:cNvPr>
            <p:cNvSpPr>
              <a:spLocks noChangeShapeType="1"/>
            </p:cNvSpPr>
            <p:nvPr/>
          </p:nvSpPr>
          <p:spPr bwMode="auto">
            <a:xfrm flipH="1">
              <a:off x="5715000" y="3276600"/>
              <a:ext cx="304800" cy="6096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66" name="Line 10">
              <a:extLst>
                <a:ext uri="{FF2B5EF4-FFF2-40B4-BE49-F238E27FC236}">
                  <a16:creationId xmlns:a16="http://schemas.microsoft.com/office/drawing/2014/main" id="{BE5F3438-89E2-FC76-D340-6438743417FB}"/>
                </a:ext>
              </a:extLst>
            </p:cNvPr>
            <p:cNvSpPr>
              <a:spLocks noChangeShapeType="1"/>
            </p:cNvSpPr>
            <p:nvPr/>
          </p:nvSpPr>
          <p:spPr bwMode="auto">
            <a:xfrm>
              <a:off x="7010400" y="2362200"/>
              <a:ext cx="685800" cy="6096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67" name="Line 11">
              <a:extLst>
                <a:ext uri="{FF2B5EF4-FFF2-40B4-BE49-F238E27FC236}">
                  <a16:creationId xmlns:a16="http://schemas.microsoft.com/office/drawing/2014/main" id="{E098BE9F-5466-34A6-A3F1-AFF604E5181F}"/>
                </a:ext>
              </a:extLst>
            </p:cNvPr>
            <p:cNvSpPr>
              <a:spLocks noChangeShapeType="1"/>
            </p:cNvSpPr>
            <p:nvPr/>
          </p:nvSpPr>
          <p:spPr bwMode="auto">
            <a:xfrm flipH="1">
              <a:off x="6248400" y="2362200"/>
              <a:ext cx="609600" cy="6096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5710" name="Oval 14">
              <a:extLst>
                <a:ext uri="{FF2B5EF4-FFF2-40B4-BE49-F238E27FC236}">
                  <a16:creationId xmlns:a16="http://schemas.microsoft.com/office/drawing/2014/main" id="{64998947-E72C-1D4B-2FBD-D6FFB8D99451}"/>
                </a:ext>
              </a:extLst>
            </p:cNvPr>
            <p:cNvSpPr>
              <a:spLocks noChangeArrowheads="1"/>
            </p:cNvSpPr>
            <p:nvPr/>
          </p:nvSpPr>
          <p:spPr bwMode="auto">
            <a:xfrm>
              <a:off x="6705600" y="1981200"/>
              <a:ext cx="533400" cy="533400"/>
            </a:xfrm>
            <a:prstGeom prst="ellipse">
              <a:avLst/>
            </a:prstGeom>
            <a:gradFill rotWithShape="0">
              <a:gsLst>
                <a:gs pos="0">
                  <a:schemeClr val="accent1"/>
                </a:gs>
                <a:gs pos="100000">
                  <a:schemeClr val="accent1">
                    <a:gamma/>
                    <a:shade val="46275"/>
                    <a:invGamma/>
                  </a:schemeClr>
                </a:gs>
              </a:gsLst>
              <a:path path="rect">
                <a:fillToRect r="100000" b="100000"/>
              </a:path>
            </a:gradFill>
            <a:ln w="38100">
              <a:noFill/>
              <a:round/>
              <a:headEnd/>
              <a:tailEnd/>
            </a:ln>
            <a:effectLst/>
          </p:spPr>
          <p:txBody>
            <a:bodyPr wrap="none" anchor="ctr"/>
            <a:lstStyle/>
            <a:p>
              <a:pPr eaLnBrk="1" fontAlgn="auto" hangingPunct="1">
                <a:spcBef>
                  <a:spcPts val="0"/>
                </a:spcBef>
                <a:spcAft>
                  <a:spcPts val="0"/>
                </a:spcAft>
                <a:defRPr/>
              </a:pPr>
              <a:endParaRPr lang="zh-CN" altLang="en-US">
                <a:latin typeface="Times New Roman" charset="0"/>
                <a:ea typeface="+mn-ea"/>
              </a:endParaRPr>
            </a:p>
          </p:txBody>
        </p:sp>
        <p:sp>
          <p:nvSpPr>
            <p:cNvPr id="45071" name="Oval 15">
              <a:extLst>
                <a:ext uri="{FF2B5EF4-FFF2-40B4-BE49-F238E27FC236}">
                  <a16:creationId xmlns:a16="http://schemas.microsoft.com/office/drawing/2014/main" id="{8B5026B2-09C6-1F2A-C437-29C473490891}"/>
                </a:ext>
              </a:extLst>
            </p:cNvPr>
            <p:cNvSpPr>
              <a:spLocks noChangeArrowheads="1"/>
            </p:cNvSpPr>
            <p:nvPr/>
          </p:nvSpPr>
          <p:spPr bwMode="auto">
            <a:xfrm>
              <a:off x="5410200" y="3733800"/>
              <a:ext cx="533400" cy="533400"/>
            </a:xfrm>
            <a:prstGeom prst="ellipse">
              <a:avLst/>
            </a:prstGeom>
            <a:gradFill rotWithShape="0">
              <a:gsLst>
                <a:gs pos="0">
                  <a:srgbClr val="FF7C80"/>
                </a:gs>
                <a:gs pos="100000">
                  <a:srgbClr val="76393B"/>
                </a:gs>
              </a:gsLst>
              <a:path path="rect">
                <a:fillToRect r="100000" b="10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85712" name="Oval 16">
              <a:extLst>
                <a:ext uri="{FF2B5EF4-FFF2-40B4-BE49-F238E27FC236}">
                  <a16:creationId xmlns:a16="http://schemas.microsoft.com/office/drawing/2014/main" id="{02D56711-5903-9762-BAA3-F3327FB65C44}"/>
                </a:ext>
              </a:extLst>
            </p:cNvPr>
            <p:cNvSpPr>
              <a:spLocks noChangeArrowheads="1"/>
            </p:cNvSpPr>
            <p:nvPr/>
          </p:nvSpPr>
          <p:spPr bwMode="auto">
            <a:xfrm>
              <a:off x="6324600" y="3733800"/>
              <a:ext cx="533400" cy="533400"/>
            </a:xfrm>
            <a:prstGeom prst="ellipse">
              <a:avLst/>
            </a:prstGeom>
            <a:gradFill rotWithShape="0">
              <a:gsLst>
                <a:gs pos="0">
                  <a:schemeClr val="accent1"/>
                </a:gs>
                <a:gs pos="100000">
                  <a:schemeClr val="accent1">
                    <a:gamma/>
                    <a:shade val="46275"/>
                    <a:invGamma/>
                  </a:schemeClr>
                </a:gs>
              </a:gsLst>
              <a:path path="rect">
                <a:fillToRect r="100000" b="100000"/>
              </a:path>
            </a:gradFill>
            <a:ln w="38100">
              <a:noFill/>
              <a:round/>
              <a:headEnd/>
              <a:tailEnd/>
            </a:ln>
            <a:effectLst/>
          </p:spPr>
          <p:txBody>
            <a:bodyPr wrap="none" anchor="ctr"/>
            <a:lstStyle/>
            <a:p>
              <a:pPr eaLnBrk="1" fontAlgn="auto" hangingPunct="1">
                <a:spcBef>
                  <a:spcPts val="0"/>
                </a:spcBef>
                <a:spcAft>
                  <a:spcPts val="0"/>
                </a:spcAft>
                <a:defRPr/>
              </a:pPr>
              <a:endParaRPr lang="zh-CN" altLang="en-US">
                <a:latin typeface="Times New Roman" charset="0"/>
                <a:ea typeface="+mn-ea"/>
              </a:endParaRPr>
            </a:p>
          </p:txBody>
        </p:sp>
        <p:sp>
          <p:nvSpPr>
            <p:cNvPr id="45073" name="Oval 17">
              <a:extLst>
                <a:ext uri="{FF2B5EF4-FFF2-40B4-BE49-F238E27FC236}">
                  <a16:creationId xmlns:a16="http://schemas.microsoft.com/office/drawing/2014/main" id="{CF06CB00-6D45-5056-F6AE-526EAE920973}"/>
                </a:ext>
              </a:extLst>
            </p:cNvPr>
            <p:cNvSpPr>
              <a:spLocks noChangeArrowheads="1"/>
            </p:cNvSpPr>
            <p:nvPr/>
          </p:nvSpPr>
          <p:spPr bwMode="auto">
            <a:xfrm>
              <a:off x="7086600" y="3733800"/>
              <a:ext cx="533400" cy="533400"/>
            </a:xfrm>
            <a:prstGeom prst="ellipse">
              <a:avLst/>
            </a:prstGeom>
            <a:gradFill rotWithShape="0">
              <a:gsLst>
                <a:gs pos="0">
                  <a:srgbClr val="FF7C80"/>
                </a:gs>
                <a:gs pos="100000">
                  <a:srgbClr val="76393B"/>
                </a:gs>
              </a:gsLst>
              <a:path path="rect">
                <a:fillToRect r="100000" b="10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45074" name="Oval 18">
              <a:extLst>
                <a:ext uri="{FF2B5EF4-FFF2-40B4-BE49-F238E27FC236}">
                  <a16:creationId xmlns:a16="http://schemas.microsoft.com/office/drawing/2014/main" id="{53A56886-6FD0-4661-9AD1-ACBBB8C1823F}"/>
                </a:ext>
              </a:extLst>
            </p:cNvPr>
            <p:cNvSpPr>
              <a:spLocks noChangeArrowheads="1"/>
            </p:cNvSpPr>
            <p:nvPr/>
          </p:nvSpPr>
          <p:spPr bwMode="auto">
            <a:xfrm>
              <a:off x="8001000" y="3733800"/>
              <a:ext cx="533400" cy="533400"/>
            </a:xfrm>
            <a:prstGeom prst="ellipse">
              <a:avLst/>
            </a:prstGeom>
            <a:gradFill rotWithShape="0">
              <a:gsLst>
                <a:gs pos="0">
                  <a:srgbClr val="FF7C80"/>
                </a:gs>
                <a:gs pos="100000">
                  <a:srgbClr val="76393B"/>
                </a:gs>
              </a:gsLst>
              <a:path path="rect">
                <a:fillToRect r="100000" b="10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85715" name="Oval 19">
              <a:extLst>
                <a:ext uri="{FF2B5EF4-FFF2-40B4-BE49-F238E27FC236}">
                  <a16:creationId xmlns:a16="http://schemas.microsoft.com/office/drawing/2014/main" id="{FD3F3DBE-E66D-9687-7BEB-6B9F6EF9CF60}"/>
                </a:ext>
              </a:extLst>
            </p:cNvPr>
            <p:cNvSpPr>
              <a:spLocks noChangeArrowheads="1"/>
            </p:cNvSpPr>
            <p:nvPr/>
          </p:nvSpPr>
          <p:spPr bwMode="auto">
            <a:xfrm>
              <a:off x="5867400" y="2819400"/>
              <a:ext cx="533400" cy="533400"/>
            </a:xfrm>
            <a:prstGeom prst="ellipse">
              <a:avLst/>
            </a:prstGeom>
            <a:gradFill rotWithShape="0">
              <a:gsLst>
                <a:gs pos="0">
                  <a:schemeClr val="accent1"/>
                </a:gs>
                <a:gs pos="100000">
                  <a:schemeClr val="accent1">
                    <a:gamma/>
                    <a:shade val="46275"/>
                    <a:invGamma/>
                  </a:schemeClr>
                </a:gs>
              </a:gsLst>
              <a:path path="rect">
                <a:fillToRect r="100000" b="100000"/>
              </a:path>
            </a:gradFill>
            <a:ln w="38100">
              <a:noFill/>
              <a:round/>
              <a:headEnd/>
              <a:tailEnd/>
            </a:ln>
            <a:effectLst/>
          </p:spPr>
          <p:txBody>
            <a:bodyPr wrap="none" anchor="ctr"/>
            <a:lstStyle/>
            <a:p>
              <a:pPr eaLnBrk="1" fontAlgn="auto" hangingPunct="1">
                <a:spcBef>
                  <a:spcPts val="0"/>
                </a:spcBef>
                <a:spcAft>
                  <a:spcPts val="0"/>
                </a:spcAft>
                <a:defRPr/>
              </a:pPr>
              <a:endParaRPr lang="zh-CN" altLang="en-US">
                <a:latin typeface="Times New Roman" charset="0"/>
                <a:ea typeface="+mn-ea"/>
              </a:endParaRPr>
            </a:p>
          </p:txBody>
        </p:sp>
        <p:sp>
          <p:nvSpPr>
            <p:cNvPr id="285716" name="Oval 20">
              <a:extLst>
                <a:ext uri="{FF2B5EF4-FFF2-40B4-BE49-F238E27FC236}">
                  <a16:creationId xmlns:a16="http://schemas.microsoft.com/office/drawing/2014/main" id="{9C9AF8A4-2E4B-EA02-4B28-CDDBBB5CAA43}"/>
                </a:ext>
              </a:extLst>
            </p:cNvPr>
            <p:cNvSpPr>
              <a:spLocks noChangeArrowheads="1"/>
            </p:cNvSpPr>
            <p:nvPr/>
          </p:nvSpPr>
          <p:spPr bwMode="auto">
            <a:xfrm>
              <a:off x="7543800" y="2819400"/>
              <a:ext cx="533400" cy="533400"/>
            </a:xfrm>
            <a:prstGeom prst="ellipse">
              <a:avLst/>
            </a:prstGeom>
            <a:gradFill rotWithShape="0">
              <a:gsLst>
                <a:gs pos="0">
                  <a:schemeClr val="accent1"/>
                </a:gs>
                <a:gs pos="100000">
                  <a:schemeClr val="accent1">
                    <a:gamma/>
                    <a:shade val="46275"/>
                    <a:invGamma/>
                  </a:schemeClr>
                </a:gs>
              </a:gsLst>
              <a:path path="rect">
                <a:fillToRect r="100000" b="100000"/>
              </a:path>
            </a:gradFill>
            <a:ln w="38100">
              <a:noFill/>
              <a:round/>
              <a:headEnd/>
              <a:tailEnd/>
            </a:ln>
            <a:effectLst/>
          </p:spPr>
          <p:txBody>
            <a:bodyPr wrap="none" anchor="ctr"/>
            <a:lstStyle/>
            <a:p>
              <a:pPr eaLnBrk="1" fontAlgn="auto" hangingPunct="1">
                <a:spcBef>
                  <a:spcPts val="0"/>
                </a:spcBef>
                <a:spcAft>
                  <a:spcPts val="0"/>
                </a:spcAft>
                <a:defRPr/>
              </a:pPr>
              <a:endParaRPr lang="zh-CN" altLang="en-US">
                <a:latin typeface="Times New Roman" charset="0"/>
                <a:ea typeface="+mn-ea"/>
              </a:endParaRPr>
            </a:p>
          </p:txBody>
        </p:sp>
        <p:sp>
          <p:nvSpPr>
            <p:cNvPr id="45077" name="Oval 21">
              <a:extLst>
                <a:ext uri="{FF2B5EF4-FFF2-40B4-BE49-F238E27FC236}">
                  <a16:creationId xmlns:a16="http://schemas.microsoft.com/office/drawing/2014/main" id="{795747A5-5886-B19B-6425-A0454098F359}"/>
                </a:ext>
              </a:extLst>
            </p:cNvPr>
            <p:cNvSpPr>
              <a:spLocks noChangeArrowheads="1"/>
            </p:cNvSpPr>
            <p:nvPr/>
          </p:nvSpPr>
          <p:spPr bwMode="auto">
            <a:xfrm>
              <a:off x="5867400" y="4648200"/>
              <a:ext cx="533400" cy="533400"/>
            </a:xfrm>
            <a:prstGeom prst="ellipse">
              <a:avLst/>
            </a:prstGeom>
            <a:gradFill rotWithShape="0">
              <a:gsLst>
                <a:gs pos="0">
                  <a:srgbClr val="FF7C80"/>
                </a:gs>
                <a:gs pos="100000">
                  <a:srgbClr val="76393B"/>
                </a:gs>
              </a:gsLst>
              <a:path path="rect">
                <a:fillToRect r="100000" b="10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85718" name="Oval 22">
              <a:extLst>
                <a:ext uri="{FF2B5EF4-FFF2-40B4-BE49-F238E27FC236}">
                  <a16:creationId xmlns:a16="http://schemas.microsoft.com/office/drawing/2014/main" id="{65113A85-64E6-744E-7217-AEC919C2C195}"/>
                </a:ext>
              </a:extLst>
            </p:cNvPr>
            <p:cNvSpPr>
              <a:spLocks noChangeArrowheads="1"/>
            </p:cNvSpPr>
            <p:nvPr/>
          </p:nvSpPr>
          <p:spPr bwMode="auto">
            <a:xfrm>
              <a:off x="6781800" y="4648200"/>
              <a:ext cx="533400" cy="533400"/>
            </a:xfrm>
            <a:prstGeom prst="ellipse">
              <a:avLst/>
            </a:prstGeom>
            <a:gradFill rotWithShape="0">
              <a:gsLst>
                <a:gs pos="0">
                  <a:schemeClr val="accent1"/>
                </a:gs>
                <a:gs pos="100000">
                  <a:schemeClr val="accent1">
                    <a:gamma/>
                    <a:shade val="46275"/>
                    <a:invGamma/>
                  </a:schemeClr>
                </a:gs>
              </a:gsLst>
              <a:path path="rect">
                <a:fillToRect r="100000" b="100000"/>
              </a:path>
            </a:gradFill>
            <a:ln w="38100">
              <a:noFill/>
              <a:round/>
              <a:headEnd/>
              <a:tailEnd/>
            </a:ln>
            <a:effectLst/>
          </p:spPr>
          <p:txBody>
            <a:bodyPr wrap="none" anchor="ctr"/>
            <a:lstStyle/>
            <a:p>
              <a:pPr eaLnBrk="1" fontAlgn="auto" hangingPunct="1">
                <a:spcBef>
                  <a:spcPts val="0"/>
                </a:spcBef>
                <a:spcAft>
                  <a:spcPts val="0"/>
                </a:spcAft>
                <a:defRPr/>
              </a:pPr>
              <a:endParaRPr lang="zh-CN" altLang="en-US">
                <a:latin typeface="Times New Roman" charset="0"/>
                <a:ea typeface="+mn-ea"/>
              </a:endParaRPr>
            </a:p>
          </p:txBody>
        </p:sp>
        <p:sp>
          <p:nvSpPr>
            <p:cNvPr id="45079" name="Oval 23">
              <a:extLst>
                <a:ext uri="{FF2B5EF4-FFF2-40B4-BE49-F238E27FC236}">
                  <a16:creationId xmlns:a16="http://schemas.microsoft.com/office/drawing/2014/main" id="{02ACE100-8B99-FDFB-D6E1-9E373D07E96E}"/>
                </a:ext>
              </a:extLst>
            </p:cNvPr>
            <p:cNvSpPr>
              <a:spLocks noChangeArrowheads="1"/>
            </p:cNvSpPr>
            <p:nvPr/>
          </p:nvSpPr>
          <p:spPr bwMode="auto">
            <a:xfrm>
              <a:off x="6324600" y="5486400"/>
              <a:ext cx="533400" cy="533400"/>
            </a:xfrm>
            <a:prstGeom prst="ellipse">
              <a:avLst/>
            </a:prstGeom>
            <a:gradFill rotWithShape="0">
              <a:gsLst>
                <a:gs pos="0">
                  <a:srgbClr val="FF7C80"/>
                </a:gs>
                <a:gs pos="100000">
                  <a:srgbClr val="76393B"/>
                </a:gs>
              </a:gsLst>
              <a:path path="rect">
                <a:fillToRect r="100000" b="10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45080" name="Oval 24">
              <a:extLst>
                <a:ext uri="{FF2B5EF4-FFF2-40B4-BE49-F238E27FC236}">
                  <a16:creationId xmlns:a16="http://schemas.microsoft.com/office/drawing/2014/main" id="{36F62058-F662-BECE-1532-261B62E6973C}"/>
                </a:ext>
              </a:extLst>
            </p:cNvPr>
            <p:cNvSpPr>
              <a:spLocks noChangeArrowheads="1"/>
            </p:cNvSpPr>
            <p:nvPr/>
          </p:nvSpPr>
          <p:spPr bwMode="auto">
            <a:xfrm>
              <a:off x="7239000" y="5486400"/>
              <a:ext cx="533400" cy="533400"/>
            </a:xfrm>
            <a:prstGeom prst="ellipse">
              <a:avLst/>
            </a:prstGeom>
            <a:gradFill rotWithShape="0">
              <a:gsLst>
                <a:gs pos="0">
                  <a:srgbClr val="FF7C80"/>
                </a:gs>
                <a:gs pos="100000">
                  <a:srgbClr val="76393B"/>
                </a:gs>
              </a:gsLst>
              <a:path path="rect">
                <a:fillToRect r="100000" b="10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85721" name="Text Box 25">
              <a:extLst>
                <a:ext uri="{FF2B5EF4-FFF2-40B4-BE49-F238E27FC236}">
                  <a16:creationId xmlns:a16="http://schemas.microsoft.com/office/drawing/2014/main" id="{E372AC3E-0389-AE54-01BF-F705A40B69C7}"/>
                </a:ext>
              </a:extLst>
            </p:cNvPr>
            <p:cNvSpPr txBox="1">
              <a:spLocks noChangeArrowheads="1"/>
            </p:cNvSpPr>
            <p:nvPr/>
          </p:nvSpPr>
          <p:spPr bwMode="auto">
            <a:xfrm>
              <a:off x="6750050" y="1873250"/>
              <a:ext cx="412750" cy="641350"/>
            </a:xfrm>
            <a:prstGeom prst="rect">
              <a:avLst/>
            </a:prstGeom>
            <a:noFill/>
            <a:ln w="38100">
              <a:noFill/>
              <a:miter lim="800000"/>
              <a:headEnd/>
              <a:tailEnd/>
            </a:ln>
            <a:effectLst/>
          </p:spPr>
          <p:txBody>
            <a:bodyPr wrap="none" anchor="ctr">
              <a:spAutoFit/>
            </a:bodyPr>
            <a:lstStyle/>
            <a:p>
              <a:pPr algn="ctr" eaLnBrk="1" fontAlgn="auto" hangingPunct="1">
                <a:spcBef>
                  <a:spcPts val="0"/>
                </a:spcBef>
                <a:spcAft>
                  <a:spcPts val="0"/>
                </a:spcAft>
                <a:defRPr/>
              </a:pPr>
              <a:r>
                <a:rPr lang="en-US" altLang="zh-CN" sz="3600">
                  <a:solidFill>
                    <a:schemeClr val="bg1"/>
                  </a:solidFill>
                  <a:effectLst>
                    <a:outerShdw blurRad="38100" dist="38100" dir="2700000" algn="tl">
                      <a:srgbClr val="C0C0C0"/>
                    </a:outerShdw>
                  </a:effectLst>
                  <a:latin typeface="仿宋_GB2312" pitchFamily="49" charset="-122"/>
                  <a:ea typeface="仿宋_GB2312" pitchFamily="49" charset="-122"/>
                </a:rPr>
                <a:t>-</a:t>
              </a:r>
              <a:endParaRPr lang="en-US" altLang="zh-CN">
                <a:latin typeface="Times New Roman" charset="0"/>
                <a:ea typeface="+mn-ea"/>
              </a:endParaRPr>
            </a:p>
          </p:txBody>
        </p:sp>
        <p:sp>
          <p:nvSpPr>
            <p:cNvPr id="285722" name="Text Box 26">
              <a:extLst>
                <a:ext uri="{FF2B5EF4-FFF2-40B4-BE49-F238E27FC236}">
                  <a16:creationId xmlns:a16="http://schemas.microsoft.com/office/drawing/2014/main" id="{69DCCEF6-F718-053C-4C10-886A9C9E6925}"/>
                </a:ext>
              </a:extLst>
            </p:cNvPr>
            <p:cNvSpPr txBox="1">
              <a:spLocks noChangeArrowheads="1"/>
            </p:cNvSpPr>
            <p:nvPr/>
          </p:nvSpPr>
          <p:spPr bwMode="auto">
            <a:xfrm>
              <a:off x="6826250" y="4572000"/>
              <a:ext cx="412750" cy="641350"/>
            </a:xfrm>
            <a:prstGeom prst="rect">
              <a:avLst/>
            </a:prstGeom>
            <a:noFill/>
            <a:ln w="38100">
              <a:noFill/>
              <a:miter lim="800000"/>
              <a:headEnd/>
              <a:tailEnd/>
            </a:ln>
            <a:effectLst/>
          </p:spPr>
          <p:txBody>
            <a:bodyPr wrap="none" anchor="ctr">
              <a:spAutoFit/>
            </a:bodyPr>
            <a:lstStyle/>
            <a:p>
              <a:pPr algn="ctr" eaLnBrk="1" fontAlgn="auto" hangingPunct="1">
                <a:spcBef>
                  <a:spcPts val="0"/>
                </a:spcBef>
                <a:spcAft>
                  <a:spcPts val="0"/>
                </a:spcAft>
                <a:defRPr/>
              </a:pPr>
              <a:r>
                <a:rPr lang="en-US" altLang="zh-CN" sz="3600">
                  <a:solidFill>
                    <a:schemeClr val="bg1"/>
                  </a:solidFill>
                  <a:effectLst>
                    <a:outerShdw blurRad="38100" dist="38100" dir="2700000" algn="tl">
                      <a:srgbClr val="C0C0C0"/>
                    </a:outerShdw>
                  </a:effectLst>
                  <a:latin typeface="仿宋_GB2312" pitchFamily="49" charset="-122"/>
                  <a:ea typeface="仿宋_GB2312" pitchFamily="49" charset="-122"/>
                </a:rPr>
                <a:t>-</a:t>
              </a:r>
              <a:endParaRPr lang="en-US" altLang="zh-CN">
                <a:latin typeface="Times New Roman" charset="0"/>
                <a:ea typeface="+mn-ea"/>
              </a:endParaRPr>
            </a:p>
          </p:txBody>
        </p:sp>
        <p:sp>
          <p:nvSpPr>
            <p:cNvPr id="285723" name="Text Box 27">
              <a:extLst>
                <a:ext uri="{FF2B5EF4-FFF2-40B4-BE49-F238E27FC236}">
                  <a16:creationId xmlns:a16="http://schemas.microsoft.com/office/drawing/2014/main" id="{91D8CAC9-68E8-D631-EB5D-B9344B2AE278}"/>
                </a:ext>
              </a:extLst>
            </p:cNvPr>
            <p:cNvSpPr txBox="1">
              <a:spLocks noChangeArrowheads="1"/>
            </p:cNvSpPr>
            <p:nvPr/>
          </p:nvSpPr>
          <p:spPr bwMode="auto">
            <a:xfrm>
              <a:off x="7600950" y="2773363"/>
              <a:ext cx="387350" cy="579437"/>
            </a:xfrm>
            <a:prstGeom prst="rect">
              <a:avLst/>
            </a:prstGeom>
            <a:noFill/>
            <a:ln w="38100">
              <a:noFill/>
              <a:miter lim="800000"/>
              <a:headEnd/>
              <a:tailEnd/>
            </a:ln>
            <a:effectLst/>
          </p:spPr>
          <p:txBody>
            <a:bodyPr wrap="none" anchor="ctr">
              <a:spAutoFit/>
            </a:bodyPr>
            <a:lstStyle/>
            <a:p>
              <a:pPr algn="ctr" eaLnBrk="1" fontAlgn="auto" hangingPunct="1">
                <a:spcBef>
                  <a:spcPts val="0"/>
                </a:spcBef>
                <a:spcAft>
                  <a:spcPts val="0"/>
                </a:spcAft>
                <a:defRPr/>
              </a:pPr>
              <a:r>
                <a:rPr lang="en-US" altLang="zh-CN" sz="3200">
                  <a:solidFill>
                    <a:schemeClr val="bg1"/>
                  </a:solidFill>
                  <a:effectLst>
                    <a:outerShdw blurRad="38100" dist="38100" dir="2700000" algn="tl">
                      <a:srgbClr val="C0C0C0"/>
                    </a:outerShdw>
                  </a:effectLst>
                  <a:latin typeface="仿宋_GB2312" pitchFamily="49" charset="-122"/>
                  <a:ea typeface="仿宋_GB2312" pitchFamily="49" charset="-122"/>
                </a:rPr>
                <a:t>/</a:t>
              </a:r>
              <a:endParaRPr lang="en-US" altLang="zh-CN">
                <a:latin typeface="Times New Roman" charset="0"/>
                <a:ea typeface="+mn-ea"/>
              </a:endParaRPr>
            </a:p>
          </p:txBody>
        </p:sp>
        <p:sp>
          <p:nvSpPr>
            <p:cNvPr id="285724" name="Text Box 28">
              <a:extLst>
                <a:ext uri="{FF2B5EF4-FFF2-40B4-BE49-F238E27FC236}">
                  <a16:creationId xmlns:a16="http://schemas.microsoft.com/office/drawing/2014/main" id="{BFB5CE67-530A-9F00-8F5D-EA05D3FA0084}"/>
                </a:ext>
              </a:extLst>
            </p:cNvPr>
            <p:cNvSpPr txBox="1">
              <a:spLocks noChangeArrowheads="1"/>
            </p:cNvSpPr>
            <p:nvPr/>
          </p:nvSpPr>
          <p:spPr bwMode="auto">
            <a:xfrm>
              <a:off x="5899150" y="2681288"/>
              <a:ext cx="438150" cy="701675"/>
            </a:xfrm>
            <a:prstGeom prst="rect">
              <a:avLst/>
            </a:prstGeom>
            <a:noFill/>
            <a:ln w="38100">
              <a:noFill/>
              <a:miter lim="800000"/>
              <a:headEnd/>
              <a:tailEnd/>
            </a:ln>
            <a:effectLst/>
          </p:spPr>
          <p:txBody>
            <a:bodyPr wrap="none" anchor="ctr">
              <a:spAutoFit/>
            </a:bodyPr>
            <a:lstStyle/>
            <a:p>
              <a:pPr algn="ctr" eaLnBrk="1" fontAlgn="auto" hangingPunct="1">
                <a:spcBef>
                  <a:spcPts val="0"/>
                </a:spcBef>
                <a:spcAft>
                  <a:spcPts val="0"/>
                </a:spcAft>
                <a:defRPr/>
              </a:pPr>
              <a:r>
                <a:rPr lang="en-US" altLang="zh-CN" sz="4000">
                  <a:solidFill>
                    <a:schemeClr val="bg1"/>
                  </a:solidFill>
                  <a:effectLst>
                    <a:outerShdw blurRad="38100" dist="38100" dir="2700000" algn="tl">
                      <a:srgbClr val="C0C0C0"/>
                    </a:outerShdw>
                  </a:effectLst>
                  <a:latin typeface="仿宋_GB2312" pitchFamily="49" charset="-122"/>
                  <a:ea typeface="仿宋_GB2312" pitchFamily="49" charset="-122"/>
                </a:rPr>
                <a:t>+</a:t>
              </a:r>
              <a:endParaRPr lang="en-US" altLang="zh-CN" sz="3600">
                <a:solidFill>
                  <a:schemeClr val="bg1"/>
                </a:solidFill>
                <a:effectLst>
                  <a:outerShdw blurRad="38100" dist="38100" dir="2700000" algn="tl">
                    <a:srgbClr val="C0C0C0"/>
                  </a:outerShdw>
                </a:effectLst>
                <a:latin typeface="仿宋_GB2312" pitchFamily="49" charset="-122"/>
                <a:ea typeface="仿宋_GB2312" pitchFamily="49" charset="-122"/>
              </a:endParaRPr>
            </a:p>
          </p:txBody>
        </p:sp>
        <p:sp>
          <p:nvSpPr>
            <p:cNvPr id="285725" name="Text Box 29">
              <a:extLst>
                <a:ext uri="{FF2B5EF4-FFF2-40B4-BE49-F238E27FC236}">
                  <a16:creationId xmlns:a16="http://schemas.microsoft.com/office/drawing/2014/main" id="{B7D38229-A80B-ED68-FD8D-D8204D17102F}"/>
                </a:ext>
              </a:extLst>
            </p:cNvPr>
            <p:cNvSpPr txBox="1">
              <a:spLocks noChangeArrowheads="1"/>
            </p:cNvSpPr>
            <p:nvPr/>
          </p:nvSpPr>
          <p:spPr bwMode="auto">
            <a:xfrm>
              <a:off x="6356350" y="3595688"/>
              <a:ext cx="438150" cy="701675"/>
            </a:xfrm>
            <a:prstGeom prst="rect">
              <a:avLst/>
            </a:prstGeom>
            <a:noFill/>
            <a:ln w="38100">
              <a:noFill/>
              <a:miter lim="800000"/>
              <a:headEnd/>
              <a:tailEnd/>
            </a:ln>
            <a:effectLst/>
          </p:spPr>
          <p:txBody>
            <a:bodyPr wrap="none" anchor="ctr">
              <a:spAutoFit/>
            </a:bodyPr>
            <a:lstStyle/>
            <a:p>
              <a:pPr algn="ctr" eaLnBrk="1" fontAlgn="auto" hangingPunct="1">
                <a:spcBef>
                  <a:spcPts val="0"/>
                </a:spcBef>
                <a:spcAft>
                  <a:spcPts val="0"/>
                </a:spcAft>
                <a:defRPr/>
              </a:pPr>
              <a:r>
                <a:rPr lang="en-US" altLang="zh-CN" sz="4000">
                  <a:solidFill>
                    <a:schemeClr val="bg1"/>
                  </a:solidFill>
                  <a:effectLst>
                    <a:outerShdw blurRad="38100" dist="38100" dir="2700000" algn="tl">
                      <a:srgbClr val="C0C0C0"/>
                    </a:outerShdw>
                  </a:effectLst>
                  <a:latin typeface="仿宋_GB2312" pitchFamily="49" charset="-122"/>
                  <a:ea typeface="仿宋_GB2312" pitchFamily="49" charset="-122"/>
                </a:rPr>
                <a:t>*</a:t>
              </a:r>
              <a:endParaRPr lang="en-US" altLang="zh-CN" sz="3600">
                <a:solidFill>
                  <a:schemeClr val="bg1"/>
                </a:solidFill>
                <a:effectLst>
                  <a:outerShdw blurRad="38100" dist="38100" dir="2700000" algn="tl">
                    <a:srgbClr val="C0C0C0"/>
                  </a:outerShdw>
                </a:effectLst>
                <a:latin typeface="仿宋_GB2312" pitchFamily="49" charset="-122"/>
                <a:ea typeface="仿宋_GB2312" pitchFamily="49" charset="-122"/>
              </a:endParaRPr>
            </a:p>
          </p:txBody>
        </p:sp>
        <p:sp>
          <p:nvSpPr>
            <p:cNvPr id="285726" name="Text Box 30">
              <a:extLst>
                <a:ext uri="{FF2B5EF4-FFF2-40B4-BE49-F238E27FC236}">
                  <a16:creationId xmlns:a16="http://schemas.microsoft.com/office/drawing/2014/main" id="{F0E3B3BC-4325-4A99-51A9-B28A5984B92E}"/>
                </a:ext>
              </a:extLst>
            </p:cNvPr>
            <p:cNvSpPr txBox="1">
              <a:spLocks noChangeArrowheads="1"/>
            </p:cNvSpPr>
            <p:nvPr/>
          </p:nvSpPr>
          <p:spPr bwMode="auto">
            <a:xfrm>
              <a:off x="5454650" y="3625850"/>
              <a:ext cx="412750" cy="641350"/>
            </a:xfrm>
            <a:prstGeom prst="rect">
              <a:avLst/>
            </a:prstGeom>
            <a:noFill/>
            <a:ln w="38100">
              <a:noFill/>
              <a:miter lim="800000"/>
              <a:headEnd/>
              <a:tailEnd/>
            </a:ln>
            <a:effectLst/>
          </p:spPr>
          <p:txBody>
            <a:bodyPr wrap="none" anchor="ctr">
              <a:spAutoFit/>
            </a:bodyPr>
            <a:lstStyle/>
            <a:p>
              <a:pPr algn="ctr" eaLnBrk="1" fontAlgn="auto" hangingPunct="1">
                <a:spcBef>
                  <a:spcPts val="0"/>
                </a:spcBef>
                <a:spcAft>
                  <a:spcPts val="0"/>
                </a:spcAft>
                <a:defRPr/>
              </a:pPr>
              <a:r>
                <a:rPr lang="en-US" altLang="zh-CN" sz="3600" i="1">
                  <a:solidFill>
                    <a:schemeClr val="bg1"/>
                  </a:solidFill>
                  <a:effectLst>
                    <a:outerShdw blurRad="38100" dist="38100" dir="2700000" algn="tl">
                      <a:srgbClr val="C0C0C0"/>
                    </a:outerShdw>
                  </a:effectLst>
                  <a:latin typeface="Times New Roman" charset="0"/>
                  <a:ea typeface="仿宋_GB2312" pitchFamily="49" charset="-122"/>
                </a:rPr>
                <a:t>a</a:t>
              </a:r>
              <a:endParaRPr lang="en-US" altLang="zh-CN" sz="3600">
                <a:solidFill>
                  <a:schemeClr val="bg1"/>
                </a:solidFill>
                <a:effectLst>
                  <a:outerShdw blurRad="38100" dist="38100" dir="2700000" algn="tl">
                    <a:srgbClr val="C0C0C0"/>
                  </a:outerShdw>
                </a:effectLst>
                <a:latin typeface="仿宋_GB2312" pitchFamily="49" charset="-122"/>
                <a:ea typeface="仿宋_GB2312" pitchFamily="49" charset="-122"/>
              </a:endParaRPr>
            </a:p>
          </p:txBody>
        </p:sp>
        <p:sp>
          <p:nvSpPr>
            <p:cNvPr id="285727" name="Text Box 31">
              <a:extLst>
                <a:ext uri="{FF2B5EF4-FFF2-40B4-BE49-F238E27FC236}">
                  <a16:creationId xmlns:a16="http://schemas.microsoft.com/office/drawing/2014/main" id="{F6C2A4DA-35B9-8FDA-E295-CFC55266A89E}"/>
                </a:ext>
              </a:extLst>
            </p:cNvPr>
            <p:cNvSpPr txBox="1">
              <a:spLocks noChangeArrowheads="1"/>
            </p:cNvSpPr>
            <p:nvPr/>
          </p:nvSpPr>
          <p:spPr bwMode="auto">
            <a:xfrm>
              <a:off x="5943600" y="4540250"/>
              <a:ext cx="412750" cy="641350"/>
            </a:xfrm>
            <a:prstGeom prst="rect">
              <a:avLst/>
            </a:prstGeom>
            <a:noFill/>
            <a:ln w="38100">
              <a:noFill/>
              <a:miter lim="800000"/>
              <a:headEnd/>
              <a:tailEnd/>
            </a:ln>
            <a:effectLst/>
          </p:spPr>
          <p:txBody>
            <a:bodyPr wrap="none" anchor="ctr">
              <a:spAutoFit/>
            </a:bodyPr>
            <a:lstStyle/>
            <a:p>
              <a:pPr algn="ctr" eaLnBrk="1" fontAlgn="auto" hangingPunct="1">
                <a:spcBef>
                  <a:spcPts val="0"/>
                </a:spcBef>
                <a:spcAft>
                  <a:spcPts val="0"/>
                </a:spcAft>
                <a:defRPr/>
              </a:pPr>
              <a:r>
                <a:rPr lang="en-US" altLang="zh-CN" sz="3600" i="1">
                  <a:solidFill>
                    <a:schemeClr val="bg1"/>
                  </a:solidFill>
                  <a:effectLst>
                    <a:outerShdw blurRad="38100" dist="38100" dir="2700000" algn="tl">
                      <a:srgbClr val="C0C0C0"/>
                    </a:outerShdw>
                  </a:effectLst>
                  <a:latin typeface="Times New Roman" charset="0"/>
                  <a:ea typeface="仿宋_GB2312" pitchFamily="49" charset="-122"/>
                </a:rPr>
                <a:t>b</a:t>
              </a:r>
              <a:endParaRPr lang="en-US" altLang="zh-CN" sz="3600">
                <a:solidFill>
                  <a:schemeClr val="bg1"/>
                </a:solidFill>
                <a:effectLst>
                  <a:outerShdw blurRad="38100" dist="38100" dir="2700000" algn="tl">
                    <a:srgbClr val="C0C0C0"/>
                  </a:outerShdw>
                </a:effectLst>
                <a:latin typeface="仿宋_GB2312" pitchFamily="49" charset="-122"/>
                <a:ea typeface="仿宋_GB2312" pitchFamily="49" charset="-122"/>
              </a:endParaRPr>
            </a:p>
          </p:txBody>
        </p:sp>
        <p:sp>
          <p:nvSpPr>
            <p:cNvPr id="285728" name="Text Box 32">
              <a:extLst>
                <a:ext uri="{FF2B5EF4-FFF2-40B4-BE49-F238E27FC236}">
                  <a16:creationId xmlns:a16="http://schemas.microsoft.com/office/drawing/2014/main" id="{2656C092-1E9B-BBAB-8FDE-1F02A23F62AE}"/>
                </a:ext>
              </a:extLst>
            </p:cNvPr>
            <p:cNvSpPr txBox="1">
              <a:spLocks noChangeArrowheads="1"/>
            </p:cNvSpPr>
            <p:nvPr/>
          </p:nvSpPr>
          <p:spPr bwMode="auto">
            <a:xfrm>
              <a:off x="6394450" y="5378450"/>
              <a:ext cx="387350" cy="641350"/>
            </a:xfrm>
            <a:prstGeom prst="rect">
              <a:avLst/>
            </a:prstGeom>
            <a:noFill/>
            <a:ln w="38100">
              <a:noFill/>
              <a:miter lim="800000"/>
              <a:headEnd/>
              <a:tailEnd/>
            </a:ln>
            <a:effectLst/>
          </p:spPr>
          <p:txBody>
            <a:bodyPr wrap="none" anchor="ctr">
              <a:spAutoFit/>
            </a:bodyPr>
            <a:lstStyle/>
            <a:p>
              <a:pPr algn="ctr" eaLnBrk="1" fontAlgn="auto" hangingPunct="1">
                <a:spcBef>
                  <a:spcPts val="0"/>
                </a:spcBef>
                <a:spcAft>
                  <a:spcPts val="0"/>
                </a:spcAft>
                <a:defRPr/>
              </a:pPr>
              <a:r>
                <a:rPr lang="en-US" altLang="zh-CN" sz="3600" i="1">
                  <a:solidFill>
                    <a:schemeClr val="bg1"/>
                  </a:solidFill>
                  <a:effectLst>
                    <a:outerShdw blurRad="38100" dist="38100" dir="2700000" algn="tl">
                      <a:srgbClr val="C0C0C0"/>
                    </a:outerShdw>
                  </a:effectLst>
                  <a:latin typeface="Times New Roman" charset="0"/>
                  <a:ea typeface="仿宋_GB2312" pitchFamily="49" charset="-122"/>
                </a:rPr>
                <a:t>c</a:t>
              </a:r>
              <a:endParaRPr lang="en-US" altLang="zh-CN" sz="3600">
                <a:solidFill>
                  <a:schemeClr val="bg1"/>
                </a:solidFill>
                <a:effectLst>
                  <a:outerShdw blurRad="38100" dist="38100" dir="2700000" algn="tl">
                    <a:srgbClr val="C0C0C0"/>
                  </a:outerShdw>
                </a:effectLst>
                <a:latin typeface="仿宋_GB2312" pitchFamily="49" charset="-122"/>
                <a:ea typeface="仿宋_GB2312" pitchFamily="49" charset="-122"/>
              </a:endParaRPr>
            </a:p>
          </p:txBody>
        </p:sp>
        <p:sp>
          <p:nvSpPr>
            <p:cNvPr id="285729" name="Text Box 33">
              <a:extLst>
                <a:ext uri="{FF2B5EF4-FFF2-40B4-BE49-F238E27FC236}">
                  <a16:creationId xmlns:a16="http://schemas.microsoft.com/office/drawing/2014/main" id="{FEA5E5A4-837D-B3EC-B3BE-3502C7518531}"/>
                </a:ext>
              </a:extLst>
            </p:cNvPr>
            <p:cNvSpPr txBox="1">
              <a:spLocks noChangeArrowheads="1"/>
            </p:cNvSpPr>
            <p:nvPr/>
          </p:nvSpPr>
          <p:spPr bwMode="auto">
            <a:xfrm>
              <a:off x="7239000" y="5410200"/>
              <a:ext cx="412750" cy="641350"/>
            </a:xfrm>
            <a:prstGeom prst="rect">
              <a:avLst/>
            </a:prstGeom>
            <a:noFill/>
            <a:ln w="38100">
              <a:noFill/>
              <a:miter lim="800000"/>
              <a:headEnd/>
              <a:tailEnd/>
            </a:ln>
            <a:effectLst/>
          </p:spPr>
          <p:txBody>
            <a:bodyPr wrap="none" anchor="ctr">
              <a:spAutoFit/>
            </a:bodyPr>
            <a:lstStyle/>
            <a:p>
              <a:pPr algn="ctr" eaLnBrk="1" fontAlgn="auto" hangingPunct="1">
                <a:spcBef>
                  <a:spcPts val="0"/>
                </a:spcBef>
                <a:spcAft>
                  <a:spcPts val="0"/>
                </a:spcAft>
                <a:defRPr/>
              </a:pPr>
              <a:r>
                <a:rPr lang="en-US" altLang="zh-CN" sz="3600" i="1">
                  <a:solidFill>
                    <a:schemeClr val="bg1"/>
                  </a:solidFill>
                  <a:effectLst>
                    <a:outerShdw blurRad="38100" dist="38100" dir="2700000" algn="tl">
                      <a:srgbClr val="C0C0C0"/>
                    </a:outerShdw>
                  </a:effectLst>
                  <a:latin typeface="Times New Roman" charset="0"/>
                  <a:ea typeface="仿宋_GB2312" pitchFamily="49" charset="-122"/>
                </a:rPr>
                <a:t>d</a:t>
              </a:r>
              <a:endParaRPr lang="en-US" altLang="zh-CN" sz="3600">
                <a:solidFill>
                  <a:schemeClr val="bg1"/>
                </a:solidFill>
                <a:effectLst>
                  <a:outerShdw blurRad="38100" dist="38100" dir="2700000" algn="tl">
                    <a:srgbClr val="C0C0C0"/>
                  </a:outerShdw>
                </a:effectLst>
                <a:latin typeface="仿宋_GB2312" pitchFamily="49" charset="-122"/>
                <a:ea typeface="仿宋_GB2312" pitchFamily="49" charset="-122"/>
              </a:endParaRPr>
            </a:p>
          </p:txBody>
        </p:sp>
        <p:sp>
          <p:nvSpPr>
            <p:cNvPr id="285730" name="Text Box 34">
              <a:extLst>
                <a:ext uri="{FF2B5EF4-FFF2-40B4-BE49-F238E27FC236}">
                  <a16:creationId xmlns:a16="http://schemas.microsoft.com/office/drawing/2014/main" id="{360C9873-8CF1-0118-E816-3414D7DC956E}"/>
                </a:ext>
              </a:extLst>
            </p:cNvPr>
            <p:cNvSpPr txBox="1">
              <a:spLocks noChangeArrowheads="1"/>
            </p:cNvSpPr>
            <p:nvPr/>
          </p:nvSpPr>
          <p:spPr bwMode="auto">
            <a:xfrm>
              <a:off x="7156450" y="3625850"/>
              <a:ext cx="387350" cy="641350"/>
            </a:xfrm>
            <a:prstGeom prst="rect">
              <a:avLst/>
            </a:prstGeom>
            <a:noFill/>
            <a:ln w="38100">
              <a:noFill/>
              <a:miter lim="800000"/>
              <a:headEnd/>
              <a:tailEnd/>
            </a:ln>
            <a:effectLst/>
          </p:spPr>
          <p:txBody>
            <a:bodyPr wrap="none" anchor="ctr">
              <a:spAutoFit/>
            </a:bodyPr>
            <a:lstStyle/>
            <a:p>
              <a:pPr algn="ctr" eaLnBrk="1" fontAlgn="auto" hangingPunct="1">
                <a:spcBef>
                  <a:spcPts val="0"/>
                </a:spcBef>
                <a:spcAft>
                  <a:spcPts val="0"/>
                </a:spcAft>
                <a:defRPr/>
              </a:pPr>
              <a:r>
                <a:rPr lang="en-US" altLang="zh-CN" sz="3600" i="1">
                  <a:solidFill>
                    <a:schemeClr val="bg1"/>
                  </a:solidFill>
                  <a:effectLst>
                    <a:outerShdw blurRad="38100" dist="38100" dir="2700000" algn="tl">
                      <a:srgbClr val="C0C0C0"/>
                    </a:outerShdw>
                  </a:effectLst>
                  <a:latin typeface="Times New Roman" charset="0"/>
                  <a:ea typeface="仿宋_GB2312" pitchFamily="49" charset="-122"/>
                </a:rPr>
                <a:t>e</a:t>
              </a:r>
              <a:endParaRPr lang="en-US" altLang="zh-CN" sz="3600">
                <a:solidFill>
                  <a:schemeClr val="bg1"/>
                </a:solidFill>
                <a:effectLst>
                  <a:outerShdw blurRad="38100" dist="38100" dir="2700000" algn="tl">
                    <a:srgbClr val="C0C0C0"/>
                  </a:outerShdw>
                </a:effectLst>
                <a:latin typeface="仿宋_GB2312" pitchFamily="49" charset="-122"/>
                <a:ea typeface="仿宋_GB2312" pitchFamily="49" charset="-122"/>
              </a:endParaRPr>
            </a:p>
          </p:txBody>
        </p:sp>
        <p:sp>
          <p:nvSpPr>
            <p:cNvPr id="285731" name="Text Box 35">
              <a:extLst>
                <a:ext uri="{FF2B5EF4-FFF2-40B4-BE49-F238E27FC236}">
                  <a16:creationId xmlns:a16="http://schemas.microsoft.com/office/drawing/2014/main" id="{842F8A3F-B090-1B2A-C2A4-AA9B5FF8201F}"/>
                </a:ext>
              </a:extLst>
            </p:cNvPr>
            <p:cNvSpPr txBox="1">
              <a:spLocks noChangeArrowheads="1"/>
            </p:cNvSpPr>
            <p:nvPr/>
          </p:nvSpPr>
          <p:spPr bwMode="auto">
            <a:xfrm>
              <a:off x="8121650" y="3657600"/>
              <a:ext cx="336550" cy="641350"/>
            </a:xfrm>
            <a:prstGeom prst="rect">
              <a:avLst/>
            </a:prstGeom>
            <a:noFill/>
            <a:ln w="38100">
              <a:noFill/>
              <a:miter lim="800000"/>
              <a:headEnd/>
              <a:tailEnd/>
            </a:ln>
            <a:effectLst/>
          </p:spPr>
          <p:txBody>
            <a:bodyPr wrap="none" anchor="ctr">
              <a:spAutoFit/>
            </a:bodyPr>
            <a:lstStyle/>
            <a:p>
              <a:pPr algn="ctr" eaLnBrk="1" fontAlgn="auto" hangingPunct="1">
                <a:spcBef>
                  <a:spcPts val="0"/>
                </a:spcBef>
                <a:spcAft>
                  <a:spcPts val="0"/>
                </a:spcAft>
                <a:defRPr/>
              </a:pPr>
              <a:r>
                <a:rPr lang="en-US" altLang="zh-CN" sz="3600" i="1">
                  <a:solidFill>
                    <a:schemeClr val="bg1"/>
                  </a:solidFill>
                  <a:effectLst>
                    <a:outerShdw blurRad="38100" dist="38100" dir="2700000" algn="tl">
                      <a:srgbClr val="C0C0C0"/>
                    </a:outerShdw>
                  </a:effectLst>
                  <a:latin typeface="Times New Roman" charset="0"/>
                  <a:ea typeface="仿宋_GB2312" pitchFamily="49" charset="-122"/>
                </a:rPr>
                <a:t>f</a:t>
              </a:r>
              <a:endParaRPr lang="en-US" altLang="zh-CN" sz="3600">
                <a:solidFill>
                  <a:schemeClr val="bg1"/>
                </a:solidFill>
                <a:effectLst>
                  <a:outerShdw blurRad="38100" dist="38100" dir="2700000" algn="tl">
                    <a:srgbClr val="C0C0C0"/>
                  </a:outerShdw>
                </a:effectLst>
                <a:latin typeface="仿宋_GB2312" pitchFamily="49" charset="-122"/>
                <a:ea typeface="仿宋_GB2312" pitchFamily="49" charset="-122"/>
              </a:endParaRPr>
            </a:p>
          </p:txBody>
        </p:sp>
      </p:grpSp>
      <p:sp>
        <p:nvSpPr>
          <p:cNvPr id="2" name="标题 1">
            <a:extLst>
              <a:ext uri="{FF2B5EF4-FFF2-40B4-BE49-F238E27FC236}">
                <a16:creationId xmlns:a16="http://schemas.microsoft.com/office/drawing/2014/main" id="{6AA328B9-A273-44CF-8428-93F67000274C}"/>
              </a:ext>
            </a:extLst>
          </p:cNvPr>
          <p:cNvSpPr>
            <a:spLocks noGrp="1"/>
          </p:cNvSpPr>
          <p:nvPr>
            <p:ph type="title"/>
          </p:nvPr>
        </p:nvSpPr>
        <p:spPr/>
        <p:txBody>
          <a:bodyPr/>
          <a:lstStyle/>
          <a:p>
            <a:r>
              <a:rPr lang="zh-CN" altLang="en-US" dirty="0"/>
              <a:t>前序遍历</a:t>
            </a:r>
          </a:p>
        </p:txBody>
      </p:sp>
      <p:sp>
        <p:nvSpPr>
          <p:cNvPr id="3" name="内容占位符 2">
            <a:extLst>
              <a:ext uri="{FF2B5EF4-FFF2-40B4-BE49-F238E27FC236}">
                <a16:creationId xmlns:a16="http://schemas.microsoft.com/office/drawing/2014/main" id="{3F6D31E8-BF05-4C2C-812B-DFA0F0F9F330}"/>
              </a:ext>
            </a:extLst>
          </p:cNvPr>
          <p:cNvSpPr>
            <a:spLocks noGrp="1"/>
          </p:cNvSpPr>
          <p:nvPr>
            <p:ph idx="1"/>
          </p:nvPr>
        </p:nvSpPr>
        <p:spPr/>
        <p:txBody>
          <a:bodyPr>
            <a:normAutofit fontScale="92500" lnSpcReduction="10000"/>
          </a:bodyPr>
          <a:lstStyle/>
          <a:p>
            <a:r>
              <a:rPr lang="zh-CN" altLang="en-US" dirty="0"/>
              <a:t>前序遍历二叉树算法的框架是：</a:t>
            </a:r>
          </a:p>
          <a:p>
            <a:pPr lvl="1"/>
            <a:r>
              <a:rPr lang="zh-CN" altLang="en-US" dirty="0"/>
              <a:t>若二叉树为空，则空操作；</a:t>
            </a:r>
          </a:p>
          <a:p>
            <a:pPr lvl="1"/>
            <a:r>
              <a:rPr lang="zh-CN" altLang="en-US" dirty="0"/>
              <a:t>否则</a:t>
            </a:r>
          </a:p>
          <a:p>
            <a:pPr lvl="2"/>
            <a:r>
              <a:rPr lang="zh-CN" altLang="en-US" dirty="0"/>
              <a:t>访问根结点 </a:t>
            </a:r>
            <a:r>
              <a:rPr lang="en-US" altLang="zh-CN" dirty="0"/>
              <a:t>(V)</a:t>
            </a:r>
            <a:r>
              <a:rPr lang="zh-CN" altLang="en-US" dirty="0"/>
              <a:t>；</a:t>
            </a:r>
          </a:p>
          <a:p>
            <a:pPr lvl="2"/>
            <a:r>
              <a:rPr lang="zh-CN" altLang="en-US" dirty="0"/>
              <a:t>前序遍历左子树 </a:t>
            </a:r>
            <a:r>
              <a:rPr lang="en-US" altLang="zh-CN" dirty="0"/>
              <a:t>(L)</a:t>
            </a:r>
            <a:r>
              <a:rPr lang="zh-CN" altLang="en-US" dirty="0"/>
              <a:t>；</a:t>
            </a:r>
          </a:p>
          <a:p>
            <a:pPr lvl="2"/>
            <a:r>
              <a:rPr lang="zh-CN" altLang="en-US" dirty="0"/>
              <a:t>前序遍历右子树 </a:t>
            </a:r>
            <a:r>
              <a:rPr lang="en-US" altLang="zh-CN" dirty="0"/>
              <a:t>(R)</a:t>
            </a:r>
            <a:r>
              <a:rPr lang="zh-CN" altLang="en-US" dirty="0"/>
              <a:t>。</a:t>
            </a:r>
          </a:p>
          <a:p>
            <a:endParaRPr lang="zh-CN" altLang="en-US" dirty="0"/>
          </a:p>
          <a:p>
            <a:r>
              <a:rPr lang="zh-CN" altLang="en-US" dirty="0"/>
              <a:t>示例遍历结果</a:t>
            </a:r>
          </a:p>
          <a:p>
            <a:pPr lvl="1"/>
            <a:r>
              <a:rPr lang="zh-CN" altLang="en-US" dirty="0"/>
              <a:t> </a:t>
            </a:r>
            <a:r>
              <a:rPr lang="en-US" altLang="zh-CN" dirty="0"/>
              <a:t>- + a * b - c d / e f</a:t>
            </a:r>
          </a:p>
        </p:txBody>
      </p:sp>
      <p:sp>
        <p:nvSpPr>
          <p:cNvPr id="5" name="灯片编号占位符 4">
            <a:extLst>
              <a:ext uri="{FF2B5EF4-FFF2-40B4-BE49-F238E27FC236}">
                <a16:creationId xmlns:a16="http://schemas.microsoft.com/office/drawing/2014/main" id="{5B99AE0E-1E33-7618-436E-E73461A39FFE}"/>
              </a:ext>
            </a:extLst>
          </p:cNvPr>
          <p:cNvSpPr>
            <a:spLocks noGrp="1"/>
          </p:cNvSpPr>
          <p:nvPr>
            <p:ph type="sldNum" sz="quarter" idx="12"/>
          </p:nvPr>
        </p:nvSpPr>
        <p:spPr/>
        <p:txBody>
          <a:bodyPr/>
          <a:lstStyle/>
          <a:p>
            <a:pPr>
              <a:defRPr/>
            </a:pPr>
            <a:fld id="{A598D83B-EE2A-4F12-B129-1EDE84DF129B}" type="slidenum">
              <a:rPr lang="en-US" altLang="zh-CN" smtClean="0"/>
              <a:pPr>
                <a:defRPr/>
              </a:pPr>
              <a:t>29</a:t>
            </a:fld>
            <a:endParaRPr lang="en-US" altLang="zh-CN"/>
          </a:p>
        </p:txBody>
      </p:sp>
    </p:spTree>
  </p:cSld>
  <p:clrMapOvr>
    <a:masterClrMapping/>
  </p:clrMapOvr>
  <p:transition>
    <p:spli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71B0DB-639B-4888-A067-9D94858FB6E1}"/>
              </a:ext>
            </a:extLst>
          </p:cNvPr>
          <p:cNvSpPr>
            <a:spLocks noGrp="1"/>
          </p:cNvSpPr>
          <p:nvPr>
            <p:ph type="title"/>
          </p:nvPr>
        </p:nvSpPr>
        <p:spPr/>
        <p:txBody>
          <a:bodyPr/>
          <a:lstStyle/>
          <a:p>
            <a:r>
              <a:rPr lang="zh-CN" altLang="en-US" dirty="0"/>
              <a:t>二叉树前序遍历的递归算法</a:t>
            </a:r>
          </a:p>
        </p:txBody>
      </p:sp>
      <p:sp>
        <p:nvSpPr>
          <p:cNvPr id="3" name="内容占位符 2">
            <a:extLst>
              <a:ext uri="{FF2B5EF4-FFF2-40B4-BE49-F238E27FC236}">
                <a16:creationId xmlns:a16="http://schemas.microsoft.com/office/drawing/2014/main" id="{8C32268A-0B42-4F2E-9A14-2C7327C7F17D}"/>
              </a:ext>
            </a:extLst>
          </p:cNvPr>
          <p:cNvSpPr>
            <a:spLocks noGrp="1"/>
          </p:cNvSpPr>
          <p:nvPr>
            <p:ph idx="1"/>
          </p:nvPr>
        </p:nvSpPr>
        <p:spPr>
          <a:xfrm>
            <a:off x="628650" y="1825625"/>
            <a:ext cx="7759774" cy="4351338"/>
          </a:xfrm>
        </p:spPr>
        <p:txBody>
          <a:bodyPr>
            <a:normAutofit fontScale="77500" lnSpcReduction="20000"/>
          </a:bodyPr>
          <a:lstStyle/>
          <a:p>
            <a:pPr marL="0" indent="0">
              <a:buNone/>
            </a:pPr>
            <a:r>
              <a:rPr lang="en-US" altLang="zh-CN" dirty="0"/>
              <a:t>template &lt;class T&gt; </a:t>
            </a:r>
          </a:p>
          <a:p>
            <a:pPr marL="0" indent="0">
              <a:buNone/>
            </a:pPr>
            <a:r>
              <a:rPr lang="en-US" altLang="zh-CN" dirty="0"/>
              <a:t>void </a:t>
            </a:r>
            <a:r>
              <a:rPr lang="en-US" altLang="zh-CN" dirty="0" err="1"/>
              <a:t>BinaryTree</a:t>
            </a:r>
            <a:r>
              <a:rPr lang="en-US" altLang="zh-CN" dirty="0"/>
              <a:t>&lt;T&gt; :: </a:t>
            </a:r>
            <a:r>
              <a:rPr lang="en-US" altLang="zh-CN" dirty="0" err="1"/>
              <a:t>PreOrder</a:t>
            </a:r>
            <a:r>
              <a:rPr lang="en-US" altLang="zh-CN" dirty="0"/>
              <a:t> ( </a:t>
            </a:r>
            <a:r>
              <a:rPr lang="en-US" altLang="zh-CN" dirty="0" err="1"/>
              <a:t>BinTreeNode</a:t>
            </a:r>
            <a:r>
              <a:rPr lang="en-US" altLang="zh-CN" dirty="0"/>
              <a:t> &lt;T&gt; * </a:t>
            </a:r>
            <a:r>
              <a:rPr lang="en-US" altLang="zh-CN" dirty="0" err="1"/>
              <a:t>subTree</a:t>
            </a:r>
            <a:r>
              <a:rPr lang="en-US" altLang="zh-CN" dirty="0"/>
              <a:t> , void(*visit)(</a:t>
            </a:r>
            <a:r>
              <a:rPr lang="en-US" altLang="zh-CN" dirty="0" err="1"/>
              <a:t>BinTreeNode</a:t>
            </a:r>
            <a:r>
              <a:rPr lang="en-US" altLang="zh-CN" dirty="0"/>
              <a:t>&lt;T&gt; *p ) ) {</a:t>
            </a:r>
          </a:p>
          <a:p>
            <a:pPr marL="0" indent="0">
              <a:buNone/>
            </a:pPr>
            <a:r>
              <a:rPr lang="en-US" altLang="zh-CN" dirty="0"/>
              <a:t>    if ( </a:t>
            </a:r>
            <a:r>
              <a:rPr lang="en-US" altLang="zh-CN" dirty="0" err="1"/>
              <a:t>subTree</a:t>
            </a:r>
            <a:r>
              <a:rPr lang="en-US" altLang="zh-CN" dirty="0"/>
              <a:t> != NULL ) {</a:t>
            </a:r>
          </a:p>
          <a:p>
            <a:pPr marL="0" indent="0">
              <a:buNone/>
            </a:pPr>
            <a:r>
              <a:rPr lang="en-US" altLang="zh-CN" dirty="0"/>
              <a:t>        visit(</a:t>
            </a:r>
            <a:r>
              <a:rPr lang="en-US" altLang="zh-CN" dirty="0" err="1"/>
              <a:t>subTree</a:t>
            </a:r>
            <a:r>
              <a:rPr lang="en-US" altLang="zh-CN" dirty="0"/>
              <a:t>);</a:t>
            </a:r>
          </a:p>
          <a:p>
            <a:pPr marL="0" indent="0">
              <a:buNone/>
            </a:pPr>
            <a:r>
              <a:rPr lang="en-US" altLang="zh-CN" dirty="0"/>
              <a:t>        </a:t>
            </a:r>
            <a:r>
              <a:rPr lang="en-US" altLang="zh-CN" dirty="0" err="1"/>
              <a:t>PreOrder</a:t>
            </a:r>
            <a:r>
              <a:rPr lang="en-US" altLang="zh-CN" dirty="0"/>
              <a:t> ( </a:t>
            </a:r>
            <a:r>
              <a:rPr lang="en-US" altLang="zh-CN" dirty="0" err="1"/>
              <a:t>subTree</a:t>
            </a:r>
            <a:r>
              <a:rPr lang="en-US" altLang="zh-CN" dirty="0"/>
              <a:t>-&gt;</a:t>
            </a:r>
            <a:r>
              <a:rPr lang="en-US" altLang="zh-CN" dirty="0" err="1"/>
              <a:t>leftChild</a:t>
            </a:r>
            <a:r>
              <a:rPr lang="en-US" altLang="zh-CN" dirty="0"/>
              <a:t>, visit );</a:t>
            </a:r>
          </a:p>
          <a:p>
            <a:pPr marL="0" indent="0">
              <a:buNone/>
            </a:pPr>
            <a:r>
              <a:rPr lang="en-US" altLang="zh-CN" dirty="0"/>
              <a:t>        </a:t>
            </a:r>
            <a:r>
              <a:rPr lang="en-US" altLang="zh-CN" dirty="0" err="1"/>
              <a:t>PreOrder</a:t>
            </a:r>
            <a:r>
              <a:rPr lang="en-US" altLang="zh-CN" dirty="0"/>
              <a:t> ( </a:t>
            </a:r>
            <a:r>
              <a:rPr lang="en-US" altLang="zh-CN" dirty="0" err="1"/>
              <a:t>subTree</a:t>
            </a:r>
            <a:r>
              <a:rPr lang="en-US" altLang="zh-CN" dirty="0"/>
              <a:t>-&gt;</a:t>
            </a:r>
            <a:r>
              <a:rPr lang="en-US" altLang="zh-CN" dirty="0" err="1"/>
              <a:t>rightChild</a:t>
            </a:r>
            <a:r>
              <a:rPr lang="en-US" altLang="zh-CN" dirty="0"/>
              <a:t>, visit );</a:t>
            </a:r>
          </a:p>
          <a:p>
            <a:pPr marL="0" indent="0">
              <a:buNone/>
            </a:pPr>
            <a:r>
              <a:rPr lang="en-US" altLang="zh-CN" dirty="0"/>
              <a:t>    }</a:t>
            </a:r>
          </a:p>
          <a:p>
            <a:pPr marL="0" indent="0">
              <a:buNone/>
            </a:pPr>
            <a:r>
              <a:rPr lang="en-US" altLang="zh-CN" dirty="0"/>
              <a:t>}</a:t>
            </a:r>
          </a:p>
          <a:p>
            <a:pPr marL="0" indent="0">
              <a:buNone/>
            </a:pPr>
            <a:endParaRPr lang="en-US" altLang="zh-CN" dirty="0"/>
          </a:p>
          <a:p>
            <a:pPr marL="0" indent="0">
              <a:buNone/>
            </a:pPr>
            <a:endParaRPr lang="zh-CN" altLang="en-US" dirty="0"/>
          </a:p>
        </p:txBody>
      </p:sp>
      <p:sp>
        <p:nvSpPr>
          <p:cNvPr id="4" name="灯片编号占位符 3">
            <a:extLst>
              <a:ext uri="{FF2B5EF4-FFF2-40B4-BE49-F238E27FC236}">
                <a16:creationId xmlns:a16="http://schemas.microsoft.com/office/drawing/2014/main" id="{C9EC9F55-28BD-960C-0DCC-09E39B3AD0B0}"/>
              </a:ext>
            </a:extLst>
          </p:cNvPr>
          <p:cNvSpPr>
            <a:spLocks noGrp="1"/>
          </p:cNvSpPr>
          <p:nvPr>
            <p:ph type="sldNum" sz="quarter" idx="12"/>
          </p:nvPr>
        </p:nvSpPr>
        <p:spPr/>
        <p:txBody>
          <a:bodyPr/>
          <a:lstStyle/>
          <a:p>
            <a:pPr>
              <a:defRPr/>
            </a:pPr>
            <a:fld id="{A598D83B-EE2A-4F12-B129-1EDE84DF129B}" type="slidenum">
              <a:rPr lang="en-US" altLang="zh-CN" smtClean="0"/>
              <a:pPr>
                <a:defRPr/>
              </a:pPr>
              <a:t>30</a:t>
            </a:fld>
            <a:endParaRPr lang="en-US" altLang="zh-CN"/>
          </a:p>
        </p:txBody>
      </p:sp>
    </p:spTree>
  </p:cSld>
  <p:clrMapOvr>
    <a:masterClrMapping/>
  </p:clrMapOvr>
  <p:transition>
    <p:spli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4C080239-8586-4278-A6FE-586E3C7E41CE}"/>
              </a:ext>
            </a:extLst>
          </p:cNvPr>
          <p:cNvGrpSpPr/>
          <p:nvPr/>
        </p:nvGrpSpPr>
        <p:grpSpPr>
          <a:xfrm>
            <a:off x="5580112" y="2272716"/>
            <a:ext cx="3124200" cy="4178300"/>
            <a:chOff x="5410200" y="1873250"/>
            <a:chExt cx="3124200" cy="4178300"/>
          </a:xfrm>
        </p:grpSpPr>
        <p:sp>
          <p:nvSpPr>
            <p:cNvPr id="47106" name="Line 2">
              <a:extLst>
                <a:ext uri="{FF2B5EF4-FFF2-40B4-BE49-F238E27FC236}">
                  <a16:creationId xmlns:a16="http://schemas.microsoft.com/office/drawing/2014/main" id="{BC40BFBB-FB60-83CD-FD75-86243E4CB73B}"/>
                </a:ext>
              </a:extLst>
            </p:cNvPr>
            <p:cNvSpPr>
              <a:spLocks noChangeShapeType="1"/>
            </p:cNvSpPr>
            <p:nvPr/>
          </p:nvSpPr>
          <p:spPr bwMode="auto">
            <a:xfrm>
              <a:off x="7086600" y="5029200"/>
              <a:ext cx="381000" cy="6858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07" name="Line 3">
              <a:extLst>
                <a:ext uri="{FF2B5EF4-FFF2-40B4-BE49-F238E27FC236}">
                  <a16:creationId xmlns:a16="http://schemas.microsoft.com/office/drawing/2014/main" id="{FC4419A5-B0FB-D289-F063-2DCD397A01BD}"/>
                </a:ext>
              </a:extLst>
            </p:cNvPr>
            <p:cNvSpPr>
              <a:spLocks noChangeShapeType="1"/>
            </p:cNvSpPr>
            <p:nvPr/>
          </p:nvSpPr>
          <p:spPr bwMode="auto">
            <a:xfrm>
              <a:off x="7924800" y="3200400"/>
              <a:ext cx="304800" cy="6858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08" name="Line 4">
              <a:extLst>
                <a:ext uri="{FF2B5EF4-FFF2-40B4-BE49-F238E27FC236}">
                  <a16:creationId xmlns:a16="http://schemas.microsoft.com/office/drawing/2014/main" id="{D01A9396-3BD4-5F17-4939-55AB803166FB}"/>
                </a:ext>
              </a:extLst>
            </p:cNvPr>
            <p:cNvSpPr>
              <a:spLocks noChangeShapeType="1"/>
            </p:cNvSpPr>
            <p:nvPr/>
          </p:nvSpPr>
          <p:spPr bwMode="auto">
            <a:xfrm>
              <a:off x="6172200" y="3200400"/>
              <a:ext cx="381000" cy="6858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09" name="Line 5">
              <a:extLst>
                <a:ext uri="{FF2B5EF4-FFF2-40B4-BE49-F238E27FC236}">
                  <a16:creationId xmlns:a16="http://schemas.microsoft.com/office/drawing/2014/main" id="{E490E07F-8842-D535-1F99-DD618E7299E7}"/>
                </a:ext>
              </a:extLst>
            </p:cNvPr>
            <p:cNvSpPr>
              <a:spLocks noChangeShapeType="1"/>
            </p:cNvSpPr>
            <p:nvPr/>
          </p:nvSpPr>
          <p:spPr bwMode="auto">
            <a:xfrm>
              <a:off x="6629400" y="4114800"/>
              <a:ext cx="381000" cy="6858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10" name="Line 6">
              <a:extLst>
                <a:ext uri="{FF2B5EF4-FFF2-40B4-BE49-F238E27FC236}">
                  <a16:creationId xmlns:a16="http://schemas.microsoft.com/office/drawing/2014/main" id="{12770904-87D8-46F3-38ED-DDAAE95D64C3}"/>
                </a:ext>
              </a:extLst>
            </p:cNvPr>
            <p:cNvSpPr>
              <a:spLocks noChangeShapeType="1"/>
            </p:cNvSpPr>
            <p:nvPr/>
          </p:nvSpPr>
          <p:spPr bwMode="auto">
            <a:xfrm flipH="1">
              <a:off x="7391400" y="3200400"/>
              <a:ext cx="304800" cy="6096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11" name="Line 7">
              <a:extLst>
                <a:ext uri="{FF2B5EF4-FFF2-40B4-BE49-F238E27FC236}">
                  <a16:creationId xmlns:a16="http://schemas.microsoft.com/office/drawing/2014/main" id="{1DAF4144-ECFB-C03A-4493-3C5139F978C2}"/>
                </a:ext>
              </a:extLst>
            </p:cNvPr>
            <p:cNvSpPr>
              <a:spLocks noChangeShapeType="1"/>
            </p:cNvSpPr>
            <p:nvPr/>
          </p:nvSpPr>
          <p:spPr bwMode="auto">
            <a:xfrm flipH="1">
              <a:off x="6629400" y="5029200"/>
              <a:ext cx="304800" cy="6096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12" name="Line 8">
              <a:extLst>
                <a:ext uri="{FF2B5EF4-FFF2-40B4-BE49-F238E27FC236}">
                  <a16:creationId xmlns:a16="http://schemas.microsoft.com/office/drawing/2014/main" id="{38D19284-FE28-7706-900E-868AF768B762}"/>
                </a:ext>
              </a:extLst>
            </p:cNvPr>
            <p:cNvSpPr>
              <a:spLocks noChangeShapeType="1"/>
            </p:cNvSpPr>
            <p:nvPr/>
          </p:nvSpPr>
          <p:spPr bwMode="auto">
            <a:xfrm flipH="1">
              <a:off x="6248400" y="4114800"/>
              <a:ext cx="304800" cy="6096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13" name="Line 9">
              <a:extLst>
                <a:ext uri="{FF2B5EF4-FFF2-40B4-BE49-F238E27FC236}">
                  <a16:creationId xmlns:a16="http://schemas.microsoft.com/office/drawing/2014/main" id="{FCD372DC-A7CA-64B8-305F-773C31B89FB4}"/>
                </a:ext>
              </a:extLst>
            </p:cNvPr>
            <p:cNvSpPr>
              <a:spLocks noChangeShapeType="1"/>
            </p:cNvSpPr>
            <p:nvPr/>
          </p:nvSpPr>
          <p:spPr bwMode="auto">
            <a:xfrm flipH="1">
              <a:off x="5715000" y="3276600"/>
              <a:ext cx="304800" cy="6096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14" name="Line 10">
              <a:extLst>
                <a:ext uri="{FF2B5EF4-FFF2-40B4-BE49-F238E27FC236}">
                  <a16:creationId xmlns:a16="http://schemas.microsoft.com/office/drawing/2014/main" id="{30EEB6C0-1E8C-CFF5-A2A8-87108798136F}"/>
                </a:ext>
              </a:extLst>
            </p:cNvPr>
            <p:cNvSpPr>
              <a:spLocks noChangeShapeType="1"/>
            </p:cNvSpPr>
            <p:nvPr/>
          </p:nvSpPr>
          <p:spPr bwMode="auto">
            <a:xfrm>
              <a:off x="7010400" y="2362200"/>
              <a:ext cx="685800" cy="6096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15" name="Line 11">
              <a:extLst>
                <a:ext uri="{FF2B5EF4-FFF2-40B4-BE49-F238E27FC236}">
                  <a16:creationId xmlns:a16="http://schemas.microsoft.com/office/drawing/2014/main" id="{A616AA6B-3897-ACCF-FFBC-3E5849595023}"/>
                </a:ext>
              </a:extLst>
            </p:cNvPr>
            <p:cNvSpPr>
              <a:spLocks noChangeShapeType="1"/>
            </p:cNvSpPr>
            <p:nvPr/>
          </p:nvSpPr>
          <p:spPr bwMode="auto">
            <a:xfrm flipH="1">
              <a:off x="6248400" y="2362200"/>
              <a:ext cx="609600" cy="6096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6734" name="Oval 14">
              <a:extLst>
                <a:ext uri="{FF2B5EF4-FFF2-40B4-BE49-F238E27FC236}">
                  <a16:creationId xmlns:a16="http://schemas.microsoft.com/office/drawing/2014/main" id="{6D6D5526-A7B7-1DBB-530C-A51420320A41}"/>
                </a:ext>
              </a:extLst>
            </p:cNvPr>
            <p:cNvSpPr>
              <a:spLocks noChangeArrowheads="1"/>
            </p:cNvSpPr>
            <p:nvPr/>
          </p:nvSpPr>
          <p:spPr bwMode="auto">
            <a:xfrm>
              <a:off x="6705600" y="1981200"/>
              <a:ext cx="533400" cy="533400"/>
            </a:xfrm>
            <a:prstGeom prst="ellipse">
              <a:avLst/>
            </a:prstGeom>
            <a:gradFill rotWithShape="0">
              <a:gsLst>
                <a:gs pos="0">
                  <a:schemeClr val="accent1"/>
                </a:gs>
                <a:gs pos="100000">
                  <a:schemeClr val="accent1">
                    <a:gamma/>
                    <a:shade val="46275"/>
                    <a:invGamma/>
                  </a:schemeClr>
                </a:gs>
              </a:gsLst>
              <a:path path="rect">
                <a:fillToRect r="100000" b="100000"/>
              </a:path>
            </a:gradFill>
            <a:ln w="38100">
              <a:noFill/>
              <a:round/>
              <a:headEnd/>
              <a:tailEnd/>
            </a:ln>
            <a:effectLst/>
          </p:spPr>
          <p:txBody>
            <a:bodyPr wrap="none" anchor="ctr"/>
            <a:lstStyle/>
            <a:p>
              <a:pPr eaLnBrk="1" fontAlgn="auto" hangingPunct="1">
                <a:spcBef>
                  <a:spcPts val="0"/>
                </a:spcBef>
                <a:spcAft>
                  <a:spcPts val="0"/>
                </a:spcAft>
                <a:defRPr/>
              </a:pPr>
              <a:endParaRPr lang="zh-CN" altLang="en-US">
                <a:latin typeface="Times New Roman" charset="0"/>
                <a:ea typeface="+mn-ea"/>
              </a:endParaRPr>
            </a:p>
          </p:txBody>
        </p:sp>
        <p:sp>
          <p:nvSpPr>
            <p:cNvPr id="47119" name="Oval 15">
              <a:extLst>
                <a:ext uri="{FF2B5EF4-FFF2-40B4-BE49-F238E27FC236}">
                  <a16:creationId xmlns:a16="http://schemas.microsoft.com/office/drawing/2014/main" id="{E0520398-59EC-8462-2F74-96FB30FF3BE8}"/>
                </a:ext>
              </a:extLst>
            </p:cNvPr>
            <p:cNvSpPr>
              <a:spLocks noChangeArrowheads="1"/>
            </p:cNvSpPr>
            <p:nvPr/>
          </p:nvSpPr>
          <p:spPr bwMode="auto">
            <a:xfrm>
              <a:off x="5410200" y="3733800"/>
              <a:ext cx="533400" cy="533400"/>
            </a:xfrm>
            <a:prstGeom prst="ellipse">
              <a:avLst/>
            </a:prstGeom>
            <a:gradFill rotWithShape="0">
              <a:gsLst>
                <a:gs pos="0">
                  <a:srgbClr val="FF7C80"/>
                </a:gs>
                <a:gs pos="100000">
                  <a:srgbClr val="76393B"/>
                </a:gs>
              </a:gsLst>
              <a:path path="rect">
                <a:fillToRect r="100000" b="10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86736" name="Oval 16">
              <a:extLst>
                <a:ext uri="{FF2B5EF4-FFF2-40B4-BE49-F238E27FC236}">
                  <a16:creationId xmlns:a16="http://schemas.microsoft.com/office/drawing/2014/main" id="{7D5F957F-473F-2060-D401-B2D5A680E35B}"/>
                </a:ext>
              </a:extLst>
            </p:cNvPr>
            <p:cNvSpPr>
              <a:spLocks noChangeArrowheads="1"/>
            </p:cNvSpPr>
            <p:nvPr/>
          </p:nvSpPr>
          <p:spPr bwMode="auto">
            <a:xfrm>
              <a:off x="6324600" y="3733800"/>
              <a:ext cx="533400" cy="533400"/>
            </a:xfrm>
            <a:prstGeom prst="ellipse">
              <a:avLst/>
            </a:prstGeom>
            <a:gradFill rotWithShape="0">
              <a:gsLst>
                <a:gs pos="0">
                  <a:schemeClr val="accent1"/>
                </a:gs>
                <a:gs pos="100000">
                  <a:schemeClr val="accent1">
                    <a:gamma/>
                    <a:shade val="46275"/>
                    <a:invGamma/>
                  </a:schemeClr>
                </a:gs>
              </a:gsLst>
              <a:path path="rect">
                <a:fillToRect r="100000" b="100000"/>
              </a:path>
            </a:gradFill>
            <a:ln w="38100">
              <a:noFill/>
              <a:round/>
              <a:headEnd/>
              <a:tailEnd/>
            </a:ln>
            <a:effectLst/>
          </p:spPr>
          <p:txBody>
            <a:bodyPr wrap="none" anchor="ctr"/>
            <a:lstStyle/>
            <a:p>
              <a:pPr eaLnBrk="1" fontAlgn="auto" hangingPunct="1">
                <a:spcBef>
                  <a:spcPts val="0"/>
                </a:spcBef>
                <a:spcAft>
                  <a:spcPts val="0"/>
                </a:spcAft>
                <a:defRPr/>
              </a:pPr>
              <a:endParaRPr lang="zh-CN" altLang="en-US">
                <a:latin typeface="Times New Roman" charset="0"/>
                <a:ea typeface="+mn-ea"/>
              </a:endParaRPr>
            </a:p>
          </p:txBody>
        </p:sp>
        <p:sp>
          <p:nvSpPr>
            <p:cNvPr id="47121" name="Oval 17">
              <a:extLst>
                <a:ext uri="{FF2B5EF4-FFF2-40B4-BE49-F238E27FC236}">
                  <a16:creationId xmlns:a16="http://schemas.microsoft.com/office/drawing/2014/main" id="{74B16EBB-67AC-47EC-92E5-733B8318CEC0}"/>
                </a:ext>
              </a:extLst>
            </p:cNvPr>
            <p:cNvSpPr>
              <a:spLocks noChangeArrowheads="1"/>
            </p:cNvSpPr>
            <p:nvPr/>
          </p:nvSpPr>
          <p:spPr bwMode="auto">
            <a:xfrm>
              <a:off x="7086600" y="3733800"/>
              <a:ext cx="533400" cy="533400"/>
            </a:xfrm>
            <a:prstGeom prst="ellipse">
              <a:avLst/>
            </a:prstGeom>
            <a:gradFill rotWithShape="0">
              <a:gsLst>
                <a:gs pos="0">
                  <a:srgbClr val="FF7C80"/>
                </a:gs>
                <a:gs pos="100000">
                  <a:srgbClr val="76393B"/>
                </a:gs>
              </a:gsLst>
              <a:path path="rect">
                <a:fillToRect r="100000" b="10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47122" name="Oval 18">
              <a:extLst>
                <a:ext uri="{FF2B5EF4-FFF2-40B4-BE49-F238E27FC236}">
                  <a16:creationId xmlns:a16="http://schemas.microsoft.com/office/drawing/2014/main" id="{B9C686DB-434B-F942-4DFF-47BE3D44DB4C}"/>
                </a:ext>
              </a:extLst>
            </p:cNvPr>
            <p:cNvSpPr>
              <a:spLocks noChangeArrowheads="1"/>
            </p:cNvSpPr>
            <p:nvPr/>
          </p:nvSpPr>
          <p:spPr bwMode="auto">
            <a:xfrm>
              <a:off x="8001000" y="3733800"/>
              <a:ext cx="533400" cy="533400"/>
            </a:xfrm>
            <a:prstGeom prst="ellipse">
              <a:avLst/>
            </a:prstGeom>
            <a:gradFill rotWithShape="0">
              <a:gsLst>
                <a:gs pos="0">
                  <a:srgbClr val="FF7C80"/>
                </a:gs>
                <a:gs pos="100000">
                  <a:srgbClr val="76393B"/>
                </a:gs>
              </a:gsLst>
              <a:path path="rect">
                <a:fillToRect r="100000" b="10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86739" name="Oval 19">
              <a:extLst>
                <a:ext uri="{FF2B5EF4-FFF2-40B4-BE49-F238E27FC236}">
                  <a16:creationId xmlns:a16="http://schemas.microsoft.com/office/drawing/2014/main" id="{EAFB9F2E-7B82-1399-838D-58EF3D87E87A}"/>
                </a:ext>
              </a:extLst>
            </p:cNvPr>
            <p:cNvSpPr>
              <a:spLocks noChangeArrowheads="1"/>
            </p:cNvSpPr>
            <p:nvPr/>
          </p:nvSpPr>
          <p:spPr bwMode="auto">
            <a:xfrm>
              <a:off x="5867400" y="2819400"/>
              <a:ext cx="533400" cy="533400"/>
            </a:xfrm>
            <a:prstGeom prst="ellipse">
              <a:avLst/>
            </a:prstGeom>
            <a:gradFill rotWithShape="0">
              <a:gsLst>
                <a:gs pos="0">
                  <a:schemeClr val="accent1"/>
                </a:gs>
                <a:gs pos="100000">
                  <a:schemeClr val="accent1">
                    <a:gamma/>
                    <a:shade val="46275"/>
                    <a:invGamma/>
                  </a:schemeClr>
                </a:gs>
              </a:gsLst>
              <a:path path="rect">
                <a:fillToRect r="100000" b="100000"/>
              </a:path>
            </a:gradFill>
            <a:ln w="38100">
              <a:noFill/>
              <a:round/>
              <a:headEnd/>
              <a:tailEnd/>
            </a:ln>
            <a:effectLst/>
          </p:spPr>
          <p:txBody>
            <a:bodyPr wrap="none" anchor="ctr"/>
            <a:lstStyle/>
            <a:p>
              <a:pPr eaLnBrk="1" fontAlgn="auto" hangingPunct="1">
                <a:spcBef>
                  <a:spcPts val="0"/>
                </a:spcBef>
                <a:spcAft>
                  <a:spcPts val="0"/>
                </a:spcAft>
                <a:defRPr/>
              </a:pPr>
              <a:endParaRPr lang="zh-CN" altLang="en-US">
                <a:latin typeface="Times New Roman" charset="0"/>
                <a:ea typeface="+mn-ea"/>
              </a:endParaRPr>
            </a:p>
          </p:txBody>
        </p:sp>
        <p:sp>
          <p:nvSpPr>
            <p:cNvPr id="286740" name="Oval 20">
              <a:extLst>
                <a:ext uri="{FF2B5EF4-FFF2-40B4-BE49-F238E27FC236}">
                  <a16:creationId xmlns:a16="http://schemas.microsoft.com/office/drawing/2014/main" id="{3753A013-0351-B4F9-7AFD-2B63CA02654C}"/>
                </a:ext>
              </a:extLst>
            </p:cNvPr>
            <p:cNvSpPr>
              <a:spLocks noChangeArrowheads="1"/>
            </p:cNvSpPr>
            <p:nvPr/>
          </p:nvSpPr>
          <p:spPr bwMode="auto">
            <a:xfrm>
              <a:off x="7543800" y="2819400"/>
              <a:ext cx="533400" cy="533400"/>
            </a:xfrm>
            <a:prstGeom prst="ellipse">
              <a:avLst/>
            </a:prstGeom>
            <a:gradFill rotWithShape="0">
              <a:gsLst>
                <a:gs pos="0">
                  <a:schemeClr val="accent1"/>
                </a:gs>
                <a:gs pos="100000">
                  <a:schemeClr val="accent1">
                    <a:gamma/>
                    <a:shade val="46275"/>
                    <a:invGamma/>
                  </a:schemeClr>
                </a:gs>
              </a:gsLst>
              <a:path path="rect">
                <a:fillToRect r="100000" b="100000"/>
              </a:path>
            </a:gradFill>
            <a:ln w="38100">
              <a:noFill/>
              <a:round/>
              <a:headEnd/>
              <a:tailEnd/>
            </a:ln>
            <a:effectLst/>
          </p:spPr>
          <p:txBody>
            <a:bodyPr wrap="none" anchor="ctr"/>
            <a:lstStyle/>
            <a:p>
              <a:pPr eaLnBrk="1" fontAlgn="auto" hangingPunct="1">
                <a:spcBef>
                  <a:spcPts val="0"/>
                </a:spcBef>
                <a:spcAft>
                  <a:spcPts val="0"/>
                </a:spcAft>
                <a:defRPr/>
              </a:pPr>
              <a:endParaRPr lang="zh-CN" altLang="en-US">
                <a:latin typeface="Times New Roman" charset="0"/>
                <a:ea typeface="+mn-ea"/>
              </a:endParaRPr>
            </a:p>
          </p:txBody>
        </p:sp>
        <p:sp>
          <p:nvSpPr>
            <p:cNvPr id="47125" name="Oval 21">
              <a:extLst>
                <a:ext uri="{FF2B5EF4-FFF2-40B4-BE49-F238E27FC236}">
                  <a16:creationId xmlns:a16="http://schemas.microsoft.com/office/drawing/2014/main" id="{4D5528E8-1A77-8B38-230B-5E933BA58E09}"/>
                </a:ext>
              </a:extLst>
            </p:cNvPr>
            <p:cNvSpPr>
              <a:spLocks noChangeArrowheads="1"/>
            </p:cNvSpPr>
            <p:nvPr/>
          </p:nvSpPr>
          <p:spPr bwMode="auto">
            <a:xfrm>
              <a:off x="5867400" y="4648200"/>
              <a:ext cx="533400" cy="533400"/>
            </a:xfrm>
            <a:prstGeom prst="ellipse">
              <a:avLst/>
            </a:prstGeom>
            <a:gradFill rotWithShape="0">
              <a:gsLst>
                <a:gs pos="0">
                  <a:srgbClr val="FF7C80"/>
                </a:gs>
                <a:gs pos="100000">
                  <a:srgbClr val="76393B"/>
                </a:gs>
              </a:gsLst>
              <a:path path="rect">
                <a:fillToRect r="100000" b="10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86742" name="Oval 22">
              <a:extLst>
                <a:ext uri="{FF2B5EF4-FFF2-40B4-BE49-F238E27FC236}">
                  <a16:creationId xmlns:a16="http://schemas.microsoft.com/office/drawing/2014/main" id="{5C71AE43-043D-47FC-BB8E-24A17EBE278E}"/>
                </a:ext>
              </a:extLst>
            </p:cNvPr>
            <p:cNvSpPr>
              <a:spLocks noChangeArrowheads="1"/>
            </p:cNvSpPr>
            <p:nvPr/>
          </p:nvSpPr>
          <p:spPr bwMode="auto">
            <a:xfrm>
              <a:off x="6781800" y="4648200"/>
              <a:ext cx="533400" cy="533400"/>
            </a:xfrm>
            <a:prstGeom prst="ellipse">
              <a:avLst/>
            </a:prstGeom>
            <a:gradFill rotWithShape="0">
              <a:gsLst>
                <a:gs pos="0">
                  <a:schemeClr val="accent1"/>
                </a:gs>
                <a:gs pos="100000">
                  <a:schemeClr val="accent1">
                    <a:gamma/>
                    <a:shade val="46275"/>
                    <a:invGamma/>
                  </a:schemeClr>
                </a:gs>
              </a:gsLst>
              <a:path path="rect">
                <a:fillToRect r="100000" b="100000"/>
              </a:path>
            </a:gradFill>
            <a:ln w="38100">
              <a:noFill/>
              <a:round/>
              <a:headEnd/>
              <a:tailEnd/>
            </a:ln>
            <a:effectLst/>
          </p:spPr>
          <p:txBody>
            <a:bodyPr wrap="none" anchor="ctr"/>
            <a:lstStyle/>
            <a:p>
              <a:pPr eaLnBrk="1" fontAlgn="auto" hangingPunct="1">
                <a:spcBef>
                  <a:spcPts val="0"/>
                </a:spcBef>
                <a:spcAft>
                  <a:spcPts val="0"/>
                </a:spcAft>
                <a:defRPr/>
              </a:pPr>
              <a:endParaRPr lang="zh-CN" altLang="en-US">
                <a:latin typeface="Times New Roman" charset="0"/>
                <a:ea typeface="+mn-ea"/>
              </a:endParaRPr>
            </a:p>
          </p:txBody>
        </p:sp>
        <p:sp>
          <p:nvSpPr>
            <p:cNvPr id="47127" name="Oval 23">
              <a:extLst>
                <a:ext uri="{FF2B5EF4-FFF2-40B4-BE49-F238E27FC236}">
                  <a16:creationId xmlns:a16="http://schemas.microsoft.com/office/drawing/2014/main" id="{EE743E3C-244C-CF35-A47A-EB3E3D1C9840}"/>
                </a:ext>
              </a:extLst>
            </p:cNvPr>
            <p:cNvSpPr>
              <a:spLocks noChangeArrowheads="1"/>
            </p:cNvSpPr>
            <p:nvPr/>
          </p:nvSpPr>
          <p:spPr bwMode="auto">
            <a:xfrm>
              <a:off x="6324600" y="5486400"/>
              <a:ext cx="533400" cy="533400"/>
            </a:xfrm>
            <a:prstGeom prst="ellipse">
              <a:avLst/>
            </a:prstGeom>
            <a:gradFill rotWithShape="0">
              <a:gsLst>
                <a:gs pos="0">
                  <a:srgbClr val="FF7C80"/>
                </a:gs>
                <a:gs pos="100000">
                  <a:srgbClr val="76393B"/>
                </a:gs>
              </a:gsLst>
              <a:path path="rect">
                <a:fillToRect r="100000" b="10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47128" name="Oval 24">
              <a:extLst>
                <a:ext uri="{FF2B5EF4-FFF2-40B4-BE49-F238E27FC236}">
                  <a16:creationId xmlns:a16="http://schemas.microsoft.com/office/drawing/2014/main" id="{12623191-CC5F-8452-CDED-EDFACA86EB80}"/>
                </a:ext>
              </a:extLst>
            </p:cNvPr>
            <p:cNvSpPr>
              <a:spLocks noChangeArrowheads="1"/>
            </p:cNvSpPr>
            <p:nvPr/>
          </p:nvSpPr>
          <p:spPr bwMode="auto">
            <a:xfrm>
              <a:off x="7239000" y="5486400"/>
              <a:ext cx="533400" cy="533400"/>
            </a:xfrm>
            <a:prstGeom prst="ellipse">
              <a:avLst/>
            </a:prstGeom>
            <a:gradFill rotWithShape="0">
              <a:gsLst>
                <a:gs pos="0">
                  <a:srgbClr val="FF7C80"/>
                </a:gs>
                <a:gs pos="100000">
                  <a:srgbClr val="76393B"/>
                </a:gs>
              </a:gsLst>
              <a:path path="rect">
                <a:fillToRect r="100000" b="10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286745" name="Text Box 25">
              <a:extLst>
                <a:ext uri="{FF2B5EF4-FFF2-40B4-BE49-F238E27FC236}">
                  <a16:creationId xmlns:a16="http://schemas.microsoft.com/office/drawing/2014/main" id="{6AD7D1AC-3B97-6483-B7AD-F360BB93FBE6}"/>
                </a:ext>
              </a:extLst>
            </p:cNvPr>
            <p:cNvSpPr txBox="1">
              <a:spLocks noChangeArrowheads="1"/>
            </p:cNvSpPr>
            <p:nvPr/>
          </p:nvSpPr>
          <p:spPr bwMode="auto">
            <a:xfrm>
              <a:off x="6750050" y="1873250"/>
              <a:ext cx="412750" cy="641350"/>
            </a:xfrm>
            <a:prstGeom prst="rect">
              <a:avLst/>
            </a:prstGeom>
            <a:noFill/>
            <a:ln w="38100">
              <a:noFill/>
              <a:miter lim="800000"/>
              <a:headEnd/>
              <a:tailEnd/>
            </a:ln>
            <a:effectLst/>
          </p:spPr>
          <p:txBody>
            <a:bodyPr wrap="none" anchor="ctr">
              <a:spAutoFit/>
            </a:bodyPr>
            <a:lstStyle/>
            <a:p>
              <a:pPr algn="ctr" eaLnBrk="1" fontAlgn="auto" hangingPunct="1">
                <a:spcBef>
                  <a:spcPts val="0"/>
                </a:spcBef>
                <a:spcAft>
                  <a:spcPts val="0"/>
                </a:spcAft>
                <a:defRPr/>
              </a:pPr>
              <a:r>
                <a:rPr lang="en-US" altLang="zh-CN" sz="3600">
                  <a:solidFill>
                    <a:schemeClr val="bg1"/>
                  </a:solidFill>
                  <a:effectLst>
                    <a:outerShdw blurRad="38100" dist="38100" dir="2700000" algn="tl">
                      <a:srgbClr val="C0C0C0"/>
                    </a:outerShdw>
                  </a:effectLst>
                  <a:latin typeface="仿宋_GB2312" pitchFamily="49" charset="-122"/>
                  <a:ea typeface="仿宋_GB2312" pitchFamily="49" charset="-122"/>
                </a:rPr>
                <a:t>-</a:t>
              </a:r>
              <a:endParaRPr lang="en-US" altLang="zh-CN">
                <a:latin typeface="Times New Roman" charset="0"/>
                <a:ea typeface="+mn-ea"/>
              </a:endParaRPr>
            </a:p>
          </p:txBody>
        </p:sp>
        <p:sp>
          <p:nvSpPr>
            <p:cNvPr id="286746" name="Text Box 26">
              <a:extLst>
                <a:ext uri="{FF2B5EF4-FFF2-40B4-BE49-F238E27FC236}">
                  <a16:creationId xmlns:a16="http://schemas.microsoft.com/office/drawing/2014/main" id="{BD39091B-7983-B0DD-2C85-C51C07FE24AA}"/>
                </a:ext>
              </a:extLst>
            </p:cNvPr>
            <p:cNvSpPr txBox="1">
              <a:spLocks noChangeArrowheads="1"/>
            </p:cNvSpPr>
            <p:nvPr/>
          </p:nvSpPr>
          <p:spPr bwMode="auto">
            <a:xfrm>
              <a:off x="6826250" y="4572000"/>
              <a:ext cx="412750" cy="641350"/>
            </a:xfrm>
            <a:prstGeom prst="rect">
              <a:avLst/>
            </a:prstGeom>
            <a:noFill/>
            <a:ln w="38100">
              <a:noFill/>
              <a:miter lim="800000"/>
              <a:headEnd/>
              <a:tailEnd/>
            </a:ln>
            <a:effectLst/>
          </p:spPr>
          <p:txBody>
            <a:bodyPr wrap="none" anchor="ctr">
              <a:spAutoFit/>
            </a:bodyPr>
            <a:lstStyle/>
            <a:p>
              <a:pPr algn="ctr" eaLnBrk="1" fontAlgn="auto" hangingPunct="1">
                <a:spcBef>
                  <a:spcPts val="0"/>
                </a:spcBef>
                <a:spcAft>
                  <a:spcPts val="0"/>
                </a:spcAft>
                <a:defRPr/>
              </a:pPr>
              <a:r>
                <a:rPr lang="en-US" altLang="zh-CN" sz="3600">
                  <a:solidFill>
                    <a:schemeClr val="bg1"/>
                  </a:solidFill>
                  <a:effectLst>
                    <a:outerShdw blurRad="38100" dist="38100" dir="2700000" algn="tl">
                      <a:srgbClr val="C0C0C0"/>
                    </a:outerShdw>
                  </a:effectLst>
                  <a:latin typeface="仿宋_GB2312" pitchFamily="49" charset="-122"/>
                  <a:ea typeface="仿宋_GB2312" pitchFamily="49" charset="-122"/>
                </a:rPr>
                <a:t>-</a:t>
              </a:r>
              <a:endParaRPr lang="en-US" altLang="zh-CN">
                <a:latin typeface="Times New Roman" charset="0"/>
                <a:ea typeface="+mn-ea"/>
              </a:endParaRPr>
            </a:p>
          </p:txBody>
        </p:sp>
        <p:sp>
          <p:nvSpPr>
            <p:cNvPr id="286747" name="Text Box 27">
              <a:extLst>
                <a:ext uri="{FF2B5EF4-FFF2-40B4-BE49-F238E27FC236}">
                  <a16:creationId xmlns:a16="http://schemas.microsoft.com/office/drawing/2014/main" id="{022B337C-721B-E75C-80EA-B41DD7AAE853}"/>
                </a:ext>
              </a:extLst>
            </p:cNvPr>
            <p:cNvSpPr txBox="1">
              <a:spLocks noChangeArrowheads="1"/>
            </p:cNvSpPr>
            <p:nvPr/>
          </p:nvSpPr>
          <p:spPr bwMode="auto">
            <a:xfrm>
              <a:off x="7600950" y="2773363"/>
              <a:ext cx="387350" cy="579437"/>
            </a:xfrm>
            <a:prstGeom prst="rect">
              <a:avLst/>
            </a:prstGeom>
            <a:noFill/>
            <a:ln w="38100">
              <a:noFill/>
              <a:miter lim="800000"/>
              <a:headEnd/>
              <a:tailEnd/>
            </a:ln>
            <a:effectLst/>
          </p:spPr>
          <p:txBody>
            <a:bodyPr wrap="none" anchor="ctr">
              <a:spAutoFit/>
            </a:bodyPr>
            <a:lstStyle/>
            <a:p>
              <a:pPr algn="ctr" eaLnBrk="1" fontAlgn="auto" hangingPunct="1">
                <a:spcBef>
                  <a:spcPts val="0"/>
                </a:spcBef>
                <a:spcAft>
                  <a:spcPts val="0"/>
                </a:spcAft>
                <a:defRPr/>
              </a:pPr>
              <a:r>
                <a:rPr lang="en-US" altLang="zh-CN" sz="3200">
                  <a:solidFill>
                    <a:schemeClr val="bg1"/>
                  </a:solidFill>
                  <a:effectLst>
                    <a:outerShdw blurRad="38100" dist="38100" dir="2700000" algn="tl">
                      <a:srgbClr val="C0C0C0"/>
                    </a:outerShdw>
                  </a:effectLst>
                  <a:latin typeface="仿宋_GB2312" pitchFamily="49" charset="-122"/>
                  <a:ea typeface="仿宋_GB2312" pitchFamily="49" charset="-122"/>
                </a:rPr>
                <a:t>/</a:t>
              </a:r>
              <a:endParaRPr lang="en-US" altLang="zh-CN">
                <a:latin typeface="Times New Roman" charset="0"/>
                <a:ea typeface="+mn-ea"/>
              </a:endParaRPr>
            </a:p>
          </p:txBody>
        </p:sp>
        <p:sp>
          <p:nvSpPr>
            <p:cNvPr id="286748" name="Text Box 28">
              <a:extLst>
                <a:ext uri="{FF2B5EF4-FFF2-40B4-BE49-F238E27FC236}">
                  <a16:creationId xmlns:a16="http://schemas.microsoft.com/office/drawing/2014/main" id="{E40BC2C1-9FE3-B6F9-87F6-68AC31C78C05}"/>
                </a:ext>
              </a:extLst>
            </p:cNvPr>
            <p:cNvSpPr txBox="1">
              <a:spLocks noChangeArrowheads="1"/>
            </p:cNvSpPr>
            <p:nvPr/>
          </p:nvSpPr>
          <p:spPr bwMode="auto">
            <a:xfrm>
              <a:off x="5899150" y="2681288"/>
              <a:ext cx="438150" cy="701675"/>
            </a:xfrm>
            <a:prstGeom prst="rect">
              <a:avLst/>
            </a:prstGeom>
            <a:noFill/>
            <a:ln w="38100">
              <a:noFill/>
              <a:miter lim="800000"/>
              <a:headEnd/>
              <a:tailEnd/>
            </a:ln>
            <a:effectLst/>
          </p:spPr>
          <p:txBody>
            <a:bodyPr wrap="none" anchor="ctr">
              <a:spAutoFit/>
            </a:bodyPr>
            <a:lstStyle/>
            <a:p>
              <a:pPr algn="ctr" eaLnBrk="1" fontAlgn="auto" hangingPunct="1">
                <a:spcBef>
                  <a:spcPts val="0"/>
                </a:spcBef>
                <a:spcAft>
                  <a:spcPts val="0"/>
                </a:spcAft>
                <a:defRPr/>
              </a:pPr>
              <a:r>
                <a:rPr lang="en-US" altLang="zh-CN" sz="4000">
                  <a:solidFill>
                    <a:schemeClr val="bg1"/>
                  </a:solidFill>
                  <a:effectLst>
                    <a:outerShdw blurRad="38100" dist="38100" dir="2700000" algn="tl">
                      <a:srgbClr val="C0C0C0"/>
                    </a:outerShdw>
                  </a:effectLst>
                  <a:latin typeface="仿宋_GB2312" pitchFamily="49" charset="-122"/>
                  <a:ea typeface="仿宋_GB2312" pitchFamily="49" charset="-122"/>
                </a:rPr>
                <a:t>+</a:t>
              </a:r>
              <a:endParaRPr lang="en-US" altLang="zh-CN" sz="3600">
                <a:solidFill>
                  <a:schemeClr val="bg1"/>
                </a:solidFill>
                <a:effectLst>
                  <a:outerShdw blurRad="38100" dist="38100" dir="2700000" algn="tl">
                    <a:srgbClr val="C0C0C0"/>
                  </a:outerShdw>
                </a:effectLst>
                <a:latin typeface="仿宋_GB2312" pitchFamily="49" charset="-122"/>
                <a:ea typeface="仿宋_GB2312" pitchFamily="49" charset="-122"/>
              </a:endParaRPr>
            </a:p>
          </p:txBody>
        </p:sp>
        <p:sp>
          <p:nvSpPr>
            <p:cNvPr id="286749" name="Text Box 29">
              <a:extLst>
                <a:ext uri="{FF2B5EF4-FFF2-40B4-BE49-F238E27FC236}">
                  <a16:creationId xmlns:a16="http://schemas.microsoft.com/office/drawing/2014/main" id="{1F5EE482-CD31-71C7-6339-DB4C0C4FF701}"/>
                </a:ext>
              </a:extLst>
            </p:cNvPr>
            <p:cNvSpPr txBox="1">
              <a:spLocks noChangeArrowheads="1"/>
            </p:cNvSpPr>
            <p:nvPr/>
          </p:nvSpPr>
          <p:spPr bwMode="auto">
            <a:xfrm>
              <a:off x="6356350" y="3595688"/>
              <a:ext cx="438150" cy="701675"/>
            </a:xfrm>
            <a:prstGeom prst="rect">
              <a:avLst/>
            </a:prstGeom>
            <a:noFill/>
            <a:ln w="38100">
              <a:noFill/>
              <a:miter lim="800000"/>
              <a:headEnd/>
              <a:tailEnd/>
            </a:ln>
            <a:effectLst/>
          </p:spPr>
          <p:txBody>
            <a:bodyPr wrap="none" anchor="ctr">
              <a:spAutoFit/>
            </a:bodyPr>
            <a:lstStyle/>
            <a:p>
              <a:pPr algn="ctr" eaLnBrk="1" fontAlgn="auto" hangingPunct="1">
                <a:spcBef>
                  <a:spcPts val="0"/>
                </a:spcBef>
                <a:spcAft>
                  <a:spcPts val="0"/>
                </a:spcAft>
                <a:defRPr/>
              </a:pPr>
              <a:r>
                <a:rPr lang="en-US" altLang="zh-CN" sz="4000">
                  <a:solidFill>
                    <a:schemeClr val="bg1"/>
                  </a:solidFill>
                  <a:effectLst>
                    <a:outerShdw blurRad="38100" dist="38100" dir="2700000" algn="tl">
                      <a:srgbClr val="C0C0C0"/>
                    </a:outerShdw>
                  </a:effectLst>
                  <a:latin typeface="仿宋_GB2312" pitchFamily="49" charset="-122"/>
                  <a:ea typeface="仿宋_GB2312" pitchFamily="49" charset="-122"/>
                </a:rPr>
                <a:t>*</a:t>
              </a:r>
              <a:endParaRPr lang="en-US" altLang="zh-CN" sz="3600">
                <a:solidFill>
                  <a:schemeClr val="bg1"/>
                </a:solidFill>
                <a:effectLst>
                  <a:outerShdw blurRad="38100" dist="38100" dir="2700000" algn="tl">
                    <a:srgbClr val="C0C0C0"/>
                  </a:outerShdw>
                </a:effectLst>
                <a:latin typeface="仿宋_GB2312" pitchFamily="49" charset="-122"/>
                <a:ea typeface="仿宋_GB2312" pitchFamily="49" charset="-122"/>
              </a:endParaRPr>
            </a:p>
          </p:txBody>
        </p:sp>
        <p:sp>
          <p:nvSpPr>
            <p:cNvPr id="286750" name="Text Box 30">
              <a:extLst>
                <a:ext uri="{FF2B5EF4-FFF2-40B4-BE49-F238E27FC236}">
                  <a16:creationId xmlns:a16="http://schemas.microsoft.com/office/drawing/2014/main" id="{6A5E1D45-29E5-F893-285D-D84C0B0B1DAE}"/>
                </a:ext>
              </a:extLst>
            </p:cNvPr>
            <p:cNvSpPr txBox="1">
              <a:spLocks noChangeArrowheads="1"/>
            </p:cNvSpPr>
            <p:nvPr/>
          </p:nvSpPr>
          <p:spPr bwMode="auto">
            <a:xfrm>
              <a:off x="5454650" y="3625850"/>
              <a:ext cx="412750" cy="641350"/>
            </a:xfrm>
            <a:prstGeom prst="rect">
              <a:avLst/>
            </a:prstGeom>
            <a:noFill/>
            <a:ln w="38100">
              <a:noFill/>
              <a:miter lim="800000"/>
              <a:headEnd/>
              <a:tailEnd/>
            </a:ln>
            <a:effectLst/>
          </p:spPr>
          <p:txBody>
            <a:bodyPr wrap="none" anchor="ctr">
              <a:spAutoFit/>
            </a:bodyPr>
            <a:lstStyle/>
            <a:p>
              <a:pPr algn="ctr" eaLnBrk="1" fontAlgn="auto" hangingPunct="1">
                <a:spcBef>
                  <a:spcPts val="0"/>
                </a:spcBef>
                <a:spcAft>
                  <a:spcPts val="0"/>
                </a:spcAft>
                <a:defRPr/>
              </a:pPr>
              <a:r>
                <a:rPr lang="en-US" altLang="zh-CN" sz="3600" i="1">
                  <a:solidFill>
                    <a:schemeClr val="bg1"/>
                  </a:solidFill>
                  <a:effectLst>
                    <a:outerShdw blurRad="38100" dist="38100" dir="2700000" algn="tl">
                      <a:srgbClr val="C0C0C0"/>
                    </a:outerShdw>
                  </a:effectLst>
                  <a:latin typeface="Times New Roman" charset="0"/>
                  <a:ea typeface="仿宋_GB2312" pitchFamily="49" charset="-122"/>
                </a:rPr>
                <a:t>a</a:t>
              </a:r>
              <a:endParaRPr lang="en-US" altLang="zh-CN" sz="3600">
                <a:solidFill>
                  <a:schemeClr val="bg1"/>
                </a:solidFill>
                <a:effectLst>
                  <a:outerShdw blurRad="38100" dist="38100" dir="2700000" algn="tl">
                    <a:srgbClr val="C0C0C0"/>
                  </a:outerShdw>
                </a:effectLst>
                <a:latin typeface="仿宋_GB2312" pitchFamily="49" charset="-122"/>
                <a:ea typeface="仿宋_GB2312" pitchFamily="49" charset="-122"/>
              </a:endParaRPr>
            </a:p>
          </p:txBody>
        </p:sp>
        <p:sp>
          <p:nvSpPr>
            <p:cNvPr id="286751" name="Text Box 31">
              <a:extLst>
                <a:ext uri="{FF2B5EF4-FFF2-40B4-BE49-F238E27FC236}">
                  <a16:creationId xmlns:a16="http://schemas.microsoft.com/office/drawing/2014/main" id="{96B2A2DC-B8D0-67FA-E564-51B6CA70F57C}"/>
                </a:ext>
              </a:extLst>
            </p:cNvPr>
            <p:cNvSpPr txBox="1">
              <a:spLocks noChangeArrowheads="1"/>
            </p:cNvSpPr>
            <p:nvPr/>
          </p:nvSpPr>
          <p:spPr bwMode="auto">
            <a:xfrm>
              <a:off x="5943600" y="4540250"/>
              <a:ext cx="412750" cy="641350"/>
            </a:xfrm>
            <a:prstGeom prst="rect">
              <a:avLst/>
            </a:prstGeom>
            <a:noFill/>
            <a:ln w="38100">
              <a:noFill/>
              <a:miter lim="800000"/>
              <a:headEnd/>
              <a:tailEnd/>
            </a:ln>
            <a:effectLst/>
          </p:spPr>
          <p:txBody>
            <a:bodyPr wrap="none" anchor="ctr">
              <a:spAutoFit/>
            </a:bodyPr>
            <a:lstStyle/>
            <a:p>
              <a:pPr algn="ctr" eaLnBrk="1" fontAlgn="auto" hangingPunct="1">
                <a:spcBef>
                  <a:spcPts val="0"/>
                </a:spcBef>
                <a:spcAft>
                  <a:spcPts val="0"/>
                </a:spcAft>
                <a:defRPr/>
              </a:pPr>
              <a:r>
                <a:rPr lang="en-US" altLang="zh-CN" sz="3600" i="1">
                  <a:solidFill>
                    <a:schemeClr val="bg1"/>
                  </a:solidFill>
                  <a:effectLst>
                    <a:outerShdw blurRad="38100" dist="38100" dir="2700000" algn="tl">
                      <a:srgbClr val="C0C0C0"/>
                    </a:outerShdw>
                  </a:effectLst>
                  <a:latin typeface="Times New Roman" charset="0"/>
                  <a:ea typeface="仿宋_GB2312" pitchFamily="49" charset="-122"/>
                </a:rPr>
                <a:t>b</a:t>
              </a:r>
              <a:endParaRPr lang="en-US" altLang="zh-CN" sz="3600">
                <a:solidFill>
                  <a:schemeClr val="bg1"/>
                </a:solidFill>
                <a:effectLst>
                  <a:outerShdw blurRad="38100" dist="38100" dir="2700000" algn="tl">
                    <a:srgbClr val="C0C0C0"/>
                  </a:outerShdw>
                </a:effectLst>
                <a:latin typeface="仿宋_GB2312" pitchFamily="49" charset="-122"/>
                <a:ea typeface="仿宋_GB2312" pitchFamily="49" charset="-122"/>
              </a:endParaRPr>
            </a:p>
          </p:txBody>
        </p:sp>
        <p:sp>
          <p:nvSpPr>
            <p:cNvPr id="286752" name="Text Box 32">
              <a:extLst>
                <a:ext uri="{FF2B5EF4-FFF2-40B4-BE49-F238E27FC236}">
                  <a16:creationId xmlns:a16="http://schemas.microsoft.com/office/drawing/2014/main" id="{15DD9E40-E586-6CD8-9B95-1DE9F5A89187}"/>
                </a:ext>
              </a:extLst>
            </p:cNvPr>
            <p:cNvSpPr txBox="1">
              <a:spLocks noChangeArrowheads="1"/>
            </p:cNvSpPr>
            <p:nvPr/>
          </p:nvSpPr>
          <p:spPr bwMode="auto">
            <a:xfrm>
              <a:off x="6394450" y="5378450"/>
              <a:ext cx="387350" cy="641350"/>
            </a:xfrm>
            <a:prstGeom prst="rect">
              <a:avLst/>
            </a:prstGeom>
            <a:noFill/>
            <a:ln w="38100">
              <a:noFill/>
              <a:miter lim="800000"/>
              <a:headEnd/>
              <a:tailEnd/>
            </a:ln>
            <a:effectLst/>
          </p:spPr>
          <p:txBody>
            <a:bodyPr wrap="none" anchor="ctr">
              <a:spAutoFit/>
            </a:bodyPr>
            <a:lstStyle/>
            <a:p>
              <a:pPr algn="ctr" eaLnBrk="1" fontAlgn="auto" hangingPunct="1">
                <a:spcBef>
                  <a:spcPts val="0"/>
                </a:spcBef>
                <a:spcAft>
                  <a:spcPts val="0"/>
                </a:spcAft>
                <a:defRPr/>
              </a:pPr>
              <a:r>
                <a:rPr lang="en-US" altLang="zh-CN" sz="3600" i="1">
                  <a:solidFill>
                    <a:schemeClr val="bg1"/>
                  </a:solidFill>
                  <a:effectLst>
                    <a:outerShdw blurRad="38100" dist="38100" dir="2700000" algn="tl">
                      <a:srgbClr val="C0C0C0"/>
                    </a:outerShdw>
                  </a:effectLst>
                  <a:latin typeface="Times New Roman" charset="0"/>
                  <a:ea typeface="仿宋_GB2312" pitchFamily="49" charset="-122"/>
                </a:rPr>
                <a:t>c</a:t>
              </a:r>
              <a:endParaRPr lang="en-US" altLang="zh-CN" sz="3600">
                <a:solidFill>
                  <a:schemeClr val="bg1"/>
                </a:solidFill>
                <a:effectLst>
                  <a:outerShdw blurRad="38100" dist="38100" dir="2700000" algn="tl">
                    <a:srgbClr val="C0C0C0"/>
                  </a:outerShdw>
                </a:effectLst>
                <a:latin typeface="仿宋_GB2312" pitchFamily="49" charset="-122"/>
                <a:ea typeface="仿宋_GB2312" pitchFamily="49" charset="-122"/>
              </a:endParaRPr>
            </a:p>
          </p:txBody>
        </p:sp>
        <p:sp>
          <p:nvSpPr>
            <p:cNvPr id="286753" name="Text Box 33">
              <a:extLst>
                <a:ext uri="{FF2B5EF4-FFF2-40B4-BE49-F238E27FC236}">
                  <a16:creationId xmlns:a16="http://schemas.microsoft.com/office/drawing/2014/main" id="{DBE9539E-9336-840F-9CA7-CA92A4B858CE}"/>
                </a:ext>
              </a:extLst>
            </p:cNvPr>
            <p:cNvSpPr txBox="1">
              <a:spLocks noChangeArrowheads="1"/>
            </p:cNvSpPr>
            <p:nvPr/>
          </p:nvSpPr>
          <p:spPr bwMode="auto">
            <a:xfrm>
              <a:off x="7239000" y="5410200"/>
              <a:ext cx="412750" cy="641350"/>
            </a:xfrm>
            <a:prstGeom prst="rect">
              <a:avLst/>
            </a:prstGeom>
            <a:noFill/>
            <a:ln w="38100">
              <a:noFill/>
              <a:miter lim="800000"/>
              <a:headEnd/>
              <a:tailEnd/>
            </a:ln>
            <a:effectLst/>
          </p:spPr>
          <p:txBody>
            <a:bodyPr wrap="none" anchor="ctr">
              <a:spAutoFit/>
            </a:bodyPr>
            <a:lstStyle/>
            <a:p>
              <a:pPr algn="ctr" eaLnBrk="1" fontAlgn="auto" hangingPunct="1">
                <a:spcBef>
                  <a:spcPts val="0"/>
                </a:spcBef>
                <a:spcAft>
                  <a:spcPts val="0"/>
                </a:spcAft>
                <a:defRPr/>
              </a:pPr>
              <a:r>
                <a:rPr lang="en-US" altLang="zh-CN" sz="3600" i="1">
                  <a:solidFill>
                    <a:schemeClr val="bg1"/>
                  </a:solidFill>
                  <a:effectLst>
                    <a:outerShdw blurRad="38100" dist="38100" dir="2700000" algn="tl">
                      <a:srgbClr val="C0C0C0"/>
                    </a:outerShdw>
                  </a:effectLst>
                  <a:latin typeface="Times New Roman" charset="0"/>
                  <a:ea typeface="仿宋_GB2312" pitchFamily="49" charset="-122"/>
                </a:rPr>
                <a:t>d</a:t>
              </a:r>
              <a:endParaRPr lang="en-US" altLang="zh-CN" sz="3600">
                <a:solidFill>
                  <a:schemeClr val="bg1"/>
                </a:solidFill>
                <a:effectLst>
                  <a:outerShdw blurRad="38100" dist="38100" dir="2700000" algn="tl">
                    <a:srgbClr val="C0C0C0"/>
                  </a:outerShdw>
                </a:effectLst>
                <a:latin typeface="仿宋_GB2312" pitchFamily="49" charset="-122"/>
                <a:ea typeface="仿宋_GB2312" pitchFamily="49" charset="-122"/>
              </a:endParaRPr>
            </a:p>
          </p:txBody>
        </p:sp>
        <p:sp>
          <p:nvSpPr>
            <p:cNvPr id="286754" name="Text Box 34">
              <a:extLst>
                <a:ext uri="{FF2B5EF4-FFF2-40B4-BE49-F238E27FC236}">
                  <a16:creationId xmlns:a16="http://schemas.microsoft.com/office/drawing/2014/main" id="{D7DE303B-7C5C-3EF8-CC42-E38C2552648D}"/>
                </a:ext>
              </a:extLst>
            </p:cNvPr>
            <p:cNvSpPr txBox="1">
              <a:spLocks noChangeArrowheads="1"/>
            </p:cNvSpPr>
            <p:nvPr/>
          </p:nvSpPr>
          <p:spPr bwMode="auto">
            <a:xfrm>
              <a:off x="7156450" y="3625850"/>
              <a:ext cx="387350" cy="641350"/>
            </a:xfrm>
            <a:prstGeom prst="rect">
              <a:avLst/>
            </a:prstGeom>
            <a:noFill/>
            <a:ln w="38100">
              <a:noFill/>
              <a:miter lim="800000"/>
              <a:headEnd/>
              <a:tailEnd/>
            </a:ln>
            <a:effectLst/>
          </p:spPr>
          <p:txBody>
            <a:bodyPr wrap="none" anchor="ctr">
              <a:spAutoFit/>
            </a:bodyPr>
            <a:lstStyle/>
            <a:p>
              <a:pPr algn="ctr" eaLnBrk="1" fontAlgn="auto" hangingPunct="1">
                <a:spcBef>
                  <a:spcPts val="0"/>
                </a:spcBef>
                <a:spcAft>
                  <a:spcPts val="0"/>
                </a:spcAft>
                <a:defRPr/>
              </a:pPr>
              <a:r>
                <a:rPr lang="en-US" altLang="zh-CN" sz="3600" i="1">
                  <a:solidFill>
                    <a:schemeClr val="bg1"/>
                  </a:solidFill>
                  <a:effectLst>
                    <a:outerShdw blurRad="38100" dist="38100" dir="2700000" algn="tl">
                      <a:srgbClr val="C0C0C0"/>
                    </a:outerShdw>
                  </a:effectLst>
                  <a:latin typeface="Times New Roman" charset="0"/>
                  <a:ea typeface="仿宋_GB2312" pitchFamily="49" charset="-122"/>
                </a:rPr>
                <a:t>e</a:t>
              </a:r>
              <a:endParaRPr lang="en-US" altLang="zh-CN" sz="3600">
                <a:solidFill>
                  <a:schemeClr val="bg1"/>
                </a:solidFill>
                <a:effectLst>
                  <a:outerShdw blurRad="38100" dist="38100" dir="2700000" algn="tl">
                    <a:srgbClr val="C0C0C0"/>
                  </a:outerShdw>
                </a:effectLst>
                <a:latin typeface="仿宋_GB2312" pitchFamily="49" charset="-122"/>
                <a:ea typeface="仿宋_GB2312" pitchFamily="49" charset="-122"/>
              </a:endParaRPr>
            </a:p>
          </p:txBody>
        </p:sp>
        <p:sp>
          <p:nvSpPr>
            <p:cNvPr id="286755" name="Text Box 35">
              <a:extLst>
                <a:ext uri="{FF2B5EF4-FFF2-40B4-BE49-F238E27FC236}">
                  <a16:creationId xmlns:a16="http://schemas.microsoft.com/office/drawing/2014/main" id="{9D54B296-879C-AF18-0845-766FF6B78E0D}"/>
                </a:ext>
              </a:extLst>
            </p:cNvPr>
            <p:cNvSpPr txBox="1">
              <a:spLocks noChangeArrowheads="1"/>
            </p:cNvSpPr>
            <p:nvPr/>
          </p:nvSpPr>
          <p:spPr bwMode="auto">
            <a:xfrm>
              <a:off x="8121650" y="3657600"/>
              <a:ext cx="336550" cy="641350"/>
            </a:xfrm>
            <a:prstGeom prst="rect">
              <a:avLst/>
            </a:prstGeom>
            <a:noFill/>
            <a:ln w="38100">
              <a:noFill/>
              <a:miter lim="800000"/>
              <a:headEnd/>
              <a:tailEnd/>
            </a:ln>
            <a:effectLst/>
          </p:spPr>
          <p:txBody>
            <a:bodyPr wrap="none" anchor="ctr">
              <a:spAutoFit/>
            </a:bodyPr>
            <a:lstStyle/>
            <a:p>
              <a:pPr algn="ctr" eaLnBrk="1" fontAlgn="auto" hangingPunct="1">
                <a:spcBef>
                  <a:spcPts val="0"/>
                </a:spcBef>
                <a:spcAft>
                  <a:spcPts val="0"/>
                </a:spcAft>
                <a:defRPr/>
              </a:pPr>
              <a:r>
                <a:rPr lang="en-US" altLang="zh-CN" sz="3600" i="1">
                  <a:solidFill>
                    <a:schemeClr val="bg1"/>
                  </a:solidFill>
                  <a:effectLst>
                    <a:outerShdw blurRad="38100" dist="38100" dir="2700000" algn="tl">
                      <a:srgbClr val="C0C0C0"/>
                    </a:outerShdw>
                  </a:effectLst>
                  <a:latin typeface="Times New Roman" charset="0"/>
                  <a:ea typeface="仿宋_GB2312" pitchFamily="49" charset="-122"/>
                </a:rPr>
                <a:t>f</a:t>
              </a:r>
              <a:endParaRPr lang="en-US" altLang="zh-CN" sz="3600">
                <a:solidFill>
                  <a:schemeClr val="bg1"/>
                </a:solidFill>
                <a:effectLst>
                  <a:outerShdw blurRad="38100" dist="38100" dir="2700000" algn="tl">
                    <a:srgbClr val="C0C0C0"/>
                  </a:outerShdw>
                </a:effectLst>
                <a:latin typeface="仿宋_GB2312" pitchFamily="49" charset="-122"/>
                <a:ea typeface="仿宋_GB2312" pitchFamily="49" charset="-122"/>
              </a:endParaRPr>
            </a:p>
          </p:txBody>
        </p:sp>
      </p:grpSp>
      <p:sp>
        <p:nvSpPr>
          <p:cNvPr id="2" name="标题 1">
            <a:extLst>
              <a:ext uri="{FF2B5EF4-FFF2-40B4-BE49-F238E27FC236}">
                <a16:creationId xmlns:a16="http://schemas.microsoft.com/office/drawing/2014/main" id="{A8A60C80-5B39-4D14-938B-7816643092B6}"/>
              </a:ext>
            </a:extLst>
          </p:cNvPr>
          <p:cNvSpPr>
            <a:spLocks noGrp="1"/>
          </p:cNvSpPr>
          <p:nvPr>
            <p:ph type="title"/>
          </p:nvPr>
        </p:nvSpPr>
        <p:spPr/>
        <p:txBody>
          <a:bodyPr/>
          <a:lstStyle/>
          <a:p>
            <a:r>
              <a:rPr lang="zh-CN" altLang="en-US" dirty="0"/>
              <a:t>后序遍历</a:t>
            </a:r>
          </a:p>
        </p:txBody>
      </p:sp>
      <p:sp>
        <p:nvSpPr>
          <p:cNvPr id="4" name="内容占位符 3">
            <a:extLst>
              <a:ext uri="{FF2B5EF4-FFF2-40B4-BE49-F238E27FC236}">
                <a16:creationId xmlns:a16="http://schemas.microsoft.com/office/drawing/2014/main" id="{27B3F5AF-2A90-41FD-934C-D1356AFDB4D0}"/>
              </a:ext>
            </a:extLst>
          </p:cNvPr>
          <p:cNvSpPr>
            <a:spLocks noGrp="1"/>
          </p:cNvSpPr>
          <p:nvPr>
            <p:ph idx="1"/>
          </p:nvPr>
        </p:nvSpPr>
        <p:spPr/>
        <p:txBody>
          <a:bodyPr>
            <a:normAutofit fontScale="92500" lnSpcReduction="10000"/>
          </a:bodyPr>
          <a:lstStyle/>
          <a:p>
            <a:r>
              <a:rPr lang="zh-CN" altLang="en-US" dirty="0"/>
              <a:t>后序遍历二叉树算法的框架是：</a:t>
            </a:r>
          </a:p>
          <a:p>
            <a:pPr lvl="1"/>
            <a:r>
              <a:rPr lang="zh-CN" altLang="en-US" dirty="0"/>
              <a:t>若二叉树为空，则空操作；</a:t>
            </a:r>
          </a:p>
          <a:p>
            <a:pPr lvl="1"/>
            <a:r>
              <a:rPr lang="zh-CN" altLang="en-US" dirty="0"/>
              <a:t>否则</a:t>
            </a:r>
          </a:p>
          <a:p>
            <a:pPr lvl="2"/>
            <a:r>
              <a:rPr lang="zh-CN" altLang="en-US" dirty="0"/>
              <a:t>后序遍历左子树 </a:t>
            </a:r>
            <a:r>
              <a:rPr lang="en-US" altLang="zh-CN" dirty="0"/>
              <a:t>(L)</a:t>
            </a:r>
            <a:r>
              <a:rPr lang="zh-CN" altLang="en-US" dirty="0"/>
              <a:t>；</a:t>
            </a:r>
          </a:p>
          <a:p>
            <a:pPr lvl="2"/>
            <a:r>
              <a:rPr lang="zh-CN" altLang="en-US" dirty="0"/>
              <a:t>后序遍历右子树 </a:t>
            </a:r>
            <a:r>
              <a:rPr lang="en-US" altLang="zh-CN" dirty="0"/>
              <a:t>(R)</a:t>
            </a:r>
            <a:r>
              <a:rPr lang="zh-CN" altLang="en-US" dirty="0"/>
              <a:t>；</a:t>
            </a:r>
          </a:p>
          <a:p>
            <a:pPr lvl="2"/>
            <a:r>
              <a:rPr lang="zh-CN" altLang="en-US" dirty="0"/>
              <a:t>访问根结点 </a:t>
            </a:r>
            <a:r>
              <a:rPr lang="en-US" altLang="zh-CN" dirty="0"/>
              <a:t>(V)</a:t>
            </a:r>
            <a:r>
              <a:rPr lang="zh-CN" altLang="en-US" dirty="0"/>
              <a:t>。</a:t>
            </a:r>
          </a:p>
          <a:p>
            <a:endParaRPr lang="zh-CN" altLang="en-US" dirty="0"/>
          </a:p>
          <a:p>
            <a:r>
              <a:rPr lang="zh-CN" altLang="en-US" dirty="0"/>
              <a:t>示例遍历结果</a:t>
            </a:r>
          </a:p>
          <a:p>
            <a:pPr lvl="1"/>
            <a:r>
              <a:rPr lang="zh-CN" altLang="en-US" dirty="0"/>
              <a:t> </a:t>
            </a:r>
            <a:r>
              <a:rPr lang="en-US" altLang="zh-CN" dirty="0"/>
              <a:t>a b c d - * + e f / -</a:t>
            </a:r>
          </a:p>
          <a:p>
            <a:endParaRPr lang="zh-CN" altLang="en-US" dirty="0"/>
          </a:p>
        </p:txBody>
      </p:sp>
      <p:sp>
        <p:nvSpPr>
          <p:cNvPr id="3" name="灯片编号占位符 2">
            <a:extLst>
              <a:ext uri="{FF2B5EF4-FFF2-40B4-BE49-F238E27FC236}">
                <a16:creationId xmlns:a16="http://schemas.microsoft.com/office/drawing/2014/main" id="{5039C91F-F8C5-8231-3339-F678C2EA90A3}"/>
              </a:ext>
            </a:extLst>
          </p:cNvPr>
          <p:cNvSpPr>
            <a:spLocks noGrp="1"/>
          </p:cNvSpPr>
          <p:nvPr>
            <p:ph type="sldNum" sz="quarter" idx="12"/>
          </p:nvPr>
        </p:nvSpPr>
        <p:spPr/>
        <p:txBody>
          <a:bodyPr/>
          <a:lstStyle/>
          <a:p>
            <a:pPr>
              <a:defRPr/>
            </a:pPr>
            <a:fld id="{A598D83B-EE2A-4F12-B129-1EDE84DF129B}" type="slidenum">
              <a:rPr lang="en-US" altLang="zh-CN" smtClean="0"/>
              <a:pPr>
                <a:defRPr/>
              </a:pPr>
              <a:t>31</a:t>
            </a:fld>
            <a:endParaRPr lang="en-US" altLang="zh-CN"/>
          </a:p>
        </p:txBody>
      </p:sp>
    </p:spTree>
  </p:cSld>
  <p:clrMapOvr>
    <a:masterClrMapping/>
  </p:clrMapOvr>
  <p:transition>
    <p:spli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9D15C7-323C-4B30-A7DA-3F7278BB618C}"/>
              </a:ext>
            </a:extLst>
          </p:cNvPr>
          <p:cNvSpPr>
            <a:spLocks noGrp="1"/>
          </p:cNvSpPr>
          <p:nvPr>
            <p:ph type="title"/>
          </p:nvPr>
        </p:nvSpPr>
        <p:spPr/>
        <p:txBody>
          <a:bodyPr/>
          <a:lstStyle/>
          <a:p>
            <a:r>
              <a:rPr lang="zh-CN" altLang="en-US" dirty="0"/>
              <a:t>二叉树后序遍历的递归算法</a:t>
            </a:r>
          </a:p>
        </p:txBody>
      </p:sp>
      <p:sp>
        <p:nvSpPr>
          <p:cNvPr id="3" name="内容占位符 2">
            <a:extLst>
              <a:ext uri="{FF2B5EF4-FFF2-40B4-BE49-F238E27FC236}">
                <a16:creationId xmlns:a16="http://schemas.microsoft.com/office/drawing/2014/main" id="{B97B917D-A19F-427B-94C0-94831AC8E0D1}"/>
              </a:ext>
            </a:extLst>
          </p:cNvPr>
          <p:cNvSpPr>
            <a:spLocks noGrp="1"/>
          </p:cNvSpPr>
          <p:nvPr>
            <p:ph idx="1"/>
          </p:nvPr>
        </p:nvSpPr>
        <p:spPr/>
        <p:txBody>
          <a:bodyPr>
            <a:normAutofit fontScale="85000" lnSpcReduction="20000"/>
          </a:bodyPr>
          <a:lstStyle/>
          <a:p>
            <a:pPr marL="0" indent="0">
              <a:buNone/>
            </a:pPr>
            <a:r>
              <a:rPr lang="en-US" altLang="zh-CN" dirty="0"/>
              <a:t>template &lt;class T&gt;  void </a:t>
            </a:r>
            <a:r>
              <a:rPr lang="en-US" altLang="zh-CN" dirty="0" err="1"/>
              <a:t>BinaryTree</a:t>
            </a:r>
            <a:r>
              <a:rPr lang="en-US" altLang="zh-CN" dirty="0"/>
              <a:t> &lt;T&gt; ::</a:t>
            </a:r>
          </a:p>
          <a:p>
            <a:pPr marL="0" indent="0">
              <a:buNone/>
            </a:pPr>
            <a:r>
              <a:rPr lang="en-US" altLang="zh-CN" dirty="0" err="1"/>
              <a:t>PostOrder</a:t>
            </a:r>
            <a:r>
              <a:rPr lang="en-US" altLang="zh-CN" dirty="0"/>
              <a:t> ( </a:t>
            </a:r>
            <a:r>
              <a:rPr lang="en-US" altLang="zh-CN" dirty="0" err="1"/>
              <a:t>BinTreeNode</a:t>
            </a:r>
            <a:r>
              <a:rPr lang="en-US" altLang="zh-CN" dirty="0"/>
              <a:t> &lt;T&gt; * </a:t>
            </a:r>
            <a:r>
              <a:rPr lang="en-US" altLang="zh-CN" dirty="0" err="1"/>
              <a:t>subTree</a:t>
            </a:r>
            <a:r>
              <a:rPr lang="en-US" altLang="zh-CN" dirty="0"/>
              <a:t> , void(*visit)(</a:t>
            </a:r>
            <a:r>
              <a:rPr lang="en-US" altLang="zh-CN" dirty="0" err="1"/>
              <a:t>BinTreeNode</a:t>
            </a:r>
            <a:r>
              <a:rPr lang="en-US" altLang="zh-CN" dirty="0"/>
              <a:t>&lt;T&gt; *p ) ) {</a:t>
            </a:r>
          </a:p>
          <a:p>
            <a:pPr marL="0" indent="0">
              <a:buNone/>
            </a:pPr>
            <a:r>
              <a:rPr lang="en-US" altLang="zh-CN" dirty="0"/>
              <a:t>    if ( </a:t>
            </a:r>
            <a:r>
              <a:rPr lang="en-US" altLang="zh-CN" dirty="0" err="1"/>
              <a:t>subTree</a:t>
            </a:r>
            <a:r>
              <a:rPr lang="en-US" altLang="zh-CN" dirty="0"/>
              <a:t> != NULL ) {</a:t>
            </a:r>
          </a:p>
          <a:p>
            <a:pPr marL="0" indent="0">
              <a:buNone/>
            </a:pPr>
            <a:r>
              <a:rPr lang="en-US" altLang="zh-CN" dirty="0"/>
              <a:t>        </a:t>
            </a:r>
            <a:r>
              <a:rPr lang="en-US" altLang="zh-CN" dirty="0" err="1"/>
              <a:t>PostOrder</a:t>
            </a:r>
            <a:r>
              <a:rPr lang="en-US" altLang="zh-CN" dirty="0"/>
              <a:t> ( </a:t>
            </a:r>
            <a:r>
              <a:rPr lang="en-US" altLang="zh-CN" dirty="0" err="1"/>
              <a:t>subTree</a:t>
            </a:r>
            <a:r>
              <a:rPr lang="en-US" altLang="zh-CN" dirty="0"/>
              <a:t>-&gt;</a:t>
            </a:r>
            <a:r>
              <a:rPr lang="en-US" altLang="zh-CN" dirty="0" err="1"/>
              <a:t>leftChild</a:t>
            </a:r>
            <a:r>
              <a:rPr lang="en-US" altLang="zh-CN" dirty="0"/>
              <a:t>, visit );</a:t>
            </a:r>
          </a:p>
          <a:p>
            <a:pPr marL="0" indent="0">
              <a:buNone/>
            </a:pPr>
            <a:r>
              <a:rPr lang="en-US" altLang="zh-CN" dirty="0"/>
              <a:t>        </a:t>
            </a:r>
            <a:r>
              <a:rPr lang="en-US" altLang="zh-CN" dirty="0" err="1"/>
              <a:t>PostOrder</a:t>
            </a:r>
            <a:r>
              <a:rPr lang="en-US" altLang="zh-CN" dirty="0"/>
              <a:t> ( </a:t>
            </a:r>
            <a:r>
              <a:rPr lang="en-US" altLang="zh-CN" dirty="0" err="1"/>
              <a:t>subTree</a:t>
            </a:r>
            <a:r>
              <a:rPr lang="en-US" altLang="zh-CN" dirty="0"/>
              <a:t>-&gt;</a:t>
            </a:r>
            <a:r>
              <a:rPr lang="en-US" altLang="zh-CN" dirty="0" err="1"/>
              <a:t>rightChild</a:t>
            </a:r>
            <a:r>
              <a:rPr lang="en-US" altLang="zh-CN" dirty="0"/>
              <a:t>, visit );</a:t>
            </a:r>
          </a:p>
          <a:p>
            <a:pPr marL="0" indent="0">
              <a:buNone/>
            </a:pPr>
            <a:r>
              <a:rPr lang="en-US" altLang="zh-CN" dirty="0"/>
              <a:t>        visit(</a:t>
            </a:r>
            <a:r>
              <a:rPr lang="en-US" altLang="zh-CN" dirty="0" err="1"/>
              <a:t>subTree</a:t>
            </a:r>
            <a:r>
              <a:rPr lang="en-US" altLang="zh-CN" dirty="0"/>
              <a:t>);</a:t>
            </a:r>
          </a:p>
          <a:p>
            <a:pPr marL="0" indent="0">
              <a:buNone/>
            </a:pPr>
            <a:r>
              <a:rPr lang="en-US" altLang="zh-CN" dirty="0"/>
              <a:t>    }</a:t>
            </a:r>
          </a:p>
          <a:p>
            <a:pPr marL="0" indent="0">
              <a:buNone/>
            </a:pPr>
            <a:r>
              <a:rPr lang="en-US" altLang="zh-CN" dirty="0"/>
              <a:t>}</a:t>
            </a:r>
          </a:p>
        </p:txBody>
      </p:sp>
      <p:sp>
        <p:nvSpPr>
          <p:cNvPr id="4" name="灯片编号占位符 3">
            <a:extLst>
              <a:ext uri="{FF2B5EF4-FFF2-40B4-BE49-F238E27FC236}">
                <a16:creationId xmlns:a16="http://schemas.microsoft.com/office/drawing/2014/main" id="{5BAD13A8-1B76-86B0-9E17-C8A668699023}"/>
              </a:ext>
            </a:extLst>
          </p:cNvPr>
          <p:cNvSpPr>
            <a:spLocks noGrp="1"/>
          </p:cNvSpPr>
          <p:nvPr>
            <p:ph type="sldNum" sz="quarter" idx="12"/>
          </p:nvPr>
        </p:nvSpPr>
        <p:spPr/>
        <p:txBody>
          <a:bodyPr/>
          <a:lstStyle/>
          <a:p>
            <a:pPr>
              <a:defRPr/>
            </a:pPr>
            <a:fld id="{A598D83B-EE2A-4F12-B129-1EDE84DF129B}" type="slidenum">
              <a:rPr lang="en-US" altLang="zh-CN" smtClean="0"/>
              <a:pPr>
                <a:defRPr/>
              </a:pPr>
              <a:t>32</a:t>
            </a:fld>
            <a:endParaRPr lang="en-US" altLang="zh-CN"/>
          </a:p>
        </p:txBody>
      </p:sp>
    </p:spTree>
  </p:cSld>
  <p:clrMapOvr>
    <a:masterClrMapping/>
  </p:clrMapOvr>
  <p:transition>
    <p:spli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DBF4E5-6779-40AD-AF9F-0A1F5BFB264F}"/>
              </a:ext>
            </a:extLst>
          </p:cNvPr>
          <p:cNvSpPr>
            <a:spLocks noGrp="1"/>
          </p:cNvSpPr>
          <p:nvPr>
            <p:ph type="title"/>
          </p:nvPr>
        </p:nvSpPr>
        <p:spPr/>
        <p:txBody>
          <a:bodyPr/>
          <a:lstStyle/>
          <a:p>
            <a:r>
              <a:rPr lang="en-US" altLang="zh-CN" dirty="0"/>
              <a:t>5.4.2</a:t>
            </a:r>
            <a:r>
              <a:rPr lang="zh-CN" altLang="en-US" dirty="0"/>
              <a:t> 二叉树遍历的应用</a:t>
            </a:r>
          </a:p>
        </p:txBody>
      </p:sp>
      <p:sp>
        <p:nvSpPr>
          <p:cNvPr id="3" name="内容占位符 2">
            <a:extLst>
              <a:ext uri="{FF2B5EF4-FFF2-40B4-BE49-F238E27FC236}">
                <a16:creationId xmlns:a16="http://schemas.microsoft.com/office/drawing/2014/main" id="{4E6509C3-FBA8-43D5-99B7-95CB8F1313D8}"/>
              </a:ext>
            </a:extLst>
          </p:cNvPr>
          <p:cNvSpPr>
            <a:spLocks noGrp="1"/>
          </p:cNvSpPr>
          <p:nvPr>
            <p:ph idx="1"/>
          </p:nvPr>
        </p:nvSpPr>
        <p:spPr/>
        <p:txBody>
          <a:bodyPr>
            <a:normAutofit fontScale="92500" lnSpcReduction="20000"/>
          </a:bodyPr>
          <a:lstStyle/>
          <a:p>
            <a:r>
              <a:rPr lang="zh-CN" altLang="en-US" dirty="0"/>
              <a:t>利用二叉树后序遍历计算二叉树结点个数：</a:t>
            </a:r>
            <a:endParaRPr lang="en-US" altLang="zh-CN" dirty="0"/>
          </a:p>
          <a:p>
            <a:pPr marL="342900" lvl="1" indent="0">
              <a:buNone/>
            </a:pPr>
            <a:r>
              <a:rPr lang="en-US" altLang="zh-CN" dirty="0"/>
              <a:t>template &lt;class T&gt;  </a:t>
            </a:r>
          </a:p>
          <a:p>
            <a:pPr marL="342900" lvl="1" indent="0">
              <a:buNone/>
            </a:pPr>
            <a:r>
              <a:rPr lang="en-US" altLang="zh-CN" dirty="0"/>
              <a:t>int </a:t>
            </a:r>
            <a:r>
              <a:rPr lang="en-US" altLang="zh-CN" dirty="0" err="1"/>
              <a:t>BinaryTree</a:t>
            </a:r>
            <a:r>
              <a:rPr lang="en-US" altLang="zh-CN" dirty="0"/>
              <a:t>&lt;T&gt; ::Size ( </a:t>
            </a:r>
            <a:r>
              <a:rPr lang="en-US" altLang="zh-CN" dirty="0" err="1"/>
              <a:t>BinTreeNode</a:t>
            </a:r>
            <a:r>
              <a:rPr lang="en-US" altLang="zh-CN" dirty="0"/>
              <a:t> &lt;T&gt; * </a:t>
            </a:r>
            <a:r>
              <a:rPr lang="en-US" altLang="zh-CN" dirty="0" err="1"/>
              <a:t>subTree</a:t>
            </a:r>
            <a:r>
              <a:rPr lang="en-US" altLang="zh-CN" dirty="0"/>
              <a:t> ) const {</a:t>
            </a:r>
          </a:p>
          <a:p>
            <a:pPr marL="342900" lvl="1" indent="0">
              <a:buNone/>
            </a:pPr>
            <a:r>
              <a:rPr lang="en-US" altLang="zh-CN" dirty="0"/>
              <a:t>    if ( </a:t>
            </a:r>
            <a:r>
              <a:rPr lang="en-US" altLang="zh-CN" dirty="0" err="1"/>
              <a:t>subTree</a:t>
            </a:r>
            <a:r>
              <a:rPr lang="en-US" altLang="zh-CN" dirty="0"/>
              <a:t> == NULL ) return 0;</a:t>
            </a:r>
          </a:p>
          <a:p>
            <a:pPr marL="342900" lvl="1" indent="0">
              <a:buNone/>
            </a:pPr>
            <a:r>
              <a:rPr lang="en-US" altLang="zh-CN" dirty="0"/>
              <a:t>    else return 1 + </a:t>
            </a:r>
          </a:p>
          <a:p>
            <a:pPr marL="342900" lvl="1" indent="0">
              <a:buNone/>
            </a:pPr>
            <a:r>
              <a:rPr lang="en-US" altLang="zh-CN" dirty="0"/>
              <a:t>           Size ( </a:t>
            </a:r>
            <a:r>
              <a:rPr lang="en-US" altLang="zh-CN" dirty="0" err="1"/>
              <a:t>subTree</a:t>
            </a:r>
            <a:r>
              <a:rPr lang="en-US" altLang="zh-CN" dirty="0"/>
              <a:t>-&gt;</a:t>
            </a:r>
            <a:r>
              <a:rPr lang="en-US" altLang="zh-CN" dirty="0" err="1"/>
              <a:t>leftChild</a:t>
            </a:r>
            <a:r>
              <a:rPr lang="en-US" altLang="zh-CN" dirty="0"/>
              <a:t>) + </a:t>
            </a:r>
          </a:p>
          <a:p>
            <a:pPr marL="342900" lvl="1" indent="0">
              <a:buNone/>
            </a:pPr>
            <a:r>
              <a:rPr lang="en-US" altLang="zh-CN" dirty="0"/>
              <a:t>           Size ( </a:t>
            </a:r>
            <a:r>
              <a:rPr lang="en-US" altLang="zh-CN" dirty="0" err="1"/>
              <a:t>subTree</a:t>
            </a:r>
            <a:r>
              <a:rPr lang="en-US" altLang="zh-CN" dirty="0"/>
              <a:t> -&gt;</a:t>
            </a:r>
            <a:r>
              <a:rPr lang="en-US" altLang="zh-CN" dirty="0" err="1"/>
              <a:t>rightChild</a:t>
            </a:r>
            <a:r>
              <a:rPr lang="en-US" altLang="zh-CN" dirty="0"/>
              <a:t> );</a:t>
            </a:r>
          </a:p>
          <a:p>
            <a:pPr marL="342900" lvl="1" indent="0">
              <a:buNone/>
            </a:pPr>
            <a:r>
              <a:rPr lang="en-US" altLang="zh-CN" dirty="0"/>
              <a:t>}</a:t>
            </a:r>
          </a:p>
          <a:p>
            <a:pPr marL="342900" lvl="1" indent="0">
              <a:buNone/>
            </a:pPr>
            <a:endParaRPr lang="en-US" altLang="zh-CN" dirty="0"/>
          </a:p>
          <a:p>
            <a:pPr marL="0" indent="0">
              <a:buNone/>
            </a:pPr>
            <a:endParaRPr lang="zh-CN" altLang="en-US" dirty="0"/>
          </a:p>
        </p:txBody>
      </p:sp>
      <p:sp>
        <p:nvSpPr>
          <p:cNvPr id="4" name="灯片编号占位符 3">
            <a:extLst>
              <a:ext uri="{FF2B5EF4-FFF2-40B4-BE49-F238E27FC236}">
                <a16:creationId xmlns:a16="http://schemas.microsoft.com/office/drawing/2014/main" id="{232DF72C-EC6D-A2FF-C8BD-89F75C753782}"/>
              </a:ext>
            </a:extLst>
          </p:cNvPr>
          <p:cNvSpPr>
            <a:spLocks noGrp="1"/>
          </p:cNvSpPr>
          <p:nvPr>
            <p:ph type="sldNum" sz="quarter" idx="12"/>
          </p:nvPr>
        </p:nvSpPr>
        <p:spPr/>
        <p:txBody>
          <a:bodyPr/>
          <a:lstStyle/>
          <a:p>
            <a:pPr>
              <a:defRPr/>
            </a:pPr>
            <a:fld id="{A598D83B-EE2A-4F12-B129-1EDE84DF129B}" type="slidenum">
              <a:rPr lang="en-US" altLang="zh-CN" smtClean="0"/>
              <a:pPr>
                <a:defRPr/>
              </a:pPr>
              <a:t>33</a:t>
            </a:fld>
            <a:endParaRPr lang="en-US" altLang="zh-CN"/>
          </a:p>
        </p:txBody>
      </p:sp>
    </p:spTree>
  </p:cSld>
  <p:clrMapOvr>
    <a:masterClrMapping/>
  </p:clrMapOvr>
  <p:transition>
    <p:spli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FF39F4-5124-48B2-B03C-727903F59395}"/>
              </a:ext>
            </a:extLst>
          </p:cNvPr>
          <p:cNvSpPr>
            <a:spLocks noGrp="1"/>
          </p:cNvSpPr>
          <p:nvPr>
            <p:ph type="title"/>
          </p:nvPr>
        </p:nvSpPr>
        <p:spPr/>
        <p:txBody>
          <a:bodyPr>
            <a:normAutofit/>
          </a:bodyPr>
          <a:lstStyle/>
          <a:p>
            <a:r>
              <a:rPr lang="zh-CN" altLang="en-US" dirty="0"/>
              <a:t>后序遍历计算二叉树的高度</a:t>
            </a:r>
          </a:p>
        </p:txBody>
      </p:sp>
      <p:sp>
        <p:nvSpPr>
          <p:cNvPr id="3" name="内容占位符 2">
            <a:extLst>
              <a:ext uri="{FF2B5EF4-FFF2-40B4-BE49-F238E27FC236}">
                <a16:creationId xmlns:a16="http://schemas.microsoft.com/office/drawing/2014/main" id="{9EF7C2FD-2007-47A9-B8CD-779BD69B6A05}"/>
              </a:ext>
            </a:extLst>
          </p:cNvPr>
          <p:cNvSpPr>
            <a:spLocks noGrp="1"/>
          </p:cNvSpPr>
          <p:nvPr>
            <p:ph idx="1"/>
          </p:nvPr>
        </p:nvSpPr>
        <p:spPr/>
        <p:txBody>
          <a:bodyPr>
            <a:normAutofit fontScale="85000" lnSpcReduction="20000"/>
          </a:bodyPr>
          <a:lstStyle/>
          <a:p>
            <a:pPr marL="0" indent="0">
              <a:buNone/>
            </a:pPr>
            <a:r>
              <a:rPr lang="en-US" altLang="zh-CN" dirty="0"/>
              <a:t>template &lt;class T&gt; int </a:t>
            </a:r>
            <a:r>
              <a:rPr lang="en-US" altLang="zh-CN" dirty="0" err="1"/>
              <a:t>BinaryTree</a:t>
            </a:r>
            <a:r>
              <a:rPr lang="en-US" altLang="zh-CN" dirty="0"/>
              <a:t>&lt;T&gt; :: Height( </a:t>
            </a:r>
            <a:r>
              <a:rPr lang="en-US" altLang="zh-CN" dirty="0" err="1"/>
              <a:t>BinTreeNode</a:t>
            </a:r>
            <a:r>
              <a:rPr lang="en-US" altLang="zh-CN" dirty="0"/>
              <a:t> &lt;T&gt; * </a:t>
            </a:r>
            <a:r>
              <a:rPr lang="en-US" altLang="zh-CN" dirty="0" err="1"/>
              <a:t>subTree</a:t>
            </a:r>
            <a:r>
              <a:rPr lang="en-US" altLang="zh-CN" dirty="0"/>
              <a:t> ) const {</a:t>
            </a:r>
          </a:p>
          <a:p>
            <a:pPr marL="0" indent="0">
              <a:buNone/>
            </a:pPr>
            <a:r>
              <a:rPr lang="en-US" altLang="zh-CN" dirty="0"/>
              <a:t>    if ( </a:t>
            </a:r>
            <a:r>
              <a:rPr lang="en-US" altLang="zh-CN" dirty="0" err="1"/>
              <a:t>subTree</a:t>
            </a:r>
            <a:r>
              <a:rPr lang="en-US" altLang="zh-CN" dirty="0"/>
              <a:t> == NULL ) return 0;</a:t>
            </a:r>
          </a:p>
          <a:p>
            <a:pPr marL="0" indent="0">
              <a:buNone/>
            </a:pPr>
            <a:r>
              <a:rPr lang="en-US" altLang="zh-CN" dirty="0"/>
              <a:t>    else {</a:t>
            </a:r>
          </a:p>
          <a:p>
            <a:pPr marL="0" indent="0">
              <a:buNone/>
            </a:pPr>
            <a:r>
              <a:rPr lang="en-US" altLang="zh-CN" dirty="0"/>
              <a:t>        int </a:t>
            </a:r>
            <a:r>
              <a:rPr lang="en-US" altLang="zh-CN" dirty="0" err="1"/>
              <a:t>i</a:t>
            </a:r>
            <a:r>
              <a:rPr lang="en-US" altLang="zh-CN" dirty="0"/>
              <a:t> = Height ( </a:t>
            </a:r>
            <a:r>
              <a:rPr lang="en-US" altLang="zh-CN" dirty="0" err="1"/>
              <a:t>subTree</a:t>
            </a:r>
            <a:r>
              <a:rPr lang="en-US" altLang="zh-CN" dirty="0"/>
              <a:t>-&gt;</a:t>
            </a:r>
            <a:r>
              <a:rPr lang="en-US" altLang="zh-CN" dirty="0" err="1"/>
              <a:t>leftChild</a:t>
            </a:r>
            <a:r>
              <a:rPr lang="en-US" altLang="zh-CN" dirty="0"/>
              <a:t> );</a:t>
            </a:r>
          </a:p>
          <a:p>
            <a:pPr marL="0" indent="0">
              <a:buNone/>
            </a:pPr>
            <a:r>
              <a:rPr lang="en-US" altLang="zh-CN" dirty="0"/>
              <a:t>        int j = Height ( </a:t>
            </a:r>
            <a:r>
              <a:rPr lang="en-US" altLang="zh-CN" dirty="0" err="1"/>
              <a:t>subTree</a:t>
            </a:r>
            <a:r>
              <a:rPr lang="en-US" altLang="zh-CN" dirty="0"/>
              <a:t>-&gt;</a:t>
            </a:r>
            <a:r>
              <a:rPr lang="en-US" altLang="zh-CN" dirty="0" err="1"/>
              <a:t>rightChild</a:t>
            </a:r>
            <a:r>
              <a:rPr lang="en-US" altLang="zh-CN" dirty="0"/>
              <a:t> );</a:t>
            </a:r>
          </a:p>
          <a:p>
            <a:pPr marL="0" indent="0">
              <a:buNone/>
            </a:pPr>
            <a:r>
              <a:rPr lang="en-US" altLang="zh-CN" dirty="0"/>
              <a:t>        return (</a:t>
            </a:r>
            <a:r>
              <a:rPr lang="en-US" altLang="zh-CN" dirty="0" err="1"/>
              <a:t>i</a:t>
            </a:r>
            <a:r>
              <a:rPr lang="en-US" altLang="zh-CN" dirty="0"/>
              <a:t>&lt;j)?j+1:i+1;</a:t>
            </a:r>
          </a:p>
          <a:p>
            <a:pPr marL="0" indent="0">
              <a:buNone/>
            </a:pPr>
            <a:r>
              <a:rPr lang="en-US" altLang="zh-CN" dirty="0"/>
              <a:t>    }</a:t>
            </a:r>
          </a:p>
          <a:p>
            <a:pPr marL="0" indent="0">
              <a:buNone/>
            </a:pPr>
            <a:r>
              <a:rPr lang="en-US" altLang="zh-CN" dirty="0"/>
              <a:t>}    </a:t>
            </a:r>
          </a:p>
        </p:txBody>
      </p:sp>
      <p:sp>
        <p:nvSpPr>
          <p:cNvPr id="4" name="灯片编号占位符 3">
            <a:extLst>
              <a:ext uri="{FF2B5EF4-FFF2-40B4-BE49-F238E27FC236}">
                <a16:creationId xmlns:a16="http://schemas.microsoft.com/office/drawing/2014/main" id="{69C95883-5A42-72FA-625E-837B71EF8152}"/>
              </a:ext>
            </a:extLst>
          </p:cNvPr>
          <p:cNvSpPr>
            <a:spLocks noGrp="1"/>
          </p:cNvSpPr>
          <p:nvPr>
            <p:ph type="sldNum" sz="quarter" idx="12"/>
          </p:nvPr>
        </p:nvSpPr>
        <p:spPr/>
        <p:txBody>
          <a:bodyPr/>
          <a:lstStyle/>
          <a:p>
            <a:pPr>
              <a:defRPr/>
            </a:pPr>
            <a:fld id="{A598D83B-EE2A-4F12-B129-1EDE84DF129B}" type="slidenum">
              <a:rPr lang="en-US" altLang="zh-CN" smtClean="0"/>
              <a:pPr>
                <a:defRPr/>
              </a:pPr>
              <a:t>34</a:t>
            </a:fld>
            <a:endParaRPr lang="en-US" altLang="zh-CN"/>
          </a:p>
        </p:txBody>
      </p:sp>
    </p:spTree>
  </p:cSld>
  <p:clrMapOvr>
    <a:masterClrMapping/>
  </p:clrMapOvr>
  <p:transition>
    <p:spli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2FD237-8C1C-4388-8D3A-99680429035B}"/>
              </a:ext>
            </a:extLst>
          </p:cNvPr>
          <p:cNvSpPr>
            <a:spLocks noGrp="1"/>
          </p:cNvSpPr>
          <p:nvPr>
            <p:ph type="title"/>
          </p:nvPr>
        </p:nvSpPr>
        <p:spPr/>
        <p:txBody>
          <a:bodyPr/>
          <a:lstStyle/>
          <a:p>
            <a:r>
              <a:rPr lang="zh-CN" altLang="en-US" dirty="0"/>
              <a:t>后序遍历销毁二叉树</a:t>
            </a:r>
          </a:p>
        </p:txBody>
      </p:sp>
      <p:sp>
        <p:nvSpPr>
          <p:cNvPr id="3" name="内容占位符 2">
            <a:extLst>
              <a:ext uri="{FF2B5EF4-FFF2-40B4-BE49-F238E27FC236}">
                <a16:creationId xmlns:a16="http://schemas.microsoft.com/office/drawing/2014/main" id="{679E81B1-D05C-4112-AA5E-1A1D23BDB5C7}"/>
              </a:ext>
            </a:extLst>
          </p:cNvPr>
          <p:cNvSpPr>
            <a:spLocks noGrp="1"/>
          </p:cNvSpPr>
          <p:nvPr>
            <p:ph idx="1"/>
          </p:nvPr>
        </p:nvSpPr>
        <p:spPr/>
        <p:txBody>
          <a:bodyPr>
            <a:normAutofit fontScale="70000" lnSpcReduction="20000"/>
          </a:bodyPr>
          <a:lstStyle/>
          <a:p>
            <a:pPr marL="0" indent="0">
              <a:buNone/>
            </a:pPr>
            <a:r>
              <a:rPr lang="en-US" altLang="zh-CN" dirty="0"/>
              <a:t>template&lt;class T&gt; </a:t>
            </a:r>
          </a:p>
          <a:p>
            <a:pPr marL="0" indent="0">
              <a:buNone/>
            </a:pPr>
            <a:r>
              <a:rPr lang="en-US" altLang="zh-CN" dirty="0"/>
              <a:t>void </a:t>
            </a:r>
            <a:r>
              <a:rPr lang="en-US" altLang="zh-CN" dirty="0" err="1"/>
              <a:t>BinaryTree</a:t>
            </a:r>
            <a:r>
              <a:rPr lang="en-US" altLang="zh-CN" dirty="0"/>
              <a:t>&lt;T&gt; :: destroy </a:t>
            </a:r>
          </a:p>
          <a:p>
            <a:pPr marL="0" indent="0">
              <a:buNone/>
            </a:pPr>
            <a:r>
              <a:rPr lang="en-US" altLang="zh-CN" dirty="0"/>
              <a:t>   (</a:t>
            </a:r>
            <a:r>
              <a:rPr lang="en-US" altLang="zh-CN" dirty="0" err="1"/>
              <a:t>BinTreeNode</a:t>
            </a:r>
            <a:r>
              <a:rPr lang="en-US" altLang="zh-CN" dirty="0"/>
              <a:t>&lt;T&gt; * &amp;</a:t>
            </a:r>
            <a:r>
              <a:rPr lang="en-US" altLang="zh-CN" dirty="0" err="1"/>
              <a:t>subTree</a:t>
            </a:r>
            <a:r>
              <a:rPr lang="en-US" altLang="zh-CN" dirty="0"/>
              <a:t>) {</a:t>
            </a:r>
          </a:p>
          <a:p>
            <a:pPr marL="0" indent="0">
              <a:buNone/>
            </a:pPr>
            <a:r>
              <a:rPr lang="en-US" altLang="zh-CN" dirty="0"/>
              <a:t>    if ( </a:t>
            </a:r>
            <a:r>
              <a:rPr lang="en-US" altLang="zh-CN" dirty="0" err="1"/>
              <a:t>subTree</a:t>
            </a:r>
            <a:r>
              <a:rPr lang="en-US" altLang="zh-CN" dirty="0"/>
              <a:t> != NULL ) {</a:t>
            </a:r>
          </a:p>
          <a:p>
            <a:pPr marL="0" indent="0">
              <a:buNone/>
            </a:pPr>
            <a:r>
              <a:rPr lang="en-US" altLang="zh-CN" dirty="0"/>
              <a:t>       destroy ( </a:t>
            </a:r>
            <a:r>
              <a:rPr lang="en-US" altLang="zh-CN" dirty="0" err="1"/>
              <a:t>subTree</a:t>
            </a:r>
            <a:r>
              <a:rPr lang="en-US" altLang="zh-CN" dirty="0"/>
              <a:t>-&gt;</a:t>
            </a:r>
            <a:r>
              <a:rPr lang="en-US" altLang="zh-CN" dirty="0" err="1"/>
              <a:t>leftChild</a:t>
            </a:r>
            <a:r>
              <a:rPr lang="en-US" altLang="zh-CN" dirty="0"/>
              <a:t> );</a:t>
            </a:r>
          </a:p>
          <a:p>
            <a:pPr marL="0" indent="0">
              <a:buNone/>
            </a:pPr>
            <a:r>
              <a:rPr lang="en-US" altLang="zh-CN" dirty="0"/>
              <a:t>       destroy ( </a:t>
            </a:r>
            <a:r>
              <a:rPr lang="en-US" altLang="zh-CN" dirty="0" err="1"/>
              <a:t>subTree</a:t>
            </a:r>
            <a:r>
              <a:rPr lang="en-US" altLang="zh-CN" dirty="0"/>
              <a:t>-&gt;</a:t>
            </a:r>
            <a:r>
              <a:rPr lang="en-US" altLang="zh-CN" dirty="0" err="1"/>
              <a:t>rightChild</a:t>
            </a:r>
            <a:r>
              <a:rPr lang="en-US" altLang="zh-CN" dirty="0"/>
              <a:t> );</a:t>
            </a:r>
          </a:p>
          <a:p>
            <a:pPr marL="0" indent="0">
              <a:buNone/>
            </a:pPr>
            <a:r>
              <a:rPr lang="en-US" altLang="zh-CN" dirty="0"/>
              <a:t>       delete </a:t>
            </a:r>
            <a:r>
              <a:rPr lang="en-US" altLang="zh-CN" dirty="0" err="1"/>
              <a:t>subTree</a:t>
            </a:r>
            <a:r>
              <a:rPr lang="en-US" altLang="zh-CN" dirty="0"/>
              <a:t>;</a:t>
            </a:r>
          </a:p>
          <a:p>
            <a:pPr marL="0" indent="0">
              <a:buNone/>
            </a:pPr>
            <a:r>
              <a:rPr lang="en-US" altLang="zh-CN" dirty="0"/>
              <a:t>    }</a:t>
            </a:r>
          </a:p>
          <a:p>
            <a:pPr marL="0" indent="0">
              <a:buNone/>
            </a:pPr>
            <a:r>
              <a:rPr lang="en-US" altLang="zh-CN" dirty="0"/>
              <a:t>    </a:t>
            </a:r>
            <a:r>
              <a:rPr lang="en-US" altLang="zh-CN" dirty="0" err="1"/>
              <a:t>subTree</a:t>
            </a:r>
            <a:r>
              <a:rPr lang="en-US" altLang="zh-CN" dirty="0"/>
              <a:t> = NULL;</a:t>
            </a:r>
          </a:p>
          <a:p>
            <a:pPr marL="0" indent="0">
              <a:buNone/>
            </a:pPr>
            <a:r>
              <a:rPr lang="en-US" altLang="zh-CN" dirty="0"/>
              <a:t>}</a:t>
            </a:r>
          </a:p>
          <a:p>
            <a:pPr marL="0" indent="0">
              <a:buNone/>
            </a:pPr>
            <a:endParaRPr lang="zh-CN" altLang="en-US" dirty="0"/>
          </a:p>
          <a:p>
            <a:pPr marL="0" indent="0">
              <a:buNone/>
            </a:pPr>
            <a:endParaRPr lang="zh-CN" altLang="en-US" dirty="0"/>
          </a:p>
        </p:txBody>
      </p:sp>
      <p:sp>
        <p:nvSpPr>
          <p:cNvPr id="4" name="灯片编号占位符 3">
            <a:extLst>
              <a:ext uri="{FF2B5EF4-FFF2-40B4-BE49-F238E27FC236}">
                <a16:creationId xmlns:a16="http://schemas.microsoft.com/office/drawing/2014/main" id="{EEA81433-6F92-B162-2DEF-8B8EDCDD32E9}"/>
              </a:ext>
            </a:extLst>
          </p:cNvPr>
          <p:cNvSpPr>
            <a:spLocks noGrp="1"/>
          </p:cNvSpPr>
          <p:nvPr>
            <p:ph type="sldNum" sz="quarter" idx="12"/>
          </p:nvPr>
        </p:nvSpPr>
        <p:spPr/>
        <p:txBody>
          <a:bodyPr/>
          <a:lstStyle/>
          <a:p>
            <a:pPr>
              <a:defRPr/>
            </a:pPr>
            <a:fld id="{A598D83B-EE2A-4F12-B129-1EDE84DF129B}" type="slidenum">
              <a:rPr lang="en-US" altLang="zh-CN" smtClean="0"/>
              <a:pPr>
                <a:defRPr/>
              </a:pPr>
              <a:t>35</a:t>
            </a:fld>
            <a:endParaRPr lang="en-US" altLang="zh-CN"/>
          </a:p>
        </p:txBody>
      </p:sp>
    </p:spTree>
    <p:extLst>
      <p:ext uri="{BB962C8B-B14F-4D97-AF65-F5344CB8AC3E}">
        <p14:creationId xmlns:p14="http://schemas.microsoft.com/office/powerpoint/2010/main" val="3074661005"/>
      </p:ext>
    </p:extLst>
  </p:cSld>
  <p:clrMapOvr>
    <a:masterClrMapping/>
  </p:clrMapOvr>
  <p:transition>
    <p:spli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D946B162-B9E7-A799-E6CB-87DD2CF68963}"/>
              </a:ext>
            </a:extLst>
          </p:cNvPr>
          <p:cNvSpPr>
            <a:spLocks noGrp="1"/>
          </p:cNvSpPr>
          <p:nvPr>
            <p:ph type="title"/>
          </p:nvPr>
        </p:nvSpPr>
        <p:spPr/>
        <p:txBody>
          <a:bodyPr/>
          <a:lstStyle/>
          <a:p>
            <a:r>
              <a:rPr lang="zh-CN" altLang="en-US" dirty="0"/>
              <a:t>前序遍历输出二叉树</a:t>
            </a:r>
          </a:p>
        </p:txBody>
      </p:sp>
      <p:sp>
        <p:nvSpPr>
          <p:cNvPr id="3" name="内容占位符 2">
            <a:extLst>
              <a:ext uri="{FF2B5EF4-FFF2-40B4-BE49-F238E27FC236}">
                <a16:creationId xmlns:a16="http://schemas.microsoft.com/office/drawing/2014/main" id="{1CE24AE2-37F8-4F25-B3BF-2DF11AE027B0}"/>
              </a:ext>
            </a:extLst>
          </p:cNvPr>
          <p:cNvSpPr>
            <a:spLocks noGrp="1"/>
          </p:cNvSpPr>
          <p:nvPr>
            <p:ph idx="1"/>
          </p:nvPr>
        </p:nvSpPr>
        <p:spPr>
          <a:xfrm>
            <a:off x="628650" y="1825625"/>
            <a:ext cx="7886700" cy="4667250"/>
          </a:xfrm>
        </p:spPr>
        <p:txBody>
          <a:bodyPr>
            <a:normAutofit fontScale="40000" lnSpcReduction="20000"/>
          </a:bodyPr>
          <a:lstStyle/>
          <a:p>
            <a:pPr marL="0" indent="0">
              <a:buNone/>
            </a:pPr>
            <a:r>
              <a:rPr lang="en-US" altLang="zh-CN" dirty="0"/>
              <a:t>//</a:t>
            </a:r>
            <a:r>
              <a:rPr lang="zh-CN" altLang="en-US" dirty="0"/>
              <a:t>私有函数</a:t>
            </a:r>
            <a:r>
              <a:rPr lang="en-US" altLang="zh-CN" dirty="0"/>
              <a:t>: </a:t>
            </a:r>
            <a:r>
              <a:rPr lang="zh-CN" altLang="en-US" dirty="0"/>
              <a:t>前序遍历并输出根为</a:t>
            </a:r>
            <a:r>
              <a:rPr lang="en-US" altLang="zh-CN" dirty="0" err="1"/>
              <a:t>subTree</a:t>
            </a:r>
            <a:r>
              <a:rPr lang="zh-CN" altLang="en-US" dirty="0"/>
              <a:t>的二叉树</a:t>
            </a:r>
          </a:p>
          <a:p>
            <a:pPr marL="0" indent="0">
              <a:buNone/>
            </a:pPr>
            <a:r>
              <a:rPr lang="en-US" altLang="zh-CN" dirty="0"/>
              <a:t>template &lt;class T&gt; </a:t>
            </a:r>
          </a:p>
          <a:p>
            <a:pPr marL="0" indent="0">
              <a:buNone/>
            </a:pPr>
            <a:r>
              <a:rPr lang="en-US" altLang="zh-CN" dirty="0"/>
              <a:t>void </a:t>
            </a:r>
            <a:r>
              <a:rPr lang="en-US" altLang="zh-CN" dirty="0" err="1"/>
              <a:t>BinaryTree</a:t>
            </a:r>
            <a:r>
              <a:rPr lang="en-US" altLang="zh-CN" dirty="0"/>
              <a:t>&lt;T&gt; :: Traverse ( </a:t>
            </a:r>
            <a:r>
              <a:rPr lang="en-US" altLang="zh-CN" dirty="0" err="1"/>
              <a:t>BinTreeNode</a:t>
            </a:r>
            <a:r>
              <a:rPr lang="en-US" altLang="zh-CN" dirty="0"/>
              <a:t> &lt;T&gt; *</a:t>
            </a:r>
            <a:r>
              <a:rPr lang="en-US" altLang="zh-CN" dirty="0" err="1"/>
              <a:t>subTree</a:t>
            </a:r>
            <a:r>
              <a:rPr lang="en-US" altLang="zh-CN" dirty="0"/>
              <a:t>,  </a:t>
            </a:r>
            <a:r>
              <a:rPr lang="en-US" altLang="zh-CN" dirty="0" err="1"/>
              <a:t>ostream</a:t>
            </a:r>
            <a:r>
              <a:rPr lang="en-US" altLang="zh-CN" dirty="0"/>
              <a:t> &amp;out ) {</a:t>
            </a:r>
          </a:p>
          <a:p>
            <a:pPr marL="0" indent="0">
              <a:buNone/>
            </a:pPr>
            <a:r>
              <a:rPr lang="en-US" altLang="zh-CN" dirty="0"/>
              <a:t>    if ( </a:t>
            </a:r>
            <a:r>
              <a:rPr lang="en-US" altLang="zh-CN" dirty="0" err="1"/>
              <a:t>subTree</a:t>
            </a:r>
            <a:r>
              <a:rPr lang="en-US" altLang="zh-CN" dirty="0"/>
              <a:t> != NULL ) {</a:t>
            </a:r>
          </a:p>
          <a:p>
            <a:pPr marL="0" indent="0">
              <a:buNone/>
            </a:pPr>
            <a:r>
              <a:rPr lang="en-US" altLang="zh-CN" dirty="0"/>
              <a:t>        out &lt;&lt; </a:t>
            </a:r>
            <a:r>
              <a:rPr lang="en-US" altLang="zh-CN" dirty="0" err="1"/>
              <a:t>subTree</a:t>
            </a:r>
            <a:r>
              <a:rPr lang="en-US" altLang="zh-CN" dirty="0"/>
              <a:t>-&gt;data &lt;&lt; ' ';</a:t>
            </a:r>
          </a:p>
          <a:p>
            <a:pPr marL="0" indent="0">
              <a:buNone/>
            </a:pPr>
            <a:r>
              <a:rPr lang="en-US" altLang="zh-CN" dirty="0"/>
              <a:t>        Traverse ( </a:t>
            </a:r>
            <a:r>
              <a:rPr lang="en-US" altLang="zh-CN" dirty="0" err="1"/>
              <a:t>subTree</a:t>
            </a:r>
            <a:r>
              <a:rPr lang="en-US" altLang="zh-CN" dirty="0"/>
              <a:t>-&gt;</a:t>
            </a:r>
            <a:r>
              <a:rPr lang="en-US" altLang="zh-CN" dirty="0" err="1"/>
              <a:t>leftChild</a:t>
            </a:r>
            <a:r>
              <a:rPr lang="en-US" altLang="zh-CN" dirty="0"/>
              <a:t>, out );</a:t>
            </a:r>
          </a:p>
          <a:p>
            <a:pPr marL="0" indent="0">
              <a:buNone/>
            </a:pPr>
            <a:r>
              <a:rPr lang="en-US" altLang="zh-CN" dirty="0"/>
              <a:t>        Traverse ( </a:t>
            </a:r>
            <a:r>
              <a:rPr lang="en-US" altLang="zh-CN" dirty="0" err="1"/>
              <a:t>subTree</a:t>
            </a:r>
            <a:r>
              <a:rPr lang="en-US" altLang="zh-CN" dirty="0"/>
              <a:t>-&gt;</a:t>
            </a:r>
            <a:r>
              <a:rPr lang="en-US" altLang="zh-CN" dirty="0" err="1"/>
              <a:t>rightChild</a:t>
            </a:r>
            <a:r>
              <a:rPr lang="en-US" altLang="zh-CN" dirty="0"/>
              <a:t>, out );</a:t>
            </a:r>
          </a:p>
          <a:p>
            <a:pPr marL="0" indent="0">
              <a:buNone/>
            </a:pPr>
            <a:r>
              <a:rPr lang="en-US" altLang="zh-CN" dirty="0"/>
              <a:t>    }</a:t>
            </a:r>
          </a:p>
          <a:p>
            <a:pPr marL="0" indent="0">
              <a:buNone/>
            </a:pPr>
            <a:r>
              <a:rPr lang="en-US" altLang="zh-CN" dirty="0"/>
              <a:t>}</a:t>
            </a:r>
          </a:p>
          <a:p>
            <a:pPr marL="0" indent="0">
              <a:buNone/>
            </a:pPr>
            <a:endParaRPr lang="en-US" altLang="zh-CN" dirty="0"/>
          </a:p>
          <a:p>
            <a:pPr marL="0" indent="0">
              <a:buNone/>
            </a:pPr>
            <a:r>
              <a:rPr lang="en-US" altLang="zh-CN" dirty="0"/>
              <a:t>//</a:t>
            </a:r>
            <a:r>
              <a:rPr lang="zh-CN" altLang="en-US" dirty="0"/>
              <a:t>友元函数</a:t>
            </a:r>
            <a:endParaRPr lang="en-US" altLang="zh-CN" dirty="0"/>
          </a:p>
          <a:p>
            <a:pPr marL="0" indent="0">
              <a:buNone/>
            </a:pPr>
            <a:r>
              <a:rPr lang="en-US" altLang="zh-CN" dirty="0"/>
              <a:t>template &lt;class T&gt; </a:t>
            </a:r>
          </a:p>
          <a:p>
            <a:pPr marL="0" indent="0">
              <a:buNone/>
            </a:pPr>
            <a:r>
              <a:rPr lang="en-US" altLang="zh-CN" dirty="0" err="1"/>
              <a:t>ostream</a:t>
            </a:r>
            <a:r>
              <a:rPr lang="en-US" altLang="zh-CN" dirty="0"/>
              <a:t>&amp; operator &lt;&lt; ( </a:t>
            </a:r>
            <a:r>
              <a:rPr lang="en-US" altLang="zh-CN" dirty="0" err="1"/>
              <a:t>ostream</a:t>
            </a:r>
            <a:r>
              <a:rPr lang="en-US" altLang="zh-CN" dirty="0"/>
              <a:t>&amp; out, </a:t>
            </a:r>
            <a:r>
              <a:rPr lang="en-US" altLang="zh-CN" dirty="0" err="1"/>
              <a:t>BinaryTree</a:t>
            </a:r>
            <a:r>
              <a:rPr lang="en-US" altLang="zh-CN" dirty="0"/>
              <a:t>&lt;T&gt; &amp;Tree ) {</a:t>
            </a:r>
          </a:p>
          <a:p>
            <a:pPr marL="0" indent="0">
              <a:buNone/>
            </a:pPr>
            <a:r>
              <a:rPr lang="en-US" altLang="zh-CN" dirty="0"/>
              <a:t>     out &lt;&lt; "</a:t>
            </a:r>
            <a:r>
              <a:rPr lang="zh-CN" altLang="en-US" dirty="0"/>
              <a:t>二叉树的前序遍历</a:t>
            </a:r>
            <a:r>
              <a:rPr lang="en-US" altLang="zh-CN" dirty="0"/>
              <a:t>.\n";     </a:t>
            </a:r>
            <a:r>
              <a:rPr lang="en-US" altLang="zh-CN" dirty="0" err="1"/>
              <a:t>Tree.Traverse</a:t>
            </a:r>
            <a:r>
              <a:rPr lang="en-US" altLang="zh-CN" dirty="0"/>
              <a:t> ( </a:t>
            </a:r>
            <a:r>
              <a:rPr lang="en-US" altLang="zh-CN" dirty="0" err="1"/>
              <a:t>Tree.root</a:t>
            </a:r>
            <a:r>
              <a:rPr lang="en-US" altLang="zh-CN" dirty="0"/>
              <a:t>, out );     out &lt;&lt; </a:t>
            </a:r>
            <a:r>
              <a:rPr lang="en-US" altLang="zh-CN" dirty="0" err="1"/>
              <a:t>endl</a:t>
            </a:r>
            <a:r>
              <a:rPr lang="en-US" altLang="zh-CN" dirty="0"/>
              <a:t>;</a:t>
            </a:r>
          </a:p>
          <a:p>
            <a:pPr marL="0" indent="0">
              <a:buNone/>
            </a:pPr>
            <a:r>
              <a:rPr lang="en-US" altLang="zh-CN" dirty="0"/>
              <a:t>     return out;</a:t>
            </a:r>
          </a:p>
          <a:p>
            <a:pPr marL="0" indent="0">
              <a:buNone/>
            </a:pPr>
            <a:r>
              <a:rPr lang="en-US" altLang="zh-CN" dirty="0"/>
              <a:t>}</a:t>
            </a:r>
          </a:p>
          <a:p>
            <a:pPr marL="0" indent="0">
              <a:buNone/>
            </a:pPr>
            <a:endParaRPr lang="zh-CN" altLang="en-US" dirty="0"/>
          </a:p>
        </p:txBody>
      </p:sp>
      <p:sp>
        <p:nvSpPr>
          <p:cNvPr id="2" name="灯片编号占位符 1">
            <a:extLst>
              <a:ext uri="{FF2B5EF4-FFF2-40B4-BE49-F238E27FC236}">
                <a16:creationId xmlns:a16="http://schemas.microsoft.com/office/drawing/2014/main" id="{3E8C6942-7C31-0998-26AB-7DAC3CDC4A46}"/>
              </a:ext>
            </a:extLst>
          </p:cNvPr>
          <p:cNvSpPr>
            <a:spLocks noGrp="1"/>
          </p:cNvSpPr>
          <p:nvPr>
            <p:ph type="sldNum" sz="quarter" idx="12"/>
          </p:nvPr>
        </p:nvSpPr>
        <p:spPr/>
        <p:txBody>
          <a:bodyPr/>
          <a:lstStyle/>
          <a:p>
            <a:pPr>
              <a:defRPr/>
            </a:pPr>
            <a:fld id="{A598D83B-EE2A-4F12-B129-1EDE84DF129B}" type="slidenum">
              <a:rPr lang="en-US" altLang="zh-CN" smtClean="0"/>
              <a:pPr>
                <a:defRPr/>
              </a:pPr>
              <a:t>36</a:t>
            </a:fld>
            <a:endParaRPr lang="en-US" altLang="zh-CN"/>
          </a:p>
        </p:txBody>
      </p:sp>
    </p:spTree>
    <p:extLst>
      <p:ext uri="{BB962C8B-B14F-4D97-AF65-F5344CB8AC3E}">
        <p14:creationId xmlns:p14="http://schemas.microsoft.com/office/powerpoint/2010/main" val="121173424"/>
      </p:ext>
    </p:extLst>
  </p:cSld>
  <p:clrMapOvr>
    <a:masterClrMapping/>
  </p:clrMapOvr>
  <p:transition>
    <p:spli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CE944514-A0F3-C2FB-DF40-02EE764F248E}"/>
              </a:ext>
            </a:extLst>
          </p:cNvPr>
          <p:cNvSpPr>
            <a:spLocks noGrp="1"/>
          </p:cNvSpPr>
          <p:nvPr>
            <p:ph type="title"/>
          </p:nvPr>
        </p:nvSpPr>
        <p:spPr/>
        <p:txBody>
          <a:bodyPr/>
          <a:lstStyle/>
          <a:p>
            <a:r>
              <a:rPr lang="zh-CN" altLang="en-US" dirty="0"/>
              <a:t>前序遍历查找结点双亲</a:t>
            </a:r>
          </a:p>
        </p:txBody>
      </p:sp>
      <p:sp>
        <p:nvSpPr>
          <p:cNvPr id="3" name="内容占位符 2">
            <a:extLst>
              <a:ext uri="{FF2B5EF4-FFF2-40B4-BE49-F238E27FC236}">
                <a16:creationId xmlns:a16="http://schemas.microsoft.com/office/drawing/2014/main" id="{A2F381BD-DA19-47BA-9C51-CE0DAD5D1DC0}"/>
              </a:ext>
            </a:extLst>
          </p:cNvPr>
          <p:cNvSpPr>
            <a:spLocks noGrp="1"/>
          </p:cNvSpPr>
          <p:nvPr>
            <p:ph idx="1"/>
          </p:nvPr>
        </p:nvSpPr>
        <p:spPr/>
        <p:txBody>
          <a:bodyPr>
            <a:normAutofit fontScale="47500" lnSpcReduction="20000"/>
          </a:bodyPr>
          <a:lstStyle/>
          <a:p>
            <a:pPr marL="0" indent="0">
              <a:buNone/>
            </a:pPr>
            <a:r>
              <a:rPr lang="en-US" altLang="zh-CN" dirty="0"/>
              <a:t>//</a:t>
            </a:r>
            <a:r>
              <a:rPr lang="zh-CN" altLang="en-US" dirty="0"/>
              <a:t>私有函数</a:t>
            </a:r>
            <a:r>
              <a:rPr lang="en-US" altLang="zh-CN" dirty="0"/>
              <a:t>: </a:t>
            </a:r>
            <a:r>
              <a:rPr lang="zh-CN" altLang="en-US" dirty="0"/>
              <a:t>从结点*</a:t>
            </a:r>
            <a:r>
              <a:rPr lang="en-US" altLang="zh-CN" dirty="0"/>
              <a:t>t</a:t>
            </a:r>
            <a:r>
              <a:rPr lang="zh-CN" altLang="en-US" dirty="0"/>
              <a:t>开始</a:t>
            </a:r>
            <a:r>
              <a:rPr lang="en-US" altLang="zh-CN" dirty="0"/>
              <a:t>, </a:t>
            </a:r>
            <a:r>
              <a:rPr lang="zh-CN" altLang="en-US" dirty="0"/>
              <a:t>查找并返回结点*</a:t>
            </a:r>
            <a:r>
              <a:rPr lang="en-US" altLang="zh-CN" dirty="0"/>
              <a:t>p </a:t>
            </a:r>
            <a:r>
              <a:rPr lang="zh-CN" altLang="en-US" dirty="0"/>
              <a:t>的双亲</a:t>
            </a:r>
            <a:r>
              <a:rPr lang="en-US" altLang="zh-CN" dirty="0"/>
              <a:t>, </a:t>
            </a:r>
            <a:r>
              <a:rPr lang="zh-CN" altLang="en-US" dirty="0"/>
              <a:t>若未找到则返回</a:t>
            </a:r>
            <a:r>
              <a:rPr lang="en-US" altLang="zh-CN" dirty="0"/>
              <a:t>NULL</a:t>
            </a:r>
          </a:p>
          <a:p>
            <a:pPr marL="0" indent="0">
              <a:buNone/>
            </a:pPr>
            <a:r>
              <a:rPr lang="en-US" altLang="zh-CN" dirty="0"/>
              <a:t>template &lt;class T&gt; </a:t>
            </a:r>
          </a:p>
          <a:p>
            <a:pPr marL="0" indent="0">
              <a:buNone/>
            </a:pPr>
            <a:r>
              <a:rPr lang="en-US" altLang="zh-CN" dirty="0" err="1"/>
              <a:t>BinTreeNode</a:t>
            </a:r>
            <a:r>
              <a:rPr lang="en-US" altLang="zh-CN" dirty="0"/>
              <a:t> &lt;T&gt; * </a:t>
            </a:r>
            <a:r>
              <a:rPr lang="en-US" altLang="zh-CN" dirty="0" err="1"/>
              <a:t>BinaryTree</a:t>
            </a:r>
            <a:r>
              <a:rPr lang="en-US" altLang="zh-CN" dirty="0"/>
              <a:t> &lt;T&gt; :: Parent  ( </a:t>
            </a:r>
            <a:r>
              <a:rPr lang="en-US" altLang="zh-CN" dirty="0" err="1"/>
              <a:t>BinTreeNode</a:t>
            </a:r>
            <a:r>
              <a:rPr lang="en-US" altLang="zh-CN" dirty="0"/>
              <a:t> &lt;T&gt; * </a:t>
            </a:r>
            <a:r>
              <a:rPr lang="en-US" altLang="zh-CN" dirty="0" err="1"/>
              <a:t>subTree</a:t>
            </a:r>
            <a:r>
              <a:rPr lang="en-US" altLang="zh-CN" dirty="0"/>
              <a:t>,  </a:t>
            </a:r>
            <a:r>
              <a:rPr lang="en-US" altLang="zh-CN" dirty="0" err="1"/>
              <a:t>BinTreeNode</a:t>
            </a:r>
            <a:r>
              <a:rPr lang="en-US" altLang="zh-CN" dirty="0"/>
              <a:t> &lt;T&gt; * current ) {</a:t>
            </a:r>
          </a:p>
          <a:p>
            <a:pPr marL="0" indent="0">
              <a:buNone/>
            </a:pPr>
            <a:r>
              <a:rPr lang="en-US" altLang="zh-CN" dirty="0"/>
              <a:t>     if ( </a:t>
            </a:r>
            <a:r>
              <a:rPr lang="en-US" altLang="zh-CN" dirty="0" err="1"/>
              <a:t>subTree</a:t>
            </a:r>
            <a:r>
              <a:rPr lang="en-US" altLang="zh-CN" dirty="0"/>
              <a:t> == NULL ) </a:t>
            </a:r>
          </a:p>
          <a:p>
            <a:pPr marL="0" indent="0">
              <a:buNone/>
            </a:pPr>
            <a:r>
              <a:rPr lang="en-US" altLang="zh-CN" dirty="0"/>
              <a:t>           return NULL;</a:t>
            </a:r>
          </a:p>
          <a:p>
            <a:pPr marL="0" indent="0">
              <a:buNone/>
            </a:pPr>
            <a:r>
              <a:rPr lang="en-US" altLang="zh-CN" dirty="0"/>
              <a:t>     if ( </a:t>
            </a:r>
            <a:r>
              <a:rPr lang="en-US" altLang="zh-CN" dirty="0" err="1"/>
              <a:t>subTree</a:t>
            </a:r>
            <a:r>
              <a:rPr lang="en-US" altLang="zh-CN" dirty="0"/>
              <a:t>-&gt;</a:t>
            </a:r>
            <a:r>
              <a:rPr lang="en-US" altLang="zh-CN" dirty="0" err="1"/>
              <a:t>leftChild</a:t>
            </a:r>
            <a:r>
              <a:rPr lang="en-US" altLang="zh-CN" dirty="0"/>
              <a:t> == current || </a:t>
            </a:r>
            <a:r>
              <a:rPr lang="en-US" altLang="zh-CN" dirty="0" err="1"/>
              <a:t>subTree</a:t>
            </a:r>
            <a:r>
              <a:rPr lang="en-US" altLang="zh-CN" dirty="0"/>
              <a:t>-&gt; </a:t>
            </a:r>
            <a:r>
              <a:rPr lang="en-US" altLang="zh-CN" dirty="0" err="1"/>
              <a:t>rightChild</a:t>
            </a:r>
            <a:r>
              <a:rPr lang="en-US" altLang="zh-CN" dirty="0"/>
              <a:t> == current ) </a:t>
            </a:r>
          </a:p>
          <a:p>
            <a:pPr marL="0" indent="0">
              <a:buNone/>
            </a:pPr>
            <a:r>
              <a:rPr lang="en-US" altLang="zh-CN" dirty="0"/>
              <a:t>           return </a:t>
            </a:r>
            <a:r>
              <a:rPr lang="en-US" altLang="zh-CN" dirty="0" err="1"/>
              <a:t>subTree</a:t>
            </a:r>
            <a:r>
              <a:rPr lang="en-US" altLang="zh-CN" dirty="0"/>
              <a:t>;</a:t>
            </a:r>
          </a:p>
          <a:p>
            <a:pPr marL="0" indent="0">
              <a:buNone/>
            </a:pPr>
            <a:r>
              <a:rPr lang="en-US" altLang="zh-CN" dirty="0"/>
              <a:t>     </a:t>
            </a:r>
            <a:r>
              <a:rPr lang="en-US" altLang="zh-CN" dirty="0" err="1"/>
              <a:t>BinTreeNode</a:t>
            </a:r>
            <a:r>
              <a:rPr lang="en-US" altLang="zh-CN" dirty="0"/>
              <a:t> &lt;T&gt; *p;</a:t>
            </a:r>
          </a:p>
          <a:p>
            <a:pPr marL="0" indent="0">
              <a:buNone/>
            </a:pPr>
            <a:r>
              <a:rPr lang="en-US" altLang="zh-CN" dirty="0"/>
              <a:t>     if (( p = Parent ( </a:t>
            </a:r>
            <a:r>
              <a:rPr lang="en-US" altLang="zh-CN" dirty="0" err="1"/>
              <a:t>subTree</a:t>
            </a:r>
            <a:r>
              <a:rPr lang="en-US" altLang="zh-CN" dirty="0"/>
              <a:t>-&gt;</a:t>
            </a:r>
            <a:r>
              <a:rPr lang="en-US" altLang="zh-CN" dirty="0" err="1"/>
              <a:t>leftChild</a:t>
            </a:r>
            <a:r>
              <a:rPr lang="en-US" altLang="zh-CN" dirty="0"/>
              <a:t>, current )) != NULL ) </a:t>
            </a:r>
          </a:p>
          <a:p>
            <a:pPr marL="0" indent="0">
              <a:buNone/>
            </a:pPr>
            <a:r>
              <a:rPr lang="en-US" altLang="zh-CN" dirty="0"/>
              <a:t>           return p;	</a:t>
            </a:r>
          </a:p>
          <a:p>
            <a:pPr marL="0" indent="0">
              <a:buNone/>
            </a:pPr>
            <a:r>
              <a:rPr lang="en-US" altLang="zh-CN" dirty="0"/>
              <a:t>     else </a:t>
            </a:r>
          </a:p>
          <a:p>
            <a:pPr marL="0" indent="0">
              <a:buNone/>
            </a:pPr>
            <a:r>
              <a:rPr lang="en-US" altLang="zh-CN" dirty="0"/>
              <a:t>           return Parent(</a:t>
            </a:r>
            <a:r>
              <a:rPr lang="en-US" altLang="zh-CN" dirty="0" err="1"/>
              <a:t>subTree</a:t>
            </a:r>
            <a:r>
              <a:rPr lang="en-US" altLang="zh-CN" dirty="0"/>
              <a:t>-&gt;</a:t>
            </a:r>
            <a:r>
              <a:rPr lang="en-US" altLang="zh-CN" dirty="0" err="1"/>
              <a:t>rightChild</a:t>
            </a:r>
            <a:r>
              <a:rPr lang="en-US" altLang="zh-CN" dirty="0"/>
              <a:t>, current);</a:t>
            </a:r>
          </a:p>
          <a:p>
            <a:pPr marL="0" indent="0">
              <a:buNone/>
            </a:pPr>
            <a:r>
              <a:rPr lang="en-US" altLang="zh-CN" dirty="0"/>
              <a:t>}</a:t>
            </a:r>
          </a:p>
          <a:p>
            <a:pPr marL="0" indent="0">
              <a:buNone/>
            </a:pPr>
            <a:endParaRPr lang="zh-CN" altLang="en-US" dirty="0"/>
          </a:p>
        </p:txBody>
      </p:sp>
      <p:sp>
        <p:nvSpPr>
          <p:cNvPr id="2" name="灯片编号占位符 1">
            <a:extLst>
              <a:ext uri="{FF2B5EF4-FFF2-40B4-BE49-F238E27FC236}">
                <a16:creationId xmlns:a16="http://schemas.microsoft.com/office/drawing/2014/main" id="{218BE200-5B43-AF0D-B788-397DA8BC4241}"/>
              </a:ext>
            </a:extLst>
          </p:cNvPr>
          <p:cNvSpPr>
            <a:spLocks noGrp="1"/>
          </p:cNvSpPr>
          <p:nvPr>
            <p:ph type="sldNum" sz="quarter" idx="12"/>
          </p:nvPr>
        </p:nvSpPr>
        <p:spPr/>
        <p:txBody>
          <a:bodyPr/>
          <a:lstStyle/>
          <a:p>
            <a:pPr>
              <a:defRPr/>
            </a:pPr>
            <a:fld id="{A598D83B-EE2A-4F12-B129-1EDE84DF129B}" type="slidenum">
              <a:rPr lang="en-US" altLang="zh-CN" smtClean="0"/>
              <a:pPr>
                <a:defRPr/>
              </a:pPr>
              <a:t>37</a:t>
            </a:fld>
            <a:endParaRPr lang="en-US" altLang="zh-CN"/>
          </a:p>
        </p:txBody>
      </p:sp>
    </p:spTree>
    <p:extLst>
      <p:ext uri="{BB962C8B-B14F-4D97-AF65-F5344CB8AC3E}">
        <p14:creationId xmlns:p14="http://schemas.microsoft.com/office/powerpoint/2010/main" val="588751731"/>
      </p:ext>
    </p:extLst>
  </p:cSld>
  <p:clrMapOvr>
    <a:masterClrMapping/>
  </p:clrMapOvr>
  <p:transition>
    <p:split/>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B160D8-89D6-ADB3-3EA2-344440B41D99}"/>
              </a:ext>
            </a:extLst>
          </p:cNvPr>
          <p:cNvSpPr>
            <a:spLocks noGrp="1"/>
          </p:cNvSpPr>
          <p:nvPr>
            <p:ph type="title"/>
          </p:nvPr>
        </p:nvSpPr>
        <p:spPr>
          <a:xfrm>
            <a:off x="107504" y="365125"/>
            <a:ext cx="8928992" cy="1325563"/>
          </a:xfrm>
        </p:spPr>
        <p:txBody>
          <a:bodyPr>
            <a:normAutofit/>
          </a:bodyPr>
          <a:lstStyle/>
          <a:p>
            <a:r>
              <a:rPr lang="zh-CN" altLang="en-US" dirty="0"/>
              <a:t>前序遍历以括号形式打印二叉树</a:t>
            </a:r>
          </a:p>
        </p:txBody>
      </p:sp>
      <p:sp>
        <p:nvSpPr>
          <p:cNvPr id="3" name="内容占位符 2">
            <a:extLst>
              <a:ext uri="{FF2B5EF4-FFF2-40B4-BE49-F238E27FC236}">
                <a16:creationId xmlns:a16="http://schemas.microsoft.com/office/drawing/2014/main" id="{0A07627B-64A1-6583-6959-331F6F74A605}"/>
              </a:ext>
            </a:extLst>
          </p:cNvPr>
          <p:cNvSpPr>
            <a:spLocks noGrp="1"/>
          </p:cNvSpPr>
          <p:nvPr>
            <p:ph idx="1"/>
          </p:nvPr>
        </p:nvSpPr>
        <p:spPr/>
        <p:txBody>
          <a:bodyPr>
            <a:normAutofit fontScale="62500" lnSpcReduction="20000"/>
          </a:bodyPr>
          <a:lstStyle/>
          <a:p>
            <a:r>
              <a:rPr lang="zh-CN" altLang="en-US" dirty="0"/>
              <a:t>设二叉树根为</a:t>
            </a:r>
            <a:r>
              <a:rPr lang="en-US" altLang="zh-CN" dirty="0"/>
              <a:t>G</a:t>
            </a:r>
            <a:r>
              <a:rPr lang="zh-CN" altLang="en-US" dirty="0"/>
              <a:t>，左子树</a:t>
            </a:r>
            <a:r>
              <a:rPr lang="en-US" altLang="zh-CN" dirty="0"/>
              <a:t>L</a:t>
            </a:r>
            <a:r>
              <a:rPr lang="zh-CN" altLang="en-US" dirty="0"/>
              <a:t>，右子树</a:t>
            </a:r>
            <a:r>
              <a:rPr lang="en-US" altLang="zh-CN" dirty="0"/>
              <a:t>R</a:t>
            </a:r>
            <a:r>
              <a:rPr lang="zh-CN" altLang="en-US" dirty="0"/>
              <a:t>，则有</a:t>
            </a:r>
            <a:r>
              <a:rPr lang="en-US" altLang="zh-CN" dirty="0"/>
              <a:t>4</a:t>
            </a:r>
            <a:r>
              <a:rPr lang="zh-CN" altLang="en-US" dirty="0"/>
              <a:t>种可能：</a:t>
            </a:r>
          </a:p>
          <a:p>
            <a:pPr lvl="1"/>
            <a:r>
              <a:rPr lang="en-US" altLang="zh-CN" dirty="0"/>
              <a:t>L</a:t>
            </a:r>
            <a:r>
              <a:rPr lang="zh-CN" altLang="en-US" dirty="0"/>
              <a:t>非空、</a:t>
            </a:r>
            <a:r>
              <a:rPr lang="en-US" altLang="zh-CN" dirty="0"/>
              <a:t>R</a:t>
            </a:r>
            <a:r>
              <a:rPr lang="zh-CN" altLang="en-US" dirty="0"/>
              <a:t>非空：输出</a:t>
            </a:r>
            <a:r>
              <a:rPr lang="en-US" altLang="zh-CN" dirty="0"/>
              <a:t>G(L, R)</a:t>
            </a:r>
          </a:p>
          <a:p>
            <a:pPr lvl="1"/>
            <a:r>
              <a:rPr lang="en-US" altLang="zh-CN" dirty="0"/>
              <a:t>L</a:t>
            </a:r>
            <a:r>
              <a:rPr lang="zh-CN" altLang="en-US" dirty="0"/>
              <a:t>非空，</a:t>
            </a:r>
            <a:r>
              <a:rPr lang="en-US" altLang="zh-CN" dirty="0"/>
              <a:t>R</a:t>
            </a:r>
            <a:r>
              <a:rPr lang="zh-CN" altLang="en-US" dirty="0"/>
              <a:t>空：输出</a:t>
            </a:r>
            <a:r>
              <a:rPr lang="en-US" altLang="zh-CN" dirty="0"/>
              <a:t>G(L,)</a:t>
            </a:r>
          </a:p>
          <a:p>
            <a:pPr lvl="1"/>
            <a:r>
              <a:rPr lang="en-US" altLang="zh-CN" dirty="0"/>
              <a:t>L</a:t>
            </a:r>
            <a:r>
              <a:rPr lang="zh-CN" altLang="en-US" dirty="0"/>
              <a:t>空，</a:t>
            </a:r>
            <a:r>
              <a:rPr lang="en-US" altLang="zh-CN" dirty="0"/>
              <a:t>R</a:t>
            </a:r>
            <a:r>
              <a:rPr lang="zh-CN" altLang="en-US" dirty="0"/>
              <a:t>非空：输出</a:t>
            </a:r>
            <a:r>
              <a:rPr lang="en-US" altLang="zh-CN" dirty="0"/>
              <a:t>G(, R)</a:t>
            </a:r>
          </a:p>
          <a:p>
            <a:pPr lvl="1"/>
            <a:r>
              <a:rPr lang="en-US" altLang="zh-CN" dirty="0"/>
              <a:t>L</a:t>
            </a:r>
            <a:r>
              <a:rPr lang="zh-CN" altLang="en-US" dirty="0"/>
              <a:t>空、</a:t>
            </a:r>
            <a:r>
              <a:rPr lang="en-US" altLang="zh-CN" dirty="0"/>
              <a:t>R</a:t>
            </a:r>
            <a:r>
              <a:rPr lang="zh-CN" altLang="en-US" dirty="0"/>
              <a:t>空：输出</a:t>
            </a:r>
            <a:r>
              <a:rPr lang="en-US" altLang="zh-CN" dirty="0"/>
              <a:t>G</a:t>
            </a:r>
          </a:p>
          <a:p>
            <a:r>
              <a:rPr lang="zh-CN" altLang="en-US" dirty="0"/>
              <a:t>程序思路：</a:t>
            </a:r>
          </a:p>
          <a:p>
            <a:pPr lvl="1"/>
            <a:r>
              <a:rPr lang="zh-CN" altLang="en-US" dirty="0"/>
              <a:t>如果树空，则不输出；</a:t>
            </a:r>
            <a:endParaRPr lang="en-US" altLang="zh-CN" dirty="0"/>
          </a:p>
          <a:p>
            <a:pPr lvl="1"/>
            <a:r>
              <a:rPr lang="zh-CN" altLang="en-US" dirty="0"/>
              <a:t>否则</a:t>
            </a:r>
            <a:endParaRPr lang="en-US" altLang="zh-CN" dirty="0"/>
          </a:p>
          <a:p>
            <a:pPr lvl="2"/>
            <a:r>
              <a:rPr lang="zh-CN" altLang="en-US" dirty="0"/>
              <a:t>输出根的值；</a:t>
            </a:r>
          </a:p>
          <a:p>
            <a:pPr lvl="2"/>
            <a:r>
              <a:rPr lang="zh-CN" altLang="en-US" dirty="0"/>
              <a:t>输出“</a:t>
            </a:r>
            <a:r>
              <a:rPr lang="en-US" altLang="zh-CN" dirty="0"/>
              <a:t>(”;</a:t>
            </a:r>
          </a:p>
          <a:p>
            <a:pPr lvl="2"/>
            <a:r>
              <a:rPr lang="zh-CN" altLang="en-US" dirty="0"/>
              <a:t>递归输出根的左子树；</a:t>
            </a:r>
          </a:p>
          <a:p>
            <a:pPr lvl="2"/>
            <a:r>
              <a:rPr lang="zh-CN" altLang="en-US" dirty="0"/>
              <a:t>输出“</a:t>
            </a:r>
            <a:r>
              <a:rPr lang="en-US" altLang="zh-CN" dirty="0"/>
              <a:t>,”</a:t>
            </a:r>
            <a:r>
              <a:rPr lang="zh-CN" altLang="en-US" dirty="0"/>
              <a:t>；</a:t>
            </a:r>
          </a:p>
          <a:p>
            <a:pPr lvl="2"/>
            <a:r>
              <a:rPr lang="zh-CN" altLang="en-US" dirty="0"/>
              <a:t>递归输出根的右子树；</a:t>
            </a:r>
          </a:p>
          <a:p>
            <a:pPr lvl="2"/>
            <a:r>
              <a:rPr lang="zh-CN" altLang="en-US" dirty="0"/>
              <a:t>输出“</a:t>
            </a:r>
            <a:r>
              <a:rPr lang="en-US" altLang="zh-CN" dirty="0"/>
              <a:t>)”;</a:t>
            </a:r>
          </a:p>
        </p:txBody>
      </p:sp>
      <p:sp>
        <p:nvSpPr>
          <p:cNvPr id="4" name="灯片编号占位符 3">
            <a:extLst>
              <a:ext uri="{FF2B5EF4-FFF2-40B4-BE49-F238E27FC236}">
                <a16:creationId xmlns:a16="http://schemas.microsoft.com/office/drawing/2014/main" id="{3151910E-36DE-13C3-A758-BCA6AA9D3E56}"/>
              </a:ext>
            </a:extLst>
          </p:cNvPr>
          <p:cNvSpPr>
            <a:spLocks noGrp="1"/>
          </p:cNvSpPr>
          <p:nvPr>
            <p:ph type="sldNum" sz="quarter" idx="12"/>
          </p:nvPr>
        </p:nvSpPr>
        <p:spPr/>
        <p:txBody>
          <a:bodyPr/>
          <a:lstStyle/>
          <a:p>
            <a:pPr>
              <a:defRPr/>
            </a:pPr>
            <a:fld id="{A598D83B-EE2A-4F12-B129-1EDE84DF129B}" type="slidenum">
              <a:rPr lang="en-US" altLang="zh-CN" smtClean="0"/>
              <a:pPr>
                <a:defRPr/>
              </a:pPr>
              <a:t>38</a:t>
            </a:fld>
            <a:endParaRPr lang="en-US" altLang="zh-CN"/>
          </a:p>
        </p:txBody>
      </p:sp>
    </p:spTree>
    <p:extLst>
      <p:ext uri="{BB962C8B-B14F-4D97-AF65-F5344CB8AC3E}">
        <p14:creationId xmlns:p14="http://schemas.microsoft.com/office/powerpoint/2010/main" val="3632542057"/>
      </p:ext>
    </p:extLst>
  </p:cSld>
  <p:clrMapOvr>
    <a:masterClrMapping/>
  </p:clrMapOvr>
  <p:transition>
    <p:split/>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a:extLst>
              <a:ext uri="{FF2B5EF4-FFF2-40B4-BE49-F238E27FC236}">
                <a16:creationId xmlns:a16="http://schemas.microsoft.com/office/drawing/2014/main" id="{B4316372-29E5-5B87-073F-6D74808E48BE}"/>
              </a:ext>
            </a:extLst>
          </p:cNvPr>
          <p:cNvSpPr>
            <a:spLocks noGrp="1"/>
          </p:cNvSpPr>
          <p:nvPr>
            <p:ph idx="1"/>
          </p:nvPr>
        </p:nvSpPr>
        <p:spPr>
          <a:xfrm>
            <a:off x="628650" y="836712"/>
            <a:ext cx="8263830" cy="5340251"/>
          </a:xfrm>
        </p:spPr>
        <p:txBody>
          <a:bodyPr>
            <a:normAutofit fontScale="62500" lnSpcReduction="20000"/>
          </a:bodyPr>
          <a:lstStyle/>
          <a:p>
            <a:pPr marL="0" indent="0">
              <a:buNone/>
            </a:pPr>
            <a:r>
              <a:rPr lang="en-US" altLang="zh-CN" dirty="0"/>
              <a:t>template &lt;class T&gt;</a:t>
            </a:r>
          </a:p>
          <a:p>
            <a:pPr marL="0" indent="0">
              <a:buNone/>
            </a:pPr>
            <a:r>
              <a:rPr lang="en-US" altLang="zh-CN" dirty="0"/>
              <a:t>void </a:t>
            </a:r>
            <a:r>
              <a:rPr lang="en-US" altLang="zh-CN" dirty="0" err="1"/>
              <a:t>BinaryTree</a:t>
            </a:r>
            <a:r>
              <a:rPr lang="en-US" altLang="zh-CN" dirty="0"/>
              <a:t>&lt;T&gt;::</a:t>
            </a:r>
          </a:p>
          <a:p>
            <a:pPr marL="0" indent="0">
              <a:buNone/>
            </a:pPr>
            <a:r>
              <a:rPr lang="en-US" altLang="zh-CN" dirty="0" err="1"/>
              <a:t>printBinTree</a:t>
            </a:r>
            <a:r>
              <a:rPr lang="en-US" altLang="zh-CN" dirty="0"/>
              <a:t>(</a:t>
            </a:r>
            <a:r>
              <a:rPr lang="en-US" altLang="zh-CN" dirty="0" err="1"/>
              <a:t>BinTreeNode</a:t>
            </a:r>
            <a:r>
              <a:rPr lang="en-US" altLang="zh-CN" dirty="0"/>
              <a:t>&lt;T&gt; *BT) {</a:t>
            </a:r>
          </a:p>
          <a:p>
            <a:pPr marL="0" indent="0">
              <a:buNone/>
            </a:pPr>
            <a:r>
              <a:rPr lang="en-US" altLang="zh-CN" dirty="0"/>
              <a:t>     if (BT != NULL) {		//</a:t>
            </a:r>
            <a:r>
              <a:rPr lang="zh-CN" altLang="en-US" dirty="0"/>
              <a:t>树为空时结束递归</a:t>
            </a:r>
          </a:p>
          <a:p>
            <a:pPr marL="0" indent="0">
              <a:buNone/>
            </a:pPr>
            <a:r>
              <a:rPr lang="zh-CN" altLang="en-US" dirty="0"/>
              <a:t>          </a:t>
            </a:r>
            <a:r>
              <a:rPr lang="en-US" altLang="zh-CN" dirty="0" err="1"/>
              <a:t>cout</a:t>
            </a:r>
            <a:r>
              <a:rPr lang="en-US" altLang="zh-CN" dirty="0"/>
              <a:t> &lt;&lt; BT-&gt;data;		//</a:t>
            </a:r>
            <a:r>
              <a:rPr lang="zh-CN" altLang="en-US" dirty="0"/>
              <a:t>输出根结点的值</a:t>
            </a:r>
          </a:p>
          <a:p>
            <a:pPr marL="0" indent="0">
              <a:buNone/>
            </a:pPr>
            <a:r>
              <a:rPr lang="zh-CN" altLang="en-US" dirty="0"/>
              <a:t>          </a:t>
            </a:r>
            <a:r>
              <a:rPr lang="en-US" altLang="zh-CN" dirty="0"/>
              <a:t>if (BT-&gt;</a:t>
            </a:r>
            <a:r>
              <a:rPr lang="en-US" altLang="zh-CN" dirty="0" err="1"/>
              <a:t>leftChild</a:t>
            </a:r>
            <a:r>
              <a:rPr lang="en-US" altLang="zh-CN" dirty="0"/>
              <a:t> != NULL || BT-&gt;</a:t>
            </a:r>
            <a:r>
              <a:rPr lang="en-US" altLang="zh-CN" dirty="0" err="1"/>
              <a:t>rightChild</a:t>
            </a:r>
            <a:r>
              <a:rPr lang="en-US" altLang="zh-CN" dirty="0"/>
              <a:t> != NULL) {</a:t>
            </a:r>
          </a:p>
          <a:p>
            <a:pPr marL="0" indent="0">
              <a:buNone/>
            </a:pPr>
            <a:r>
              <a:rPr lang="en-US" altLang="zh-CN" dirty="0"/>
              <a:t>	        </a:t>
            </a:r>
            <a:r>
              <a:rPr lang="en-US" altLang="zh-CN" dirty="0" err="1"/>
              <a:t>cout</a:t>
            </a:r>
            <a:r>
              <a:rPr lang="en-US" altLang="zh-CN" dirty="0"/>
              <a:t> &lt;&lt; "(";		//</a:t>
            </a:r>
            <a:r>
              <a:rPr lang="zh-CN" altLang="en-US" dirty="0"/>
              <a:t>输出左括号</a:t>
            </a:r>
          </a:p>
          <a:p>
            <a:pPr marL="0" indent="0">
              <a:buNone/>
            </a:pPr>
            <a:r>
              <a:rPr lang="zh-CN" altLang="en-US" dirty="0"/>
              <a:t>		</a:t>
            </a:r>
            <a:r>
              <a:rPr lang="en-US" altLang="zh-CN" dirty="0" err="1"/>
              <a:t>printBinTree</a:t>
            </a:r>
            <a:r>
              <a:rPr lang="en-US" altLang="zh-CN" dirty="0"/>
              <a:t>(BT-&gt;</a:t>
            </a:r>
            <a:r>
              <a:rPr lang="en-US" altLang="zh-CN" dirty="0" err="1"/>
              <a:t>leftChild</a:t>
            </a:r>
            <a:r>
              <a:rPr lang="en-US" altLang="zh-CN" dirty="0"/>
              <a:t>);    //</a:t>
            </a:r>
            <a:r>
              <a:rPr lang="zh-CN" altLang="en-US" dirty="0"/>
              <a:t>递归输出左子树</a:t>
            </a:r>
          </a:p>
          <a:p>
            <a:pPr marL="0" indent="0">
              <a:buNone/>
            </a:pPr>
            <a:r>
              <a:rPr lang="zh-CN" altLang="en-US" dirty="0"/>
              <a:t>		</a:t>
            </a:r>
            <a:r>
              <a:rPr lang="en-US" altLang="zh-CN" dirty="0" err="1"/>
              <a:t>cout</a:t>
            </a:r>
            <a:r>
              <a:rPr lang="en-US" altLang="zh-CN" dirty="0"/>
              <a:t> &lt;&lt; ",";		//</a:t>
            </a:r>
            <a:r>
              <a:rPr lang="zh-CN" altLang="en-US" dirty="0"/>
              <a:t>输出逗号分隔符</a:t>
            </a:r>
          </a:p>
          <a:p>
            <a:pPr marL="0" indent="0">
              <a:buNone/>
            </a:pPr>
            <a:r>
              <a:rPr lang="zh-CN" altLang="en-US" dirty="0"/>
              <a:t>		</a:t>
            </a:r>
            <a:r>
              <a:rPr lang="en-US" altLang="zh-CN" dirty="0" err="1"/>
              <a:t>printBinTree</a:t>
            </a:r>
            <a:r>
              <a:rPr lang="en-US" altLang="zh-CN" dirty="0"/>
              <a:t>(BT-&gt;</a:t>
            </a:r>
            <a:r>
              <a:rPr lang="en-US" altLang="zh-CN" dirty="0" err="1"/>
              <a:t>rightChild</a:t>
            </a:r>
            <a:r>
              <a:rPr lang="en-US" altLang="zh-CN" dirty="0"/>
              <a:t>);     //</a:t>
            </a:r>
            <a:r>
              <a:rPr lang="zh-CN" altLang="en-US" dirty="0"/>
              <a:t>递归输出右子树</a:t>
            </a:r>
          </a:p>
          <a:p>
            <a:pPr marL="0" indent="0">
              <a:buNone/>
            </a:pPr>
            <a:r>
              <a:rPr lang="zh-CN" altLang="en-US" dirty="0"/>
              <a:t>		</a:t>
            </a:r>
            <a:r>
              <a:rPr lang="en-US" altLang="zh-CN" dirty="0" err="1"/>
              <a:t>cout</a:t>
            </a:r>
            <a:r>
              <a:rPr lang="en-US" altLang="zh-CN" dirty="0"/>
              <a:t> &lt;&lt; ")";	        //</a:t>
            </a:r>
            <a:r>
              <a:rPr lang="zh-CN" altLang="en-US" dirty="0"/>
              <a:t>输出右括号</a:t>
            </a:r>
          </a:p>
          <a:p>
            <a:pPr marL="0" indent="0">
              <a:buNone/>
            </a:pPr>
            <a:r>
              <a:rPr lang="zh-CN" altLang="en-US" dirty="0"/>
              <a:t>	  </a:t>
            </a:r>
            <a:r>
              <a:rPr lang="en-US" altLang="zh-CN" dirty="0"/>
              <a:t>}	</a:t>
            </a:r>
          </a:p>
          <a:p>
            <a:pPr marL="0" indent="0">
              <a:buNone/>
            </a:pPr>
            <a:r>
              <a:rPr lang="en-US" altLang="zh-CN" dirty="0"/>
              <a:t>      }</a:t>
            </a:r>
          </a:p>
          <a:p>
            <a:pPr marL="0" indent="0">
              <a:buNone/>
            </a:pPr>
            <a:r>
              <a:rPr lang="en-US" altLang="zh-CN" dirty="0"/>
              <a:t>} ;</a:t>
            </a:r>
          </a:p>
          <a:p>
            <a:pPr marL="0" indent="0">
              <a:buNone/>
            </a:pPr>
            <a:endParaRPr lang="zh-CN" altLang="en-US" dirty="0"/>
          </a:p>
        </p:txBody>
      </p:sp>
      <p:sp>
        <p:nvSpPr>
          <p:cNvPr id="3" name="灯片编号占位符 2">
            <a:extLst>
              <a:ext uri="{FF2B5EF4-FFF2-40B4-BE49-F238E27FC236}">
                <a16:creationId xmlns:a16="http://schemas.microsoft.com/office/drawing/2014/main" id="{74CC7E3C-3D95-CF15-B42A-B47BCD8889E6}"/>
              </a:ext>
            </a:extLst>
          </p:cNvPr>
          <p:cNvSpPr>
            <a:spLocks noGrp="1"/>
          </p:cNvSpPr>
          <p:nvPr>
            <p:ph type="sldNum" sz="quarter" idx="4294967295"/>
          </p:nvPr>
        </p:nvSpPr>
        <p:spPr>
          <a:xfrm>
            <a:off x="0" y="6356350"/>
            <a:ext cx="3086100" cy="365125"/>
          </a:xfrm>
        </p:spPr>
        <p:txBody>
          <a:bodyPr/>
          <a:lstStyle/>
          <a:p>
            <a:fld id="{895A7F21-175E-415B-BECD-951623557D15}" type="slidenum">
              <a:rPr lang="en-US" altLang="zh-CN"/>
              <a:pPr/>
              <a:t>39</a:t>
            </a:fld>
            <a:endParaRPr lang="en-US" altLang="zh-CN"/>
          </a:p>
        </p:txBody>
      </p:sp>
    </p:spTree>
  </p:cSld>
  <p:clrMapOvr>
    <a:masterClrMapping/>
  </p:clrMapOvr>
  <p:transition>
    <p:split/>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A7F3E7-8D61-4E10-8855-3AB45C7C3661}"/>
              </a:ext>
            </a:extLst>
          </p:cNvPr>
          <p:cNvSpPr>
            <a:spLocks noGrp="1"/>
          </p:cNvSpPr>
          <p:nvPr>
            <p:ph type="title"/>
          </p:nvPr>
        </p:nvSpPr>
        <p:spPr/>
        <p:txBody>
          <a:bodyPr>
            <a:normAutofit/>
          </a:bodyPr>
          <a:lstStyle/>
          <a:p>
            <a:r>
              <a:rPr lang="zh-CN" altLang="en-US" dirty="0"/>
              <a:t>前序遍历复制二叉树</a:t>
            </a:r>
          </a:p>
        </p:txBody>
      </p:sp>
      <p:sp>
        <p:nvSpPr>
          <p:cNvPr id="3" name="内容占位符 2">
            <a:extLst>
              <a:ext uri="{FF2B5EF4-FFF2-40B4-BE49-F238E27FC236}">
                <a16:creationId xmlns:a16="http://schemas.microsoft.com/office/drawing/2014/main" id="{D6D433D9-D78E-45DE-8D18-27CA0C155EBA}"/>
              </a:ext>
            </a:extLst>
          </p:cNvPr>
          <p:cNvSpPr>
            <a:spLocks noGrp="1"/>
          </p:cNvSpPr>
          <p:nvPr>
            <p:ph idx="1"/>
          </p:nvPr>
        </p:nvSpPr>
        <p:spPr>
          <a:xfrm>
            <a:off x="628650" y="1825624"/>
            <a:ext cx="7886700" cy="4843735"/>
          </a:xfrm>
        </p:spPr>
        <p:txBody>
          <a:bodyPr>
            <a:normAutofit fontScale="55000" lnSpcReduction="20000"/>
          </a:bodyPr>
          <a:lstStyle/>
          <a:p>
            <a:pPr marL="0" indent="0">
              <a:buNone/>
            </a:pPr>
            <a:r>
              <a:rPr lang="en-US" altLang="zh-CN" dirty="0"/>
              <a:t>template &lt;class T&gt;  </a:t>
            </a:r>
          </a:p>
          <a:p>
            <a:pPr marL="0" indent="0">
              <a:buNone/>
            </a:pPr>
            <a:r>
              <a:rPr lang="en-US" altLang="zh-CN" dirty="0" err="1"/>
              <a:t>BinaryTree</a:t>
            </a:r>
            <a:r>
              <a:rPr lang="en-US" altLang="zh-CN" dirty="0"/>
              <a:t>&lt;T&gt;::</a:t>
            </a:r>
            <a:r>
              <a:rPr lang="en-US" altLang="zh-CN" dirty="0" err="1"/>
              <a:t>BinaryTree</a:t>
            </a:r>
            <a:r>
              <a:rPr lang="en-US" altLang="zh-CN" dirty="0"/>
              <a:t>(const </a:t>
            </a:r>
            <a:r>
              <a:rPr lang="en-US" altLang="zh-CN" dirty="0" err="1"/>
              <a:t>BinaryTree</a:t>
            </a:r>
            <a:r>
              <a:rPr lang="en-US" altLang="zh-CN" dirty="0"/>
              <a:t>&lt;T&gt;&amp; s) {</a:t>
            </a:r>
          </a:p>
          <a:p>
            <a:pPr marL="0" indent="0">
              <a:buNone/>
            </a:pPr>
            <a:r>
              <a:rPr lang="en-US" altLang="zh-CN" dirty="0"/>
              <a:t>       root = Copy(</a:t>
            </a:r>
            <a:r>
              <a:rPr lang="en-US" altLang="zh-CN" dirty="0" err="1"/>
              <a:t>s.root</a:t>
            </a:r>
            <a:r>
              <a:rPr lang="en-US" altLang="zh-CN" dirty="0"/>
              <a:t>);</a:t>
            </a:r>
          </a:p>
          <a:p>
            <a:pPr marL="0" indent="0">
              <a:buNone/>
            </a:pPr>
            <a:r>
              <a:rPr lang="en-US" altLang="zh-CN" dirty="0"/>
              <a:t> };</a:t>
            </a:r>
          </a:p>
          <a:p>
            <a:pPr marL="0" indent="0">
              <a:buNone/>
            </a:pPr>
            <a:endParaRPr lang="en-US" altLang="zh-CN" dirty="0"/>
          </a:p>
          <a:p>
            <a:pPr marL="0" indent="0">
              <a:buNone/>
            </a:pPr>
            <a:r>
              <a:rPr lang="en-US" altLang="zh-CN" dirty="0"/>
              <a:t>template &lt;class T&gt; </a:t>
            </a:r>
            <a:r>
              <a:rPr lang="en-US" altLang="zh-CN" dirty="0" err="1"/>
              <a:t>BinTreeNode</a:t>
            </a:r>
            <a:r>
              <a:rPr lang="en-US" altLang="zh-CN" dirty="0"/>
              <a:t>&lt;T&gt; *</a:t>
            </a:r>
            <a:r>
              <a:rPr lang="en-US" altLang="zh-CN" dirty="0" err="1"/>
              <a:t>BinaryTree</a:t>
            </a:r>
            <a:r>
              <a:rPr lang="en-US" altLang="zh-CN" dirty="0"/>
              <a:t>&lt;T&gt;::Copy(</a:t>
            </a:r>
            <a:r>
              <a:rPr lang="en-US" altLang="zh-CN" dirty="0" err="1"/>
              <a:t>BinTreeNode</a:t>
            </a:r>
            <a:r>
              <a:rPr lang="en-US" altLang="zh-CN" dirty="0"/>
              <a:t>&lt;T&gt; *</a:t>
            </a:r>
            <a:r>
              <a:rPr lang="en-US" altLang="zh-CN" dirty="0" err="1"/>
              <a:t>orignode</a:t>
            </a:r>
            <a:r>
              <a:rPr lang="en-US" altLang="zh-CN" dirty="0"/>
              <a:t>) {</a:t>
            </a:r>
          </a:p>
          <a:p>
            <a:pPr marL="0" indent="0">
              <a:buNone/>
            </a:pPr>
            <a:r>
              <a:rPr lang="en-US" altLang="zh-CN" dirty="0"/>
              <a:t>   if(</a:t>
            </a:r>
            <a:r>
              <a:rPr lang="en-US" altLang="zh-CN" dirty="0" err="1"/>
              <a:t>orignode</a:t>
            </a:r>
            <a:r>
              <a:rPr lang="en-US" altLang="zh-CN" dirty="0"/>
              <a:t> == NULL) return NULL;</a:t>
            </a:r>
          </a:p>
          <a:p>
            <a:pPr marL="0" indent="0">
              <a:buNone/>
            </a:pPr>
            <a:r>
              <a:rPr lang="en-US" altLang="zh-CN" dirty="0"/>
              <a:t>   </a:t>
            </a:r>
            <a:r>
              <a:rPr lang="en-US" altLang="zh-CN" dirty="0" err="1"/>
              <a:t>BinTreeNode</a:t>
            </a:r>
            <a:r>
              <a:rPr lang="en-US" altLang="zh-CN" dirty="0"/>
              <a:t>&lt;T&gt; *temp = new </a:t>
            </a:r>
            <a:r>
              <a:rPr lang="en-US" altLang="zh-CN" dirty="0" err="1"/>
              <a:t>BinTreeNode</a:t>
            </a:r>
            <a:r>
              <a:rPr lang="en-US" altLang="zh-CN" dirty="0"/>
              <a:t>&lt;T&gt;;</a:t>
            </a:r>
          </a:p>
          <a:p>
            <a:pPr marL="0" indent="0">
              <a:buNone/>
            </a:pPr>
            <a:r>
              <a:rPr lang="en-US" altLang="zh-CN" dirty="0"/>
              <a:t>   temp-&gt;data = </a:t>
            </a:r>
            <a:r>
              <a:rPr lang="en-US" altLang="zh-CN" dirty="0" err="1"/>
              <a:t>orignode</a:t>
            </a:r>
            <a:r>
              <a:rPr lang="en-US" altLang="zh-CN" dirty="0"/>
              <a:t>-&gt;data;</a:t>
            </a:r>
          </a:p>
          <a:p>
            <a:pPr marL="0" indent="0">
              <a:buNone/>
            </a:pPr>
            <a:r>
              <a:rPr lang="en-US" altLang="zh-CN" dirty="0"/>
              <a:t>   temp-&gt;</a:t>
            </a:r>
            <a:r>
              <a:rPr lang="en-US" altLang="zh-CN" dirty="0" err="1"/>
              <a:t>leftChild</a:t>
            </a:r>
            <a:r>
              <a:rPr lang="en-US" altLang="zh-CN" dirty="0"/>
              <a:t> = Copy(</a:t>
            </a:r>
            <a:r>
              <a:rPr lang="en-US" altLang="zh-CN" dirty="0" err="1"/>
              <a:t>orignode</a:t>
            </a:r>
            <a:r>
              <a:rPr lang="en-US" altLang="zh-CN" dirty="0"/>
              <a:t>-&gt;</a:t>
            </a:r>
            <a:r>
              <a:rPr lang="en-US" altLang="zh-CN" dirty="0" err="1"/>
              <a:t>leftChild</a:t>
            </a:r>
            <a:r>
              <a:rPr lang="en-US" altLang="zh-CN" dirty="0"/>
              <a:t>);</a:t>
            </a:r>
          </a:p>
          <a:p>
            <a:pPr marL="0" indent="0">
              <a:buNone/>
            </a:pPr>
            <a:r>
              <a:rPr lang="en-US" altLang="zh-CN" dirty="0"/>
              <a:t>   temp-&gt;</a:t>
            </a:r>
            <a:r>
              <a:rPr lang="en-US" altLang="zh-CN" dirty="0" err="1"/>
              <a:t>rightChild</a:t>
            </a:r>
            <a:r>
              <a:rPr lang="en-US" altLang="zh-CN" dirty="0"/>
              <a:t> = Copy(</a:t>
            </a:r>
            <a:r>
              <a:rPr lang="en-US" altLang="zh-CN" dirty="0" err="1"/>
              <a:t>orignode</a:t>
            </a:r>
            <a:r>
              <a:rPr lang="en-US" altLang="zh-CN" dirty="0"/>
              <a:t>-&gt;</a:t>
            </a:r>
            <a:r>
              <a:rPr lang="en-US" altLang="zh-CN" dirty="0" err="1"/>
              <a:t>rightChild</a:t>
            </a:r>
            <a:r>
              <a:rPr lang="en-US" altLang="zh-CN" dirty="0"/>
              <a:t>);</a:t>
            </a:r>
          </a:p>
          <a:p>
            <a:pPr marL="0" indent="0">
              <a:buNone/>
            </a:pPr>
            <a:r>
              <a:rPr lang="en-US" altLang="zh-CN" dirty="0"/>
              <a:t>   return temp;</a:t>
            </a:r>
          </a:p>
          <a:p>
            <a:pPr marL="0" indent="0">
              <a:buNone/>
            </a:pPr>
            <a:r>
              <a:rPr lang="en-US" altLang="zh-CN" dirty="0"/>
              <a:t>}</a:t>
            </a:r>
          </a:p>
          <a:p>
            <a:pPr marL="0" indent="0">
              <a:buNone/>
            </a:pPr>
            <a:endParaRPr lang="en-US" altLang="zh-CN" dirty="0"/>
          </a:p>
        </p:txBody>
      </p:sp>
      <p:sp>
        <p:nvSpPr>
          <p:cNvPr id="4" name="灯片编号占位符 3">
            <a:extLst>
              <a:ext uri="{FF2B5EF4-FFF2-40B4-BE49-F238E27FC236}">
                <a16:creationId xmlns:a16="http://schemas.microsoft.com/office/drawing/2014/main" id="{F1279F4E-B379-50D9-79BD-07B79B1D8D89}"/>
              </a:ext>
            </a:extLst>
          </p:cNvPr>
          <p:cNvSpPr>
            <a:spLocks noGrp="1"/>
          </p:cNvSpPr>
          <p:nvPr>
            <p:ph type="sldNum" sz="quarter" idx="12"/>
          </p:nvPr>
        </p:nvSpPr>
        <p:spPr/>
        <p:txBody>
          <a:bodyPr/>
          <a:lstStyle/>
          <a:p>
            <a:pPr>
              <a:defRPr/>
            </a:pPr>
            <a:fld id="{A598D83B-EE2A-4F12-B129-1EDE84DF129B}" type="slidenum">
              <a:rPr lang="en-US" altLang="zh-CN" smtClean="0"/>
              <a:pPr>
                <a:defRPr/>
              </a:pPr>
              <a:t>40</a:t>
            </a:fld>
            <a:endParaRPr lang="en-US" altLang="zh-CN"/>
          </a:p>
        </p:txBody>
      </p:sp>
    </p:spTree>
  </p:cSld>
  <p:clrMapOvr>
    <a:masterClrMapping/>
  </p:clrMapOvr>
  <p:transition>
    <p:spli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AC1762-E6B2-40E2-8769-83364C523E02}"/>
              </a:ext>
            </a:extLst>
          </p:cNvPr>
          <p:cNvSpPr>
            <a:spLocks noGrp="1"/>
          </p:cNvSpPr>
          <p:nvPr>
            <p:ph type="title"/>
          </p:nvPr>
        </p:nvSpPr>
        <p:spPr>
          <a:xfrm>
            <a:off x="827584" y="365125"/>
            <a:ext cx="7687766" cy="1325563"/>
          </a:xfrm>
        </p:spPr>
        <p:txBody>
          <a:bodyPr>
            <a:normAutofit/>
          </a:bodyPr>
          <a:lstStyle/>
          <a:p>
            <a:r>
              <a:rPr lang="zh-CN" altLang="en-US" dirty="0"/>
              <a:t>前序遍历判断二叉树相等</a:t>
            </a:r>
          </a:p>
        </p:txBody>
      </p:sp>
      <p:sp>
        <p:nvSpPr>
          <p:cNvPr id="3" name="内容占位符 2">
            <a:extLst>
              <a:ext uri="{FF2B5EF4-FFF2-40B4-BE49-F238E27FC236}">
                <a16:creationId xmlns:a16="http://schemas.microsoft.com/office/drawing/2014/main" id="{0939FF7A-C35F-4BD8-A62F-624D5D106695}"/>
              </a:ext>
            </a:extLst>
          </p:cNvPr>
          <p:cNvSpPr>
            <a:spLocks noGrp="1"/>
          </p:cNvSpPr>
          <p:nvPr>
            <p:ph idx="1"/>
          </p:nvPr>
        </p:nvSpPr>
        <p:spPr>
          <a:xfrm>
            <a:off x="107504" y="1690688"/>
            <a:ext cx="8784976" cy="4978671"/>
          </a:xfrm>
        </p:spPr>
        <p:txBody>
          <a:bodyPr>
            <a:normAutofit fontScale="55000" lnSpcReduction="20000"/>
          </a:bodyPr>
          <a:lstStyle/>
          <a:p>
            <a:pPr marL="0" indent="0">
              <a:buNone/>
            </a:pPr>
            <a:r>
              <a:rPr lang="en-US" altLang="zh-CN" dirty="0"/>
              <a:t>template &lt;class T&gt;</a:t>
            </a:r>
          </a:p>
          <a:p>
            <a:pPr marL="0" indent="0">
              <a:buNone/>
            </a:pPr>
            <a:r>
              <a:rPr lang="en-US" altLang="zh-CN" dirty="0"/>
              <a:t>int operator == (const </a:t>
            </a:r>
            <a:r>
              <a:rPr lang="en-US" altLang="zh-CN" dirty="0" err="1"/>
              <a:t>BinaryTree</a:t>
            </a:r>
            <a:r>
              <a:rPr lang="en-US" altLang="zh-CN" dirty="0"/>
              <a:t>&lt;T&gt;&amp; s, const </a:t>
            </a:r>
            <a:r>
              <a:rPr lang="en-US" altLang="zh-CN" dirty="0" err="1"/>
              <a:t>BinaryTree</a:t>
            </a:r>
            <a:r>
              <a:rPr lang="en-US" altLang="zh-CN" dirty="0"/>
              <a:t>&lt;T&gt;&amp; t) {</a:t>
            </a:r>
          </a:p>
          <a:p>
            <a:pPr marL="0" indent="0">
              <a:buNone/>
            </a:pPr>
            <a:r>
              <a:rPr lang="en-US" altLang="zh-CN" dirty="0"/>
              <a:t>      return (equal(</a:t>
            </a:r>
            <a:r>
              <a:rPr lang="en-US" altLang="zh-CN" dirty="0" err="1"/>
              <a:t>s.root</a:t>
            </a:r>
            <a:r>
              <a:rPr lang="en-US" altLang="zh-CN" dirty="0"/>
              <a:t>, </a:t>
            </a:r>
            <a:r>
              <a:rPr lang="en-US" altLang="zh-CN" dirty="0" err="1"/>
              <a:t>t.root</a:t>
            </a:r>
            <a:r>
              <a:rPr lang="en-US" altLang="zh-CN" dirty="0"/>
              <a:t>))? </a:t>
            </a:r>
            <a:r>
              <a:rPr lang="en-US" altLang="zh-CN" dirty="0" err="1"/>
              <a:t>true:false</a:t>
            </a:r>
            <a:r>
              <a:rPr lang="en-US" altLang="zh-CN" dirty="0"/>
              <a:t>;</a:t>
            </a:r>
          </a:p>
          <a:p>
            <a:pPr marL="0" indent="0">
              <a:buNone/>
            </a:pPr>
            <a:r>
              <a:rPr lang="en-US" altLang="zh-CN" dirty="0"/>
              <a:t>}</a:t>
            </a:r>
          </a:p>
          <a:p>
            <a:pPr marL="0" indent="0">
              <a:buNone/>
            </a:pPr>
            <a:endParaRPr lang="en-US" altLang="zh-CN" dirty="0"/>
          </a:p>
          <a:p>
            <a:pPr marL="0" indent="0">
              <a:buNone/>
            </a:pPr>
            <a:r>
              <a:rPr lang="en-US" altLang="zh-CN" dirty="0"/>
              <a:t>template &lt;class T&gt;</a:t>
            </a:r>
          </a:p>
          <a:p>
            <a:pPr marL="0" indent="0">
              <a:buNone/>
            </a:pPr>
            <a:r>
              <a:rPr lang="en-US" altLang="zh-CN" dirty="0"/>
              <a:t>bool equal(</a:t>
            </a:r>
            <a:r>
              <a:rPr lang="en-US" altLang="zh-CN" dirty="0" err="1"/>
              <a:t>BinTreeNode</a:t>
            </a:r>
            <a:r>
              <a:rPr lang="en-US" altLang="zh-CN" dirty="0"/>
              <a:t>&lt;T&gt; *a, </a:t>
            </a:r>
            <a:r>
              <a:rPr lang="en-US" altLang="zh-CN" dirty="0" err="1"/>
              <a:t>BinTreeNode</a:t>
            </a:r>
            <a:r>
              <a:rPr lang="en-US" altLang="zh-CN" dirty="0"/>
              <a:t>&lt;T&gt; *b) {</a:t>
            </a:r>
          </a:p>
          <a:p>
            <a:pPr marL="0" indent="0">
              <a:buNone/>
            </a:pPr>
            <a:r>
              <a:rPr lang="en-US" altLang="zh-CN" dirty="0"/>
              <a:t>     if(a == NULL&amp;&amp;b==NULL) return true;</a:t>
            </a:r>
          </a:p>
          <a:p>
            <a:pPr marL="0" indent="0">
              <a:buNone/>
            </a:pPr>
            <a:r>
              <a:rPr lang="en-US" altLang="zh-CN" dirty="0"/>
              <a:t>     if(a != NULL&amp;&amp; b != NULL &amp;&amp; </a:t>
            </a:r>
          </a:p>
          <a:p>
            <a:pPr marL="0" indent="0">
              <a:buNone/>
            </a:pPr>
            <a:r>
              <a:rPr lang="en-US" altLang="zh-CN" dirty="0"/>
              <a:t>         a-&gt;data == b-&gt;data &amp;&amp; </a:t>
            </a:r>
          </a:p>
          <a:p>
            <a:pPr marL="0" indent="0">
              <a:buNone/>
            </a:pPr>
            <a:r>
              <a:rPr lang="en-US" altLang="zh-CN" dirty="0"/>
              <a:t>         equal(a-&gt;</a:t>
            </a:r>
            <a:r>
              <a:rPr lang="en-US" altLang="zh-CN" dirty="0" err="1"/>
              <a:t>leftChild</a:t>
            </a:r>
            <a:r>
              <a:rPr lang="en-US" altLang="zh-CN" dirty="0"/>
              <a:t>, b-&gt;</a:t>
            </a:r>
            <a:r>
              <a:rPr lang="en-US" altLang="zh-CN" dirty="0" err="1"/>
              <a:t>leftChild</a:t>
            </a:r>
            <a:r>
              <a:rPr lang="en-US" altLang="zh-CN" dirty="0"/>
              <a:t>) &amp;&amp; </a:t>
            </a:r>
          </a:p>
          <a:p>
            <a:pPr marL="0" indent="0">
              <a:buNone/>
            </a:pPr>
            <a:r>
              <a:rPr lang="en-US" altLang="zh-CN" dirty="0"/>
              <a:t>         equal(a-&gt;</a:t>
            </a:r>
            <a:r>
              <a:rPr lang="en-US" altLang="zh-CN" dirty="0" err="1"/>
              <a:t>rightChild</a:t>
            </a:r>
            <a:r>
              <a:rPr lang="en-US" altLang="zh-CN" dirty="0"/>
              <a:t>, b-&gt;</a:t>
            </a:r>
            <a:r>
              <a:rPr lang="en-US" altLang="zh-CN" dirty="0" err="1"/>
              <a:t>rightChild</a:t>
            </a:r>
            <a:r>
              <a:rPr lang="en-US" altLang="zh-CN" dirty="0"/>
              <a:t>)) return true;</a:t>
            </a:r>
          </a:p>
          <a:p>
            <a:pPr marL="0" indent="0">
              <a:buNone/>
            </a:pPr>
            <a:r>
              <a:rPr lang="en-US" altLang="zh-CN" dirty="0"/>
              <a:t>     else return false;</a:t>
            </a:r>
          </a:p>
          <a:p>
            <a:pPr marL="0" indent="0">
              <a:buNone/>
            </a:pPr>
            <a:r>
              <a:rPr lang="en-US" altLang="zh-CN" dirty="0"/>
              <a:t>}</a:t>
            </a:r>
          </a:p>
        </p:txBody>
      </p:sp>
      <p:sp>
        <p:nvSpPr>
          <p:cNvPr id="4" name="灯片编号占位符 3">
            <a:extLst>
              <a:ext uri="{FF2B5EF4-FFF2-40B4-BE49-F238E27FC236}">
                <a16:creationId xmlns:a16="http://schemas.microsoft.com/office/drawing/2014/main" id="{7FB0A1BC-2BA2-1EFE-F007-C1EDB87F25E5}"/>
              </a:ext>
            </a:extLst>
          </p:cNvPr>
          <p:cNvSpPr>
            <a:spLocks noGrp="1"/>
          </p:cNvSpPr>
          <p:nvPr>
            <p:ph type="sldNum" sz="quarter" idx="12"/>
          </p:nvPr>
        </p:nvSpPr>
        <p:spPr/>
        <p:txBody>
          <a:bodyPr/>
          <a:lstStyle/>
          <a:p>
            <a:pPr>
              <a:defRPr/>
            </a:pPr>
            <a:fld id="{A598D83B-EE2A-4F12-B129-1EDE84DF129B}" type="slidenum">
              <a:rPr lang="en-US" altLang="zh-CN" smtClean="0"/>
              <a:pPr>
                <a:defRPr/>
              </a:pPr>
              <a:t>41</a:t>
            </a:fld>
            <a:endParaRPr lang="en-US" altLang="zh-CN"/>
          </a:p>
        </p:txBody>
      </p:sp>
    </p:spTree>
  </p:cSld>
  <p:clrMapOvr>
    <a:masterClrMapping/>
  </p:clrMapOvr>
  <p:transition>
    <p:spli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598D4F-A383-29CC-3BAC-B1C187940520}"/>
              </a:ext>
            </a:extLst>
          </p:cNvPr>
          <p:cNvSpPr>
            <a:spLocks noGrp="1"/>
          </p:cNvSpPr>
          <p:nvPr>
            <p:ph type="title"/>
          </p:nvPr>
        </p:nvSpPr>
        <p:spPr>
          <a:xfrm>
            <a:off x="628650" y="365125"/>
            <a:ext cx="8119814" cy="1325563"/>
          </a:xfrm>
        </p:spPr>
        <p:txBody>
          <a:bodyPr/>
          <a:lstStyle/>
          <a:p>
            <a:r>
              <a:rPr lang="zh-CN" altLang="en-US" dirty="0"/>
              <a:t>前序遍历按缩进形式输出二叉树</a:t>
            </a:r>
          </a:p>
        </p:txBody>
      </p:sp>
      <p:sp>
        <p:nvSpPr>
          <p:cNvPr id="5" name="内容占位符 4">
            <a:extLst>
              <a:ext uri="{FF2B5EF4-FFF2-40B4-BE49-F238E27FC236}">
                <a16:creationId xmlns:a16="http://schemas.microsoft.com/office/drawing/2014/main" id="{B79CB6FE-D2CE-04A8-6091-CFDDD5491B91}"/>
              </a:ext>
            </a:extLst>
          </p:cNvPr>
          <p:cNvSpPr>
            <a:spLocks noGrp="1"/>
          </p:cNvSpPr>
          <p:nvPr>
            <p:ph idx="1"/>
          </p:nvPr>
        </p:nvSpPr>
        <p:spPr>
          <a:xfrm>
            <a:off x="628650" y="1825625"/>
            <a:ext cx="8119814" cy="4667250"/>
          </a:xfrm>
        </p:spPr>
        <p:txBody>
          <a:bodyPr>
            <a:normAutofit fontScale="47500" lnSpcReduction="20000"/>
          </a:bodyPr>
          <a:lstStyle/>
          <a:p>
            <a:r>
              <a:rPr lang="zh-CN" altLang="en-US" dirty="0"/>
              <a:t>使用一个层次数 </a:t>
            </a:r>
            <a:r>
              <a:rPr lang="en-US" altLang="zh-CN" dirty="0"/>
              <a:t>k </a:t>
            </a:r>
            <a:r>
              <a:rPr lang="zh-CN" altLang="en-US" dirty="0"/>
              <a:t>控制输出各层次时向右移格的数目。算法步骤如下：</a:t>
            </a:r>
          </a:p>
          <a:p>
            <a:pPr lvl="1"/>
            <a:r>
              <a:rPr lang="zh-CN" altLang="en-US" dirty="0"/>
              <a:t>若子树为空，在相应位置输出“</a:t>
            </a:r>
            <a:r>
              <a:rPr lang="en-US" altLang="zh-CN" dirty="0"/>
              <a:t>#”</a:t>
            </a:r>
            <a:r>
              <a:rPr lang="zh-CN" altLang="en-US" dirty="0"/>
              <a:t>；</a:t>
            </a:r>
          </a:p>
          <a:p>
            <a:pPr lvl="1"/>
            <a:r>
              <a:rPr lang="zh-CN" altLang="en-US" dirty="0"/>
              <a:t>若子树非空，在相应位置输出子树根结点的值，再对它的左孩子和右孩子依次在</a:t>
            </a:r>
            <a:r>
              <a:rPr lang="en-US" altLang="zh-CN" dirty="0"/>
              <a:t>k+1</a:t>
            </a:r>
            <a:r>
              <a:rPr lang="zh-CN" altLang="en-US" dirty="0"/>
              <a:t>层的相应位置递归输出。</a:t>
            </a:r>
          </a:p>
          <a:p>
            <a:pPr marL="0" indent="0">
              <a:buNone/>
            </a:pPr>
            <a:r>
              <a:rPr lang="en-US" altLang="zh-CN" dirty="0"/>
              <a:t>template &lt;class T&gt;  void </a:t>
            </a:r>
            <a:r>
              <a:rPr lang="en-US" altLang="zh-CN" dirty="0" err="1"/>
              <a:t>BinaryTree</a:t>
            </a:r>
            <a:r>
              <a:rPr lang="en-US" altLang="zh-CN" dirty="0"/>
              <a:t>&lt;T&gt;::</a:t>
            </a:r>
            <a:r>
              <a:rPr lang="en-US" altLang="zh-CN" dirty="0" err="1"/>
              <a:t>OutputNest</a:t>
            </a:r>
            <a:r>
              <a:rPr lang="en-US" altLang="zh-CN" dirty="0"/>
              <a:t>(</a:t>
            </a:r>
            <a:r>
              <a:rPr lang="en-US" altLang="zh-CN" dirty="0" err="1"/>
              <a:t>BinTreeNode</a:t>
            </a:r>
            <a:r>
              <a:rPr lang="en-US" altLang="zh-CN" dirty="0"/>
              <a:t>&lt;T&gt; *t, int k) {</a:t>
            </a:r>
          </a:p>
          <a:p>
            <a:pPr marL="0" indent="0">
              <a:buNone/>
            </a:pPr>
            <a:r>
              <a:rPr lang="en-US" altLang="zh-CN" dirty="0"/>
              <a:t>     for (int </a:t>
            </a:r>
            <a:r>
              <a:rPr lang="en-US" altLang="zh-CN" dirty="0" err="1"/>
              <a:t>i</a:t>
            </a:r>
            <a:r>
              <a:rPr lang="en-US" altLang="zh-CN" dirty="0"/>
              <a:t> = 0; </a:t>
            </a:r>
            <a:r>
              <a:rPr lang="en-US" altLang="zh-CN" dirty="0" err="1"/>
              <a:t>i</a:t>
            </a:r>
            <a:r>
              <a:rPr lang="en-US" altLang="zh-CN" dirty="0"/>
              <a:t> &lt; 3*(k-1); </a:t>
            </a:r>
            <a:r>
              <a:rPr lang="en-US" altLang="zh-CN" dirty="0" err="1"/>
              <a:t>i</a:t>
            </a:r>
            <a:r>
              <a:rPr lang="en-US" altLang="zh-CN" dirty="0"/>
              <a:t>++) </a:t>
            </a:r>
            <a:r>
              <a:rPr lang="en-US" altLang="zh-CN" dirty="0" err="1"/>
              <a:t>cout</a:t>
            </a:r>
            <a:r>
              <a:rPr lang="en-US" altLang="zh-CN" dirty="0"/>
              <a:t> &lt;&lt; " ";</a:t>
            </a:r>
          </a:p>
          <a:p>
            <a:pPr marL="0" indent="0">
              <a:buNone/>
            </a:pPr>
            <a:r>
              <a:rPr lang="en-US" altLang="zh-CN" dirty="0"/>
              <a:t>     if (t != NULL) {		    //</a:t>
            </a:r>
            <a:r>
              <a:rPr lang="zh-CN" altLang="en-US" dirty="0"/>
              <a:t>非空树</a:t>
            </a:r>
          </a:p>
          <a:p>
            <a:pPr marL="0" indent="0">
              <a:buNone/>
            </a:pPr>
            <a:r>
              <a:rPr lang="zh-CN" altLang="en-US" dirty="0"/>
              <a:t>          	</a:t>
            </a:r>
            <a:r>
              <a:rPr lang="en-US" altLang="zh-CN" dirty="0" err="1"/>
              <a:t>cout</a:t>
            </a:r>
            <a:r>
              <a:rPr lang="en-US" altLang="zh-CN" dirty="0"/>
              <a:t> &lt;&lt; t-&gt;data &lt;&lt; </a:t>
            </a:r>
            <a:r>
              <a:rPr lang="en-US" altLang="zh-CN" dirty="0" err="1"/>
              <a:t>endl</a:t>
            </a:r>
            <a:r>
              <a:rPr lang="en-US" altLang="zh-CN" dirty="0"/>
              <a:t>;   //</a:t>
            </a:r>
            <a:r>
              <a:rPr lang="zh-CN" altLang="en-US" dirty="0"/>
              <a:t>输出*</a:t>
            </a:r>
            <a:r>
              <a:rPr lang="en-US" altLang="zh-CN" dirty="0"/>
              <a:t>t</a:t>
            </a:r>
            <a:r>
              <a:rPr lang="zh-CN" altLang="en-US" dirty="0"/>
              <a:t>的数据值</a:t>
            </a:r>
          </a:p>
          <a:p>
            <a:pPr marL="0" indent="0">
              <a:buNone/>
            </a:pPr>
            <a:r>
              <a:rPr lang="zh-CN" altLang="en-US" dirty="0"/>
              <a:t>	</a:t>
            </a:r>
            <a:r>
              <a:rPr lang="en-US" altLang="zh-CN" dirty="0" err="1"/>
              <a:t>OutputNest</a:t>
            </a:r>
            <a:r>
              <a:rPr lang="en-US" altLang="zh-CN" dirty="0"/>
              <a:t>(t-&gt;</a:t>
            </a:r>
            <a:r>
              <a:rPr lang="en-US" altLang="zh-CN" dirty="0" err="1"/>
              <a:t>leftChild</a:t>
            </a:r>
            <a:r>
              <a:rPr lang="en-US" altLang="zh-CN" dirty="0"/>
              <a:t>, k+1);     //</a:t>
            </a:r>
            <a:r>
              <a:rPr lang="zh-CN" altLang="en-US" dirty="0"/>
              <a:t>递归输出*</a:t>
            </a:r>
            <a:r>
              <a:rPr lang="en-US" altLang="zh-CN" dirty="0"/>
              <a:t>t</a:t>
            </a:r>
            <a:r>
              <a:rPr lang="zh-CN" altLang="en-US" dirty="0"/>
              <a:t>下层的左子树</a:t>
            </a:r>
          </a:p>
          <a:p>
            <a:pPr marL="0" indent="0">
              <a:buNone/>
            </a:pPr>
            <a:r>
              <a:rPr lang="zh-CN" altLang="en-US" dirty="0"/>
              <a:t>	</a:t>
            </a:r>
            <a:r>
              <a:rPr lang="en-US" altLang="zh-CN" dirty="0" err="1"/>
              <a:t>OutputNest</a:t>
            </a:r>
            <a:r>
              <a:rPr lang="en-US" altLang="zh-CN" dirty="0"/>
              <a:t>(t-&gt;</a:t>
            </a:r>
            <a:r>
              <a:rPr lang="en-US" altLang="zh-CN" dirty="0" err="1"/>
              <a:t>rightChild</a:t>
            </a:r>
            <a:r>
              <a:rPr lang="en-US" altLang="zh-CN" dirty="0"/>
              <a:t>, k+1);     //</a:t>
            </a:r>
            <a:r>
              <a:rPr lang="zh-CN" altLang="en-US" dirty="0"/>
              <a:t>递归输出*</a:t>
            </a:r>
            <a:r>
              <a:rPr lang="en-US" altLang="zh-CN" dirty="0"/>
              <a:t>t</a:t>
            </a:r>
            <a:r>
              <a:rPr lang="zh-CN" altLang="en-US" dirty="0"/>
              <a:t>下层的右子树</a:t>
            </a:r>
          </a:p>
          <a:p>
            <a:pPr marL="0" indent="0">
              <a:buNone/>
            </a:pPr>
            <a:r>
              <a:rPr lang="zh-CN" altLang="en-US" dirty="0"/>
              <a:t>     </a:t>
            </a:r>
            <a:r>
              <a:rPr lang="en-US" altLang="zh-CN" dirty="0"/>
              <a:t>}</a:t>
            </a:r>
          </a:p>
          <a:p>
            <a:pPr marL="0" indent="0">
              <a:buNone/>
            </a:pPr>
            <a:r>
              <a:rPr lang="en-US" altLang="zh-CN" dirty="0"/>
              <a:t>     else </a:t>
            </a:r>
            <a:r>
              <a:rPr lang="en-US" altLang="zh-CN" dirty="0" err="1"/>
              <a:t>cout</a:t>
            </a:r>
            <a:r>
              <a:rPr lang="en-US" altLang="zh-CN" dirty="0"/>
              <a:t> &lt;&lt; "#" &lt;&lt; </a:t>
            </a:r>
            <a:r>
              <a:rPr lang="en-US" altLang="zh-CN" dirty="0" err="1"/>
              <a:t>endl</a:t>
            </a:r>
            <a:r>
              <a:rPr lang="en-US" altLang="zh-CN" dirty="0"/>
              <a:t>; 	    //</a:t>
            </a:r>
            <a:r>
              <a:rPr lang="zh-CN" altLang="en-US" dirty="0"/>
              <a:t>空树</a:t>
            </a:r>
          </a:p>
          <a:p>
            <a:pPr marL="0" indent="0">
              <a:buNone/>
            </a:pPr>
            <a:r>
              <a:rPr lang="en-US" altLang="zh-CN" dirty="0"/>
              <a:t>};</a:t>
            </a:r>
          </a:p>
          <a:p>
            <a:pPr marL="0" indent="0">
              <a:buNone/>
            </a:pPr>
            <a:endParaRPr lang="en-US" altLang="zh-CN" dirty="0"/>
          </a:p>
          <a:p>
            <a:pPr marL="0" indent="0">
              <a:buNone/>
            </a:pPr>
            <a:r>
              <a:rPr lang="zh-CN" altLang="en-US" dirty="0"/>
              <a:t>程序效果见下一页</a:t>
            </a:r>
            <a:endParaRPr lang="en-US" altLang="zh-CN" dirty="0"/>
          </a:p>
          <a:p>
            <a:endParaRPr lang="zh-CN" altLang="en-US" dirty="0"/>
          </a:p>
        </p:txBody>
      </p:sp>
      <p:sp>
        <p:nvSpPr>
          <p:cNvPr id="4" name="灯片编号占位符 3">
            <a:extLst>
              <a:ext uri="{FF2B5EF4-FFF2-40B4-BE49-F238E27FC236}">
                <a16:creationId xmlns:a16="http://schemas.microsoft.com/office/drawing/2014/main" id="{90085825-3D2B-132C-DA46-C16B3CD4D447}"/>
              </a:ext>
            </a:extLst>
          </p:cNvPr>
          <p:cNvSpPr>
            <a:spLocks noGrp="1"/>
          </p:cNvSpPr>
          <p:nvPr>
            <p:ph type="sldNum" sz="quarter" idx="12"/>
          </p:nvPr>
        </p:nvSpPr>
        <p:spPr/>
        <p:txBody>
          <a:bodyPr/>
          <a:lstStyle/>
          <a:p>
            <a:pPr>
              <a:defRPr/>
            </a:pPr>
            <a:fld id="{A598D83B-EE2A-4F12-B129-1EDE84DF129B}" type="slidenum">
              <a:rPr lang="en-US" altLang="zh-CN" smtClean="0"/>
              <a:pPr>
                <a:defRPr/>
              </a:pPr>
              <a:t>42</a:t>
            </a:fld>
            <a:endParaRPr lang="en-US" altLang="zh-CN"/>
          </a:p>
        </p:txBody>
      </p:sp>
    </p:spTree>
    <p:extLst>
      <p:ext uri="{BB962C8B-B14F-4D97-AF65-F5344CB8AC3E}">
        <p14:creationId xmlns:p14="http://schemas.microsoft.com/office/powerpoint/2010/main" val="2409325021"/>
      </p:ext>
    </p:extLst>
  </p:cSld>
  <p:clrMapOvr>
    <a:masterClrMapping/>
  </p:clrMapOvr>
  <p:transition>
    <p:spli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3EABB59E-145B-8859-B170-76ED33073465}"/>
              </a:ext>
            </a:extLst>
          </p:cNvPr>
          <p:cNvSpPr>
            <a:spLocks noGrp="1"/>
          </p:cNvSpPr>
          <p:nvPr>
            <p:ph type="sldNum" sz="quarter" idx="11"/>
          </p:nvPr>
        </p:nvSpPr>
        <p:spPr/>
        <p:txBody>
          <a:bodyPr/>
          <a:lstStyle/>
          <a:p>
            <a:fld id="{6C097568-379C-4F30-9332-440D4F0AB230}" type="slidenum">
              <a:rPr lang="en-US" altLang="zh-CN"/>
              <a:pPr/>
              <a:t>43</a:t>
            </a:fld>
            <a:endParaRPr lang="en-US" altLang="zh-CN"/>
          </a:p>
        </p:txBody>
      </p:sp>
      <p:graphicFrame>
        <p:nvGraphicFramePr>
          <p:cNvPr id="477054" name="Group 894">
            <a:extLst>
              <a:ext uri="{FF2B5EF4-FFF2-40B4-BE49-F238E27FC236}">
                <a16:creationId xmlns:a16="http://schemas.microsoft.com/office/drawing/2014/main" id="{BDB034A2-1E75-ACEC-805B-7A1D5389A707}"/>
              </a:ext>
            </a:extLst>
          </p:cNvPr>
          <p:cNvGraphicFramePr>
            <a:graphicFrameLocks noGrp="1"/>
          </p:cNvGraphicFramePr>
          <p:nvPr>
            <p:ph sz="half" idx="2"/>
          </p:nvPr>
        </p:nvGraphicFramePr>
        <p:xfrm>
          <a:off x="4886325" y="458788"/>
          <a:ext cx="3141663" cy="5943600"/>
        </p:xfrm>
        <a:graphic>
          <a:graphicData uri="http://schemas.openxmlformats.org/drawingml/2006/table">
            <a:tbl>
              <a:tblPr/>
              <a:tblGrid>
                <a:gridCol w="449263">
                  <a:extLst>
                    <a:ext uri="{9D8B030D-6E8A-4147-A177-3AD203B41FA5}">
                      <a16:colId xmlns:a16="http://schemas.microsoft.com/office/drawing/2014/main" val="771380683"/>
                    </a:ext>
                  </a:extLst>
                </a:gridCol>
                <a:gridCol w="447675">
                  <a:extLst>
                    <a:ext uri="{9D8B030D-6E8A-4147-A177-3AD203B41FA5}">
                      <a16:colId xmlns:a16="http://schemas.microsoft.com/office/drawing/2014/main" val="316979968"/>
                    </a:ext>
                  </a:extLst>
                </a:gridCol>
                <a:gridCol w="449262">
                  <a:extLst>
                    <a:ext uri="{9D8B030D-6E8A-4147-A177-3AD203B41FA5}">
                      <a16:colId xmlns:a16="http://schemas.microsoft.com/office/drawing/2014/main" val="3880779052"/>
                    </a:ext>
                  </a:extLst>
                </a:gridCol>
                <a:gridCol w="449263">
                  <a:extLst>
                    <a:ext uri="{9D8B030D-6E8A-4147-A177-3AD203B41FA5}">
                      <a16:colId xmlns:a16="http://schemas.microsoft.com/office/drawing/2014/main" val="1391899562"/>
                    </a:ext>
                  </a:extLst>
                </a:gridCol>
                <a:gridCol w="447675">
                  <a:extLst>
                    <a:ext uri="{9D8B030D-6E8A-4147-A177-3AD203B41FA5}">
                      <a16:colId xmlns:a16="http://schemas.microsoft.com/office/drawing/2014/main" val="477390843"/>
                    </a:ext>
                  </a:extLst>
                </a:gridCol>
                <a:gridCol w="449262">
                  <a:extLst>
                    <a:ext uri="{9D8B030D-6E8A-4147-A177-3AD203B41FA5}">
                      <a16:colId xmlns:a16="http://schemas.microsoft.com/office/drawing/2014/main" val="3263066101"/>
                    </a:ext>
                  </a:extLst>
                </a:gridCol>
                <a:gridCol w="449263">
                  <a:extLst>
                    <a:ext uri="{9D8B030D-6E8A-4147-A177-3AD203B41FA5}">
                      <a16:colId xmlns:a16="http://schemas.microsoft.com/office/drawing/2014/main" val="3192107455"/>
                    </a:ext>
                  </a:extLst>
                </a:gridCol>
              </a:tblGrid>
              <a:tr h="298450">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400" b="1" i="0" u="none" strike="noStrike" cap="none" normalizeH="0" baseline="0">
                          <a:ln>
                            <a:noFill/>
                          </a:ln>
                          <a:solidFill>
                            <a:schemeClr val="tx2"/>
                          </a:solidFill>
                          <a:effectLst/>
                          <a:latin typeface="Times New Roman" panose="02020603050405020304" pitchFamily="18" charset="0"/>
                          <a:ea typeface="仿宋_GB2312" pitchFamily="49" charset="-122"/>
                        </a:rPr>
                        <a:t>A</a:t>
                      </a: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extLst>
                  <a:ext uri="{0D108BD9-81ED-4DB2-BD59-A6C34878D82A}">
                    <a16:rowId xmlns:a16="http://schemas.microsoft.com/office/drawing/2014/main" val="670126065"/>
                  </a:ext>
                </a:extLst>
              </a:tr>
              <a:tr h="300038">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400" b="1" i="0" u="none" strike="noStrike" cap="none" normalizeH="0" baseline="0">
                          <a:ln>
                            <a:noFill/>
                          </a:ln>
                          <a:solidFill>
                            <a:schemeClr val="tx2"/>
                          </a:solidFill>
                          <a:effectLst/>
                          <a:latin typeface="Times New Roman" panose="02020603050405020304" pitchFamily="18" charset="0"/>
                          <a:ea typeface="仿宋_GB2312" pitchFamily="49" charset="-122"/>
                        </a:rPr>
                        <a:t>B</a:t>
                      </a: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extLst>
                  <a:ext uri="{0D108BD9-81ED-4DB2-BD59-A6C34878D82A}">
                    <a16:rowId xmlns:a16="http://schemas.microsoft.com/office/drawing/2014/main" val="1787041004"/>
                  </a:ext>
                </a:extLst>
              </a:tr>
              <a:tr h="298450">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400" b="1" i="0" u="none" strike="noStrike" cap="none" normalizeH="0" baseline="0">
                          <a:ln>
                            <a:noFill/>
                          </a:ln>
                          <a:solidFill>
                            <a:schemeClr val="tx2"/>
                          </a:solidFill>
                          <a:effectLst/>
                          <a:latin typeface="Times New Roman" panose="02020603050405020304" pitchFamily="18" charset="0"/>
                          <a:ea typeface="仿宋_GB2312" pitchFamily="49" charset="-122"/>
                        </a:rPr>
                        <a:t>#</a:t>
                      </a: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extLst>
                  <a:ext uri="{0D108BD9-81ED-4DB2-BD59-A6C34878D82A}">
                    <a16:rowId xmlns:a16="http://schemas.microsoft.com/office/drawing/2014/main" val="1761576989"/>
                  </a:ext>
                </a:extLst>
              </a:tr>
              <a:tr h="298450">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400" b="1" i="0" u="none" strike="noStrike" cap="none" normalizeH="0" baseline="0">
                          <a:ln>
                            <a:noFill/>
                          </a:ln>
                          <a:solidFill>
                            <a:schemeClr val="tx2"/>
                          </a:solidFill>
                          <a:effectLst/>
                          <a:latin typeface="Times New Roman" panose="02020603050405020304" pitchFamily="18" charset="0"/>
                          <a:ea typeface="仿宋_GB2312" pitchFamily="49" charset="-122"/>
                        </a:rPr>
                        <a:t>D</a:t>
                      </a: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extLst>
                  <a:ext uri="{0D108BD9-81ED-4DB2-BD59-A6C34878D82A}">
                    <a16:rowId xmlns:a16="http://schemas.microsoft.com/office/drawing/2014/main" val="2456079962"/>
                  </a:ext>
                </a:extLst>
              </a:tr>
              <a:tr h="300038">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400" b="1" i="0" u="none" strike="noStrike" cap="none" normalizeH="0" baseline="0">
                          <a:ln>
                            <a:noFill/>
                          </a:ln>
                          <a:solidFill>
                            <a:schemeClr val="tx2"/>
                          </a:solidFill>
                          <a:effectLst/>
                          <a:latin typeface="Times New Roman" panose="02020603050405020304" pitchFamily="18" charset="0"/>
                          <a:ea typeface="仿宋_GB2312" pitchFamily="49" charset="-122"/>
                        </a:rPr>
                        <a:t>#</a:t>
                      </a: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extLst>
                  <a:ext uri="{0D108BD9-81ED-4DB2-BD59-A6C34878D82A}">
                    <a16:rowId xmlns:a16="http://schemas.microsoft.com/office/drawing/2014/main" val="170142219"/>
                  </a:ext>
                </a:extLst>
              </a:tr>
              <a:tr h="298450">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400" b="1" i="0" u="none" strike="noStrike" cap="none" normalizeH="0" baseline="0">
                          <a:ln>
                            <a:noFill/>
                          </a:ln>
                          <a:solidFill>
                            <a:schemeClr val="tx2"/>
                          </a:solidFill>
                          <a:effectLst/>
                          <a:latin typeface="Times New Roman" panose="02020603050405020304" pitchFamily="18" charset="0"/>
                          <a:ea typeface="仿宋_GB2312" pitchFamily="49" charset="-122"/>
                        </a:rPr>
                        <a:t>#</a:t>
                      </a: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extLst>
                  <a:ext uri="{0D108BD9-81ED-4DB2-BD59-A6C34878D82A}">
                    <a16:rowId xmlns:a16="http://schemas.microsoft.com/office/drawing/2014/main" val="3379606870"/>
                  </a:ext>
                </a:extLst>
              </a:tr>
              <a:tr h="298450">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400" b="1" i="0" u="none" strike="noStrike" cap="none" normalizeH="0" baseline="0">
                          <a:ln>
                            <a:noFill/>
                          </a:ln>
                          <a:solidFill>
                            <a:schemeClr val="tx2"/>
                          </a:solidFill>
                          <a:effectLst/>
                          <a:latin typeface="Times New Roman" panose="02020603050405020304" pitchFamily="18" charset="0"/>
                          <a:ea typeface="仿宋_GB2312" pitchFamily="49" charset="-122"/>
                        </a:rPr>
                        <a:t>C</a:t>
                      </a: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extLst>
                  <a:ext uri="{0D108BD9-81ED-4DB2-BD59-A6C34878D82A}">
                    <a16:rowId xmlns:a16="http://schemas.microsoft.com/office/drawing/2014/main" val="2178778892"/>
                  </a:ext>
                </a:extLst>
              </a:tr>
              <a:tr h="298450">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400" b="1" i="0" u="none" strike="noStrike" cap="none" normalizeH="0" baseline="0">
                          <a:ln>
                            <a:noFill/>
                          </a:ln>
                          <a:solidFill>
                            <a:schemeClr val="tx2"/>
                          </a:solidFill>
                          <a:effectLst/>
                          <a:latin typeface="Times New Roman" panose="02020603050405020304" pitchFamily="18" charset="0"/>
                          <a:ea typeface="仿宋_GB2312" pitchFamily="49" charset="-122"/>
                        </a:rPr>
                        <a:t>E</a:t>
                      </a: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extLst>
                  <a:ext uri="{0D108BD9-81ED-4DB2-BD59-A6C34878D82A}">
                    <a16:rowId xmlns:a16="http://schemas.microsoft.com/office/drawing/2014/main" val="718893967"/>
                  </a:ext>
                </a:extLst>
              </a:tr>
              <a:tr h="300038">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400" b="1" i="0" u="none" strike="noStrike" cap="none" normalizeH="0" baseline="0">
                          <a:ln>
                            <a:noFill/>
                          </a:ln>
                          <a:solidFill>
                            <a:schemeClr val="tx2"/>
                          </a:solidFill>
                          <a:effectLst/>
                          <a:latin typeface="Times New Roman" panose="02020603050405020304" pitchFamily="18" charset="0"/>
                          <a:ea typeface="仿宋_GB2312" pitchFamily="49" charset="-122"/>
                        </a:rPr>
                        <a:t>#</a:t>
                      </a: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extLst>
                  <a:ext uri="{0D108BD9-81ED-4DB2-BD59-A6C34878D82A}">
                    <a16:rowId xmlns:a16="http://schemas.microsoft.com/office/drawing/2014/main" val="3666638996"/>
                  </a:ext>
                </a:extLst>
              </a:tr>
              <a:tr h="298450">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400" b="1" i="0" u="none" strike="noStrike" cap="none" normalizeH="0" baseline="0">
                          <a:ln>
                            <a:noFill/>
                          </a:ln>
                          <a:solidFill>
                            <a:schemeClr val="tx2"/>
                          </a:solidFill>
                          <a:effectLst/>
                          <a:latin typeface="Times New Roman" panose="02020603050405020304" pitchFamily="18" charset="0"/>
                          <a:ea typeface="仿宋_GB2312" pitchFamily="49" charset="-122"/>
                        </a:rPr>
                        <a:t>#</a:t>
                      </a: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extLst>
                  <a:ext uri="{0D108BD9-81ED-4DB2-BD59-A6C34878D82A}">
                    <a16:rowId xmlns:a16="http://schemas.microsoft.com/office/drawing/2014/main" val="917084361"/>
                  </a:ext>
                </a:extLst>
              </a:tr>
              <a:tr h="298450">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400" b="1" i="0" u="none" strike="noStrike" cap="none" normalizeH="0" baseline="0">
                          <a:ln>
                            <a:noFill/>
                          </a:ln>
                          <a:solidFill>
                            <a:schemeClr val="tx2"/>
                          </a:solidFill>
                          <a:effectLst/>
                          <a:latin typeface="Times New Roman" panose="02020603050405020304" pitchFamily="18" charset="0"/>
                          <a:ea typeface="仿宋_GB2312" pitchFamily="49" charset="-122"/>
                        </a:rPr>
                        <a:t>F</a:t>
                      </a: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extLst>
                  <a:ext uri="{0D108BD9-81ED-4DB2-BD59-A6C34878D82A}">
                    <a16:rowId xmlns:a16="http://schemas.microsoft.com/office/drawing/2014/main" val="2141231668"/>
                  </a:ext>
                </a:extLst>
              </a:tr>
              <a:tr h="300038">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400" b="1" i="0" u="none" strike="noStrike" cap="none" normalizeH="0" baseline="0">
                          <a:ln>
                            <a:noFill/>
                          </a:ln>
                          <a:solidFill>
                            <a:schemeClr val="tx2"/>
                          </a:solidFill>
                          <a:effectLst/>
                          <a:latin typeface="Times New Roman" panose="02020603050405020304" pitchFamily="18" charset="0"/>
                          <a:ea typeface="仿宋_GB2312" pitchFamily="49" charset="-122"/>
                        </a:rPr>
                        <a:t>#</a:t>
                      </a: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extLst>
                  <a:ext uri="{0D108BD9-81ED-4DB2-BD59-A6C34878D82A}">
                    <a16:rowId xmlns:a16="http://schemas.microsoft.com/office/drawing/2014/main" val="3270049730"/>
                  </a:ext>
                </a:extLst>
              </a:tr>
              <a:tr h="298450">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400" b="1" i="0" u="none" strike="noStrike" cap="none" normalizeH="0" baseline="0">
                        <a:ln>
                          <a:noFill/>
                        </a:ln>
                        <a:solidFill>
                          <a:schemeClr val="tx2"/>
                        </a:solidFill>
                        <a:effectLst/>
                        <a:latin typeface="Times New Roman" panose="02020603050405020304" pitchFamily="18" charset="0"/>
                        <a:ea typeface="仿宋_GB2312" pitchFamily="49" charset="-122"/>
                      </a:endParaRP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400" b="1" i="0" u="none" strike="noStrike" cap="none" normalizeH="0" baseline="0">
                          <a:ln>
                            <a:noFill/>
                          </a:ln>
                          <a:solidFill>
                            <a:schemeClr val="tx2"/>
                          </a:solidFill>
                          <a:effectLst/>
                          <a:latin typeface="Times New Roman" panose="02020603050405020304" pitchFamily="18" charset="0"/>
                          <a:ea typeface="仿宋_GB2312" pitchFamily="49" charset="-122"/>
                        </a:rPr>
                        <a:t>#</a:t>
                      </a:r>
                    </a:p>
                  </a:txBody>
                  <a:tcPr horzOverflow="overflow">
                    <a:lnL w="12700" cap="flat" cmpd="sng" algn="ctr">
                      <a:solidFill>
                        <a:srgbClr val="FF3399"/>
                      </a:solidFill>
                      <a:prstDash val="dash"/>
                      <a:round/>
                      <a:headEnd type="none" w="med" len="med"/>
                      <a:tailEnd type="none" w="med" len="med"/>
                    </a:lnL>
                    <a:lnR w="12700" cap="flat" cmpd="sng" algn="ctr">
                      <a:solidFill>
                        <a:srgbClr val="FF3399"/>
                      </a:solidFill>
                      <a:prstDash val="dash"/>
                      <a:round/>
                      <a:headEnd type="none" w="med" len="med"/>
                      <a:tailEnd type="none" w="med" len="med"/>
                    </a:lnR>
                    <a:lnT w="12700" cap="flat" cmpd="sng" algn="ctr">
                      <a:solidFill>
                        <a:srgbClr val="FF3399"/>
                      </a:solidFill>
                      <a:prstDash val="dash"/>
                      <a:round/>
                      <a:headEnd type="none" w="med" len="med"/>
                      <a:tailEnd type="none" w="med" len="med"/>
                    </a:lnT>
                    <a:lnB w="12700" cap="flat" cmpd="sng" algn="ctr">
                      <a:solidFill>
                        <a:srgbClr val="FF3399"/>
                      </a:solidFill>
                      <a:prstDash val="dash"/>
                      <a:round/>
                      <a:headEnd type="none" w="med" len="med"/>
                      <a:tailEnd type="none" w="med" len="med"/>
                    </a:lnB>
                    <a:lnTlToBr>
                      <a:noFill/>
                    </a:lnTlToBr>
                    <a:lnBlToTr>
                      <a:noFill/>
                    </a:lnBlToTr>
                    <a:noFill/>
                  </a:tcPr>
                </a:tc>
                <a:extLst>
                  <a:ext uri="{0D108BD9-81ED-4DB2-BD59-A6C34878D82A}">
                    <a16:rowId xmlns:a16="http://schemas.microsoft.com/office/drawing/2014/main" val="2609172075"/>
                  </a:ext>
                </a:extLst>
              </a:tr>
            </a:tbl>
          </a:graphicData>
        </a:graphic>
      </p:graphicFrame>
      <p:sp>
        <p:nvSpPr>
          <p:cNvPr id="23177" name="Text Box 433">
            <a:extLst>
              <a:ext uri="{FF2B5EF4-FFF2-40B4-BE49-F238E27FC236}">
                <a16:creationId xmlns:a16="http://schemas.microsoft.com/office/drawing/2014/main" id="{8417DECD-7490-A7C2-E547-DE764B59EE74}"/>
              </a:ext>
            </a:extLst>
          </p:cNvPr>
          <p:cNvSpPr txBox="1">
            <a:spLocks noGrp="1" noChangeArrowheads="1"/>
          </p:cNvSpPr>
          <p:nvPr>
            <p:ph type="body" sz="half" idx="1"/>
          </p:nvPr>
        </p:nvSpPr>
        <p:spPr>
          <a:xfrm>
            <a:off x="468313" y="2565400"/>
            <a:ext cx="4038600" cy="3924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lnSpc>
                <a:spcPct val="105000"/>
              </a:lnSpc>
              <a:spcBef>
                <a:spcPct val="15000"/>
              </a:spcBef>
              <a:buClr>
                <a:srgbClr val="800080"/>
              </a:buClr>
              <a:buSzPct val="55000"/>
            </a:pPr>
            <a:r>
              <a:rPr lang="zh-CN" altLang="en-US" sz="3200" dirty="0"/>
              <a:t>上面二叉树的凹入表形式如右图所示。</a:t>
            </a:r>
          </a:p>
          <a:p>
            <a:pPr algn="just">
              <a:lnSpc>
                <a:spcPct val="105000"/>
              </a:lnSpc>
              <a:spcBef>
                <a:spcPct val="15000"/>
              </a:spcBef>
              <a:buClr>
                <a:srgbClr val="800080"/>
              </a:buClr>
              <a:buSzPct val="55000"/>
            </a:pPr>
            <a:r>
              <a:rPr lang="zh-CN" altLang="en-US" sz="3200" dirty="0"/>
              <a:t>空树也输出了“</a:t>
            </a:r>
            <a:r>
              <a:rPr lang="en-US" altLang="zh-CN" sz="3200" dirty="0"/>
              <a:t>#”</a:t>
            </a:r>
            <a:r>
              <a:rPr lang="zh-CN" altLang="en-US" sz="3200" dirty="0"/>
              <a:t>，以区分左、右子树。</a:t>
            </a:r>
          </a:p>
        </p:txBody>
      </p:sp>
      <p:grpSp>
        <p:nvGrpSpPr>
          <p:cNvPr id="476241" name="Group 81">
            <a:extLst>
              <a:ext uri="{FF2B5EF4-FFF2-40B4-BE49-F238E27FC236}">
                <a16:creationId xmlns:a16="http://schemas.microsoft.com/office/drawing/2014/main" id="{98F08607-0824-5112-9388-8518A167451D}"/>
              </a:ext>
            </a:extLst>
          </p:cNvPr>
          <p:cNvGrpSpPr>
            <a:grpSpLocks/>
          </p:cNvGrpSpPr>
          <p:nvPr/>
        </p:nvGrpSpPr>
        <p:grpSpPr bwMode="auto">
          <a:xfrm>
            <a:off x="1258888" y="657225"/>
            <a:ext cx="3122612" cy="1728788"/>
            <a:chOff x="612" y="1752"/>
            <a:chExt cx="1967" cy="1089"/>
          </a:xfrm>
        </p:grpSpPr>
        <p:grpSp>
          <p:nvGrpSpPr>
            <p:cNvPr id="476238" name="Group 78">
              <a:extLst>
                <a:ext uri="{FF2B5EF4-FFF2-40B4-BE49-F238E27FC236}">
                  <a16:creationId xmlns:a16="http://schemas.microsoft.com/office/drawing/2014/main" id="{BFF3C47D-DCD0-ABD9-277C-3DC4F32AD0EB}"/>
                </a:ext>
              </a:extLst>
            </p:cNvPr>
            <p:cNvGrpSpPr>
              <a:grpSpLocks/>
            </p:cNvGrpSpPr>
            <p:nvPr/>
          </p:nvGrpSpPr>
          <p:grpSpPr bwMode="auto">
            <a:xfrm>
              <a:off x="612" y="1783"/>
              <a:ext cx="1746" cy="1010"/>
              <a:chOff x="612" y="1783"/>
              <a:chExt cx="1746" cy="1010"/>
            </a:xfrm>
          </p:grpSpPr>
          <p:cxnSp>
            <p:nvCxnSpPr>
              <p:cNvPr id="22723" name="Line 395">
                <a:extLst>
                  <a:ext uri="{FF2B5EF4-FFF2-40B4-BE49-F238E27FC236}">
                    <a16:creationId xmlns:a16="http://schemas.microsoft.com/office/drawing/2014/main" id="{687982EB-F4F3-B31C-42EE-ADF8AF7983D6}"/>
                  </a:ext>
                </a:extLst>
              </p:cNvPr>
              <p:cNvCxnSpPr>
                <a:cxnSpLocks noChangeShapeType="1"/>
              </p:cNvCxnSpPr>
              <p:nvPr/>
            </p:nvCxnSpPr>
            <p:spPr bwMode="auto">
              <a:xfrm>
                <a:off x="1982" y="2337"/>
                <a:ext cx="233" cy="325"/>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cxnSp>
          <p:cxnSp>
            <p:nvCxnSpPr>
              <p:cNvPr id="22726" name="Line 420">
                <a:extLst>
                  <a:ext uri="{FF2B5EF4-FFF2-40B4-BE49-F238E27FC236}">
                    <a16:creationId xmlns:a16="http://schemas.microsoft.com/office/drawing/2014/main" id="{96F047EA-2A33-B5D7-30C7-37717EB96626}"/>
                  </a:ext>
                </a:extLst>
              </p:cNvPr>
              <p:cNvCxnSpPr>
                <a:cxnSpLocks noChangeShapeType="1"/>
              </p:cNvCxnSpPr>
              <p:nvPr/>
            </p:nvCxnSpPr>
            <p:spPr bwMode="auto">
              <a:xfrm flipH="1">
                <a:off x="1616" y="2275"/>
                <a:ext cx="344" cy="36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cxnSp>
          <p:sp>
            <p:nvSpPr>
              <p:cNvPr id="22728" name="Oval 392">
                <a:extLst>
                  <a:ext uri="{FF2B5EF4-FFF2-40B4-BE49-F238E27FC236}">
                    <a16:creationId xmlns:a16="http://schemas.microsoft.com/office/drawing/2014/main" id="{73577C37-4DA7-7F79-E995-C8EE6BE7D329}"/>
                  </a:ext>
                </a:extLst>
              </p:cNvPr>
              <p:cNvSpPr>
                <a:spLocks noChangeArrowheads="1"/>
              </p:cNvSpPr>
              <p:nvPr/>
            </p:nvSpPr>
            <p:spPr bwMode="auto">
              <a:xfrm>
                <a:off x="2067" y="2510"/>
                <a:ext cx="291" cy="280"/>
              </a:xfrm>
              <a:prstGeom prst="ellipse">
                <a:avLst/>
              </a:prstGeom>
              <a:solidFill>
                <a:srgbClr val="FFFFFF"/>
              </a:solidFill>
              <a:ln w="28575">
                <a:solidFill>
                  <a:schemeClr val="bg2"/>
                </a:solidFill>
                <a:round/>
                <a:headEnd/>
                <a:tailEnd/>
              </a:ln>
            </p:spPr>
            <p:txBody>
              <a:bodyPr/>
              <a:lstStyle/>
              <a:p>
                <a:endParaRPr lang="zh-CN" altLang="en-US"/>
              </a:p>
            </p:txBody>
          </p:sp>
          <p:cxnSp>
            <p:nvCxnSpPr>
              <p:cNvPr id="23032" name="Line 421">
                <a:extLst>
                  <a:ext uri="{FF2B5EF4-FFF2-40B4-BE49-F238E27FC236}">
                    <a16:creationId xmlns:a16="http://schemas.microsoft.com/office/drawing/2014/main" id="{3A6578A4-2FD1-10BD-C583-5566914BA361}"/>
                  </a:ext>
                </a:extLst>
              </p:cNvPr>
              <p:cNvCxnSpPr>
                <a:cxnSpLocks noChangeShapeType="1"/>
              </p:cNvCxnSpPr>
              <p:nvPr/>
            </p:nvCxnSpPr>
            <p:spPr bwMode="auto">
              <a:xfrm>
                <a:off x="1434" y="1956"/>
                <a:ext cx="447" cy="271"/>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cxnSp>
          <p:cxnSp>
            <p:nvCxnSpPr>
              <p:cNvPr id="23033" name="Line 421">
                <a:extLst>
                  <a:ext uri="{FF2B5EF4-FFF2-40B4-BE49-F238E27FC236}">
                    <a16:creationId xmlns:a16="http://schemas.microsoft.com/office/drawing/2014/main" id="{E8A1C735-F1CB-CF29-D652-B9FE78CBC246}"/>
                  </a:ext>
                </a:extLst>
              </p:cNvPr>
              <p:cNvCxnSpPr>
                <a:cxnSpLocks noChangeShapeType="1"/>
              </p:cNvCxnSpPr>
              <p:nvPr/>
            </p:nvCxnSpPr>
            <p:spPr bwMode="auto">
              <a:xfrm flipH="1">
                <a:off x="804" y="1956"/>
                <a:ext cx="486" cy="27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cxnSp>
          <p:cxnSp>
            <p:nvCxnSpPr>
              <p:cNvPr id="23173" name="Line 421">
                <a:extLst>
                  <a:ext uri="{FF2B5EF4-FFF2-40B4-BE49-F238E27FC236}">
                    <a16:creationId xmlns:a16="http://schemas.microsoft.com/office/drawing/2014/main" id="{22A5783B-7DB8-2AB3-BC56-06FDDB464147}"/>
                  </a:ext>
                </a:extLst>
              </p:cNvPr>
              <p:cNvCxnSpPr>
                <a:cxnSpLocks noChangeShapeType="1"/>
              </p:cNvCxnSpPr>
              <p:nvPr/>
            </p:nvCxnSpPr>
            <p:spPr bwMode="auto">
              <a:xfrm>
                <a:off x="826" y="2365"/>
                <a:ext cx="142" cy="20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cxnSp>
          <p:sp>
            <p:nvSpPr>
              <p:cNvPr id="22730" name="Oval 404">
                <a:extLst>
                  <a:ext uri="{FF2B5EF4-FFF2-40B4-BE49-F238E27FC236}">
                    <a16:creationId xmlns:a16="http://schemas.microsoft.com/office/drawing/2014/main" id="{5F2F76A0-FB81-7CD3-ECFC-807C4FA748F7}"/>
                  </a:ext>
                </a:extLst>
              </p:cNvPr>
              <p:cNvSpPr>
                <a:spLocks noChangeArrowheads="1"/>
              </p:cNvSpPr>
              <p:nvPr/>
            </p:nvSpPr>
            <p:spPr bwMode="auto">
              <a:xfrm>
                <a:off x="1505" y="2513"/>
                <a:ext cx="291" cy="280"/>
              </a:xfrm>
              <a:prstGeom prst="ellipse">
                <a:avLst/>
              </a:prstGeom>
              <a:solidFill>
                <a:srgbClr val="FFFFFF"/>
              </a:solidFill>
              <a:ln w="28575">
                <a:solidFill>
                  <a:schemeClr val="bg2"/>
                </a:solidFill>
                <a:round/>
                <a:headEnd/>
                <a:tailEnd/>
              </a:ln>
            </p:spPr>
            <p:txBody>
              <a:bodyPr/>
              <a:lstStyle/>
              <a:p>
                <a:endParaRPr lang="zh-CN" altLang="en-US"/>
              </a:p>
            </p:txBody>
          </p:sp>
          <p:sp>
            <p:nvSpPr>
              <p:cNvPr id="22731" name="Oval 414">
                <a:extLst>
                  <a:ext uri="{FF2B5EF4-FFF2-40B4-BE49-F238E27FC236}">
                    <a16:creationId xmlns:a16="http://schemas.microsoft.com/office/drawing/2014/main" id="{EF4FD5FC-E1E9-88DA-05BA-33BF494CDC2D}"/>
                  </a:ext>
                </a:extLst>
              </p:cNvPr>
              <p:cNvSpPr>
                <a:spLocks noChangeArrowheads="1"/>
              </p:cNvSpPr>
              <p:nvPr/>
            </p:nvSpPr>
            <p:spPr bwMode="auto">
              <a:xfrm>
                <a:off x="877" y="2505"/>
                <a:ext cx="291" cy="280"/>
              </a:xfrm>
              <a:prstGeom prst="ellipse">
                <a:avLst/>
              </a:prstGeom>
              <a:solidFill>
                <a:srgbClr val="FFFFFF"/>
              </a:solidFill>
              <a:ln w="28575">
                <a:solidFill>
                  <a:schemeClr val="bg2"/>
                </a:solidFill>
                <a:round/>
                <a:headEnd/>
                <a:tailEnd/>
              </a:ln>
            </p:spPr>
            <p:txBody>
              <a:bodyPr/>
              <a:lstStyle/>
              <a:p>
                <a:endParaRPr lang="zh-CN" altLang="en-US"/>
              </a:p>
            </p:txBody>
          </p:sp>
          <p:sp>
            <p:nvSpPr>
              <p:cNvPr id="23034" name="Oval 432">
                <a:extLst>
                  <a:ext uri="{FF2B5EF4-FFF2-40B4-BE49-F238E27FC236}">
                    <a16:creationId xmlns:a16="http://schemas.microsoft.com/office/drawing/2014/main" id="{C4EBD2AA-7E97-4370-1239-033A3B0CB659}"/>
                  </a:ext>
                </a:extLst>
              </p:cNvPr>
              <p:cNvSpPr>
                <a:spLocks noChangeArrowheads="1"/>
              </p:cNvSpPr>
              <p:nvPr/>
            </p:nvSpPr>
            <p:spPr bwMode="auto">
              <a:xfrm>
                <a:off x="1322" y="1783"/>
                <a:ext cx="284" cy="278"/>
              </a:xfrm>
              <a:prstGeom prst="ellipse">
                <a:avLst/>
              </a:prstGeom>
              <a:solidFill>
                <a:srgbClr val="FFFFFF"/>
              </a:solidFill>
              <a:ln w="28575">
                <a:solidFill>
                  <a:schemeClr val="bg2"/>
                </a:solidFill>
                <a:round/>
                <a:headEnd/>
                <a:tailEnd/>
              </a:ln>
            </p:spPr>
            <p:txBody>
              <a:bodyPr/>
              <a:lstStyle/>
              <a:p>
                <a:endParaRPr lang="zh-CN" altLang="en-US"/>
              </a:p>
            </p:txBody>
          </p:sp>
          <p:sp>
            <p:nvSpPr>
              <p:cNvPr id="23038" name="Oval 426">
                <a:extLst>
                  <a:ext uri="{FF2B5EF4-FFF2-40B4-BE49-F238E27FC236}">
                    <a16:creationId xmlns:a16="http://schemas.microsoft.com/office/drawing/2014/main" id="{9B85D5FD-81AE-B31F-6268-0F93E4387C90}"/>
                  </a:ext>
                </a:extLst>
              </p:cNvPr>
              <p:cNvSpPr>
                <a:spLocks noChangeArrowheads="1"/>
              </p:cNvSpPr>
              <p:nvPr/>
            </p:nvSpPr>
            <p:spPr bwMode="auto">
              <a:xfrm>
                <a:off x="1789" y="2116"/>
                <a:ext cx="290" cy="279"/>
              </a:xfrm>
              <a:prstGeom prst="ellipse">
                <a:avLst/>
              </a:prstGeom>
              <a:solidFill>
                <a:srgbClr val="FFFFFF"/>
              </a:solidFill>
              <a:ln w="28575">
                <a:solidFill>
                  <a:schemeClr val="bg2"/>
                </a:solidFill>
                <a:round/>
                <a:headEnd/>
                <a:tailEnd/>
              </a:ln>
            </p:spPr>
            <p:txBody>
              <a:bodyPr/>
              <a:lstStyle/>
              <a:p>
                <a:endParaRPr lang="zh-CN" altLang="en-US"/>
              </a:p>
            </p:txBody>
          </p:sp>
          <p:sp>
            <p:nvSpPr>
              <p:cNvPr id="23174" name="Oval 435">
                <a:extLst>
                  <a:ext uri="{FF2B5EF4-FFF2-40B4-BE49-F238E27FC236}">
                    <a16:creationId xmlns:a16="http://schemas.microsoft.com/office/drawing/2014/main" id="{29A21FAC-428B-213A-9C91-E6878C26B507}"/>
                  </a:ext>
                </a:extLst>
              </p:cNvPr>
              <p:cNvSpPr>
                <a:spLocks noChangeArrowheads="1"/>
              </p:cNvSpPr>
              <p:nvPr/>
            </p:nvSpPr>
            <p:spPr bwMode="auto">
              <a:xfrm>
                <a:off x="612" y="2119"/>
                <a:ext cx="290" cy="279"/>
              </a:xfrm>
              <a:prstGeom prst="ellipse">
                <a:avLst/>
              </a:prstGeom>
              <a:solidFill>
                <a:srgbClr val="FFFFFF"/>
              </a:solidFill>
              <a:ln w="28575">
                <a:solidFill>
                  <a:schemeClr val="bg2"/>
                </a:solidFill>
                <a:round/>
                <a:headEnd/>
                <a:tailEnd/>
              </a:ln>
            </p:spPr>
            <p:txBody>
              <a:bodyPr/>
              <a:lstStyle/>
              <a:p>
                <a:endParaRPr lang="zh-CN" altLang="en-US"/>
              </a:p>
            </p:txBody>
          </p:sp>
        </p:grpSp>
        <p:sp>
          <p:nvSpPr>
            <p:cNvPr id="23176" name="Text Box 436">
              <a:extLst>
                <a:ext uri="{FF2B5EF4-FFF2-40B4-BE49-F238E27FC236}">
                  <a16:creationId xmlns:a16="http://schemas.microsoft.com/office/drawing/2014/main" id="{09BAB58D-EFD9-0495-6619-858712BD172C}"/>
                </a:ext>
              </a:extLst>
            </p:cNvPr>
            <p:cNvSpPr txBox="1">
              <a:spLocks noChangeArrowheads="1"/>
            </p:cNvSpPr>
            <p:nvPr/>
          </p:nvSpPr>
          <p:spPr bwMode="auto">
            <a:xfrm>
              <a:off x="635" y="2092"/>
              <a:ext cx="47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2600" b="1">
                  <a:solidFill>
                    <a:schemeClr val="tx2"/>
                  </a:solidFill>
                  <a:latin typeface="Times New Roman" panose="02020603050405020304" pitchFamily="18" charset="0"/>
                </a:rPr>
                <a:t>B</a:t>
              </a:r>
              <a:endParaRPr lang="en-US" altLang="zh-CN" sz="2600" b="1">
                <a:solidFill>
                  <a:schemeClr val="tx2"/>
                </a:solidFill>
              </a:endParaRPr>
            </a:p>
          </p:txBody>
        </p:sp>
        <p:sp>
          <p:nvSpPr>
            <p:cNvPr id="2" name="Text Box 433">
              <a:extLst>
                <a:ext uri="{FF2B5EF4-FFF2-40B4-BE49-F238E27FC236}">
                  <a16:creationId xmlns:a16="http://schemas.microsoft.com/office/drawing/2014/main" id="{2D6709D6-7D8A-38BB-EB60-F51D7E1A4D04}"/>
                </a:ext>
              </a:extLst>
            </p:cNvPr>
            <p:cNvSpPr txBox="1">
              <a:spLocks noChangeArrowheads="1"/>
            </p:cNvSpPr>
            <p:nvPr/>
          </p:nvSpPr>
          <p:spPr bwMode="auto">
            <a:xfrm>
              <a:off x="1519" y="2478"/>
              <a:ext cx="438"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2600" b="1">
                  <a:solidFill>
                    <a:schemeClr val="tx2"/>
                  </a:solidFill>
                  <a:latin typeface="Times New Roman" panose="02020603050405020304" pitchFamily="18" charset="0"/>
                </a:rPr>
                <a:t>E</a:t>
              </a:r>
              <a:endParaRPr lang="en-US" altLang="zh-CN" sz="2600" b="1">
                <a:solidFill>
                  <a:schemeClr val="tx2"/>
                </a:solidFill>
              </a:endParaRPr>
            </a:p>
          </p:txBody>
        </p:sp>
        <p:sp>
          <p:nvSpPr>
            <p:cNvPr id="23178" name="Text Box 433">
              <a:extLst>
                <a:ext uri="{FF2B5EF4-FFF2-40B4-BE49-F238E27FC236}">
                  <a16:creationId xmlns:a16="http://schemas.microsoft.com/office/drawing/2014/main" id="{D9449E7E-4DD4-C0CA-B2CD-81D4360257A5}"/>
                </a:ext>
              </a:extLst>
            </p:cNvPr>
            <p:cNvSpPr txBox="1">
              <a:spLocks noChangeArrowheads="1"/>
            </p:cNvSpPr>
            <p:nvPr/>
          </p:nvSpPr>
          <p:spPr bwMode="auto">
            <a:xfrm>
              <a:off x="1328" y="1752"/>
              <a:ext cx="468"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2600" b="1" dirty="0">
                  <a:solidFill>
                    <a:schemeClr val="tx2"/>
                  </a:solidFill>
                  <a:latin typeface="Times New Roman" panose="02020603050405020304" pitchFamily="18" charset="0"/>
                </a:rPr>
                <a:t>A</a:t>
              </a:r>
              <a:endParaRPr lang="en-US" altLang="zh-CN" sz="2600" b="1" dirty="0">
                <a:solidFill>
                  <a:schemeClr val="tx2"/>
                </a:solidFill>
              </a:endParaRPr>
            </a:p>
          </p:txBody>
        </p:sp>
        <p:sp>
          <p:nvSpPr>
            <p:cNvPr id="23181" name="Text Box 415">
              <a:extLst>
                <a:ext uri="{FF2B5EF4-FFF2-40B4-BE49-F238E27FC236}">
                  <a16:creationId xmlns:a16="http://schemas.microsoft.com/office/drawing/2014/main" id="{DBF55B88-DC0C-3E88-939D-0E40C7E003D8}"/>
                </a:ext>
              </a:extLst>
            </p:cNvPr>
            <p:cNvSpPr txBox="1">
              <a:spLocks noChangeArrowheads="1"/>
            </p:cNvSpPr>
            <p:nvPr/>
          </p:nvSpPr>
          <p:spPr bwMode="auto">
            <a:xfrm>
              <a:off x="890" y="2478"/>
              <a:ext cx="47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2600" b="1">
                  <a:solidFill>
                    <a:schemeClr val="tx2"/>
                  </a:solidFill>
                  <a:latin typeface="Times New Roman" panose="02020603050405020304" pitchFamily="18" charset="0"/>
                </a:rPr>
                <a:t>D</a:t>
              </a:r>
              <a:endParaRPr lang="en-US" altLang="zh-CN" sz="2600" b="1">
                <a:solidFill>
                  <a:schemeClr val="tx2"/>
                </a:solidFill>
              </a:endParaRPr>
            </a:p>
          </p:txBody>
        </p:sp>
        <p:sp>
          <p:nvSpPr>
            <p:cNvPr id="22994" name="Text Box 418">
              <a:extLst>
                <a:ext uri="{FF2B5EF4-FFF2-40B4-BE49-F238E27FC236}">
                  <a16:creationId xmlns:a16="http://schemas.microsoft.com/office/drawing/2014/main" id="{49A6DA63-5698-23DB-4C8F-9DD1322DDF97}"/>
                </a:ext>
              </a:extLst>
            </p:cNvPr>
            <p:cNvSpPr txBox="1">
              <a:spLocks noChangeArrowheads="1"/>
            </p:cNvSpPr>
            <p:nvPr/>
          </p:nvSpPr>
          <p:spPr bwMode="auto">
            <a:xfrm>
              <a:off x="2109" y="2478"/>
              <a:ext cx="47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2600" b="1">
                  <a:solidFill>
                    <a:schemeClr val="tx2"/>
                  </a:solidFill>
                  <a:latin typeface="Times New Roman" panose="02020603050405020304" pitchFamily="18" charset="0"/>
                </a:rPr>
                <a:t>F</a:t>
              </a:r>
              <a:endParaRPr lang="en-US" altLang="zh-CN" sz="2600" b="1">
                <a:solidFill>
                  <a:schemeClr val="tx2"/>
                </a:solidFill>
              </a:endParaRPr>
            </a:p>
          </p:txBody>
        </p:sp>
        <p:sp>
          <p:nvSpPr>
            <p:cNvPr id="3" name="Text Box 433">
              <a:extLst>
                <a:ext uri="{FF2B5EF4-FFF2-40B4-BE49-F238E27FC236}">
                  <a16:creationId xmlns:a16="http://schemas.microsoft.com/office/drawing/2014/main" id="{ACBBEE63-3A84-211B-846F-F263930A6A6D}"/>
                </a:ext>
              </a:extLst>
            </p:cNvPr>
            <p:cNvSpPr txBox="1">
              <a:spLocks noChangeArrowheads="1"/>
            </p:cNvSpPr>
            <p:nvPr/>
          </p:nvSpPr>
          <p:spPr bwMode="auto">
            <a:xfrm>
              <a:off x="1791" y="2092"/>
              <a:ext cx="438"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2600" b="1">
                  <a:solidFill>
                    <a:schemeClr val="tx2"/>
                  </a:solidFill>
                  <a:latin typeface="Times New Roman" panose="02020603050405020304" pitchFamily="18" charset="0"/>
                </a:rPr>
                <a:t>C</a:t>
              </a:r>
              <a:endParaRPr lang="en-US" altLang="zh-CN" sz="2600" b="1">
                <a:solidFill>
                  <a:schemeClr val="tx2"/>
                </a:solidFill>
              </a:endParaRPr>
            </a:p>
          </p:txBody>
        </p:sp>
      </p:grpSp>
      <p:grpSp>
        <p:nvGrpSpPr>
          <p:cNvPr id="476873" name="Group 713">
            <a:extLst>
              <a:ext uri="{FF2B5EF4-FFF2-40B4-BE49-F238E27FC236}">
                <a16:creationId xmlns:a16="http://schemas.microsoft.com/office/drawing/2014/main" id="{D6E4559C-AE88-93A9-3F0C-B564B1670551}"/>
              </a:ext>
            </a:extLst>
          </p:cNvPr>
          <p:cNvGrpSpPr>
            <a:grpSpLocks/>
          </p:cNvGrpSpPr>
          <p:nvPr/>
        </p:nvGrpSpPr>
        <p:grpSpPr bwMode="auto">
          <a:xfrm>
            <a:off x="5111750" y="981075"/>
            <a:ext cx="2339975" cy="5256213"/>
            <a:chOff x="3107" y="414"/>
            <a:chExt cx="1474" cy="3311"/>
          </a:xfrm>
        </p:grpSpPr>
        <p:sp>
          <p:nvSpPr>
            <p:cNvPr id="476397" name="Line 237">
              <a:extLst>
                <a:ext uri="{FF2B5EF4-FFF2-40B4-BE49-F238E27FC236}">
                  <a16:creationId xmlns:a16="http://schemas.microsoft.com/office/drawing/2014/main" id="{7FE0210E-707B-15C9-4665-0C32BD545304}"/>
                </a:ext>
              </a:extLst>
            </p:cNvPr>
            <p:cNvSpPr>
              <a:spLocks noChangeShapeType="1"/>
            </p:cNvSpPr>
            <p:nvPr/>
          </p:nvSpPr>
          <p:spPr bwMode="auto">
            <a:xfrm>
              <a:off x="3107" y="414"/>
              <a:ext cx="0" cy="1543"/>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6399" name="Line 239">
              <a:extLst>
                <a:ext uri="{FF2B5EF4-FFF2-40B4-BE49-F238E27FC236}">
                  <a16:creationId xmlns:a16="http://schemas.microsoft.com/office/drawing/2014/main" id="{D2FCF1B1-15EB-DD97-F466-234193D1F25C}"/>
                </a:ext>
              </a:extLst>
            </p:cNvPr>
            <p:cNvSpPr>
              <a:spLocks noChangeShapeType="1"/>
            </p:cNvSpPr>
            <p:nvPr/>
          </p:nvSpPr>
          <p:spPr bwMode="auto">
            <a:xfrm>
              <a:off x="3107" y="527"/>
              <a:ext cx="363"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6853" name="Line 693">
              <a:extLst>
                <a:ext uri="{FF2B5EF4-FFF2-40B4-BE49-F238E27FC236}">
                  <a16:creationId xmlns:a16="http://schemas.microsoft.com/office/drawing/2014/main" id="{B764F9D8-17F2-2479-E748-4AE87CB4AD6B}"/>
                </a:ext>
              </a:extLst>
            </p:cNvPr>
            <p:cNvSpPr>
              <a:spLocks noChangeShapeType="1"/>
            </p:cNvSpPr>
            <p:nvPr/>
          </p:nvSpPr>
          <p:spPr bwMode="auto">
            <a:xfrm>
              <a:off x="3107" y="1956"/>
              <a:ext cx="363"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76856" name="Group 696">
              <a:extLst>
                <a:ext uri="{FF2B5EF4-FFF2-40B4-BE49-F238E27FC236}">
                  <a16:creationId xmlns:a16="http://schemas.microsoft.com/office/drawing/2014/main" id="{D04B3992-B6DE-027F-DF4E-2F516262A1F4}"/>
                </a:ext>
              </a:extLst>
            </p:cNvPr>
            <p:cNvGrpSpPr>
              <a:grpSpLocks/>
            </p:cNvGrpSpPr>
            <p:nvPr/>
          </p:nvGrpSpPr>
          <p:grpSpPr bwMode="auto">
            <a:xfrm>
              <a:off x="3674" y="709"/>
              <a:ext cx="363" cy="385"/>
              <a:chOff x="3674" y="709"/>
              <a:chExt cx="363" cy="385"/>
            </a:xfrm>
          </p:grpSpPr>
          <p:sp>
            <p:nvSpPr>
              <p:cNvPr id="476852" name="Line 692">
                <a:extLst>
                  <a:ext uri="{FF2B5EF4-FFF2-40B4-BE49-F238E27FC236}">
                    <a16:creationId xmlns:a16="http://schemas.microsoft.com/office/drawing/2014/main" id="{0E716C39-8B2E-8DF2-E285-AA2A9809D22F}"/>
                  </a:ext>
                </a:extLst>
              </p:cNvPr>
              <p:cNvSpPr>
                <a:spLocks noChangeShapeType="1"/>
              </p:cNvSpPr>
              <p:nvPr/>
            </p:nvSpPr>
            <p:spPr bwMode="auto">
              <a:xfrm>
                <a:off x="3674" y="709"/>
                <a:ext cx="0" cy="385"/>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6854" name="Line 694">
                <a:extLst>
                  <a:ext uri="{FF2B5EF4-FFF2-40B4-BE49-F238E27FC236}">
                    <a16:creationId xmlns:a16="http://schemas.microsoft.com/office/drawing/2014/main" id="{0CE572A5-4271-115C-331B-B39C52EAAB26}"/>
                  </a:ext>
                </a:extLst>
              </p:cNvPr>
              <p:cNvSpPr>
                <a:spLocks noChangeShapeType="1"/>
              </p:cNvSpPr>
              <p:nvPr/>
            </p:nvSpPr>
            <p:spPr bwMode="auto">
              <a:xfrm>
                <a:off x="3674" y="1094"/>
                <a:ext cx="363"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6855" name="Line 695">
                <a:extLst>
                  <a:ext uri="{FF2B5EF4-FFF2-40B4-BE49-F238E27FC236}">
                    <a16:creationId xmlns:a16="http://schemas.microsoft.com/office/drawing/2014/main" id="{69BC2753-5642-2C85-D8D0-9C3A4054826B}"/>
                  </a:ext>
                </a:extLst>
              </p:cNvPr>
              <p:cNvSpPr>
                <a:spLocks noChangeShapeType="1"/>
              </p:cNvSpPr>
              <p:nvPr/>
            </p:nvSpPr>
            <p:spPr bwMode="auto">
              <a:xfrm>
                <a:off x="3674" y="799"/>
                <a:ext cx="363"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76857" name="Group 697">
              <a:extLst>
                <a:ext uri="{FF2B5EF4-FFF2-40B4-BE49-F238E27FC236}">
                  <a16:creationId xmlns:a16="http://schemas.microsoft.com/office/drawing/2014/main" id="{5BB02A92-43B1-BE2F-541E-A17AA2802B7D}"/>
                </a:ext>
              </a:extLst>
            </p:cNvPr>
            <p:cNvGrpSpPr>
              <a:grpSpLocks/>
            </p:cNvGrpSpPr>
            <p:nvPr/>
          </p:nvGrpSpPr>
          <p:grpSpPr bwMode="auto">
            <a:xfrm>
              <a:off x="4218" y="1253"/>
              <a:ext cx="363" cy="385"/>
              <a:chOff x="3674" y="709"/>
              <a:chExt cx="363" cy="385"/>
            </a:xfrm>
          </p:grpSpPr>
          <p:sp>
            <p:nvSpPr>
              <p:cNvPr id="476858" name="Line 698">
                <a:extLst>
                  <a:ext uri="{FF2B5EF4-FFF2-40B4-BE49-F238E27FC236}">
                    <a16:creationId xmlns:a16="http://schemas.microsoft.com/office/drawing/2014/main" id="{DEC01B82-1F6C-E545-D928-D99919C06459}"/>
                  </a:ext>
                </a:extLst>
              </p:cNvPr>
              <p:cNvSpPr>
                <a:spLocks noChangeShapeType="1"/>
              </p:cNvSpPr>
              <p:nvPr/>
            </p:nvSpPr>
            <p:spPr bwMode="auto">
              <a:xfrm>
                <a:off x="3674" y="709"/>
                <a:ext cx="0" cy="385"/>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6859" name="Line 699">
                <a:extLst>
                  <a:ext uri="{FF2B5EF4-FFF2-40B4-BE49-F238E27FC236}">
                    <a16:creationId xmlns:a16="http://schemas.microsoft.com/office/drawing/2014/main" id="{BA8E6028-2C83-7790-9DAD-9D6F60AE8C5E}"/>
                  </a:ext>
                </a:extLst>
              </p:cNvPr>
              <p:cNvSpPr>
                <a:spLocks noChangeShapeType="1"/>
              </p:cNvSpPr>
              <p:nvPr/>
            </p:nvSpPr>
            <p:spPr bwMode="auto">
              <a:xfrm>
                <a:off x="3674" y="1094"/>
                <a:ext cx="363"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6860" name="Line 700">
                <a:extLst>
                  <a:ext uri="{FF2B5EF4-FFF2-40B4-BE49-F238E27FC236}">
                    <a16:creationId xmlns:a16="http://schemas.microsoft.com/office/drawing/2014/main" id="{A804DF62-4404-0385-E73A-119A6BF6DAD1}"/>
                  </a:ext>
                </a:extLst>
              </p:cNvPr>
              <p:cNvSpPr>
                <a:spLocks noChangeShapeType="1"/>
              </p:cNvSpPr>
              <p:nvPr/>
            </p:nvSpPr>
            <p:spPr bwMode="auto">
              <a:xfrm>
                <a:off x="3674" y="799"/>
                <a:ext cx="363"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76861" name="Group 701">
              <a:extLst>
                <a:ext uri="{FF2B5EF4-FFF2-40B4-BE49-F238E27FC236}">
                  <a16:creationId xmlns:a16="http://schemas.microsoft.com/office/drawing/2014/main" id="{E7454F50-F667-04E9-0B62-894D94C3A102}"/>
                </a:ext>
              </a:extLst>
            </p:cNvPr>
            <p:cNvGrpSpPr>
              <a:grpSpLocks/>
            </p:cNvGrpSpPr>
            <p:nvPr/>
          </p:nvGrpSpPr>
          <p:grpSpPr bwMode="auto">
            <a:xfrm>
              <a:off x="4218" y="2433"/>
              <a:ext cx="363" cy="385"/>
              <a:chOff x="3674" y="709"/>
              <a:chExt cx="363" cy="385"/>
            </a:xfrm>
          </p:grpSpPr>
          <p:sp>
            <p:nvSpPr>
              <p:cNvPr id="476862" name="Line 702">
                <a:extLst>
                  <a:ext uri="{FF2B5EF4-FFF2-40B4-BE49-F238E27FC236}">
                    <a16:creationId xmlns:a16="http://schemas.microsoft.com/office/drawing/2014/main" id="{BFF245DF-BD01-CFB9-1314-9FDECDF5FDF7}"/>
                  </a:ext>
                </a:extLst>
              </p:cNvPr>
              <p:cNvSpPr>
                <a:spLocks noChangeShapeType="1"/>
              </p:cNvSpPr>
              <p:nvPr/>
            </p:nvSpPr>
            <p:spPr bwMode="auto">
              <a:xfrm>
                <a:off x="3674" y="709"/>
                <a:ext cx="0" cy="385"/>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6863" name="Line 703">
                <a:extLst>
                  <a:ext uri="{FF2B5EF4-FFF2-40B4-BE49-F238E27FC236}">
                    <a16:creationId xmlns:a16="http://schemas.microsoft.com/office/drawing/2014/main" id="{45D41015-75BC-B366-64AA-B79BE74A30BD}"/>
                  </a:ext>
                </a:extLst>
              </p:cNvPr>
              <p:cNvSpPr>
                <a:spLocks noChangeShapeType="1"/>
              </p:cNvSpPr>
              <p:nvPr/>
            </p:nvSpPr>
            <p:spPr bwMode="auto">
              <a:xfrm>
                <a:off x="3674" y="1094"/>
                <a:ext cx="363"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6864" name="Line 704">
                <a:extLst>
                  <a:ext uri="{FF2B5EF4-FFF2-40B4-BE49-F238E27FC236}">
                    <a16:creationId xmlns:a16="http://schemas.microsoft.com/office/drawing/2014/main" id="{DE7A8B1E-BED9-9636-62FC-AC9A73D2522A}"/>
                  </a:ext>
                </a:extLst>
              </p:cNvPr>
              <p:cNvSpPr>
                <a:spLocks noChangeShapeType="1"/>
              </p:cNvSpPr>
              <p:nvPr/>
            </p:nvSpPr>
            <p:spPr bwMode="auto">
              <a:xfrm>
                <a:off x="3674" y="799"/>
                <a:ext cx="363"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76865" name="Group 705">
              <a:extLst>
                <a:ext uri="{FF2B5EF4-FFF2-40B4-BE49-F238E27FC236}">
                  <a16:creationId xmlns:a16="http://schemas.microsoft.com/office/drawing/2014/main" id="{937428FC-64AC-B846-530B-89DB7B18831C}"/>
                </a:ext>
              </a:extLst>
            </p:cNvPr>
            <p:cNvGrpSpPr>
              <a:grpSpLocks/>
            </p:cNvGrpSpPr>
            <p:nvPr/>
          </p:nvGrpSpPr>
          <p:grpSpPr bwMode="auto">
            <a:xfrm>
              <a:off x="4218" y="3340"/>
              <a:ext cx="363" cy="385"/>
              <a:chOff x="3674" y="709"/>
              <a:chExt cx="363" cy="385"/>
            </a:xfrm>
          </p:grpSpPr>
          <p:sp>
            <p:nvSpPr>
              <p:cNvPr id="476866" name="Line 706">
                <a:extLst>
                  <a:ext uri="{FF2B5EF4-FFF2-40B4-BE49-F238E27FC236}">
                    <a16:creationId xmlns:a16="http://schemas.microsoft.com/office/drawing/2014/main" id="{E363B617-9A9C-1CDF-655F-3748816800FF}"/>
                  </a:ext>
                </a:extLst>
              </p:cNvPr>
              <p:cNvSpPr>
                <a:spLocks noChangeShapeType="1"/>
              </p:cNvSpPr>
              <p:nvPr/>
            </p:nvSpPr>
            <p:spPr bwMode="auto">
              <a:xfrm>
                <a:off x="3674" y="709"/>
                <a:ext cx="0" cy="385"/>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6867" name="Line 707">
                <a:extLst>
                  <a:ext uri="{FF2B5EF4-FFF2-40B4-BE49-F238E27FC236}">
                    <a16:creationId xmlns:a16="http://schemas.microsoft.com/office/drawing/2014/main" id="{2E23CE9D-845D-5C5D-22CA-E2F6EEFFD01A}"/>
                  </a:ext>
                </a:extLst>
              </p:cNvPr>
              <p:cNvSpPr>
                <a:spLocks noChangeShapeType="1"/>
              </p:cNvSpPr>
              <p:nvPr/>
            </p:nvSpPr>
            <p:spPr bwMode="auto">
              <a:xfrm>
                <a:off x="3674" y="1094"/>
                <a:ext cx="363"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6868" name="Line 708">
                <a:extLst>
                  <a:ext uri="{FF2B5EF4-FFF2-40B4-BE49-F238E27FC236}">
                    <a16:creationId xmlns:a16="http://schemas.microsoft.com/office/drawing/2014/main" id="{532EC93A-E1ED-2E3F-CE9E-EDD44AAFFD34}"/>
                  </a:ext>
                </a:extLst>
              </p:cNvPr>
              <p:cNvSpPr>
                <a:spLocks noChangeShapeType="1"/>
              </p:cNvSpPr>
              <p:nvPr/>
            </p:nvSpPr>
            <p:spPr bwMode="auto">
              <a:xfrm>
                <a:off x="3674" y="799"/>
                <a:ext cx="363"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76870" name="Line 710">
              <a:extLst>
                <a:ext uri="{FF2B5EF4-FFF2-40B4-BE49-F238E27FC236}">
                  <a16:creationId xmlns:a16="http://schemas.microsoft.com/office/drawing/2014/main" id="{112B72DB-71D1-42A7-3704-4D61EB44A07D}"/>
                </a:ext>
              </a:extLst>
            </p:cNvPr>
            <p:cNvSpPr>
              <a:spLocks noChangeShapeType="1"/>
            </p:cNvSpPr>
            <p:nvPr/>
          </p:nvSpPr>
          <p:spPr bwMode="auto">
            <a:xfrm>
              <a:off x="3674" y="2137"/>
              <a:ext cx="0" cy="953"/>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6871" name="Line 711">
              <a:extLst>
                <a:ext uri="{FF2B5EF4-FFF2-40B4-BE49-F238E27FC236}">
                  <a16:creationId xmlns:a16="http://schemas.microsoft.com/office/drawing/2014/main" id="{D0DD4853-0F36-9AF8-00CF-E38552182F28}"/>
                </a:ext>
              </a:extLst>
            </p:cNvPr>
            <p:cNvSpPr>
              <a:spLocks noChangeShapeType="1"/>
            </p:cNvSpPr>
            <p:nvPr/>
          </p:nvSpPr>
          <p:spPr bwMode="auto">
            <a:xfrm>
              <a:off x="3674" y="3090"/>
              <a:ext cx="363"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6872" name="Line 712">
              <a:extLst>
                <a:ext uri="{FF2B5EF4-FFF2-40B4-BE49-F238E27FC236}">
                  <a16:creationId xmlns:a16="http://schemas.microsoft.com/office/drawing/2014/main" id="{632905AE-1928-1E07-2BDF-7E8B8D6E68E0}"/>
                </a:ext>
              </a:extLst>
            </p:cNvPr>
            <p:cNvSpPr>
              <a:spLocks noChangeShapeType="1"/>
            </p:cNvSpPr>
            <p:nvPr/>
          </p:nvSpPr>
          <p:spPr bwMode="auto">
            <a:xfrm>
              <a:off x="3674" y="2251"/>
              <a:ext cx="363"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cxnSp>
        <p:nvCxnSpPr>
          <p:cNvPr id="6" name="直接连接符 5">
            <a:extLst>
              <a:ext uri="{FF2B5EF4-FFF2-40B4-BE49-F238E27FC236}">
                <a16:creationId xmlns:a16="http://schemas.microsoft.com/office/drawing/2014/main" id="{8DE2C812-36A8-04BC-3106-7CFFB8F7B9A4}"/>
              </a:ext>
            </a:extLst>
          </p:cNvPr>
          <p:cNvCxnSpPr>
            <a:cxnSpLocks/>
          </p:cNvCxnSpPr>
          <p:nvPr/>
        </p:nvCxnSpPr>
        <p:spPr>
          <a:xfrm flipH="1">
            <a:off x="1588296" y="1083407"/>
            <a:ext cx="880268" cy="21549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B08DA700-5EA9-001E-9CFA-D1A7BD1AB605}"/>
              </a:ext>
            </a:extLst>
          </p:cNvPr>
          <p:cNvCxnSpPr/>
          <p:nvPr/>
        </p:nvCxnSpPr>
        <p:spPr>
          <a:xfrm>
            <a:off x="2765823" y="1092406"/>
            <a:ext cx="489744" cy="18077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2C7E8D21-CC68-2C94-A6FC-2F3C5284B92C}"/>
              </a:ext>
            </a:extLst>
          </p:cNvPr>
          <p:cNvCxnSpPr/>
          <p:nvPr/>
        </p:nvCxnSpPr>
        <p:spPr>
          <a:xfrm>
            <a:off x="1588296" y="1630363"/>
            <a:ext cx="235742" cy="2301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49E00EF4-D211-F828-680C-973CB93E412A}"/>
              </a:ext>
            </a:extLst>
          </p:cNvPr>
          <p:cNvCxnSpPr>
            <a:cxnSpLocks/>
          </p:cNvCxnSpPr>
          <p:nvPr/>
        </p:nvCxnSpPr>
        <p:spPr>
          <a:xfrm flipH="1">
            <a:off x="2918619" y="1671637"/>
            <a:ext cx="361552" cy="188914"/>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37560B8E-ED78-904A-2F61-2ADFD0C27FBE}"/>
              </a:ext>
            </a:extLst>
          </p:cNvPr>
          <p:cNvCxnSpPr/>
          <p:nvPr/>
        </p:nvCxnSpPr>
        <p:spPr>
          <a:xfrm>
            <a:off x="3478212" y="1630363"/>
            <a:ext cx="321470" cy="23018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0671655"/>
      </p:ext>
    </p:extLst>
  </p:cSld>
  <p:clrMapOvr>
    <a:masterClrMapping/>
  </p:clrMapOvr>
  <p:transition>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75F202-0F1D-4858-A8E6-95DD2151BC31}"/>
              </a:ext>
            </a:extLst>
          </p:cNvPr>
          <p:cNvSpPr>
            <a:spLocks noGrp="1"/>
          </p:cNvSpPr>
          <p:nvPr>
            <p:ph type="title"/>
          </p:nvPr>
        </p:nvSpPr>
        <p:spPr/>
        <p:txBody>
          <a:bodyPr/>
          <a:lstStyle/>
          <a:p>
            <a:r>
              <a:rPr lang="zh-CN" altLang="en-US" dirty="0"/>
              <a:t>前序遍历建立二叉树</a:t>
            </a:r>
          </a:p>
        </p:txBody>
      </p:sp>
      <p:sp>
        <p:nvSpPr>
          <p:cNvPr id="3" name="内容占位符 2">
            <a:extLst>
              <a:ext uri="{FF2B5EF4-FFF2-40B4-BE49-F238E27FC236}">
                <a16:creationId xmlns:a16="http://schemas.microsoft.com/office/drawing/2014/main" id="{545E11CB-E485-49E7-8C9E-FD91EE326C05}"/>
              </a:ext>
            </a:extLst>
          </p:cNvPr>
          <p:cNvSpPr>
            <a:spLocks noGrp="1"/>
          </p:cNvSpPr>
          <p:nvPr>
            <p:ph idx="1"/>
          </p:nvPr>
        </p:nvSpPr>
        <p:spPr>
          <a:xfrm>
            <a:off x="628650" y="1825625"/>
            <a:ext cx="7886700" cy="2827511"/>
          </a:xfrm>
        </p:spPr>
        <p:txBody>
          <a:bodyPr>
            <a:normAutofit fontScale="70000" lnSpcReduction="20000"/>
          </a:bodyPr>
          <a:lstStyle/>
          <a:p>
            <a:r>
              <a:rPr lang="zh-CN" altLang="en-US" dirty="0"/>
              <a:t>输入的顺序必须对应二叉树结点前序遍历的顺序。</a:t>
            </a:r>
            <a:endParaRPr lang="en-US" altLang="zh-CN" dirty="0"/>
          </a:p>
          <a:p>
            <a:pPr lvl="1"/>
            <a:r>
              <a:rPr lang="zh-CN" altLang="en-US" dirty="0"/>
              <a:t>约定以输入序列中不可能出现的值代表空结点以结束递归，此值保存在属性</a:t>
            </a:r>
            <a:r>
              <a:rPr lang="en-US" altLang="zh-CN" dirty="0" err="1"/>
              <a:t>RefValue</a:t>
            </a:r>
            <a:r>
              <a:rPr lang="zh-CN" altLang="en-US" dirty="0"/>
              <a:t>中。</a:t>
            </a:r>
            <a:endParaRPr lang="en-US" altLang="zh-CN" dirty="0"/>
          </a:p>
          <a:p>
            <a:pPr lvl="2"/>
            <a:r>
              <a:rPr lang="zh-CN" altLang="en-US" dirty="0"/>
              <a:t>例如用“</a:t>
            </a:r>
            <a:r>
              <a:rPr lang="en-US" altLang="zh-CN" dirty="0"/>
              <a:t>#”</a:t>
            </a:r>
            <a:r>
              <a:rPr lang="zh-CN" altLang="en-US" dirty="0"/>
              <a:t>或用“</a:t>
            </a:r>
            <a:r>
              <a:rPr lang="en-US" altLang="zh-CN" dirty="0"/>
              <a:t>0”</a:t>
            </a:r>
            <a:r>
              <a:rPr lang="zh-CN" altLang="en-US" dirty="0"/>
              <a:t>表示字符序列或正整数序列空结点。</a:t>
            </a:r>
            <a:endParaRPr lang="en-US" altLang="zh-CN" dirty="0"/>
          </a:p>
          <a:p>
            <a:r>
              <a:rPr lang="zh-CN" altLang="en-US" dirty="0"/>
              <a:t>根据前序序列</a:t>
            </a:r>
            <a:r>
              <a:rPr lang="en-US" altLang="zh-CN" dirty="0"/>
              <a:t>“A B C # # D E # G # # F # # #”</a:t>
            </a:r>
            <a:r>
              <a:rPr lang="zh-CN" altLang="en-US" dirty="0"/>
              <a:t>建立的二叉树如下图所示：</a:t>
            </a:r>
          </a:p>
          <a:p>
            <a:pPr marL="0" indent="0">
              <a:buNone/>
            </a:pPr>
            <a:r>
              <a:rPr lang="en-US" altLang="zh-CN" dirty="0"/>
              <a:t>     </a:t>
            </a:r>
          </a:p>
          <a:p>
            <a:endParaRPr lang="en-US" altLang="zh-CN" dirty="0"/>
          </a:p>
          <a:p>
            <a:endParaRPr lang="zh-CN" altLang="en-US" dirty="0"/>
          </a:p>
        </p:txBody>
      </p:sp>
      <p:sp>
        <p:nvSpPr>
          <p:cNvPr id="4" name="灯片编号占位符 3">
            <a:extLst>
              <a:ext uri="{FF2B5EF4-FFF2-40B4-BE49-F238E27FC236}">
                <a16:creationId xmlns:a16="http://schemas.microsoft.com/office/drawing/2014/main" id="{5BE5CEEA-8343-45CB-BEC4-D31D76B8E7F8}"/>
              </a:ext>
            </a:extLst>
          </p:cNvPr>
          <p:cNvSpPr>
            <a:spLocks noGrp="1"/>
          </p:cNvSpPr>
          <p:nvPr>
            <p:ph type="sldNum" sz="quarter" idx="12"/>
          </p:nvPr>
        </p:nvSpPr>
        <p:spPr/>
        <p:txBody>
          <a:bodyPr/>
          <a:lstStyle/>
          <a:p>
            <a:pPr>
              <a:defRPr/>
            </a:pPr>
            <a:fld id="{A598D83B-EE2A-4F12-B129-1EDE84DF129B}" type="slidenum">
              <a:rPr lang="en-US" altLang="zh-CN" smtClean="0"/>
              <a:pPr>
                <a:defRPr/>
              </a:pPr>
              <a:t>44</a:t>
            </a:fld>
            <a:endParaRPr lang="en-US" altLang="zh-CN"/>
          </a:p>
        </p:txBody>
      </p:sp>
      <p:grpSp>
        <p:nvGrpSpPr>
          <p:cNvPr id="5" name="组合 4">
            <a:extLst>
              <a:ext uri="{FF2B5EF4-FFF2-40B4-BE49-F238E27FC236}">
                <a16:creationId xmlns:a16="http://schemas.microsoft.com/office/drawing/2014/main" id="{AF691CEB-2DCA-A4A8-2323-2FA46F2078ED}"/>
              </a:ext>
            </a:extLst>
          </p:cNvPr>
          <p:cNvGrpSpPr/>
          <p:nvPr/>
        </p:nvGrpSpPr>
        <p:grpSpPr>
          <a:xfrm>
            <a:off x="1979712" y="3573017"/>
            <a:ext cx="4001616" cy="2929944"/>
            <a:chOff x="1828800" y="2133600"/>
            <a:chExt cx="4800600" cy="4038600"/>
          </a:xfrm>
        </p:grpSpPr>
        <p:sp>
          <p:nvSpPr>
            <p:cNvPr id="56322" name="Line 1026">
              <a:extLst>
                <a:ext uri="{FF2B5EF4-FFF2-40B4-BE49-F238E27FC236}">
                  <a16:creationId xmlns:a16="http://schemas.microsoft.com/office/drawing/2014/main" id="{AB34E7F5-8510-C7B4-A4F0-881CD999207D}"/>
                </a:ext>
              </a:extLst>
            </p:cNvPr>
            <p:cNvSpPr>
              <a:spLocks noChangeShapeType="1"/>
            </p:cNvSpPr>
            <p:nvPr/>
          </p:nvSpPr>
          <p:spPr bwMode="auto">
            <a:xfrm flipH="1">
              <a:off x="3352800" y="4495800"/>
              <a:ext cx="533400" cy="533400"/>
            </a:xfrm>
            <a:prstGeom prst="line">
              <a:avLst/>
            </a:prstGeom>
            <a:noFill/>
            <a:ln w="38100" cap="rnd">
              <a:solidFill>
                <a:schemeClr val="tx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23" name="Line 1027">
              <a:extLst>
                <a:ext uri="{FF2B5EF4-FFF2-40B4-BE49-F238E27FC236}">
                  <a16:creationId xmlns:a16="http://schemas.microsoft.com/office/drawing/2014/main" id="{03C3A9F7-652A-79C8-ED45-4616E91B825E}"/>
                </a:ext>
              </a:extLst>
            </p:cNvPr>
            <p:cNvSpPr>
              <a:spLocks noChangeShapeType="1"/>
            </p:cNvSpPr>
            <p:nvPr/>
          </p:nvSpPr>
          <p:spPr bwMode="auto">
            <a:xfrm flipH="1">
              <a:off x="4114800" y="5181600"/>
              <a:ext cx="381000" cy="609600"/>
            </a:xfrm>
            <a:prstGeom prst="line">
              <a:avLst/>
            </a:prstGeom>
            <a:noFill/>
            <a:ln w="38100" cap="rnd">
              <a:solidFill>
                <a:schemeClr val="tx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24" name="Line 1028">
              <a:extLst>
                <a:ext uri="{FF2B5EF4-FFF2-40B4-BE49-F238E27FC236}">
                  <a16:creationId xmlns:a16="http://schemas.microsoft.com/office/drawing/2014/main" id="{EED85DB7-4117-69A5-BC2A-31A8CFAE0B15}"/>
                </a:ext>
              </a:extLst>
            </p:cNvPr>
            <p:cNvSpPr>
              <a:spLocks noChangeShapeType="1"/>
            </p:cNvSpPr>
            <p:nvPr/>
          </p:nvSpPr>
          <p:spPr bwMode="auto">
            <a:xfrm>
              <a:off x="4724400" y="5257800"/>
              <a:ext cx="304800" cy="533400"/>
            </a:xfrm>
            <a:prstGeom prst="line">
              <a:avLst/>
            </a:prstGeom>
            <a:noFill/>
            <a:ln w="38100" cap="rnd">
              <a:solidFill>
                <a:schemeClr val="tx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25" name="Line 1029">
              <a:extLst>
                <a:ext uri="{FF2B5EF4-FFF2-40B4-BE49-F238E27FC236}">
                  <a16:creationId xmlns:a16="http://schemas.microsoft.com/office/drawing/2014/main" id="{11FBFB51-A695-9421-DBFC-032F44C756CF}"/>
                </a:ext>
              </a:extLst>
            </p:cNvPr>
            <p:cNvSpPr>
              <a:spLocks noChangeShapeType="1"/>
            </p:cNvSpPr>
            <p:nvPr/>
          </p:nvSpPr>
          <p:spPr bwMode="auto">
            <a:xfrm flipH="1">
              <a:off x="2133600" y="3886200"/>
              <a:ext cx="304800" cy="457200"/>
            </a:xfrm>
            <a:prstGeom prst="line">
              <a:avLst/>
            </a:prstGeom>
            <a:noFill/>
            <a:ln w="38100" cap="rnd">
              <a:solidFill>
                <a:schemeClr val="tx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26" name="Line 1030">
              <a:extLst>
                <a:ext uri="{FF2B5EF4-FFF2-40B4-BE49-F238E27FC236}">
                  <a16:creationId xmlns:a16="http://schemas.microsoft.com/office/drawing/2014/main" id="{2AFDAF0A-7709-510C-EB1B-4450204F07EB}"/>
                </a:ext>
              </a:extLst>
            </p:cNvPr>
            <p:cNvSpPr>
              <a:spLocks noChangeShapeType="1"/>
            </p:cNvSpPr>
            <p:nvPr/>
          </p:nvSpPr>
          <p:spPr bwMode="auto">
            <a:xfrm>
              <a:off x="2819400" y="3886200"/>
              <a:ext cx="304800" cy="533400"/>
            </a:xfrm>
            <a:prstGeom prst="line">
              <a:avLst/>
            </a:prstGeom>
            <a:noFill/>
            <a:ln w="38100" cap="rnd">
              <a:solidFill>
                <a:schemeClr val="tx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27" name="Line 1031">
              <a:extLst>
                <a:ext uri="{FF2B5EF4-FFF2-40B4-BE49-F238E27FC236}">
                  <a16:creationId xmlns:a16="http://schemas.microsoft.com/office/drawing/2014/main" id="{C101B8A5-BCC3-6456-D551-1F925D5D4560}"/>
                </a:ext>
              </a:extLst>
            </p:cNvPr>
            <p:cNvSpPr>
              <a:spLocks noChangeShapeType="1"/>
            </p:cNvSpPr>
            <p:nvPr/>
          </p:nvSpPr>
          <p:spPr bwMode="auto">
            <a:xfrm>
              <a:off x="5943600" y="4572000"/>
              <a:ext cx="381000" cy="457200"/>
            </a:xfrm>
            <a:prstGeom prst="line">
              <a:avLst/>
            </a:prstGeom>
            <a:noFill/>
            <a:ln w="38100" cap="rnd">
              <a:solidFill>
                <a:schemeClr val="tx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28" name="Line 1032">
              <a:extLst>
                <a:ext uri="{FF2B5EF4-FFF2-40B4-BE49-F238E27FC236}">
                  <a16:creationId xmlns:a16="http://schemas.microsoft.com/office/drawing/2014/main" id="{BBD5E133-8170-1A99-1CD7-AB40C002F149}"/>
                </a:ext>
              </a:extLst>
            </p:cNvPr>
            <p:cNvSpPr>
              <a:spLocks noChangeShapeType="1"/>
            </p:cNvSpPr>
            <p:nvPr/>
          </p:nvSpPr>
          <p:spPr bwMode="auto">
            <a:xfrm>
              <a:off x="4876800" y="2514600"/>
              <a:ext cx="609600" cy="381000"/>
            </a:xfrm>
            <a:prstGeom prst="line">
              <a:avLst/>
            </a:prstGeom>
            <a:noFill/>
            <a:ln w="38100" cap="rnd">
              <a:solidFill>
                <a:schemeClr val="tx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29" name="Line 1033">
              <a:extLst>
                <a:ext uri="{FF2B5EF4-FFF2-40B4-BE49-F238E27FC236}">
                  <a16:creationId xmlns:a16="http://schemas.microsoft.com/office/drawing/2014/main" id="{4FB4CCEF-99D6-31EE-3F99-D0F062CEEDF9}"/>
                </a:ext>
              </a:extLst>
            </p:cNvPr>
            <p:cNvSpPr>
              <a:spLocks noChangeShapeType="1"/>
            </p:cNvSpPr>
            <p:nvPr/>
          </p:nvSpPr>
          <p:spPr bwMode="auto">
            <a:xfrm flipH="1">
              <a:off x="5410200" y="4572000"/>
              <a:ext cx="304800" cy="457200"/>
            </a:xfrm>
            <a:prstGeom prst="line">
              <a:avLst/>
            </a:prstGeom>
            <a:noFill/>
            <a:ln w="38100" cap="rnd">
              <a:solidFill>
                <a:schemeClr val="tx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30" name="Line 1034">
              <a:extLst>
                <a:ext uri="{FF2B5EF4-FFF2-40B4-BE49-F238E27FC236}">
                  <a16:creationId xmlns:a16="http://schemas.microsoft.com/office/drawing/2014/main" id="{B557A455-4980-0704-5421-3124E3E058CA}"/>
                </a:ext>
              </a:extLst>
            </p:cNvPr>
            <p:cNvSpPr>
              <a:spLocks noChangeShapeType="1"/>
            </p:cNvSpPr>
            <p:nvPr/>
          </p:nvSpPr>
          <p:spPr bwMode="auto">
            <a:xfrm>
              <a:off x="4114800" y="4495800"/>
              <a:ext cx="381000" cy="457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31" name="Line 1035">
              <a:extLst>
                <a:ext uri="{FF2B5EF4-FFF2-40B4-BE49-F238E27FC236}">
                  <a16:creationId xmlns:a16="http://schemas.microsoft.com/office/drawing/2014/main" id="{E8907132-7093-0EA8-D7C2-AA630D341C7E}"/>
                </a:ext>
              </a:extLst>
            </p:cNvPr>
            <p:cNvSpPr>
              <a:spLocks noChangeShapeType="1"/>
            </p:cNvSpPr>
            <p:nvPr/>
          </p:nvSpPr>
          <p:spPr bwMode="auto">
            <a:xfrm flipH="1">
              <a:off x="4038600" y="3810000"/>
              <a:ext cx="533400" cy="5334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32" name="Line 1036">
              <a:extLst>
                <a:ext uri="{FF2B5EF4-FFF2-40B4-BE49-F238E27FC236}">
                  <a16:creationId xmlns:a16="http://schemas.microsoft.com/office/drawing/2014/main" id="{83DA61BC-A486-8757-4C16-CCBDAE01584D}"/>
                </a:ext>
              </a:extLst>
            </p:cNvPr>
            <p:cNvSpPr>
              <a:spLocks noChangeShapeType="1"/>
            </p:cNvSpPr>
            <p:nvPr/>
          </p:nvSpPr>
          <p:spPr bwMode="auto">
            <a:xfrm>
              <a:off x="3810000" y="3048000"/>
              <a:ext cx="1905000" cy="1219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33" name="Line 1037">
              <a:extLst>
                <a:ext uri="{FF2B5EF4-FFF2-40B4-BE49-F238E27FC236}">
                  <a16:creationId xmlns:a16="http://schemas.microsoft.com/office/drawing/2014/main" id="{3B12056E-BA16-2151-1A2B-7A9B3D83F225}"/>
                </a:ext>
              </a:extLst>
            </p:cNvPr>
            <p:cNvSpPr>
              <a:spLocks noChangeShapeType="1"/>
            </p:cNvSpPr>
            <p:nvPr/>
          </p:nvSpPr>
          <p:spPr bwMode="auto">
            <a:xfrm flipH="1">
              <a:off x="2667000" y="2514600"/>
              <a:ext cx="1828800" cy="11430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35" name="Oval 1039">
              <a:extLst>
                <a:ext uri="{FF2B5EF4-FFF2-40B4-BE49-F238E27FC236}">
                  <a16:creationId xmlns:a16="http://schemas.microsoft.com/office/drawing/2014/main" id="{D9739C91-9E55-FAE8-00CB-13E658DD2A77}"/>
                </a:ext>
              </a:extLst>
            </p:cNvPr>
            <p:cNvSpPr>
              <a:spLocks noChangeArrowheads="1"/>
            </p:cNvSpPr>
            <p:nvPr/>
          </p:nvSpPr>
          <p:spPr bwMode="auto">
            <a:xfrm>
              <a:off x="4419600" y="2133600"/>
              <a:ext cx="533400" cy="533400"/>
            </a:xfrm>
            <a:prstGeom prst="ellipse">
              <a:avLst/>
            </a:prstGeom>
            <a:solidFill>
              <a:srgbClr val="FFFFFF"/>
            </a:solidFill>
            <a:ln w="38100">
              <a:solidFill>
                <a:schemeClr val="tx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kumimoji="1" lang="zh-CN" altLang="zh-CN" sz="2400">
                <a:solidFill>
                  <a:srgbClr val="CC3300"/>
                </a:solidFill>
                <a:latin typeface="Times New Roman" panose="02020603050405020304" pitchFamily="18" charset="0"/>
                <a:ea typeface="宋体" panose="02010600030101010101" pitchFamily="2" charset="-122"/>
              </a:endParaRPr>
            </a:p>
          </p:txBody>
        </p:sp>
        <p:sp>
          <p:nvSpPr>
            <p:cNvPr id="56336" name="Oval 1040">
              <a:extLst>
                <a:ext uri="{FF2B5EF4-FFF2-40B4-BE49-F238E27FC236}">
                  <a16:creationId xmlns:a16="http://schemas.microsoft.com/office/drawing/2014/main" id="{659619BC-7563-7AC3-70D9-D2964143011F}"/>
                </a:ext>
              </a:extLst>
            </p:cNvPr>
            <p:cNvSpPr>
              <a:spLocks noChangeArrowheads="1"/>
            </p:cNvSpPr>
            <p:nvPr/>
          </p:nvSpPr>
          <p:spPr bwMode="auto">
            <a:xfrm>
              <a:off x="3429000" y="2743200"/>
              <a:ext cx="533400" cy="533400"/>
            </a:xfrm>
            <a:prstGeom prst="ellipse">
              <a:avLst/>
            </a:prstGeom>
            <a:solidFill>
              <a:srgbClr val="FFFFFF"/>
            </a:solidFill>
            <a:ln w="38100">
              <a:solidFill>
                <a:schemeClr val="tx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kumimoji="1" lang="zh-CN" altLang="zh-CN" sz="2400">
                <a:solidFill>
                  <a:srgbClr val="CC3300"/>
                </a:solidFill>
                <a:latin typeface="Times New Roman" panose="02020603050405020304" pitchFamily="18" charset="0"/>
                <a:ea typeface="宋体" panose="02010600030101010101" pitchFamily="2" charset="-122"/>
              </a:endParaRPr>
            </a:p>
          </p:txBody>
        </p:sp>
        <p:sp>
          <p:nvSpPr>
            <p:cNvPr id="56337" name="Oval 1041">
              <a:extLst>
                <a:ext uri="{FF2B5EF4-FFF2-40B4-BE49-F238E27FC236}">
                  <a16:creationId xmlns:a16="http://schemas.microsoft.com/office/drawing/2014/main" id="{C803B7D6-C0A3-5270-C7C1-2ED6FCCEFBE0}"/>
                </a:ext>
              </a:extLst>
            </p:cNvPr>
            <p:cNvSpPr>
              <a:spLocks noChangeArrowheads="1"/>
            </p:cNvSpPr>
            <p:nvPr/>
          </p:nvSpPr>
          <p:spPr bwMode="auto">
            <a:xfrm>
              <a:off x="2362200" y="3429000"/>
              <a:ext cx="533400" cy="533400"/>
            </a:xfrm>
            <a:prstGeom prst="ellipse">
              <a:avLst/>
            </a:prstGeom>
            <a:solidFill>
              <a:srgbClr val="FFFFFF"/>
            </a:solidFill>
            <a:ln w="38100">
              <a:solidFill>
                <a:schemeClr val="tx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kumimoji="1" lang="zh-CN" altLang="zh-CN" sz="2400">
                <a:solidFill>
                  <a:srgbClr val="CC3300"/>
                </a:solidFill>
                <a:latin typeface="Times New Roman" panose="02020603050405020304" pitchFamily="18" charset="0"/>
                <a:ea typeface="宋体" panose="02010600030101010101" pitchFamily="2" charset="-122"/>
              </a:endParaRPr>
            </a:p>
          </p:txBody>
        </p:sp>
        <p:sp>
          <p:nvSpPr>
            <p:cNvPr id="56338" name="Oval 1042">
              <a:extLst>
                <a:ext uri="{FF2B5EF4-FFF2-40B4-BE49-F238E27FC236}">
                  <a16:creationId xmlns:a16="http://schemas.microsoft.com/office/drawing/2014/main" id="{48A27C5E-EA1B-965A-DC00-F211146936CD}"/>
                </a:ext>
              </a:extLst>
            </p:cNvPr>
            <p:cNvSpPr>
              <a:spLocks noChangeArrowheads="1"/>
            </p:cNvSpPr>
            <p:nvPr/>
          </p:nvSpPr>
          <p:spPr bwMode="auto">
            <a:xfrm>
              <a:off x="5562600" y="4114800"/>
              <a:ext cx="533400" cy="533400"/>
            </a:xfrm>
            <a:prstGeom prst="ellipse">
              <a:avLst/>
            </a:prstGeom>
            <a:solidFill>
              <a:srgbClr val="FFFFFF"/>
            </a:solidFill>
            <a:ln w="38100">
              <a:solidFill>
                <a:schemeClr val="tx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kumimoji="1" lang="zh-CN" altLang="zh-CN" sz="2400">
                <a:solidFill>
                  <a:srgbClr val="CC3300"/>
                </a:solidFill>
                <a:latin typeface="Times New Roman" panose="02020603050405020304" pitchFamily="18" charset="0"/>
                <a:ea typeface="宋体" panose="02010600030101010101" pitchFamily="2" charset="-122"/>
              </a:endParaRPr>
            </a:p>
          </p:txBody>
        </p:sp>
        <p:sp>
          <p:nvSpPr>
            <p:cNvPr id="56339" name="Oval 1043">
              <a:extLst>
                <a:ext uri="{FF2B5EF4-FFF2-40B4-BE49-F238E27FC236}">
                  <a16:creationId xmlns:a16="http://schemas.microsoft.com/office/drawing/2014/main" id="{60012A83-C962-2DCF-3157-0713B662A4BA}"/>
                </a:ext>
              </a:extLst>
            </p:cNvPr>
            <p:cNvSpPr>
              <a:spLocks noChangeArrowheads="1"/>
            </p:cNvSpPr>
            <p:nvPr/>
          </p:nvSpPr>
          <p:spPr bwMode="auto">
            <a:xfrm>
              <a:off x="4495800" y="3429000"/>
              <a:ext cx="533400" cy="533400"/>
            </a:xfrm>
            <a:prstGeom prst="ellipse">
              <a:avLst/>
            </a:prstGeom>
            <a:solidFill>
              <a:srgbClr val="FFFFFF"/>
            </a:solidFill>
            <a:ln w="38100">
              <a:solidFill>
                <a:schemeClr val="tx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kumimoji="1" lang="zh-CN" altLang="zh-CN" sz="2400">
                <a:solidFill>
                  <a:srgbClr val="CC3300"/>
                </a:solidFill>
                <a:latin typeface="Times New Roman" panose="02020603050405020304" pitchFamily="18" charset="0"/>
                <a:ea typeface="宋体" panose="02010600030101010101" pitchFamily="2" charset="-122"/>
              </a:endParaRPr>
            </a:p>
          </p:txBody>
        </p:sp>
        <p:sp>
          <p:nvSpPr>
            <p:cNvPr id="56340" name="Oval 1044">
              <a:extLst>
                <a:ext uri="{FF2B5EF4-FFF2-40B4-BE49-F238E27FC236}">
                  <a16:creationId xmlns:a16="http://schemas.microsoft.com/office/drawing/2014/main" id="{96EF0613-BE64-487E-465E-0DF28BBDB0EE}"/>
                </a:ext>
              </a:extLst>
            </p:cNvPr>
            <p:cNvSpPr>
              <a:spLocks noChangeArrowheads="1"/>
            </p:cNvSpPr>
            <p:nvPr/>
          </p:nvSpPr>
          <p:spPr bwMode="auto">
            <a:xfrm>
              <a:off x="3733800" y="4114800"/>
              <a:ext cx="533400" cy="533400"/>
            </a:xfrm>
            <a:prstGeom prst="ellipse">
              <a:avLst/>
            </a:prstGeom>
            <a:solidFill>
              <a:srgbClr val="FFFFFF"/>
            </a:solidFill>
            <a:ln w="38100">
              <a:solidFill>
                <a:schemeClr val="tx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kumimoji="1" lang="zh-CN" altLang="zh-CN" sz="2400">
                <a:solidFill>
                  <a:srgbClr val="CC3300"/>
                </a:solidFill>
                <a:latin typeface="Times New Roman" panose="02020603050405020304" pitchFamily="18" charset="0"/>
                <a:ea typeface="宋体" panose="02010600030101010101" pitchFamily="2" charset="-122"/>
              </a:endParaRPr>
            </a:p>
          </p:txBody>
        </p:sp>
        <p:sp>
          <p:nvSpPr>
            <p:cNvPr id="56341" name="Oval 1045">
              <a:extLst>
                <a:ext uri="{FF2B5EF4-FFF2-40B4-BE49-F238E27FC236}">
                  <a16:creationId xmlns:a16="http://schemas.microsoft.com/office/drawing/2014/main" id="{FEDE5245-016C-8BD0-CE6B-D2472CCBBA53}"/>
                </a:ext>
              </a:extLst>
            </p:cNvPr>
            <p:cNvSpPr>
              <a:spLocks noChangeArrowheads="1"/>
            </p:cNvSpPr>
            <p:nvPr/>
          </p:nvSpPr>
          <p:spPr bwMode="auto">
            <a:xfrm>
              <a:off x="4343400" y="4876800"/>
              <a:ext cx="533400" cy="533400"/>
            </a:xfrm>
            <a:prstGeom prst="ellipse">
              <a:avLst/>
            </a:prstGeom>
            <a:solidFill>
              <a:srgbClr val="FFFFFF"/>
            </a:solidFill>
            <a:ln w="38100">
              <a:solidFill>
                <a:schemeClr val="tx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kumimoji="1" lang="zh-CN" altLang="zh-CN" sz="2400">
                <a:solidFill>
                  <a:srgbClr val="CC3300"/>
                </a:solidFill>
                <a:latin typeface="Times New Roman" panose="02020603050405020304" pitchFamily="18" charset="0"/>
                <a:ea typeface="宋体" panose="02010600030101010101" pitchFamily="2" charset="-122"/>
              </a:endParaRPr>
            </a:p>
          </p:txBody>
        </p:sp>
        <p:sp>
          <p:nvSpPr>
            <p:cNvPr id="56342" name="Text Box 1046">
              <a:extLst>
                <a:ext uri="{FF2B5EF4-FFF2-40B4-BE49-F238E27FC236}">
                  <a16:creationId xmlns:a16="http://schemas.microsoft.com/office/drawing/2014/main" id="{18FBEB0F-EB21-E29B-E17D-77A8DA29A383}"/>
                </a:ext>
              </a:extLst>
            </p:cNvPr>
            <p:cNvSpPr txBox="1">
              <a:spLocks noChangeArrowheads="1"/>
            </p:cNvSpPr>
            <p:nvPr/>
          </p:nvSpPr>
          <p:spPr bwMode="auto">
            <a:xfrm>
              <a:off x="4419600" y="2133600"/>
              <a:ext cx="533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Arial" panose="020B0604020202020204" pitchFamily="34"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56343" name="Text Box 1047">
              <a:extLst>
                <a:ext uri="{FF2B5EF4-FFF2-40B4-BE49-F238E27FC236}">
                  <a16:creationId xmlns:a16="http://schemas.microsoft.com/office/drawing/2014/main" id="{9BDD9861-FDD0-5EE4-4FCC-B34F60D2842C}"/>
                </a:ext>
              </a:extLst>
            </p:cNvPr>
            <p:cNvSpPr txBox="1">
              <a:spLocks noChangeArrowheads="1"/>
            </p:cNvSpPr>
            <p:nvPr/>
          </p:nvSpPr>
          <p:spPr bwMode="auto">
            <a:xfrm>
              <a:off x="3429000" y="2743200"/>
              <a:ext cx="533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Arial" panose="020B0604020202020204" pitchFamily="34"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56344" name="Text Box 1048">
              <a:extLst>
                <a:ext uri="{FF2B5EF4-FFF2-40B4-BE49-F238E27FC236}">
                  <a16:creationId xmlns:a16="http://schemas.microsoft.com/office/drawing/2014/main" id="{1AE080B5-6911-ACAD-08C1-2A0C03023F4D}"/>
                </a:ext>
              </a:extLst>
            </p:cNvPr>
            <p:cNvSpPr txBox="1">
              <a:spLocks noChangeArrowheads="1"/>
            </p:cNvSpPr>
            <p:nvPr/>
          </p:nvSpPr>
          <p:spPr bwMode="auto">
            <a:xfrm>
              <a:off x="2362200" y="3429000"/>
              <a:ext cx="533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Arial" panose="020B0604020202020204" pitchFamily="34"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56345" name="Text Box 1049">
              <a:extLst>
                <a:ext uri="{FF2B5EF4-FFF2-40B4-BE49-F238E27FC236}">
                  <a16:creationId xmlns:a16="http://schemas.microsoft.com/office/drawing/2014/main" id="{FAD03E71-B698-F2E1-57CF-8F0DB6189726}"/>
                </a:ext>
              </a:extLst>
            </p:cNvPr>
            <p:cNvSpPr txBox="1">
              <a:spLocks noChangeArrowheads="1"/>
            </p:cNvSpPr>
            <p:nvPr/>
          </p:nvSpPr>
          <p:spPr bwMode="auto">
            <a:xfrm>
              <a:off x="4495800" y="3429000"/>
              <a:ext cx="533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Arial" panose="020B0604020202020204" pitchFamily="34"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56346" name="Text Box 1050">
              <a:extLst>
                <a:ext uri="{FF2B5EF4-FFF2-40B4-BE49-F238E27FC236}">
                  <a16:creationId xmlns:a16="http://schemas.microsoft.com/office/drawing/2014/main" id="{1ABAADB0-96EA-EE45-0541-228E66BFD6A2}"/>
                </a:ext>
              </a:extLst>
            </p:cNvPr>
            <p:cNvSpPr txBox="1">
              <a:spLocks noChangeArrowheads="1"/>
            </p:cNvSpPr>
            <p:nvPr/>
          </p:nvSpPr>
          <p:spPr bwMode="auto">
            <a:xfrm>
              <a:off x="3733800" y="4114800"/>
              <a:ext cx="533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Arial" panose="020B0604020202020204" pitchFamily="34"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56347" name="Text Box 1051">
              <a:extLst>
                <a:ext uri="{FF2B5EF4-FFF2-40B4-BE49-F238E27FC236}">
                  <a16:creationId xmlns:a16="http://schemas.microsoft.com/office/drawing/2014/main" id="{C40F6EDE-ED79-EA7B-9432-21EC81224A34}"/>
                </a:ext>
              </a:extLst>
            </p:cNvPr>
            <p:cNvSpPr txBox="1">
              <a:spLocks noChangeArrowheads="1"/>
            </p:cNvSpPr>
            <p:nvPr/>
          </p:nvSpPr>
          <p:spPr bwMode="auto">
            <a:xfrm>
              <a:off x="4343400" y="4891088"/>
              <a:ext cx="533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Arial" panose="020B0604020202020204" pitchFamily="34" charset="0"/>
                  <a:ea typeface="宋体" panose="02010600030101010101" pitchFamily="2" charset="-122"/>
                </a:rPr>
                <a:t>G</a:t>
              </a:r>
              <a:endParaRPr kumimoji="1" lang="en-US" altLang="zh-CN" sz="2400">
                <a:latin typeface="Times New Roman" panose="02020603050405020304" pitchFamily="18" charset="0"/>
                <a:ea typeface="宋体" panose="02010600030101010101" pitchFamily="2" charset="-122"/>
              </a:endParaRPr>
            </a:p>
          </p:txBody>
        </p:sp>
        <p:sp>
          <p:nvSpPr>
            <p:cNvPr id="56348" name="Text Box 1052">
              <a:extLst>
                <a:ext uri="{FF2B5EF4-FFF2-40B4-BE49-F238E27FC236}">
                  <a16:creationId xmlns:a16="http://schemas.microsoft.com/office/drawing/2014/main" id="{149751F6-1D9D-E086-85CC-A81D91F72933}"/>
                </a:ext>
              </a:extLst>
            </p:cNvPr>
            <p:cNvSpPr txBox="1">
              <a:spLocks noChangeArrowheads="1"/>
            </p:cNvSpPr>
            <p:nvPr/>
          </p:nvSpPr>
          <p:spPr bwMode="auto">
            <a:xfrm>
              <a:off x="5562600" y="4114800"/>
              <a:ext cx="533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Arial" panose="020B0604020202020204" pitchFamily="34"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56349" name="Text Box 1053">
              <a:extLst>
                <a:ext uri="{FF2B5EF4-FFF2-40B4-BE49-F238E27FC236}">
                  <a16:creationId xmlns:a16="http://schemas.microsoft.com/office/drawing/2014/main" id="{79C0E803-5F0A-3DFE-3B66-A1969203A879}"/>
                </a:ext>
              </a:extLst>
            </p:cNvPr>
            <p:cNvSpPr txBox="1">
              <a:spLocks noChangeArrowheads="1"/>
            </p:cNvSpPr>
            <p:nvPr/>
          </p:nvSpPr>
          <p:spPr bwMode="auto">
            <a:xfrm>
              <a:off x="1828800" y="4129088"/>
              <a:ext cx="533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Arial" panose="020B0604020202020204" pitchFamily="34" charset="0"/>
                  <a:ea typeface="宋体" panose="02010600030101010101" pitchFamily="2" charset="-122"/>
                </a:rPr>
                <a:t>#</a:t>
              </a:r>
              <a:endParaRPr kumimoji="1" lang="en-US" altLang="zh-CN" sz="2400">
                <a:latin typeface="Times New Roman" panose="02020603050405020304" pitchFamily="18" charset="0"/>
                <a:ea typeface="宋体" panose="02010600030101010101" pitchFamily="2" charset="-122"/>
              </a:endParaRPr>
            </a:p>
          </p:txBody>
        </p:sp>
        <p:sp>
          <p:nvSpPr>
            <p:cNvPr id="56350" name="Text Box 1054">
              <a:extLst>
                <a:ext uri="{FF2B5EF4-FFF2-40B4-BE49-F238E27FC236}">
                  <a16:creationId xmlns:a16="http://schemas.microsoft.com/office/drawing/2014/main" id="{BCF792A6-6F8D-43FD-096C-0F8159BF6AE8}"/>
                </a:ext>
              </a:extLst>
            </p:cNvPr>
            <p:cNvSpPr txBox="1">
              <a:spLocks noChangeArrowheads="1"/>
            </p:cNvSpPr>
            <p:nvPr/>
          </p:nvSpPr>
          <p:spPr bwMode="auto">
            <a:xfrm>
              <a:off x="2819400" y="4129088"/>
              <a:ext cx="533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Arial" panose="020B0604020202020204" pitchFamily="34" charset="0"/>
                  <a:ea typeface="宋体" panose="02010600030101010101" pitchFamily="2" charset="-122"/>
                </a:rPr>
                <a:t>#</a:t>
              </a:r>
              <a:endParaRPr kumimoji="1" lang="en-US" altLang="zh-CN" sz="2400">
                <a:latin typeface="Times New Roman" panose="02020603050405020304" pitchFamily="18" charset="0"/>
                <a:ea typeface="宋体" panose="02010600030101010101" pitchFamily="2" charset="-122"/>
              </a:endParaRPr>
            </a:p>
          </p:txBody>
        </p:sp>
        <p:sp>
          <p:nvSpPr>
            <p:cNvPr id="56351" name="Text Box 1055">
              <a:extLst>
                <a:ext uri="{FF2B5EF4-FFF2-40B4-BE49-F238E27FC236}">
                  <a16:creationId xmlns:a16="http://schemas.microsoft.com/office/drawing/2014/main" id="{7C530734-332F-05F0-A666-D4594815FD85}"/>
                </a:ext>
              </a:extLst>
            </p:cNvPr>
            <p:cNvSpPr txBox="1">
              <a:spLocks noChangeArrowheads="1"/>
            </p:cNvSpPr>
            <p:nvPr/>
          </p:nvSpPr>
          <p:spPr bwMode="auto">
            <a:xfrm>
              <a:off x="3048000" y="4800600"/>
              <a:ext cx="533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Arial" panose="020B0604020202020204" pitchFamily="34" charset="0"/>
                  <a:ea typeface="宋体" panose="02010600030101010101" pitchFamily="2" charset="-122"/>
                </a:rPr>
                <a:t>#</a:t>
              </a:r>
              <a:endParaRPr kumimoji="1" lang="en-US" altLang="zh-CN" sz="2400">
                <a:latin typeface="Times New Roman" panose="02020603050405020304" pitchFamily="18" charset="0"/>
                <a:ea typeface="宋体" panose="02010600030101010101" pitchFamily="2" charset="-122"/>
              </a:endParaRPr>
            </a:p>
          </p:txBody>
        </p:sp>
        <p:sp>
          <p:nvSpPr>
            <p:cNvPr id="56352" name="Text Box 1056">
              <a:extLst>
                <a:ext uri="{FF2B5EF4-FFF2-40B4-BE49-F238E27FC236}">
                  <a16:creationId xmlns:a16="http://schemas.microsoft.com/office/drawing/2014/main" id="{9C389C94-38D3-C95D-66E2-D31370A9D3AC}"/>
                </a:ext>
              </a:extLst>
            </p:cNvPr>
            <p:cNvSpPr txBox="1">
              <a:spLocks noChangeArrowheads="1"/>
            </p:cNvSpPr>
            <p:nvPr/>
          </p:nvSpPr>
          <p:spPr bwMode="auto">
            <a:xfrm>
              <a:off x="3733800" y="5653088"/>
              <a:ext cx="533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Arial" panose="020B0604020202020204" pitchFamily="34" charset="0"/>
                  <a:ea typeface="宋体" panose="02010600030101010101" pitchFamily="2" charset="-122"/>
                </a:rPr>
                <a:t>#</a:t>
              </a:r>
              <a:endParaRPr kumimoji="1" lang="en-US" altLang="zh-CN" sz="2400">
                <a:latin typeface="Times New Roman" panose="02020603050405020304" pitchFamily="18" charset="0"/>
                <a:ea typeface="宋体" panose="02010600030101010101" pitchFamily="2" charset="-122"/>
              </a:endParaRPr>
            </a:p>
          </p:txBody>
        </p:sp>
        <p:sp>
          <p:nvSpPr>
            <p:cNvPr id="56353" name="Text Box 1057">
              <a:extLst>
                <a:ext uri="{FF2B5EF4-FFF2-40B4-BE49-F238E27FC236}">
                  <a16:creationId xmlns:a16="http://schemas.microsoft.com/office/drawing/2014/main" id="{ED803E9B-90C2-6A7B-14A0-2A88326E35FF}"/>
                </a:ext>
              </a:extLst>
            </p:cNvPr>
            <p:cNvSpPr txBox="1">
              <a:spLocks noChangeArrowheads="1"/>
            </p:cNvSpPr>
            <p:nvPr/>
          </p:nvSpPr>
          <p:spPr bwMode="auto">
            <a:xfrm>
              <a:off x="4800600" y="5653088"/>
              <a:ext cx="533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Arial" panose="020B0604020202020204" pitchFamily="34" charset="0"/>
                  <a:ea typeface="宋体" panose="02010600030101010101" pitchFamily="2" charset="-122"/>
                </a:rPr>
                <a:t>#</a:t>
              </a:r>
              <a:endParaRPr kumimoji="1" lang="en-US" altLang="zh-CN" sz="2400">
                <a:latin typeface="Times New Roman" panose="02020603050405020304" pitchFamily="18" charset="0"/>
                <a:ea typeface="宋体" panose="02010600030101010101" pitchFamily="2" charset="-122"/>
              </a:endParaRPr>
            </a:p>
          </p:txBody>
        </p:sp>
        <p:sp>
          <p:nvSpPr>
            <p:cNvPr id="56354" name="Text Box 1058">
              <a:extLst>
                <a:ext uri="{FF2B5EF4-FFF2-40B4-BE49-F238E27FC236}">
                  <a16:creationId xmlns:a16="http://schemas.microsoft.com/office/drawing/2014/main" id="{694C8E0E-03D5-E079-5DD7-7A278DEE57CA}"/>
                </a:ext>
              </a:extLst>
            </p:cNvPr>
            <p:cNvSpPr txBox="1">
              <a:spLocks noChangeArrowheads="1"/>
            </p:cNvSpPr>
            <p:nvPr/>
          </p:nvSpPr>
          <p:spPr bwMode="auto">
            <a:xfrm>
              <a:off x="5105400" y="4814888"/>
              <a:ext cx="533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Arial" panose="020B0604020202020204" pitchFamily="34" charset="0"/>
                  <a:ea typeface="宋体" panose="02010600030101010101" pitchFamily="2" charset="-122"/>
                </a:rPr>
                <a:t>#</a:t>
              </a:r>
              <a:endParaRPr kumimoji="1" lang="en-US" altLang="zh-CN" sz="2400">
                <a:latin typeface="Times New Roman" panose="02020603050405020304" pitchFamily="18" charset="0"/>
                <a:ea typeface="宋体" panose="02010600030101010101" pitchFamily="2" charset="-122"/>
              </a:endParaRPr>
            </a:p>
          </p:txBody>
        </p:sp>
        <p:sp>
          <p:nvSpPr>
            <p:cNvPr id="56355" name="Text Box 1059">
              <a:extLst>
                <a:ext uri="{FF2B5EF4-FFF2-40B4-BE49-F238E27FC236}">
                  <a16:creationId xmlns:a16="http://schemas.microsoft.com/office/drawing/2014/main" id="{3E297C54-104F-F34E-2D76-E5CD876E9664}"/>
                </a:ext>
              </a:extLst>
            </p:cNvPr>
            <p:cNvSpPr txBox="1">
              <a:spLocks noChangeArrowheads="1"/>
            </p:cNvSpPr>
            <p:nvPr/>
          </p:nvSpPr>
          <p:spPr bwMode="auto">
            <a:xfrm>
              <a:off x="6096000" y="4814888"/>
              <a:ext cx="533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Arial" panose="020B0604020202020204" pitchFamily="34" charset="0"/>
                  <a:ea typeface="宋体" panose="02010600030101010101" pitchFamily="2" charset="-122"/>
                </a:rPr>
                <a:t>#</a:t>
              </a:r>
              <a:endParaRPr kumimoji="1" lang="en-US" altLang="zh-CN" sz="2400">
                <a:latin typeface="Times New Roman" panose="02020603050405020304" pitchFamily="18" charset="0"/>
                <a:ea typeface="宋体" panose="02010600030101010101" pitchFamily="2" charset="-122"/>
              </a:endParaRPr>
            </a:p>
          </p:txBody>
        </p:sp>
        <p:sp>
          <p:nvSpPr>
            <p:cNvPr id="56356" name="Text Box 1060">
              <a:extLst>
                <a:ext uri="{FF2B5EF4-FFF2-40B4-BE49-F238E27FC236}">
                  <a16:creationId xmlns:a16="http://schemas.microsoft.com/office/drawing/2014/main" id="{F5CC5A17-7182-D4A0-A2F0-AD3365A0C3E9}"/>
                </a:ext>
              </a:extLst>
            </p:cNvPr>
            <p:cNvSpPr txBox="1">
              <a:spLocks noChangeArrowheads="1"/>
            </p:cNvSpPr>
            <p:nvPr/>
          </p:nvSpPr>
          <p:spPr bwMode="auto">
            <a:xfrm>
              <a:off x="5334000" y="2681288"/>
              <a:ext cx="533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Arial" panose="020B0604020202020204" pitchFamily="34" charset="0"/>
                  <a:ea typeface="宋体" panose="02010600030101010101" pitchFamily="2" charset="-122"/>
                </a:rPr>
                <a:t>#</a:t>
              </a:r>
              <a:endParaRPr kumimoji="1" lang="en-US" altLang="zh-CN" sz="2400">
                <a:latin typeface="Times New Roman" panose="02020603050405020304" pitchFamily="18" charset="0"/>
                <a:ea typeface="宋体" panose="02010600030101010101" pitchFamily="2" charset="-122"/>
              </a:endParaRPr>
            </a:p>
          </p:txBody>
        </p:sp>
      </p:grpSp>
    </p:spTree>
    <p:extLst>
      <p:ext uri="{BB962C8B-B14F-4D97-AF65-F5344CB8AC3E}">
        <p14:creationId xmlns:p14="http://schemas.microsoft.com/office/powerpoint/2010/main" val="1374298866"/>
      </p:ext>
    </p:extLst>
  </p:cSld>
  <p:clrMapOvr>
    <a:masterClrMapping/>
  </p:clrMapOvr>
  <p:transition>
    <p:spli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2">
            <a:extLst>
              <a:ext uri="{FF2B5EF4-FFF2-40B4-BE49-F238E27FC236}">
                <a16:creationId xmlns:a16="http://schemas.microsoft.com/office/drawing/2014/main" id="{9D4D9129-558D-D75B-CD4A-E560114D2BA2}"/>
              </a:ext>
            </a:extLst>
          </p:cNvPr>
          <p:cNvSpPr txBox="1">
            <a:spLocks noChangeArrowheads="1"/>
          </p:cNvSpPr>
          <p:nvPr/>
        </p:nvSpPr>
        <p:spPr bwMode="auto">
          <a:xfrm>
            <a:off x="114300" y="88900"/>
            <a:ext cx="9258300"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95000"/>
              </a:lnSpc>
            </a:pPr>
            <a:r>
              <a:rPr kumimoji="1" lang="en-US" altLang="zh-CN" sz="3600" b="1">
                <a:solidFill>
                  <a:srgbClr val="CC3300"/>
                </a:solidFill>
                <a:latin typeface="Times New Roman" panose="02020603050405020304" pitchFamily="18" charset="0"/>
                <a:ea typeface="宋体" panose="02010600030101010101" pitchFamily="2" charset="-122"/>
              </a:rPr>
              <a:t>    </a:t>
            </a:r>
            <a:endParaRPr kumimoji="1" lang="en-US" altLang="zh-CN" sz="3200">
              <a:latin typeface="Times New Roman" panose="02020603050405020304" pitchFamily="18" charset="0"/>
              <a:ea typeface="宋体" panose="02010600030101010101" pitchFamily="2" charset="-122"/>
            </a:endParaRPr>
          </a:p>
        </p:txBody>
      </p:sp>
      <p:sp>
        <p:nvSpPr>
          <p:cNvPr id="57347" name="Rectangle 3">
            <a:extLst>
              <a:ext uri="{FF2B5EF4-FFF2-40B4-BE49-F238E27FC236}">
                <a16:creationId xmlns:a16="http://schemas.microsoft.com/office/drawing/2014/main" id="{8480C4C7-C7AB-0F97-4E25-0B3928E1C38B}"/>
              </a:ext>
            </a:extLst>
          </p:cNvPr>
          <p:cNvSpPr>
            <a:spLocks noChangeArrowheads="1"/>
          </p:cNvSpPr>
          <p:nvPr/>
        </p:nvSpPr>
        <p:spPr bwMode="auto">
          <a:xfrm>
            <a:off x="76200" y="76200"/>
            <a:ext cx="590550"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95000"/>
              </a:lnSpc>
            </a:pPr>
            <a:r>
              <a:rPr kumimoji="1" lang="en-US" altLang="zh-CN" sz="3200" b="1">
                <a:solidFill>
                  <a:srgbClr val="CC3300"/>
                </a:solidFill>
                <a:latin typeface="Times New Roman" panose="02020603050405020304" pitchFamily="18" charset="0"/>
                <a:ea typeface="宋体" panose="02010600030101010101" pitchFamily="2" charset="-122"/>
              </a:rPr>
              <a:t>    </a:t>
            </a:r>
          </a:p>
        </p:txBody>
      </p:sp>
      <p:sp>
        <p:nvSpPr>
          <p:cNvPr id="3" name="内容占位符 2">
            <a:extLst>
              <a:ext uri="{FF2B5EF4-FFF2-40B4-BE49-F238E27FC236}">
                <a16:creationId xmlns:a16="http://schemas.microsoft.com/office/drawing/2014/main" id="{104D7C4E-70C5-415D-9D78-C21F06F5BC03}"/>
              </a:ext>
            </a:extLst>
          </p:cNvPr>
          <p:cNvSpPr>
            <a:spLocks noGrp="1"/>
          </p:cNvSpPr>
          <p:nvPr>
            <p:ph idx="1"/>
          </p:nvPr>
        </p:nvSpPr>
        <p:spPr>
          <a:xfrm>
            <a:off x="628650" y="188640"/>
            <a:ext cx="7886700" cy="6408712"/>
          </a:xfrm>
        </p:spPr>
        <p:txBody>
          <a:bodyPr>
            <a:normAutofit fontScale="62500" lnSpcReduction="20000"/>
          </a:bodyPr>
          <a:lstStyle/>
          <a:p>
            <a:pPr marL="0" indent="0">
              <a:buNone/>
            </a:pPr>
            <a:r>
              <a:rPr lang="en-US" altLang="zh-CN" dirty="0"/>
              <a:t>//</a:t>
            </a:r>
            <a:r>
              <a:rPr lang="zh-CN" altLang="en-US" dirty="0"/>
              <a:t>私有函数</a:t>
            </a:r>
            <a:r>
              <a:rPr lang="en-US" altLang="zh-CN" dirty="0"/>
              <a:t>: </a:t>
            </a:r>
            <a:r>
              <a:rPr lang="zh-CN" altLang="en-US" dirty="0"/>
              <a:t>以前序遍历建立二叉树。</a:t>
            </a:r>
          </a:p>
          <a:p>
            <a:pPr marL="0" indent="0">
              <a:buNone/>
            </a:pPr>
            <a:r>
              <a:rPr lang="en-US" altLang="zh-CN" dirty="0"/>
              <a:t>template&lt;class T&gt;  </a:t>
            </a:r>
          </a:p>
          <a:p>
            <a:pPr marL="0" indent="0">
              <a:buNone/>
            </a:pPr>
            <a:r>
              <a:rPr lang="en-US" altLang="zh-CN" dirty="0"/>
              <a:t>void </a:t>
            </a:r>
            <a:r>
              <a:rPr lang="en-US" altLang="zh-CN" dirty="0" err="1"/>
              <a:t>BinaryTree</a:t>
            </a:r>
            <a:r>
              <a:rPr lang="en-US" altLang="zh-CN" dirty="0"/>
              <a:t> &lt;T&gt; :: </a:t>
            </a:r>
            <a:r>
              <a:rPr lang="en-US" altLang="zh-CN" dirty="0" err="1"/>
              <a:t>CreateBinTree</a:t>
            </a:r>
            <a:r>
              <a:rPr lang="en-US" altLang="zh-CN" dirty="0"/>
              <a:t>  ( </a:t>
            </a:r>
            <a:r>
              <a:rPr lang="en-US" altLang="zh-CN" dirty="0" err="1"/>
              <a:t>istream</a:t>
            </a:r>
            <a:r>
              <a:rPr lang="en-US" altLang="zh-CN" dirty="0"/>
              <a:t>&amp; in, </a:t>
            </a:r>
            <a:r>
              <a:rPr lang="en-US" altLang="zh-CN" dirty="0" err="1"/>
              <a:t>BinTreeNode</a:t>
            </a:r>
            <a:r>
              <a:rPr lang="en-US" altLang="zh-CN" dirty="0"/>
              <a:t>&lt;T&gt; * &amp;</a:t>
            </a:r>
            <a:r>
              <a:rPr lang="en-US" altLang="zh-CN" dirty="0" err="1"/>
              <a:t>subTree</a:t>
            </a:r>
            <a:r>
              <a:rPr lang="en-US" altLang="zh-CN" dirty="0"/>
              <a:t> ) {</a:t>
            </a:r>
          </a:p>
          <a:p>
            <a:pPr marL="0" indent="0">
              <a:buNone/>
            </a:pPr>
            <a:r>
              <a:rPr lang="en-US" altLang="zh-CN" dirty="0"/>
              <a:t>    T item;</a:t>
            </a:r>
          </a:p>
          <a:p>
            <a:pPr marL="0" indent="0">
              <a:buNone/>
            </a:pPr>
            <a:r>
              <a:rPr lang="en-US" altLang="zh-CN" dirty="0"/>
              <a:t>    if ( !</a:t>
            </a:r>
            <a:r>
              <a:rPr lang="en-US" altLang="zh-CN" dirty="0" err="1"/>
              <a:t>in.eof</a:t>
            </a:r>
            <a:r>
              <a:rPr lang="en-US" altLang="zh-CN" dirty="0"/>
              <a:t> ( ) ) {</a:t>
            </a:r>
          </a:p>
          <a:p>
            <a:pPr marL="0" indent="0">
              <a:buNone/>
            </a:pPr>
            <a:r>
              <a:rPr lang="en-US" altLang="zh-CN" dirty="0"/>
              <a:t>        in &gt;&gt; item;  	//</a:t>
            </a:r>
            <a:r>
              <a:rPr lang="zh-CN" altLang="en-US" dirty="0"/>
              <a:t>读入根结点的值</a:t>
            </a:r>
          </a:p>
          <a:p>
            <a:pPr marL="0" indent="0">
              <a:buNone/>
            </a:pPr>
            <a:r>
              <a:rPr lang="zh-CN" altLang="en-US" dirty="0"/>
              <a:t>        </a:t>
            </a:r>
            <a:r>
              <a:rPr lang="en-US" altLang="zh-CN" dirty="0"/>
              <a:t>if ( item != </a:t>
            </a:r>
            <a:r>
              <a:rPr lang="en-US" altLang="zh-CN" dirty="0" err="1"/>
              <a:t>RefValue</a:t>
            </a:r>
            <a:r>
              <a:rPr lang="en-US" altLang="zh-CN" dirty="0"/>
              <a:t> ) {</a:t>
            </a:r>
          </a:p>
          <a:p>
            <a:pPr marL="0" indent="0">
              <a:buNone/>
            </a:pPr>
            <a:r>
              <a:rPr lang="en-US" altLang="zh-CN" dirty="0"/>
              <a:t>            </a:t>
            </a:r>
            <a:r>
              <a:rPr lang="en-US" altLang="zh-CN" dirty="0" err="1"/>
              <a:t>subTree</a:t>
            </a:r>
            <a:r>
              <a:rPr lang="en-US" altLang="zh-CN" dirty="0"/>
              <a:t> = new </a:t>
            </a:r>
            <a:r>
              <a:rPr lang="en-US" altLang="zh-CN" dirty="0" err="1"/>
              <a:t>BinTreeNode</a:t>
            </a:r>
            <a:r>
              <a:rPr lang="en-US" altLang="zh-CN" dirty="0"/>
              <a:t>&lt;T&gt;( item );	//</a:t>
            </a:r>
            <a:r>
              <a:rPr lang="zh-CN" altLang="en-US" dirty="0"/>
              <a:t>建立根</a:t>
            </a:r>
          </a:p>
          <a:p>
            <a:pPr marL="0" indent="0">
              <a:buNone/>
            </a:pPr>
            <a:r>
              <a:rPr lang="zh-CN" altLang="en-US" dirty="0"/>
              <a:t>            </a:t>
            </a:r>
            <a:r>
              <a:rPr lang="en-US" altLang="zh-CN" dirty="0"/>
              <a:t>if ( </a:t>
            </a:r>
            <a:r>
              <a:rPr lang="en-US" altLang="zh-CN" dirty="0" err="1"/>
              <a:t>subTree</a:t>
            </a:r>
            <a:r>
              <a:rPr lang="en-US" altLang="zh-CN" dirty="0"/>
              <a:t> == NULL ) </a:t>
            </a:r>
          </a:p>
          <a:p>
            <a:pPr marL="0" indent="0">
              <a:buNone/>
            </a:pPr>
            <a:r>
              <a:rPr lang="en-US" altLang="zh-CN" dirty="0"/>
              <a:t>               { </a:t>
            </a:r>
            <a:r>
              <a:rPr lang="en-US" altLang="zh-CN" dirty="0" err="1"/>
              <a:t>cerr</a:t>
            </a:r>
            <a:r>
              <a:rPr lang="en-US" altLang="zh-CN" dirty="0"/>
              <a:t> &lt;&lt; "</a:t>
            </a:r>
            <a:r>
              <a:rPr lang="zh-CN" altLang="en-US" dirty="0"/>
              <a:t>存储分配错</a:t>
            </a:r>
            <a:r>
              <a:rPr lang="en-US" altLang="zh-CN" dirty="0"/>
              <a:t>! " &lt;&lt; </a:t>
            </a:r>
            <a:r>
              <a:rPr lang="en-US" altLang="zh-CN" dirty="0" err="1"/>
              <a:t>endl</a:t>
            </a:r>
            <a:r>
              <a:rPr lang="en-US" altLang="zh-CN" dirty="0"/>
              <a:t>;  exit (1);  }</a:t>
            </a:r>
          </a:p>
          <a:p>
            <a:pPr marL="0" indent="0">
              <a:buNone/>
            </a:pPr>
            <a:r>
              <a:rPr lang="en-US" altLang="zh-CN" dirty="0"/>
              <a:t>            </a:t>
            </a:r>
            <a:r>
              <a:rPr lang="en-US" altLang="zh-CN" dirty="0" err="1"/>
              <a:t>CreateBinTree</a:t>
            </a:r>
            <a:r>
              <a:rPr lang="en-US" altLang="zh-CN" dirty="0"/>
              <a:t> ( in, </a:t>
            </a:r>
            <a:r>
              <a:rPr lang="en-US" altLang="zh-CN" dirty="0" err="1"/>
              <a:t>subTree</a:t>
            </a:r>
            <a:r>
              <a:rPr lang="en-US" altLang="zh-CN" dirty="0"/>
              <a:t>-&gt;</a:t>
            </a:r>
            <a:r>
              <a:rPr lang="en-US" altLang="zh-CN" dirty="0" err="1"/>
              <a:t>leftChild</a:t>
            </a:r>
            <a:r>
              <a:rPr lang="en-US" altLang="zh-CN" dirty="0"/>
              <a:t> );</a:t>
            </a:r>
          </a:p>
          <a:p>
            <a:pPr marL="0" indent="0">
              <a:buNone/>
            </a:pPr>
            <a:r>
              <a:rPr lang="en-US" altLang="zh-CN" dirty="0"/>
              <a:t>            </a:t>
            </a:r>
            <a:r>
              <a:rPr lang="en-US" altLang="zh-CN" dirty="0" err="1"/>
              <a:t>CreateBinTree</a:t>
            </a:r>
            <a:r>
              <a:rPr lang="en-US" altLang="zh-CN" dirty="0"/>
              <a:t> ( in, </a:t>
            </a:r>
            <a:r>
              <a:rPr lang="en-US" altLang="zh-CN" dirty="0" err="1"/>
              <a:t>subTree</a:t>
            </a:r>
            <a:r>
              <a:rPr lang="en-US" altLang="zh-CN" dirty="0"/>
              <a:t>-&gt;</a:t>
            </a:r>
            <a:r>
              <a:rPr lang="en-US" altLang="zh-CN" dirty="0" err="1"/>
              <a:t>rightChild</a:t>
            </a:r>
            <a:r>
              <a:rPr lang="en-US" altLang="zh-CN" dirty="0"/>
              <a:t> );</a:t>
            </a:r>
          </a:p>
          <a:p>
            <a:pPr marL="0" indent="0">
              <a:buNone/>
            </a:pPr>
            <a:r>
              <a:rPr lang="en-US" altLang="zh-CN" dirty="0"/>
              <a:t>        }</a:t>
            </a:r>
          </a:p>
          <a:p>
            <a:pPr marL="0" indent="0">
              <a:buNone/>
            </a:pPr>
            <a:r>
              <a:rPr lang="en-US" altLang="zh-CN" dirty="0"/>
              <a:t>        else </a:t>
            </a:r>
            <a:r>
              <a:rPr lang="en-US" altLang="zh-CN" dirty="0" err="1"/>
              <a:t>subTree</a:t>
            </a:r>
            <a:r>
              <a:rPr lang="en-US" altLang="zh-CN" dirty="0"/>
              <a:t> = NULL;     //</a:t>
            </a:r>
            <a:r>
              <a:rPr lang="zh-CN" altLang="en-US" dirty="0"/>
              <a:t>封闭叶结点</a:t>
            </a:r>
          </a:p>
          <a:p>
            <a:pPr marL="0" indent="0">
              <a:buNone/>
            </a:pPr>
            <a:r>
              <a:rPr lang="zh-CN" altLang="en-US" dirty="0"/>
              <a:t>    </a:t>
            </a:r>
            <a:r>
              <a:rPr lang="en-US" altLang="zh-CN" dirty="0"/>
              <a:t>}</a:t>
            </a:r>
          </a:p>
          <a:p>
            <a:pPr marL="0" indent="0">
              <a:buNone/>
            </a:pPr>
            <a:r>
              <a:rPr lang="en-US" altLang="zh-CN" dirty="0"/>
              <a:t>}</a:t>
            </a:r>
          </a:p>
          <a:p>
            <a:pPr marL="0" indent="0">
              <a:buNone/>
            </a:pPr>
            <a:endParaRPr lang="zh-CN" altLang="en-US" dirty="0"/>
          </a:p>
        </p:txBody>
      </p:sp>
      <p:sp>
        <p:nvSpPr>
          <p:cNvPr id="2" name="灯片编号占位符 1">
            <a:extLst>
              <a:ext uri="{FF2B5EF4-FFF2-40B4-BE49-F238E27FC236}">
                <a16:creationId xmlns:a16="http://schemas.microsoft.com/office/drawing/2014/main" id="{E95E6F0E-03F0-0C65-0C39-3B597981B388}"/>
              </a:ext>
            </a:extLst>
          </p:cNvPr>
          <p:cNvSpPr>
            <a:spLocks noGrp="1"/>
          </p:cNvSpPr>
          <p:nvPr>
            <p:ph type="sldNum" sz="quarter" idx="12"/>
          </p:nvPr>
        </p:nvSpPr>
        <p:spPr/>
        <p:txBody>
          <a:bodyPr/>
          <a:lstStyle/>
          <a:p>
            <a:pPr>
              <a:defRPr/>
            </a:pPr>
            <a:fld id="{A598D83B-EE2A-4F12-B129-1EDE84DF129B}" type="slidenum">
              <a:rPr lang="en-US" altLang="zh-CN" smtClean="0"/>
              <a:pPr>
                <a:defRPr/>
              </a:pPr>
              <a:t>45</a:t>
            </a:fld>
            <a:endParaRPr lang="en-US" altLang="zh-CN"/>
          </a:p>
        </p:txBody>
      </p:sp>
    </p:spTree>
  </p:cSld>
  <p:clrMapOvr>
    <a:masterClrMapping/>
  </p:clrMapOvr>
  <p:transition>
    <p:spli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1026">
            <a:extLst>
              <a:ext uri="{FF2B5EF4-FFF2-40B4-BE49-F238E27FC236}">
                <a16:creationId xmlns:a16="http://schemas.microsoft.com/office/drawing/2014/main" id="{570A32D3-6B14-8A18-C768-25D1A696F0CB}"/>
              </a:ext>
            </a:extLst>
          </p:cNvPr>
          <p:cNvSpPr>
            <a:spLocks noGrp="1" noChangeArrowheads="1"/>
          </p:cNvSpPr>
          <p:nvPr>
            <p:ph type="title"/>
          </p:nvPr>
        </p:nvSpPr>
        <p:spPr/>
        <p:txBody>
          <a:bodyPr/>
          <a:lstStyle/>
          <a:p>
            <a:pPr defTabSz="912813"/>
            <a:r>
              <a:rPr lang="en-US" altLang="zh-CN" dirty="0"/>
              <a:t>5.4.3 </a:t>
            </a:r>
            <a:r>
              <a:rPr lang="zh-CN" altLang="en-US" dirty="0"/>
              <a:t>二叉树遍历的非递归算法</a:t>
            </a:r>
          </a:p>
        </p:txBody>
      </p:sp>
      <p:sp>
        <p:nvSpPr>
          <p:cNvPr id="59395" name="Rectangle 1027">
            <a:extLst>
              <a:ext uri="{FF2B5EF4-FFF2-40B4-BE49-F238E27FC236}">
                <a16:creationId xmlns:a16="http://schemas.microsoft.com/office/drawing/2014/main" id="{9D760D69-5945-10AF-1A58-0D7B007CEB23}"/>
              </a:ext>
            </a:extLst>
          </p:cNvPr>
          <p:cNvSpPr>
            <a:spLocks noGrp="1" noChangeArrowheads="1"/>
          </p:cNvSpPr>
          <p:nvPr>
            <p:ph idx="1"/>
          </p:nvPr>
        </p:nvSpPr>
        <p:spPr/>
        <p:txBody>
          <a:bodyPr>
            <a:normAutofit fontScale="92500"/>
          </a:bodyPr>
          <a:lstStyle/>
          <a:p>
            <a:pPr defTabSz="912813"/>
            <a:r>
              <a:rPr lang="zh-CN" altLang="en-US" dirty="0"/>
              <a:t>用相应入栈、出栈动作代替递归调用</a:t>
            </a:r>
          </a:p>
          <a:p>
            <a:pPr defTabSz="912813"/>
            <a:r>
              <a:rPr lang="zh-CN" altLang="en-US" dirty="0"/>
              <a:t>例如前序遍历</a:t>
            </a:r>
            <a:endParaRPr lang="en-US" altLang="zh-CN" dirty="0"/>
          </a:p>
          <a:p>
            <a:pPr lvl="1" defTabSz="912813"/>
            <a:r>
              <a:rPr lang="zh-CN" altLang="en-US" dirty="0"/>
              <a:t>基本思路：</a:t>
            </a:r>
            <a:endParaRPr lang="en-US" altLang="zh-CN" dirty="0"/>
          </a:p>
          <a:p>
            <a:pPr lvl="2" defTabSz="912813"/>
            <a:r>
              <a:rPr lang="zh-CN" altLang="en-US" dirty="0"/>
              <a:t>从当前结点为根结点开始，访问当前结点，然后该结点入栈，该结点的左孩子成为当前结点</a:t>
            </a:r>
            <a:endParaRPr lang="en-US" altLang="zh-CN" dirty="0"/>
          </a:p>
          <a:p>
            <a:pPr lvl="2" defTabSz="912813"/>
            <a:r>
              <a:rPr lang="zh-CN" altLang="en-US" dirty="0"/>
              <a:t>当前结点为空则退栈，退栈结点的右孩子成为当前结点</a:t>
            </a:r>
            <a:endParaRPr lang="en-US" altLang="zh-CN" dirty="0"/>
          </a:p>
          <a:p>
            <a:pPr lvl="2" defTabSz="912813"/>
            <a:r>
              <a:rPr lang="zh-CN" altLang="en-US" dirty="0"/>
              <a:t>重复上述过程直到栈空</a:t>
            </a:r>
            <a:endParaRPr lang="en-US" altLang="zh-CN" dirty="0"/>
          </a:p>
          <a:p>
            <a:pPr lvl="1" defTabSz="912813"/>
            <a:r>
              <a:rPr lang="zh-CN" altLang="en-US" dirty="0"/>
              <a:t>能否进一步改进？</a:t>
            </a:r>
          </a:p>
        </p:txBody>
      </p:sp>
      <p:sp>
        <p:nvSpPr>
          <p:cNvPr id="2" name="灯片编号占位符 1">
            <a:extLst>
              <a:ext uri="{FF2B5EF4-FFF2-40B4-BE49-F238E27FC236}">
                <a16:creationId xmlns:a16="http://schemas.microsoft.com/office/drawing/2014/main" id="{B01C9554-A0B0-16DB-21EC-F46862DBF539}"/>
              </a:ext>
            </a:extLst>
          </p:cNvPr>
          <p:cNvSpPr>
            <a:spLocks noGrp="1"/>
          </p:cNvSpPr>
          <p:nvPr>
            <p:ph type="sldNum" sz="quarter" idx="12"/>
          </p:nvPr>
        </p:nvSpPr>
        <p:spPr/>
        <p:txBody>
          <a:bodyPr/>
          <a:lstStyle/>
          <a:p>
            <a:pPr>
              <a:defRPr/>
            </a:pPr>
            <a:fld id="{A598D83B-EE2A-4F12-B129-1EDE84DF129B}" type="slidenum">
              <a:rPr lang="en-US" altLang="zh-CN" smtClean="0"/>
              <a:pPr>
                <a:defRPr/>
              </a:pPr>
              <a:t>46</a:t>
            </a:fld>
            <a:endParaRPr lang="en-US" altLang="zh-CN"/>
          </a:p>
        </p:txBody>
      </p:sp>
    </p:spTree>
  </p:cSld>
  <p:clrMapOvr>
    <a:masterClrMapping/>
  </p:clrMapOvr>
  <p:transition>
    <p:split/>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16939A-3285-402F-B193-B4B8E8A785CB}"/>
              </a:ext>
            </a:extLst>
          </p:cNvPr>
          <p:cNvSpPr>
            <a:spLocks noGrp="1"/>
          </p:cNvSpPr>
          <p:nvPr>
            <p:ph type="title"/>
          </p:nvPr>
        </p:nvSpPr>
        <p:spPr/>
        <p:txBody>
          <a:bodyPr/>
          <a:lstStyle/>
          <a:p>
            <a:r>
              <a:rPr lang="zh-CN" altLang="en-US" dirty="0"/>
              <a:t>前序遍历非递归算法的改进</a:t>
            </a:r>
          </a:p>
        </p:txBody>
      </p:sp>
      <p:sp>
        <p:nvSpPr>
          <p:cNvPr id="3" name="内容占位符 2">
            <a:extLst>
              <a:ext uri="{FF2B5EF4-FFF2-40B4-BE49-F238E27FC236}">
                <a16:creationId xmlns:a16="http://schemas.microsoft.com/office/drawing/2014/main" id="{121C4D59-BE19-4D9E-B960-7AEE73EFA8D1}"/>
              </a:ext>
            </a:extLst>
          </p:cNvPr>
          <p:cNvSpPr>
            <a:spLocks noGrp="1"/>
          </p:cNvSpPr>
          <p:nvPr>
            <p:ph idx="1"/>
          </p:nvPr>
        </p:nvSpPr>
        <p:spPr>
          <a:xfrm>
            <a:off x="323528" y="1825624"/>
            <a:ext cx="8568952" cy="4843735"/>
          </a:xfrm>
        </p:spPr>
        <p:txBody>
          <a:bodyPr>
            <a:normAutofit fontScale="55000" lnSpcReduction="20000"/>
          </a:bodyPr>
          <a:lstStyle/>
          <a:p>
            <a:pPr marL="0" indent="0">
              <a:buNone/>
            </a:pPr>
            <a:r>
              <a:rPr lang="en-US" altLang="zh-CN" dirty="0"/>
              <a:t>template &lt;class T&gt;  void </a:t>
            </a:r>
            <a:r>
              <a:rPr lang="en-US" altLang="zh-CN" dirty="0" err="1"/>
              <a:t>BinaryTree</a:t>
            </a:r>
            <a:r>
              <a:rPr lang="en-US" altLang="zh-CN" dirty="0"/>
              <a:t>&lt;T&gt; :: </a:t>
            </a:r>
            <a:r>
              <a:rPr lang="en-US" altLang="zh-CN" dirty="0" err="1"/>
              <a:t>PreOrder</a:t>
            </a:r>
            <a:r>
              <a:rPr lang="en-US" altLang="zh-CN" dirty="0"/>
              <a:t>( void(*visit)(</a:t>
            </a:r>
            <a:r>
              <a:rPr lang="en-US" altLang="zh-CN" dirty="0" err="1"/>
              <a:t>BinTreeNode</a:t>
            </a:r>
            <a:r>
              <a:rPr lang="en-US" altLang="zh-CN" dirty="0"/>
              <a:t>&lt;T&gt; *p)) {</a:t>
            </a:r>
          </a:p>
          <a:p>
            <a:pPr marL="0" indent="0">
              <a:buNone/>
            </a:pPr>
            <a:r>
              <a:rPr lang="en-US" altLang="zh-CN" dirty="0"/>
              <a:t>    </a:t>
            </a:r>
            <a:r>
              <a:rPr lang="en-US" altLang="zh-CN" dirty="0" err="1"/>
              <a:t>LinkedStack</a:t>
            </a:r>
            <a:r>
              <a:rPr lang="en-US" altLang="zh-CN" dirty="0"/>
              <a:t>&lt;</a:t>
            </a:r>
            <a:r>
              <a:rPr lang="en-US" altLang="zh-CN" dirty="0" err="1"/>
              <a:t>BinTreeNode</a:t>
            </a:r>
            <a:r>
              <a:rPr lang="en-US" altLang="zh-CN" dirty="0"/>
              <a:t>&lt;T&gt;*&gt; S;</a:t>
            </a:r>
          </a:p>
          <a:p>
            <a:pPr marL="0" indent="0">
              <a:buNone/>
            </a:pPr>
            <a:r>
              <a:rPr lang="en-US" altLang="zh-CN" dirty="0"/>
              <a:t>    </a:t>
            </a:r>
            <a:r>
              <a:rPr lang="en-US" altLang="zh-CN" dirty="0" err="1"/>
              <a:t>BinTreeNode</a:t>
            </a:r>
            <a:r>
              <a:rPr lang="en-US" altLang="zh-CN" dirty="0"/>
              <a:t>&lt;T&gt; * p = root;   //</a:t>
            </a:r>
            <a:r>
              <a:rPr lang="zh-CN" altLang="en-US" dirty="0"/>
              <a:t>初始化</a:t>
            </a:r>
          </a:p>
          <a:p>
            <a:pPr marL="0" indent="0">
              <a:buNone/>
            </a:pPr>
            <a:r>
              <a:rPr lang="zh-CN" altLang="en-US" dirty="0"/>
              <a:t>    </a:t>
            </a:r>
            <a:r>
              <a:rPr lang="en-US" altLang="zh-CN" dirty="0" err="1"/>
              <a:t>S.Push</a:t>
            </a:r>
            <a:r>
              <a:rPr lang="en-US" altLang="zh-CN" dirty="0"/>
              <a:t> ( NULL );</a:t>
            </a:r>
          </a:p>
          <a:p>
            <a:pPr marL="0" indent="0">
              <a:buNone/>
            </a:pPr>
            <a:r>
              <a:rPr lang="en-US" altLang="zh-CN" dirty="0"/>
              <a:t>    while ( p != NULL ) {</a:t>
            </a:r>
          </a:p>
          <a:p>
            <a:pPr marL="0" indent="0">
              <a:buNone/>
            </a:pPr>
            <a:r>
              <a:rPr lang="en-US" altLang="zh-CN" dirty="0"/>
              <a:t>         visit(p);</a:t>
            </a:r>
          </a:p>
          <a:p>
            <a:pPr marL="0" indent="0">
              <a:buNone/>
            </a:pPr>
            <a:r>
              <a:rPr lang="en-US" altLang="zh-CN" dirty="0"/>
              <a:t>         if ( p-&gt;</a:t>
            </a:r>
            <a:r>
              <a:rPr lang="en-US" altLang="zh-CN" dirty="0" err="1"/>
              <a:t>rightChild</a:t>
            </a:r>
            <a:r>
              <a:rPr lang="en-US" altLang="zh-CN" dirty="0"/>
              <a:t> != NULL )  </a:t>
            </a:r>
            <a:r>
              <a:rPr lang="en-US" altLang="zh-CN" dirty="0" err="1"/>
              <a:t>S.Push</a:t>
            </a:r>
            <a:r>
              <a:rPr lang="en-US" altLang="zh-CN" dirty="0"/>
              <a:t> ( p-&gt;</a:t>
            </a:r>
            <a:r>
              <a:rPr lang="en-US" altLang="zh-CN" dirty="0" err="1"/>
              <a:t>rightChild</a:t>
            </a:r>
            <a:r>
              <a:rPr lang="en-US" altLang="zh-CN" dirty="0"/>
              <a:t> );</a:t>
            </a:r>
          </a:p>
          <a:p>
            <a:pPr marL="0" indent="0">
              <a:buNone/>
            </a:pPr>
            <a:r>
              <a:rPr lang="en-US" altLang="zh-CN" dirty="0"/>
              <a:t>                //</a:t>
            </a:r>
            <a:r>
              <a:rPr lang="zh-CN" altLang="en-US" dirty="0"/>
              <a:t>预留右子树指针在栈中	</a:t>
            </a:r>
          </a:p>
          <a:p>
            <a:pPr marL="0" indent="0">
              <a:buNone/>
            </a:pPr>
            <a:r>
              <a:rPr lang="zh-CN" altLang="en-US" dirty="0"/>
              <a:t>         </a:t>
            </a:r>
            <a:r>
              <a:rPr lang="en-US" altLang="zh-CN" dirty="0"/>
              <a:t>if ( p-&gt;</a:t>
            </a:r>
            <a:r>
              <a:rPr lang="en-US" altLang="zh-CN" dirty="0" err="1"/>
              <a:t>leftChild</a:t>
            </a:r>
            <a:r>
              <a:rPr lang="en-US" altLang="zh-CN" dirty="0"/>
              <a:t> != NULL ) p = p-&gt;</a:t>
            </a:r>
            <a:r>
              <a:rPr lang="en-US" altLang="zh-CN" dirty="0" err="1"/>
              <a:t>leftChild</a:t>
            </a:r>
            <a:r>
              <a:rPr lang="en-US" altLang="zh-CN" dirty="0"/>
              <a:t>;//</a:t>
            </a:r>
            <a:r>
              <a:rPr lang="zh-CN" altLang="en-US" dirty="0"/>
              <a:t>进左子树</a:t>
            </a:r>
          </a:p>
          <a:p>
            <a:pPr marL="0" indent="0">
              <a:buNone/>
            </a:pPr>
            <a:r>
              <a:rPr lang="zh-CN" altLang="en-US" dirty="0"/>
              <a:t>         </a:t>
            </a:r>
            <a:r>
              <a:rPr lang="en-US" altLang="zh-CN" dirty="0"/>
              <a:t>else </a:t>
            </a:r>
            <a:r>
              <a:rPr lang="en-US" altLang="zh-CN" dirty="0" err="1"/>
              <a:t>S.Pop</a:t>
            </a:r>
            <a:r>
              <a:rPr lang="en-US" altLang="zh-CN" dirty="0"/>
              <a:t>( p);  //</a:t>
            </a:r>
            <a:r>
              <a:rPr lang="zh-CN" altLang="en-US" dirty="0"/>
              <a:t>左子树空</a:t>
            </a:r>
            <a:r>
              <a:rPr lang="en-US" altLang="zh-CN" dirty="0"/>
              <a:t>, </a:t>
            </a:r>
            <a:r>
              <a:rPr lang="zh-CN" altLang="en-US" dirty="0"/>
              <a:t>进右子树                           </a:t>
            </a:r>
          </a:p>
          <a:p>
            <a:pPr marL="0" indent="0">
              <a:buNone/>
            </a:pPr>
            <a:r>
              <a:rPr lang="zh-CN" altLang="en-US" dirty="0"/>
              <a:t>    </a:t>
            </a:r>
            <a:r>
              <a:rPr lang="en-US" altLang="zh-CN" dirty="0"/>
              <a:t>}</a:t>
            </a:r>
          </a:p>
          <a:p>
            <a:pPr marL="0" indent="0">
              <a:buNone/>
            </a:pPr>
            <a:r>
              <a:rPr lang="en-US" altLang="zh-CN" dirty="0"/>
              <a:t>}</a:t>
            </a:r>
          </a:p>
        </p:txBody>
      </p:sp>
      <p:sp>
        <p:nvSpPr>
          <p:cNvPr id="4" name="灯片编号占位符 3">
            <a:extLst>
              <a:ext uri="{FF2B5EF4-FFF2-40B4-BE49-F238E27FC236}">
                <a16:creationId xmlns:a16="http://schemas.microsoft.com/office/drawing/2014/main" id="{265B645D-323F-4128-8D55-63D57B81E409}"/>
              </a:ext>
            </a:extLst>
          </p:cNvPr>
          <p:cNvSpPr>
            <a:spLocks noGrp="1"/>
          </p:cNvSpPr>
          <p:nvPr>
            <p:ph type="sldNum" sz="quarter" idx="12"/>
          </p:nvPr>
        </p:nvSpPr>
        <p:spPr/>
        <p:txBody>
          <a:bodyPr/>
          <a:lstStyle/>
          <a:p>
            <a:pPr>
              <a:defRPr/>
            </a:pPr>
            <a:fld id="{A598D83B-EE2A-4F12-B129-1EDE84DF129B}" type="slidenum">
              <a:rPr lang="en-US" altLang="zh-CN" smtClean="0"/>
              <a:pPr>
                <a:defRPr/>
              </a:pPr>
              <a:t>47</a:t>
            </a:fld>
            <a:endParaRPr lang="en-US" altLang="zh-CN"/>
          </a:p>
        </p:txBody>
      </p:sp>
    </p:spTree>
  </p:cSld>
  <p:clrMapOvr>
    <a:masterClrMapping/>
  </p:clrMapOvr>
  <p:transition>
    <p:split/>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E2E73D8F-8B3D-4A2C-2B37-ED3AFCB929A8}"/>
              </a:ext>
            </a:extLst>
          </p:cNvPr>
          <p:cNvSpPr>
            <a:spLocks noChangeArrowheads="1"/>
          </p:cNvSpPr>
          <p:nvPr/>
        </p:nvSpPr>
        <p:spPr bwMode="auto">
          <a:xfrm>
            <a:off x="4332188" y="1858963"/>
            <a:ext cx="609600" cy="1493837"/>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64516" name="Line 4">
            <a:extLst>
              <a:ext uri="{FF2B5EF4-FFF2-40B4-BE49-F238E27FC236}">
                <a16:creationId xmlns:a16="http://schemas.microsoft.com/office/drawing/2014/main" id="{6709441B-EF6B-4A48-6A01-33A0503CA1D5}"/>
              </a:ext>
            </a:extLst>
          </p:cNvPr>
          <p:cNvSpPr>
            <a:spLocks noChangeShapeType="1"/>
          </p:cNvSpPr>
          <p:nvPr/>
        </p:nvSpPr>
        <p:spPr bwMode="auto">
          <a:xfrm flipH="1">
            <a:off x="2103338" y="2925763"/>
            <a:ext cx="304800" cy="838200"/>
          </a:xfrm>
          <a:prstGeom prst="line">
            <a:avLst/>
          </a:prstGeom>
          <a:noFill/>
          <a:ln w="38100">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17" name="Line 5">
            <a:extLst>
              <a:ext uri="{FF2B5EF4-FFF2-40B4-BE49-F238E27FC236}">
                <a16:creationId xmlns:a16="http://schemas.microsoft.com/office/drawing/2014/main" id="{D9FBAFB6-7656-81E4-268F-13F3B322337C}"/>
              </a:ext>
            </a:extLst>
          </p:cNvPr>
          <p:cNvSpPr>
            <a:spLocks noChangeShapeType="1"/>
          </p:cNvSpPr>
          <p:nvPr/>
        </p:nvSpPr>
        <p:spPr bwMode="auto">
          <a:xfrm>
            <a:off x="1036538" y="3001963"/>
            <a:ext cx="304800" cy="685800"/>
          </a:xfrm>
          <a:prstGeom prst="line">
            <a:avLst/>
          </a:prstGeom>
          <a:noFill/>
          <a:ln w="38100">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18" name="Line 6">
            <a:extLst>
              <a:ext uri="{FF2B5EF4-FFF2-40B4-BE49-F238E27FC236}">
                <a16:creationId xmlns:a16="http://schemas.microsoft.com/office/drawing/2014/main" id="{E2B5C26F-EFB8-CD76-9843-14CC3D2C6E5E}"/>
              </a:ext>
            </a:extLst>
          </p:cNvPr>
          <p:cNvSpPr>
            <a:spLocks noChangeShapeType="1"/>
          </p:cNvSpPr>
          <p:nvPr/>
        </p:nvSpPr>
        <p:spPr bwMode="auto">
          <a:xfrm>
            <a:off x="1798538" y="2239963"/>
            <a:ext cx="609600" cy="533400"/>
          </a:xfrm>
          <a:prstGeom prst="line">
            <a:avLst/>
          </a:prstGeom>
          <a:noFill/>
          <a:ln w="38100">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19" name="Line 7">
            <a:extLst>
              <a:ext uri="{FF2B5EF4-FFF2-40B4-BE49-F238E27FC236}">
                <a16:creationId xmlns:a16="http://schemas.microsoft.com/office/drawing/2014/main" id="{0FA8D696-9083-6F7F-5955-4DD97395E80D}"/>
              </a:ext>
            </a:extLst>
          </p:cNvPr>
          <p:cNvSpPr>
            <a:spLocks noChangeShapeType="1"/>
          </p:cNvSpPr>
          <p:nvPr/>
        </p:nvSpPr>
        <p:spPr bwMode="auto">
          <a:xfrm flipH="1">
            <a:off x="1036538" y="2239963"/>
            <a:ext cx="533400" cy="533400"/>
          </a:xfrm>
          <a:prstGeom prst="line">
            <a:avLst/>
          </a:prstGeom>
          <a:noFill/>
          <a:ln w="38100">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2872" name="Oval 8">
            <a:extLst>
              <a:ext uri="{FF2B5EF4-FFF2-40B4-BE49-F238E27FC236}">
                <a16:creationId xmlns:a16="http://schemas.microsoft.com/office/drawing/2014/main" id="{AA670C05-938F-F2D0-0738-B07547A733A2}"/>
              </a:ext>
            </a:extLst>
          </p:cNvPr>
          <p:cNvSpPr>
            <a:spLocks noChangeArrowheads="1"/>
          </p:cNvSpPr>
          <p:nvPr/>
        </p:nvSpPr>
        <p:spPr bwMode="auto">
          <a:xfrm>
            <a:off x="1493738" y="1858963"/>
            <a:ext cx="457200" cy="457200"/>
          </a:xfrm>
          <a:prstGeom prst="ellipse">
            <a:avLst/>
          </a:prstGeom>
          <a:gradFill rotWithShape="0">
            <a:gsLst>
              <a:gs pos="0">
                <a:schemeClr val="accent1"/>
              </a:gs>
              <a:gs pos="100000">
                <a:schemeClr val="accent1">
                  <a:gamma/>
                  <a:shade val="46275"/>
                  <a:invGamma/>
                </a:schemeClr>
              </a:gs>
            </a:gsLst>
            <a:path path="rect">
              <a:fillToRect r="100000" b="100000"/>
            </a:path>
          </a:gradFill>
          <a:ln w="38100">
            <a:noFill/>
            <a:round/>
            <a:headEnd/>
            <a:tailEnd/>
          </a:ln>
          <a:effectLst/>
        </p:spPr>
        <p:txBody>
          <a:bodyPr wrap="none" anchor="ctr"/>
          <a:lstStyle/>
          <a:p>
            <a:pPr algn="ctr" eaLnBrk="1" fontAlgn="auto" hangingPunct="1">
              <a:spcBef>
                <a:spcPts val="0"/>
              </a:spcBef>
              <a:spcAft>
                <a:spcPts val="0"/>
              </a:spcAft>
              <a:defRPr/>
            </a:pPr>
            <a:endParaRPr lang="zh-CN" altLang="zh-CN">
              <a:latin typeface="Times New Roman" charset="0"/>
              <a:ea typeface="+mn-ea"/>
            </a:endParaRPr>
          </a:p>
        </p:txBody>
      </p:sp>
      <p:sp>
        <p:nvSpPr>
          <p:cNvPr id="292873" name="Oval 9">
            <a:extLst>
              <a:ext uri="{FF2B5EF4-FFF2-40B4-BE49-F238E27FC236}">
                <a16:creationId xmlns:a16="http://schemas.microsoft.com/office/drawing/2014/main" id="{57BD0A21-EC83-F7DB-FD8F-E35D63E55871}"/>
              </a:ext>
            </a:extLst>
          </p:cNvPr>
          <p:cNvSpPr>
            <a:spLocks noChangeArrowheads="1"/>
          </p:cNvSpPr>
          <p:nvPr/>
        </p:nvSpPr>
        <p:spPr bwMode="auto">
          <a:xfrm>
            <a:off x="731738" y="2620963"/>
            <a:ext cx="457200" cy="457200"/>
          </a:xfrm>
          <a:prstGeom prst="ellipse">
            <a:avLst/>
          </a:prstGeom>
          <a:gradFill rotWithShape="0">
            <a:gsLst>
              <a:gs pos="0">
                <a:schemeClr val="accent1"/>
              </a:gs>
              <a:gs pos="100000">
                <a:schemeClr val="accent1">
                  <a:gamma/>
                  <a:shade val="46275"/>
                  <a:invGamma/>
                </a:schemeClr>
              </a:gs>
            </a:gsLst>
            <a:path path="rect">
              <a:fillToRect r="100000" b="100000"/>
            </a:path>
          </a:gradFill>
          <a:ln w="38100">
            <a:noFill/>
            <a:round/>
            <a:headEnd/>
            <a:tailEnd/>
          </a:ln>
          <a:effectLst/>
        </p:spPr>
        <p:txBody>
          <a:bodyPr wrap="none" anchor="ctr"/>
          <a:lstStyle/>
          <a:p>
            <a:pPr eaLnBrk="1" fontAlgn="auto" hangingPunct="1">
              <a:spcBef>
                <a:spcPts val="0"/>
              </a:spcBef>
              <a:spcAft>
                <a:spcPts val="0"/>
              </a:spcAft>
              <a:defRPr/>
            </a:pPr>
            <a:endParaRPr lang="zh-CN" altLang="en-US">
              <a:latin typeface="Times New Roman" charset="0"/>
              <a:ea typeface="+mn-ea"/>
            </a:endParaRPr>
          </a:p>
        </p:txBody>
      </p:sp>
      <p:sp>
        <p:nvSpPr>
          <p:cNvPr id="292874" name="Oval 10">
            <a:extLst>
              <a:ext uri="{FF2B5EF4-FFF2-40B4-BE49-F238E27FC236}">
                <a16:creationId xmlns:a16="http://schemas.microsoft.com/office/drawing/2014/main" id="{61E4D175-287F-89A2-01F7-2111995D70FD}"/>
              </a:ext>
            </a:extLst>
          </p:cNvPr>
          <p:cNvSpPr>
            <a:spLocks noChangeArrowheads="1"/>
          </p:cNvSpPr>
          <p:nvPr/>
        </p:nvSpPr>
        <p:spPr bwMode="auto">
          <a:xfrm>
            <a:off x="1798538" y="3611563"/>
            <a:ext cx="457200" cy="457200"/>
          </a:xfrm>
          <a:prstGeom prst="ellipse">
            <a:avLst/>
          </a:prstGeom>
          <a:gradFill rotWithShape="0">
            <a:gsLst>
              <a:gs pos="0">
                <a:schemeClr val="accent1"/>
              </a:gs>
              <a:gs pos="100000">
                <a:schemeClr val="accent1">
                  <a:gamma/>
                  <a:shade val="46275"/>
                  <a:invGamma/>
                </a:schemeClr>
              </a:gs>
            </a:gsLst>
            <a:path path="rect">
              <a:fillToRect r="100000" b="100000"/>
            </a:path>
          </a:gradFill>
          <a:ln w="38100">
            <a:noFill/>
            <a:round/>
            <a:headEnd/>
            <a:tailEnd/>
          </a:ln>
          <a:effectLst/>
        </p:spPr>
        <p:txBody>
          <a:bodyPr wrap="none" anchor="ctr"/>
          <a:lstStyle/>
          <a:p>
            <a:pPr eaLnBrk="1" fontAlgn="auto" hangingPunct="1">
              <a:spcBef>
                <a:spcPts val="0"/>
              </a:spcBef>
              <a:spcAft>
                <a:spcPts val="0"/>
              </a:spcAft>
              <a:defRPr/>
            </a:pPr>
            <a:endParaRPr lang="zh-CN" altLang="en-US">
              <a:latin typeface="Times New Roman" charset="0"/>
              <a:ea typeface="+mn-ea"/>
            </a:endParaRPr>
          </a:p>
        </p:txBody>
      </p:sp>
      <p:sp>
        <p:nvSpPr>
          <p:cNvPr id="292875" name="Oval 11">
            <a:extLst>
              <a:ext uri="{FF2B5EF4-FFF2-40B4-BE49-F238E27FC236}">
                <a16:creationId xmlns:a16="http://schemas.microsoft.com/office/drawing/2014/main" id="{197D2E28-461B-F9CB-18E6-252E8FC6F0E0}"/>
              </a:ext>
            </a:extLst>
          </p:cNvPr>
          <p:cNvSpPr>
            <a:spLocks noChangeArrowheads="1"/>
          </p:cNvSpPr>
          <p:nvPr/>
        </p:nvSpPr>
        <p:spPr bwMode="auto">
          <a:xfrm>
            <a:off x="2255738" y="2620963"/>
            <a:ext cx="457200" cy="457200"/>
          </a:xfrm>
          <a:prstGeom prst="ellipse">
            <a:avLst/>
          </a:prstGeom>
          <a:gradFill rotWithShape="0">
            <a:gsLst>
              <a:gs pos="0">
                <a:schemeClr val="accent1"/>
              </a:gs>
              <a:gs pos="100000">
                <a:schemeClr val="accent1">
                  <a:gamma/>
                  <a:shade val="46275"/>
                  <a:invGamma/>
                </a:schemeClr>
              </a:gs>
            </a:gsLst>
            <a:path path="rect">
              <a:fillToRect r="100000" b="100000"/>
            </a:path>
          </a:gradFill>
          <a:ln w="38100">
            <a:noFill/>
            <a:round/>
            <a:headEnd/>
            <a:tailEnd/>
          </a:ln>
          <a:effectLst/>
        </p:spPr>
        <p:txBody>
          <a:bodyPr wrap="none" anchor="ctr"/>
          <a:lstStyle/>
          <a:p>
            <a:pPr eaLnBrk="1" fontAlgn="auto" hangingPunct="1">
              <a:spcBef>
                <a:spcPts val="0"/>
              </a:spcBef>
              <a:spcAft>
                <a:spcPts val="0"/>
              </a:spcAft>
              <a:defRPr/>
            </a:pPr>
            <a:endParaRPr lang="zh-CN" altLang="en-US">
              <a:latin typeface="Times New Roman" charset="0"/>
              <a:ea typeface="+mn-ea"/>
            </a:endParaRPr>
          </a:p>
        </p:txBody>
      </p:sp>
      <p:sp>
        <p:nvSpPr>
          <p:cNvPr id="292876" name="Oval 12">
            <a:extLst>
              <a:ext uri="{FF2B5EF4-FFF2-40B4-BE49-F238E27FC236}">
                <a16:creationId xmlns:a16="http://schemas.microsoft.com/office/drawing/2014/main" id="{6DA84B8F-0C9D-DB82-A8A9-C2EE7590438C}"/>
              </a:ext>
            </a:extLst>
          </p:cNvPr>
          <p:cNvSpPr>
            <a:spLocks noChangeArrowheads="1"/>
          </p:cNvSpPr>
          <p:nvPr/>
        </p:nvSpPr>
        <p:spPr bwMode="auto">
          <a:xfrm>
            <a:off x="1188938" y="3611563"/>
            <a:ext cx="457200" cy="457200"/>
          </a:xfrm>
          <a:prstGeom prst="ellipse">
            <a:avLst/>
          </a:prstGeom>
          <a:gradFill rotWithShape="0">
            <a:gsLst>
              <a:gs pos="0">
                <a:schemeClr val="accent1"/>
              </a:gs>
              <a:gs pos="100000">
                <a:schemeClr val="accent1">
                  <a:gamma/>
                  <a:shade val="46275"/>
                  <a:invGamma/>
                </a:schemeClr>
              </a:gs>
            </a:gsLst>
            <a:path path="rect">
              <a:fillToRect r="100000" b="100000"/>
            </a:path>
          </a:gradFill>
          <a:ln w="38100">
            <a:noFill/>
            <a:round/>
            <a:headEnd/>
            <a:tailEnd/>
          </a:ln>
          <a:effectLst/>
        </p:spPr>
        <p:txBody>
          <a:bodyPr wrap="none" anchor="ctr"/>
          <a:lstStyle/>
          <a:p>
            <a:pPr eaLnBrk="1" fontAlgn="auto" hangingPunct="1">
              <a:spcBef>
                <a:spcPts val="0"/>
              </a:spcBef>
              <a:spcAft>
                <a:spcPts val="0"/>
              </a:spcAft>
              <a:defRPr/>
            </a:pPr>
            <a:endParaRPr lang="zh-CN" altLang="en-US">
              <a:latin typeface="Times New Roman" charset="0"/>
              <a:ea typeface="+mn-ea"/>
            </a:endParaRPr>
          </a:p>
        </p:txBody>
      </p:sp>
      <p:sp>
        <p:nvSpPr>
          <p:cNvPr id="64525" name="Text Box 13">
            <a:extLst>
              <a:ext uri="{FF2B5EF4-FFF2-40B4-BE49-F238E27FC236}">
                <a16:creationId xmlns:a16="http://schemas.microsoft.com/office/drawing/2014/main" id="{7340C16F-5464-FD3A-1D27-66A4832E1D1A}"/>
              </a:ext>
            </a:extLst>
          </p:cNvPr>
          <p:cNvSpPr txBox="1">
            <a:spLocks noChangeArrowheads="1"/>
          </p:cNvSpPr>
          <p:nvPr/>
        </p:nvSpPr>
        <p:spPr bwMode="auto">
          <a:xfrm>
            <a:off x="1493738" y="1736725"/>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i="1">
                <a:solidFill>
                  <a:srgbClr val="FFFFCC"/>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64526" name="Text Box 14">
            <a:extLst>
              <a:ext uri="{FF2B5EF4-FFF2-40B4-BE49-F238E27FC236}">
                <a16:creationId xmlns:a16="http://schemas.microsoft.com/office/drawing/2014/main" id="{4EA64F30-7AFD-5DB2-340D-3E458ECEF87C}"/>
              </a:ext>
            </a:extLst>
          </p:cNvPr>
          <p:cNvSpPr txBox="1">
            <a:spLocks noChangeArrowheads="1"/>
          </p:cNvSpPr>
          <p:nvPr/>
        </p:nvSpPr>
        <p:spPr bwMode="auto">
          <a:xfrm>
            <a:off x="731738" y="25447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i="1">
                <a:solidFill>
                  <a:srgbClr val="FFFFCC"/>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64527" name="Text Box 15">
            <a:extLst>
              <a:ext uri="{FF2B5EF4-FFF2-40B4-BE49-F238E27FC236}">
                <a16:creationId xmlns:a16="http://schemas.microsoft.com/office/drawing/2014/main" id="{48D746D9-716B-BC81-EB23-5C13D27CF08D}"/>
              </a:ext>
            </a:extLst>
          </p:cNvPr>
          <p:cNvSpPr txBox="1">
            <a:spLocks noChangeArrowheads="1"/>
          </p:cNvSpPr>
          <p:nvPr/>
        </p:nvSpPr>
        <p:spPr bwMode="auto">
          <a:xfrm>
            <a:off x="2271613" y="2498725"/>
            <a:ext cx="3651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i="1">
                <a:solidFill>
                  <a:srgbClr val="FFFFCC"/>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64528" name="Text Box 16">
            <a:extLst>
              <a:ext uri="{FF2B5EF4-FFF2-40B4-BE49-F238E27FC236}">
                <a16:creationId xmlns:a16="http://schemas.microsoft.com/office/drawing/2014/main" id="{EA7F7A0D-35C8-CDC5-C5B3-F8F38BBC390B}"/>
              </a:ext>
            </a:extLst>
          </p:cNvPr>
          <p:cNvSpPr txBox="1">
            <a:spLocks noChangeArrowheads="1"/>
          </p:cNvSpPr>
          <p:nvPr/>
        </p:nvSpPr>
        <p:spPr bwMode="auto">
          <a:xfrm>
            <a:off x="1188938" y="3535363"/>
            <a:ext cx="381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i="1">
                <a:solidFill>
                  <a:srgbClr val="FFFFCC"/>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64529" name="Text Box 17">
            <a:extLst>
              <a:ext uri="{FF2B5EF4-FFF2-40B4-BE49-F238E27FC236}">
                <a16:creationId xmlns:a16="http://schemas.microsoft.com/office/drawing/2014/main" id="{5D769300-9DB0-CD31-9BEF-BA8D98760A81}"/>
              </a:ext>
            </a:extLst>
          </p:cNvPr>
          <p:cNvSpPr txBox="1">
            <a:spLocks noChangeArrowheads="1"/>
          </p:cNvSpPr>
          <p:nvPr/>
        </p:nvSpPr>
        <p:spPr bwMode="auto">
          <a:xfrm>
            <a:off x="1874738" y="3489325"/>
            <a:ext cx="228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i="1">
                <a:solidFill>
                  <a:srgbClr val="FFFFCC"/>
                </a:solidFill>
                <a:latin typeface="Times New Roman" panose="02020603050405020304" pitchFamily="18"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64530" name="Rectangle 18">
            <a:extLst>
              <a:ext uri="{FF2B5EF4-FFF2-40B4-BE49-F238E27FC236}">
                <a16:creationId xmlns:a16="http://schemas.microsoft.com/office/drawing/2014/main" id="{5B2C95F6-DAAD-A5D1-2575-E688ED858131}"/>
              </a:ext>
            </a:extLst>
          </p:cNvPr>
          <p:cNvSpPr>
            <a:spLocks noChangeArrowheads="1"/>
          </p:cNvSpPr>
          <p:nvPr/>
        </p:nvSpPr>
        <p:spPr bwMode="auto">
          <a:xfrm>
            <a:off x="3341588" y="1858963"/>
            <a:ext cx="609600" cy="1493837"/>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64531" name="Line 19">
            <a:extLst>
              <a:ext uri="{FF2B5EF4-FFF2-40B4-BE49-F238E27FC236}">
                <a16:creationId xmlns:a16="http://schemas.microsoft.com/office/drawing/2014/main" id="{C1F9B3A9-B37A-0B70-AC45-083B46F3B72D}"/>
              </a:ext>
            </a:extLst>
          </p:cNvPr>
          <p:cNvSpPr>
            <a:spLocks noChangeShapeType="1"/>
          </p:cNvSpPr>
          <p:nvPr/>
        </p:nvSpPr>
        <p:spPr bwMode="auto">
          <a:xfrm>
            <a:off x="3341588" y="2895600"/>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32" name="Line 20">
            <a:extLst>
              <a:ext uri="{FF2B5EF4-FFF2-40B4-BE49-F238E27FC236}">
                <a16:creationId xmlns:a16="http://schemas.microsoft.com/office/drawing/2014/main" id="{2F5C752B-22D8-EEF2-A0F2-5E8736D31D9C}"/>
              </a:ext>
            </a:extLst>
          </p:cNvPr>
          <p:cNvSpPr>
            <a:spLocks noChangeShapeType="1"/>
          </p:cNvSpPr>
          <p:nvPr/>
        </p:nvSpPr>
        <p:spPr bwMode="auto">
          <a:xfrm flipH="1">
            <a:off x="1036538" y="2163763"/>
            <a:ext cx="381000" cy="381000"/>
          </a:xfrm>
          <a:prstGeom prst="line">
            <a:avLst/>
          </a:prstGeom>
          <a:noFill/>
          <a:ln w="28575">
            <a:solidFill>
              <a:schemeClr val="tx2"/>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33" name="Text Box 21">
            <a:extLst>
              <a:ext uri="{FF2B5EF4-FFF2-40B4-BE49-F238E27FC236}">
                <a16:creationId xmlns:a16="http://schemas.microsoft.com/office/drawing/2014/main" id="{D6F73A34-2CB0-66DD-29F5-68A4A6F2F329}"/>
              </a:ext>
            </a:extLst>
          </p:cNvPr>
          <p:cNvSpPr txBox="1">
            <a:spLocks noChangeArrowheads="1"/>
          </p:cNvSpPr>
          <p:nvPr/>
        </p:nvSpPr>
        <p:spPr bwMode="auto">
          <a:xfrm>
            <a:off x="3471763" y="2406650"/>
            <a:ext cx="36195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i="1">
                <a:solidFill>
                  <a:schemeClr val="accent2"/>
                </a:solidFill>
                <a:latin typeface="Times New Roman" panose="02020603050405020304" pitchFamily="18" charset="0"/>
                <a:ea typeface="宋体" panose="02010600030101010101" pitchFamily="2" charset="-122"/>
              </a:rPr>
              <a:t>b</a:t>
            </a:r>
          </a:p>
          <a:p>
            <a:pPr algn="ctr" eaLnBrk="1" hangingPunct="1"/>
            <a:r>
              <a:rPr kumimoji="1" lang="en-US" altLang="zh-CN" sz="2800" b="1" i="1">
                <a:solidFill>
                  <a:schemeClr val="accent2"/>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64534" name="Line 22">
            <a:extLst>
              <a:ext uri="{FF2B5EF4-FFF2-40B4-BE49-F238E27FC236}">
                <a16:creationId xmlns:a16="http://schemas.microsoft.com/office/drawing/2014/main" id="{B5BCFBF6-2F27-D06B-C2A8-B2015CD89534}"/>
              </a:ext>
            </a:extLst>
          </p:cNvPr>
          <p:cNvSpPr>
            <a:spLocks noChangeShapeType="1"/>
          </p:cNvSpPr>
          <p:nvPr/>
        </p:nvSpPr>
        <p:spPr bwMode="auto">
          <a:xfrm>
            <a:off x="960338" y="3230563"/>
            <a:ext cx="228600" cy="457200"/>
          </a:xfrm>
          <a:prstGeom prst="line">
            <a:avLst/>
          </a:prstGeom>
          <a:noFill/>
          <a:ln w="38100">
            <a:solidFill>
              <a:schemeClr val="tx2"/>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35" name="Line 23">
            <a:extLst>
              <a:ext uri="{FF2B5EF4-FFF2-40B4-BE49-F238E27FC236}">
                <a16:creationId xmlns:a16="http://schemas.microsoft.com/office/drawing/2014/main" id="{8CC93051-FCDD-B050-98DD-885A9C9F574F}"/>
              </a:ext>
            </a:extLst>
          </p:cNvPr>
          <p:cNvSpPr>
            <a:spLocks noChangeShapeType="1"/>
          </p:cNvSpPr>
          <p:nvPr/>
        </p:nvSpPr>
        <p:spPr bwMode="auto">
          <a:xfrm>
            <a:off x="1265138" y="3078163"/>
            <a:ext cx="228600" cy="457200"/>
          </a:xfrm>
          <a:prstGeom prst="line">
            <a:avLst/>
          </a:prstGeom>
          <a:noFill/>
          <a:ln w="38100">
            <a:solidFill>
              <a:schemeClr val="accent2"/>
            </a:solidFill>
            <a:round/>
            <a:headEnd type="triangle" w="sm" len="med"/>
            <a:tailEnd type="non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36" name="Line 24">
            <a:extLst>
              <a:ext uri="{FF2B5EF4-FFF2-40B4-BE49-F238E27FC236}">
                <a16:creationId xmlns:a16="http://schemas.microsoft.com/office/drawing/2014/main" id="{6E04CE32-D555-40F2-ED1A-AAAE0D841FC9}"/>
              </a:ext>
            </a:extLst>
          </p:cNvPr>
          <p:cNvSpPr>
            <a:spLocks noChangeShapeType="1"/>
          </p:cNvSpPr>
          <p:nvPr/>
        </p:nvSpPr>
        <p:spPr bwMode="auto">
          <a:xfrm flipH="1">
            <a:off x="1265138" y="2392363"/>
            <a:ext cx="381000" cy="381000"/>
          </a:xfrm>
          <a:prstGeom prst="line">
            <a:avLst/>
          </a:prstGeom>
          <a:noFill/>
          <a:ln w="28575">
            <a:solidFill>
              <a:schemeClr val="accent2"/>
            </a:solidFill>
            <a:round/>
            <a:headEnd type="triangle" w="sm" len="med"/>
            <a:tailEnd type="non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37" name="Line 25">
            <a:extLst>
              <a:ext uri="{FF2B5EF4-FFF2-40B4-BE49-F238E27FC236}">
                <a16:creationId xmlns:a16="http://schemas.microsoft.com/office/drawing/2014/main" id="{4E723A79-BF9D-40F0-5221-59456CE28C83}"/>
              </a:ext>
            </a:extLst>
          </p:cNvPr>
          <p:cNvSpPr>
            <a:spLocks noChangeShapeType="1"/>
          </p:cNvSpPr>
          <p:nvPr/>
        </p:nvSpPr>
        <p:spPr bwMode="auto">
          <a:xfrm>
            <a:off x="1798538" y="2392363"/>
            <a:ext cx="381000" cy="381000"/>
          </a:xfrm>
          <a:prstGeom prst="line">
            <a:avLst/>
          </a:prstGeom>
          <a:noFill/>
          <a:ln w="38100">
            <a:solidFill>
              <a:schemeClr val="tx2"/>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38" name="Line 26">
            <a:extLst>
              <a:ext uri="{FF2B5EF4-FFF2-40B4-BE49-F238E27FC236}">
                <a16:creationId xmlns:a16="http://schemas.microsoft.com/office/drawing/2014/main" id="{EC26C66F-284A-9E94-7644-CE0C3FF7A549}"/>
              </a:ext>
            </a:extLst>
          </p:cNvPr>
          <p:cNvSpPr>
            <a:spLocks noChangeShapeType="1"/>
          </p:cNvSpPr>
          <p:nvPr/>
        </p:nvSpPr>
        <p:spPr bwMode="auto">
          <a:xfrm flipH="1">
            <a:off x="2027138" y="3078163"/>
            <a:ext cx="152400" cy="457200"/>
          </a:xfrm>
          <a:prstGeom prst="line">
            <a:avLst/>
          </a:prstGeom>
          <a:noFill/>
          <a:ln w="38100">
            <a:solidFill>
              <a:schemeClr val="tx2"/>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39" name="Line 27">
            <a:extLst>
              <a:ext uri="{FF2B5EF4-FFF2-40B4-BE49-F238E27FC236}">
                <a16:creationId xmlns:a16="http://schemas.microsoft.com/office/drawing/2014/main" id="{7DE22AB1-4E5E-1710-FF2B-961FF1D1F083}"/>
              </a:ext>
            </a:extLst>
          </p:cNvPr>
          <p:cNvSpPr>
            <a:spLocks noChangeShapeType="1"/>
          </p:cNvSpPr>
          <p:nvPr/>
        </p:nvSpPr>
        <p:spPr bwMode="auto">
          <a:xfrm flipH="1">
            <a:off x="2331938" y="3230563"/>
            <a:ext cx="152400" cy="457200"/>
          </a:xfrm>
          <a:prstGeom prst="line">
            <a:avLst/>
          </a:prstGeom>
          <a:noFill/>
          <a:ln w="38100">
            <a:solidFill>
              <a:schemeClr val="accent2"/>
            </a:solidFill>
            <a:round/>
            <a:headEnd type="triangle" w="sm" len="med"/>
            <a:tailEnd type="non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40" name="Line 28">
            <a:extLst>
              <a:ext uri="{FF2B5EF4-FFF2-40B4-BE49-F238E27FC236}">
                <a16:creationId xmlns:a16="http://schemas.microsoft.com/office/drawing/2014/main" id="{80E9B9D7-D0ED-56F7-E5FD-17D5737DBBE3}"/>
              </a:ext>
            </a:extLst>
          </p:cNvPr>
          <p:cNvSpPr>
            <a:spLocks noChangeShapeType="1"/>
          </p:cNvSpPr>
          <p:nvPr/>
        </p:nvSpPr>
        <p:spPr bwMode="auto">
          <a:xfrm>
            <a:off x="2027138" y="2163763"/>
            <a:ext cx="381000" cy="381000"/>
          </a:xfrm>
          <a:prstGeom prst="line">
            <a:avLst/>
          </a:prstGeom>
          <a:noFill/>
          <a:ln w="38100">
            <a:solidFill>
              <a:schemeClr val="accent2"/>
            </a:solidFill>
            <a:round/>
            <a:headEnd type="triangle" w="sm" len="med"/>
            <a:tailEnd type="non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41" name="Line 29">
            <a:extLst>
              <a:ext uri="{FF2B5EF4-FFF2-40B4-BE49-F238E27FC236}">
                <a16:creationId xmlns:a16="http://schemas.microsoft.com/office/drawing/2014/main" id="{A05B03B3-F704-D6B7-06BF-8A8D381AA945}"/>
              </a:ext>
            </a:extLst>
          </p:cNvPr>
          <p:cNvSpPr>
            <a:spLocks noChangeShapeType="1"/>
          </p:cNvSpPr>
          <p:nvPr/>
        </p:nvSpPr>
        <p:spPr bwMode="auto">
          <a:xfrm>
            <a:off x="3341588" y="1828800"/>
            <a:ext cx="0" cy="15240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42" name="Line 30">
            <a:extLst>
              <a:ext uri="{FF2B5EF4-FFF2-40B4-BE49-F238E27FC236}">
                <a16:creationId xmlns:a16="http://schemas.microsoft.com/office/drawing/2014/main" id="{84D716D1-A91F-09A4-BB5B-AB830E9723AB}"/>
              </a:ext>
            </a:extLst>
          </p:cNvPr>
          <p:cNvSpPr>
            <a:spLocks noChangeShapeType="1"/>
          </p:cNvSpPr>
          <p:nvPr/>
        </p:nvSpPr>
        <p:spPr bwMode="auto">
          <a:xfrm>
            <a:off x="3951188" y="1828800"/>
            <a:ext cx="0" cy="15240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43" name="Line 31">
            <a:extLst>
              <a:ext uri="{FF2B5EF4-FFF2-40B4-BE49-F238E27FC236}">
                <a16:creationId xmlns:a16="http://schemas.microsoft.com/office/drawing/2014/main" id="{C0F87DB4-6778-41E3-0573-7D62F67C2705}"/>
              </a:ext>
            </a:extLst>
          </p:cNvPr>
          <p:cNvSpPr>
            <a:spLocks noChangeShapeType="1"/>
          </p:cNvSpPr>
          <p:nvPr/>
        </p:nvSpPr>
        <p:spPr bwMode="auto">
          <a:xfrm>
            <a:off x="3341588" y="3352800"/>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44" name="Line 32">
            <a:extLst>
              <a:ext uri="{FF2B5EF4-FFF2-40B4-BE49-F238E27FC236}">
                <a16:creationId xmlns:a16="http://schemas.microsoft.com/office/drawing/2014/main" id="{49219354-2188-EB3A-D64E-46D3EA5519DD}"/>
              </a:ext>
            </a:extLst>
          </p:cNvPr>
          <p:cNvSpPr>
            <a:spLocks noChangeShapeType="1"/>
          </p:cNvSpPr>
          <p:nvPr/>
        </p:nvSpPr>
        <p:spPr bwMode="auto">
          <a:xfrm>
            <a:off x="4332188" y="2895600"/>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45" name="Text Box 33">
            <a:extLst>
              <a:ext uri="{FF2B5EF4-FFF2-40B4-BE49-F238E27FC236}">
                <a16:creationId xmlns:a16="http://schemas.microsoft.com/office/drawing/2014/main" id="{4F08AE58-0DE4-D123-BEE8-B0F9CA3310AD}"/>
              </a:ext>
            </a:extLst>
          </p:cNvPr>
          <p:cNvSpPr txBox="1">
            <a:spLocks noChangeArrowheads="1"/>
          </p:cNvSpPr>
          <p:nvPr/>
        </p:nvSpPr>
        <p:spPr bwMode="auto">
          <a:xfrm>
            <a:off x="4449663" y="28194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i="1">
                <a:solidFill>
                  <a:schemeClr val="accent2"/>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64546" name="Line 34">
            <a:extLst>
              <a:ext uri="{FF2B5EF4-FFF2-40B4-BE49-F238E27FC236}">
                <a16:creationId xmlns:a16="http://schemas.microsoft.com/office/drawing/2014/main" id="{66339398-7341-057C-A53A-699503A9342B}"/>
              </a:ext>
            </a:extLst>
          </p:cNvPr>
          <p:cNvSpPr>
            <a:spLocks noChangeShapeType="1"/>
          </p:cNvSpPr>
          <p:nvPr/>
        </p:nvSpPr>
        <p:spPr bwMode="auto">
          <a:xfrm>
            <a:off x="4332188" y="1828800"/>
            <a:ext cx="0" cy="15240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47" name="Line 35">
            <a:extLst>
              <a:ext uri="{FF2B5EF4-FFF2-40B4-BE49-F238E27FC236}">
                <a16:creationId xmlns:a16="http://schemas.microsoft.com/office/drawing/2014/main" id="{41CB184B-FB1A-C936-A7CB-FE0EAAC23F5F}"/>
              </a:ext>
            </a:extLst>
          </p:cNvPr>
          <p:cNvSpPr>
            <a:spLocks noChangeShapeType="1"/>
          </p:cNvSpPr>
          <p:nvPr/>
        </p:nvSpPr>
        <p:spPr bwMode="auto">
          <a:xfrm>
            <a:off x="4941788" y="1828800"/>
            <a:ext cx="0" cy="15240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48" name="Line 36">
            <a:extLst>
              <a:ext uri="{FF2B5EF4-FFF2-40B4-BE49-F238E27FC236}">
                <a16:creationId xmlns:a16="http://schemas.microsoft.com/office/drawing/2014/main" id="{BB3FC1DE-86B7-99C7-158F-5223815A28D5}"/>
              </a:ext>
            </a:extLst>
          </p:cNvPr>
          <p:cNvSpPr>
            <a:spLocks noChangeShapeType="1"/>
          </p:cNvSpPr>
          <p:nvPr/>
        </p:nvSpPr>
        <p:spPr bwMode="auto">
          <a:xfrm>
            <a:off x="4332188" y="3352800"/>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49" name="Line 37">
            <a:extLst>
              <a:ext uri="{FF2B5EF4-FFF2-40B4-BE49-F238E27FC236}">
                <a16:creationId xmlns:a16="http://schemas.microsoft.com/office/drawing/2014/main" id="{1D979F7A-A307-72D2-6F29-2FC7D508B439}"/>
              </a:ext>
            </a:extLst>
          </p:cNvPr>
          <p:cNvSpPr>
            <a:spLocks noChangeShapeType="1"/>
          </p:cNvSpPr>
          <p:nvPr/>
        </p:nvSpPr>
        <p:spPr bwMode="auto">
          <a:xfrm>
            <a:off x="4332188" y="2438400"/>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50" name="Rectangle 38">
            <a:extLst>
              <a:ext uri="{FF2B5EF4-FFF2-40B4-BE49-F238E27FC236}">
                <a16:creationId xmlns:a16="http://schemas.microsoft.com/office/drawing/2014/main" id="{E6A882A6-DFA8-CF95-C6FA-559277164D7C}"/>
              </a:ext>
            </a:extLst>
          </p:cNvPr>
          <p:cNvSpPr>
            <a:spLocks noChangeArrowheads="1"/>
          </p:cNvSpPr>
          <p:nvPr/>
        </p:nvSpPr>
        <p:spPr bwMode="auto">
          <a:xfrm>
            <a:off x="5322788" y="1858963"/>
            <a:ext cx="609600" cy="1493837"/>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64551" name="Line 39">
            <a:extLst>
              <a:ext uri="{FF2B5EF4-FFF2-40B4-BE49-F238E27FC236}">
                <a16:creationId xmlns:a16="http://schemas.microsoft.com/office/drawing/2014/main" id="{630EEAC9-AD36-F425-57D7-E8ECBEBD47A7}"/>
              </a:ext>
            </a:extLst>
          </p:cNvPr>
          <p:cNvSpPr>
            <a:spLocks noChangeShapeType="1"/>
          </p:cNvSpPr>
          <p:nvPr/>
        </p:nvSpPr>
        <p:spPr bwMode="auto">
          <a:xfrm>
            <a:off x="5322788" y="2895600"/>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52" name="Text Box 40">
            <a:extLst>
              <a:ext uri="{FF2B5EF4-FFF2-40B4-BE49-F238E27FC236}">
                <a16:creationId xmlns:a16="http://schemas.microsoft.com/office/drawing/2014/main" id="{E7859302-0CC0-4EB5-4E10-7045388AE87F}"/>
              </a:ext>
            </a:extLst>
          </p:cNvPr>
          <p:cNvSpPr txBox="1">
            <a:spLocks noChangeArrowheads="1"/>
          </p:cNvSpPr>
          <p:nvPr/>
        </p:nvSpPr>
        <p:spPr bwMode="auto">
          <a:xfrm>
            <a:off x="5440263" y="2362200"/>
            <a:ext cx="38735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i="1">
                <a:solidFill>
                  <a:schemeClr val="accent2"/>
                </a:solidFill>
                <a:latin typeface="Times New Roman" panose="02020603050405020304" pitchFamily="18" charset="0"/>
                <a:ea typeface="宋体" panose="02010600030101010101" pitchFamily="2" charset="-122"/>
              </a:rPr>
              <a:t>d</a:t>
            </a:r>
          </a:p>
          <a:p>
            <a:pPr algn="ctr" eaLnBrk="1" hangingPunct="1"/>
            <a:r>
              <a:rPr kumimoji="1" lang="en-US" altLang="zh-CN" sz="3200" b="1" i="1">
                <a:solidFill>
                  <a:schemeClr val="accent2"/>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64553" name="Line 41">
            <a:extLst>
              <a:ext uri="{FF2B5EF4-FFF2-40B4-BE49-F238E27FC236}">
                <a16:creationId xmlns:a16="http://schemas.microsoft.com/office/drawing/2014/main" id="{8F4D5803-9220-3EE5-367A-12549DD6F0CA}"/>
              </a:ext>
            </a:extLst>
          </p:cNvPr>
          <p:cNvSpPr>
            <a:spLocks noChangeShapeType="1"/>
          </p:cNvSpPr>
          <p:nvPr/>
        </p:nvSpPr>
        <p:spPr bwMode="auto">
          <a:xfrm>
            <a:off x="5322788" y="1828800"/>
            <a:ext cx="0" cy="15240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54" name="Line 42">
            <a:extLst>
              <a:ext uri="{FF2B5EF4-FFF2-40B4-BE49-F238E27FC236}">
                <a16:creationId xmlns:a16="http://schemas.microsoft.com/office/drawing/2014/main" id="{6E7BE767-C1E6-4011-128C-C1A57EE68B88}"/>
              </a:ext>
            </a:extLst>
          </p:cNvPr>
          <p:cNvSpPr>
            <a:spLocks noChangeShapeType="1"/>
          </p:cNvSpPr>
          <p:nvPr/>
        </p:nvSpPr>
        <p:spPr bwMode="auto">
          <a:xfrm>
            <a:off x="5932388" y="1828800"/>
            <a:ext cx="0" cy="15240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55" name="Line 43">
            <a:extLst>
              <a:ext uri="{FF2B5EF4-FFF2-40B4-BE49-F238E27FC236}">
                <a16:creationId xmlns:a16="http://schemas.microsoft.com/office/drawing/2014/main" id="{E02C0407-6136-66F1-38D0-CA19CB275AB5}"/>
              </a:ext>
            </a:extLst>
          </p:cNvPr>
          <p:cNvSpPr>
            <a:spLocks noChangeShapeType="1"/>
          </p:cNvSpPr>
          <p:nvPr/>
        </p:nvSpPr>
        <p:spPr bwMode="auto">
          <a:xfrm>
            <a:off x="5322788" y="3352800"/>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56" name="Rectangle 44">
            <a:extLst>
              <a:ext uri="{FF2B5EF4-FFF2-40B4-BE49-F238E27FC236}">
                <a16:creationId xmlns:a16="http://schemas.microsoft.com/office/drawing/2014/main" id="{D46EC994-531C-B8EE-AF75-3128868F07EB}"/>
              </a:ext>
            </a:extLst>
          </p:cNvPr>
          <p:cNvSpPr>
            <a:spLocks noChangeArrowheads="1"/>
          </p:cNvSpPr>
          <p:nvPr/>
        </p:nvSpPr>
        <p:spPr bwMode="auto">
          <a:xfrm>
            <a:off x="6313388" y="1858963"/>
            <a:ext cx="609600" cy="1493837"/>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64557" name="Line 45">
            <a:extLst>
              <a:ext uri="{FF2B5EF4-FFF2-40B4-BE49-F238E27FC236}">
                <a16:creationId xmlns:a16="http://schemas.microsoft.com/office/drawing/2014/main" id="{0F454FAA-3871-8246-3EEB-131A1E19701E}"/>
              </a:ext>
            </a:extLst>
          </p:cNvPr>
          <p:cNvSpPr>
            <a:spLocks noChangeShapeType="1"/>
          </p:cNvSpPr>
          <p:nvPr/>
        </p:nvSpPr>
        <p:spPr bwMode="auto">
          <a:xfrm>
            <a:off x="6313388" y="2895600"/>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58" name="Line 46">
            <a:extLst>
              <a:ext uri="{FF2B5EF4-FFF2-40B4-BE49-F238E27FC236}">
                <a16:creationId xmlns:a16="http://schemas.microsoft.com/office/drawing/2014/main" id="{7A7D6ECE-8D86-2888-8633-0F77A632F4E2}"/>
              </a:ext>
            </a:extLst>
          </p:cNvPr>
          <p:cNvSpPr>
            <a:spLocks noChangeShapeType="1"/>
          </p:cNvSpPr>
          <p:nvPr/>
        </p:nvSpPr>
        <p:spPr bwMode="auto">
          <a:xfrm>
            <a:off x="6313388" y="1828800"/>
            <a:ext cx="0" cy="15240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59" name="Line 47">
            <a:extLst>
              <a:ext uri="{FF2B5EF4-FFF2-40B4-BE49-F238E27FC236}">
                <a16:creationId xmlns:a16="http://schemas.microsoft.com/office/drawing/2014/main" id="{ABC87525-58B7-F2D2-2659-122314A3AA1F}"/>
              </a:ext>
            </a:extLst>
          </p:cNvPr>
          <p:cNvSpPr>
            <a:spLocks noChangeShapeType="1"/>
          </p:cNvSpPr>
          <p:nvPr/>
        </p:nvSpPr>
        <p:spPr bwMode="auto">
          <a:xfrm>
            <a:off x="6922988" y="1828800"/>
            <a:ext cx="0" cy="15240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60" name="Line 48">
            <a:extLst>
              <a:ext uri="{FF2B5EF4-FFF2-40B4-BE49-F238E27FC236}">
                <a16:creationId xmlns:a16="http://schemas.microsoft.com/office/drawing/2014/main" id="{1150C65A-8C2C-AF86-7B88-567C0EE4A709}"/>
              </a:ext>
            </a:extLst>
          </p:cNvPr>
          <p:cNvSpPr>
            <a:spLocks noChangeShapeType="1"/>
          </p:cNvSpPr>
          <p:nvPr/>
        </p:nvSpPr>
        <p:spPr bwMode="auto">
          <a:xfrm>
            <a:off x="6313388" y="3352800"/>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61" name="Rectangle 54">
            <a:extLst>
              <a:ext uri="{FF2B5EF4-FFF2-40B4-BE49-F238E27FC236}">
                <a16:creationId xmlns:a16="http://schemas.microsoft.com/office/drawing/2014/main" id="{5C74B0D9-382D-5F18-9341-4991F1CAE61B}"/>
              </a:ext>
            </a:extLst>
          </p:cNvPr>
          <p:cNvSpPr>
            <a:spLocks noChangeArrowheads="1"/>
          </p:cNvSpPr>
          <p:nvPr/>
        </p:nvSpPr>
        <p:spPr bwMode="auto">
          <a:xfrm>
            <a:off x="7303988" y="1858963"/>
            <a:ext cx="609600" cy="1493837"/>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64562" name="Line 55">
            <a:extLst>
              <a:ext uri="{FF2B5EF4-FFF2-40B4-BE49-F238E27FC236}">
                <a16:creationId xmlns:a16="http://schemas.microsoft.com/office/drawing/2014/main" id="{8A94B9C6-11D9-E849-45D0-AD6A4145AE45}"/>
              </a:ext>
            </a:extLst>
          </p:cNvPr>
          <p:cNvSpPr>
            <a:spLocks noChangeShapeType="1"/>
          </p:cNvSpPr>
          <p:nvPr/>
        </p:nvSpPr>
        <p:spPr bwMode="auto">
          <a:xfrm>
            <a:off x="7303988" y="2895600"/>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63" name="Line 56">
            <a:extLst>
              <a:ext uri="{FF2B5EF4-FFF2-40B4-BE49-F238E27FC236}">
                <a16:creationId xmlns:a16="http://schemas.microsoft.com/office/drawing/2014/main" id="{37EB6D7A-7C9A-7A99-6B9A-2206370092E4}"/>
              </a:ext>
            </a:extLst>
          </p:cNvPr>
          <p:cNvSpPr>
            <a:spLocks noChangeShapeType="1"/>
          </p:cNvSpPr>
          <p:nvPr/>
        </p:nvSpPr>
        <p:spPr bwMode="auto">
          <a:xfrm>
            <a:off x="7303988" y="1828800"/>
            <a:ext cx="0" cy="15240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64" name="Line 57">
            <a:extLst>
              <a:ext uri="{FF2B5EF4-FFF2-40B4-BE49-F238E27FC236}">
                <a16:creationId xmlns:a16="http://schemas.microsoft.com/office/drawing/2014/main" id="{11F0F0DA-3B77-706B-7831-D78FBA5E4AA7}"/>
              </a:ext>
            </a:extLst>
          </p:cNvPr>
          <p:cNvSpPr>
            <a:spLocks noChangeShapeType="1"/>
          </p:cNvSpPr>
          <p:nvPr/>
        </p:nvSpPr>
        <p:spPr bwMode="auto">
          <a:xfrm>
            <a:off x="7913588" y="1828800"/>
            <a:ext cx="0" cy="15240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65" name="Line 58">
            <a:extLst>
              <a:ext uri="{FF2B5EF4-FFF2-40B4-BE49-F238E27FC236}">
                <a16:creationId xmlns:a16="http://schemas.microsoft.com/office/drawing/2014/main" id="{8866C5F5-42C2-378E-96AD-68911EBA994C}"/>
              </a:ext>
            </a:extLst>
          </p:cNvPr>
          <p:cNvSpPr>
            <a:spLocks noChangeShapeType="1"/>
          </p:cNvSpPr>
          <p:nvPr/>
        </p:nvSpPr>
        <p:spPr bwMode="auto">
          <a:xfrm>
            <a:off x="7303988" y="3352800"/>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66" name="Line 59">
            <a:extLst>
              <a:ext uri="{FF2B5EF4-FFF2-40B4-BE49-F238E27FC236}">
                <a16:creationId xmlns:a16="http://schemas.microsoft.com/office/drawing/2014/main" id="{91126C3E-E516-5CA8-B285-DE17C13C5DEE}"/>
              </a:ext>
            </a:extLst>
          </p:cNvPr>
          <p:cNvSpPr>
            <a:spLocks noChangeShapeType="1"/>
          </p:cNvSpPr>
          <p:nvPr/>
        </p:nvSpPr>
        <p:spPr bwMode="auto">
          <a:xfrm>
            <a:off x="3341588" y="2438400"/>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67" name="Line 60">
            <a:extLst>
              <a:ext uri="{FF2B5EF4-FFF2-40B4-BE49-F238E27FC236}">
                <a16:creationId xmlns:a16="http://schemas.microsoft.com/office/drawing/2014/main" id="{C6FE57A0-60D7-4BF2-20AF-69CDCA82E2CB}"/>
              </a:ext>
            </a:extLst>
          </p:cNvPr>
          <p:cNvSpPr>
            <a:spLocks noChangeShapeType="1"/>
          </p:cNvSpPr>
          <p:nvPr/>
        </p:nvSpPr>
        <p:spPr bwMode="auto">
          <a:xfrm>
            <a:off x="5322788" y="2438400"/>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68" name="Text Box 61">
            <a:extLst>
              <a:ext uri="{FF2B5EF4-FFF2-40B4-BE49-F238E27FC236}">
                <a16:creationId xmlns:a16="http://schemas.microsoft.com/office/drawing/2014/main" id="{6F93BBE3-1EA6-5A0D-D325-12448F680864}"/>
              </a:ext>
            </a:extLst>
          </p:cNvPr>
          <p:cNvSpPr txBox="1">
            <a:spLocks noChangeArrowheads="1"/>
          </p:cNvSpPr>
          <p:nvPr/>
        </p:nvSpPr>
        <p:spPr bwMode="auto">
          <a:xfrm>
            <a:off x="6459438" y="28194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i="1">
                <a:solidFill>
                  <a:schemeClr val="accent2"/>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64569" name="Text Box 62">
            <a:extLst>
              <a:ext uri="{FF2B5EF4-FFF2-40B4-BE49-F238E27FC236}">
                <a16:creationId xmlns:a16="http://schemas.microsoft.com/office/drawing/2014/main" id="{690459B2-714A-0416-87D8-15C1645CA8CB}"/>
              </a:ext>
            </a:extLst>
          </p:cNvPr>
          <p:cNvSpPr txBox="1">
            <a:spLocks noChangeArrowheads="1"/>
          </p:cNvSpPr>
          <p:nvPr/>
        </p:nvSpPr>
        <p:spPr bwMode="auto">
          <a:xfrm>
            <a:off x="3201888" y="3443288"/>
            <a:ext cx="9017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zh-CN" altLang="en-US" sz="2800" b="1">
                <a:solidFill>
                  <a:schemeClr val="tx2"/>
                </a:solidFill>
                <a:latin typeface="Times New Roman" panose="02020603050405020304" pitchFamily="18" charset="0"/>
                <a:ea typeface="仿宋_GB2312" pitchFamily="49" charset="-122"/>
              </a:rPr>
              <a:t>左空</a:t>
            </a:r>
            <a:endParaRPr kumimoji="1" lang="zh-CN" altLang="en-US" sz="2400">
              <a:latin typeface="Times New Roman" panose="02020603050405020304" pitchFamily="18" charset="0"/>
              <a:ea typeface="宋体" panose="02010600030101010101" pitchFamily="2" charset="-122"/>
            </a:endParaRPr>
          </a:p>
        </p:txBody>
      </p:sp>
      <p:sp>
        <p:nvSpPr>
          <p:cNvPr id="64570" name="Text Box 63">
            <a:extLst>
              <a:ext uri="{FF2B5EF4-FFF2-40B4-BE49-F238E27FC236}">
                <a16:creationId xmlns:a16="http://schemas.microsoft.com/office/drawing/2014/main" id="{962F685C-41CE-D891-C625-9ADD4B9A78B0}"/>
              </a:ext>
            </a:extLst>
          </p:cNvPr>
          <p:cNvSpPr txBox="1">
            <a:spLocks noChangeArrowheads="1"/>
          </p:cNvSpPr>
          <p:nvPr/>
        </p:nvSpPr>
        <p:spPr bwMode="auto">
          <a:xfrm>
            <a:off x="4192488" y="3429000"/>
            <a:ext cx="9017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zh-CN" altLang="en-US" sz="2800" b="1">
                <a:solidFill>
                  <a:schemeClr val="tx2"/>
                </a:solidFill>
                <a:latin typeface="Times New Roman" panose="02020603050405020304" pitchFamily="18" charset="0"/>
                <a:ea typeface="仿宋_GB2312" pitchFamily="49" charset="-122"/>
              </a:rPr>
              <a:t>退栈</a:t>
            </a:r>
          </a:p>
          <a:p>
            <a:pPr algn="ctr" eaLnBrk="1" hangingPunct="1"/>
            <a:r>
              <a:rPr kumimoji="1" lang="zh-CN" altLang="en-US" sz="2800" b="1">
                <a:solidFill>
                  <a:schemeClr val="tx2"/>
                </a:solidFill>
                <a:latin typeface="Times New Roman" panose="02020603050405020304" pitchFamily="18" charset="0"/>
                <a:ea typeface="仿宋_GB2312" pitchFamily="49" charset="-122"/>
              </a:rPr>
              <a:t>访问</a:t>
            </a:r>
            <a:endParaRPr kumimoji="1" lang="zh-CN" altLang="en-US" sz="2400">
              <a:latin typeface="Times New Roman" panose="02020603050405020304" pitchFamily="18" charset="0"/>
              <a:ea typeface="宋体" panose="02010600030101010101" pitchFamily="2" charset="-122"/>
            </a:endParaRPr>
          </a:p>
        </p:txBody>
      </p:sp>
      <p:sp>
        <p:nvSpPr>
          <p:cNvPr id="64571" name="Text Box 64">
            <a:extLst>
              <a:ext uri="{FF2B5EF4-FFF2-40B4-BE49-F238E27FC236}">
                <a16:creationId xmlns:a16="http://schemas.microsoft.com/office/drawing/2014/main" id="{4BB337BC-B0AE-EEBE-7716-F98A00A1EBA3}"/>
              </a:ext>
            </a:extLst>
          </p:cNvPr>
          <p:cNvSpPr txBox="1">
            <a:spLocks noChangeArrowheads="1"/>
          </p:cNvSpPr>
          <p:nvPr/>
        </p:nvSpPr>
        <p:spPr bwMode="auto">
          <a:xfrm>
            <a:off x="5183088" y="3443288"/>
            <a:ext cx="9017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zh-CN" altLang="en-US" sz="2800" b="1">
                <a:solidFill>
                  <a:schemeClr val="tx2"/>
                </a:solidFill>
                <a:latin typeface="Times New Roman" panose="02020603050405020304" pitchFamily="18" charset="0"/>
                <a:ea typeface="仿宋_GB2312" pitchFamily="49" charset="-122"/>
              </a:rPr>
              <a:t>左空</a:t>
            </a:r>
            <a:endParaRPr kumimoji="1" lang="zh-CN" altLang="en-US" sz="2400">
              <a:latin typeface="Times New Roman" panose="02020603050405020304" pitchFamily="18" charset="0"/>
              <a:ea typeface="宋体" panose="02010600030101010101" pitchFamily="2" charset="-122"/>
            </a:endParaRPr>
          </a:p>
        </p:txBody>
      </p:sp>
      <p:sp>
        <p:nvSpPr>
          <p:cNvPr id="64572" name="Text Box 65">
            <a:extLst>
              <a:ext uri="{FF2B5EF4-FFF2-40B4-BE49-F238E27FC236}">
                <a16:creationId xmlns:a16="http://schemas.microsoft.com/office/drawing/2014/main" id="{AEBC0174-9FD0-2A98-10D6-8314791E21D6}"/>
              </a:ext>
            </a:extLst>
          </p:cNvPr>
          <p:cNvSpPr txBox="1">
            <a:spLocks noChangeArrowheads="1"/>
          </p:cNvSpPr>
          <p:nvPr/>
        </p:nvSpPr>
        <p:spPr bwMode="auto">
          <a:xfrm>
            <a:off x="6173688" y="3429000"/>
            <a:ext cx="9017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zh-CN" altLang="en-US" sz="2800" b="1">
                <a:solidFill>
                  <a:schemeClr val="tx2"/>
                </a:solidFill>
                <a:latin typeface="Times New Roman" panose="02020603050405020304" pitchFamily="18" charset="0"/>
                <a:ea typeface="仿宋_GB2312" pitchFamily="49" charset="-122"/>
              </a:rPr>
              <a:t>退栈</a:t>
            </a:r>
          </a:p>
          <a:p>
            <a:pPr algn="ctr" eaLnBrk="1" hangingPunct="1"/>
            <a:r>
              <a:rPr kumimoji="1" lang="zh-CN" altLang="en-US" sz="2800" b="1">
                <a:solidFill>
                  <a:schemeClr val="tx2"/>
                </a:solidFill>
                <a:latin typeface="Times New Roman" panose="02020603050405020304" pitchFamily="18" charset="0"/>
                <a:ea typeface="仿宋_GB2312" pitchFamily="49" charset="-122"/>
              </a:rPr>
              <a:t>访问</a:t>
            </a:r>
            <a:endParaRPr kumimoji="1" lang="zh-CN" altLang="en-US" sz="2400">
              <a:latin typeface="Times New Roman" panose="02020603050405020304" pitchFamily="18" charset="0"/>
              <a:ea typeface="宋体" panose="02010600030101010101" pitchFamily="2" charset="-122"/>
            </a:endParaRPr>
          </a:p>
        </p:txBody>
      </p:sp>
      <p:sp>
        <p:nvSpPr>
          <p:cNvPr id="64573" name="Text Box 66">
            <a:extLst>
              <a:ext uri="{FF2B5EF4-FFF2-40B4-BE49-F238E27FC236}">
                <a16:creationId xmlns:a16="http://schemas.microsoft.com/office/drawing/2014/main" id="{A514D755-EC59-9FA7-3464-E7EB16ECCFAF}"/>
              </a:ext>
            </a:extLst>
          </p:cNvPr>
          <p:cNvSpPr txBox="1">
            <a:spLocks noChangeArrowheads="1"/>
          </p:cNvSpPr>
          <p:nvPr/>
        </p:nvSpPr>
        <p:spPr bwMode="auto">
          <a:xfrm>
            <a:off x="7164288" y="3429000"/>
            <a:ext cx="9017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zh-CN" altLang="en-US" sz="2800" b="1">
                <a:solidFill>
                  <a:schemeClr val="tx2"/>
                </a:solidFill>
                <a:latin typeface="Times New Roman" panose="02020603050405020304" pitchFamily="18" charset="0"/>
                <a:ea typeface="仿宋_GB2312" pitchFamily="49" charset="-122"/>
              </a:rPr>
              <a:t>退栈</a:t>
            </a:r>
          </a:p>
          <a:p>
            <a:pPr algn="ctr" eaLnBrk="1" hangingPunct="1"/>
            <a:r>
              <a:rPr kumimoji="1" lang="zh-CN" altLang="en-US" sz="2800" b="1">
                <a:solidFill>
                  <a:schemeClr val="tx2"/>
                </a:solidFill>
                <a:latin typeface="Times New Roman" panose="02020603050405020304" pitchFamily="18" charset="0"/>
                <a:ea typeface="仿宋_GB2312" pitchFamily="49" charset="-122"/>
              </a:rPr>
              <a:t>访问</a:t>
            </a:r>
            <a:endParaRPr kumimoji="1" lang="zh-CN" altLang="en-US" sz="2400">
              <a:latin typeface="Times New Roman" panose="02020603050405020304" pitchFamily="18" charset="0"/>
              <a:ea typeface="宋体" panose="02010600030101010101" pitchFamily="2" charset="-122"/>
            </a:endParaRPr>
          </a:p>
        </p:txBody>
      </p:sp>
      <p:sp>
        <p:nvSpPr>
          <p:cNvPr id="64574" name="Rectangle 67">
            <a:extLst>
              <a:ext uri="{FF2B5EF4-FFF2-40B4-BE49-F238E27FC236}">
                <a16:creationId xmlns:a16="http://schemas.microsoft.com/office/drawing/2014/main" id="{F8BD9C0A-B8E7-DAE0-FE57-034CB44C098F}"/>
              </a:ext>
            </a:extLst>
          </p:cNvPr>
          <p:cNvSpPr>
            <a:spLocks noChangeArrowheads="1"/>
          </p:cNvSpPr>
          <p:nvPr/>
        </p:nvSpPr>
        <p:spPr bwMode="auto">
          <a:xfrm>
            <a:off x="903188" y="4449763"/>
            <a:ext cx="609600" cy="1493837"/>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64575" name="Line 68">
            <a:extLst>
              <a:ext uri="{FF2B5EF4-FFF2-40B4-BE49-F238E27FC236}">
                <a16:creationId xmlns:a16="http://schemas.microsoft.com/office/drawing/2014/main" id="{A1777F3E-7D99-D1D9-E23C-A16367C8E194}"/>
              </a:ext>
            </a:extLst>
          </p:cNvPr>
          <p:cNvSpPr>
            <a:spLocks noChangeShapeType="1"/>
          </p:cNvSpPr>
          <p:nvPr/>
        </p:nvSpPr>
        <p:spPr bwMode="auto">
          <a:xfrm>
            <a:off x="903188" y="5486400"/>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76" name="Line 69">
            <a:extLst>
              <a:ext uri="{FF2B5EF4-FFF2-40B4-BE49-F238E27FC236}">
                <a16:creationId xmlns:a16="http://schemas.microsoft.com/office/drawing/2014/main" id="{C6314C71-E4C9-D697-8F5A-85B47A970456}"/>
              </a:ext>
            </a:extLst>
          </p:cNvPr>
          <p:cNvSpPr>
            <a:spLocks noChangeShapeType="1"/>
          </p:cNvSpPr>
          <p:nvPr/>
        </p:nvSpPr>
        <p:spPr bwMode="auto">
          <a:xfrm>
            <a:off x="903188" y="4419600"/>
            <a:ext cx="0" cy="15240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77" name="Line 70">
            <a:extLst>
              <a:ext uri="{FF2B5EF4-FFF2-40B4-BE49-F238E27FC236}">
                <a16:creationId xmlns:a16="http://schemas.microsoft.com/office/drawing/2014/main" id="{3AB2F9A0-368C-842C-D764-2347AE6F38B7}"/>
              </a:ext>
            </a:extLst>
          </p:cNvPr>
          <p:cNvSpPr>
            <a:spLocks noChangeShapeType="1"/>
          </p:cNvSpPr>
          <p:nvPr/>
        </p:nvSpPr>
        <p:spPr bwMode="auto">
          <a:xfrm>
            <a:off x="1512788" y="4419600"/>
            <a:ext cx="0" cy="15240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78" name="Line 71">
            <a:extLst>
              <a:ext uri="{FF2B5EF4-FFF2-40B4-BE49-F238E27FC236}">
                <a16:creationId xmlns:a16="http://schemas.microsoft.com/office/drawing/2014/main" id="{C4CA21F2-2725-FA27-85DD-0B289D9A4574}"/>
              </a:ext>
            </a:extLst>
          </p:cNvPr>
          <p:cNvSpPr>
            <a:spLocks noChangeShapeType="1"/>
          </p:cNvSpPr>
          <p:nvPr/>
        </p:nvSpPr>
        <p:spPr bwMode="auto">
          <a:xfrm>
            <a:off x="903188" y="5943600"/>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79" name="Text Box 73">
            <a:extLst>
              <a:ext uri="{FF2B5EF4-FFF2-40B4-BE49-F238E27FC236}">
                <a16:creationId xmlns:a16="http://schemas.microsoft.com/office/drawing/2014/main" id="{484CE38C-3334-48E0-EE41-7FEFFA92C48B}"/>
              </a:ext>
            </a:extLst>
          </p:cNvPr>
          <p:cNvSpPr txBox="1">
            <a:spLocks noChangeArrowheads="1"/>
          </p:cNvSpPr>
          <p:nvPr/>
        </p:nvSpPr>
        <p:spPr bwMode="auto">
          <a:xfrm>
            <a:off x="750788" y="6034088"/>
            <a:ext cx="9017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zh-CN" altLang="en-US" sz="2800" b="1">
                <a:solidFill>
                  <a:schemeClr val="tx2"/>
                </a:solidFill>
                <a:latin typeface="Times New Roman" panose="02020603050405020304" pitchFamily="18" charset="0"/>
                <a:ea typeface="仿宋_GB2312" pitchFamily="49" charset="-122"/>
              </a:rPr>
              <a:t>左空</a:t>
            </a:r>
            <a:endParaRPr kumimoji="1" lang="zh-CN" altLang="en-US" sz="2400">
              <a:latin typeface="Times New Roman" panose="02020603050405020304" pitchFamily="18" charset="0"/>
              <a:ea typeface="宋体" panose="02010600030101010101" pitchFamily="2" charset="-122"/>
            </a:endParaRPr>
          </a:p>
        </p:txBody>
      </p:sp>
      <p:sp>
        <p:nvSpPr>
          <p:cNvPr id="64580" name="Text Box 74">
            <a:extLst>
              <a:ext uri="{FF2B5EF4-FFF2-40B4-BE49-F238E27FC236}">
                <a16:creationId xmlns:a16="http://schemas.microsoft.com/office/drawing/2014/main" id="{940695D7-8555-92E0-FA02-F28B9C6D2364}"/>
              </a:ext>
            </a:extLst>
          </p:cNvPr>
          <p:cNvSpPr txBox="1">
            <a:spLocks noChangeArrowheads="1"/>
          </p:cNvSpPr>
          <p:nvPr/>
        </p:nvSpPr>
        <p:spPr bwMode="auto">
          <a:xfrm>
            <a:off x="1055588" y="4953000"/>
            <a:ext cx="36512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i="1">
                <a:solidFill>
                  <a:schemeClr val="accent2"/>
                </a:solidFill>
                <a:latin typeface="Times New Roman" panose="02020603050405020304" pitchFamily="18" charset="0"/>
                <a:ea typeface="宋体" panose="02010600030101010101" pitchFamily="2" charset="-122"/>
              </a:rPr>
              <a:t>e</a:t>
            </a:r>
          </a:p>
          <a:p>
            <a:pPr algn="ctr" eaLnBrk="1" hangingPunct="1"/>
            <a:r>
              <a:rPr kumimoji="1" lang="en-US" altLang="zh-CN" sz="3200" b="1" i="1">
                <a:solidFill>
                  <a:schemeClr val="accent2"/>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64581" name="Line 75">
            <a:extLst>
              <a:ext uri="{FF2B5EF4-FFF2-40B4-BE49-F238E27FC236}">
                <a16:creationId xmlns:a16="http://schemas.microsoft.com/office/drawing/2014/main" id="{4129ABD5-8E0B-2DBE-96C6-0E661A9115C3}"/>
              </a:ext>
            </a:extLst>
          </p:cNvPr>
          <p:cNvSpPr>
            <a:spLocks noChangeShapeType="1"/>
          </p:cNvSpPr>
          <p:nvPr/>
        </p:nvSpPr>
        <p:spPr bwMode="auto">
          <a:xfrm>
            <a:off x="903188" y="5029200"/>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82" name="Rectangle 77">
            <a:extLst>
              <a:ext uri="{FF2B5EF4-FFF2-40B4-BE49-F238E27FC236}">
                <a16:creationId xmlns:a16="http://schemas.microsoft.com/office/drawing/2014/main" id="{F3146A0A-34DA-D887-77D1-B3DC4E34A4D3}"/>
              </a:ext>
            </a:extLst>
          </p:cNvPr>
          <p:cNvSpPr>
            <a:spLocks noChangeArrowheads="1"/>
          </p:cNvSpPr>
          <p:nvPr/>
        </p:nvSpPr>
        <p:spPr bwMode="auto">
          <a:xfrm>
            <a:off x="2198588" y="4449763"/>
            <a:ext cx="609600" cy="1493837"/>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64583" name="Line 78">
            <a:extLst>
              <a:ext uri="{FF2B5EF4-FFF2-40B4-BE49-F238E27FC236}">
                <a16:creationId xmlns:a16="http://schemas.microsoft.com/office/drawing/2014/main" id="{D9D01E60-AD6D-CD6A-DEFC-77A38E8AB1F0}"/>
              </a:ext>
            </a:extLst>
          </p:cNvPr>
          <p:cNvSpPr>
            <a:spLocks noChangeShapeType="1"/>
          </p:cNvSpPr>
          <p:nvPr/>
        </p:nvSpPr>
        <p:spPr bwMode="auto">
          <a:xfrm>
            <a:off x="2198588" y="5486400"/>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84" name="Line 79">
            <a:extLst>
              <a:ext uri="{FF2B5EF4-FFF2-40B4-BE49-F238E27FC236}">
                <a16:creationId xmlns:a16="http://schemas.microsoft.com/office/drawing/2014/main" id="{23CEB33A-AC77-440A-4CFD-C366536BD495}"/>
              </a:ext>
            </a:extLst>
          </p:cNvPr>
          <p:cNvSpPr>
            <a:spLocks noChangeShapeType="1"/>
          </p:cNvSpPr>
          <p:nvPr/>
        </p:nvSpPr>
        <p:spPr bwMode="auto">
          <a:xfrm>
            <a:off x="2198588" y="4419600"/>
            <a:ext cx="0" cy="15240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85" name="Line 80">
            <a:extLst>
              <a:ext uri="{FF2B5EF4-FFF2-40B4-BE49-F238E27FC236}">
                <a16:creationId xmlns:a16="http://schemas.microsoft.com/office/drawing/2014/main" id="{40BBE484-3F3D-E214-A896-E338D260617B}"/>
              </a:ext>
            </a:extLst>
          </p:cNvPr>
          <p:cNvSpPr>
            <a:spLocks noChangeShapeType="1"/>
          </p:cNvSpPr>
          <p:nvPr/>
        </p:nvSpPr>
        <p:spPr bwMode="auto">
          <a:xfrm>
            <a:off x="2808188" y="4419600"/>
            <a:ext cx="0" cy="15240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86" name="Line 81">
            <a:extLst>
              <a:ext uri="{FF2B5EF4-FFF2-40B4-BE49-F238E27FC236}">
                <a16:creationId xmlns:a16="http://schemas.microsoft.com/office/drawing/2014/main" id="{CA76129D-7D89-6BD1-EDE4-879EFD06BC33}"/>
              </a:ext>
            </a:extLst>
          </p:cNvPr>
          <p:cNvSpPr>
            <a:spLocks noChangeShapeType="1"/>
          </p:cNvSpPr>
          <p:nvPr/>
        </p:nvSpPr>
        <p:spPr bwMode="auto">
          <a:xfrm>
            <a:off x="2198588" y="5943600"/>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87" name="Rectangle 82">
            <a:extLst>
              <a:ext uri="{FF2B5EF4-FFF2-40B4-BE49-F238E27FC236}">
                <a16:creationId xmlns:a16="http://schemas.microsoft.com/office/drawing/2014/main" id="{FADECF42-8490-ED46-CECF-9CD46B82A043}"/>
              </a:ext>
            </a:extLst>
          </p:cNvPr>
          <p:cNvSpPr>
            <a:spLocks noChangeArrowheads="1"/>
          </p:cNvSpPr>
          <p:nvPr/>
        </p:nvSpPr>
        <p:spPr bwMode="auto">
          <a:xfrm>
            <a:off x="3493988" y="4449763"/>
            <a:ext cx="609600" cy="1493837"/>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64588" name="Line 83">
            <a:extLst>
              <a:ext uri="{FF2B5EF4-FFF2-40B4-BE49-F238E27FC236}">
                <a16:creationId xmlns:a16="http://schemas.microsoft.com/office/drawing/2014/main" id="{A7F3DCB2-3AD0-490B-F030-AECAAA848A4E}"/>
              </a:ext>
            </a:extLst>
          </p:cNvPr>
          <p:cNvSpPr>
            <a:spLocks noChangeShapeType="1"/>
          </p:cNvSpPr>
          <p:nvPr/>
        </p:nvSpPr>
        <p:spPr bwMode="auto">
          <a:xfrm>
            <a:off x="3493988" y="5486400"/>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89" name="Line 84">
            <a:extLst>
              <a:ext uri="{FF2B5EF4-FFF2-40B4-BE49-F238E27FC236}">
                <a16:creationId xmlns:a16="http://schemas.microsoft.com/office/drawing/2014/main" id="{280026A1-2EEB-3D52-953A-A48C9D7CB251}"/>
              </a:ext>
            </a:extLst>
          </p:cNvPr>
          <p:cNvSpPr>
            <a:spLocks noChangeShapeType="1"/>
          </p:cNvSpPr>
          <p:nvPr/>
        </p:nvSpPr>
        <p:spPr bwMode="auto">
          <a:xfrm>
            <a:off x="3493988" y="4419600"/>
            <a:ext cx="0" cy="15240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90" name="Line 85">
            <a:extLst>
              <a:ext uri="{FF2B5EF4-FFF2-40B4-BE49-F238E27FC236}">
                <a16:creationId xmlns:a16="http://schemas.microsoft.com/office/drawing/2014/main" id="{F48383A0-7F88-C85C-D52D-FED6C3C2C0C8}"/>
              </a:ext>
            </a:extLst>
          </p:cNvPr>
          <p:cNvSpPr>
            <a:spLocks noChangeShapeType="1"/>
          </p:cNvSpPr>
          <p:nvPr/>
        </p:nvSpPr>
        <p:spPr bwMode="auto">
          <a:xfrm>
            <a:off x="4103588" y="4419600"/>
            <a:ext cx="0" cy="15240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91" name="Line 86">
            <a:extLst>
              <a:ext uri="{FF2B5EF4-FFF2-40B4-BE49-F238E27FC236}">
                <a16:creationId xmlns:a16="http://schemas.microsoft.com/office/drawing/2014/main" id="{20BCF562-802E-122E-A0D1-FF931C6B727C}"/>
              </a:ext>
            </a:extLst>
          </p:cNvPr>
          <p:cNvSpPr>
            <a:spLocks noChangeShapeType="1"/>
          </p:cNvSpPr>
          <p:nvPr/>
        </p:nvSpPr>
        <p:spPr bwMode="auto">
          <a:xfrm>
            <a:off x="3493988" y="5943600"/>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92" name="Rectangle 87">
            <a:extLst>
              <a:ext uri="{FF2B5EF4-FFF2-40B4-BE49-F238E27FC236}">
                <a16:creationId xmlns:a16="http://schemas.microsoft.com/office/drawing/2014/main" id="{043E97A6-94C7-46E6-FF95-353B2E464D74}"/>
              </a:ext>
            </a:extLst>
          </p:cNvPr>
          <p:cNvSpPr>
            <a:spLocks noChangeArrowheads="1"/>
          </p:cNvSpPr>
          <p:nvPr/>
        </p:nvSpPr>
        <p:spPr bwMode="auto">
          <a:xfrm>
            <a:off x="4789388" y="4449763"/>
            <a:ext cx="609600" cy="1493837"/>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64593" name="Line 88">
            <a:extLst>
              <a:ext uri="{FF2B5EF4-FFF2-40B4-BE49-F238E27FC236}">
                <a16:creationId xmlns:a16="http://schemas.microsoft.com/office/drawing/2014/main" id="{16704314-F2C3-E449-1223-0C2F8CD9C6B1}"/>
              </a:ext>
            </a:extLst>
          </p:cNvPr>
          <p:cNvSpPr>
            <a:spLocks noChangeShapeType="1"/>
          </p:cNvSpPr>
          <p:nvPr/>
        </p:nvSpPr>
        <p:spPr bwMode="auto">
          <a:xfrm>
            <a:off x="4789388" y="5486400"/>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94" name="Line 89">
            <a:extLst>
              <a:ext uri="{FF2B5EF4-FFF2-40B4-BE49-F238E27FC236}">
                <a16:creationId xmlns:a16="http://schemas.microsoft.com/office/drawing/2014/main" id="{DAA56F27-EA1E-1217-13A7-9CBAB0AB43CA}"/>
              </a:ext>
            </a:extLst>
          </p:cNvPr>
          <p:cNvSpPr>
            <a:spLocks noChangeShapeType="1"/>
          </p:cNvSpPr>
          <p:nvPr/>
        </p:nvSpPr>
        <p:spPr bwMode="auto">
          <a:xfrm>
            <a:off x="4789388" y="4419600"/>
            <a:ext cx="0" cy="15240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95" name="Line 90">
            <a:extLst>
              <a:ext uri="{FF2B5EF4-FFF2-40B4-BE49-F238E27FC236}">
                <a16:creationId xmlns:a16="http://schemas.microsoft.com/office/drawing/2014/main" id="{B7F2CFFE-6806-C754-08AE-8D180EB34BDA}"/>
              </a:ext>
            </a:extLst>
          </p:cNvPr>
          <p:cNvSpPr>
            <a:spLocks noChangeShapeType="1"/>
          </p:cNvSpPr>
          <p:nvPr/>
        </p:nvSpPr>
        <p:spPr bwMode="auto">
          <a:xfrm>
            <a:off x="5398988" y="4419600"/>
            <a:ext cx="0" cy="15240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96" name="Line 91">
            <a:extLst>
              <a:ext uri="{FF2B5EF4-FFF2-40B4-BE49-F238E27FC236}">
                <a16:creationId xmlns:a16="http://schemas.microsoft.com/office/drawing/2014/main" id="{80D205A7-B5FF-8600-6528-4FF86C7200E0}"/>
              </a:ext>
            </a:extLst>
          </p:cNvPr>
          <p:cNvSpPr>
            <a:spLocks noChangeShapeType="1"/>
          </p:cNvSpPr>
          <p:nvPr/>
        </p:nvSpPr>
        <p:spPr bwMode="auto">
          <a:xfrm>
            <a:off x="4789388" y="5943600"/>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97" name="Text Box 92">
            <a:extLst>
              <a:ext uri="{FF2B5EF4-FFF2-40B4-BE49-F238E27FC236}">
                <a16:creationId xmlns:a16="http://schemas.microsoft.com/office/drawing/2014/main" id="{A56F6CE0-EC2C-2423-FB6C-3767AC1F2296}"/>
              </a:ext>
            </a:extLst>
          </p:cNvPr>
          <p:cNvSpPr txBox="1">
            <a:spLocks noChangeArrowheads="1"/>
          </p:cNvSpPr>
          <p:nvPr/>
        </p:nvSpPr>
        <p:spPr bwMode="auto">
          <a:xfrm>
            <a:off x="1588988" y="6034088"/>
            <a:ext cx="18161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zh-CN" altLang="en-US" sz="2800" b="1">
                <a:solidFill>
                  <a:schemeClr val="tx2"/>
                </a:solidFill>
                <a:latin typeface="Times New Roman" panose="02020603050405020304" pitchFamily="18" charset="0"/>
                <a:ea typeface="仿宋_GB2312" pitchFamily="49" charset="-122"/>
              </a:rPr>
              <a:t>退栈访问</a:t>
            </a:r>
            <a:endParaRPr kumimoji="1" lang="zh-CN" altLang="en-US" sz="2400">
              <a:latin typeface="Times New Roman" panose="02020603050405020304" pitchFamily="18" charset="0"/>
              <a:ea typeface="宋体" panose="02010600030101010101" pitchFamily="2" charset="-122"/>
            </a:endParaRPr>
          </a:p>
        </p:txBody>
      </p:sp>
      <p:sp>
        <p:nvSpPr>
          <p:cNvPr id="64598" name="Text Box 93">
            <a:extLst>
              <a:ext uri="{FF2B5EF4-FFF2-40B4-BE49-F238E27FC236}">
                <a16:creationId xmlns:a16="http://schemas.microsoft.com/office/drawing/2014/main" id="{F8312214-9A08-4739-30C4-7F559CACA781}"/>
              </a:ext>
            </a:extLst>
          </p:cNvPr>
          <p:cNvSpPr txBox="1">
            <a:spLocks noChangeArrowheads="1"/>
          </p:cNvSpPr>
          <p:nvPr/>
        </p:nvSpPr>
        <p:spPr bwMode="auto">
          <a:xfrm>
            <a:off x="2350988" y="5410200"/>
            <a:ext cx="3651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i="1">
                <a:solidFill>
                  <a:schemeClr val="accent2"/>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64599" name="Text Box 94">
            <a:extLst>
              <a:ext uri="{FF2B5EF4-FFF2-40B4-BE49-F238E27FC236}">
                <a16:creationId xmlns:a16="http://schemas.microsoft.com/office/drawing/2014/main" id="{A12BC944-EF06-1329-17D9-7E3A6D9850B6}"/>
              </a:ext>
            </a:extLst>
          </p:cNvPr>
          <p:cNvSpPr txBox="1">
            <a:spLocks noChangeArrowheads="1"/>
          </p:cNvSpPr>
          <p:nvPr/>
        </p:nvSpPr>
        <p:spPr bwMode="auto">
          <a:xfrm>
            <a:off x="3646388" y="5410200"/>
            <a:ext cx="3651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i="1">
                <a:solidFill>
                  <a:schemeClr val="accent2"/>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64600" name="Text Box 95">
            <a:extLst>
              <a:ext uri="{FF2B5EF4-FFF2-40B4-BE49-F238E27FC236}">
                <a16:creationId xmlns:a16="http://schemas.microsoft.com/office/drawing/2014/main" id="{47EFA14B-9DC5-7232-90B9-117CC3E922BF}"/>
              </a:ext>
            </a:extLst>
          </p:cNvPr>
          <p:cNvSpPr txBox="1">
            <a:spLocks noChangeArrowheads="1"/>
          </p:cNvSpPr>
          <p:nvPr/>
        </p:nvSpPr>
        <p:spPr bwMode="auto">
          <a:xfrm>
            <a:off x="3354288" y="6034088"/>
            <a:ext cx="9017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zh-CN" altLang="en-US" sz="2800" b="1">
                <a:solidFill>
                  <a:schemeClr val="tx2"/>
                </a:solidFill>
                <a:latin typeface="Times New Roman" panose="02020603050405020304" pitchFamily="18" charset="0"/>
                <a:ea typeface="仿宋_GB2312" pitchFamily="49" charset="-122"/>
              </a:rPr>
              <a:t>右空</a:t>
            </a:r>
            <a:endParaRPr kumimoji="1" lang="zh-CN" altLang="en-US" sz="2400">
              <a:latin typeface="Times New Roman" panose="02020603050405020304" pitchFamily="18" charset="0"/>
              <a:ea typeface="宋体" panose="02010600030101010101" pitchFamily="2" charset="-122"/>
            </a:endParaRPr>
          </a:p>
        </p:txBody>
      </p:sp>
      <p:sp>
        <p:nvSpPr>
          <p:cNvPr id="64601" name="Text Box 96">
            <a:extLst>
              <a:ext uri="{FF2B5EF4-FFF2-40B4-BE49-F238E27FC236}">
                <a16:creationId xmlns:a16="http://schemas.microsoft.com/office/drawing/2014/main" id="{F80DEA47-E979-118F-4BFE-F669B74A8A4D}"/>
              </a:ext>
            </a:extLst>
          </p:cNvPr>
          <p:cNvSpPr txBox="1">
            <a:spLocks noChangeArrowheads="1"/>
          </p:cNvSpPr>
          <p:nvPr/>
        </p:nvSpPr>
        <p:spPr bwMode="auto">
          <a:xfrm>
            <a:off x="4103588" y="6034088"/>
            <a:ext cx="37973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zh-CN" altLang="en-US" sz="2800" b="1">
                <a:solidFill>
                  <a:schemeClr val="tx2"/>
                </a:solidFill>
                <a:latin typeface="Times New Roman" panose="02020603050405020304" pitchFamily="18" charset="0"/>
                <a:ea typeface="仿宋_GB2312" pitchFamily="49" charset="-122"/>
              </a:rPr>
              <a:t>退栈访问    栈空结束</a:t>
            </a:r>
            <a:endParaRPr kumimoji="1" lang="zh-CN" altLang="en-US" sz="2400">
              <a:latin typeface="Times New Roman" panose="02020603050405020304" pitchFamily="18" charset="0"/>
              <a:ea typeface="宋体" panose="02010600030101010101" pitchFamily="2" charset="-122"/>
            </a:endParaRPr>
          </a:p>
        </p:txBody>
      </p:sp>
      <p:sp>
        <p:nvSpPr>
          <p:cNvPr id="64602" name="Rectangle 97">
            <a:extLst>
              <a:ext uri="{FF2B5EF4-FFF2-40B4-BE49-F238E27FC236}">
                <a16:creationId xmlns:a16="http://schemas.microsoft.com/office/drawing/2014/main" id="{86BA69EB-15BA-D86D-95EF-F013985AB0CA}"/>
              </a:ext>
            </a:extLst>
          </p:cNvPr>
          <p:cNvSpPr>
            <a:spLocks noChangeArrowheads="1"/>
          </p:cNvSpPr>
          <p:nvPr/>
        </p:nvSpPr>
        <p:spPr bwMode="auto">
          <a:xfrm>
            <a:off x="6541988" y="4449763"/>
            <a:ext cx="609600" cy="1493837"/>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64603" name="Line 98">
            <a:extLst>
              <a:ext uri="{FF2B5EF4-FFF2-40B4-BE49-F238E27FC236}">
                <a16:creationId xmlns:a16="http://schemas.microsoft.com/office/drawing/2014/main" id="{E432D532-D162-766D-757F-8DAE8BF5260D}"/>
              </a:ext>
            </a:extLst>
          </p:cNvPr>
          <p:cNvSpPr>
            <a:spLocks noChangeShapeType="1"/>
          </p:cNvSpPr>
          <p:nvPr/>
        </p:nvSpPr>
        <p:spPr bwMode="auto">
          <a:xfrm>
            <a:off x="6541988" y="5486400"/>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604" name="Line 99">
            <a:extLst>
              <a:ext uri="{FF2B5EF4-FFF2-40B4-BE49-F238E27FC236}">
                <a16:creationId xmlns:a16="http://schemas.microsoft.com/office/drawing/2014/main" id="{E27D590E-3F48-F4F3-CB95-C63BC95782AB}"/>
              </a:ext>
            </a:extLst>
          </p:cNvPr>
          <p:cNvSpPr>
            <a:spLocks noChangeShapeType="1"/>
          </p:cNvSpPr>
          <p:nvPr/>
        </p:nvSpPr>
        <p:spPr bwMode="auto">
          <a:xfrm>
            <a:off x="6541988" y="4419600"/>
            <a:ext cx="0" cy="15240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605" name="Line 100">
            <a:extLst>
              <a:ext uri="{FF2B5EF4-FFF2-40B4-BE49-F238E27FC236}">
                <a16:creationId xmlns:a16="http://schemas.microsoft.com/office/drawing/2014/main" id="{4F980823-00A8-F37D-4D2B-7A82EA772950}"/>
              </a:ext>
            </a:extLst>
          </p:cNvPr>
          <p:cNvSpPr>
            <a:spLocks noChangeShapeType="1"/>
          </p:cNvSpPr>
          <p:nvPr/>
        </p:nvSpPr>
        <p:spPr bwMode="auto">
          <a:xfrm>
            <a:off x="7151588" y="4419600"/>
            <a:ext cx="0" cy="15240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 name="标题 1">
            <a:extLst>
              <a:ext uri="{FF2B5EF4-FFF2-40B4-BE49-F238E27FC236}">
                <a16:creationId xmlns:a16="http://schemas.microsoft.com/office/drawing/2014/main" id="{BAE72209-1014-4261-BE6C-71E019C31FCE}"/>
              </a:ext>
            </a:extLst>
          </p:cNvPr>
          <p:cNvSpPr>
            <a:spLocks noGrp="1"/>
          </p:cNvSpPr>
          <p:nvPr>
            <p:ph type="title"/>
          </p:nvPr>
        </p:nvSpPr>
        <p:spPr/>
        <p:txBody>
          <a:bodyPr/>
          <a:lstStyle/>
          <a:p>
            <a:r>
              <a:rPr lang="zh-CN" altLang="en-US" dirty="0"/>
              <a:t>中序遍历非递归算法</a:t>
            </a:r>
          </a:p>
        </p:txBody>
      </p:sp>
      <p:sp>
        <p:nvSpPr>
          <p:cNvPr id="3" name="灯片编号占位符 2">
            <a:extLst>
              <a:ext uri="{FF2B5EF4-FFF2-40B4-BE49-F238E27FC236}">
                <a16:creationId xmlns:a16="http://schemas.microsoft.com/office/drawing/2014/main" id="{C82AE755-20B3-6A18-93C8-7BF8F921594B}"/>
              </a:ext>
            </a:extLst>
          </p:cNvPr>
          <p:cNvSpPr>
            <a:spLocks noGrp="1"/>
          </p:cNvSpPr>
          <p:nvPr>
            <p:ph type="sldNum" sz="quarter" idx="12"/>
          </p:nvPr>
        </p:nvSpPr>
        <p:spPr/>
        <p:txBody>
          <a:bodyPr/>
          <a:lstStyle/>
          <a:p>
            <a:pPr>
              <a:defRPr/>
            </a:pPr>
            <a:fld id="{6DFA40DF-1FC0-4A1B-B86F-E962D94EFA14}" type="slidenum">
              <a:rPr lang="en-US" altLang="zh-CN" smtClean="0"/>
              <a:pPr>
                <a:defRPr/>
              </a:pPr>
              <a:t>48</a:t>
            </a:fld>
            <a:endParaRPr lang="en-US" altLang="zh-CN"/>
          </a:p>
        </p:txBody>
      </p:sp>
    </p:spTree>
  </p:cSld>
  <p:clrMapOvr>
    <a:masterClrMapping/>
  </p:clrMapOvr>
  <p:transition>
    <p:split/>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1858E1BA-2580-414A-B87A-287C206D8137}"/>
              </a:ext>
            </a:extLst>
          </p:cNvPr>
          <p:cNvSpPr>
            <a:spLocks noGrp="1"/>
          </p:cNvSpPr>
          <p:nvPr>
            <p:ph idx="1"/>
          </p:nvPr>
        </p:nvSpPr>
        <p:spPr>
          <a:xfrm>
            <a:off x="628650" y="548680"/>
            <a:ext cx="7886700" cy="5628283"/>
          </a:xfrm>
        </p:spPr>
        <p:txBody>
          <a:bodyPr>
            <a:normAutofit fontScale="62500" lnSpcReduction="20000"/>
          </a:bodyPr>
          <a:lstStyle/>
          <a:p>
            <a:pPr marL="0" indent="0">
              <a:buNone/>
            </a:pPr>
            <a:r>
              <a:rPr lang="en-US" altLang="zh-CN" dirty="0"/>
              <a:t>template &lt;class T&gt; </a:t>
            </a:r>
          </a:p>
          <a:p>
            <a:pPr marL="0" indent="0">
              <a:buNone/>
            </a:pPr>
            <a:r>
              <a:rPr lang="en-US" altLang="zh-CN" dirty="0"/>
              <a:t>void </a:t>
            </a:r>
            <a:r>
              <a:rPr lang="en-US" altLang="zh-CN" dirty="0" err="1"/>
              <a:t>BinaryTree</a:t>
            </a:r>
            <a:r>
              <a:rPr lang="en-US" altLang="zh-CN" dirty="0"/>
              <a:t>&lt;T&gt; :: </a:t>
            </a:r>
            <a:r>
              <a:rPr lang="en-US" altLang="zh-CN" dirty="0" err="1"/>
              <a:t>InOrder</a:t>
            </a:r>
            <a:r>
              <a:rPr lang="en-US" altLang="zh-CN" dirty="0"/>
              <a:t> (void(*visit)(</a:t>
            </a:r>
            <a:r>
              <a:rPr lang="en-US" altLang="zh-CN" dirty="0" err="1"/>
              <a:t>BinTreeNode</a:t>
            </a:r>
            <a:r>
              <a:rPr lang="en-US" altLang="zh-CN" dirty="0"/>
              <a:t>&lt;T&gt; *p)) {</a:t>
            </a:r>
          </a:p>
          <a:p>
            <a:pPr marL="0" indent="0">
              <a:buNone/>
            </a:pPr>
            <a:r>
              <a:rPr lang="en-US" altLang="zh-CN" dirty="0"/>
              <a:t>    </a:t>
            </a:r>
            <a:r>
              <a:rPr lang="en-US" altLang="zh-CN" dirty="0" err="1"/>
              <a:t>LinkedStack</a:t>
            </a:r>
            <a:r>
              <a:rPr lang="en-US" altLang="zh-CN" dirty="0"/>
              <a:t>&lt;</a:t>
            </a:r>
            <a:r>
              <a:rPr lang="en-US" altLang="zh-CN" dirty="0" err="1"/>
              <a:t>BinTreeNode</a:t>
            </a:r>
            <a:r>
              <a:rPr lang="en-US" altLang="zh-CN" dirty="0"/>
              <a:t>&lt;T&gt;*&gt; S;;    </a:t>
            </a:r>
          </a:p>
          <a:p>
            <a:pPr marL="0" indent="0">
              <a:buNone/>
            </a:pPr>
            <a:r>
              <a:rPr lang="en-US" altLang="zh-CN" dirty="0"/>
              <a:t>    </a:t>
            </a:r>
            <a:r>
              <a:rPr lang="en-US" altLang="zh-CN" dirty="0" err="1"/>
              <a:t>BinTreeNode</a:t>
            </a:r>
            <a:r>
              <a:rPr lang="en-US" altLang="zh-CN" dirty="0"/>
              <a:t>&lt;T&gt; * p = root;   //</a:t>
            </a:r>
            <a:r>
              <a:rPr lang="zh-CN" altLang="en-US" dirty="0"/>
              <a:t>初始化</a:t>
            </a:r>
          </a:p>
          <a:p>
            <a:pPr marL="0" indent="0">
              <a:buNone/>
            </a:pPr>
            <a:r>
              <a:rPr lang="zh-CN" altLang="en-US" dirty="0"/>
              <a:t>    </a:t>
            </a:r>
            <a:r>
              <a:rPr lang="en-US" altLang="zh-CN" dirty="0"/>
              <a:t>do {</a:t>
            </a:r>
          </a:p>
          <a:p>
            <a:pPr marL="0" indent="0">
              <a:buNone/>
            </a:pPr>
            <a:r>
              <a:rPr lang="en-US" altLang="zh-CN" dirty="0"/>
              <a:t>        while ( p != NULL ) </a:t>
            </a:r>
          </a:p>
          <a:p>
            <a:pPr marL="0" indent="0">
              <a:buNone/>
            </a:pPr>
            <a:r>
              <a:rPr lang="en-US" altLang="zh-CN" dirty="0"/>
              <a:t>            { </a:t>
            </a:r>
            <a:r>
              <a:rPr lang="en-US" altLang="zh-CN" dirty="0" err="1"/>
              <a:t>S.Push</a:t>
            </a:r>
            <a:r>
              <a:rPr lang="en-US" altLang="zh-CN" dirty="0"/>
              <a:t>(p);   p = p-&gt;</a:t>
            </a:r>
            <a:r>
              <a:rPr lang="en-US" altLang="zh-CN" dirty="0" err="1"/>
              <a:t>leftChild</a:t>
            </a:r>
            <a:r>
              <a:rPr lang="en-US" altLang="zh-CN" dirty="0"/>
              <a:t>; }</a:t>
            </a:r>
          </a:p>
          <a:p>
            <a:pPr marL="0" indent="0">
              <a:buNone/>
            </a:pPr>
            <a:r>
              <a:rPr lang="en-US" altLang="zh-CN" dirty="0"/>
              <a:t>        if ( !</a:t>
            </a:r>
            <a:r>
              <a:rPr lang="en-US" altLang="zh-CN" dirty="0" err="1"/>
              <a:t>S.IsEmpty</a:t>
            </a:r>
            <a:r>
              <a:rPr lang="en-US" altLang="zh-CN" dirty="0"/>
              <a:t>( ) ) {                //</a:t>
            </a:r>
            <a:r>
              <a:rPr lang="zh-CN" altLang="en-US" dirty="0"/>
              <a:t>栈非空</a:t>
            </a:r>
          </a:p>
          <a:p>
            <a:pPr marL="0" indent="0">
              <a:buNone/>
            </a:pPr>
            <a:r>
              <a:rPr lang="zh-CN" altLang="en-US" dirty="0"/>
              <a:t>            </a:t>
            </a:r>
            <a:r>
              <a:rPr lang="en-US" altLang="zh-CN" dirty="0" err="1"/>
              <a:t>S.Pop</a:t>
            </a:r>
            <a:r>
              <a:rPr lang="en-US" altLang="zh-CN" dirty="0"/>
              <a:t>( p);                         //</a:t>
            </a:r>
            <a:r>
              <a:rPr lang="zh-CN" altLang="en-US" dirty="0"/>
              <a:t>退栈</a:t>
            </a:r>
          </a:p>
          <a:p>
            <a:pPr marL="0" indent="0">
              <a:buNone/>
            </a:pPr>
            <a:r>
              <a:rPr lang="zh-CN" altLang="en-US" dirty="0"/>
              <a:t>            </a:t>
            </a:r>
            <a:r>
              <a:rPr lang="en-US" altLang="zh-CN" dirty="0"/>
              <a:t>visit(p);                             //</a:t>
            </a:r>
            <a:r>
              <a:rPr lang="zh-CN" altLang="en-US" dirty="0"/>
              <a:t>访问根</a:t>
            </a:r>
          </a:p>
          <a:p>
            <a:pPr marL="0" indent="0">
              <a:buNone/>
            </a:pPr>
            <a:r>
              <a:rPr lang="zh-CN" altLang="en-US" dirty="0"/>
              <a:t>            </a:t>
            </a:r>
            <a:r>
              <a:rPr lang="en-US" altLang="zh-CN" dirty="0"/>
              <a:t>p = p-&gt;</a:t>
            </a:r>
            <a:r>
              <a:rPr lang="en-US" altLang="zh-CN" dirty="0" err="1"/>
              <a:t>rightChild</a:t>
            </a:r>
            <a:r>
              <a:rPr lang="en-US" altLang="zh-CN" dirty="0"/>
              <a:t>;           //</a:t>
            </a:r>
            <a:r>
              <a:rPr lang="zh-CN" altLang="en-US" dirty="0"/>
              <a:t>向右链走</a:t>
            </a:r>
          </a:p>
          <a:p>
            <a:pPr marL="0" indent="0">
              <a:buNone/>
            </a:pPr>
            <a:r>
              <a:rPr lang="zh-CN" altLang="en-US" dirty="0"/>
              <a:t>        </a:t>
            </a:r>
            <a:r>
              <a:rPr lang="en-US" altLang="zh-CN" dirty="0"/>
              <a:t>}</a:t>
            </a:r>
          </a:p>
          <a:p>
            <a:pPr marL="0" indent="0">
              <a:buNone/>
            </a:pPr>
            <a:r>
              <a:rPr lang="en-US" altLang="zh-CN" dirty="0"/>
              <a:t>    } while ( p != NULL || !</a:t>
            </a:r>
            <a:r>
              <a:rPr lang="en-US" altLang="zh-CN" dirty="0" err="1"/>
              <a:t>S.IsEmpty</a:t>
            </a:r>
            <a:r>
              <a:rPr lang="en-US" altLang="zh-CN" dirty="0"/>
              <a:t>( ) );</a:t>
            </a:r>
          </a:p>
          <a:p>
            <a:pPr marL="0" indent="0">
              <a:buNone/>
            </a:pPr>
            <a:r>
              <a:rPr lang="en-US" altLang="zh-CN" dirty="0"/>
              <a:t>}</a:t>
            </a:r>
          </a:p>
          <a:p>
            <a:pPr marL="0" indent="0">
              <a:buNone/>
            </a:pPr>
            <a:endParaRPr lang="zh-CN" altLang="en-US" dirty="0"/>
          </a:p>
        </p:txBody>
      </p:sp>
      <p:sp>
        <p:nvSpPr>
          <p:cNvPr id="3" name="灯片编号占位符 2">
            <a:extLst>
              <a:ext uri="{FF2B5EF4-FFF2-40B4-BE49-F238E27FC236}">
                <a16:creationId xmlns:a16="http://schemas.microsoft.com/office/drawing/2014/main" id="{EA0D794B-B5B9-363D-DAC9-B3ED675E0870}"/>
              </a:ext>
            </a:extLst>
          </p:cNvPr>
          <p:cNvSpPr>
            <a:spLocks noGrp="1"/>
          </p:cNvSpPr>
          <p:nvPr>
            <p:ph type="sldNum" sz="quarter" idx="12"/>
          </p:nvPr>
        </p:nvSpPr>
        <p:spPr/>
        <p:txBody>
          <a:bodyPr/>
          <a:lstStyle/>
          <a:p>
            <a:pPr>
              <a:defRPr/>
            </a:pPr>
            <a:fld id="{A598D83B-EE2A-4F12-B129-1EDE84DF129B}" type="slidenum">
              <a:rPr lang="en-US" altLang="zh-CN" smtClean="0"/>
              <a:pPr>
                <a:defRPr/>
              </a:pPr>
              <a:t>49</a:t>
            </a:fld>
            <a:endParaRPr lang="en-US" altLang="zh-CN"/>
          </a:p>
        </p:txBody>
      </p:sp>
    </p:spTree>
  </p:cSld>
  <p:clrMapOvr>
    <a:masterClrMapping/>
  </p:clrMapOvr>
  <p:transition>
    <p:split/>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Rectangle 6">
            <a:extLst>
              <a:ext uri="{FF2B5EF4-FFF2-40B4-BE49-F238E27FC236}">
                <a16:creationId xmlns:a16="http://schemas.microsoft.com/office/drawing/2014/main" id="{80251032-2686-FF78-15F6-4DE1919BBE6C}"/>
              </a:ext>
            </a:extLst>
          </p:cNvPr>
          <p:cNvSpPr>
            <a:spLocks noChangeArrowheads="1"/>
          </p:cNvSpPr>
          <p:nvPr/>
        </p:nvSpPr>
        <p:spPr bwMode="auto">
          <a:xfrm>
            <a:off x="5181600" y="2895600"/>
            <a:ext cx="2895600" cy="533400"/>
          </a:xfrm>
          <a:prstGeom prst="rect">
            <a:avLst/>
          </a:prstGeom>
          <a:solidFill>
            <a:srgbClr val="FFFFCC"/>
          </a:solidFill>
          <a:ln w="19050">
            <a:solidFill>
              <a:srgbClr val="009900"/>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66565" name="Line 5">
            <a:extLst>
              <a:ext uri="{FF2B5EF4-FFF2-40B4-BE49-F238E27FC236}">
                <a16:creationId xmlns:a16="http://schemas.microsoft.com/office/drawing/2014/main" id="{8D40F2DB-4004-46FC-0578-88ED8A4EF236}"/>
              </a:ext>
            </a:extLst>
          </p:cNvPr>
          <p:cNvSpPr>
            <a:spLocks noChangeShapeType="1"/>
          </p:cNvSpPr>
          <p:nvPr/>
        </p:nvSpPr>
        <p:spPr bwMode="auto">
          <a:xfrm flipH="1" flipV="1">
            <a:off x="6324600" y="2895600"/>
            <a:ext cx="0" cy="533400"/>
          </a:xfrm>
          <a:prstGeom prst="line">
            <a:avLst/>
          </a:prstGeom>
          <a:noFill/>
          <a:ln w="1905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66" name="Text Box 7">
            <a:extLst>
              <a:ext uri="{FF2B5EF4-FFF2-40B4-BE49-F238E27FC236}">
                <a16:creationId xmlns:a16="http://schemas.microsoft.com/office/drawing/2014/main" id="{01D959EA-EC91-09C6-5FA0-87C61E959455}"/>
              </a:ext>
            </a:extLst>
          </p:cNvPr>
          <p:cNvSpPr txBox="1">
            <a:spLocks noChangeArrowheads="1"/>
          </p:cNvSpPr>
          <p:nvPr/>
        </p:nvSpPr>
        <p:spPr bwMode="auto">
          <a:xfrm>
            <a:off x="5416550" y="2849563"/>
            <a:ext cx="27368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accent2"/>
                </a:solidFill>
                <a:latin typeface="Times New Roman" panose="02020603050405020304" pitchFamily="18" charset="0"/>
                <a:ea typeface="宋体" panose="02010600030101010101" pitchFamily="2" charset="-122"/>
              </a:rPr>
              <a:t>ptr    tag{L,R}</a:t>
            </a:r>
            <a:r>
              <a:rPr kumimoji="1" lang="en-US" altLang="zh-CN" sz="2400">
                <a:latin typeface="Times New Roman" panose="02020603050405020304" pitchFamily="18" charset="0"/>
                <a:ea typeface="宋体" panose="02010600030101010101" pitchFamily="2" charset="-122"/>
              </a:rPr>
              <a:t> </a:t>
            </a:r>
          </a:p>
        </p:txBody>
      </p:sp>
      <p:sp>
        <p:nvSpPr>
          <p:cNvPr id="2" name="标题 1">
            <a:extLst>
              <a:ext uri="{FF2B5EF4-FFF2-40B4-BE49-F238E27FC236}">
                <a16:creationId xmlns:a16="http://schemas.microsoft.com/office/drawing/2014/main" id="{80F88E48-E555-4908-8748-E449BE8C390F}"/>
              </a:ext>
            </a:extLst>
          </p:cNvPr>
          <p:cNvSpPr>
            <a:spLocks noGrp="1"/>
          </p:cNvSpPr>
          <p:nvPr>
            <p:ph type="title"/>
          </p:nvPr>
        </p:nvSpPr>
        <p:spPr/>
        <p:txBody>
          <a:bodyPr/>
          <a:lstStyle/>
          <a:p>
            <a:r>
              <a:rPr lang="zh-CN" altLang="en-US" dirty="0"/>
              <a:t>后序遍历非递归算法</a:t>
            </a:r>
          </a:p>
        </p:txBody>
      </p:sp>
      <p:sp>
        <p:nvSpPr>
          <p:cNvPr id="3" name="内容占位符 2">
            <a:extLst>
              <a:ext uri="{FF2B5EF4-FFF2-40B4-BE49-F238E27FC236}">
                <a16:creationId xmlns:a16="http://schemas.microsoft.com/office/drawing/2014/main" id="{673809B3-828B-414D-B649-C5723F65915D}"/>
              </a:ext>
            </a:extLst>
          </p:cNvPr>
          <p:cNvSpPr>
            <a:spLocks noGrp="1"/>
          </p:cNvSpPr>
          <p:nvPr>
            <p:ph idx="1"/>
          </p:nvPr>
        </p:nvSpPr>
        <p:spPr/>
        <p:txBody>
          <a:bodyPr>
            <a:normAutofit fontScale="77500" lnSpcReduction="20000"/>
          </a:bodyPr>
          <a:lstStyle/>
          <a:p>
            <a:r>
              <a:rPr lang="zh-CN" altLang="en-US" dirty="0"/>
              <a:t>后序遍历时使用的栈的结点定义</a:t>
            </a:r>
          </a:p>
          <a:p>
            <a:pPr marL="342900" lvl="1" indent="0">
              <a:buNone/>
            </a:pPr>
            <a:r>
              <a:rPr lang="en-US" altLang="zh-CN" dirty="0" err="1"/>
              <a:t>enum</a:t>
            </a:r>
            <a:r>
              <a:rPr lang="en-US" altLang="zh-CN" dirty="0"/>
              <a:t> </a:t>
            </a:r>
            <a:r>
              <a:rPr lang="en-US" altLang="zh-CN" dirty="0" err="1"/>
              <a:t>tt</a:t>
            </a:r>
            <a:r>
              <a:rPr lang="en-US" altLang="zh-CN" dirty="0"/>
              <a:t> { L, R }; </a:t>
            </a:r>
          </a:p>
          <a:p>
            <a:pPr marL="342900" lvl="1" indent="0">
              <a:buNone/>
            </a:pPr>
            <a:r>
              <a:rPr lang="en-US" altLang="zh-CN" dirty="0"/>
              <a:t>template &lt;class T&gt; struct </a:t>
            </a:r>
            <a:r>
              <a:rPr lang="en-US" altLang="zh-CN" dirty="0" err="1"/>
              <a:t>stkNode</a:t>
            </a:r>
            <a:r>
              <a:rPr lang="en-US" altLang="zh-CN" dirty="0"/>
              <a:t> {</a:t>
            </a:r>
          </a:p>
          <a:p>
            <a:pPr marL="342900" lvl="1" indent="0">
              <a:buNone/>
            </a:pPr>
            <a:r>
              <a:rPr lang="en-US" altLang="zh-CN" dirty="0"/>
              <a:t>    </a:t>
            </a:r>
            <a:r>
              <a:rPr lang="en-US" altLang="zh-CN" dirty="0" err="1"/>
              <a:t>BinTreeNode</a:t>
            </a:r>
            <a:r>
              <a:rPr lang="en-US" altLang="zh-CN" dirty="0"/>
              <a:t>&lt;T&gt; *</a:t>
            </a:r>
            <a:r>
              <a:rPr lang="en-US" altLang="zh-CN" dirty="0" err="1"/>
              <a:t>ptr</a:t>
            </a:r>
            <a:r>
              <a:rPr lang="en-US" altLang="zh-CN" dirty="0"/>
              <a:t>;</a:t>
            </a:r>
          </a:p>
          <a:p>
            <a:pPr marL="342900" lvl="1" indent="0">
              <a:buNone/>
            </a:pPr>
            <a:r>
              <a:rPr lang="en-US" altLang="zh-CN" dirty="0"/>
              <a:t>    </a:t>
            </a:r>
            <a:r>
              <a:rPr lang="en-US" altLang="zh-CN" dirty="0" err="1"/>
              <a:t>tt</a:t>
            </a:r>
            <a:r>
              <a:rPr lang="en-US" altLang="zh-CN" dirty="0"/>
              <a:t> tag;</a:t>
            </a:r>
          </a:p>
          <a:p>
            <a:pPr marL="342900" lvl="1" indent="0">
              <a:buNone/>
            </a:pPr>
            <a:r>
              <a:rPr lang="en-US" altLang="zh-CN" dirty="0"/>
              <a:t>       //</a:t>
            </a:r>
            <a:r>
              <a:rPr lang="zh-CN" altLang="en-US" dirty="0"/>
              <a:t>该结点退栈标记</a:t>
            </a:r>
          </a:p>
          <a:p>
            <a:pPr marL="342900" lvl="1" indent="0">
              <a:buNone/>
            </a:pPr>
            <a:r>
              <a:rPr lang="zh-CN" altLang="en-US" dirty="0"/>
              <a:t>    </a:t>
            </a:r>
            <a:r>
              <a:rPr lang="en-US" altLang="zh-CN" dirty="0" err="1"/>
              <a:t>stkNode</a:t>
            </a:r>
            <a:r>
              <a:rPr lang="en-US" altLang="zh-CN" dirty="0"/>
              <a:t> ( </a:t>
            </a:r>
            <a:r>
              <a:rPr lang="en-US" altLang="zh-CN" dirty="0" err="1"/>
              <a:t>BinTreeNode</a:t>
            </a:r>
            <a:r>
              <a:rPr lang="en-US" altLang="zh-CN" dirty="0"/>
              <a:t>&lt;T&gt;* N = NULL )</a:t>
            </a:r>
          </a:p>
          <a:p>
            <a:pPr marL="342900" lvl="1" indent="0">
              <a:buNone/>
            </a:pPr>
            <a:r>
              <a:rPr lang="en-US" altLang="zh-CN" dirty="0"/>
              <a:t>      : </a:t>
            </a:r>
            <a:r>
              <a:rPr lang="en-US" altLang="zh-CN" dirty="0" err="1"/>
              <a:t>ptr</a:t>
            </a:r>
            <a:r>
              <a:rPr lang="en-US" altLang="zh-CN" dirty="0"/>
              <a:t> (N),  tag ( L ) { }	   //</a:t>
            </a:r>
            <a:r>
              <a:rPr lang="zh-CN" altLang="en-US" dirty="0"/>
              <a:t>构造函数</a:t>
            </a:r>
          </a:p>
          <a:p>
            <a:pPr marL="342900" lvl="1" indent="0">
              <a:buNone/>
            </a:pPr>
            <a:r>
              <a:rPr lang="en-US" altLang="zh-CN" dirty="0"/>
              <a:t>};       </a:t>
            </a:r>
          </a:p>
          <a:p>
            <a:r>
              <a:rPr lang="zh-CN" altLang="en-US" dirty="0"/>
              <a:t>根结点的</a:t>
            </a:r>
            <a:r>
              <a:rPr lang="en-US" altLang="zh-CN" dirty="0"/>
              <a:t>tag = L</a:t>
            </a:r>
            <a:r>
              <a:rPr lang="zh-CN" altLang="en-US" dirty="0"/>
              <a:t>，表示从左子树退出</a:t>
            </a:r>
            <a:r>
              <a:rPr lang="en-US" altLang="zh-CN" dirty="0"/>
              <a:t>, </a:t>
            </a:r>
            <a:r>
              <a:rPr lang="zh-CN" altLang="en-US" dirty="0"/>
              <a:t>访问右子树。</a:t>
            </a:r>
            <a:r>
              <a:rPr lang="en-US" altLang="zh-CN" dirty="0"/>
              <a:t>tag = R, </a:t>
            </a:r>
            <a:r>
              <a:rPr lang="zh-CN" altLang="en-US" dirty="0"/>
              <a:t>表示从右子树退出</a:t>
            </a:r>
            <a:r>
              <a:rPr lang="en-US" altLang="zh-CN" dirty="0"/>
              <a:t>, </a:t>
            </a:r>
            <a:r>
              <a:rPr lang="zh-CN" altLang="en-US" dirty="0"/>
              <a:t>访问根。</a:t>
            </a:r>
          </a:p>
          <a:p>
            <a:endParaRPr lang="zh-CN" altLang="en-US" dirty="0"/>
          </a:p>
        </p:txBody>
      </p:sp>
      <p:sp>
        <p:nvSpPr>
          <p:cNvPr id="4" name="灯片编号占位符 3">
            <a:extLst>
              <a:ext uri="{FF2B5EF4-FFF2-40B4-BE49-F238E27FC236}">
                <a16:creationId xmlns:a16="http://schemas.microsoft.com/office/drawing/2014/main" id="{E8E6AD96-B272-553D-DFBD-4C3CDBB8DD84}"/>
              </a:ext>
            </a:extLst>
          </p:cNvPr>
          <p:cNvSpPr>
            <a:spLocks noGrp="1"/>
          </p:cNvSpPr>
          <p:nvPr>
            <p:ph type="sldNum" sz="quarter" idx="12"/>
          </p:nvPr>
        </p:nvSpPr>
        <p:spPr/>
        <p:txBody>
          <a:bodyPr/>
          <a:lstStyle/>
          <a:p>
            <a:pPr>
              <a:defRPr/>
            </a:pPr>
            <a:fld id="{A598D83B-EE2A-4F12-B129-1EDE84DF129B}" type="slidenum">
              <a:rPr lang="en-US" altLang="zh-CN" smtClean="0"/>
              <a:pPr>
                <a:defRPr/>
              </a:pPr>
              <a:t>50</a:t>
            </a:fld>
            <a:endParaRPr lang="en-US" altLang="zh-CN"/>
          </a:p>
        </p:txBody>
      </p:sp>
    </p:spTree>
  </p:cSld>
  <p:clrMapOvr>
    <a:masterClrMapping/>
  </p:clrMapOvr>
  <p:transition>
    <p:split/>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Line 14">
            <a:extLst>
              <a:ext uri="{FF2B5EF4-FFF2-40B4-BE49-F238E27FC236}">
                <a16:creationId xmlns:a16="http://schemas.microsoft.com/office/drawing/2014/main" id="{47DAB2C3-6049-B893-93BE-F1483CD764B1}"/>
              </a:ext>
            </a:extLst>
          </p:cNvPr>
          <p:cNvSpPr>
            <a:spLocks noChangeShapeType="1"/>
          </p:cNvSpPr>
          <p:nvPr/>
        </p:nvSpPr>
        <p:spPr bwMode="auto">
          <a:xfrm flipH="1">
            <a:off x="1981200" y="1676400"/>
            <a:ext cx="304800" cy="838200"/>
          </a:xfrm>
          <a:prstGeom prst="line">
            <a:avLst/>
          </a:prstGeom>
          <a:noFill/>
          <a:ln w="38100">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587" name="Line 13">
            <a:extLst>
              <a:ext uri="{FF2B5EF4-FFF2-40B4-BE49-F238E27FC236}">
                <a16:creationId xmlns:a16="http://schemas.microsoft.com/office/drawing/2014/main" id="{3CBD993A-025D-A919-3C4C-FC6037A7A7D5}"/>
              </a:ext>
            </a:extLst>
          </p:cNvPr>
          <p:cNvSpPr>
            <a:spLocks noChangeShapeType="1"/>
          </p:cNvSpPr>
          <p:nvPr/>
        </p:nvSpPr>
        <p:spPr bwMode="auto">
          <a:xfrm>
            <a:off x="914400" y="1752600"/>
            <a:ext cx="304800" cy="685800"/>
          </a:xfrm>
          <a:prstGeom prst="line">
            <a:avLst/>
          </a:prstGeom>
          <a:noFill/>
          <a:ln w="38100">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588" name="Line 12">
            <a:extLst>
              <a:ext uri="{FF2B5EF4-FFF2-40B4-BE49-F238E27FC236}">
                <a16:creationId xmlns:a16="http://schemas.microsoft.com/office/drawing/2014/main" id="{3B7295CA-1E3C-F4FC-A7BE-B8132677D1A1}"/>
              </a:ext>
            </a:extLst>
          </p:cNvPr>
          <p:cNvSpPr>
            <a:spLocks noChangeShapeType="1"/>
          </p:cNvSpPr>
          <p:nvPr/>
        </p:nvSpPr>
        <p:spPr bwMode="auto">
          <a:xfrm>
            <a:off x="1676400" y="990600"/>
            <a:ext cx="609600" cy="533400"/>
          </a:xfrm>
          <a:prstGeom prst="line">
            <a:avLst/>
          </a:prstGeom>
          <a:noFill/>
          <a:ln w="38100">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589" name="Line 11">
            <a:extLst>
              <a:ext uri="{FF2B5EF4-FFF2-40B4-BE49-F238E27FC236}">
                <a16:creationId xmlns:a16="http://schemas.microsoft.com/office/drawing/2014/main" id="{AF268E07-D4D3-E49E-4AC8-CB13A585307A}"/>
              </a:ext>
            </a:extLst>
          </p:cNvPr>
          <p:cNvSpPr>
            <a:spLocks noChangeShapeType="1"/>
          </p:cNvSpPr>
          <p:nvPr/>
        </p:nvSpPr>
        <p:spPr bwMode="auto">
          <a:xfrm flipH="1">
            <a:off x="914400" y="990600"/>
            <a:ext cx="533400" cy="533400"/>
          </a:xfrm>
          <a:prstGeom prst="line">
            <a:avLst/>
          </a:prstGeom>
          <a:noFill/>
          <a:ln w="38100">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9797" name="Oval 5">
            <a:extLst>
              <a:ext uri="{FF2B5EF4-FFF2-40B4-BE49-F238E27FC236}">
                <a16:creationId xmlns:a16="http://schemas.microsoft.com/office/drawing/2014/main" id="{F3655558-65AE-0891-256C-69C4469BF58F}"/>
              </a:ext>
            </a:extLst>
          </p:cNvPr>
          <p:cNvSpPr>
            <a:spLocks noChangeArrowheads="1"/>
          </p:cNvSpPr>
          <p:nvPr/>
        </p:nvSpPr>
        <p:spPr bwMode="auto">
          <a:xfrm>
            <a:off x="1371600" y="609600"/>
            <a:ext cx="457200" cy="457200"/>
          </a:xfrm>
          <a:prstGeom prst="ellipse">
            <a:avLst/>
          </a:prstGeom>
          <a:gradFill rotWithShape="0">
            <a:gsLst>
              <a:gs pos="0">
                <a:schemeClr val="accent1"/>
              </a:gs>
              <a:gs pos="100000">
                <a:schemeClr val="accent1">
                  <a:gamma/>
                  <a:shade val="46275"/>
                  <a:invGamma/>
                </a:schemeClr>
              </a:gs>
            </a:gsLst>
            <a:path path="rect">
              <a:fillToRect r="100000" b="100000"/>
            </a:path>
          </a:gradFill>
          <a:ln w="38100">
            <a:noFill/>
            <a:round/>
            <a:headEnd/>
            <a:tailEnd/>
          </a:ln>
          <a:effectLst/>
        </p:spPr>
        <p:txBody>
          <a:bodyPr wrap="none" anchor="ctr"/>
          <a:lstStyle/>
          <a:p>
            <a:pPr algn="ctr" eaLnBrk="1" fontAlgn="auto" hangingPunct="1">
              <a:spcBef>
                <a:spcPts val="0"/>
              </a:spcBef>
              <a:spcAft>
                <a:spcPts val="0"/>
              </a:spcAft>
              <a:defRPr/>
            </a:pPr>
            <a:endParaRPr lang="zh-CN" altLang="zh-CN">
              <a:latin typeface="Times New Roman" charset="0"/>
              <a:ea typeface="+mn-ea"/>
            </a:endParaRPr>
          </a:p>
        </p:txBody>
      </p:sp>
      <p:sp>
        <p:nvSpPr>
          <p:cNvPr id="289799" name="Oval 7">
            <a:extLst>
              <a:ext uri="{FF2B5EF4-FFF2-40B4-BE49-F238E27FC236}">
                <a16:creationId xmlns:a16="http://schemas.microsoft.com/office/drawing/2014/main" id="{FEB1BADD-F949-9CF5-3C60-97EAF61D4E41}"/>
              </a:ext>
            </a:extLst>
          </p:cNvPr>
          <p:cNvSpPr>
            <a:spLocks noChangeArrowheads="1"/>
          </p:cNvSpPr>
          <p:nvPr/>
        </p:nvSpPr>
        <p:spPr bwMode="auto">
          <a:xfrm>
            <a:off x="609600" y="1371600"/>
            <a:ext cx="457200" cy="457200"/>
          </a:xfrm>
          <a:prstGeom prst="ellipse">
            <a:avLst/>
          </a:prstGeom>
          <a:gradFill rotWithShape="0">
            <a:gsLst>
              <a:gs pos="0">
                <a:schemeClr val="accent1"/>
              </a:gs>
              <a:gs pos="100000">
                <a:schemeClr val="accent1">
                  <a:gamma/>
                  <a:shade val="46275"/>
                  <a:invGamma/>
                </a:schemeClr>
              </a:gs>
            </a:gsLst>
            <a:path path="rect">
              <a:fillToRect r="100000" b="100000"/>
            </a:path>
          </a:gradFill>
          <a:ln w="38100">
            <a:noFill/>
            <a:round/>
            <a:headEnd/>
            <a:tailEnd/>
          </a:ln>
          <a:effectLst/>
        </p:spPr>
        <p:txBody>
          <a:bodyPr wrap="none" anchor="ctr"/>
          <a:lstStyle/>
          <a:p>
            <a:pPr eaLnBrk="1" fontAlgn="auto" hangingPunct="1">
              <a:spcBef>
                <a:spcPts val="0"/>
              </a:spcBef>
              <a:spcAft>
                <a:spcPts val="0"/>
              </a:spcAft>
              <a:defRPr/>
            </a:pPr>
            <a:endParaRPr lang="zh-CN" altLang="en-US">
              <a:latin typeface="Times New Roman" charset="0"/>
              <a:ea typeface="+mn-ea"/>
            </a:endParaRPr>
          </a:p>
        </p:txBody>
      </p:sp>
      <p:sp>
        <p:nvSpPr>
          <p:cNvPr id="289800" name="Oval 8">
            <a:extLst>
              <a:ext uri="{FF2B5EF4-FFF2-40B4-BE49-F238E27FC236}">
                <a16:creationId xmlns:a16="http://schemas.microsoft.com/office/drawing/2014/main" id="{DA6A7CF3-3282-E3FB-EA7D-489ACD65B4F0}"/>
              </a:ext>
            </a:extLst>
          </p:cNvPr>
          <p:cNvSpPr>
            <a:spLocks noChangeArrowheads="1"/>
          </p:cNvSpPr>
          <p:nvPr/>
        </p:nvSpPr>
        <p:spPr bwMode="auto">
          <a:xfrm>
            <a:off x="1676400" y="2362200"/>
            <a:ext cx="457200" cy="457200"/>
          </a:xfrm>
          <a:prstGeom prst="ellipse">
            <a:avLst/>
          </a:prstGeom>
          <a:gradFill rotWithShape="0">
            <a:gsLst>
              <a:gs pos="0">
                <a:schemeClr val="accent1"/>
              </a:gs>
              <a:gs pos="100000">
                <a:schemeClr val="accent1">
                  <a:gamma/>
                  <a:shade val="46275"/>
                  <a:invGamma/>
                </a:schemeClr>
              </a:gs>
            </a:gsLst>
            <a:path path="rect">
              <a:fillToRect r="100000" b="100000"/>
            </a:path>
          </a:gradFill>
          <a:ln w="38100">
            <a:noFill/>
            <a:round/>
            <a:headEnd/>
            <a:tailEnd/>
          </a:ln>
          <a:effectLst/>
        </p:spPr>
        <p:txBody>
          <a:bodyPr wrap="none" anchor="ctr"/>
          <a:lstStyle/>
          <a:p>
            <a:pPr eaLnBrk="1" fontAlgn="auto" hangingPunct="1">
              <a:spcBef>
                <a:spcPts val="0"/>
              </a:spcBef>
              <a:spcAft>
                <a:spcPts val="0"/>
              </a:spcAft>
              <a:defRPr/>
            </a:pPr>
            <a:endParaRPr lang="zh-CN" altLang="en-US">
              <a:latin typeface="Times New Roman" charset="0"/>
              <a:ea typeface="+mn-ea"/>
            </a:endParaRPr>
          </a:p>
        </p:txBody>
      </p:sp>
      <p:sp>
        <p:nvSpPr>
          <p:cNvPr id="289801" name="Oval 9">
            <a:extLst>
              <a:ext uri="{FF2B5EF4-FFF2-40B4-BE49-F238E27FC236}">
                <a16:creationId xmlns:a16="http://schemas.microsoft.com/office/drawing/2014/main" id="{12E2A614-41A8-78BA-6A6E-962CA0997BD2}"/>
              </a:ext>
            </a:extLst>
          </p:cNvPr>
          <p:cNvSpPr>
            <a:spLocks noChangeArrowheads="1"/>
          </p:cNvSpPr>
          <p:nvPr/>
        </p:nvSpPr>
        <p:spPr bwMode="auto">
          <a:xfrm>
            <a:off x="2133600" y="1371600"/>
            <a:ext cx="457200" cy="457200"/>
          </a:xfrm>
          <a:prstGeom prst="ellipse">
            <a:avLst/>
          </a:prstGeom>
          <a:gradFill rotWithShape="0">
            <a:gsLst>
              <a:gs pos="0">
                <a:schemeClr val="accent1"/>
              </a:gs>
              <a:gs pos="100000">
                <a:schemeClr val="accent1">
                  <a:gamma/>
                  <a:shade val="46275"/>
                  <a:invGamma/>
                </a:schemeClr>
              </a:gs>
            </a:gsLst>
            <a:path path="rect">
              <a:fillToRect r="100000" b="100000"/>
            </a:path>
          </a:gradFill>
          <a:ln w="38100">
            <a:noFill/>
            <a:round/>
            <a:headEnd/>
            <a:tailEnd/>
          </a:ln>
          <a:effectLst/>
        </p:spPr>
        <p:txBody>
          <a:bodyPr wrap="none" anchor="ctr"/>
          <a:lstStyle/>
          <a:p>
            <a:pPr eaLnBrk="1" fontAlgn="auto" hangingPunct="1">
              <a:spcBef>
                <a:spcPts val="0"/>
              </a:spcBef>
              <a:spcAft>
                <a:spcPts val="0"/>
              </a:spcAft>
              <a:defRPr/>
            </a:pPr>
            <a:endParaRPr lang="zh-CN" altLang="en-US">
              <a:latin typeface="Times New Roman" charset="0"/>
              <a:ea typeface="+mn-ea"/>
            </a:endParaRPr>
          </a:p>
        </p:txBody>
      </p:sp>
      <p:sp>
        <p:nvSpPr>
          <p:cNvPr id="289802" name="Oval 10">
            <a:extLst>
              <a:ext uri="{FF2B5EF4-FFF2-40B4-BE49-F238E27FC236}">
                <a16:creationId xmlns:a16="http://schemas.microsoft.com/office/drawing/2014/main" id="{F513B231-3947-0E79-B0BF-E42D92FA07C6}"/>
              </a:ext>
            </a:extLst>
          </p:cNvPr>
          <p:cNvSpPr>
            <a:spLocks noChangeArrowheads="1"/>
          </p:cNvSpPr>
          <p:nvPr/>
        </p:nvSpPr>
        <p:spPr bwMode="auto">
          <a:xfrm>
            <a:off x="1066800" y="2362200"/>
            <a:ext cx="457200" cy="457200"/>
          </a:xfrm>
          <a:prstGeom prst="ellipse">
            <a:avLst/>
          </a:prstGeom>
          <a:gradFill rotWithShape="0">
            <a:gsLst>
              <a:gs pos="0">
                <a:schemeClr val="accent1"/>
              </a:gs>
              <a:gs pos="100000">
                <a:schemeClr val="accent1">
                  <a:gamma/>
                  <a:shade val="46275"/>
                  <a:invGamma/>
                </a:schemeClr>
              </a:gs>
            </a:gsLst>
            <a:path path="rect">
              <a:fillToRect r="100000" b="100000"/>
            </a:path>
          </a:gradFill>
          <a:ln w="38100">
            <a:noFill/>
            <a:round/>
            <a:headEnd/>
            <a:tailEnd/>
          </a:ln>
          <a:effectLst/>
        </p:spPr>
        <p:txBody>
          <a:bodyPr wrap="none" anchor="ctr"/>
          <a:lstStyle/>
          <a:p>
            <a:pPr eaLnBrk="1" fontAlgn="auto" hangingPunct="1">
              <a:spcBef>
                <a:spcPts val="0"/>
              </a:spcBef>
              <a:spcAft>
                <a:spcPts val="0"/>
              </a:spcAft>
              <a:defRPr/>
            </a:pPr>
            <a:endParaRPr lang="zh-CN" altLang="en-US">
              <a:latin typeface="Times New Roman" charset="0"/>
              <a:ea typeface="+mn-ea"/>
            </a:endParaRPr>
          </a:p>
        </p:txBody>
      </p:sp>
      <p:sp>
        <p:nvSpPr>
          <p:cNvPr id="67595" name="Text Box 16">
            <a:extLst>
              <a:ext uri="{FF2B5EF4-FFF2-40B4-BE49-F238E27FC236}">
                <a16:creationId xmlns:a16="http://schemas.microsoft.com/office/drawing/2014/main" id="{8318A8DE-E6A3-A49A-A8AE-20D363377427}"/>
              </a:ext>
            </a:extLst>
          </p:cNvPr>
          <p:cNvSpPr txBox="1">
            <a:spLocks noChangeArrowheads="1"/>
          </p:cNvSpPr>
          <p:nvPr/>
        </p:nvSpPr>
        <p:spPr bwMode="auto">
          <a:xfrm>
            <a:off x="1371600" y="4873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i="1">
                <a:solidFill>
                  <a:srgbClr val="FFFFCC"/>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67596" name="Text Box 17">
            <a:extLst>
              <a:ext uri="{FF2B5EF4-FFF2-40B4-BE49-F238E27FC236}">
                <a16:creationId xmlns:a16="http://schemas.microsoft.com/office/drawing/2014/main" id="{5CF7C47A-D4B8-CB95-6C0B-0D0CA9D66008}"/>
              </a:ext>
            </a:extLst>
          </p:cNvPr>
          <p:cNvSpPr txBox="1">
            <a:spLocks noChangeArrowheads="1"/>
          </p:cNvSpPr>
          <p:nvPr/>
        </p:nvSpPr>
        <p:spPr bwMode="auto">
          <a:xfrm>
            <a:off x="609600" y="12954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i="1">
                <a:solidFill>
                  <a:srgbClr val="FFFFCC"/>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67597" name="Text Box 18">
            <a:extLst>
              <a:ext uri="{FF2B5EF4-FFF2-40B4-BE49-F238E27FC236}">
                <a16:creationId xmlns:a16="http://schemas.microsoft.com/office/drawing/2014/main" id="{F73D2B36-34C4-7D4B-988C-299C30C1C143}"/>
              </a:ext>
            </a:extLst>
          </p:cNvPr>
          <p:cNvSpPr txBox="1">
            <a:spLocks noChangeArrowheads="1"/>
          </p:cNvSpPr>
          <p:nvPr/>
        </p:nvSpPr>
        <p:spPr bwMode="auto">
          <a:xfrm>
            <a:off x="2149475" y="1249363"/>
            <a:ext cx="3651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i="1">
                <a:solidFill>
                  <a:srgbClr val="FFFFCC"/>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67598" name="Text Box 19">
            <a:extLst>
              <a:ext uri="{FF2B5EF4-FFF2-40B4-BE49-F238E27FC236}">
                <a16:creationId xmlns:a16="http://schemas.microsoft.com/office/drawing/2014/main" id="{27348A28-8414-B0B6-8617-D14DF7D31EAE}"/>
              </a:ext>
            </a:extLst>
          </p:cNvPr>
          <p:cNvSpPr txBox="1">
            <a:spLocks noChangeArrowheads="1"/>
          </p:cNvSpPr>
          <p:nvPr/>
        </p:nvSpPr>
        <p:spPr bwMode="auto">
          <a:xfrm>
            <a:off x="1066800" y="2286000"/>
            <a:ext cx="381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i="1">
                <a:solidFill>
                  <a:srgbClr val="FFFFCC"/>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67599" name="Text Box 20">
            <a:extLst>
              <a:ext uri="{FF2B5EF4-FFF2-40B4-BE49-F238E27FC236}">
                <a16:creationId xmlns:a16="http://schemas.microsoft.com/office/drawing/2014/main" id="{8201687C-4F65-47AE-BA26-1E4E9CA12DB1}"/>
              </a:ext>
            </a:extLst>
          </p:cNvPr>
          <p:cNvSpPr txBox="1">
            <a:spLocks noChangeArrowheads="1"/>
          </p:cNvSpPr>
          <p:nvPr/>
        </p:nvSpPr>
        <p:spPr bwMode="auto">
          <a:xfrm>
            <a:off x="1752600" y="2239963"/>
            <a:ext cx="2286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i="1">
                <a:solidFill>
                  <a:srgbClr val="FFFFCC"/>
                </a:solidFill>
                <a:latin typeface="Times New Roman" panose="02020603050405020304" pitchFamily="18"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67600" name="Rectangle 21">
            <a:extLst>
              <a:ext uri="{FF2B5EF4-FFF2-40B4-BE49-F238E27FC236}">
                <a16:creationId xmlns:a16="http://schemas.microsoft.com/office/drawing/2014/main" id="{6A78BAB7-7EC3-2B6C-C5B5-8DB7E103B445}"/>
              </a:ext>
            </a:extLst>
          </p:cNvPr>
          <p:cNvSpPr>
            <a:spLocks noChangeArrowheads="1"/>
          </p:cNvSpPr>
          <p:nvPr/>
        </p:nvSpPr>
        <p:spPr bwMode="auto">
          <a:xfrm>
            <a:off x="3200400" y="838200"/>
            <a:ext cx="609600" cy="1524000"/>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67601" name="Line 22">
            <a:extLst>
              <a:ext uri="{FF2B5EF4-FFF2-40B4-BE49-F238E27FC236}">
                <a16:creationId xmlns:a16="http://schemas.microsoft.com/office/drawing/2014/main" id="{3ABDAA9C-9D08-73F5-0C39-A2A012C84BC8}"/>
              </a:ext>
            </a:extLst>
          </p:cNvPr>
          <p:cNvSpPr>
            <a:spLocks noChangeShapeType="1"/>
          </p:cNvSpPr>
          <p:nvPr/>
        </p:nvSpPr>
        <p:spPr bwMode="auto">
          <a:xfrm flipH="1">
            <a:off x="3200400" y="838200"/>
            <a:ext cx="0" cy="15240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2" name="Line 23">
            <a:extLst>
              <a:ext uri="{FF2B5EF4-FFF2-40B4-BE49-F238E27FC236}">
                <a16:creationId xmlns:a16="http://schemas.microsoft.com/office/drawing/2014/main" id="{3C71AC08-C151-821A-77E8-6735072F9DDB}"/>
              </a:ext>
            </a:extLst>
          </p:cNvPr>
          <p:cNvSpPr>
            <a:spLocks noChangeShapeType="1"/>
          </p:cNvSpPr>
          <p:nvPr/>
        </p:nvSpPr>
        <p:spPr bwMode="auto">
          <a:xfrm flipH="1">
            <a:off x="3810000" y="838200"/>
            <a:ext cx="0" cy="15240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3" name="Line 24">
            <a:extLst>
              <a:ext uri="{FF2B5EF4-FFF2-40B4-BE49-F238E27FC236}">
                <a16:creationId xmlns:a16="http://schemas.microsoft.com/office/drawing/2014/main" id="{09D2461B-F0B4-A194-C61D-E9B73467F6E6}"/>
              </a:ext>
            </a:extLst>
          </p:cNvPr>
          <p:cNvSpPr>
            <a:spLocks noChangeShapeType="1"/>
          </p:cNvSpPr>
          <p:nvPr/>
        </p:nvSpPr>
        <p:spPr bwMode="auto">
          <a:xfrm>
            <a:off x="3200400" y="2362200"/>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4" name="Line 25">
            <a:extLst>
              <a:ext uri="{FF2B5EF4-FFF2-40B4-BE49-F238E27FC236}">
                <a16:creationId xmlns:a16="http://schemas.microsoft.com/office/drawing/2014/main" id="{8D654038-2365-CAD4-AB12-BCCA2FA6A0B6}"/>
              </a:ext>
            </a:extLst>
          </p:cNvPr>
          <p:cNvSpPr>
            <a:spLocks noChangeShapeType="1"/>
          </p:cNvSpPr>
          <p:nvPr/>
        </p:nvSpPr>
        <p:spPr bwMode="auto">
          <a:xfrm>
            <a:off x="3200400" y="1905000"/>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5" name="Rectangle 26">
            <a:extLst>
              <a:ext uri="{FF2B5EF4-FFF2-40B4-BE49-F238E27FC236}">
                <a16:creationId xmlns:a16="http://schemas.microsoft.com/office/drawing/2014/main" id="{527CE9E1-CB1D-8021-A5BE-DC63CD1644E2}"/>
              </a:ext>
            </a:extLst>
          </p:cNvPr>
          <p:cNvSpPr>
            <a:spLocks noChangeArrowheads="1"/>
          </p:cNvSpPr>
          <p:nvPr/>
        </p:nvSpPr>
        <p:spPr bwMode="auto">
          <a:xfrm>
            <a:off x="4191000" y="838200"/>
            <a:ext cx="609600" cy="1524000"/>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67606" name="Line 27">
            <a:extLst>
              <a:ext uri="{FF2B5EF4-FFF2-40B4-BE49-F238E27FC236}">
                <a16:creationId xmlns:a16="http://schemas.microsoft.com/office/drawing/2014/main" id="{D54467A4-825E-0AA0-AFFE-F3558529D2CE}"/>
              </a:ext>
            </a:extLst>
          </p:cNvPr>
          <p:cNvSpPr>
            <a:spLocks noChangeShapeType="1"/>
          </p:cNvSpPr>
          <p:nvPr/>
        </p:nvSpPr>
        <p:spPr bwMode="auto">
          <a:xfrm flipH="1">
            <a:off x="4191000" y="838200"/>
            <a:ext cx="0" cy="15240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7" name="Line 28">
            <a:extLst>
              <a:ext uri="{FF2B5EF4-FFF2-40B4-BE49-F238E27FC236}">
                <a16:creationId xmlns:a16="http://schemas.microsoft.com/office/drawing/2014/main" id="{D8DE4BAD-5EF6-2F2D-1FC3-8522C5D56675}"/>
              </a:ext>
            </a:extLst>
          </p:cNvPr>
          <p:cNvSpPr>
            <a:spLocks noChangeShapeType="1"/>
          </p:cNvSpPr>
          <p:nvPr/>
        </p:nvSpPr>
        <p:spPr bwMode="auto">
          <a:xfrm flipH="1">
            <a:off x="4800600" y="838200"/>
            <a:ext cx="0" cy="15240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8" name="Line 29">
            <a:extLst>
              <a:ext uri="{FF2B5EF4-FFF2-40B4-BE49-F238E27FC236}">
                <a16:creationId xmlns:a16="http://schemas.microsoft.com/office/drawing/2014/main" id="{B9B48673-CCCB-7DF0-51B2-4EADFC07CCF5}"/>
              </a:ext>
            </a:extLst>
          </p:cNvPr>
          <p:cNvSpPr>
            <a:spLocks noChangeShapeType="1"/>
          </p:cNvSpPr>
          <p:nvPr/>
        </p:nvSpPr>
        <p:spPr bwMode="auto">
          <a:xfrm>
            <a:off x="4191000" y="2362200"/>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9" name="Line 30">
            <a:extLst>
              <a:ext uri="{FF2B5EF4-FFF2-40B4-BE49-F238E27FC236}">
                <a16:creationId xmlns:a16="http://schemas.microsoft.com/office/drawing/2014/main" id="{303F630B-6039-FCB6-2074-488A314CE334}"/>
              </a:ext>
            </a:extLst>
          </p:cNvPr>
          <p:cNvSpPr>
            <a:spLocks noChangeShapeType="1"/>
          </p:cNvSpPr>
          <p:nvPr/>
        </p:nvSpPr>
        <p:spPr bwMode="auto">
          <a:xfrm>
            <a:off x="4191000" y="1905000"/>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10" name="Line 31">
            <a:extLst>
              <a:ext uri="{FF2B5EF4-FFF2-40B4-BE49-F238E27FC236}">
                <a16:creationId xmlns:a16="http://schemas.microsoft.com/office/drawing/2014/main" id="{6D50044A-948C-8C83-EC2F-6093D301DDB1}"/>
              </a:ext>
            </a:extLst>
          </p:cNvPr>
          <p:cNvSpPr>
            <a:spLocks noChangeShapeType="1"/>
          </p:cNvSpPr>
          <p:nvPr/>
        </p:nvSpPr>
        <p:spPr bwMode="auto">
          <a:xfrm flipH="1">
            <a:off x="914400" y="914400"/>
            <a:ext cx="381000" cy="381000"/>
          </a:xfrm>
          <a:prstGeom prst="line">
            <a:avLst/>
          </a:prstGeom>
          <a:noFill/>
          <a:ln w="28575">
            <a:solidFill>
              <a:schemeClr val="tx2"/>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11" name="Text Box 32">
            <a:extLst>
              <a:ext uri="{FF2B5EF4-FFF2-40B4-BE49-F238E27FC236}">
                <a16:creationId xmlns:a16="http://schemas.microsoft.com/office/drawing/2014/main" id="{312B8A94-3DC5-EBC6-51E0-237B54D8EBDA}"/>
              </a:ext>
            </a:extLst>
          </p:cNvPr>
          <p:cNvSpPr txBox="1">
            <a:spLocks noChangeArrowheads="1"/>
          </p:cNvSpPr>
          <p:nvPr/>
        </p:nvSpPr>
        <p:spPr bwMode="auto">
          <a:xfrm>
            <a:off x="3230563" y="1858963"/>
            <a:ext cx="5984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a</a:t>
            </a:r>
            <a:r>
              <a:rPr kumimoji="1" lang="en-US" altLang="zh-CN" sz="2800" b="1">
                <a:solidFill>
                  <a:schemeClr val="accent2"/>
                </a:solidFill>
                <a:latin typeface="Times New Roman" panose="02020603050405020304" pitchFamily="18" charset="0"/>
                <a:ea typeface="宋体" panose="02010600030101010101" pitchFamily="2" charset="-122"/>
              </a:rPr>
              <a:t>L</a:t>
            </a:r>
            <a:endParaRPr kumimoji="1" lang="en-US" altLang="zh-CN" sz="2400">
              <a:latin typeface="Times New Roman" panose="02020603050405020304" pitchFamily="18" charset="0"/>
              <a:ea typeface="宋体" panose="02010600030101010101" pitchFamily="2" charset="-122"/>
            </a:endParaRPr>
          </a:p>
        </p:txBody>
      </p:sp>
      <p:sp>
        <p:nvSpPr>
          <p:cNvPr id="67612" name="Rectangle 33">
            <a:extLst>
              <a:ext uri="{FF2B5EF4-FFF2-40B4-BE49-F238E27FC236}">
                <a16:creationId xmlns:a16="http://schemas.microsoft.com/office/drawing/2014/main" id="{91FE33CD-8EEA-8487-ABB3-A09455461302}"/>
              </a:ext>
            </a:extLst>
          </p:cNvPr>
          <p:cNvSpPr>
            <a:spLocks noChangeArrowheads="1"/>
          </p:cNvSpPr>
          <p:nvPr/>
        </p:nvSpPr>
        <p:spPr bwMode="auto">
          <a:xfrm>
            <a:off x="5181600" y="838200"/>
            <a:ext cx="609600" cy="1524000"/>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67613" name="Line 34">
            <a:extLst>
              <a:ext uri="{FF2B5EF4-FFF2-40B4-BE49-F238E27FC236}">
                <a16:creationId xmlns:a16="http://schemas.microsoft.com/office/drawing/2014/main" id="{98076921-318F-6CC6-20AC-4AE6FF3F64D7}"/>
              </a:ext>
            </a:extLst>
          </p:cNvPr>
          <p:cNvSpPr>
            <a:spLocks noChangeShapeType="1"/>
          </p:cNvSpPr>
          <p:nvPr/>
        </p:nvSpPr>
        <p:spPr bwMode="auto">
          <a:xfrm flipH="1">
            <a:off x="5181600" y="838200"/>
            <a:ext cx="0" cy="15240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14" name="Line 35">
            <a:extLst>
              <a:ext uri="{FF2B5EF4-FFF2-40B4-BE49-F238E27FC236}">
                <a16:creationId xmlns:a16="http://schemas.microsoft.com/office/drawing/2014/main" id="{FCD80A8D-C27B-CDBA-E4A6-B1E81C3D52D8}"/>
              </a:ext>
            </a:extLst>
          </p:cNvPr>
          <p:cNvSpPr>
            <a:spLocks noChangeShapeType="1"/>
          </p:cNvSpPr>
          <p:nvPr/>
        </p:nvSpPr>
        <p:spPr bwMode="auto">
          <a:xfrm flipH="1">
            <a:off x="5791200" y="838200"/>
            <a:ext cx="0" cy="15240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15" name="Line 36">
            <a:extLst>
              <a:ext uri="{FF2B5EF4-FFF2-40B4-BE49-F238E27FC236}">
                <a16:creationId xmlns:a16="http://schemas.microsoft.com/office/drawing/2014/main" id="{D7353525-0019-4647-D6DC-23907512DB1E}"/>
              </a:ext>
            </a:extLst>
          </p:cNvPr>
          <p:cNvSpPr>
            <a:spLocks noChangeShapeType="1"/>
          </p:cNvSpPr>
          <p:nvPr/>
        </p:nvSpPr>
        <p:spPr bwMode="auto">
          <a:xfrm>
            <a:off x="5181600" y="2362200"/>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16" name="Line 37">
            <a:extLst>
              <a:ext uri="{FF2B5EF4-FFF2-40B4-BE49-F238E27FC236}">
                <a16:creationId xmlns:a16="http://schemas.microsoft.com/office/drawing/2014/main" id="{DF1B7144-03BA-72BC-67DF-36C7B0F9E670}"/>
              </a:ext>
            </a:extLst>
          </p:cNvPr>
          <p:cNvSpPr>
            <a:spLocks noChangeShapeType="1"/>
          </p:cNvSpPr>
          <p:nvPr/>
        </p:nvSpPr>
        <p:spPr bwMode="auto">
          <a:xfrm>
            <a:off x="5181600" y="1905000"/>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17" name="Text Box 38">
            <a:extLst>
              <a:ext uri="{FF2B5EF4-FFF2-40B4-BE49-F238E27FC236}">
                <a16:creationId xmlns:a16="http://schemas.microsoft.com/office/drawing/2014/main" id="{2544B566-CDE6-6116-23A1-A4B6C9487578}"/>
              </a:ext>
            </a:extLst>
          </p:cNvPr>
          <p:cNvSpPr txBox="1">
            <a:spLocks noChangeArrowheads="1"/>
          </p:cNvSpPr>
          <p:nvPr/>
        </p:nvSpPr>
        <p:spPr bwMode="auto">
          <a:xfrm>
            <a:off x="4221163" y="1408113"/>
            <a:ext cx="598487"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b</a:t>
            </a:r>
            <a:r>
              <a:rPr kumimoji="1" lang="en-US" altLang="zh-CN" sz="2800" b="1">
                <a:solidFill>
                  <a:schemeClr val="accent2"/>
                </a:solidFill>
                <a:latin typeface="Times New Roman" panose="02020603050405020304" pitchFamily="18" charset="0"/>
                <a:ea typeface="宋体" panose="02010600030101010101" pitchFamily="2" charset="-122"/>
              </a:rPr>
              <a:t>L</a:t>
            </a:r>
            <a:endParaRPr kumimoji="1" lang="en-US" altLang="zh-CN" sz="2800" b="1">
              <a:latin typeface="Times New Roman" panose="02020603050405020304" pitchFamily="18" charset="0"/>
              <a:ea typeface="宋体" panose="02010600030101010101" pitchFamily="2" charset="-122"/>
            </a:endParaRPr>
          </a:p>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a</a:t>
            </a:r>
            <a:r>
              <a:rPr kumimoji="1" lang="en-US" altLang="zh-CN" sz="2800" b="1">
                <a:solidFill>
                  <a:schemeClr val="accent2"/>
                </a:solidFill>
                <a:latin typeface="Times New Roman" panose="02020603050405020304" pitchFamily="18" charset="0"/>
                <a:ea typeface="宋体" panose="02010600030101010101" pitchFamily="2" charset="-122"/>
              </a:rPr>
              <a:t>L</a:t>
            </a:r>
            <a:endParaRPr kumimoji="1" lang="en-US" altLang="zh-CN" sz="2400">
              <a:latin typeface="Times New Roman" panose="02020603050405020304" pitchFamily="18" charset="0"/>
              <a:ea typeface="宋体" panose="02010600030101010101" pitchFamily="2" charset="-122"/>
            </a:endParaRPr>
          </a:p>
        </p:txBody>
      </p:sp>
      <p:sp>
        <p:nvSpPr>
          <p:cNvPr id="67618" name="Line 39">
            <a:extLst>
              <a:ext uri="{FF2B5EF4-FFF2-40B4-BE49-F238E27FC236}">
                <a16:creationId xmlns:a16="http://schemas.microsoft.com/office/drawing/2014/main" id="{4B7F6D26-C28F-A13C-8ED1-BFD305BF2D89}"/>
              </a:ext>
            </a:extLst>
          </p:cNvPr>
          <p:cNvSpPr>
            <a:spLocks noChangeShapeType="1"/>
          </p:cNvSpPr>
          <p:nvPr/>
        </p:nvSpPr>
        <p:spPr bwMode="auto">
          <a:xfrm>
            <a:off x="4191000" y="1447800"/>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19" name="Line 40">
            <a:extLst>
              <a:ext uri="{FF2B5EF4-FFF2-40B4-BE49-F238E27FC236}">
                <a16:creationId xmlns:a16="http://schemas.microsoft.com/office/drawing/2014/main" id="{BF9FD11D-E047-CF02-3372-042906FF5ED7}"/>
              </a:ext>
            </a:extLst>
          </p:cNvPr>
          <p:cNvSpPr>
            <a:spLocks noChangeShapeType="1"/>
          </p:cNvSpPr>
          <p:nvPr/>
        </p:nvSpPr>
        <p:spPr bwMode="auto">
          <a:xfrm>
            <a:off x="838200" y="1981200"/>
            <a:ext cx="228600" cy="457200"/>
          </a:xfrm>
          <a:prstGeom prst="line">
            <a:avLst/>
          </a:prstGeom>
          <a:noFill/>
          <a:ln w="38100">
            <a:solidFill>
              <a:schemeClr val="tx2"/>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20" name="Text Box 41">
            <a:extLst>
              <a:ext uri="{FF2B5EF4-FFF2-40B4-BE49-F238E27FC236}">
                <a16:creationId xmlns:a16="http://schemas.microsoft.com/office/drawing/2014/main" id="{488C3BC9-1B67-1943-D755-43CBC3564155}"/>
              </a:ext>
            </a:extLst>
          </p:cNvPr>
          <p:cNvSpPr txBox="1">
            <a:spLocks noChangeArrowheads="1"/>
          </p:cNvSpPr>
          <p:nvPr/>
        </p:nvSpPr>
        <p:spPr bwMode="auto">
          <a:xfrm>
            <a:off x="5110163" y="1408113"/>
            <a:ext cx="833437"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b</a:t>
            </a:r>
            <a:r>
              <a:rPr kumimoji="1" lang="en-US" altLang="zh-CN" sz="2800" b="1">
                <a:solidFill>
                  <a:schemeClr val="tx2"/>
                </a:solidFill>
                <a:latin typeface="Times New Roman" panose="02020603050405020304" pitchFamily="18" charset="0"/>
                <a:ea typeface="宋体" panose="02010600030101010101" pitchFamily="2" charset="-122"/>
              </a:rPr>
              <a:t>R</a:t>
            </a:r>
            <a:endParaRPr kumimoji="1" lang="en-US" altLang="zh-CN" sz="2800" b="1">
              <a:solidFill>
                <a:srgbClr val="009900"/>
              </a:solidFill>
              <a:latin typeface="Times New Roman" panose="02020603050405020304" pitchFamily="18" charset="0"/>
              <a:ea typeface="宋体" panose="02010600030101010101" pitchFamily="2" charset="-122"/>
            </a:endParaRPr>
          </a:p>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a</a:t>
            </a:r>
            <a:r>
              <a:rPr kumimoji="1" lang="en-US" altLang="zh-CN" sz="2800" b="1">
                <a:solidFill>
                  <a:schemeClr val="accent2"/>
                </a:solidFill>
                <a:latin typeface="Times New Roman" panose="02020603050405020304" pitchFamily="18" charset="0"/>
                <a:ea typeface="宋体" panose="02010600030101010101" pitchFamily="2" charset="-122"/>
              </a:rPr>
              <a:t>L</a:t>
            </a:r>
            <a:endParaRPr kumimoji="1" lang="en-US" altLang="zh-CN" sz="2400">
              <a:latin typeface="Times New Roman" panose="02020603050405020304" pitchFamily="18" charset="0"/>
              <a:ea typeface="宋体" panose="02010600030101010101" pitchFamily="2" charset="-122"/>
            </a:endParaRPr>
          </a:p>
        </p:txBody>
      </p:sp>
      <p:sp>
        <p:nvSpPr>
          <p:cNvPr id="67621" name="Line 42">
            <a:extLst>
              <a:ext uri="{FF2B5EF4-FFF2-40B4-BE49-F238E27FC236}">
                <a16:creationId xmlns:a16="http://schemas.microsoft.com/office/drawing/2014/main" id="{A96ED5C8-B0C2-B264-FC02-80377EC2E83D}"/>
              </a:ext>
            </a:extLst>
          </p:cNvPr>
          <p:cNvSpPr>
            <a:spLocks noChangeShapeType="1"/>
          </p:cNvSpPr>
          <p:nvPr/>
        </p:nvSpPr>
        <p:spPr bwMode="auto">
          <a:xfrm>
            <a:off x="5181600" y="1447800"/>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22" name="Rectangle 43">
            <a:extLst>
              <a:ext uri="{FF2B5EF4-FFF2-40B4-BE49-F238E27FC236}">
                <a16:creationId xmlns:a16="http://schemas.microsoft.com/office/drawing/2014/main" id="{3497C727-54ED-D0CB-043D-504C7293750B}"/>
              </a:ext>
            </a:extLst>
          </p:cNvPr>
          <p:cNvSpPr>
            <a:spLocks noChangeArrowheads="1"/>
          </p:cNvSpPr>
          <p:nvPr/>
        </p:nvSpPr>
        <p:spPr bwMode="auto">
          <a:xfrm>
            <a:off x="6172200" y="838200"/>
            <a:ext cx="609600" cy="1524000"/>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67623" name="Line 44">
            <a:extLst>
              <a:ext uri="{FF2B5EF4-FFF2-40B4-BE49-F238E27FC236}">
                <a16:creationId xmlns:a16="http://schemas.microsoft.com/office/drawing/2014/main" id="{9A9DD9B2-958F-5DCA-E473-1D4D2D0C1B13}"/>
              </a:ext>
            </a:extLst>
          </p:cNvPr>
          <p:cNvSpPr>
            <a:spLocks noChangeShapeType="1"/>
          </p:cNvSpPr>
          <p:nvPr/>
        </p:nvSpPr>
        <p:spPr bwMode="auto">
          <a:xfrm flipH="1">
            <a:off x="6172200" y="838200"/>
            <a:ext cx="0" cy="15240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24" name="Line 45">
            <a:extLst>
              <a:ext uri="{FF2B5EF4-FFF2-40B4-BE49-F238E27FC236}">
                <a16:creationId xmlns:a16="http://schemas.microsoft.com/office/drawing/2014/main" id="{B3E51085-D50B-5C17-9BD3-0BA489DB8456}"/>
              </a:ext>
            </a:extLst>
          </p:cNvPr>
          <p:cNvSpPr>
            <a:spLocks noChangeShapeType="1"/>
          </p:cNvSpPr>
          <p:nvPr/>
        </p:nvSpPr>
        <p:spPr bwMode="auto">
          <a:xfrm flipH="1">
            <a:off x="6781800" y="838200"/>
            <a:ext cx="0" cy="15240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25" name="Line 46">
            <a:extLst>
              <a:ext uri="{FF2B5EF4-FFF2-40B4-BE49-F238E27FC236}">
                <a16:creationId xmlns:a16="http://schemas.microsoft.com/office/drawing/2014/main" id="{4909271F-EC4A-8FA8-886F-09BDBF9A9622}"/>
              </a:ext>
            </a:extLst>
          </p:cNvPr>
          <p:cNvSpPr>
            <a:spLocks noChangeShapeType="1"/>
          </p:cNvSpPr>
          <p:nvPr/>
        </p:nvSpPr>
        <p:spPr bwMode="auto">
          <a:xfrm>
            <a:off x="6172200" y="2360613"/>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26" name="Line 47">
            <a:extLst>
              <a:ext uri="{FF2B5EF4-FFF2-40B4-BE49-F238E27FC236}">
                <a16:creationId xmlns:a16="http://schemas.microsoft.com/office/drawing/2014/main" id="{62EBE783-09B7-B0F0-C46B-9801AE5FE679}"/>
              </a:ext>
            </a:extLst>
          </p:cNvPr>
          <p:cNvSpPr>
            <a:spLocks noChangeShapeType="1"/>
          </p:cNvSpPr>
          <p:nvPr/>
        </p:nvSpPr>
        <p:spPr bwMode="auto">
          <a:xfrm>
            <a:off x="6172200" y="1903413"/>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27" name="Line 48">
            <a:extLst>
              <a:ext uri="{FF2B5EF4-FFF2-40B4-BE49-F238E27FC236}">
                <a16:creationId xmlns:a16="http://schemas.microsoft.com/office/drawing/2014/main" id="{F1B8CC0D-C78D-0435-E10E-EFB858810D15}"/>
              </a:ext>
            </a:extLst>
          </p:cNvPr>
          <p:cNvSpPr>
            <a:spLocks noChangeShapeType="1"/>
          </p:cNvSpPr>
          <p:nvPr/>
        </p:nvSpPr>
        <p:spPr bwMode="auto">
          <a:xfrm>
            <a:off x="6172200" y="1446213"/>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28" name="Line 49">
            <a:extLst>
              <a:ext uri="{FF2B5EF4-FFF2-40B4-BE49-F238E27FC236}">
                <a16:creationId xmlns:a16="http://schemas.microsoft.com/office/drawing/2014/main" id="{BCE2F24E-DEA2-554E-3678-7FD1835FAFF6}"/>
              </a:ext>
            </a:extLst>
          </p:cNvPr>
          <p:cNvSpPr>
            <a:spLocks noChangeShapeType="1"/>
          </p:cNvSpPr>
          <p:nvPr/>
        </p:nvSpPr>
        <p:spPr bwMode="auto">
          <a:xfrm>
            <a:off x="6172200" y="990600"/>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29" name="Text Box 50">
            <a:extLst>
              <a:ext uri="{FF2B5EF4-FFF2-40B4-BE49-F238E27FC236}">
                <a16:creationId xmlns:a16="http://schemas.microsoft.com/office/drawing/2014/main" id="{FC004617-61CE-B0B5-D833-913CF34E8B90}"/>
              </a:ext>
            </a:extLst>
          </p:cNvPr>
          <p:cNvSpPr txBox="1">
            <a:spLocks noChangeArrowheads="1"/>
          </p:cNvSpPr>
          <p:nvPr/>
        </p:nvSpPr>
        <p:spPr bwMode="auto">
          <a:xfrm>
            <a:off x="6172200" y="989013"/>
            <a:ext cx="619125"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d</a:t>
            </a:r>
            <a:r>
              <a:rPr kumimoji="1" lang="en-US" altLang="zh-CN" sz="2800" b="1">
                <a:solidFill>
                  <a:schemeClr val="accent2"/>
                </a:solidFill>
                <a:latin typeface="Times New Roman" panose="02020603050405020304" pitchFamily="18" charset="0"/>
                <a:ea typeface="宋体" panose="02010600030101010101" pitchFamily="2" charset="-122"/>
              </a:rPr>
              <a:t>L</a:t>
            </a:r>
          </a:p>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b</a:t>
            </a:r>
            <a:r>
              <a:rPr kumimoji="1" lang="en-US" altLang="zh-CN" sz="2800" b="1">
                <a:solidFill>
                  <a:schemeClr val="tx2"/>
                </a:solidFill>
                <a:latin typeface="Times New Roman" panose="02020603050405020304" pitchFamily="18" charset="0"/>
                <a:ea typeface="宋体" panose="02010600030101010101" pitchFamily="2" charset="-122"/>
              </a:rPr>
              <a:t>R</a:t>
            </a:r>
            <a:endParaRPr kumimoji="1" lang="en-US" altLang="zh-CN" sz="2800" b="1">
              <a:solidFill>
                <a:schemeClr val="accent2"/>
              </a:solidFill>
              <a:latin typeface="Times New Roman" panose="02020603050405020304" pitchFamily="18" charset="0"/>
              <a:ea typeface="宋体" panose="02010600030101010101" pitchFamily="2" charset="-122"/>
            </a:endParaRPr>
          </a:p>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a</a:t>
            </a:r>
            <a:r>
              <a:rPr kumimoji="1" lang="en-US" altLang="zh-CN" sz="2800" b="1">
                <a:solidFill>
                  <a:schemeClr val="accent2"/>
                </a:solidFill>
                <a:latin typeface="Times New Roman" panose="02020603050405020304" pitchFamily="18" charset="0"/>
                <a:ea typeface="宋体" panose="02010600030101010101" pitchFamily="2" charset="-122"/>
              </a:rPr>
              <a:t>L</a:t>
            </a:r>
            <a:endParaRPr kumimoji="1" lang="en-US" altLang="zh-CN" sz="2400">
              <a:latin typeface="Times New Roman" panose="02020603050405020304" pitchFamily="18" charset="0"/>
              <a:ea typeface="宋体" panose="02010600030101010101" pitchFamily="2" charset="-122"/>
            </a:endParaRPr>
          </a:p>
        </p:txBody>
      </p:sp>
      <p:sp>
        <p:nvSpPr>
          <p:cNvPr id="67630" name="Rectangle 51">
            <a:extLst>
              <a:ext uri="{FF2B5EF4-FFF2-40B4-BE49-F238E27FC236}">
                <a16:creationId xmlns:a16="http://schemas.microsoft.com/office/drawing/2014/main" id="{E1E6A0F6-8EA0-A5FB-62B4-E60C31B0AFCF}"/>
              </a:ext>
            </a:extLst>
          </p:cNvPr>
          <p:cNvSpPr>
            <a:spLocks noChangeArrowheads="1"/>
          </p:cNvSpPr>
          <p:nvPr/>
        </p:nvSpPr>
        <p:spPr bwMode="auto">
          <a:xfrm>
            <a:off x="762000" y="3429000"/>
            <a:ext cx="609600" cy="1524000"/>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67631" name="Line 52">
            <a:extLst>
              <a:ext uri="{FF2B5EF4-FFF2-40B4-BE49-F238E27FC236}">
                <a16:creationId xmlns:a16="http://schemas.microsoft.com/office/drawing/2014/main" id="{2BDD202A-882E-4E51-1104-AB61B2D86B5F}"/>
              </a:ext>
            </a:extLst>
          </p:cNvPr>
          <p:cNvSpPr>
            <a:spLocks noChangeShapeType="1"/>
          </p:cNvSpPr>
          <p:nvPr/>
        </p:nvSpPr>
        <p:spPr bwMode="auto">
          <a:xfrm flipH="1">
            <a:off x="762000" y="3429000"/>
            <a:ext cx="0" cy="15240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32" name="Line 53">
            <a:extLst>
              <a:ext uri="{FF2B5EF4-FFF2-40B4-BE49-F238E27FC236}">
                <a16:creationId xmlns:a16="http://schemas.microsoft.com/office/drawing/2014/main" id="{3828F96D-6B7E-81B3-54A2-839E1F8DFA19}"/>
              </a:ext>
            </a:extLst>
          </p:cNvPr>
          <p:cNvSpPr>
            <a:spLocks noChangeShapeType="1"/>
          </p:cNvSpPr>
          <p:nvPr/>
        </p:nvSpPr>
        <p:spPr bwMode="auto">
          <a:xfrm flipH="1">
            <a:off x="1371600" y="3429000"/>
            <a:ext cx="0" cy="15240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33" name="Line 54">
            <a:extLst>
              <a:ext uri="{FF2B5EF4-FFF2-40B4-BE49-F238E27FC236}">
                <a16:creationId xmlns:a16="http://schemas.microsoft.com/office/drawing/2014/main" id="{FC3D59A6-A8AD-ED1C-5C2E-521236560088}"/>
              </a:ext>
            </a:extLst>
          </p:cNvPr>
          <p:cNvSpPr>
            <a:spLocks noChangeShapeType="1"/>
          </p:cNvSpPr>
          <p:nvPr/>
        </p:nvSpPr>
        <p:spPr bwMode="auto">
          <a:xfrm>
            <a:off x="762000" y="4953000"/>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34" name="Line 55">
            <a:extLst>
              <a:ext uri="{FF2B5EF4-FFF2-40B4-BE49-F238E27FC236}">
                <a16:creationId xmlns:a16="http://schemas.microsoft.com/office/drawing/2014/main" id="{682255C7-1232-8F79-515C-A313EDF340F9}"/>
              </a:ext>
            </a:extLst>
          </p:cNvPr>
          <p:cNvSpPr>
            <a:spLocks noChangeShapeType="1"/>
          </p:cNvSpPr>
          <p:nvPr/>
        </p:nvSpPr>
        <p:spPr bwMode="auto">
          <a:xfrm>
            <a:off x="762000" y="4495800"/>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35" name="Rectangle 56">
            <a:extLst>
              <a:ext uri="{FF2B5EF4-FFF2-40B4-BE49-F238E27FC236}">
                <a16:creationId xmlns:a16="http://schemas.microsoft.com/office/drawing/2014/main" id="{FB0E9CDD-B0B9-BDBA-F9CB-C68A68743A5C}"/>
              </a:ext>
            </a:extLst>
          </p:cNvPr>
          <p:cNvSpPr>
            <a:spLocks noChangeArrowheads="1"/>
          </p:cNvSpPr>
          <p:nvPr/>
        </p:nvSpPr>
        <p:spPr bwMode="auto">
          <a:xfrm>
            <a:off x="7239000" y="838200"/>
            <a:ext cx="609600" cy="1524000"/>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67636" name="Line 57">
            <a:extLst>
              <a:ext uri="{FF2B5EF4-FFF2-40B4-BE49-F238E27FC236}">
                <a16:creationId xmlns:a16="http://schemas.microsoft.com/office/drawing/2014/main" id="{F3BD278A-1062-F0F9-BC6A-032AEA9AEA7B}"/>
              </a:ext>
            </a:extLst>
          </p:cNvPr>
          <p:cNvSpPr>
            <a:spLocks noChangeShapeType="1"/>
          </p:cNvSpPr>
          <p:nvPr/>
        </p:nvSpPr>
        <p:spPr bwMode="auto">
          <a:xfrm flipH="1">
            <a:off x="7239000" y="838200"/>
            <a:ext cx="0" cy="15240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37" name="Line 58">
            <a:extLst>
              <a:ext uri="{FF2B5EF4-FFF2-40B4-BE49-F238E27FC236}">
                <a16:creationId xmlns:a16="http://schemas.microsoft.com/office/drawing/2014/main" id="{AB46C47A-B970-CA1A-9155-66573D8BF907}"/>
              </a:ext>
            </a:extLst>
          </p:cNvPr>
          <p:cNvSpPr>
            <a:spLocks noChangeShapeType="1"/>
          </p:cNvSpPr>
          <p:nvPr/>
        </p:nvSpPr>
        <p:spPr bwMode="auto">
          <a:xfrm flipH="1">
            <a:off x="7848600" y="838200"/>
            <a:ext cx="0" cy="15240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38" name="Line 59">
            <a:extLst>
              <a:ext uri="{FF2B5EF4-FFF2-40B4-BE49-F238E27FC236}">
                <a16:creationId xmlns:a16="http://schemas.microsoft.com/office/drawing/2014/main" id="{C50EAEA6-9721-89A6-7543-4D05EF9143D2}"/>
              </a:ext>
            </a:extLst>
          </p:cNvPr>
          <p:cNvSpPr>
            <a:spLocks noChangeShapeType="1"/>
          </p:cNvSpPr>
          <p:nvPr/>
        </p:nvSpPr>
        <p:spPr bwMode="auto">
          <a:xfrm>
            <a:off x="7239000" y="2362200"/>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39" name="Line 60">
            <a:extLst>
              <a:ext uri="{FF2B5EF4-FFF2-40B4-BE49-F238E27FC236}">
                <a16:creationId xmlns:a16="http://schemas.microsoft.com/office/drawing/2014/main" id="{0A51065B-C57E-8F01-7610-AC60EF00D804}"/>
              </a:ext>
            </a:extLst>
          </p:cNvPr>
          <p:cNvSpPr>
            <a:spLocks noChangeShapeType="1"/>
          </p:cNvSpPr>
          <p:nvPr/>
        </p:nvSpPr>
        <p:spPr bwMode="auto">
          <a:xfrm>
            <a:off x="7239000" y="1905000"/>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40" name="Text Box 61">
            <a:extLst>
              <a:ext uri="{FF2B5EF4-FFF2-40B4-BE49-F238E27FC236}">
                <a16:creationId xmlns:a16="http://schemas.microsoft.com/office/drawing/2014/main" id="{CE8F8EFA-5BEB-D765-32CA-BFFBC343A42A}"/>
              </a:ext>
            </a:extLst>
          </p:cNvPr>
          <p:cNvSpPr txBox="1">
            <a:spLocks noChangeArrowheads="1"/>
          </p:cNvSpPr>
          <p:nvPr/>
        </p:nvSpPr>
        <p:spPr bwMode="auto">
          <a:xfrm>
            <a:off x="7239000" y="990600"/>
            <a:ext cx="619125"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d</a:t>
            </a:r>
            <a:r>
              <a:rPr kumimoji="1" lang="en-US" altLang="zh-CN" sz="2800" b="1">
                <a:solidFill>
                  <a:schemeClr val="tx2"/>
                </a:solidFill>
                <a:latin typeface="Times New Roman" panose="02020603050405020304" pitchFamily="18" charset="0"/>
                <a:ea typeface="宋体" panose="02010600030101010101" pitchFamily="2" charset="-122"/>
              </a:rPr>
              <a:t>R</a:t>
            </a:r>
          </a:p>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b</a:t>
            </a:r>
            <a:r>
              <a:rPr kumimoji="1" lang="en-US" altLang="zh-CN" sz="2800" b="1">
                <a:solidFill>
                  <a:schemeClr val="tx2"/>
                </a:solidFill>
                <a:latin typeface="Times New Roman" panose="02020603050405020304" pitchFamily="18" charset="0"/>
                <a:ea typeface="宋体" panose="02010600030101010101" pitchFamily="2" charset="-122"/>
              </a:rPr>
              <a:t>R</a:t>
            </a:r>
          </a:p>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a</a:t>
            </a:r>
            <a:r>
              <a:rPr kumimoji="1" lang="en-US" altLang="zh-CN" sz="2800" b="1">
                <a:solidFill>
                  <a:schemeClr val="accent2"/>
                </a:solidFill>
                <a:latin typeface="Times New Roman" panose="02020603050405020304" pitchFamily="18" charset="0"/>
                <a:ea typeface="宋体" panose="02010600030101010101" pitchFamily="2" charset="-122"/>
              </a:rPr>
              <a:t>L</a:t>
            </a:r>
            <a:endParaRPr kumimoji="1" lang="en-US" altLang="zh-CN" sz="2400">
              <a:latin typeface="Times New Roman" panose="02020603050405020304" pitchFamily="18" charset="0"/>
              <a:ea typeface="宋体" panose="02010600030101010101" pitchFamily="2" charset="-122"/>
            </a:endParaRPr>
          </a:p>
        </p:txBody>
      </p:sp>
      <p:sp>
        <p:nvSpPr>
          <p:cNvPr id="67641" name="Line 62">
            <a:extLst>
              <a:ext uri="{FF2B5EF4-FFF2-40B4-BE49-F238E27FC236}">
                <a16:creationId xmlns:a16="http://schemas.microsoft.com/office/drawing/2014/main" id="{0B712B7D-5545-E36C-D0E7-F62438CFCF00}"/>
              </a:ext>
            </a:extLst>
          </p:cNvPr>
          <p:cNvSpPr>
            <a:spLocks noChangeShapeType="1"/>
          </p:cNvSpPr>
          <p:nvPr/>
        </p:nvSpPr>
        <p:spPr bwMode="auto">
          <a:xfrm>
            <a:off x="7239000" y="1447800"/>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42" name="Line 63">
            <a:extLst>
              <a:ext uri="{FF2B5EF4-FFF2-40B4-BE49-F238E27FC236}">
                <a16:creationId xmlns:a16="http://schemas.microsoft.com/office/drawing/2014/main" id="{FA222767-75FD-A661-EA4C-0E3943456A1F}"/>
              </a:ext>
            </a:extLst>
          </p:cNvPr>
          <p:cNvSpPr>
            <a:spLocks noChangeShapeType="1"/>
          </p:cNvSpPr>
          <p:nvPr/>
        </p:nvSpPr>
        <p:spPr bwMode="auto">
          <a:xfrm>
            <a:off x="7239000" y="990600"/>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43" name="Rectangle 64">
            <a:extLst>
              <a:ext uri="{FF2B5EF4-FFF2-40B4-BE49-F238E27FC236}">
                <a16:creationId xmlns:a16="http://schemas.microsoft.com/office/drawing/2014/main" id="{1576A71F-95A3-04B5-199A-5894D8B524F2}"/>
              </a:ext>
            </a:extLst>
          </p:cNvPr>
          <p:cNvSpPr>
            <a:spLocks noChangeArrowheads="1"/>
          </p:cNvSpPr>
          <p:nvPr/>
        </p:nvSpPr>
        <p:spPr bwMode="auto">
          <a:xfrm>
            <a:off x="1752600" y="3429000"/>
            <a:ext cx="609600" cy="1524000"/>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67644" name="Line 65">
            <a:extLst>
              <a:ext uri="{FF2B5EF4-FFF2-40B4-BE49-F238E27FC236}">
                <a16:creationId xmlns:a16="http://schemas.microsoft.com/office/drawing/2014/main" id="{5724CE55-1CD6-174D-48D4-BCE7EEBC40D2}"/>
              </a:ext>
            </a:extLst>
          </p:cNvPr>
          <p:cNvSpPr>
            <a:spLocks noChangeShapeType="1"/>
          </p:cNvSpPr>
          <p:nvPr/>
        </p:nvSpPr>
        <p:spPr bwMode="auto">
          <a:xfrm flipH="1">
            <a:off x="1752600" y="3429000"/>
            <a:ext cx="0" cy="15240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45" name="Line 66">
            <a:extLst>
              <a:ext uri="{FF2B5EF4-FFF2-40B4-BE49-F238E27FC236}">
                <a16:creationId xmlns:a16="http://schemas.microsoft.com/office/drawing/2014/main" id="{77609F78-FE3F-D8C0-EF58-34A88E268F35}"/>
              </a:ext>
            </a:extLst>
          </p:cNvPr>
          <p:cNvSpPr>
            <a:spLocks noChangeShapeType="1"/>
          </p:cNvSpPr>
          <p:nvPr/>
        </p:nvSpPr>
        <p:spPr bwMode="auto">
          <a:xfrm flipH="1">
            <a:off x="2362200" y="3429000"/>
            <a:ext cx="0" cy="15240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46" name="Line 67">
            <a:extLst>
              <a:ext uri="{FF2B5EF4-FFF2-40B4-BE49-F238E27FC236}">
                <a16:creationId xmlns:a16="http://schemas.microsoft.com/office/drawing/2014/main" id="{531C6FD0-E790-B29B-E5D4-F2A5D03B5EA4}"/>
              </a:ext>
            </a:extLst>
          </p:cNvPr>
          <p:cNvSpPr>
            <a:spLocks noChangeShapeType="1"/>
          </p:cNvSpPr>
          <p:nvPr/>
        </p:nvSpPr>
        <p:spPr bwMode="auto">
          <a:xfrm>
            <a:off x="1752600" y="4953000"/>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47" name="Line 68">
            <a:extLst>
              <a:ext uri="{FF2B5EF4-FFF2-40B4-BE49-F238E27FC236}">
                <a16:creationId xmlns:a16="http://schemas.microsoft.com/office/drawing/2014/main" id="{C0650EA9-936B-7FB4-7511-F2567BB61F4D}"/>
              </a:ext>
            </a:extLst>
          </p:cNvPr>
          <p:cNvSpPr>
            <a:spLocks noChangeShapeType="1"/>
          </p:cNvSpPr>
          <p:nvPr/>
        </p:nvSpPr>
        <p:spPr bwMode="auto">
          <a:xfrm>
            <a:off x="1752600" y="4495800"/>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48" name="Rectangle 69">
            <a:extLst>
              <a:ext uri="{FF2B5EF4-FFF2-40B4-BE49-F238E27FC236}">
                <a16:creationId xmlns:a16="http://schemas.microsoft.com/office/drawing/2014/main" id="{5C760BF3-AE5A-891D-B749-9C3F7A559A8B}"/>
              </a:ext>
            </a:extLst>
          </p:cNvPr>
          <p:cNvSpPr>
            <a:spLocks noChangeArrowheads="1"/>
          </p:cNvSpPr>
          <p:nvPr/>
        </p:nvSpPr>
        <p:spPr bwMode="auto">
          <a:xfrm>
            <a:off x="2743200" y="3429000"/>
            <a:ext cx="609600" cy="1524000"/>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67649" name="Line 70">
            <a:extLst>
              <a:ext uri="{FF2B5EF4-FFF2-40B4-BE49-F238E27FC236}">
                <a16:creationId xmlns:a16="http://schemas.microsoft.com/office/drawing/2014/main" id="{7F95AF45-9FFF-56DC-BCA4-644E71FA8425}"/>
              </a:ext>
            </a:extLst>
          </p:cNvPr>
          <p:cNvSpPr>
            <a:spLocks noChangeShapeType="1"/>
          </p:cNvSpPr>
          <p:nvPr/>
        </p:nvSpPr>
        <p:spPr bwMode="auto">
          <a:xfrm>
            <a:off x="2743200" y="3429000"/>
            <a:ext cx="0" cy="15240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50" name="Line 71">
            <a:extLst>
              <a:ext uri="{FF2B5EF4-FFF2-40B4-BE49-F238E27FC236}">
                <a16:creationId xmlns:a16="http://schemas.microsoft.com/office/drawing/2014/main" id="{A6276C51-A4F5-BF7E-837D-48707749230D}"/>
              </a:ext>
            </a:extLst>
          </p:cNvPr>
          <p:cNvSpPr>
            <a:spLocks noChangeShapeType="1"/>
          </p:cNvSpPr>
          <p:nvPr/>
        </p:nvSpPr>
        <p:spPr bwMode="auto">
          <a:xfrm flipH="1">
            <a:off x="3352800" y="3429000"/>
            <a:ext cx="0" cy="15240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51" name="Line 72">
            <a:extLst>
              <a:ext uri="{FF2B5EF4-FFF2-40B4-BE49-F238E27FC236}">
                <a16:creationId xmlns:a16="http://schemas.microsoft.com/office/drawing/2014/main" id="{F8D08BF2-1C72-72A1-72A6-66DD586EC8E8}"/>
              </a:ext>
            </a:extLst>
          </p:cNvPr>
          <p:cNvSpPr>
            <a:spLocks noChangeShapeType="1"/>
          </p:cNvSpPr>
          <p:nvPr/>
        </p:nvSpPr>
        <p:spPr bwMode="auto">
          <a:xfrm>
            <a:off x="2743200" y="4953000"/>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52" name="Line 73">
            <a:extLst>
              <a:ext uri="{FF2B5EF4-FFF2-40B4-BE49-F238E27FC236}">
                <a16:creationId xmlns:a16="http://schemas.microsoft.com/office/drawing/2014/main" id="{26ECABC0-8D06-B078-E421-1002824DB0E0}"/>
              </a:ext>
            </a:extLst>
          </p:cNvPr>
          <p:cNvSpPr>
            <a:spLocks noChangeShapeType="1"/>
          </p:cNvSpPr>
          <p:nvPr/>
        </p:nvSpPr>
        <p:spPr bwMode="auto">
          <a:xfrm>
            <a:off x="2743200" y="4495800"/>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53" name="Rectangle 74">
            <a:extLst>
              <a:ext uri="{FF2B5EF4-FFF2-40B4-BE49-F238E27FC236}">
                <a16:creationId xmlns:a16="http://schemas.microsoft.com/office/drawing/2014/main" id="{CED4362B-EE61-A9D8-0634-7A5809B0C8F4}"/>
              </a:ext>
            </a:extLst>
          </p:cNvPr>
          <p:cNvSpPr>
            <a:spLocks noChangeArrowheads="1"/>
          </p:cNvSpPr>
          <p:nvPr/>
        </p:nvSpPr>
        <p:spPr bwMode="auto">
          <a:xfrm>
            <a:off x="3733800" y="3429000"/>
            <a:ext cx="609600" cy="1524000"/>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67654" name="Line 75">
            <a:extLst>
              <a:ext uri="{FF2B5EF4-FFF2-40B4-BE49-F238E27FC236}">
                <a16:creationId xmlns:a16="http://schemas.microsoft.com/office/drawing/2014/main" id="{1F441B71-FD87-2DA2-20B9-36409B8871C6}"/>
              </a:ext>
            </a:extLst>
          </p:cNvPr>
          <p:cNvSpPr>
            <a:spLocks noChangeShapeType="1"/>
          </p:cNvSpPr>
          <p:nvPr/>
        </p:nvSpPr>
        <p:spPr bwMode="auto">
          <a:xfrm flipH="1">
            <a:off x="3733800" y="3429000"/>
            <a:ext cx="0" cy="15240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55" name="Line 76">
            <a:extLst>
              <a:ext uri="{FF2B5EF4-FFF2-40B4-BE49-F238E27FC236}">
                <a16:creationId xmlns:a16="http://schemas.microsoft.com/office/drawing/2014/main" id="{623BC5E8-9836-6ABC-32AE-609CED90E96F}"/>
              </a:ext>
            </a:extLst>
          </p:cNvPr>
          <p:cNvSpPr>
            <a:spLocks noChangeShapeType="1"/>
          </p:cNvSpPr>
          <p:nvPr/>
        </p:nvSpPr>
        <p:spPr bwMode="auto">
          <a:xfrm flipH="1">
            <a:off x="4343400" y="3429000"/>
            <a:ext cx="0" cy="15240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56" name="Line 77">
            <a:extLst>
              <a:ext uri="{FF2B5EF4-FFF2-40B4-BE49-F238E27FC236}">
                <a16:creationId xmlns:a16="http://schemas.microsoft.com/office/drawing/2014/main" id="{C173A9F9-85BC-B04B-BAEF-01462BCD4474}"/>
              </a:ext>
            </a:extLst>
          </p:cNvPr>
          <p:cNvSpPr>
            <a:spLocks noChangeShapeType="1"/>
          </p:cNvSpPr>
          <p:nvPr/>
        </p:nvSpPr>
        <p:spPr bwMode="auto">
          <a:xfrm>
            <a:off x="3733800" y="4953000"/>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57" name="Line 78">
            <a:extLst>
              <a:ext uri="{FF2B5EF4-FFF2-40B4-BE49-F238E27FC236}">
                <a16:creationId xmlns:a16="http://schemas.microsoft.com/office/drawing/2014/main" id="{E7877857-C31B-032D-CEAF-7D6FE3C1AA19}"/>
              </a:ext>
            </a:extLst>
          </p:cNvPr>
          <p:cNvSpPr>
            <a:spLocks noChangeShapeType="1"/>
          </p:cNvSpPr>
          <p:nvPr/>
        </p:nvSpPr>
        <p:spPr bwMode="auto">
          <a:xfrm>
            <a:off x="3733800" y="4495800"/>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58" name="Text Box 79">
            <a:extLst>
              <a:ext uri="{FF2B5EF4-FFF2-40B4-BE49-F238E27FC236}">
                <a16:creationId xmlns:a16="http://schemas.microsoft.com/office/drawing/2014/main" id="{E2B46346-E017-6866-0ACD-652047AD53D6}"/>
              </a:ext>
            </a:extLst>
          </p:cNvPr>
          <p:cNvSpPr txBox="1">
            <a:spLocks noChangeArrowheads="1"/>
          </p:cNvSpPr>
          <p:nvPr/>
        </p:nvSpPr>
        <p:spPr bwMode="auto">
          <a:xfrm>
            <a:off x="762000" y="4006850"/>
            <a:ext cx="61912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b</a:t>
            </a:r>
            <a:r>
              <a:rPr kumimoji="1" lang="en-US" altLang="zh-CN" sz="2800" b="1">
                <a:solidFill>
                  <a:schemeClr val="tx2"/>
                </a:solidFill>
                <a:latin typeface="Times New Roman" panose="02020603050405020304" pitchFamily="18" charset="0"/>
                <a:ea typeface="宋体" panose="02010600030101010101" pitchFamily="2" charset="-122"/>
              </a:rPr>
              <a:t>R</a:t>
            </a:r>
            <a:endParaRPr kumimoji="1" lang="en-US" altLang="zh-CN" sz="2800" b="1">
              <a:solidFill>
                <a:schemeClr val="accent2"/>
              </a:solidFill>
              <a:latin typeface="Times New Roman" panose="02020603050405020304" pitchFamily="18" charset="0"/>
              <a:ea typeface="宋体" panose="02010600030101010101" pitchFamily="2" charset="-122"/>
            </a:endParaRPr>
          </a:p>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a</a:t>
            </a:r>
            <a:r>
              <a:rPr kumimoji="1" lang="en-US" altLang="zh-CN" sz="2800" b="1">
                <a:solidFill>
                  <a:schemeClr val="accent2"/>
                </a:solidFill>
                <a:latin typeface="Times New Roman" panose="02020603050405020304" pitchFamily="18" charset="0"/>
                <a:ea typeface="宋体" panose="02010600030101010101" pitchFamily="2" charset="-122"/>
              </a:rPr>
              <a:t>L</a:t>
            </a:r>
            <a:endParaRPr kumimoji="1" lang="en-US" altLang="zh-CN" sz="2400">
              <a:latin typeface="Times New Roman" panose="02020603050405020304" pitchFamily="18" charset="0"/>
              <a:ea typeface="宋体" panose="02010600030101010101" pitchFamily="2" charset="-122"/>
            </a:endParaRPr>
          </a:p>
        </p:txBody>
      </p:sp>
      <p:sp>
        <p:nvSpPr>
          <p:cNvPr id="67659" name="Line 80">
            <a:extLst>
              <a:ext uri="{FF2B5EF4-FFF2-40B4-BE49-F238E27FC236}">
                <a16:creationId xmlns:a16="http://schemas.microsoft.com/office/drawing/2014/main" id="{9C740648-DD8A-A0BF-35FC-06815FC48793}"/>
              </a:ext>
            </a:extLst>
          </p:cNvPr>
          <p:cNvSpPr>
            <a:spLocks noChangeShapeType="1"/>
          </p:cNvSpPr>
          <p:nvPr/>
        </p:nvSpPr>
        <p:spPr bwMode="auto">
          <a:xfrm>
            <a:off x="762000" y="4038600"/>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60" name="Text Box 81">
            <a:extLst>
              <a:ext uri="{FF2B5EF4-FFF2-40B4-BE49-F238E27FC236}">
                <a16:creationId xmlns:a16="http://schemas.microsoft.com/office/drawing/2014/main" id="{E207B667-0C19-6F97-C356-AA57F7B5C888}"/>
              </a:ext>
            </a:extLst>
          </p:cNvPr>
          <p:cNvSpPr txBox="1">
            <a:spLocks noChangeArrowheads="1"/>
          </p:cNvSpPr>
          <p:nvPr/>
        </p:nvSpPr>
        <p:spPr bwMode="auto">
          <a:xfrm>
            <a:off x="1763713" y="4433888"/>
            <a:ext cx="5984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a</a:t>
            </a:r>
            <a:r>
              <a:rPr kumimoji="1" lang="en-US" altLang="zh-CN" sz="2800" b="1">
                <a:solidFill>
                  <a:schemeClr val="accent2"/>
                </a:solidFill>
                <a:latin typeface="Times New Roman" panose="02020603050405020304" pitchFamily="18" charset="0"/>
                <a:ea typeface="宋体" panose="02010600030101010101" pitchFamily="2" charset="-122"/>
              </a:rPr>
              <a:t>L</a:t>
            </a:r>
            <a:endParaRPr kumimoji="1" lang="en-US" altLang="zh-CN" sz="2400">
              <a:latin typeface="Times New Roman" panose="02020603050405020304" pitchFamily="18" charset="0"/>
              <a:ea typeface="宋体" panose="02010600030101010101" pitchFamily="2" charset="-122"/>
            </a:endParaRPr>
          </a:p>
        </p:txBody>
      </p:sp>
      <p:sp>
        <p:nvSpPr>
          <p:cNvPr id="67661" name="Text Box 82">
            <a:extLst>
              <a:ext uri="{FF2B5EF4-FFF2-40B4-BE49-F238E27FC236}">
                <a16:creationId xmlns:a16="http://schemas.microsoft.com/office/drawing/2014/main" id="{51F4609A-D053-4B57-C564-01E67E45BD88}"/>
              </a:ext>
            </a:extLst>
          </p:cNvPr>
          <p:cNvSpPr txBox="1">
            <a:spLocks noChangeArrowheads="1"/>
          </p:cNvSpPr>
          <p:nvPr/>
        </p:nvSpPr>
        <p:spPr bwMode="auto">
          <a:xfrm>
            <a:off x="2743200" y="4433888"/>
            <a:ext cx="6191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a</a:t>
            </a:r>
            <a:r>
              <a:rPr kumimoji="1" lang="en-US" altLang="zh-CN" sz="2800" b="1">
                <a:solidFill>
                  <a:schemeClr val="tx2"/>
                </a:solidFill>
                <a:latin typeface="Times New Roman" panose="02020603050405020304" pitchFamily="18" charset="0"/>
                <a:ea typeface="宋体" panose="02010600030101010101" pitchFamily="2" charset="-122"/>
              </a:rPr>
              <a:t>R</a:t>
            </a:r>
            <a:endParaRPr kumimoji="1" lang="en-US" altLang="zh-CN" sz="2400">
              <a:latin typeface="Times New Roman" panose="02020603050405020304" pitchFamily="18" charset="0"/>
              <a:ea typeface="宋体" panose="02010600030101010101" pitchFamily="2" charset="-122"/>
            </a:endParaRPr>
          </a:p>
        </p:txBody>
      </p:sp>
      <p:sp>
        <p:nvSpPr>
          <p:cNvPr id="67662" name="Text Box 83">
            <a:extLst>
              <a:ext uri="{FF2B5EF4-FFF2-40B4-BE49-F238E27FC236}">
                <a16:creationId xmlns:a16="http://schemas.microsoft.com/office/drawing/2014/main" id="{89CDE326-E7B3-BA9E-7DEE-6E3EC96B6F79}"/>
              </a:ext>
            </a:extLst>
          </p:cNvPr>
          <p:cNvSpPr txBox="1">
            <a:spLocks noChangeArrowheads="1"/>
          </p:cNvSpPr>
          <p:nvPr/>
        </p:nvSpPr>
        <p:spPr bwMode="auto">
          <a:xfrm>
            <a:off x="3733800" y="3581400"/>
            <a:ext cx="619125"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e</a:t>
            </a:r>
            <a:r>
              <a:rPr kumimoji="1" lang="en-US" altLang="zh-CN" sz="2800" b="1">
                <a:solidFill>
                  <a:schemeClr val="accent2"/>
                </a:solidFill>
                <a:latin typeface="Times New Roman" panose="02020603050405020304" pitchFamily="18" charset="0"/>
                <a:ea typeface="宋体" panose="02010600030101010101" pitchFamily="2" charset="-122"/>
              </a:rPr>
              <a:t>L</a:t>
            </a:r>
          </a:p>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c</a:t>
            </a:r>
            <a:r>
              <a:rPr kumimoji="1" lang="en-US" altLang="zh-CN" sz="2800" b="1">
                <a:solidFill>
                  <a:schemeClr val="accent2"/>
                </a:solidFill>
                <a:latin typeface="Times New Roman" panose="02020603050405020304" pitchFamily="18" charset="0"/>
                <a:ea typeface="宋体" panose="02010600030101010101" pitchFamily="2" charset="-122"/>
              </a:rPr>
              <a:t>L</a:t>
            </a:r>
          </a:p>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a</a:t>
            </a:r>
            <a:r>
              <a:rPr kumimoji="1" lang="en-US" altLang="zh-CN" sz="2800" b="1">
                <a:solidFill>
                  <a:schemeClr val="tx2"/>
                </a:solidFill>
                <a:latin typeface="Times New Roman" panose="02020603050405020304" pitchFamily="18" charset="0"/>
                <a:ea typeface="宋体" panose="02010600030101010101" pitchFamily="2" charset="-122"/>
              </a:rPr>
              <a:t>R</a:t>
            </a:r>
            <a:endParaRPr kumimoji="1" lang="en-US" altLang="zh-CN" sz="2400">
              <a:latin typeface="Times New Roman" panose="02020603050405020304" pitchFamily="18" charset="0"/>
              <a:ea typeface="宋体" panose="02010600030101010101" pitchFamily="2" charset="-122"/>
            </a:endParaRPr>
          </a:p>
        </p:txBody>
      </p:sp>
      <p:sp>
        <p:nvSpPr>
          <p:cNvPr id="67663" name="Line 84">
            <a:extLst>
              <a:ext uri="{FF2B5EF4-FFF2-40B4-BE49-F238E27FC236}">
                <a16:creationId xmlns:a16="http://schemas.microsoft.com/office/drawing/2014/main" id="{189B1798-2DD4-B98D-4556-D3400872E0F9}"/>
              </a:ext>
            </a:extLst>
          </p:cNvPr>
          <p:cNvSpPr>
            <a:spLocks noChangeShapeType="1"/>
          </p:cNvSpPr>
          <p:nvPr/>
        </p:nvSpPr>
        <p:spPr bwMode="auto">
          <a:xfrm>
            <a:off x="3733800" y="4038600"/>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64" name="Line 85">
            <a:extLst>
              <a:ext uri="{FF2B5EF4-FFF2-40B4-BE49-F238E27FC236}">
                <a16:creationId xmlns:a16="http://schemas.microsoft.com/office/drawing/2014/main" id="{E574A40A-B76E-9168-4AD8-63A3C4EBF802}"/>
              </a:ext>
            </a:extLst>
          </p:cNvPr>
          <p:cNvSpPr>
            <a:spLocks noChangeShapeType="1"/>
          </p:cNvSpPr>
          <p:nvPr/>
        </p:nvSpPr>
        <p:spPr bwMode="auto">
          <a:xfrm>
            <a:off x="3733800" y="3581400"/>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65" name="Rectangle 86">
            <a:extLst>
              <a:ext uri="{FF2B5EF4-FFF2-40B4-BE49-F238E27FC236}">
                <a16:creationId xmlns:a16="http://schemas.microsoft.com/office/drawing/2014/main" id="{AF75E821-F504-465C-138A-B3B3D1515B3A}"/>
              </a:ext>
            </a:extLst>
          </p:cNvPr>
          <p:cNvSpPr>
            <a:spLocks noChangeArrowheads="1"/>
          </p:cNvSpPr>
          <p:nvPr/>
        </p:nvSpPr>
        <p:spPr bwMode="auto">
          <a:xfrm>
            <a:off x="4724400" y="3429000"/>
            <a:ext cx="609600" cy="1524000"/>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67666" name="Line 87">
            <a:extLst>
              <a:ext uri="{FF2B5EF4-FFF2-40B4-BE49-F238E27FC236}">
                <a16:creationId xmlns:a16="http://schemas.microsoft.com/office/drawing/2014/main" id="{CB2CA5A3-8D1E-5EFD-1395-A5F9785E697C}"/>
              </a:ext>
            </a:extLst>
          </p:cNvPr>
          <p:cNvSpPr>
            <a:spLocks noChangeShapeType="1"/>
          </p:cNvSpPr>
          <p:nvPr/>
        </p:nvSpPr>
        <p:spPr bwMode="auto">
          <a:xfrm flipH="1">
            <a:off x="4724400" y="3429000"/>
            <a:ext cx="0" cy="15240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67" name="Line 88">
            <a:extLst>
              <a:ext uri="{FF2B5EF4-FFF2-40B4-BE49-F238E27FC236}">
                <a16:creationId xmlns:a16="http://schemas.microsoft.com/office/drawing/2014/main" id="{594B30CF-1A33-8FEE-93D1-10B81AFF6F4B}"/>
              </a:ext>
            </a:extLst>
          </p:cNvPr>
          <p:cNvSpPr>
            <a:spLocks noChangeShapeType="1"/>
          </p:cNvSpPr>
          <p:nvPr/>
        </p:nvSpPr>
        <p:spPr bwMode="auto">
          <a:xfrm flipH="1">
            <a:off x="5334000" y="3429000"/>
            <a:ext cx="0" cy="15240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68" name="Line 89">
            <a:extLst>
              <a:ext uri="{FF2B5EF4-FFF2-40B4-BE49-F238E27FC236}">
                <a16:creationId xmlns:a16="http://schemas.microsoft.com/office/drawing/2014/main" id="{E3FDDDDD-12B6-1FE8-4C87-2C7E1544AC6A}"/>
              </a:ext>
            </a:extLst>
          </p:cNvPr>
          <p:cNvSpPr>
            <a:spLocks noChangeShapeType="1"/>
          </p:cNvSpPr>
          <p:nvPr/>
        </p:nvSpPr>
        <p:spPr bwMode="auto">
          <a:xfrm>
            <a:off x="4724400" y="4953000"/>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69" name="Line 90">
            <a:extLst>
              <a:ext uri="{FF2B5EF4-FFF2-40B4-BE49-F238E27FC236}">
                <a16:creationId xmlns:a16="http://schemas.microsoft.com/office/drawing/2014/main" id="{08FA4ADC-A1E7-2D94-4502-44255C1AD93E}"/>
              </a:ext>
            </a:extLst>
          </p:cNvPr>
          <p:cNvSpPr>
            <a:spLocks noChangeShapeType="1"/>
          </p:cNvSpPr>
          <p:nvPr/>
        </p:nvSpPr>
        <p:spPr bwMode="auto">
          <a:xfrm>
            <a:off x="4724400" y="4495800"/>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70" name="Text Box 91">
            <a:extLst>
              <a:ext uri="{FF2B5EF4-FFF2-40B4-BE49-F238E27FC236}">
                <a16:creationId xmlns:a16="http://schemas.microsoft.com/office/drawing/2014/main" id="{776D5A9B-C0AE-159A-988B-64E22E6D000C}"/>
              </a:ext>
            </a:extLst>
          </p:cNvPr>
          <p:cNvSpPr txBox="1">
            <a:spLocks noChangeArrowheads="1"/>
          </p:cNvSpPr>
          <p:nvPr/>
        </p:nvSpPr>
        <p:spPr bwMode="auto">
          <a:xfrm>
            <a:off x="4714875" y="3579813"/>
            <a:ext cx="619125"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e</a:t>
            </a:r>
            <a:r>
              <a:rPr kumimoji="1" lang="en-US" altLang="zh-CN" sz="2800" b="1">
                <a:solidFill>
                  <a:schemeClr val="tx2"/>
                </a:solidFill>
                <a:latin typeface="Times New Roman" panose="02020603050405020304" pitchFamily="18" charset="0"/>
                <a:ea typeface="宋体" panose="02010600030101010101" pitchFamily="2" charset="-122"/>
              </a:rPr>
              <a:t>R</a:t>
            </a:r>
          </a:p>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c</a:t>
            </a:r>
            <a:r>
              <a:rPr kumimoji="1" lang="en-US" altLang="zh-CN" sz="2800" b="1">
                <a:solidFill>
                  <a:schemeClr val="accent2"/>
                </a:solidFill>
                <a:latin typeface="Times New Roman" panose="02020603050405020304" pitchFamily="18" charset="0"/>
                <a:ea typeface="宋体" panose="02010600030101010101" pitchFamily="2" charset="-122"/>
              </a:rPr>
              <a:t>L</a:t>
            </a:r>
            <a:endParaRPr kumimoji="1" lang="en-US" altLang="zh-CN" sz="2800" b="1">
              <a:solidFill>
                <a:schemeClr val="tx2"/>
              </a:solidFill>
              <a:latin typeface="Times New Roman" panose="02020603050405020304" pitchFamily="18" charset="0"/>
              <a:ea typeface="宋体" panose="02010600030101010101" pitchFamily="2" charset="-122"/>
            </a:endParaRPr>
          </a:p>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a</a:t>
            </a:r>
            <a:r>
              <a:rPr kumimoji="1" lang="en-US" altLang="zh-CN" sz="2800" b="1">
                <a:solidFill>
                  <a:schemeClr val="tx2"/>
                </a:solidFill>
                <a:latin typeface="Times New Roman" panose="02020603050405020304" pitchFamily="18" charset="0"/>
                <a:ea typeface="宋体" panose="02010600030101010101" pitchFamily="2" charset="-122"/>
              </a:rPr>
              <a:t>R</a:t>
            </a:r>
            <a:endParaRPr kumimoji="1" lang="en-US" altLang="zh-CN" sz="2400">
              <a:latin typeface="Times New Roman" panose="02020603050405020304" pitchFamily="18" charset="0"/>
              <a:ea typeface="宋体" panose="02010600030101010101" pitchFamily="2" charset="-122"/>
            </a:endParaRPr>
          </a:p>
        </p:txBody>
      </p:sp>
      <p:sp>
        <p:nvSpPr>
          <p:cNvPr id="67671" name="Line 92">
            <a:extLst>
              <a:ext uri="{FF2B5EF4-FFF2-40B4-BE49-F238E27FC236}">
                <a16:creationId xmlns:a16="http://schemas.microsoft.com/office/drawing/2014/main" id="{D52EE2B1-3378-2F55-2CF3-900C1072E7A8}"/>
              </a:ext>
            </a:extLst>
          </p:cNvPr>
          <p:cNvSpPr>
            <a:spLocks noChangeShapeType="1"/>
          </p:cNvSpPr>
          <p:nvPr/>
        </p:nvSpPr>
        <p:spPr bwMode="auto">
          <a:xfrm>
            <a:off x="4724400" y="4038600"/>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72" name="Line 93">
            <a:extLst>
              <a:ext uri="{FF2B5EF4-FFF2-40B4-BE49-F238E27FC236}">
                <a16:creationId xmlns:a16="http://schemas.microsoft.com/office/drawing/2014/main" id="{970763ED-D8E8-CB6F-F595-93DA83053D61}"/>
              </a:ext>
            </a:extLst>
          </p:cNvPr>
          <p:cNvSpPr>
            <a:spLocks noChangeShapeType="1"/>
          </p:cNvSpPr>
          <p:nvPr/>
        </p:nvSpPr>
        <p:spPr bwMode="auto">
          <a:xfrm>
            <a:off x="4724400" y="3581400"/>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73" name="Rectangle 94">
            <a:extLst>
              <a:ext uri="{FF2B5EF4-FFF2-40B4-BE49-F238E27FC236}">
                <a16:creationId xmlns:a16="http://schemas.microsoft.com/office/drawing/2014/main" id="{3313C3A9-4EC1-F59D-7FBC-BE6847A923D4}"/>
              </a:ext>
            </a:extLst>
          </p:cNvPr>
          <p:cNvSpPr>
            <a:spLocks noChangeArrowheads="1"/>
          </p:cNvSpPr>
          <p:nvPr/>
        </p:nvSpPr>
        <p:spPr bwMode="auto">
          <a:xfrm>
            <a:off x="5715000" y="3429000"/>
            <a:ext cx="609600" cy="1524000"/>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67674" name="Line 95">
            <a:extLst>
              <a:ext uri="{FF2B5EF4-FFF2-40B4-BE49-F238E27FC236}">
                <a16:creationId xmlns:a16="http://schemas.microsoft.com/office/drawing/2014/main" id="{4EE7AD1F-E66F-6393-577B-1F5C860CF72B}"/>
              </a:ext>
            </a:extLst>
          </p:cNvPr>
          <p:cNvSpPr>
            <a:spLocks noChangeShapeType="1"/>
          </p:cNvSpPr>
          <p:nvPr/>
        </p:nvSpPr>
        <p:spPr bwMode="auto">
          <a:xfrm flipH="1">
            <a:off x="5715000" y="3429000"/>
            <a:ext cx="0" cy="15240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75" name="Line 96">
            <a:extLst>
              <a:ext uri="{FF2B5EF4-FFF2-40B4-BE49-F238E27FC236}">
                <a16:creationId xmlns:a16="http://schemas.microsoft.com/office/drawing/2014/main" id="{8CC45901-ED5A-7B8A-68C2-0FC0B03682AF}"/>
              </a:ext>
            </a:extLst>
          </p:cNvPr>
          <p:cNvSpPr>
            <a:spLocks noChangeShapeType="1"/>
          </p:cNvSpPr>
          <p:nvPr/>
        </p:nvSpPr>
        <p:spPr bwMode="auto">
          <a:xfrm flipH="1">
            <a:off x="6324600" y="3429000"/>
            <a:ext cx="0" cy="15240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76" name="Line 97">
            <a:extLst>
              <a:ext uri="{FF2B5EF4-FFF2-40B4-BE49-F238E27FC236}">
                <a16:creationId xmlns:a16="http://schemas.microsoft.com/office/drawing/2014/main" id="{DCABD7B0-F770-CDDF-C948-C5B5EF7F3545}"/>
              </a:ext>
            </a:extLst>
          </p:cNvPr>
          <p:cNvSpPr>
            <a:spLocks noChangeShapeType="1"/>
          </p:cNvSpPr>
          <p:nvPr/>
        </p:nvSpPr>
        <p:spPr bwMode="auto">
          <a:xfrm>
            <a:off x="5715000" y="4953000"/>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77" name="Line 98">
            <a:extLst>
              <a:ext uri="{FF2B5EF4-FFF2-40B4-BE49-F238E27FC236}">
                <a16:creationId xmlns:a16="http://schemas.microsoft.com/office/drawing/2014/main" id="{BE4A70F3-FD32-AABA-A893-6FEF1A90C4F7}"/>
              </a:ext>
            </a:extLst>
          </p:cNvPr>
          <p:cNvSpPr>
            <a:spLocks noChangeShapeType="1"/>
          </p:cNvSpPr>
          <p:nvPr/>
        </p:nvSpPr>
        <p:spPr bwMode="auto">
          <a:xfrm>
            <a:off x="5715000" y="4495800"/>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78" name="Rectangle 99">
            <a:extLst>
              <a:ext uri="{FF2B5EF4-FFF2-40B4-BE49-F238E27FC236}">
                <a16:creationId xmlns:a16="http://schemas.microsoft.com/office/drawing/2014/main" id="{00708898-832B-42D1-7ECD-015D414B94D5}"/>
              </a:ext>
            </a:extLst>
          </p:cNvPr>
          <p:cNvSpPr>
            <a:spLocks noChangeArrowheads="1"/>
          </p:cNvSpPr>
          <p:nvPr/>
        </p:nvSpPr>
        <p:spPr bwMode="auto">
          <a:xfrm>
            <a:off x="6705600" y="3429000"/>
            <a:ext cx="609600" cy="1524000"/>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67679" name="Line 100">
            <a:extLst>
              <a:ext uri="{FF2B5EF4-FFF2-40B4-BE49-F238E27FC236}">
                <a16:creationId xmlns:a16="http://schemas.microsoft.com/office/drawing/2014/main" id="{C7E3F59B-7EA9-477C-759D-E394F250DA9C}"/>
              </a:ext>
            </a:extLst>
          </p:cNvPr>
          <p:cNvSpPr>
            <a:spLocks noChangeShapeType="1"/>
          </p:cNvSpPr>
          <p:nvPr/>
        </p:nvSpPr>
        <p:spPr bwMode="auto">
          <a:xfrm flipH="1">
            <a:off x="6705600" y="3429000"/>
            <a:ext cx="0" cy="15240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80" name="Line 101">
            <a:extLst>
              <a:ext uri="{FF2B5EF4-FFF2-40B4-BE49-F238E27FC236}">
                <a16:creationId xmlns:a16="http://schemas.microsoft.com/office/drawing/2014/main" id="{592B7D80-A890-D5C5-9CAD-42053003288C}"/>
              </a:ext>
            </a:extLst>
          </p:cNvPr>
          <p:cNvSpPr>
            <a:spLocks noChangeShapeType="1"/>
          </p:cNvSpPr>
          <p:nvPr/>
        </p:nvSpPr>
        <p:spPr bwMode="auto">
          <a:xfrm flipH="1">
            <a:off x="7315200" y="3429000"/>
            <a:ext cx="0" cy="15240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81" name="Line 102">
            <a:extLst>
              <a:ext uri="{FF2B5EF4-FFF2-40B4-BE49-F238E27FC236}">
                <a16:creationId xmlns:a16="http://schemas.microsoft.com/office/drawing/2014/main" id="{96D220F3-B634-339E-AA97-54D71C43AB67}"/>
              </a:ext>
            </a:extLst>
          </p:cNvPr>
          <p:cNvSpPr>
            <a:spLocks noChangeShapeType="1"/>
          </p:cNvSpPr>
          <p:nvPr/>
        </p:nvSpPr>
        <p:spPr bwMode="auto">
          <a:xfrm>
            <a:off x="6705600" y="4953000"/>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82" name="Line 103">
            <a:extLst>
              <a:ext uri="{FF2B5EF4-FFF2-40B4-BE49-F238E27FC236}">
                <a16:creationId xmlns:a16="http://schemas.microsoft.com/office/drawing/2014/main" id="{17493FC8-1453-E30B-9E16-2B41779039CE}"/>
              </a:ext>
            </a:extLst>
          </p:cNvPr>
          <p:cNvSpPr>
            <a:spLocks noChangeShapeType="1"/>
          </p:cNvSpPr>
          <p:nvPr/>
        </p:nvSpPr>
        <p:spPr bwMode="auto">
          <a:xfrm>
            <a:off x="6705600" y="4495800"/>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83" name="Rectangle 104">
            <a:extLst>
              <a:ext uri="{FF2B5EF4-FFF2-40B4-BE49-F238E27FC236}">
                <a16:creationId xmlns:a16="http://schemas.microsoft.com/office/drawing/2014/main" id="{CF3EEEC4-6655-80E4-0883-F876D6D5643F}"/>
              </a:ext>
            </a:extLst>
          </p:cNvPr>
          <p:cNvSpPr>
            <a:spLocks noChangeArrowheads="1"/>
          </p:cNvSpPr>
          <p:nvPr/>
        </p:nvSpPr>
        <p:spPr bwMode="auto">
          <a:xfrm>
            <a:off x="7696200" y="3429000"/>
            <a:ext cx="609600" cy="1524000"/>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67684" name="Line 105">
            <a:extLst>
              <a:ext uri="{FF2B5EF4-FFF2-40B4-BE49-F238E27FC236}">
                <a16:creationId xmlns:a16="http://schemas.microsoft.com/office/drawing/2014/main" id="{3563132A-826A-0B82-ADC3-D497B8F3E3CC}"/>
              </a:ext>
            </a:extLst>
          </p:cNvPr>
          <p:cNvSpPr>
            <a:spLocks noChangeShapeType="1"/>
          </p:cNvSpPr>
          <p:nvPr/>
        </p:nvSpPr>
        <p:spPr bwMode="auto">
          <a:xfrm flipH="1">
            <a:off x="7696200" y="3429000"/>
            <a:ext cx="0" cy="15240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85" name="Line 106">
            <a:extLst>
              <a:ext uri="{FF2B5EF4-FFF2-40B4-BE49-F238E27FC236}">
                <a16:creationId xmlns:a16="http://schemas.microsoft.com/office/drawing/2014/main" id="{3052B25A-A044-CFEC-359C-EDFB4365134E}"/>
              </a:ext>
            </a:extLst>
          </p:cNvPr>
          <p:cNvSpPr>
            <a:spLocks noChangeShapeType="1"/>
          </p:cNvSpPr>
          <p:nvPr/>
        </p:nvSpPr>
        <p:spPr bwMode="auto">
          <a:xfrm flipH="1">
            <a:off x="8305800" y="3429000"/>
            <a:ext cx="0" cy="15240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86" name="Line 107">
            <a:extLst>
              <a:ext uri="{FF2B5EF4-FFF2-40B4-BE49-F238E27FC236}">
                <a16:creationId xmlns:a16="http://schemas.microsoft.com/office/drawing/2014/main" id="{A7EC6C27-A3F8-4F70-41D8-FD0D02B11165}"/>
              </a:ext>
            </a:extLst>
          </p:cNvPr>
          <p:cNvSpPr>
            <a:spLocks noChangeShapeType="1"/>
          </p:cNvSpPr>
          <p:nvPr/>
        </p:nvSpPr>
        <p:spPr bwMode="auto">
          <a:xfrm>
            <a:off x="7696200" y="4953000"/>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87" name="Line 108">
            <a:extLst>
              <a:ext uri="{FF2B5EF4-FFF2-40B4-BE49-F238E27FC236}">
                <a16:creationId xmlns:a16="http://schemas.microsoft.com/office/drawing/2014/main" id="{64D41473-457C-D9C0-DC87-D1F58AB6882F}"/>
              </a:ext>
            </a:extLst>
          </p:cNvPr>
          <p:cNvSpPr>
            <a:spLocks noChangeShapeType="1"/>
          </p:cNvSpPr>
          <p:nvPr/>
        </p:nvSpPr>
        <p:spPr bwMode="auto">
          <a:xfrm>
            <a:off x="7696200" y="4495800"/>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88" name="Text Box 109">
            <a:extLst>
              <a:ext uri="{FF2B5EF4-FFF2-40B4-BE49-F238E27FC236}">
                <a16:creationId xmlns:a16="http://schemas.microsoft.com/office/drawing/2014/main" id="{ECA1497B-EF13-FF5E-E5A5-DE35ADD7C5D2}"/>
              </a:ext>
            </a:extLst>
          </p:cNvPr>
          <p:cNvSpPr txBox="1">
            <a:spLocks noChangeArrowheads="1"/>
          </p:cNvSpPr>
          <p:nvPr/>
        </p:nvSpPr>
        <p:spPr bwMode="auto">
          <a:xfrm>
            <a:off x="5715000" y="4006850"/>
            <a:ext cx="61912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c</a:t>
            </a:r>
            <a:r>
              <a:rPr kumimoji="1" lang="en-US" altLang="zh-CN" sz="2800" b="1">
                <a:solidFill>
                  <a:schemeClr val="accent2"/>
                </a:solidFill>
                <a:latin typeface="Times New Roman" panose="02020603050405020304" pitchFamily="18" charset="0"/>
                <a:ea typeface="宋体" panose="02010600030101010101" pitchFamily="2" charset="-122"/>
              </a:rPr>
              <a:t>L</a:t>
            </a:r>
          </a:p>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a</a:t>
            </a:r>
            <a:r>
              <a:rPr kumimoji="1" lang="en-US" altLang="zh-CN" sz="2800" b="1">
                <a:solidFill>
                  <a:schemeClr val="tx2"/>
                </a:solidFill>
                <a:latin typeface="Times New Roman" panose="02020603050405020304" pitchFamily="18" charset="0"/>
                <a:ea typeface="宋体" panose="02010600030101010101" pitchFamily="2" charset="-122"/>
              </a:rPr>
              <a:t>R</a:t>
            </a:r>
            <a:endParaRPr kumimoji="1" lang="en-US" altLang="zh-CN" sz="2400">
              <a:latin typeface="Times New Roman" panose="02020603050405020304" pitchFamily="18" charset="0"/>
              <a:ea typeface="宋体" panose="02010600030101010101" pitchFamily="2" charset="-122"/>
            </a:endParaRPr>
          </a:p>
        </p:txBody>
      </p:sp>
      <p:sp>
        <p:nvSpPr>
          <p:cNvPr id="67689" name="Line 110">
            <a:extLst>
              <a:ext uri="{FF2B5EF4-FFF2-40B4-BE49-F238E27FC236}">
                <a16:creationId xmlns:a16="http://schemas.microsoft.com/office/drawing/2014/main" id="{EBCFBAEE-EEC3-1D7D-6216-7138C619CF57}"/>
              </a:ext>
            </a:extLst>
          </p:cNvPr>
          <p:cNvSpPr>
            <a:spLocks noChangeShapeType="1"/>
          </p:cNvSpPr>
          <p:nvPr/>
        </p:nvSpPr>
        <p:spPr bwMode="auto">
          <a:xfrm>
            <a:off x="5715000" y="4038600"/>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90" name="Text Box 111">
            <a:extLst>
              <a:ext uri="{FF2B5EF4-FFF2-40B4-BE49-F238E27FC236}">
                <a16:creationId xmlns:a16="http://schemas.microsoft.com/office/drawing/2014/main" id="{5929B2F6-4D33-1118-2AE5-E0BDAC8494FC}"/>
              </a:ext>
            </a:extLst>
          </p:cNvPr>
          <p:cNvSpPr txBox="1">
            <a:spLocks noChangeArrowheads="1"/>
          </p:cNvSpPr>
          <p:nvPr/>
        </p:nvSpPr>
        <p:spPr bwMode="auto">
          <a:xfrm>
            <a:off x="6696075" y="4006850"/>
            <a:ext cx="61912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c</a:t>
            </a:r>
            <a:r>
              <a:rPr kumimoji="1" lang="en-US" altLang="zh-CN" sz="2800" b="1">
                <a:solidFill>
                  <a:schemeClr val="tx2"/>
                </a:solidFill>
                <a:latin typeface="Times New Roman" panose="02020603050405020304" pitchFamily="18" charset="0"/>
                <a:ea typeface="宋体" panose="02010600030101010101" pitchFamily="2" charset="-122"/>
              </a:rPr>
              <a:t>R</a:t>
            </a:r>
            <a:endParaRPr kumimoji="1" lang="en-US" altLang="zh-CN" sz="2800" b="1">
              <a:solidFill>
                <a:schemeClr val="accent2"/>
              </a:solidFill>
              <a:latin typeface="Times New Roman" panose="02020603050405020304" pitchFamily="18" charset="0"/>
              <a:ea typeface="宋体" panose="02010600030101010101" pitchFamily="2" charset="-122"/>
            </a:endParaRPr>
          </a:p>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a</a:t>
            </a:r>
            <a:r>
              <a:rPr kumimoji="1" lang="en-US" altLang="zh-CN" sz="2800" b="1">
                <a:solidFill>
                  <a:schemeClr val="tx2"/>
                </a:solidFill>
                <a:latin typeface="Times New Roman" panose="02020603050405020304" pitchFamily="18" charset="0"/>
                <a:ea typeface="宋体" panose="02010600030101010101" pitchFamily="2" charset="-122"/>
              </a:rPr>
              <a:t>R</a:t>
            </a:r>
            <a:endParaRPr kumimoji="1" lang="en-US" altLang="zh-CN" sz="2400">
              <a:latin typeface="Times New Roman" panose="02020603050405020304" pitchFamily="18" charset="0"/>
              <a:ea typeface="宋体" panose="02010600030101010101" pitchFamily="2" charset="-122"/>
            </a:endParaRPr>
          </a:p>
        </p:txBody>
      </p:sp>
      <p:sp>
        <p:nvSpPr>
          <p:cNvPr id="67691" name="Line 112">
            <a:extLst>
              <a:ext uri="{FF2B5EF4-FFF2-40B4-BE49-F238E27FC236}">
                <a16:creationId xmlns:a16="http://schemas.microsoft.com/office/drawing/2014/main" id="{414ACDF3-5855-DF12-7C34-0F9CAAA527DF}"/>
              </a:ext>
            </a:extLst>
          </p:cNvPr>
          <p:cNvSpPr>
            <a:spLocks noChangeShapeType="1"/>
          </p:cNvSpPr>
          <p:nvPr/>
        </p:nvSpPr>
        <p:spPr bwMode="auto">
          <a:xfrm>
            <a:off x="6705600" y="4038600"/>
            <a:ext cx="6096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92" name="Text Box 113">
            <a:extLst>
              <a:ext uri="{FF2B5EF4-FFF2-40B4-BE49-F238E27FC236}">
                <a16:creationId xmlns:a16="http://schemas.microsoft.com/office/drawing/2014/main" id="{CC9A8DC6-3747-E0A8-1359-EACF47408CE5}"/>
              </a:ext>
            </a:extLst>
          </p:cNvPr>
          <p:cNvSpPr txBox="1">
            <a:spLocks noChangeArrowheads="1"/>
          </p:cNvSpPr>
          <p:nvPr/>
        </p:nvSpPr>
        <p:spPr bwMode="auto">
          <a:xfrm>
            <a:off x="7696200" y="4433888"/>
            <a:ext cx="6191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a</a:t>
            </a:r>
            <a:r>
              <a:rPr kumimoji="1" lang="en-US" altLang="zh-CN" sz="2800" b="1">
                <a:solidFill>
                  <a:schemeClr val="tx2"/>
                </a:solidFill>
                <a:latin typeface="Times New Roman" panose="02020603050405020304" pitchFamily="18" charset="0"/>
                <a:ea typeface="宋体" panose="02010600030101010101" pitchFamily="2" charset="-122"/>
              </a:rPr>
              <a:t>R</a:t>
            </a:r>
            <a:endParaRPr kumimoji="1" lang="en-US" altLang="zh-CN" sz="2400">
              <a:latin typeface="Times New Roman" panose="02020603050405020304" pitchFamily="18" charset="0"/>
              <a:ea typeface="宋体" panose="02010600030101010101" pitchFamily="2" charset="-122"/>
            </a:endParaRPr>
          </a:p>
        </p:txBody>
      </p:sp>
      <p:sp>
        <p:nvSpPr>
          <p:cNvPr id="67693" name="Line 116">
            <a:extLst>
              <a:ext uri="{FF2B5EF4-FFF2-40B4-BE49-F238E27FC236}">
                <a16:creationId xmlns:a16="http://schemas.microsoft.com/office/drawing/2014/main" id="{E53C6D3C-D3D9-EFE6-8467-ED8D132DD021}"/>
              </a:ext>
            </a:extLst>
          </p:cNvPr>
          <p:cNvSpPr>
            <a:spLocks noChangeShapeType="1"/>
          </p:cNvSpPr>
          <p:nvPr/>
        </p:nvSpPr>
        <p:spPr bwMode="auto">
          <a:xfrm>
            <a:off x="1143000" y="1828800"/>
            <a:ext cx="228600" cy="457200"/>
          </a:xfrm>
          <a:prstGeom prst="line">
            <a:avLst/>
          </a:prstGeom>
          <a:noFill/>
          <a:ln w="38100">
            <a:solidFill>
              <a:schemeClr val="accent2"/>
            </a:solidFill>
            <a:round/>
            <a:headEnd type="triangle" w="sm" len="med"/>
            <a:tailEnd type="non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94" name="Line 117">
            <a:extLst>
              <a:ext uri="{FF2B5EF4-FFF2-40B4-BE49-F238E27FC236}">
                <a16:creationId xmlns:a16="http://schemas.microsoft.com/office/drawing/2014/main" id="{D7E6F22F-7D76-3E45-B6E0-428CE4D11641}"/>
              </a:ext>
            </a:extLst>
          </p:cNvPr>
          <p:cNvSpPr>
            <a:spLocks noChangeShapeType="1"/>
          </p:cNvSpPr>
          <p:nvPr/>
        </p:nvSpPr>
        <p:spPr bwMode="auto">
          <a:xfrm flipH="1">
            <a:off x="1143000" y="1143000"/>
            <a:ext cx="381000" cy="381000"/>
          </a:xfrm>
          <a:prstGeom prst="line">
            <a:avLst/>
          </a:prstGeom>
          <a:noFill/>
          <a:ln w="28575">
            <a:solidFill>
              <a:schemeClr val="accent2"/>
            </a:solidFill>
            <a:round/>
            <a:headEnd type="triangle" w="sm" len="med"/>
            <a:tailEnd type="non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95" name="Line 118">
            <a:extLst>
              <a:ext uri="{FF2B5EF4-FFF2-40B4-BE49-F238E27FC236}">
                <a16:creationId xmlns:a16="http://schemas.microsoft.com/office/drawing/2014/main" id="{1988213B-80EC-C522-52ED-597B92BF4C00}"/>
              </a:ext>
            </a:extLst>
          </p:cNvPr>
          <p:cNvSpPr>
            <a:spLocks noChangeShapeType="1"/>
          </p:cNvSpPr>
          <p:nvPr/>
        </p:nvSpPr>
        <p:spPr bwMode="auto">
          <a:xfrm>
            <a:off x="1676400" y="1143000"/>
            <a:ext cx="381000" cy="381000"/>
          </a:xfrm>
          <a:prstGeom prst="line">
            <a:avLst/>
          </a:prstGeom>
          <a:noFill/>
          <a:ln w="38100">
            <a:solidFill>
              <a:schemeClr val="tx2"/>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96" name="Line 119">
            <a:extLst>
              <a:ext uri="{FF2B5EF4-FFF2-40B4-BE49-F238E27FC236}">
                <a16:creationId xmlns:a16="http://schemas.microsoft.com/office/drawing/2014/main" id="{EA127DE0-499C-A59B-AB3B-92F47C32711B}"/>
              </a:ext>
            </a:extLst>
          </p:cNvPr>
          <p:cNvSpPr>
            <a:spLocks noChangeShapeType="1"/>
          </p:cNvSpPr>
          <p:nvPr/>
        </p:nvSpPr>
        <p:spPr bwMode="auto">
          <a:xfrm flipH="1">
            <a:off x="1905000" y="1828800"/>
            <a:ext cx="152400" cy="457200"/>
          </a:xfrm>
          <a:prstGeom prst="line">
            <a:avLst/>
          </a:prstGeom>
          <a:noFill/>
          <a:ln w="38100">
            <a:solidFill>
              <a:schemeClr val="tx2"/>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97" name="Line 120">
            <a:extLst>
              <a:ext uri="{FF2B5EF4-FFF2-40B4-BE49-F238E27FC236}">
                <a16:creationId xmlns:a16="http://schemas.microsoft.com/office/drawing/2014/main" id="{5C0CB373-49BB-9345-A9D2-82A75FF03CA2}"/>
              </a:ext>
            </a:extLst>
          </p:cNvPr>
          <p:cNvSpPr>
            <a:spLocks noChangeShapeType="1"/>
          </p:cNvSpPr>
          <p:nvPr/>
        </p:nvSpPr>
        <p:spPr bwMode="auto">
          <a:xfrm flipH="1">
            <a:off x="2209800" y="1981200"/>
            <a:ext cx="152400" cy="457200"/>
          </a:xfrm>
          <a:prstGeom prst="line">
            <a:avLst/>
          </a:prstGeom>
          <a:noFill/>
          <a:ln w="38100">
            <a:solidFill>
              <a:schemeClr val="accent2"/>
            </a:solidFill>
            <a:round/>
            <a:headEnd type="triangle" w="sm" len="med"/>
            <a:tailEnd type="non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98" name="Line 121">
            <a:extLst>
              <a:ext uri="{FF2B5EF4-FFF2-40B4-BE49-F238E27FC236}">
                <a16:creationId xmlns:a16="http://schemas.microsoft.com/office/drawing/2014/main" id="{E84242E6-F2CF-A818-A3F9-C21170E1E296}"/>
              </a:ext>
            </a:extLst>
          </p:cNvPr>
          <p:cNvSpPr>
            <a:spLocks noChangeShapeType="1"/>
          </p:cNvSpPr>
          <p:nvPr/>
        </p:nvSpPr>
        <p:spPr bwMode="auto">
          <a:xfrm>
            <a:off x="1905000" y="914400"/>
            <a:ext cx="381000" cy="381000"/>
          </a:xfrm>
          <a:prstGeom prst="line">
            <a:avLst/>
          </a:prstGeom>
          <a:noFill/>
          <a:ln w="38100">
            <a:solidFill>
              <a:schemeClr val="accent2"/>
            </a:solidFill>
            <a:round/>
            <a:headEnd type="triangle" w="sm" len="med"/>
            <a:tailEnd type="non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 name="灯片编号占位符 1">
            <a:extLst>
              <a:ext uri="{FF2B5EF4-FFF2-40B4-BE49-F238E27FC236}">
                <a16:creationId xmlns:a16="http://schemas.microsoft.com/office/drawing/2014/main" id="{EA71DD3D-BB0B-EEAC-34A1-DAA0DCF12FC6}"/>
              </a:ext>
            </a:extLst>
          </p:cNvPr>
          <p:cNvSpPr>
            <a:spLocks noGrp="1"/>
          </p:cNvSpPr>
          <p:nvPr>
            <p:ph type="sldNum" sz="quarter" idx="12"/>
          </p:nvPr>
        </p:nvSpPr>
        <p:spPr/>
        <p:txBody>
          <a:bodyPr/>
          <a:lstStyle/>
          <a:p>
            <a:pPr>
              <a:defRPr/>
            </a:pPr>
            <a:fld id="{A598D83B-EE2A-4F12-B129-1EDE84DF129B}" type="slidenum">
              <a:rPr lang="en-US" altLang="zh-CN" smtClean="0"/>
              <a:pPr>
                <a:defRPr/>
              </a:pPr>
              <a:t>51</a:t>
            </a:fld>
            <a:endParaRPr lang="en-US" altLang="zh-CN"/>
          </a:p>
        </p:txBody>
      </p:sp>
    </p:spTree>
  </p:cSld>
  <p:clrMapOvr>
    <a:masterClrMapping/>
  </p:clrMapOvr>
  <p:transition>
    <p:split/>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62B8380-4683-4176-B28D-92C9E1B0E07F}"/>
              </a:ext>
            </a:extLst>
          </p:cNvPr>
          <p:cNvSpPr>
            <a:spLocks noGrp="1"/>
          </p:cNvSpPr>
          <p:nvPr>
            <p:ph idx="1"/>
          </p:nvPr>
        </p:nvSpPr>
        <p:spPr>
          <a:xfrm>
            <a:off x="395536" y="188640"/>
            <a:ext cx="8424936" cy="6480720"/>
          </a:xfrm>
        </p:spPr>
        <p:txBody>
          <a:bodyPr>
            <a:normAutofit fontScale="47500" lnSpcReduction="20000"/>
          </a:bodyPr>
          <a:lstStyle/>
          <a:p>
            <a:pPr marL="0" indent="0">
              <a:buNone/>
            </a:pPr>
            <a:r>
              <a:rPr lang="en-US" altLang="zh-CN" dirty="0"/>
              <a:t>template &lt;class T&gt; </a:t>
            </a:r>
          </a:p>
          <a:p>
            <a:pPr marL="0" indent="0">
              <a:buNone/>
            </a:pPr>
            <a:r>
              <a:rPr lang="en-US" altLang="zh-CN" dirty="0"/>
              <a:t>void </a:t>
            </a:r>
            <a:r>
              <a:rPr lang="en-US" altLang="zh-CN" dirty="0" err="1"/>
              <a:t>BinaryTree</a:t>
            </a:r>
            <a:r>
              <a:rPr lang="en-US" altLang="zh-CN" dirty="0"/>
              <a:t>&lt;T&gt; :: </a:t>
            </a:r>
            <a:r>
              <a:rPr lang="en-US" altLang="zh-CN" dirty="0" err="1"/>
              <a:t>PostOrder</a:t>
            </a:r>
            <a:r>
              <a:rPr lang="en-US" altLang="zh-CN" dirty="0"/>
              <a:t> (void(*visit)(</a:t>
            </a:r>
            <a:r>
              <a:rPr lang="en-US" altLang="zh-CN" dirty="0" err="1"/>
              <a:t>BinTreeNode</a:t>
            </a:r>
            <a:r>
              <a:rPr lang="en-US" altLang="zh-CN" dirty="0"/>
              <a:t>&lt;T&gt; *p) ) {</a:t>
            </a:r>
          </a:p>
          <a:p>
            <a:pPr marL="0" indent="0">
              <a:buNone/>
            </a:pPr>
            <a:r>
              <a:rPr lang="en-US" altLang="zh-CN" dirty="0"/>
              <a:t> </a:t>
            </a:r>
            <a:r>
              <a:rPr lang="en-US" altLang="zh-CN" dirty="0" err="1"/>
              <a:t>LinkedStack</a:t>
            </a:r>
            <a:r>
              <a:rPr lang="en-US" altLang="zh-CN" dirty="0"/>
              <a:t>&lt;</a:t>
            </a:r>
            <a:r>
              <a:rPr lang="en-US" altLang="zh-CN" dirty="0" err="1"/>
              <a:t>BinTreeNode</a:t>
            </a:r>
            <a:r>
              <a:rPr lang="en-US" altLang="zh-CN" dirty="0"/>
              <a:t>&lt;T&gt;*&gt; S;    </a:t>
            </a:r>
            <a:r>
              <a:rPr lang="en-US" altLang="zh-CN" dirty="0" err="1"/>
              <a:t>stkNode</a:t>
            </a:r>
            <a:r>
              <a:rPr lang="en-US" altLang="zh-CN" dirty="0"/>
              <a:t>&lt;T&gt; w;     </a:t>
            </a:r>
          </a:p>
          <a:p>
            <a:pPr marL="0" indent="0">
              <a:buNone/>
            </a:pPr>
            <a:r>
              <a:rPr lang="en-US" altLang="zh-CN" dirty="0"/>
              <a:t>    </a:t>
            </a:r>
            <a:r>
              <a:rPr lang="en-US" altLang="zh-CN" dirty="0" err="1"/>
              <a:t>BinTreeNode</a:t>
            </a:r>
            <a:r>
              <a:rPr lang="en-US" altLang="zh-CN" dirty="0"/>
              <a:t>&lt;T&gt; * p = root;</a:t>
            </a:r>
          </a:p>
          <a:p>
            <a:pPr marL="0" indent="0">
              <a:buNone/>
            </a:pPr>
            <a:r>
              <a:rPr lang="en-US" altLang="zh-CN" dirty="0"/>
              <a:t>    do {</a:t>
            </a:r>
          </a:p>
          <a:p>
            <a:pPr marL="0" indent="0">
              <a:buNone/>
            </a:pPr>
            <a:r>
              <a:rPr lang="en-US" altLang="zh-CN" dirty="0"/>
              <a:t>         while ( p != NULL ) //</a:t>
            </a:r>
            <a:r>
              <a:rPr lang="zh-CN" altLang="en-US" dirty="0"/>
              <a:t>向左子树走</a:t>
            </a:r>
          </a:p>
          <a:p>
            <a:pPr marL="0" indent="0">
              <a:buNone/>
            </a:pPr>
            <a:r>
              <a:rPr lang="zh-CN" altLang="en-US" dirty="0"/>
              <a:t>         </a:t>
            </a:r>
            <a:r>
              <a:rPr lang="en-US" altLang="zh-CN" dirty="0"/>
              <a:t>{</a:t>
            </a:r>
            <a:r>
              <a:rPr lang="zh-CN" altLang="en-US" dirty="0"/>
              <a:t>    </a:t>
            </a:r>
            <a:r>
              <a:rPr lang="en-US" altLang="zh-CN" dirty="0" err="1"/>
              <a:t>w.ptr</a:t>
            </a:r>
            <a:r>
              <a:rPr lang="en-US" altLang="zh-CN" dirty="0"/>
              <a:t> = p;   </a:t>
            </a:r>
            <a:r>
              <a:rPr lang="en-US" altLang="zh-CN" dirty="0" err="1"/>
              <a:t>w.tag</a:t>
            </a:r>
            <a:r>
              <a:rPr lang="en-US" altLang="zh-CN" dirty="0"/>
              <a:t> = L;     </a:t>
            </a:r>
            <a:r>
              <a:rPr lang="en-US" altLang="zh-CN" dirty="0" err="1"/>
              <a:t>S.Push</a:t>
            </a:r>
            <a:r>
              <a:rPr lang="en-US" altLang="zh-CN" dirty="0"/>
              <a:t> ( w );     p = p-&gt;</a:t>
            </a:r>
            <a:r>
              <a:rPr lang="en-US" altLang="zh-CN" dirty="0" err="1"/>
              <a:t>leftChild</a:t>
            </a:r>
            <a:r>
              <a:rPr lang="en-US" altLang="zh-CN" dirty="0"/>
              <a:t>; } 		</a:t>
            </a:r>
          </a:p>
          <a:p>
            <a:pPr marL="0" indent="0">
              <a:buNone/>
            </a:pPr>
            <a:r>
              <a:rPr lang="en-US" altLang="zh-CN" dirty="0"/>
              <a:t>         int continue1 = 1;     //</a:t>
            </a:r>
            <a:r>
              <a:rPr lang="zh-CN" altLang="en-US" dirty="0"/>
              <a:t>继续回溯标记</a:t>
            </a:r>
          </a:p>
          <a:p>
            <a:pPr marL="0" indent="0">
              <a:buNone/>
            </a:pPr>
            <a:r>
              <a:rPr lang="zh-CN" altLang="en-US" dirty="0"/>
              <a:t>         </a:t>
            </a:r>
            <a:r>
              <a:rPr lang="en-US" altLang="zh-CN" dirty="0"/>
              <a:t>while ( continue1 &amp;&amp; !</a:t>
            </a:r>
            <a:r>
              <a:rPr lang="en-US" altLang="zh-CN" dirty="0" err="1"/>
              <a:t>S.IsEmpty</a:t>
            </a:r>
            <a:r>
              <a:rPr lang="en-US" altLang="zh-CN" dirty="0"/>
              <a:t>( ) ) {</a:t>
            </a:r>
          </a:p>
          <a:p>
            <a:pPr marL="0" indent="0">
              <a:buNone/>
            </a:pPr>
            <a:r>
              <a:rPr lang="en-US" altLang="zh-CN" dirty="0"/>
              <a:t>                </a:t>
            </a:r>
            <a:r>
              <a:rPr lang="en-US" altLang="zh-CN" dirty="0" err="1"/>
              <a:t>S.Pop</a:t>
            </a:r>
            <a:r>
              <a:rPr lang="en-US" altLang="zh-CN" dirty="0"/>
              <a:t> ( w);  p = </a:t>
            </a:r>
            <a:r>
              <a:rPr lang="en-US" altLang="zh-CN" dirty="0" err="1"/>
              <a:t>w.ptr</a:t>
            </a:r>
            <a:r>
              <a:rPr lang="en-US" altLang="zh-CN" dirty="0"/>
              <a:t>;</a:t>
            </a:r>
          </a:p>
          <a:p>
            <a:pPr marL="0" indent="0">
              <a:buNone/>
            </a:pPr>
            <a:r>
              <a:rPr lang="en-US" altLang="zh-CN" dirty="0"/>
              <a:t>                switch ( </a:t>
            </a:r>
            <a:r>
              <a:rPr lang="en-US" altLang="zh-CN" dirty="0" err="1"/>
              <a:t>w.tag</a:t>
            </a:r>
            <a:r>
              <a:rPr lang="en-US" altLang="zh-CN" dirty="0"/>
              <a:t> ) {    //</a:t>
            </a:r>
            <a:r>
              <a:rPr lang="zh-CN" altLang="en-US" dirty="0"/>
              <a:t>判断栈顶</a:t>
            </a:r>
            <a:r>
              <a:rPr lang="en-US" altLang="zh-CN" dirty="0"/>
              <a:t>tag</a:t>
            </a:r>
            <a:r>
              <a:rPr lang="zh-CN" altLang="en-US" dirty="0"/>
              <a:t>标记</a:t>
            </a:r>
          </a:p>
          <a:p>
            <a:pPr marL="0" indent="0">
              <a:buNone/>
            </a:pPr>
            <a:r>
              <a:rPr lang="zh-CN" altLang="en-US" dirty="0"/>
              <a:t>	           </a:t>
            </a:r>
            <a:r>
              <a:rPr lang="en-US" altLang="zh-CN" dirty="0"/>
              <a:t>case L :    </a:t>
            </a:r>
            <a:r>
              <a:rPr lang="en-US" altLang="zh-CN" dirty="0" err="1"/>
              <a:t>w.tag</a:t>
            </a:r>
            <a:r>
              <a:rPr lang="en-US" altLang="zh-CN" dirty="0"/>
              <a:t> = R;      </a:t>
            </a:r>
            <a:r>
              <a:rPr lang="en-US" altLang="zh-CN" dirty="0" err="1"/>
              <a:t>S.Push</a:t>
            </a:r>
            <a:r>
              <a:rPr lang="en-US" altLang="zh-CN" dirty="0"/>
              <a:t> ( w );      continue1 = 0; </a:t>
            </a:r>
          </a:p>
          <a:p>
            <a:pPr marL="0" indent="0">
              <a:buNone/>
            </a:pPr>
            <a:r>
              <a:rPr lang="en-US" altLang="zh-CN" dirty="0"/>
              <a:t>		                 p = p-&gt;</a:t>
            </a:r>
            <a:r>
              <a:rPr lang="en-US" altLang="zh-CN" dirty="0" err="1"/>
              <a:t>rightChild</a:t>
            </a:r>
            <a:r>
              <a:rPr lang="en-US" altLang="zh-CN" dirty="0"/>
              <a:t>;          break;</a:t>
            </a:r>
          </a:p>
          <a:p>
            <a:pPr marL="0" indent="0">
              <a:buNone/>
            </a:pPr>
            <a:r>
              <a:rPr lang="en-US" altLang="zh-CN" dirty="0"/>
              <a:t>	           case R :  visit( p );      break;</a:t>
            </a:r>
          </a:p>
          <a:p>
            <a:pPr marL="0" indent="0">
              <a:buNone/>
            </a:pPr>
            <a:r>
              <a:rPr lang="en-US" altLang="zh-CN" dirty="0"/>
              <a:t>                }</a:t>
            </a:r>
          </a:p>
          <a:p>
            <a:pPr marL="0" indent="0">
              <a:buNone/>
            </a:pPr>
            <a:r>
              <a:rPr lang="en-US" altLang="zh-CN" dirty="0"/>
              <a:t>         }</a:t>
            </a:r>
          </a:p>
          <a:p>
            <a:pPr marL="0" indent="0">
              <a:buNone/>
            </a:pPr>
            <a:r>
              <a:rPr lang="en-US" altLang="zh-CN" dirty="0"/>
              <a:t>     } while ( !</a:t>
            </a:r>
            <a:r>
              <a:rPr lang="en-US" altLang="zh-CN" dirty="0" err="1"/>
              <a:t>S.IsEmpty</a:t>
            </a:r>
            <a:r>
              <a:rPr lang="en-US" altLang="zh-CN" dirty="0"/>
              <a:t>( ) );</a:t>
            </a:r>
          </a:p>
          <a:p>
            <a:pPr marL="0" indent="0">
              <a:buNone/>
            </a:pPr>
            <a:r>
              <a:rPr lang="en-US" altLang="zh-CN" dirty="0"/>
              <a:t>     </a:t>
            </a:r>
            <a:r>
              <a:rPr lang="en-US" altLang="zh-CN" dirty="0" err="1"/>
              <a:t>cout</a:t>
            </a:r>
            <a:r>
              <a:rPr lang="en-US" altLang="zh-CN" dirty="0"/>
              <a:t> &lt;&lt; </a:t>
            </a:r>
            <a:r>
              <a:rPr lang="en-US" altLang="zh-CN" dirty="0" err="1"/>
              <a:t>endl</a:t>
            </a:r>
            <a:r>
              <a:rPr lang="en-US" altLang="zh-CN" dirty="0"/>
              <a:t>;</a:t>
            </a:r>
          </a:p>
          <a:p>
            <a:pPr marL="0" indent="0">
              <a:buNone/>
            </a:pPr>
            <a:r>
              <a:rPr lang="en-US" altLang="zh-CN" dirty="0"/>
              <a:t> }</a:t>
            </a:r>
          </a:p>
          <a:p>
            <a:pPr marL="0" indent="0">
              <a:buNone/>
            </a:pPr>
            <a:endParaRPr lang="zh-CN" altLang="en-US" dirty="0"/>
          </a:p>
        </p:txBody>
      </p:sp>
      <p:sp>
        <p:nvSpPr>
          <p:cNvPr id="2" name="灯片编号占位符 1">
            <a:extLst>
              <a:ext uri="{FF2B5EF4-FFF2-40B4-BE49-F238E27FC236}">
                <a16:creationId xmlns:a16="http://schemas.microsoft.com/office/drawing/2014/main" id="{8CED52AF-BF81-38DB-E4C6-CC6DC0899FCC}"/>
              </a:ext>
            </a:extLst>
          </p:cNvPr>
          <p:cNvSpPr>
            <a:spLocks noGrp="1"/>
          </p:cNvSpPr>
          <p:nvPr>
            <p:ph type="sldNum" sz="quarter" idx="12"/>
          </p:nvPr>
        </p:nvSpPr>
        <p:spPr/>
        <p:txBody>
          <a:bodyPr/>
          <a:lstStyle/>
          <a:p>
            <a:pPr>
              <a:defRPr/>
            </a:pPr>
            <a:fld id="{A598D83B-EE2A-4F12-B129-1EDE84DF129B}" type="slidenum">
              <a:rPr lang="en-US" altLang="zh-CN" smtClean="0"/>
              <a:pPr>
                <a:defRPr/>
              </a:pPr>
              <a:t>52</a:t>
            </a:fld>
            <a:endParaRPr lang="en-US" altLang="zh-CN"/>
          </a:p>
        </p:txBody>
      </p:sp>
    </p:spTree>
  </p:cSld>
  <p:clrMapOvr>
    <a:masterClrMapping/>
  </p:clrMapOvr>
  <p:transition>
    <p:split/>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BC52B03C-A6EF-7865-FE79-699827E92E9B}"/>
              </a:ext>
            </a:extLst>
          </p:cNvPr>
          <p:cNvSpPr>
            <a:spLocks noGrp="1"/>
          </p:cNvSpPr>
          <p:nvPr>
            <p:ph type="sldNum" sz="quarter" idx="11"/>
          </p:nvPr>
        </p:nvSpPr>
        <p:spPr/>
        <p:txBody>
          <a:bodyPr/>
          <a:lstStyle/>
          <a:p>
            <a:fld id="{E3AD7A8E-F252-4B6A-83EA-9C75D9FD31BE}" type="slidenum">
              <a:rPr lang="en-US" altLang="zh-CN"/>
              <a:pPr/>
              <a:t>53</a:t>
            </a:fld>
            <a:endParaRPr lang="en-US" altLang="zh-CN"/>
          </a:p>
        </p:txBody>
      </p:sp>
      <p:sp>
        <p:nvSpPr>
          <p:cNvPr id="480258" name="Rectangle 2">
            <a:extLst>
              <a:ext uri="{FF2B5EF4-FFF2-40B4-BE49-F238E27FC236}">
                <a16:creationId xmlns:a16="http://schemas.microsoft.com/office/drawing/2014/main" id="{65D9A3F8-C262-2136-580B-BFA1B4142A5C}"/>
              </a:ext>
            </a:extLst>
          </p:cNvPr>
          <p:cNvSpPr>
            <a:spLocks noGrp="1" noChangeArrowheads="1"/>
          </p:cNvSpPr>
          <p:nvPr>
            <p:ph type="title"/>
          </p:nvPr>
        </p:nvSpPr>
        <p:spPr>
          <a:xfrm>
            <a:off x="457200" y="457200"/>
            <a:ext cx="8229600" cy="847725"/>
          </a:xfrm>
        </p:spPr>
        <p:txBody>
          <a:bodyPr>
            <a:normAutofit fontScale="90000"/>
          </a:bodyPr>
          <a:lstStyle/>
          <a:p>
            <a:pPr algn="ctr"/>
            <a:r>
              <a:rPr lang="zh-CN" altLang="en-US" dirty="0"/>
              <a:t>根据二叉树的括号表示建立二叉树 </a:t>
            </a:r>
          </a:p>
        </p:txBody>
      </p:sp>
      <p:sp>
        <p:nvSpPr>
          <p:cNvPr id="480259" name="Rectangle 3">
            <a:extLst>
              <a:ext uri="{FF2B5EF4-FFF2-40B4-BE49-F238E27FC236}">
                <a16:creationId xmlns:a16="http://schemas.microsoft.com/office/drawing/2014/main" id="{2D80B282-DAFC-E059-8CEA-1B17CE4C25ED}"/>
              </a:ext>
            </a:extLst>
          </p:cNvPr>
          <p:cNvSpPr>
            <a:spLocks noGrp="1" noChangeArrowheads="1"/>
          </p:cNvSpPr>
          <p:nvPr>
            <p:ph type="body" idx="1"/>
          </p:nvPr>
        </p:nvSpPr>
        <p:spPr>
          <a:xfrm>
            <a:off x="457200" y="1341438"/>
            <a:ext cx="8229600" cy="5327650"/>
          </a:xfrm>
        </p:spPr>
        <p:txBody>
          <a:bodyPr>
            <a:normAutofit fontScale="77500" lnSpcReduction="20000"/>
          </a:bodyPr>
          <a:lstStyle/>
          <a:p>
            <a:pPr>
              <a:lnSpc>
                <a:spcPct val="105000"/>
              </a:lnSpc>
              <a:spcBef>
                <a:spcPct val="10000"/>
              </a:spcBef>
              <a:buClr>
                <a:srgbClr val="800080"/>
              </a:buClr>
              <a:buSzPct val="55000"/>
            </a:pPr>
            <a:r>
              <a:rPr lang="zh-CN" altLang="en-US" dirty="0"/>
              <a:t>例：根据二叉树的括号表示“</a:t>
            </a:r>
            <a:r>
              <a:rPr lang="en-US" altLang="zh-CN" dirty="0"/>
              <a:t>A(B(D, E(G, )),C(, F))#”</a:t>
            </a:r>
            <a:r>
              <a:rPr lang="zh-CN" altLang="en-US" dirty="0"/>
              <a:t>建立的二叉树如图所示。</a:t>
            </a:r>
            <a:endParaRPr lang="en-US" altLang="zh-CN" dirty="0"/>
          </a:p>
          <a:p>
            <a:pPr lvl="1">
              <a:lnSpc>
                <a:spcPct val="105000"/>
              </a:lnSpc>
              <a:spcBef>
                <a:spcPct val="10000"/>
              </a:spcBef>
              <a:buClr>
                <a:srgbClr val="800080"/>
              </a:buClr>
              <a:buSzPct val="55000"/>
            </a:pPr>
            <a:r>
              <a:rPr lang="zh-CN" altLang="en-US" sz="3600" dirty="0"/>
              <a:t>结点值放在前面，随后的括号中</a:t>
            </a:r>
            <a:endParaRPr lang="en-US" altLang="zh-CN" sz="3600" dirty="0"/>
          </a:p>
          <a:p>
            <a:pPr marL="342900" lvl="1" indent="0">
              <a:lnSpc>
                <a:spcPct val="105000"/>
              </a:lnSpc>
              <a:spcBef>
                <a:spcPct val="10000"/>
              </a:spcBef>
              <a:buClr>
                <a:srgbClr val="800080"/>
              </a:buClr>
              <a:buSzPct val="55000"/>
              <a:buNone/>
            </a:pPr>
            <a:r>
              <a:rPr lang="zh-CN" altLang="en-US" sz="3600" dirty="0"/>
              <a:t>是该结点的左、右子树；</a:t>
            </a:r>
            <a:endParaRPr lang="en-US" altLang="zh-CN" sz="3600" dirty="0">
              <a:sym typeface="Wingdings" panose="05000000000000000000" pitchFamily="2" charset="2"/>
            </a:endParaRPr>
          </a:p>
          <a:p>
            <a:pPr lvl="1">
              <a:lnSpc>
                <a:spcPct val="105000"/>
              </a:lnSpc>
              <a:spcBef>
                <a:spcPct val="10000"/>
              </a:spcBef>
              <a:buClr>
                <a:srgbClr val="800080"/>
              </a:buClr>
              <a:buSzPct val="55000"/>
            </a:pPr>
            <a:r>
              <a:rPr lang="zh-CN" altLang="en-US" sz="3600" dirty="0"/>
              <a:t>每个结点的左子树和右子</a:t>
            </a:r>
            <a:endParaRPr lang="en-US" altLang="zh-CN" sz="3600" dirty="0"/>
          </a:p>
          <a:p>
            <a:pPr marL="342900" lvl="1" indent="0">
              <a:lnSpc>
                <a:spcPct val="105000"/>
              </a:lnSpc>
              <a:spcBef>
                <a:spcPct val="10000"/>
              </a:spcBef>
              <a:buClr>
                <a:srgbClr val="800080"/>
              </a:buClr>
              <a:buSzPct val="55000"/>
              <a:buNone/>
            </a:pPr>
            <a:r>
              <a:rPr lang="en-US" altLang="zh-CN" sz="3600" dirty="0"/>
              <a:t> </a:t>
            </a:r>
            <a:r>
              <a:rPr lang="zh-CN" altLang="en-US" sz="3600" dirty="0"/>
              <a:t>树用逗号隔开。若仅有右</a:t>
            </a:r>
            <a:endParaRPr lang="en-US" altLang="zh-CN" sz="3600" dirty="0"/>
          </a:p>
          <a:p>
            <a:pPr marL="342900" lvl="1" indent="0">
              <a:lnSpc>
                <a:spcPct val="105000"/>
              </a:lnSpc>
              <a:spcBef>
                <a:spcPct val="10000"/>
              </a:spcBef>
              <a:buClr>
                <a:srgbClr val="800080"/>
              </a:buClr>
              <a:buSzPct val="55000"/>
              <a:buNone/>
            </a:pPr>
            <a:r>
              <a:rPr lang="en-US" altLang="zh-CN" sz="3600" dirty="0"/>
              <a:t> </a:t>
            </a:r>
            <a:r>
              <a:rPr lang="zh-CN" altLang="en-US" sz="3600" dirty="0"/>
              <a:t>子树没有左子树，逗号不能省略。</a:t>
            </a:r>
            <a:endParaRPr lang="en-US" altLang="zh-CN" sz="3600" dirty="0"/>
          </a:p>
          <a:p>
            <a:pPr lvl="1">
              <a:lnSpc>
                <a:spcPct val="105000"/>
              </a:lnSpc>
              <a:spcBef>
                <a:spcPct val="10000"/>
              </a:spcBef>
              <a:buClr>
                <a:srgbClr val="800080"/>
              </a:buClr>
              <a:buSzPct val="55000"/>
            </a:pPr>
            <a:r>
              <a:rPr lang="zh-CN" altLang="en-US" sz="3600" dirty="0"/>
              <a:t>在字符串的结尾加上一个特殊的符号（例如“</a:t>
            </a:r>
            <a:r>
              <a:rPr lang="en-US" altLang="zh-CN" sz="3600" dirty="0"/>
              <a:t>#”</a:t>
            </a:r>
            <a:r>
              <a:rPr lang="zh-CN" altLang="en-US" sz="3600" dirty="0"/>
              <a:t>）表示输入结束。</a:t>
            </a:r>
            <a:endParaRPr lang="en-US" altLang="zh-CN" sz="3600" dirty="0"/>
          </a:p>
          <a:p>
            <a:pPr>
              <a:lnSpc>
                <a:spcPct val="105000"/>
              </a:lnSpc>
              <a:spcBef>
                <a:spcPct val="10000"/>
              </a:spcBef>
              <a:buClr>
                <a:srgbClr val="800080"/>
              </a:buClr>
              <a:buSzPct val="55000"/>
            </a:pPr>
            <a:r>
              <a:rPr lang="zh-CN" altLang="en-US" sz="4000" dirty="0"/>
              <a:t>思路</a:t>
            </a:r>
          </a:p>
          <a:p>
            <a:pPr lvl="1">
              <a:lnSpc>
                <a:spcPct val="105000"/>
              </a:lnSpc>
              <a:spcBef>
                <a:spcPct val="10000"/>
              </a:spcBef>
              <a:buClr>
                <a:srgbClr val="800080"/>
              </a:buClr>
              <a:buSzPct val="55000"/>
            </a:pPr>
            <a:r>
              <a:rPr lang="zh-CN" altLang="en-US" sz="3600" dirty="0"/>
              <a:t>遍历字符流，根据当前字符的不同情况进行处理，利用栈暂存待设定孩子指针的结点</a:t>
            </a:r>
          </a:p>
        </p:txBody>
      </p:sp>
      <p:grpSp>
        <p:nvGrpSpPr>
          <p:cNvPr id="480293" name="Group 37">
            <a:extLst>
              <a:ext uri="{FF2B5EF4-FFF2-40B4-BE49-F238E27FC236}">
                <a16:creationId xmlns:a16="http://schemas.microsoft.com/office/drawing/2014/main" id="{E65B5E7A-93EA-1C5E-15F6-B9CAD1B3302D}"/>
              </a:ext>
            </a:extLst>
          </p:cNvPr>
          <p:cNvGrpSpPr>
            <a:grpSpLocks/>
          </p:cNvGrpSpPr>
          <p:nvPr/>
        </p:nvGrpSpPr>
        <p:grpSpPr bwMode="auto">
          <a:xfrm>
            <a:off x="5652120" y="1916832"/>
            <a:ext cx="3240088" cy="2235200"/>
            <a:chOff x="2948" y="1591"/>
            <a:chExt cx="2041" cy="1408"/>
          </a:xfrm>
        </p:grpSpPr>
        <p:grpSp>
          <p:nvGrpSpPr>
            <p:cNvPr id="480292" name="Group 36">
              <a:extLst>
                <a:ext uri="{FF2B5EF4-FFF2-40B4-BE49-F238E27FC236}">
                  <a16:creationId xmlns:a16="http://schemas.microsoft.com/office/drawing/2014/main" id="{85DDB52B-1B66-A432-80ED-9608D16C3116}"/>
                </a:ext>
              </a:extLst>
            </p:cNvPr>
            <p:cNvGrpSpPr>
              <a:grpSpLocks/>
            </p:cNvGrpSpPr>
            <p:nvPr/>
          </p:nvGrpSpPr>
          <p:grpSpPr bwMode="auto">
            <a:xfrm>
              <a:off x="2948" y="1625"/>
              <a:ext cx="1924" cy="1351"/>
              <a:chOff x="3161" y="1625"/>
              <a:chExt cx="1711" cy="1169"/>
            </a:xfrm>
          </p:grpSpPr>
          <p:sp>
            <p:nvSpPr>
              <p:cNvPr id="480262" name="Line 6">
                <a:extLst>
                  <a:ext uri="{FF2B5EF4-FFF2-40B4-BE49-F238E27FC236}">
                    <a16:creationId xmlns:a16="http://schemas.microsoft.com/office/drawing/2014/main" id="{53D7A026-573A-DB79-D3A7-5267351FB863}"/>
                  </a:ext>
                </a:extLst>
              </p:cNvPr>
              <p:cNvSpPr>
                <a:spLocks noChangeShapeType="1"/>
              </p:cNvSpPr>
              <p:nvPr/>
            </p:nvSpPr>
            <p:spPr bwMode="auto">
              <a:xfrm flipV="1">
                <a:off x="3719" y="1738"/>
                <a:ext cx="310" cy="241"/>
              </a:xfrm>
              <a:prstGeom prst="line">
                <a:avLst/>
              </a:prstGeom>
              <a:noFill/>
              <a:ln w="19050">
                <a:solidFill>
                  <a:srgbClr val="8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0264" name="Line 8">
                <a:extLst>
                  <a:ext uri="{FF2B5EF4-FFF2-40B4-BE49-F238E27FC236}">
                    <a16:creationId xmlns:a16="http://schemas.microsoft.com/office/drawing/2014/main" id="{90DF4ACE-0E17-1C5B-41D4-AEFFEC0228BE}"/>
                  </a:ext>
                </a:extLst>
              </p:cNvPr>
              <p:cNvSpPr>
                <a:spLocks noChangeShapeType="1"/>
              </p:cNvSpPr>
              <p:nvPr/>
            </p:nvSpPr>
            <p:spPr bwMode="auto">
              <a:xfrm flipH="1">
                <a:off x="3350" y="2089"/>
                <a:ext cx="247" cy="230"/>
              </a:xfrm>
              <a:prstGeom prst="line">
                <a:avLst/>
              </a:prstGeom>
              <a:noFill/>
              <a:ln w="19050">
                <a:solidFill>
                  <a:srgbClr val="8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0265" name="Line 9">
                <a:extLst>
                  <a:ext uri="{FF2B5EF4-FFF2-40B4-BE49-F238E27FC236}">
                    <a16:creationId xmlns:a16="http://schemas.microsoft.com/office/drawing/2014/main" id="{2D4DD147-8636-2D57-EDDC-009B0FF64431}"/>
                  </a:ext>
                </a:extLst>
              </p:cNvPr>
              <p:cNvSpPr>
                <a:spLocks noChangeShapeType="1"/>
              </p:cNvSpPr>
              <p:nvPr/>
            </p:nvSpPr>
            <p:spPr bwMode="auto">
              <a:xfrm>
                <a:off x="3714" y="2098"/>
                <a:ext cx="198" cy="230"/>
              </a:xfrm>
              <a:prstGeom prst="line">
                <a:avLst/>
              </a:prstGeom>
              <a:noFill/>
              <a:ln w="19050">
                <a:solidFill>
                  <a:srgbClr val="8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0266" name="Line 10">
                <a:extLst>
                  <a:ext uri="{FF2B5EF4-FFF2-40B4-BE49-F238E27FC236}">
                    <a16:creationId xmlns:a16="http://schemas.microsoft.com/office/drawing/2014/main" id="{798FEB84-1B9E-F2AC-07B4-465386590DDF}"/>
                  </a:ext>
                </a:extLst>
              </p:cNvPr>
              <p:cNvSpPr>
                <a:spLocks noChangeShapeType="1"/>
              </p:cNvSpPr>
              <p:nvPr/>
            </p:nvSpPr>
            <p:spPr bwMode="auto">
              <a:xfrm flipH="1">
                <a:off x="3618" y="2443"/>
                <a:ext cx="189" cy="196"/>
              </a:xfrm>
              <a:prstGeom prst="line">
                <a:avLst/>
              </a:prstGeom>
              <a:noFill/>
              <a:ln w="19050">
                <a:solidFill>
                  <a:srgbClr val="8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0267" name="Line 11">
                <a:extLst>
                  <a:ext uri="{FF2B5EF4-FFF2-40B4-BE49-F238E27FC236}">
                    <a16:creationId xmlns:a16="http://schemas.microsoft.com/office/drawing/2014/main" id="{541A712B-0EA7-A21E-3B29-9B0510F52375}"/>
                  </a:ext>
                </a:extLst>
              </p:cNvPr>
              <p:cNvSpPr>
                <a:spLocks noChangeShapeType="1"/>
              </p:cNvSpPr>
              <p:nvPr/>
            </p:nvSpPr>
            <p:spPr bwMode="auto">
              <a:xfrm>
                <a:off x="4497" y="2098"/>
                <a:ext cx="234" cy="242"/>
              </a:xfrm>
              <a:prstGeom prst="line">
                <a:avLst/>
              </a:prstGeom>
              <a:noFill/>
              <a:ln w="19050">
                <a:solidFill>
                  <a:srgbClr val="8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0269" name="Line 13">
                <a:extLst>
                  <a:ext uri="{FF2B5EF4-FFF2-40B4-BE49-F238E27FC236}">
                    <a16:creationId xmlns:a16="http://schemas.microsoft.com/office/drawing/2014/main" id="{EFDA7BC9-7C92-F415-069C-4BD7632206AE}"/>
                  </a:ext>
                </a:extLst>
              </p:cNvPr>
              <p:cNvSpPr>
                <a:spLocks noChangeShapeType="1"/>
              </p:cNvSpPr>
              <p:nvPr/>
            </p:nvSpPr>
            <p:spPr bwMode="auto">
              <a:xfrm>
                <a:off x="4157" y="1798"/>
                <a:ext cx="222" cy="196"/>
              </a:xfrm>
              <a:prstGeom prst="line">
                <a:avLst/>
              </a:prstGeom>
              <a:noFill/>
              <a:ln w="19050">
                <a:solidFill>
                  <a:srgbClr val="8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0271" name="Oval 15">
                <a:extLst>
                  <a:ext uri="{FF2B5EF4-FFF2-40B4-BE49-F238E27FC236}">
                    <a16:creationId xmlns:a16="http://schemas.microsoft.com/office/drawing/2014/main" id="{689F289C-80AC-4BB6-A067-BFCC6ED6FF40}"/>
                  </a:ext>
                </a:extLst>
              </p:cNvPr>
              <p:cNvSpPr>
                <a:spLocks noChangeArrowheads="1"/>
              </p:cNvSpPr>
              <p:nvPr/>
            </p:nvSpPr>
            <p:spPr bwMode="auto">
              <a:xfrm>
                <a:off x="3934" y="1625"/>
                <a:ext cx="247" cy="242"/>
              </a:xfrm>
              <a:prstGeom prst="ellipse">
                <a:avLst/>
              </a:prstGeom>
              <a:solidFill>
                <a:srgbClr val="FFFFFF"/>
              </a:solidFill>
              <a:ln w="19050">
                <a:solidFill>
                  <a:srgbClr val="800080"/>
                </a:solidFill>
                <a:round/>
                <a:headEnd/>
                <a:tailEnd/>
              </a:ln>
            </p:spPr>
            <p:txBody>
              <a:bodyPr/>
              <a:lstStyle/>
              <a:p>
                <a:endParaRPr lang="zh-CN" altLang="en-US"/>
              </a:p>
            </p:txBody>
          </p:sp>
          <p:sp>
            <p:nvSpPr>
              <p:cNvPr id="480274" name="Oval 18">
                <a:extLst>
                  <a:ext uri="{FF2B5EF4-FFF2-40B4-BE49-F238E27FC236}">
                    <a16:creationId xmlns:a16="http://schemas.microsoft.com/office/drawing/2014/main" id="{A6506136-7069-2603-FCC4-1E9AFA129800}"/>
                  </a:ext>
                </a:extLst>
              </p:cNvPr>
              <p:cNvSpPr>
                <a:spLocks noChangeArrowheads="1"/>
              </p:cNvSpPr>
              <p:nvPr/>
            </p:nvSpPr>
            <p:spPr bwMode="auto">
              <a:xfrm>
                <a:off x="3513" y="1925"/>
                <a:ext cx="246" cy="242"/>
              </a:xfrm>
              <a:prstGeom prst="ellipse">
                <a:avLst/>
              </a:prstGeom>
              <a:solidFill>
                <a:srgbClr val="FFFFFF"/>
              </a:solidFill>
              <a:ln w="19050">
                <a:solidFill>
                  <a:srgbClr val="800080"/>
                </a:solidFill>
                <a:round/>
                <a:headEnd/>
                <a:tailEnd/>
              </a:ln>
            </p:spPr>
            <p:txBody>
              <a:bodyPr/>
              <a:lstStyle/>
              <a:p>
                <a:endParaRPr lang="zh-CN" altLang="en-US"/>
              </a:p>
            </p:txBody>
          </p:sp>
          <p:sp>
            <p:nvSpPr>
              <p:cNvPr id="480277" name="Oval 21">
                <a:extLst>
                  <a:ext uri="{FF2B5EF4-FFF2-40B4-BE49-F238E27FC236}">
                    <a16:creationId xmlns:a16="http://schemas.microsoft.com/office/drawing/2014/main" id="{818A7311-EED7-C76E-54C8-8615DDC191F9}"/>
                  </a:ext>
                </a:extLst>
              </p:cNvPr>
              <p:cNvSpPr>
                <a:spLocks noChangeArrowheads="1"/>
              </p:cNvSpPr>
              <p:nvPr/>
            </p:nvSpPr>
            <p:spPr bwMode="auto">
              <a:xfrm>
                <a:off x="3161" y="2247"/>
                <a:ext cx="247" cy="242"/>
              </a:xfrm>
              <a:prstGeom prst="ellipse">
                <a:avLst/>
              </a:prstGeom>
              <a:solidFill>
                <a:srgbClr val="FFFFFF"/>
              </a:solidFill>
              <a:ln w="19050">
                <a:solidFill>
                  <a:srgbClr val="800080"/>
                </a:solidFill>
                <a:round/>
                <a:headEnd/>
                <a:tailEnd/>
              </a:ln>
            </p:spPr>
            <p:txBody>
              <a:bodyPr/>
              <a:lstStyle/>
              <a:p>
                <a:endParaRPr lang="zh-CN" altLang="en-US"/>
              </a:p>
            </p:txBody>
          </p:sp>
          <p:sp>
            <p:nvSpPr>
              <p:cNvPr id="480280" name="Oval 24">
                <a:extLst>
                  <a:ext uri="{FF2B5EF4-FFF2-40B4-BE49-F238E27FC236}">
                    <a16:creationId xmlns:a16="http://schemas.microsoft.com/office/drawing/2014/main" id="{32DC72FA-06C3-B771-FD3F-8DA3FDC42409}"/>
                  </a:ext>
                </a:extLst>
              </p:cNvPr>
              <p:cNvSpPr>
                <a:spLocks noChangeArrowheads="1"/>
              </p:cNvSpPr>
              <p:nvPr/>
            </p:nvSpPr>
            <p:spPr bwMode="auto">
              <a:xfrm>
                <a:off x="3770" y="2247"/>
                <a:ext cx="247" cy="242"/>
              </a:xfrm>
              <a:prstGeom prst="ellipse">
                <a:avLst/>
              </a:prstGeom>
              <a:solidFill>
                <a:srgbClr val="FFFFFF"/>
              </a:solidFill>
              <a:ln w="19050">
                <a:solidFill>
                  <a:srgbClr val="800080"/>
                </a:solidFill>
                <a:round/>
                <a:headEnd/>
                <a:tailEnd/>
              </a:ln>
            </p:spPr>
            <p:txBody>
              <a:bodyPr/>
              <a:lstStyle/>
              <a:p>
                <a:endParaRPr lang="zh-CN" altLang="en-US"/>
              </a:p>
            </p:txBody>
          </p:sp>
          <p:sp>
            <p:nvSpPr>
              <p:cNvPr id="480283" name="Oval 27">
                <a:extLst>
                  <a:ext uri="{FF2B5EF4-FFF2-40B4-BE49-F238E27FC236}">
                    <a16:creationId xmlns:a16="http://schemas.microsoft.com/office/drawing/2014/main" id="{7BA07F00-4E06-1FBF-4964-45E4BFA4F21E}"/>
                  </a:ext>
                </a:extLst>
              </p:cNvPr>
              <p:cNvSpPr>
                <a:spLocks noChangeArrowheads="1"/>
              </p:cNvSpPr>
              <p:nvPr/>
            </p:nvSpPr>
            <p:spPr bwMode="auto">
              <a:xfrm>
                <a:off x="4296" y="1929"/>
                <a:ext cx="247" cy="242"/>
              </a:xfrm>
              <a:prstGeom prst="ellipse">
                <a:avLst/>
              </a:prstGeom>
              <a:solidFill>
                <a:srgbClr val="FFFFFF"/>
              </a:solidFill>
              <a:ln w="19050">
                <a:solidFill>
                  <a:srgbClr val="800080"/>
                </a:solidFill>
                <a:round/>
                <a:headEnd/>
                <a:tailEnd/>
              </a:ln>
            </p:spPr>
            <p:txBody>
              <a:bodyPr/>
              <a:lstStyle/>
              <a:p>
                <a:endParaRPr lang="zh-CN" altLang="en-US"/>
              </a:p>
            </p:txBody>
          </p:sp>
          <p:sp>
            <p:nvSpPr>
              <p:cNvPr id="480286" name="Oval 30">
                <a:extLst>
                  <a:ext uri="{FF2B5EF4-FFF2-40B4-BE49-F238E27FC236}">
                    <a16:creationId xmlns:a16="http://schemas.microsoft.com/office/drawing/2014/main" id="{CC9A7E96-F1DE-2E3E-8697-DD920E47FE6F}"/>
                  </a:ext>
                </a:extLst>
              </p:cNvPr>
              <p:cNvSpPr>
                <a:spLocks noChangeArrowheads="1"/>
              </p:cNvSpPr>
              <p:nvPr/>
            </p:nvSpPr>
            <p:spPr bwMode="auto">
              <a:xfrm>
                <a:off x="4625" y="2247"/>
                <a:ext cx="247" cy="243"/>
              </a:xfrm>
              <a:prstGeom prst="ellipse">
                <a:avLst/>
              </a:prstGeom>
              <a:solidFill>
                <a:srgbClr val="FFFFFF"/>
              </a:solidFill>
              <a:ln w="19050">
                <a:solidFill>
                  <a:srgbClr val="800080"/>
                </a:solidFill>
                <a:round/>
                <a:headEnd/>
                <a:tailEnd/>
              </a:ln>
            </p:spPr>
            <p:txBody>
              <a:bodyPr/>
              <a:lstStyle/>
              <a:p>
                <a:endParaRPr lang="zh-CN" altLang="en-US"/>
              </a:p>
            </p:txBody>
          </p:sp>
          <p:sp>
            <p:nvSpPr>
              <p:cNvPr id="480289" name="Oval 33">
                <a:extLst>
                  <a:ext uri="{FF2B5EF4-FFF2-40B4-BE49-F238E27FC236}">
                    <a16:creationId xmlns:a16="http://schemas.microsoft.com/office/drawing/2014/main" id="{69386EAA-ED96-B2CC-8AEB-6384E4ABB6BA}"/>
                  </a:ext>
                </a:extLst>
              </p:cNvPr>
              <p:cNvSpPr>
                <a:spLocks noChangeArrowheads="1"/>
              </p:cNvSpPr>
              <p:nvPr/>
            </p:nvSpPr>
            <p:spPr bwMode="auto">
              <a:xfrm>
                <a:off x="3486" y="2552"/>
                <a:ext cx="247" cy="242"/>
              </a:xfrm>
              <a:prstGeom prst="ellipse">
                <a:avLst/>
              </a:prstGeom>
              <a:solidFill>
                <a:srgbClr val="FFFFFF"/>
              </a:solidFill>
              <a:ln w="19050">
                <a:solidFill>
                  <a:srgbClr val="800080"/>
                </a:solidFill>
                <a:round/>
                <a:headEnd/>
                <a:tailEnd/>
              </a:ln>
            </p:spPr>
            <p:txBody>
              <a:bodyPr/>
              <a:lstStyle/>
              <a:p>
                <a:endParaRPr lang="zh-CN" altLang="en-US"/>
              </a:p>
            </p:txBody>
          </p:sp>
        </p:grpSp>
        <p:sp>
          <p:nvSpPr>
            <p:cNvPr id="480272" name="Text Box 16">
              <a:extLst>
                <a:ext uri="{FF2B5EF4-FFF2-40B4-BE49-F238E27FC236}">
                  <a16:creationId xmlns:a16="http://schemas.microsoft.com/office/drawing/2014/main" id="{D9A737B0-97CD-B97A-7089-1BF52F0193DB}"/>
                </a:ext>
              </a:extLst>
            </p:cNvPr>
            <p:cNvSpPr txBox="1">
              <a:spLocks noChangeArrowheads="1"/>
            </p:cNvSpPr>
            <p:nvPr/>
          </p:nvSpPr>
          <p:spPr bwMode="auto">
            <a:xfrm>
              <a:off x="3834" y="1591"/>
              <a:ext cx="374"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2600" b="1">
                  <a:solidFill>
                    <a:schemeClr val="tx2"/>
                  </a:solidFill>
                  <a:latin typeface="Times New Roman" panose="02020603050405020304" pitchFamily="18" charset="0"/>
                </a:rPr>
                <a:t>A</a:t>
              </a:r>
              <a:endParaRPr lang="en-US" altLang="zh-CN" sz="2600" b="1">
                <a:solidFill>
                  <a:schemeClr val="tx2"/>
                </a:solidFill>
              </a:endParaRPr>
            </a:p>
          </p:txBody>
        </p:sp>
        <p:sp>
          <p:nvSpPr>
            <p:cNvPr id="480275" name="Text Box 19">
              <a:extLst>
                <a:ext uri="{FF2B5EF4-FFF2-40B4-BE49-F238E27FC236}">
                  <a16:creationId xmlns:a16="http://schemas.microsoft.com/office/drawing/2014/main" id="{C6CDAF36-A65D-1B24-3480-0BF0578D077E}"/>
                </a:ext>
              </a:extLst>
            </p:cNvPr>
            <p:cNvSpPr txBox="1">
              <a:spLocks noChangeArrowheads="1"/>
            </p:cNvSpPr>
            <p:nvPr/>
          </p:nvSpPr>
          <p:spPr bwMode="auto">
            <a:xfrm>
              <a:off x="3354" y="1936"/>
              <a:ext cx="374"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2600" b="1">
                  <a:solidFill>
                    <a:schemeClr val="tx2"/>
                  </a:solidFill>
                  <a:latin typeface="Times New Roman" panose="02020603050405020304" pitchFamily="18" charset="0"/>
                </a:rPr>
                <a:t>B</a:t>
              </a:r>
              <a:endParaRPr lang="en-US" altLang="zh-CN" sz="2600" b="1">
                <a:solidFill>
                  <a:schemeClr val="tx2"/>
                </a:solidFill>
              </a:endParaRPr>
            </a:p>
          </p:txBody>
        </p:sp>
        <p:sp>
          <p:nvSpPr>
            <p:cNvPr id="480278" name="Text Box 22">
              <a:extLst>
                <a:ext uri="{FF2B5EF4-FFF2-40B4-BE49-F238E27FC236}">
                  <a16:creationId xmlns:a16="http://schemas.microsoft.com/office/drawing/2014/main" id="{48346068-F7E1-8709-CA23-DA54DB22BC71}"/>
                </a:ext>
              </a:extLst>
            </p:cNvPr>
            <p:cNvSpPr txBox="1">
              <a:spLocks noChangeArrowheads="1"/>
            </p:cNvSpPr>
            <p:nvPr/>
          </p:nvSpPr>
          <p:spPr bwMode="auto">
            <a:xfrm>
              <a:off x="2957" y="2319"/>
              <a:ext cx="375"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2600" b="1">
                  <a:solidFill>
                    <a:schemeClr val="tx2"/>
                  </a:solidFill>
                  <a:latin typeface="Times New Roman" panose="02020603050405020304" pitchFamily="18" charset="0"/>
                </a:rPr>
                <a:t>D</a:t>
              </a:r>
              <a:endParaRPr lang="en-US" altLang="zh-CN" sz="2600" b="1">
                <a:solidFill>
                  <a:schemeClr val="tx2"/>
                </a:solidFill>
              </a:endParaRPr>
            </a:p>
          </p:txBody>
        </p:sp>
        <p:sp>
          <p:nvSpPr>
            <p:cNvPr id="480281" name="Text Box 25">
              <a:extLst>
                <a:ext uri="{FF2B5EF4-FFF2-40B4-BE49-F238E27FC236}">
                  <a16:creationId xmlns:a16="http://schemas.microsoft.com/office/drawing/2014/main" id="{421453AB-6BE0-7BAD-132C-60736DCD5061}"/>
                </a:ext>
              </a:extLst>
            </p:cNvPr>
            <p:cNvSpPr txBox="1">
              <a:spLocks noChangeArrowheads="1"/>
            </p:cNvSpPr>
            <p:nvPr/>
          </p:nvSpPr>
          <p:spPr bwMode="auto">
            <a:xfrm>
              <a:off x="3643" y="2319"/>
              <a:ext cx="375"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2600" b="1">
                  <a:solidFill>
                    <a:schemeClr val="tx2"/>
                  </a:solidFill>
                  <a:latin typeface="Times New Roman" panose="02020603050405020304" pitchFamily="18" charset="0"/>
                </a:rPr>
                <a:t>E</a:t>
              </a:r>
              <a:endParaRPr lang="en-US" altLang="zh-CN" sz="2600" b="1">
                <a:solidFill>
                  <a:schemeClr val="tx2"/>
                </a:solidFill>
              </a:endParaRPr>
            </a:p>
          </p:txBody>
        </p:sp>
        <p:sp>
          <p:nvSpPr>
            <p:cNvPr id="480284" name="Text Box 28">
              <a:extLst>
                <a:ext uri="{FF2B5EF4-FFF2-40B4-BE49-F238E27FC236}">
                  <a16:creationId xmlns:a16="http://schemas.microsoft.com/office/drawing/2014/main" id="{4CCE36BD-AC85-92F4-4838-96B6F18C1D20}"/>
                </a:ext>
              </a:extLst>
            </p:cNvPr>
            <p:cNvSpPr txBox="1">
              <a:spLocks noChangeArrowheads="1"/>
            </p:cNvSpPr>
            <p:nvPr/>
          </p:nvSpPr>
          <p:spPr bwMode="auto">
            <a:xfrm>
              <a:off x="4228" y="1956"/>
              <a:ext cx="374"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2600" b="1">
                  <a:solidFill>
                    <a:schemeClr val="tx2"/>
                  </a:solidFill>
                  <a:latin typeface="Times New Roman" panose="02020603050405020304" pitchFamily="18" charset="0"/>
                </a:rPr>
                <a:t>C</a:t>
              </a:r>
              <a:endParaRPr lang="en-US" altLang="zh-CN" sz="2600" b="1">
                <a:solidFill>
                  <a:schemeClr val="tx2"/>
                </a:solidFill>
              </a:endParaRPr>
            </a:p>
          </p:txBody>
        </p:sp>
        <p:sp>
          <p:nvSpPr>
            <p:cNvPr id="480287" name="Text Box 31">
              <a:extLst>
                <a:ext uri="{FF2B5EF4-FFF2-40B4-BE49-F238E27FC236}">
                  <a16:creationId xmlns:a16="http://schemas.microsoft.com/office/drawing/2014/main" id="{DB8EFD94-A023-0440-D3D4-931D405A4CB4}"/>
                </a:ext>
              </a:extLst>
            </p:cNvPr>
            <p:cNvSpPr txBox="1">
              <a:spLocks noChangeArrowheads="1"/>
            </p:cNvSpPr>
            <p:nvPr/>
          </p:nvSpPr>
          <p:spPr bwMode="auto">
            <a:xfrm>
              <a:off x="4614" y="2328"/>
              <a:ext cx="375"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2600" b="1">
                  <a:solidFill>
                    <a:schemeClr val="tx2"/>
                  </a:solidFill>
                  <a:latin typeface="Times New Roman" panose="02020603050405020304" pitchFamily="18" charset="0"/>
                </a:rPr>
                <a:t>F</a:t>
              </a:r>
              <a:endParaRPr lang="en-US" altLang="zh-CN" sz="2600" b="1">
                <a:solidFill>
                  <a:schemeClr val="tx2"/>
                </a:solidFill>
              </a:endParaRPr>
            </a:p>
          </p:txBody>
        </p:sp>
        <p:sp>
          <p:nvSpPr>
            <p:cNvPr id="480290" name="Text Box 34">
              <a:extLst>
                <a:ext uri="{FF2B5EF4-FFF2-40B4-BE49-F238E27FC236}">
                  <a16:creationId xmlns:a16="http://schemas.microsoft.com/office/drawing/2014/main" id="{968A48F1-C78E-8166-C305-7829941FDD18}"/>
                </a:ext>
              </a:extLst>
            </p:cNvPr>
            <p:cNvSpPr txBox="1">
              <a:spLocks noChangeArrowheads="1"/>
            </p:cNvSpPr>
            <p:nvPr/>
          </p:nvSpPr>
          <p:spPr bwMode="auto">
            <a:xfrm>
              <a:off x="3311" y="2665"/>
              <a:ext cx="374"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2600" b="1">
                  <a:solidFill>
                    <a:schemeClr val="tx2"/>
                  </a:solidFill>
                  <a:latin typeface="Times New Roman" panose="02020603050405020304" pitchFamily="18" charset="0"/>
                </a:rPr>
                <a:t>G</a:t>
              </a:r>
              <a:endParaRPr lang="en-US" altLang="zh-CN" sz="2600" b="1">
                <a:solidFill>
                  <a:schemeClr val="tx2"/>
                </a:solidFill>
              </a:endParaRPr>
            </a:p>
          </p:txBody>
        </p:sp>
      </p:grpSp>
    </p:spTree>
    <p:extLst>
      <p:ext uri="{BB962C8B-B14F-4D97-AF65-F5344CB8AC3E}">
        <p14:creationId xmlns:p14="http://schemas.microsoft.com/office/powerpoint/2010/main" val="270016975"/>
      </p:ext>
    </p:extLst>
  </p:cSld>
  <p:clrMapOvr>
    <a:masterClrMapping/>
  </p:clrMapOvr>
  <p:transition>
    <p:split/>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3D993C-3978-0407-9123-B46612AC9509}"/>
              </a:ext>
            </a:extLst>
          </p:cNvPr>
          <p:cNvSpPr>
            <a:spLocks noGrp="1"/>
          </p:cNvSpPr>
          <p:nvPr>
            <p:ph type="title"/>
          </p:nvPr>
        </p:nvSpPr>
        <p:spPr/>
        <p:txBody>
          <a:bodyPr/>
          <a:lstStyle/>
          <a:p>
            <a:r>
              <a:rPr lang="zh-CN" altLang="en-US" dirty="0"/>
              <a:t>建树算法的步骤</a:t>
            </a:r>
          </a:p>
        </p:txBody>
      </p:sp>
      <p:sp>
        <p:nvSpPr>
          <p:cNvPr id="4" name="内容占位符 3">
            <a:extLst>
              <a:ext uri="{FF2B5EF4-FFF2-40B4-BE49-F238E27FC236}">
                <a16:creationId xmlns:a16="http://schemas.microsoft.com/office/drawing/2014/main" id="{72CE6EE4-82E4-A49B-6506-0979C68E8102}"/>
              </a:ext>
            </a:extLst>
          </p:cNvPr>
          <p:cNvSpPr>
            <a:spLocks noGrp="1"/>
          </p:cNvSpPr>
          <p:nvPr>
            <p:ph idx="1"/>
          </p:nvPr>
        </p:nvSpPr>
        <p:spPr/>
        <p:txBody>
          <a:bodyPr>
            <a:normAutofit fontScale="77500" lnSpcReduction="20000"/>
          </a:bodyPr>
          <a:lstStyle/>
          <a:p>
            <a:r>
              <a:rPr lang="zh-CN" altLang="en-US" dirty="0"/>
              <a:t>依次从字符串</a:t>
            </a:r>
            <a:r>
              <a:rPr lang="en-US" altLang="zh-CN" dirty="0"/>
              <a:t>ls</a:t>
            </a:r>
            <a:r>
              <a:rPr lang="zh-CN" altLang="en-US" dirty="0"/>
              <a:t>中输入字符。</a:t>
            </a:r>
          </a:p>
          <a:p>
            <a:pPr lvl="1"/>
            <a:r>
              <a:rPr lang="zh-CN" altLang="en-US" dirty="0"/>
              <a:t>若是字母，视为结点的值，为它建立一个左右孩子为空的新结点，并把该结点作为左孩子（当</a:t>
            </a:r>
            <a:r>
              <a:rPr lang="en-US" altLang="zh-CN" dirty="0"/>
              <a:t>flag = 1</a:t>
            </a:r>
            <a:r>
              <a:rPr lang="zh-CN" altLang="en-US" dirty="0"/>
              <a:t>）或右孩子（当</a:t>
            </a:r>
            <a:r>
              <a:rPr lang="en-US" altLang="zh-CN" dirty="0"/>
              <a:t>flag = 2</a:t>
            </a:r>
            <a:r>
              <a:rPr lang="zh-CN" altLang="en-US" dirty="0"/>
              <a:t>）链接到其双亲结点上。</a:t>
            </a:r>
          </a:p>
          <a:p>
            <a:pPr lvl="1"/>
            <a:r>
              <a:rPr lang="zh-CN" altLang="en-US" dirty="0"/>
              <a:t>若是左括号</a:t>
            </a:r>
            <a:r>
              <a:rPr lang="en-US" altLang="zh-CN" dirty="0"/>
              <a:t>“(”</a:t>
            </a:r>
            <a:r>
              <a:rPr lang="zh-CN" altLang="en-US" dirty="0"/>
              <a:t>，则表明子树的开始，将</a:t>
            </a:r>
            <a:r>
              <a:rPr lang="en-US" altLang="zh-CN" dirty="0"/>
              <a:t>flag</a:t>
            </a:r>
            <a:r>
              <a:rPr lang="zh-CN" altLang="en-US" dirty="0"/>
              <a:t>置为</a:t>
            </a:r>
            <a:r>
              <a:rPr lang="en-US" altLang="zh-CN" dirty="0"/>
              <a:t>1</a:t>
            </a:r>
            <a:r>
              <a:rPr lang="zh-CN" altLang="en-US" dirty="0"/>
              <a:t>；若遇到的是右括号</a:t>
            </a:r>
            <a:r>
              <a:rPr lang="en-US" altLang="zh-CN" dirty="0"/>
              <a:t>“)”</a:t>
            </a:r>
            <a:r>
              <a:rPr lang="zh-CN" altLang="en-US" dirty="0"/>
              <a:t>，则表明子树结束。</a:t>
            </a:r>
          </a:p>
          <a:p>
            <a:pPr lvl="1"/>
            <a:r>
              <a:rPr lang="zh-CN" altLang="en-US" dirty="0"/>
              <a:t>若是逗号“</a:t>
            </a:r>
            <a:r>
              <a:rPr lang="en-US" altLang="zh-CN" dirty="0"/>
              <a:t>,”</a:t>
            </a:r>
            <a:r>
              <a:rPr lang="zh-CN" altLang="en-US" dirty="0"/>
              <a:t>，则表示左子树处理完毕，应接着处理右子树，将</a:t>
            </a:r>
            <a:r>
              <a:rPr lang="en-US" altLang="zh-CN" dirty="0"/>
              <a:t>flag</a:t>
            </a:r>
            <a:r>
              <a:rPr lang="zh-CN" altLang="en-US" dirty="0"/>
              <a:t>置为</a:t>
            </a:r>
            <a:r>
              <a:rPr lang="en-US" altLang="zh-CN" dirty="0"/>
              <a:t>2</a:t>
            </a:r>
            <a:r>
              <a:rPr lang="zh-CN" altLang="en-US" dirty="0"/>
              <a:t>。</a:t>
            </a:r>
          </a:p>
          <a:p>
            <a:pPr lvl="1"/>
            <a:r>
              <a:rPr lang="zh-CN" altLang="en-US" dirty="0"/>
              <a:t>如此处理每一个字符，直到读入结束符“</a:t>
            </a:r>
            <a:r>
              <a:rPr lang="en-US" altLang="zh-CN" dirty="0"/>
              <a:t>#”</a:t>
            </a:r>
            <a:r>
              <a:rPr lang="zh-CN" altLang="en-US" dirty="0"/>
              <a:t>为止。</a:t>
            </a:r>
          </a:p>
          <a:p>
            <a:r>
              <a:rPr lang="zh-CN" altLang="en-US" dirty="0"/>
              <a:t>在算法中使用了一个栈</a:t>
            </a:r>
            <a:r>
              <a:rPr lang="en-US" altLang="zh-CN" dirty="0"/>
              <a:t>s</a:t>
            </a:r>
            <a:r>
              <a:rPr lang="zh-CN" altLang="en-US" dirty="0"/>
              <a:t>，遇到右括号</a:t>
            </a:r>
            <a:r>
              <a:rPr lang="en-US" altLang="zh-CN" dirty="0"/>
              <a:t>“)” </a:t>
            </a:r>
            <a:r>
              <a:rPr lang="zh-CN" altLang="en-US" dirty="0"/>
              <a:t>说明完成当前结点的处理，弹栈。</a:t>
            </a:r>
            <a:endParaRPr lang="en-US" altLang="zh-CN" dirty="0"/>
          </a:p>
          <a:p>
            <a:pPr lvl="1"/>
            <a:r>
              <a:rPr lang="zh-CN" altLang="en-US" dirty="0"/>
              <a:t>以下算法是什么遍历？</a:t>
            </a:r>
          </a:p>
        </p:txBody>
      </p:sp>
      <p:sp>
        <p:nvSpPr>
          <p:cNvPr id="3" name="灯片编号占位符 2">
            <a:extLst>
              <a:ext uri="{FF2B5EF4-FFF2-40B4-BE49-F238E27FC236}">
                <a16:creationId xmlns:a16="http://schemas.microsoft.com/office/drawing/2014/main" id="{FA111942-5C8A-C06B-6E8A-A85409525C81}"/>
              </a:ext>
            </a:extLst>
          </p:cNvPr>
          <p:cNvSpPr>
            <a:spLocks noGrp="1"/>
          </p:cNvSpPr>
          <p:nvPr>
            <p:ph type="sldNum" sz="quarter" idx="4294967295"/>
          </p:nvPr>
        </p:nvSpPr>
        <p:spPr>
          <a:xfrm>
            <a:off x="0" y="6356350"/>
            <a:ext cx="3086100" cy="365125"/>
          </a:xfrm>
        </p:spPr>
        <p:txBody>
          <a:bodyPr/>
          <a:lstStyle/>
          <a:p>
            <a:fld id="{309E364D-00D6-47C2-9D45-D05B1A9DE783}" type="slidenum">
              <a:rPr lang="en-US" altLang="zh-CN"/>
              <a:pPr/>
              <a:t>54</a:t>
            </a:fld>
            <a:endParaRPr lang="en-US" altLang="zh-CN"/>
          </a:p>
        </p:txBody>
      </p:sp>
    </p:spTree>
    <p:extLst>
      <p:ext uri="{BB962C8B-B14F-4D97-AF65-F5344CB8AC3E}">
        <p14:creationId xmlns:p14="http://schemas.microsoft.com/office/powerpoint/2010/main" val="2088441971"/>
      </p:ext>
    </p:extLst>
  </p:cSld>
  <p:clrMapOvr>
    <a:masterClrMapping/>
  </p:clrMapOvr>
  <p:transition>
    <p:split/>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2306" name="Rectangle 2">
            <a:extLst>
              <a:ext uri="{FF2B5EF4-FFF2-40B4-BE49-F238E27FC236}">
                <a16:creationId xmlns:a16="http://schemas.microsoft.com/office/drawing/2014/main" id="{938A0E10-EF6A-578F-3FF0-AF97FEA594CB}"/>
              </a:ext>
            </a:extLst>
          </p:cNvPr>
          <p:cNvSpPr>
            <a:spLocks noGrp="1" noChangeArrowheads="1"/>
          </p:cNvSpPr>
          <p:nvPr>
            <p:ph type="title"/>
          </p:nvPr>
        </p:nvSpPr>
        <p:spPr/>
        <p:txBody>
          <a:bodyPr/>
          <a:lstStyle/>
          <a:p>
            <a:r>
              <a:rPr lang="zh-CN" altLang="en-US" dirty="0"/>
              <a:t>根据括号表示建立二叉树 </a:t>
            </a:r>
          </a:p>
        </p:txBody>
      </p:sp>
      <p:sp>
        <p:nvSpPr>
          <p:cNvPr id="6" name="内容占位符 5">
            <a:extLst>
              <a:ext uri="{FF2B5EF4-FFF2-40B4-BE49-F238E27FC236}">
                <a16:creationId xmlns:a16="http://schemas.microsoft.com/office/drawing/2014/main" id="{00F18016-F8CE-1FD6-58DD-BBCD768B1D30}"/>
              </a:ext>
            </a:extLst>
          </p:cNvPr>
          <p:cNvSpPr>
            <a:spLocks noGrp="1"/>
          </p:cNvSpPr>
          <p:nvPr>
            <p:ph idx="1"/>
          </p:nvPr>
        </p:nvSpPr>
        <p:spPr>
          <a:xfrm>
            <a:off x="628650" y="1340767"/>
            <a:ext cx="8263830" cy="5380708"/>
          </a:xfrm>
          <a:solidFill>
            <a:schemeClr val="bg2"/>
          </a:solidFill>
        </p:spPr>
        <p:txBody>
          <a:bodyPr>
            <a:normAutofit fontScale="32500" lnSpcReduction="20000"/>
          </a:bodyPr>
          <a:lstStyle/>
          <a:p>
            <a:pPr marL="0" indent="0">
              <a:buNone/>
            </a:pPr>
            <a:r>
              <a:rPr lang="en-US" altLang="zh-CN" dirty="0"/>
              <a:t>//</a:t>
            </a:r>
            <a:r>
              <a:rPr lang="zh-CN" altLang="en-US" dirty="0"/>
              <a:t>输入以</a:t>
            </a:r>
            <a:r>
              <a:rPr lang="en-US" altLang="zh-CN" dirty="0"/>
              <a:t>‘#’</a:t>
            </a:r>
            <a:r>
              <a:rPr lang="zh-CN" altLang="en-US" dirty="0"/>
              <a:t>结束的字符串</a:t>
            </a:r>
            <a:r>
              <a:rPr lang="en-US" altLang="zh-CN" dirty="0"/>
              <a:t>in</a:t>
            </a:r>
            <a:r>
              <a:rPr lang="zh-CN" altLang="en-US" dirty="0"/>
              <a:t>，建立根指针为</a:t>
            </a:r>
            <a:r>
              <a:rPr lang="en-US" altLang="zh-CN" dirty="0"/>
              <a:t>BT</a:t>
            </a:r>
            <a:r>
              <a:rPr lang="zh-CN" altLang="en-US" dirty="0"/>
              <a:t>的二叉树。用数组实现栈。算法时间复杂度</a:t>
            </a:r>
            <a:r>
              <a:rPr lang="en-US" altLang="zh-CN" dirty="0"/>
              <a:t>O(n)</a:t>
            </a:r>
            <a:r>
              <a:rPr lang="zh-CN" altLang="en-US" dirty="0"/>
              <a:t>，</a:t>
            </a:r>
            <a:r>
              <a:rPr lang="en-US" altLang="zh-CN" dirty="0"/>
              <a:t>n</a:t>
            </a:r>
            <a:r>
              <a:rPr lang="zh-CN" altLang="en-US" dirty="0"/>
              <a:t>为字符串长度</a:t>
            </a:r>
          </a:p>
          <a:p>
            <a:pPr marL="0" indent="0">
              <a:buNone/>
            </a:pPr>
            <a:r>
              <a:rPr lang="en-US" altLang="zh-CN" dirty="0"/>
              <a:t>template &lt;class T&gt;     void </a:t>
            </a:r>
            <a:r>
              <a:rPr lang="en-US" altLang="zh-CN" dirty="0" err="1"/>
              <a:t>BinaryTree</a:t>
            </a:r>
            <a:r>
              <a:rPr lang="en-US" altLang="zh-CN" dirty="0"/>
              <a:t>&lt;T&gt;::</a:t>
            </a:r>
            <a:r>
              <a:rPr lang="en-US" altLang="zh-CN" dirty="0" err="1"/>
              <a:t>createBinTree</a:t>
            </a:r>
            <a:r>
              <a:rPr lang="en-US" altLang="zh-CN" dirty="0"/>
              <a:t> (T in[], </a:t>
            </a:r>
            <a:r>
              <a:rPr lang="en-US" altLang="zh-CN" dirty="0" err="1"/>
              <a:t>BinTreeNode</a:t>
            </a:r>
            <a:r>
              <a:rPr lang="en-US" altLang="zh-CN" dirty="0"/>
              <a:t>&lt;T&gt; *&amp; BT) {</a:t>
            </a:r>
          </a:p>
          <a:p>
            <a:pPr marL="0" indent="0">
              <a:buNone/>
            </a:pPr>
            <a:r>
              <a:rPr lang="en-US" altLang="zh-CN" dirty="0"/>
              <a:t>     </a:t>
            </a:r>
            <a:r>
              <a:rPr lang="en-US" altLang="zh-CN" dirty="0" err="1"/>
              <a:t>BinTreeNode</a:t>
            </a:r>
            <a:r>
              <a:rPr lang="en-US" altLang="zh-CN" dirty="0"/>
              <a:t>&lt;T&gt; *S[</a:t>
            </a:r>
            <a:r>
              <a:rPr lang="en-US" altLang="zh-CN" dirty="0" err="1"/>
              <a:t>stackSize</a:t>
            </a:r>
            <a:r>
              <a:rPr lang="en-US" altLang="zh-CN" dirty="0"/>
              <a:t>];          int top = -1;             //</a:t>
            </a:r>
            <a:r>
              <a:rPr lang="zh-CN" altLang="en-US" dirty="0"/>
              <a:t>设置栈并置空，</a:t>
            </a:r>
            <a:r>
              <a:rPr lang="en-US" altLang="zh-CN" dirty="0"/>
              <a:t> </a:t>
            </a:r>
            <a:r>
              <a:rPr lang="zh-CN" altLang="en-US" dirty="0"/>
              <a:t>之前预定义“</a:t>
            </a:r>
            <a:r>
              <a:rPr lang="en-US" altLang="zh-CN" dirty="0"/>
              <a:t>#define </a:t>
            </a:r>
            <a:r>
              <a:rPr lang="en-US" altLang="zh-CN" dirty="0" err="1"/>
              <a:t>stackSize</a:t>
            </a:r>
            <a:r>
              <a:rPr lang="en-US" altLang="zh-CN" dirty="0"/>
              <a:t> 20</a:t>
            </a:r>
            <a:r>
              <a:rPr lang="zh-CN" altLang="en-US" dirty="0"/>
              <a:t>”</a:t>
            </a:r>
          </a:p>
          <a:p>
            <a:pPr marL="0" indent="0">
              <a:buNone/>
            </a:pPr>
            <a:r>
              <a:rPr lang="zh-CN" altLang="en-US" dirty="0"/>
              <a:t>     </a:t>
            </a:r>
            <a:r>
              <a:rPr lang="en-US" altLang="zh-CN" dirty="0" err="1"/>
              <a:t>BinTreeNode</a:t>
            </a:r>
            <a:r>
              <a:rPr lang="en-US" altLang="zh-CN" dirty="0"/>
              <a:t>&lt;T&gt; *p, *t;          int k = 0, flag;          BT = NULL;          char  </a:t>
            </a:r>
            <a:r>
              <a:rPr lang="en-US" altLang="zh-CN" dirty="0" err="1"/>
              <a:t>ch</a:t>
            </a:r>
            <a:r>
              <a:rPr lang="en-US" altLang="zh-CN" dirty="0"/>
              <a:t> = in[k++];     //</a:t>
            </a:r>
            <a:r>
              <a:rPr lang="zh-CN" altLang="en-US" dirty="0"/>
              <a:t>读首字符</a:t>
            </a:r>
          </a:p>
          <a:p>
            <a:pPr marL="0" indent="0">
              <a:buNone/>
            </a:pPr>
            <a:r>
              <a:rPr lang="zh-CN" altLang="en-US" dirty="0"/>
              <a:t>     </a:t>
            </a:r>
            <a:r>
              <a:rPr lang="en-US" altLang="zh-CN" dirty="0"/>
              <a:t>while (</a:t>
            </a:r>
            <a:r>
              <a:rPr lang="en-US" altLang="zh-CN" dirty="0" err="1"/>
              <a:t>ch</a:t>
            </a:r>
            <a:r>
              <a:rPr lang="en-US" altLang="zh-CN" dirty="0"/>
              <a:t> != '#') {	      //</a:t>
            </a:r>
            <a:r>
              <a:rPr lang="zh-CN" altLang="en-US" dirty="0"/>
              <a:t>逐个字符处理</a:t>
            </a:r>
          </a:p>
          <a:p>
            <a:pPr marL="0" indent="0">
              <a:buNone/>
            </a:pPr>
            <a:r>
              <a:rPr lang="zh-CN" altLang="en-US" dirty="0"/>
              <a:t>          </a:t>
            </a:r>
            <a:r>
              <a:rPr lang="en-US" altLang="zh-CN" dirty="0"/>
              <a:t>switch (</a:t>
            </a:r>
            <a:r>
              <a:rPr lang="en-US" altLang="zh-CN" dirty="0" err="1"/>
              <a:t>ch</a:t>
            </a:r>
            <a:r>
              <a:rPr lang="en-US" altLang="zh-CN" dirty="0"/>
              <a:t>) {</a:t>
            </a:r>
          </a:p>
          <a:p>
            <a:pPr marL="0" indent="0">
              <a:buNone/>
            </a:pPr>
            <a:r>
              <a:rPr lang="en-US" altLang="zh-CN" dirty="0"/>
              <a:t>                case ‘(’: S[++top] = p;  flag = 1;    break;	          //</a:t>
            </a:r>
            <a:r>
              <a:rPr lang="zh-CN" altLang="en-US" dirty="0"/>
              <a:t>进入左子树</a:t>
            </a:r>
          </a:p>
          <a:p>
            <a:pPr marL="0" indent="0">
              <a:buNone/>
            </a:pPr>
            <a:r>
              <a:rPr lang="zh-CN" altLang="en-US" dirty="0"/>
              <a:t>                </a:t>
            </a:r>
            <a:r>
              <a:rPr lang="en-US" altLang="zh-CN" dirty="0"/>
              <a:t>case ')': t = S[top--];  break;	                          //</a:t>
            </a:r>
            <a:r>
              <a:rPr lang="zh-CN" altLang="en-US" dirty="0"/>
              <a:t>退出子树</a:t>
            </a:r>
          </a:p>
          <a:p>
            <a:pPr marL="0" indent="0">
              <a:buNone/>
            </a:pPr>
            <a:r>
              <a:rPr lang="zh-CN" altLang="en-US" dirty="0"/>
              <a:t>                </a:t>
            </a:r>
            <a:r>
              <a:rPr lang="en-US" altLang="zh-CN" dirty="0"/>
              <a:t>case ',': flag = 2;  break;                                        //</a:t>
            </a:r>
            <a:r>
              <a:rPr lang="zh-CN" altLang="en-US" dirty="0"/>
              <a:t>转入右子树</a:t>
            </a:r>
          </a:p>
          <a:p>
            <a:pPr marL="0" indent="0">
              <a:buNone/>
            </a:pPr>
            <a:r>
              <a:rPr lang="en-US" altLang="zh-CN" dirty="0"/>
              <a:t>	default:  </a:t>
            </a:r>
          </a:p>
          <a:p>
            <a:pPr marL="0" indent="0">
              <a:buNone/>
            </a:pPr>
            <a:r>
              <a:rPr lang="en-US" altLang="zh-CN" dirty="0"/>
              <a:t>	      p = new </a:t>
            </a:r>
            <a:r>
              <a:rPr lang="en-US" altLang="zh-CN" dirty="0" err="1"/>
              <a:t>BinTreeNode</a:t>
            </a:r>
            <a:r>
              <a:rPr lang="en-US" altLang="zh-CN" dirty="0"/>
              <a:t>&lt;T&gt;(</a:t>
            </a:r>
            <a:r>
              <a:rPr lang="en-US" altLang="zh-CN" dirty="0" err="1"/>
              <a:t>ch</a:t>
            </a:r>
            <a:r>
              <a:rPr lang="en-US" altLang="zh-CN" dirty="0"/>
              <a:t>);                      //</a:t>
            </a:r>
            <a:r>
              <a:rPr lang="zh-CN" altLang="en-US" dirty="0"/>
              <a:t>创建子树根结点，赋值</a:t>
            </a:r>
          </a:p>
          <a:p>
            <a:pPr marL="0" indent="0">
              <a:buNone/>
            </a:pPr>
            <a:r>
              <a:rPr lang="zh-CN" altLang="en-US" dirty="0"/>
              <a:t>	      </a:t>
            </a:r>
            <a:r>
              <a:rPr lang="en-US" altLang="zh-CN" dirty="0"/>
              <a:t>if (BT == NULL) BT = p;      	         //</a:t>
            </a:r>
            <a:r>
              <a:rPr lang="zh-CN" altLang="en-US" dirty="0"/>
              <a:t>原为空树，*</a:t>
            </a:r>
            <a:r>
              <a:rPr lang="en-US" altLang="zh-CN" dirty="0"/>
              <a:t>p</a:t>
            </a:r>
            <a:r>
              <a:rPr lang="zh-CN" altLang="en-US" dirty="0"/>
              <a:t>成为树根</a:t>
            </a:r>
          </a:p>
          <a:p>
            <a:pPr marL="0" indent="0">
              <a:buNone/>
            </a:pPr>
            <a:r>
              <a:rPr lang="zh-CN" altLang="en-US" dirty="0"/>
              <a:t>	      </a:t>
            </a:r>
            <a:r>
              <a:rPr lang="en-US" altLang="zh-CN" dirty="0"/>
              <a:t>else {	       //</a:t>
            </a:r>
            <a:r>
              <a:rPr lang="zh-CN" altLang="en-US" dirty="0"/>
              <a:t>链入双亲，</a:t>
            </a:r>
            <a:r>
              <a:rPr lang="en-US" altLang="zh-CN" dirty="0"/>
              <a:t> </a:t>
            </a:r>
            <a:r>
              <a:rPr lang="zh-CN" altLang="en-US" dirty="0"/>
              <a:t>栈顶为子树双亲</a:t>
            </a:r>
            <a:r>
              <a:rPr lang="en-US" altLang="zh-CN" dirty="0"/>
              <a:t>t</a:t>
            </a:r>
            <a:r>
              <a:rPr lang="zh-CN" altLang="en-US" dirty="0"/>
              <a:t>，根据</a:t>
            </a:r>
            <a:r>
              <a:rPr lang="en-US" altLang="zh-CN" dirty="0"/>
              <a:t>flag</a:t>
            </a:r>
            <a:r>
              <a:rPr lang="zh-CN" altLang="en-US" dirty="0"/>
              <a:t>，确定</a:t>
            </a:r>
            <a:r>
              <a:rPr lang="en-US" altLang="zh-CN" dirty="0"/>
              <a:t>p</a:t>
            </a:r>
            <a:r>
              <a:rPr lang="zh-CN" altLang="en-US" dirty="0"/>
              <a:t>成为</a:t>
            </a:r>
            <a:r>
              <a:rPr lang="en-US" altLang="zh-CN" dirty="0"/>
              <a:t>t</a:t>
            </a:r>
            <a:r>
              <a:rPr lang="zh-CN" altLang="en-US" dirty="0"/>
              <a:t>的左孩子指针或者右孩子指针</a:t>
            </a:r>
          </a:p>
          <a:p>
            <a:pPr marL="0" indent="0">
              <a:buNone/>
            </a:pPr>
            <a:r>
              <a:rPr lang="zh-CN" altLang="en-US" dirty="0"/>
              <a:t>	            </a:t>
            </a:r>
            <a:r>
              <a:rPr lang="en-US" altLang="zh-CN" dirty="0"/>
              <a:t>t = S[top];</a:t>
            </a:r>
            <a:r>
              <a:rPr lang="zh-CN" altLang="en-US" dirty="0"/>
              <a:t>           </a:t>
            </a:r>
            <a:r>
              <a:rPr lang="en-US" altLang="zh-CN" dirty="0"/>
              <a:t>if ( flag == 1 ) t-&gt;</a:t>
            </a:r>
            <a:r>
              <a:rPr lang="en-US" altLang="zh-CN" dirty="0" err="1"/>
              <a:t>leftChild</a:t>
            </a:r>
            <a:r>
              <a:rPr lang="en-US" altLang="zh-CN" dirty="0"/>
              <a:t> = p;   </a:t>
            </a:r>
            <a:r>
              <a:rPr lang="zh-CN" altLang="en-US" dirty="0"/>
              <a:t>           </a:t>
            </a:r>
            <a:r>
              <a:rPr lang="en-US" altLang="zh-CN" dirty="0"/>
              <a:t>else t-&gt;</a:t>
            </a:r>
            <a:r>
              <a:rPr lang="en-US" altLang="zh-CN" dirty="0" err="1"/>
              <a:t>rightChild</a:t>
            </a:r>
            <a:r>
              <a:rPr lang="en-US" altLang="zh-CN" dirty="0"/>
              <a:t> = p;		</a:t>
            </a:r>
            <a:endParaRPr lang="zh-CN" altLang="en-US" dirty="0"/>
          </a:p>
          <a:p>
            <a:pPr marL="0" indent="0">
              <a:buNone/>
            </a:pPr>
            <a:r>
              <a:rPr lang="zh-CN" altLang="en-US" dirty="0"/>
              <a:t>	       </a:t>
            </a:r>
            <a:r>
              <a:rPr lang="en-US" altLang="zh-CN" dirty="0"/>
              <a:t>}</a:t>
            </a:r>
          </a:p>
          <a:p>
            <a:pPr marL="0" indent="0">
              <a:buNone/>
            </a:pPr>
            <a:r>
              <a:rPr lang="en-US" altLang="zh-CN" dirty="0"/>
              <a:t>          }//switch</a:t>
            </a:r>
          </a:p>
          <a:p>
            <a:pPr marL="0" indent="0">
              <a:buNone/>
            </a:pPr>
            <a:r>
              <a:rPr lang="en-US" altLang="zh-CN" dirty="0"/>
              <a:t>          </a:t>
            </a:r>
            <a:r>
              <a:rPr lang="en-US" altLang="zh-CN" dirty="0" err="1"/>
              <a:t>ch</a:t>
            </a:r>
            <a:r>
              <a:rPr lang="en-US" altLang="zh-CN" dirty="0"/>
              <a:t> = in[k++];		//</a:t>
            </a:r>
            <a:r>
              <a:rPr lang="zh-CN" altLang="en-US" dirty="0"/>
              <a:t>读入下一字符</a:t>
            </a:r>
          </a:p>
          <a:p>
            <a:pPr marL="0" indent="0">
              <a:buNone/>
            </a:pPr>
            <a:r>
              <a:rPr lang="zh-CN" altLang="en-US" dirty="0"/>
              <a:t>     </a:t>
            </a:r>
            <a:r>
              <a:rPr lang="en-US" altLang="zh-CN" dirty="0"/>
              <a:t>}//while</a:t>
            </a:r>
          </a:p>
          <a:p>
            <a:pPr marL="0" indent="0">
              <a:buNone/>
            </a:pPr>
            <a:r>
              <a:rPr lang="en-US" altLang="zh-CN" dirty="0"/>
              <a:t>} ;</a:t>
            </a:r>
          </a:p>
        </p:txBody>
      </p:sp>
      <p:sp>
        <p:nvSpPr>
          <p:cNvPr id="3" name="灯片编号占位符 2">
            <a:extLst>
              <a:ext uri="{FF2B5EF4-FFF2-40B4-BE49-F238E27FC236}">
                <a16:creationId xmlns:a16="http://schemas.microsoft.com/office/drawing/2014/main" id="{7AC69DF3-DED5-4E04-C4EC-F8221F9570D4}"/>
              </a:ext>
            </a:extLst>
          </p:cNvPr>
          <p:cNvSpPr>
            <a:spLocks noGrp="1"/>
          </p:cNvSpPr>
          <p:nvPr>
            <p:ph type="sldNum" sz="quarter" idx="12"/>
          </p:nvPr>
        </p:nvSpPr>
        <p:spPr/>
        <p:txBody>
          <a:bodyPr/>
          <a:lstStyle/>
          <a:p>
            <a:fld id="{BBC77792-468E-4AB9-A0DD-510F0A66A2F2}" type="slidenum">
              <a:rPr lang="en-US" altLang="zh-CN"/>
              <a:pPr/>
              <a:t>55</a:t>
            </a:fld>
            <a:endParaRPr lang="en-US" altLang="zh-CN"/>
          </a:p>
        </p:txBody>
      </p:sp>
    </p:spTree>
    <p:extLst>
      <p:ext uri="{BB962C8B-B14F-4D97-AF65-F5344CB8AC3E}">
        <p14:creationId xmlns:p14="http://schemas.microsoft.com/office/powerpoint/2010/main" val="935358361"/>
      </p:ext>
    </p:extLst>
  </p:cSld>
  <p:clrMapOvr>
    <a:masterClrMapping/>
  </p:clrMapOvr>
  <p:transition>
    <p:split/>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0589AE-0A82-4A52-9582-D41BA12AB87D}"/>
              </a:ext>
            </a:extLst>
          </p:cNvPr>
          <p:cNvSpPr>
            <a:spLocks noGrp="1"/>
          </p:cNvSpPr>
          <p:nvPr>
            <p:ph type="title"/>
          </p:nvPr>
        </p:nvSpPr>
        <p:spPr/>
        <p:txBody>
          <a:bodyPr/>
          <a:lstStyle/>
          <a:p>
            <a:r>
              <a:rPr lang="zh-CN" altLang="en-US" dirty="0"/>
              <a:t>用队列实现层次遍历</a:t>
            </a:r>
          </a:p>
        </p:txBody>
      </p:sp>
      <p:sp>
        <p:nvSpPr>
          <p:cNvPr id="3" name="内容占位符 2">
            <a:extLst>
              <a:ext uri="{FF2B5EF4-FFF2-40B4-BE49-F238E27FC236}">
                <a16:creationId xmlns:a16="http://schemas.microsoft.com/office/drawing/2014/main" id="{BA852B57-3768-473B-9B76-B32C7FB9E45E}"/>
              </a:ext>
            </a:extLst>
          </p:cNvPr>
          <p:cNvSpPr>
            <a:spLocks noGrp="1"/>
          </p:cNvSpPr>
          <p:nvPr>
            <p:ph idx="1"/>
          </p:nvPr>
        </p:nvSpPr>
        <p:spPr>
          <a:xfrm>
            <a:off x="395536" y="1484784"/>
            <a:ext cx="8352928" cy="5112567"/>
          </a:xfrm>
        </p:spPr>
        <p:txBody>
          <a:bodyPr>
            <a:normAutofit fontScale="55000" lnSpcReduction="20000"/>
          </a:bodyPr>
          <a:lstStyle/>
          <a:p>
            <a:pPr marL="0" indent="0">
              <a:buNone/>
            </a:pPr>
            <a:r>
              <a:rPr lang="en-US" altLang="zh-CN" dirty="0"/>
              <a:t>template &lt;class T&gt;  </a:t>
            </a:r>
          </a:p>
          <a:p>
            <a:pPr marL="0" indent="0">
              <a:buNone/>
            </a:pPr>
            <a:r>
              <a:rPr lang="en-US" altLang="zh-CN" dirty="0"/>
              <a:t>void </a:t>
            </a:r>
            <a:r>
              <a:rPr lang="en-US" altLang="zh-CN" dirty="0" err="1"/>
              <a:t>BinaryTree</a:t>
            </a:r>
            <a:r>
              <a:rPr lang="en-US" altLang="zh-CN" dirty="0"/>
              <a:t>&lt;T&gt; :: </a:t>
            </a:r>
            <a:r>
              <a:rPr lang="en-US" altLang="zh-CN" dirty="0" err="1"/>
              <a:t>LevelOrder</a:t>
            </a:r>
            <a:r>
              <a:rPr lang="en-US" altLang="zh-CN" dirty="0"/>
              <a:t>(void(*visit)(</a:t>
            </a:r>
            <a:r>
              <a:rPr lang="en-US" altLang="zh-CN" dirty="0" err="1"/>
              <a:t>BinTreeNode</a:t>
            </a:r>
            <a:r>
              <a:rPr lang="en-US" altLang="zh-CN" dirty="0"/>
              <a:t>&lt;T&gt; *p)) {</a:t>
            </a:r>
          </a:p>
          <a:p>
            <a:pPr marL="0" indent="0">
              <a:buNone/>
            </a:pPr>
            <a:r>
              <a:rPr lang="en-US" altLang="zh-CN" dirty="0"/>
              <a:t>    </a:t>
            </a:r>
            <a:r>
              <a:rPr lang="en-US" altLang="zh-CN" dirty="0" err="1"/>
              <a:t>LinkedQueue</a:t>
            </a:r>
            <a:r>
              <a:rPr lang="en-US" altLang="zh-CN" dirty="0"/>
              <a:t>&lt;</a:t>
            </a:r>
            <a:r>
              <a:rPr lang="en-US" altLang="zh-CN" dirty="0" err="1"/>
              <a:t>BinTreeNode</a:t>
            </a:r>
            <a:r>
              <a:rPr lang="en-US" altLang="zh-CN" dirty="0"/>
              <a:t>&lt;T&gt;*&gt; Q;</a:t>
            </a:r>
          </a:p>
          <a:p>
            <a:pPr marL="0" indent="0">
              <a:buNone/>
            </a:pPr>
            <a:r>
              <a:rPr lang="en-US" altLang="zh-CN" dirty="0"/>
              <a:t>    </a:t>
            </a:r>
            <a:r>
              <a:rPr lang="en-US" altLang="zh-CN" dirty="0" err="1"/>
              <a:t>BinTreeNode</a:t>
            </a:r>
            <a:r>
              <a:rPr lang="en-US" altLang="zh-CN" dirty="0"/>
              <a:t>&lt;T&gt; * p = root;</a:t>
            </a:r>
          </a:p>
          <a:p>
            <a:pPr marL="0" indent="0">
              <a:buNone/>
            </a:pPr>
            <a:r>
              <a:rPr lang="en-US" altLang="zh-CN" dirty="0"/>
              <a:t>    </a:t>
            </a:r>
            <a:r>
              <a:rPr lang="en-US" altLang="zh-CN" dirty="0" err="1"/>
              <a:t>Q.Enqueue</a:t>
            </a:r>
            <a:r>
              <a:rPr lang="en-US" altLang="zh-CN" dirty="0"/>
              <a:t>(p);</a:t>
            </a:r>
          </a:p>
          <a:p>
            <a:pPr marL="0" indent="0">
              <a:buNone/>
            </a:pPr>
            <a:r>
              <a:rPr lang="en-US" altLang="zh-CN" dirty="0"/>
              <a:t>    while(!</a:t>
            </a:r>
            <a:r>
              <a:rPr lang="en-US" altLang="zh-CN" dirty="0" err="1"/>
              <a:t>Q.IsEmpty</a:t>
            </a:r>
            <a:r>
              <a:rPr lang="en-US" altLang="zh-CN" dirty="0"/>
              <a:t>()) {</a:t>
            </a:r>
          </a:p>
          <a:p>
            <a:pPr marL="0" indent="0">
              <a:buNone/>
            </a:pPr>
            <a:r>
              <a:rPr lang="en-US" altLang="zh-CN" dirty="0"/>
              <a:t>         </a:t>
            </a:r>
            <a:r>
              <a:rPr lang="en-US" altLang="zh-CN" dirty="0" err="1"/>
              <a:t>Q.DeQueue</a:t>
            </a:r>
            <a:r>
              <a:rPr lang="en-US" altLang="zh-CN" dirty="0"/>
              <a:t>(p); visit(p);</a:t>
            </a:r>
          </a:p>
          <a:p>
            <a:pPr marL="0" indent="0">
              <a:buNone/>
            </a:pPr>
            <a:r>
              <a:rPr lang="en-US" altLang="zh-CN" dirty="0"/>
              <a:t>         if(p-&gt;</a:t>
            </a:r>
            <a:r>
              <a:rPr lang="en-US" altLang="zh-CN" dirty="0" err="1"/>
              <a:t>leftChild</a:t>
            </a:r>
            <a:r>
              <a:rPr lang="en-US" altLang="zh-CN" dirty="0"/>
              <a:t> != NULL) </a:t>
            </a:r>
          </a:p>
          <a:p>
            <a:pPr marL="0" indent="0">
              <a:buNone/>
            </a:pPr>
            <a:r>
              <a:rPr lang="en-US" altLang="zh-CN" dirty="0"/>
              <a:t>                </a:t>
            </a:r>
            <a:r>
              <a:rPr lang="en-US" altLang="zh-CN" dirty="0" err="1"/>
              <a:t>Q.EnQueue</a:t>
            </a:r>
            <a:r>
              <a:rPr lang="en-US" altLang="zh-CN" dirty="0"/>
              <a:t>(p-&gt;</a:t>
            </a:r>
            <a:r>
              <a:rPr lang="en-US" altLang="zh-CN" dirty="0" err="1"/>
              <a:t>leftChild</a:t>
            </a:r>
            <a:r>
              <a:rPr lang="en-US" altLang="zh-CN" dirty="0"/>
              <a:t>);</a:t>
            </a:r>
          </a:p>
          <a:p>
            <a:pPr marL="0" indent="0">
              <a:buNone/>
            </a:pPr>
            <a:r>
              <a:rPr lang="en-US" altLang="zh-CN" dirty="0"/>
              <a:t>         if(p-&gt;</a:t>
            </a:r>
            <a:r>
              <a:rPr lang="en-US" altLang="zh-CN" dirty="0" err="1"/>
              <a:t>rightChild</a:t>
            </a:r>
            <a:r>
              <a:rPr lang="en-US" altLang="zh-CN" dirty="0"/>
              <a:t>!=NULL) </a:t>
            </a:r>
          </a:p>
          <a:p>
            <a:pPr marL="0" indent="0">
              <a:buNone/>
            </a:pPr>
            <a:r>
              <a:rPr lang="en-US" altLang="zh-CN" dirty="0"/>
              <a:t>               </a:t>
            </a:r>
            <a:r>
              <a:rPr lang="en-US" altLang="zh-CN" dirty="0" err="1"/>
              <a:t>Q.Enqueue</a:t>
            </a:r>
            <a:r>
              <a:rPr lang="en-US" altLang="zh-CN" dirty="0"/>
              <a:t>(p-&gt;</a:t>
            </a:r>
            <a:r>
              <a:rPr lang="en-US" altLang="zh-CN" dirty="0" err="1"/>
              <a:t>rightChild</a:t>
            </a:r>
            <a:r>
              <a:rPr lang="en-US" altLang="zh-CN" dirty="0"/>
              <a:t>);</a:t>
            </a:r>
          </a:p>
          <a:p>
            <a:pPr marL="0" indent="0">
              <a:buNone/>
            </a:pPr>
            <a:r>
              <a:rPr lang="en-US" altLang="zh-CN" dirty="0"/>
              <a:t>    }</a:t>
            </a:r>
          </a:p>
          <a:p>
            <a:pPr marL="0" indent="0">
              <a:buNone/>
            </a:pPr>
            <a:r>
              <a:rPr lang="en-US" altLang="zh-CN" dirty="0"/>
              <a:t>}</a:t>
            </a:r>
          </a:p>
        </p:txBody>
      </p:sp>
      <p:sp>
        <p:nvSpPr>
          <p:cNvPr id="4" name="灯片编号占位符 3">
            <a:extLst>
              <a:ext uri="{FF2B5EF4-FFF2-40B4-BE49-F238E27FC236}">
                <a16:creationId xmlns:a16="http://schemas.microsoft.com/office/drawing/2014/main" id="{A8C4D9D7-4E0C-3E70-BABC-5C32E9827649}"/>
              </a:ext>
            </a:extLst>
          </p:cNvPr>
          <p:cNvSpPr>
            <a:spLocks noGrp="1"/>
          </p:cNvSpPr>
          <p:nvPr>
            <p:ph type="sldNum" sz="quarter" idx="12"/>
          </p:nvPr>
        </p:nvSpPr>
        <p:spPr/>
        <p:txBody>
          <a:bodyPr/>
          <a:lstStyle/>
          <a:p>
            <a:pPr>
              <a:defRPr/>
            </a:pPr>
            <a:fld id="{A598D83B-EE2A-4F12-B129-1EDE84DF129B}" type="slidenum">
              <a:rPr lang="en-US" altLang="zh-CN" smtClean="0"/>
              <a:pPr>
                <a:defRPr/>
              </a:pPr>
              <a:t>56</a:t>
            </a:fld>
            <a:endParaRPr lang="en-US" altLang="zh-CN"/>
          </a:p>
        </p:txBody>
      </p:sp>
    </p:spTree>
  </p:cSld>
  <p:clrMapOvr>
    <a:masterClrMapping/>
  </p:clrMapOvr>
  <p:transition>
    <p:split/>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Line 2">
            <a:extLst>
              <a:ext uri="{FF2B5EF4-FFF2-40B4-BE49-F238E27FC236}">
                <a16:creationId xmlns:a16="http://schemas.microsoft.com/office/drawing/2014/main" id="{34B19C1C-A21E-CFB2-38F8-874E0E6B70B3}"/>
              </a:ext>
            </a:extLst>
          </p:cNvPr>
          <p:cNvSpPr>
            <a:spLocks noChangeShapeType="1"/>
          </p:cNvSpPr>
          <p:nvPr/>
        </p:nvSpPr>
        <p:spPr bwMode="auto">
          <a:xfrm>
            <a:off x="5691808" y="4999038"/>
            <a:ext cx="152400" cy="3810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683" name="Line 3">
            <a:extLst>
              <a:ext uri="{FF2B5EF4-FFF2-40B4-BE49-F238E27FC236}">
                <a16:creationId xmlns:a16="http://schemas.microsoft.com/office/drawing/2014/main" id="{FC88CE96-D094-A318-C269-08B6D24520BA}"/>
              </a:ext>
            </a:extLst>
          </p:cNvPr>
          <p:cNvSpPr>
            <a:spLocks noChangeShapeType="1"/>
          </p:cNvSpPr>
          <p:nvPr/>
        </p:nvSpPr>
        <p:spPr bwMode="auto">
          <a:xfrm flipH="1">
            <a:off x="5082208" y="4999038"/>
            <a:ext cx="304800" cy="4572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684" name="Line 4">
            <a:extLst>
              <a:ext uri="{FF2B5EF4-FFF2-40B4-BE49-F238E27FC236}">
                <a16:creationId xmlns:a16="http://schemas.microsoft.com/office/drawing/2014/main" id="{B718745D-9411-6B46-9EBA-2DC6504E3A96}"/>
              </a:ext>
            </a:extLst>
          </p:cNvPr>
          <p:cNvSpPr>
            <a:spLocks noChangeShapeType="1"/>
          </p:cNvSpPr>
          <p:nvPr/>
        </p:nvSpPr>
        <p:spPr bwMode="auto">
          <a:xfrm flipH="1">
            <a:off x="5615608" y="4237038"/>
            <a:ext cx="457200" cy="4572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685" name="Line 5">
            <a:extLst>
              <a:ext uri="{FF2B5EF4-FFF2-40B4-BE49-F238E27FC236}">
                <a16:creationId xmlns:a16="http://schemas.microsoft.com/office/drawing/2014/main" id="{DF4657F3-7BDB-3639-D7BD-E7EA0BC68F81}"/>
              </a:ext>
            </a:extLst>
          </p:cNvPr>
          <p:cNvSpPr>
            <a:spLocks noChangeShapeType="1"/>
          </p:cNvSpPr>
          <p:nvPr/>
        </p:nvSpPr>
        <p:spPr bwMode="auto">
          <a:xfrm>
            <a:off x="6377608" y="4237038"/>
            <a:ext cx="457200" cy="4572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686" name="Line 6">
            <a:extLst>
              <a:ext uri="{FF2B5EF4-FFF2-40B4-BE49-F238E27FC236}">
                <a16:creationId xmlns:a16="http://schemas.microsoft.com/office/drawing/2014/main" id="{5BA4A39E-2AE3-39C3-3CE0-ADCCEA6AEDA9}"/>
              </a:ext>
            </a:extLst>
          </p:cNvPr>
          <p:cNvSpPr>
            <a:spLocks noChangeShapeType="1"/>
          </p:cNvSpPr>
          <p:nvPr/>
        </p:nvSpPr>
        <p:spPr bwMode="auto">
          <a:xfrm>
            <a:off x="2567608" y="4237038"/>
            <a:ext cx="457200" cy="4572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687" name="Line 7">
            <a:extLst>
              <a:ext uri="{FF2B5EF4-FFF2-40B4-BE49-F238E27FC236}">
                <a16:creationId xmlns:a16="http://schemas.microsoft.com/office/drawing/2014/main" id="{65E1D782-781D-982D-D88D-2D9D2169974D}"/>
              </a:ext>
            </a:extLst>
          </p:cNvPr>
          <p:cNvSpPr>
            <a:spLocks noChangeShapeType="1"/>
          </p:cNvSpPr>
          <p:nvPr/>
        </p:nvSpPr>
        <p:spPr bwMode="auto">
          <a:xfrm flipH="1">
            <a:off x="1805608" y="4237038"/>
            <a:ext cx="457200" cy="4572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690" name="Oval 10">
            <a:extLst>
              <a:ext uri="{FF2B5EF4-FFF2-40B4-BE49-F238E27FC236}">
                <a16:creationId xmlns:a16="http://schemas.microsoft.com/office/drawing/2014/main" id="{906B8A1D-A6EB-CC2B-9623-E684194CF8A6}"/>
              </a:ext>
            </a:extLst>
          </p:cNvPr>
          <p:cNvSpPr>
            <a:spLocks noChangeArrowheads="1"/>
          </p:cNvSpPr>
          <p:nvPr/>
        </p:nvSpPr>
        <p:spPr bwMode="auto">
          <a:xfrm>
            <a:off x="2186608" y="3856038"/>
            <a:ext cx="457200" cy="457200"/>
          </a:xfrm>
          <a:prstGeom prst="ellipse">
            <a:avLst/>
          </a:prstGeom>
          <a:solidFill>
            <a:srgbClr val="FFFFCC"/>
          </a:solidFill>
          <a:ln w="38100">
            <a:solidFill>
              <a:schemeClr val="accent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1691" name="Oval 11">
            <a:extLst>
              <a:ext uri="{FF2B5EF4-FFF2-40B4-BE49-F238E27FC236}">
                <a16:creationId xmlns:a16="http://schemas.microsoft.com/office/drawing/2014/main" id="{AFF17F4A-80AF-955D-5CB1-F07E2C286F1F}"/>
              </a:ext>
            </a:extLst>
          </p:cNvPr>
          <p:cNvSpPr>
            <a:spLocks noChangeArrowheads="1"/>
          </p:cNvSpPr>
          <p:nvPr/>
        </p:nvSpPr>
        <p:spPr bwMode="auto">
          <a:xfrm>
            <a:off x="1043608" y="4541838"/>
            <a:ext cx="1295400" cy="609600"/>
          </a:xfrm>
          <a:prstGeom prst="ellipse">
            <a:avLst/>
          </a:prstGeom>
          <a:solidFill>
            <a:srgbClr val="FFFFCC"/>
          </a:solidFill>
          <a:ln w="38100">
            <a:solidFill>
              <a:schemeClr val="accent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1692" name="Oval 12">
            <a:extLst>
              <a:ext uri="{FF2B5EF4-FFF2-40B4-BE49-F238E27FC236}">
                <a16:creationId xmlns:a16="http://schemas.microsoft.com/office/drawing/2014/main" id="{0480635E-79A9-1D4A-1F65-CD43853F11B9}"/>
              </a:ext>
            </a:extLst>
          </p:cNvPr>
          <p:cNvSpPr>
            <a:spLocks noChangeArrowheads="1"/>
          </p:cNvSpPr>
          <p:nvPr/>
        </p:nvSpPr>
        <p:spPr bwMode="auto">
          <a:xfrm>
            <a:off x="2415208" y="4541838"/>
            <a:ext cx="1371600" cy="609600"/>
          </a:xfrm>
          <a:prstGeom prst="ellipse">
            <a:avLst/>
          </a:prstGeom>
          <a:solidFill>
            <a:srgbClr val="FFFFCC"/>
          </a:solidFill>
          <a:ln w="38100">
            <a:solidFill>
              <a:schemeClr val="accent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1693" name="Text Box 13">
            <a:extLst>
              <a:ext uri="{FF2B5EF4-FFF2-40B4-BE49-F238E27FC236}">
                <a16:creationId xmlns:a16="http://schemas.microsoft.com/office/drawing/2014/main" id="{C3AE10A6-30EE-7343-5614-00391A5BCC8E}"/>
              </a:ext>
            </a:extLst>
          </p:cNvPr>
          <p:cNvSpPr txBox="1">
            <a:spLocks noChangeArrowheads="1"/>
          </p:cNvSpPr>
          <p:nvPr/>
        </p:nvSpPr>
        <p:spPr bwMode="auto">
          <a:xfrm>
            <a:off x="1091233" y="4556126"/>
            <a:ext cx="11715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HBDF</a:t>
            </a:r>
            <a:endParaRPr kumimoji="1" lang="en-US" altLang="zh-CN" sz="2400">
              <a:latin typeface="Times New Roman" panose="02020603050405020304" pitchFamily="18" charset="0"/>
              <a:ea typeface="宋体" panose="02010600030101010101" pitchFamily="2" charset="-122"/>
            </a:endParaRPr>
          </a:p>
        </p:txBody>
      </p:sp>
      <p:sp>
        <p:nvSpPr>
          <p:cNvPr id="71694" name="Text Box 14">
            <a:extLst>
              <a:ext uri="{FF2B5EF4-FFF2-40B4-BE49-F238E27FC236}">
                <a16:creationId xmlns:a16="http://schemas.microsoft.com/office/drawing/2014/main" id="{AB263B0D-6966-9688-941E-C3EA5C37F24F}"/>
              </a:ext>
            </a:extLst>
          </p:cNvPr>
          <p:cNvSpPr txBox="1">
            <a:spLocks noChangeArrowheads="1"/>
          </p:cNvSpPr>
          <p:nvPr/>
        </p:nvSpPr>
        <p:spPr bwMode="auto">
          <a:xfrm>
            <a:off x="2480296" y="4556126"/>
            <a:ext cx="12303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EKCG</a:t>
            </a:r>
            <a:endParaRPr kumimoji="1" lang="en-US" altLang="zh-CN" sz="2400">
              <a:latin typeface="Times New Roman" panose="02020603050405020304" pitchFamily="18" charset="0"/>
              <a:ea typeface="宋体" panose="02010600030101010101" pitchFamily="2" charset="-122"/>
            </a:endParaRPr>
          </a:p>
        </p:txBody>
      </p:sp>
      <p:sp>
        <p:nvSpPr>
          <p:cNvPr id="71695" name="Text Box 15">
            <a:extLst>
              <a:ext uri="{FF2B5EF4-FFF2-40B4-BE49-F238E27FC236}">
                <a16:creationId xmlns:a16="http://schemas.microsoft.com/office/drawing/2014/main" id="{74160C58-98A6-05A1-C777-981D1FF3A875}"/>
              </a:ext>
            </a:extLst>
          </p:cNvPr>
          <p:cNvSpPr txBox="1">
            <a:spLocks noChangeArrowheads="1"/>
          </p:cNvSpPr>
          <p:nvPr/>
        </p:nvSpPr>
        <p:spPr bwMode="auto">
          <a:xfrm>
            <a:off x="2202483" y="3779838"/>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dirty="0">
                <a:solidFill>
                  <a:schemeClr val="tx2"/>
                </a:solidFill>
                <a:latin typeface="Times New Roman" panose="02020603050405020304" pitchFamily="18" charset="0"/>
                <a:ea typeface="宋体" panose="02010600030101010101" pitchFamily="2" charset="-122"/>
              </a:rPr>
              <a:t>A</a:t>
            </a:r>
            <a:endParaRPr kumimoji="1" lang="en-US" altLang="zh-CN" sz="2400" dirty="0">
              <a:latin typeface="Times New Roman" panose="02020603050405020304" pitchFamily="18" charset="0"/>
              <a:ea typeface="宋体" panose="02010600030101010101" pitchFamily="2" charset="-122"/>
            </a:endParaRPr>
          </a:p>
        </p:txBody>
      </p:sp>
      <p:sp>
        <p:nvSpPr>
          <p:cNvPr id="71696" name="Oval 16">
            <a:extLst>
              <a:ext uri="{FF2B5EF4-FFF2-40B4-BE49-F238E27FC236}">
                <a16:creationId xmlns:a16="http://schemas.microsoft.com/office/drawing/2014/main" id="{2D2E2F9E-6294-9A4E-BE6A-8C662693698C}"/>
              </a:ext>
            </a:extLst>
          </p:cNvPr>
          <p:cNvSpPr>
            <a:spLocks noChangeArrowheads="1"/>
          </p:cNvSpPr>
          <p:nvPr/>
        </p:nvSpPr>
        <p:spPr bwMode="auto">
          <a:xfrm>
            <a:off x="5996608" y="3856038"/>
            <a:ext cx="457200" cy="457200"/>
          </a:xfrm>
          <a:prstGeom prst="ellipse">
            <a:avLst/>
          </a:prstGeom>
          <a:solidFill>
            <a:srgbClr val="FFFFCC"/>
          </a:solidFill>
          <a:ln w="38100">
            <a:solidFill>
              <a:schemeClr val="accent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1697" name="Oval 17">
            <a:extLst>
              <a:ext uri="{FF2B5EF4-FFF2-40B4-BE49-F238E27FC236}">
                <a16:creationId xmlns:a16="http://schemas.microsoft.com/office/drawing/2014/main" id="{63897C01-65A2-169D-BEB9-C469FB520F64}"/>
              </a:ext>
            </a:extLst>
          </p:cNvPr>
          <p:cNvSpPr>
            <a:spLocks noChangeArrowheads="1"/>
          </p:cNvSpPr>
          <p:nvPr/>
        </p:nvSpPr>
        <p:spPr bwMode="auto">
          <a:xfrm>
            <a:off x="6225208" y="4541838"/>
            <a:ext cx="1371600" cy="609600"/>
          </a:xfrm>
          <a:prstGeom prst="ellipse">
            <a:avLst/>
          </a:prstGeom>
          <a:solidFill>
            <a:srgbClr val="FFFFCC"/>
          </a:solidFill>
          <a:ln w="38100">
            <a:solidFill>
              <a:schemeClr val="accent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1698" name="Text Box 18">
            <a:extLst>
              <a:ext uri="{FF2B5EF4-FFF2-40B4-BE49-F238E27FC236}">
                <a16:creationId xmlns:a16="http://schemas.microsoft.com/office/drawing/2014/main" id="{562D955E-CEF8-E20F-AAE3-3350D570DC90}"/>
              </a:ext>
            </a:extLst>
          </p:cNvPr>
          <p:cNvSpPr txBox="1">
            <a:spLocks noChangeArrowheads="1"/>
          </p:cNvSpPr>
          <p:nvPr/>
        </p:nvSpPr>
        <p:spPr bwMode="auto">
          <a:xfrm>
            <a:off x="6290296" y="4556126"/>
            <a:ext cx="12303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EKCG</a:t>
            </a:r>
            <a:endParaRPr kumimoji="1" lang="en-US" altLang="zh-CN" sz="2400">
              <a:latin typeface="Times New Roman" panose="02020603050405020304" pitchFamily="18" charset="0"/>
              <a:ea typeface="宋体" panose="02010600030101010101" pitchFamily="2" charset="-122"/>
            </a:endParaRPr>
          </a:p>
        </p:txBody>
      </p:sp>
      <p:sp>
        <p:nvSpPr>
          <p:cNvPr id="71699" name="Text Box 19">
            <a:extLst>
              <a:ext uri="{FF2B5EF4-FFF2-40B4-BE49-F238E27FC236}">
                <a16:creationId xmlns:a16="http://schemas.microsoft.com/office/drawing/2014/main" id="{4799A89F-D05E-EA93-B9F4-6F82A0126B9A}"/>
              </a:ext>
            </a:extLst>
          </p:cNvPr>
          <p:cNvSpPr txBox="1">
            <a:spLocks noChangeArrowheads="1"/>
          </p:cNvSpPr>
          <p:nvPr/>
        </p:nvSpPr>
        <p:spPr bwMode="auto">
          <a:xfrm>
            <a:off x="6012483" y="3779838"/>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71700" name="Oval 20">
            <a:extLst>
              <a:ext uri="{FF2B5EF4-FFF2-40B4-BE49-F238E27FC236}">
                <a16:creationId xmlns:a16="http://schemas.microsoft.com/office/drawing/2014/main" id="{608297A1-DF56-7733-1402-67A5E1BC2FBA}"/>
              </a:ext>
            </a:extLst>
          </p:cNvPr>
          <p:cNvSpPr>
            <a:spLocks noChangeArrowheads="1"/>
          </p:cNvSpPr>
          <p:nvPr/>
        </p:nvSpPr>
        <p:spPr bwMode="auto">
          <a:xfrm>
            <a:off x="5310808" y="4618038"/>
            <a:ext cx="457200" cy="457200"/>
          </a:xfrm>
          <a:prstGeom prst="ellipse">
            <a:avLst/>
          </a:prstGeom>
          <a:solidFill>
            <a:srgbClr val="FFFFCC"/>
          </a:solidFill>
          <a:ln w="38100">
            <a:solidFill>
              <a:schemeClr val="accent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1701" name="Text Box 21">
            <a:extLst>
              <a:ext uri="{FF2B5EF4-FFF2-40B4-BE49-F238E27FC236}">
                <a16:creationId xmlns:a16="http://schemas.microsoft.com/office/drawing/2014/main" id="{C2B05DE3-E444-3C50-B50E-696055C24765}"/>
              </a:ext>
            </a:extLst>
          </p:cNvPr>
          <p:cNvSpPr txBox="1">
            <a:spLocks noChangeArrowheads="1"/>
          </p:cNvSpPr>
          <p:nvPr/>
        </p:nvSpPr>
        <p:spPr bwMode="auto">
          <a:xfrm>
            <a:off x="5336208" y="4556126"/>
            <a:ext cx="420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71702" name="Oval 22">
            <a:extLst>
              <a:ext uri="{FF2B5EF4-FFF2-40B4-BE49-F238E27FC236}">
                <a16:creationId xmlns:a16="http://schemas.microsoft.com/office/drawing/2014/main" id="{AE2DA945-0D2B-0486-303D-CDE72EE3FD45}"/>
              </a:ext>
            </a:extLst>
          </p:cNvPr>
          <p:cNvSpPr>
            <a:spLocks noChangeArrowheads="1"/>
          </p:cNvSpPr>
          <p:nvPr/>
        </p:nvSpPr>
        <p:spPr bwMode="auto">
          <a:xfrm>
            <a:off x="4777408" y="5380038"/>
            <a:ext cx="457200" cy="457200"/>
          </a:xfrm>
          <a:prstGeom prst="ellipse">
            <a:avLst/>
          </a:prstGeom>
          <a:solidFill>
            <a:srgbClr val="FFFFCC"/>
          </a:solidFill>
          <a:ln w="38100">
            <a:solidFill>
              <a:schemeClr val="accent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1703" name="Text Box 23">
            <a:extLst>
              <a:ext uri="{FF2B5EF4-FFF2-40B4-BE49-F238E27FC236}">
                <a16:creationId xmlns:a16="http://schemas.microsoft.com/office/drawing/2014/main" id="{AA3A450B-B8F5-4CE2-CF07-68AA6A7D7FCA}"/>
              </a:ext>
            </a:extLst>
          </p:cNvPr>
          <p:cNvSpPr txBox="1">
            <a:spLocks noChangeArrowheads="1"/>
          </p:cNvSpPr>
          <p:nvPr/>
        </p:nvSpPr>
        <p:spPr bwMode="auto">
          <a:xfrm>
            <a:off x="4783758" y="5318126"/>
            <a:ext cx="4603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H</a:t>
            </a:r>
            <a:endParaRPr kumimoji="1" lang="en-US" altLang="zh-CN" sz="2400">
              <a:latin typeface="Times New Roman" panose="02020603050405020304" pitchFamily="18" charset="0"/>
              <a:ea typeface="宋体" panose="02010600030101010101" pitchFamily="2" charset="-122"/>
            </a:endParaRPr>
          </a:p>
        </p:txBody>
      </p:sp>
      <p:sp>
        <p:nvSpPr>
          <p:cNvPr id="71704" name="Oval 24">
            <a:extLst>
              <a:ext uri="{FF2B5EF4-FFF2-40B4-BE49-F238E27FC236}">
                <a16:creationId xmlns:a16="http://schemas.microsoft.com/office/drawing/2014/main" id="{99F1DEA6-550B-86DE-7F64-3B8ADBD99CD7}"/>
              </a:ext>
            </a:extLst>
          </p:cNvPr>
          <p:cNvSpPr>
            <a:spLocks noChangeArrowheads="1"/>
          </p:cNvSpPr>
          <p:nvPr/>
        </p:nvSpPr>
        <p:spPr bwMode="auto">
          <a:xfrm>
            <a:off x="5529883" y="5365751"/>
            <a:ext cx="695325" cy="457200"/>
          </a:xfrm>
          <a:prstGeom prst="ellipse">
            <a:avLst/>
          </a:prstGeom>
          <a:solidFill>
            <a:srgbClr val="FFFFCC"/>
          </a:solidFill>
          <a:ln w="38100">
            <a:solidFill>
              <a:schemeClr val="accent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1705" name="Text Box 25">
            <a:extLst>
              <a:ext uri="{FF2B5EF4-FFF2-40B4-BE49-F238E27FC236}">
                <a16:creationId xmlns:a16="http://schemas.microsoft.com/office/drawing/2014/main" id="{9FAA9104-35C9-2DAA-3834-DCF6335D2266}"/>
              </a:ext>
            </a:extLst>
          </p:cNvPr>
          <p:cNvSpPr txBox="1">
            <a:spLocks noChangeArrowheads="1"/>
          </p:cNvSpPr>
          <p:nvPr/>
        </p:nvSpPr>
        <p:spPr bwMode="auto">
          <a:xfrm>
            <a:off x="5536233" y="5318126"/>
            <a:ext cx="6889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DF</a:t>
            </a:r>
            <a:endParaRPr kumimoji="1" lang="en-US" altLang="zh-CN" sz="2400">
              <a:latin typeface="Times New Roman" panose="02020603050405020304" pitchFamily="18" charset="0"/>
              <a:ea typeface="宋体" panose="02010600030101010101" pitchFamily="2" charset="-122"/>
            </a:endParaRPr>
          </a:p>
        </p:txBody>
      </p:sp>
      <p:sp>
        <p:nvSpPr>
          <p:cNvPr id="2" name="标题 1">
            <a:extLst>
              <a:ext uri="{FF2B5EF4-FFF2-40B4-BE49-F238E27FC236}">
                <a16:creationId xmlns:a16="http://schemas.microsoft.com/office/drawing/2014/main" id="{9224AFB6-AEE9-43B6-859B-A06C49D7BECF}"/>
              </a:ext>
            </a:extLst>
          </p:cNvPr>
          <p:cNvSpPr>
            <a:spLocks noGrp="1"/>
          </p:cNvSpPr>
          <p:nvPr>
            <p:ph type="title"/>
          </p:nvPr>
        </p:nvSpPr>
        <p:spPr/>
        <p:txBody>
          <a:bodyPr/>
          <a:lstStyle/>
          <a:p>
            <a:r>
              <a:rPr lang="zh-CN" altLang="en-US" dirty="0"/>
              <a:t> </a:t>
            </a:r>
            <a:r>
              <a:rPr lang="en-US" altLang="zh-CN" dirty="0"/>
              <a:t>5.4.4 </a:t>
            </a:r>
            <a:r>
              <a:rPr lang="zh-CN" altLang="en-US" dirty="0"/>
              <a:t>二叉树的计数</a:t>
            </a:r>
          </a:p>
        </p:txBody>
      </p:sp>
      <p:sp>
        <p:nvSpPr>
          <p:cNvPr id="3" name="内容占位符 2">
            <a:extLst>
              <a:ext uri="{FF2B5EF4-FFF2-40B4-BE49-F238E27FC236}">
                <a16:creationId xmlns:a16="http://schemas.microsoft.com/office/drawing/2014/main" id="{77DBB52D-D962-4683-A4DF-75C3B0064668}"/>
              </a:ext>
            </a:extLst>
          </p:cNvPr>
          <p:cNvSpPr>
            <a:spLocks noGrp="1"/>
          </p:cNvSpPr>
          <p:nvPr>
            <p:ph idx="1"/>
          </p:nvPr>
        </p:nvSpPr>
        <p:spPr>
          <a:xfrm>
            <a:off x="628650" y="1825625"/>
            <a:ext cx="7886700" cy="2016126"/>
          </a:xfrm>
        </p:spPr>
        <p:txBody>
          <a:bodyPr>
            <a:normAutofit fontScale="85000" lnSpcReduction="20000"/>
          </a:bodyPr>
          <a:lstStyle/>
          <a:p>
            <a:r>
              <a:rPr lang="zh-CN" altLang="en-US" dirty="0"/>
              <a:t>由二叉树的前序序列和中序序列可唯一地确定一棵二叉树。</a:t>
            </a:r>
          </a:p>
          <a:p>
            <a:pPr lvl="1"/>
            <a:r>
              <a:rPr lang="zh-CN" altLang="en-US" dirty="0"/>
              <a:t>例</a:t>
            </a:r>
            <a:r>
              <a:rPr lang="en-US" altLang="zh-CN" dirty="0"/>
              <a:t>, </a:t>
            </a:r>
            <a:r>
              <a:rPr lang="zh-CN" altLang="en-US" dirty="0"/>
              <a:t>根据前序序列 </a:t>
            </a:r>
            <a:r>
              <a:rPr lang="en-US" altLang="zh-CN" dirty="0"/>
              <a:t>{ ABHFDECKG } </a:t>
            </a:r>
            <a:r>
              <a:rPr lang="zh-CN" altLang="en-US" dirty="0"/>
              <a:t>和中序序列 </a:t>
            </a:r>
            <a:r>
              <a:rPr lang="en-US" altLang="zh-CN" dirty="0"/>
              <a:t>{ HBDFAEKCG }, </a:t>
            </a:r>
            <a:r>
              <a:rPr lang="zh-CN" altLang="en-US" dirty="0"/>
              <a:t>构造二叉树的过程如下（可以写出算法吗？ ）：</a:t>
            </a:r>
          </a:p>
        </p:txBody>
      </p:sp>
      <p:sp>
        <p:nvSpPr>
          <p:cNvPr id="4" name="灯片编号占位符 3">
            <a:extLst>
              <a:ext uri="{FF2B5EF4-FFF2-40B4-BE49-F238E27FC236}">
                <a16:creationId xmlns:a16="http://schemas.microsoft.com/office/drawing/2014/main" id="{9541E6BD-2132-60C1-C346-DC53DC55CFE6}"/>
              </a:ext>
            </a:extLst>
          </p:cNvPr>
          <p:cNvSpPr>
            <a:spLocks noGrp="1"/>
          </p:cNvSpPr>
          <p:nvPr>
            <p:ph type="sldNum" sz="quarter" idx="12"/>
          </p:nvPr>
        </p:nvSpPr>
        <p:spPr/>
        <p:txBody>
          <a:bodyPr/>
          <a:lstStyle/>
          <a:p>
            <a:pPr>
              <a:defRPr/>
            </a:pPr>
            <a:fld id="{A598D83B-EE2A-4F12-B129-1EDE84DF129B}" type="slidenum">
              <a:rPr lang="en-US" altLang="zh-CN" smtClean="0"/>
              <a:pPr>
                <a:defRPr/>
              </a:pPr>
              <a:t>57</a:t>
            </a:fld>
            <a:endParaRPr lang="en-US" altLang="zh-CN"/>
          </a:p>
        </p:txBody>
      </p:sp>
    </p:spTree>
  </p:cSld>
  <p:clrMapOvr>
    <a:masterClrMapping/>
  </p:clrMapOvr>
  <p:transition>
    <p:split/>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5FD72E37-DDEC-48A9-B58E-93959678B489}"/>
              </a:ext>
            </a:extLst>
          </p:cNvPr>
          <p:cNvGrpSpPr/>
          <p:nvPr/>
        </p:nvGrpSpPr>
        <p:grpSpPr>
          <a:xfrm>
            <a:off x="723900" y="914400"/>
            <a:ext cx="7696200" cy="5029200"/>
            <a:chOff x="685800" y="1143000"/>
            <a:chExt cx="7696200" cy="5029200"/>
          </a:xfrm>
        </p:grpSpPr>
        <p:sp>
          <p:nvSpPr>
            <p:cNvPr id="72706" name="Line 1026">
              <a:extLst>
                <a:ext uri="{FF2B5EF4-FFF2-40B4-BE49-F238E27FC236}">
                  <a16:creationId xmlns:a16="http://schemas.microsoft.com/office/drawing/2014/main" id="{C3557D84-8690-6165-7F8F-DBB7FB346686}"/>
                </a:ext>
              </a:extLst>
            </p:cNvPr>
            <p:cNvSpPr>
              <a:spLocks noChangeShapeType="1"/>
            </p:cNvSpPr>
            <p:nvPr/>
          </p:nvSpPr>
          <p:spPr bwMode="auto">
            <a:xfrm>
              <a:off x="7467600" y="2209800"/>
              <a:ext cx="381000" cy="6096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07" name="Oval 1027">
              <a:extLst>
                <a:ext uri="{FF2B5EF4-FFF2-40B4-BE49-F238E27FC236}">
                  <a16:creationId xmlns:a16="http://schemas.microsoft.com/office/drawing/2014/main" id="{77A46E08-0248-7A81-FA98-36C14F13A44E}"/>
                </a:ext>
              </a:extLst>
            </p:cNvPr>
            <p:cNvSpPr>
              <a:spLocks noChangeArrowheads="1"/>
            </p:cNvSpPr>
            <p:nvPr/>
          </p:nvSpPr>
          <p:spPr bwMode="auto">
            <a:xfrm>
              <a:off x="7315200" y="2590800"/>
              <a:ext cx="1066800" cy="533400"/>
            </a:xfrm>
            <a:prstGeom prst="ellipse">
              <a:avLst/>
            </a:prstGeom>
            <a:solidFill>
              <a:srgbClr val="FFFFCC"/>
            </a:solidFill>
            <a:ln w="38100">
              <a:solidFill>
                <a:schemeClr val="accent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2708" name="Text Box 1028">
              <a:extLst>
                <a:ext uri="{FF2B5EF4-FFF2-40B4-BE49-F238E27FC236}">
                  <a16:creationId xmlns:a16="http://schemas.microsoft.com/office/drawing/2014/main" id="{8E1AD297-EE19-2400-F995-A9AEEAA72411}"/>
                </a:ext>
              </a:extLst>
            </p:cNvPr>
            <p:cNvSpPr txBox="1">
              <a:spLocks noChangeArrowheads="1"/>
            </p:cNvSpPr>
            <p:nvPr/>
          </p:nvSpPr>
          <p:spPr bwMode="auto">
            <a:xfrm>
              <a:off x="7345363" y="2590800"/>
              <a:ext cx="9937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KCG</a:t>
              </a:r>
              <a:endParaRPr kumimoji="1" lang="en-US" altLang="zh-CN" sz="2400">
                <a:latin typeface="Times New Roman" panose="02020603050405020304" pitchFamily="18" charset="0"/>
                <a:ea typeface="宋体" panose="02010600030101010101" pitchFamily="2" charset="-122"/>
              </a:endParaRPr>
            </a:p>
          </p:txBody>
        </p:sp>
        <p:sp>
          <p:nvSpPr>
            <p:cNvPr id="72710" name="Line 1030">
              <a:extLst>
                <a:ext uri="{FF2B5EF4-FFF2-40B4-BE49-F238E27FC236}">
                  <a16:creationId xmlns:a16="http://schemas.microsoft.com/office/drawing/2014/main" id="{80676B56-3AD7-9C0E-E104-744FBE27653B}"/>
                </a:ext>
              </a:extLst>
            </p:cNvPr>
            <p:cNvSpPr>
              <a:spLocks noChangeShapeType="1"/>
            </p:cNvSpPr>
            <p:nvPr/>
          </p:nvSpPr>
          <p:spPr bwMode="auto">
            <a:xfrm>
              <a:off x="1447800" y="2286000"/>
              <a:ext cx="228600" cy="4572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11" name="Line 1031">
              <a:extLst>
                <a:ext uri="{FF2B5EF4-FFF2-40B4-BE49-F238E27FC236}">
                  <a16:creationId xmlns:a16="http://schemas.microsoft.com/office/drawing/2014/main" id="{CECA1557-6A8C-948C-73C5-91B47F98B347}"/>
                </a:ext>
              </a:extLst>
            </p:cNvPr>
            <p:cNvSpPr>
              <a:spLocks noChangeShapeType="1"/>
            </p:cNvSpPr>
            <p:nvPr/>
          </p:nvSpPr>
          <p:spPr bwMode="auto">
            <a:xfrm flipH="1">
              <a:off x="990600" y="2286000"/>
              <a:ext cx="304800" cy="4572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12" name="Line 1032">
              <a:extLst>
                <a:ext uri="{FF2B5EF4-FFF2-40B4-BE49-F238E27FC236}">
                  <a16:creationId xmlns:a16="http://schemas.microsoft.com/office/drawing/2014/main" id="{A2B49A16-947E-5CEA-9422-5E09F8495C45}"/>
                </a:ext>
              </a:extLst>
            </p:cNvPr>
            <p:cNvSpPr>
              <a:spLocks noChangeShapeType="1"/>
            </p:cNvSpPr>
            <p:nvPr/>
          </p:nvSpPr>
          <p:spPr bwMode="auto">
            <a:xfrm flipH="1">
              <a:off x="1371600" y="1600200"/>
              <a:ext cx="457200" cy="4572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13" name="Line 1033">
              <a:extLst>
                <a:ext uri="{FF2B5EF4-FFF2-40B4-BE49-F238E27FC236}">
                  <a16:creationId xmlns:a16="http://schemas.microsoft.com/office/drawing/2014/main" id="{5D0FF88B-E8E5-7066-40DF-1F247FED35F5}"/>
                </a:ext>
              </a:extLst>
            </p:cNvPr>
            <p:cNvSpPr>
              <a:spLocks noChangeShapeType="1"/>
            </p:cNvSpPr>
            <p:nvPr/>
          </p:nvSpPr>
          <p:spPr bwMode="auto">
            <a:xfrm>
              <a:off x="2133600" y="1600200"/>
              <a:ext cx="457200" cy="4572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14" name="Oval 1034">
              <a:extLst>
                <a:ext uri="{FF2B5EF4-FFF2-40B4-BE49-F238E27FC236}">
                  <a16:creationId xmlns:a16="http://schemas.microsoft.com/office/drawing/2014/main" id="{D38F1AF5-F5C1-35FC-2A07-275981752DB6}"/>
                </a:ext>
              </a:extLst>
            </p:cNvPr>
            <p:cNvSpPr>
              <a:spLocks noChangeArrowheads="1"/>
            </p:cNvSpPr>
            <p:nvPr/>
          </p:nvSpPr>
          <p:spPr bwMode="auto">
            <a:xfrm>
              <a:off x="1752600" y="1219200"/>
              <a:ext cx="457200" cy="457200"/>
            </a:xfrm>
            <a:prstGeom prst="ellipse">
              <a:avLst/>
            </a:prstGeom>
            <a:solidFill>
              <a:srgbClr val="FFFFCC"/>
            </a:solidFill>
            <a:ln w="38100">
              <a:solidFill>
                <a:schemeClr val="accent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2715" name="Oval 1035">
              <a:extLst>
                <a:ext uri="{FF2B5EF4-FFF2-40B4-BE49-F238E27FC236}">
                  <a16:creationId xmlns:a16="http://schemas.microsoft.com/office/drawing/2014/main" id="{DDE3B3C4-C390-5257-3C67-F43104AF7E5E}"/>
                </a:ext>
              </a:extLst>
            </p:cNvPr>
            <p:cNvSpPr>
              <a:spLocks noChangeArrowheads="1"/>
            </p:cNvSpPr>
            <p:nvPr/>
          </p:nvSpPr>
          <p:spPr bwMode="auto">
            <a:xfrm>
              <a:off x="1905000" y="1828800"/>
              <a:ext cx="1371600" cy="609600"/>
            </a:xfrm>
            <a:prstGeom prst="ellipse">
              <a:avLst/>
            </a:prstGeom>
            <a:solidFill>
              <a:srgbClr val="FFFFCC"/>
            </a:solidFill>
            <a:ln w="38100">
              <a:solidFill>
                <a:schemeClr val="accent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2716" name="Text Box 1036">
              <a:extLst>
                <a:ext uri="{FF2B5EF4-FFF2-40B4-BE49-F238E27FC236}">
                  <a16:creationId xmlns:a16="http://schemas.microsoft.com/office/drawing/2014/main" id="{7BFB731C-748C-7579-E71C-E177256410EE}"/>
                </a:ext>
              </a:extLst>
            </p:cNvPr>
            <p:cNvSpPr txBox="1">
              <a:spLocks noChangeArrowheads="1"/>
            </p:cNvSpPr>
            <p:nvPr/>
          </p:nvSpPr>
          <p:spPr bwMode="auto">
            <a:xfrm>
              <a:off x="1970088" y="1843088"/>
              <a:ext cx="12303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EKCG</a:t>
              </a:r>
              <a:endParaRPr kumimoji="1" lang="en-US" altLang="zh-CN" sz="2400">
                <a:latin typeface="Times New Roman" panose="02020603050405020304" pitchFamily="18" charset="0"/>
                <a:ea typeface="宋体" panose="02010600030101010101" pitchFamily="2" charset="-122"/>
              </a:endParaRPr>
            </a:p>
          </p:txBody>
        </p:sp>
        <p:sp>
          <p:nvSpPr>
            <p:cNvPr id="72717" name="Text Box 1037">
              <a:extLst>
                <a:ext uri="{FF2B5EF4-FFF2-40B4-BE49-F238E27FC236}">
                  <a16:creationId xmlns:a16="http://schemas.microsoft.com/office/drawing/2014/main" id="{FB979603-3963-0E91-0A45-B8FFBEC8571D}"/>
                </a:ext>
              </a:extLst>
            </p:cNvPr>
            <p:cNvSpPr txBox="1">
              <a:spLocks noChangeArrowheads="1"/>
            </p:cNvSpPr>
            <p:nvPr/>
          </p:nvSpPr>
          <p:spPr bwMode="auto">
            <a:xfrm>
              <a:off x="1768475" y="11430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72718" name="Oval 1038">
              <a:extLst>
                <a:ext uri="{FF2B5EF4-FFF2-40B4-BE49-F238E27FC236}">
                  <a16:creationId xmlns:a16="http://schemas.microsoft.com/office/drawing/2014/main" id="{0EAEDC76-378D-E3CE-3630-928BF934CDC3}"/>
                </a:ext>
              </a:extLst>
            </p:cNvPr>
            <p:cNvSpPr>
              <a:spLocks noChangeArrowheads="1"/>
            </p:cNvSpPr>
            <p:nvPr/>
          </p:nvSpPr>
          <p:spPr bwMode="auto">
            <a:xfrm>
              <a:off x="1143000" y="1905000"/>
              <a:ext cx="457200" cy="457200"/>
            </a:xfrm>
            <a:prstGeom prst="ellipse">
              <a:avLst/>
            </a:prstGeom>
            <a:solidFill>
              <a:srgbClr val="FFFFCC"/>
            </a:solidFill>
            <a:ln w="38100">
              <a:solidFill>
                <a:schemeClr val="accent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2719" name="Text Box 1039">
              <a:extLst>
                <a:ext uri="{FF2B5EF4-FFF2-40B4-BE49-F238E27FC236}">
                  <a16:creationId xmlns:a16="http://schemas.microsoft.com/office/drawing/2014/main" id="{3BF41CA4-6A47-4CEB-D34F-4006D851985E}"/>
                </a:ext>
              </a:extLst>
            </p:cNvPr>
            <p:cNvSpPr txBox="1">
              <a:spLocks noChangeArrowheads="1"/>
            </p:cNvSpPr>
            <p:nvPr/>
          </p:nvSpPr>
          <p:spPr bwMode="auto">
            <a:xfrm>
              <a:off x="1168400" y="1843088"/>
              <a:ext cx="420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72720" name="Oval 1040">
              <a:extLst>
                <a:ext uri="{FF2B5EF4-FFF2-40B4-BE49-F238E27FC236}">
                  <a16:creationId xmlns:a16="http://schemas.microsoft.com/office/drawing/2014/main" id="{C7ED3E11-1FC3-A258-4D99-BA2610436F15}"/>
                </a:ext>
              </a:extLst>
            </p:cNvPr>
            <p:cNvSpPr>
              <a:spLocks noChangeArrowheads="1"/>
            </p:cNvSpPr>
            <p:nvPr/>
          </p:nvSpPr>
          <p:spPr bwMode="auto">
            <a:xfrm>
              <a:off x="685800" y="2652713"/>
              <a:ext cx="457200" cy="457200"/>
            </a:xfrm>
            <a:prstGeom prst="ellipse">
              <a:avLst/>
            </a:prstGeom>
            <a:solidFill>
              <a:srgbClr val="FFFFCC"/>
            </a:solidFill>
            <a:ln w="38100">
              <a:solidFill>
                <a:schemeClr val="accent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2721" name="Text Box 1041">
              <a:extLst>
                <a:ext uri="{FF2B5EF4-FFF2-40B4-BE49-F238E27FC236}">
                  <a16:creationId xmlns:a16="http://schemas.microsoft.com/office/drawing/2014/main" id="{CC19786F-6B49-6621-BEF0-C690755B2367}"/>
                </a:ext>
              </a:extLst>
            </p:cNvPr>
            <p:cNvSpPr txBox="1">
              <a:spLocks noChangeArrowheads="1"/>
            </p:cNvSpPr>
            <p:nvPr/>
          </p:nvSpPr>
          <p:spPr bwMode="auto">
            <a:xfrm>
              <a:off x="692150" y="2590800"/>
              <a:ext cx="4603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H</a:t>
              </a:r>
              <a:endParaRPr kumimoji="1" lang="en-US" altLang="zh-CN" sz="2400">
                <a:latin typeface="Times New Roman" panose="02020603050405020304" pitchFamily="18" charset="0"/>
                <a:ea typeface="宋体" panose="02010600030101010101" pitchFamily="2" charset="-122"/>
              </a:endParaRPr>
            </a:p>
          </p:txBody>
        </p:sp>
        <p:sp>
          <p:nvSpPr>
            <p:cNvPr id="72722" name="Oval 1042">
              <a:extLst>
                <a:ext uri="{FF2B5EF4-FFF2-40B4-BE49-F238E27FC236}">
                  <a16:creationId xmlns:a16="http://schemas.microsoft.com/office/drawing/2014/main" id="{FFE7E9E2-A784-C5DF-B5DA-ED25E00B2442}"/>
                </a:ext>
              </a:extLst>
            </p:cNvPr>
            <p:cNvSpPr>
              <a:spLocks noChangeArrowheads="1"/>
            </p:cNvSpPr>
            <p:nvPr/>
          </p:nvSpPr>
          <p:spPr bwMode="auto">
            <a:xfrm>
              <a:off x="1438275" y="2638425"/>
              <a:ext cx="695325" cy="457200"/>
            </a:xfrm>
            <a:prstGeom prst="ellipse">
              <a:avLst/>
            </a:prstGeom>
            <a:solidFill>
              <a:srgbClr val="FFFFCC"/>
            </a:solidFill>
            <a:ln w="38100">
              <a:solidFill>
                <a:schemeClr val="accent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2723" name="Text Box 1043">
              <a:extLst>
                <a:ext uri="{FF2B5EF4-FFF2-40B4-BE49-F238E27FC236}">
                  <a16:creationId xmlns:a16="http://schemas.microsoft.com/office/drawing/2014/main" id="{DA5100A7-8341-7C6E-DAC7-DA91A6F1B5EB}"/>
                </a:ext>
              </a:extLst>
            </p:cNvPr>
            <p:cNvSpPr txBox="1">
              <a:spLocks noChangeArrowheads="1"/>
            </p:cNvSpPr>
            <p:nvPr/>
          </p:nvSpPr>
          <p:spPr bwMode="auto">
            <a:xfrm>
              <a:off x="1444625" y="2590800"/>
              <a:ext cx="6889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DF</a:t>
              </a:r>
              <a:endParaRPr kumimoji="1" lang="en-US" altLang="zh-CN" sz="2400">
                <a:latin typeface="Times New Roman" panose="02020603050405020304" pitchFamily="18" charset="0"/>
                <a:ea typeface="宋体" panose="02010600030101010101" pitchFamily="2" charset="-122"/>
              </a:endParaRPr>
            </a:p>
          </p:txBody>
        </p:sp>
        <p:sp>
          <p:nvSpPr>
            <p:cNvPr id="72724" name="Line 1044">
              <a:extLst>
                <a:ext uri="{FF2B5EF4-FFF2-40B4-BE49-F238E27FC236}">
                  <a16:creationId xmlns:a16="http://schemas.microsoft.com/office/drawing/2014/main" id="{D5CBF801-E137-5FAA-DFCC-AFAD8CDA23E6}"/>
                </a:ext>
              </a:extLst>
            </p:cNvPr>
            <p:cNvSpPr>
              <a:spLocks noChangeShapeType="1"/>
            </p:cNvSpPr>
            <p:nvPr/>
          </p:nvSpPr>
          <p:spPr bwMode="auto">
            <a:xfrm>
              <a:off x="3886200" y="2286000"/>
              <a:ext cx="228600" cy="4572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25" name="Line 1045">
              <a:extLst>
                <a:ext uri="{FF2B5EF4-FFF2-40B4-BE49-F238E27FC236}">
                  <a16:creationId xmlns:a16="http://schemas.microsoft.com/office/drawing/2014/main" id="{991C1A30-ECCA-1AA8-A55C-BB3ABB5E31AB}"/>
                </a:ext>
              </a:extLst>
            </p:cNvPr>
            <p:cNvSpPr>
              <a:spLocks noChangeShapeType="1"/>
            </p:cNvSpPr>
            <p:nvPr/>
          </p:nvSpPr>
          <p:spPr bwMode="auto">
            <a:xfrm flipH="1">
              <a:off x="3429000" y="2286000"/>
              <a:ext cx="304800" cy="4572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26" name="Line 1046">
              <a:extLst>
                <a:ext uri="{FF2B5EF4-FFF2-40B4-BE49-F238E27FC236}">
                  <a16:creationId xmlns:a16="http://schemas.microsoft.com/office/drawing/2014/main" id="{4C507B41-6FB7-97E9-3CC8-5C1B5870DAFC}"/>
                </a:ext>
              </a:extLst>
            </p:cNvPr>
            <p:cNvSpPr>
              <a:spLocks noChangeShapeType="1"/>
            </p:cNvSpPr>
            <p:nvPr/>
          </p:nvSpPr>
          <p:spPr bwMode="auto">
            <a:xfrm flipH="1">
              <a:off x="3886200" y="1600200"/>
              <a:ext cx="381000" cy="4572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27" name="Line 1047">
              <a:extLst>
                <a:ext uri="{FF2B5EF4-FFF2-40B4-BE49-F238E27FC236}">
                  <a16:creationId xmlns:a16="http://schemas.microsoft.com/office/drawing/2014/main" id="{F2791B57-1DBB-B50F-C805-2B9DA9848952}"/>
                </a:ext>
              </a:extLst>
            </p:cNvPr>
            <p:cNvSpPr>
              <a:spLocks noChangeShapeType="1"/>
            </p:cNvSpPr>
            <p:nvPr/>
          </p:nvSpPr>
          <p:spPr bwMode="auto">
            <a:xfrm>
              <a:off x="4572000" y="1600200"/>
              <a:ext cx="457200" cy="4572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28" name="Oval 1048">
              <a:extLst>
                <a:ext uri="{FF2B5EF4-FFF2-40B4-BE49-F238E27FC236}">
                  <a16:creationId xmlns:a16="http://schemas.microsoft.com/office/drawing/2014/main" id="{88D3627F-248F-58AA-126B-F6AF5142BAFE}"/>
                </a:ext>
              </a:extLst>
            </p:cNvPr>
            <p:cNvSpPr>
              <a:spLocks noChangeArrowheads="1"/>
            </p:cNvSpPr>
            <p:nvPr/>
          </p:nvSpPr>
          <p:spPr bwMode="auto">
            <a:xfrm>
              <a:off x="4191000" y="1219200"/>
              <a:ext cx="457200" cy="457200"/>
            </a:xfrm>
            <a:prstGeom prst="ellipse">
              <a:avLst/>
            </a:prstGeom>
            <a:solidFill>
              <a:srgbClr val="FFFFCC"/>
            </a:solidFill>
            <a:ln w="38100">
              <a:solidFill>
                <a:schemeClr val="accent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2729" name="Oval 1049">
              <a:extLst>
                <a:ext uri="{FF2B5EF4-FFF2-40B4-BE49-F238E27FC236}">
                  <a16:creationId xmlns:a16="http://schemas.microsoft.com/office/drawing/2014/main" id="{ED78D250-CA2C-B339-242E-A16895604344}"/>
                </a:ext>
              </a:extLst>
            </p:cNvPr>
            <p:cNvSpPr>
              <a:spLocks noChangeArrowheads="1"/>
            </p:cNvSpPr>
            <p:nvPr/>
          </p:nvSpPr>
          <p:spPr bwMode="auto">
            <a:xfrm>
              <a:off x="4343400" y="1828800"/>
              <a:ext cx="1371600" cy="609600"/>
            </a:xfrm>
            <a:prstGeom prst="ellipse">
              <a:avLst/>
            </a:prstGeom>
            <a:solidFill>
              <a:srgbClr val="FFFFCC"/>
            </a:solidFill>
            <a:ln w="38100">
              <a:solidFill>
                <a:schemeClr val="accent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2730" name="Text Box 1050">
              <a:extLst>
                <a:ext uri="{FF2B5EF4-FFF2-40B4-BE49-F238E27FC236}">
                  <a16:creationId xmlns:a16="http://schemas.microsoft.com/office/drawing/2014/main" id="{A4505565-69E2-C0AA-9DC1-BF6ABAC7D98D}"/>
                </a:ext>
              </a:extLst>
            </p:cNvPr>
            <p:cNvSpPr txBox="1">
              <a:spLocks noChangeArrowheads="1"/>
            </p:cNvSpPr>
            <p:nvPr/>
          </p:nvSpPr>
          <p:spPr bwMode="auto">
            <a:xfrm>
              <a:off x="4408488" y="1843088"/>
              <a:ext cx="12303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EKCG</a:t>
              </a:r>
              <a:endParaRPr kumimoji="1" lang="en-US" altLang="zh-CN" sz="2400">
                <a:latin typeface="Times New Roman" panose="02020603050405020304" pitchFamily="18" charset="0"/>
                <a:ea typeface="宋体" panose="02010600030101010101" pitchFamily="2" charset="-122"/>
              </a:endParaRPr>
            </a:p>
          </p:txBody>
        </p:sp>
        <p:sp>
          <p:nvSpPr>
            <p:cNvPr id="72731" name="Text Box 1051">
              <a:extLst>
                <a:ext uri="{FF2B5EF4-FFF2-40B4-BE49-F238E27FC236}">
                  <a16:creationId xmlns:a16="http://schemas.microsoft.com/office/drawing/2014/main" id="{505708F0-C8FC-5E27-091B-35B1EBE0911F}"/>
                </a:ext>
              </a:extLst>
            </p:cNvPr>
            <p:cNvSpPr txBox="1">
              <a:spLocks noChangeArrowheads="1"/>
            </p:cNvSpPr>
            <p:nvPr/>
          </p:nvSpPr>
          <p:spPr bwMode="auto">
            <a:xfrm>
              <a:off x="4206875" y="11430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72732" name="Oval 1052">
              <a:extLst>
                <a:ext uri="{FF2B5EF4-FFF2-40B4-BE49-F238E27FC236}">
                  <a16:creationId xmlns:a16="http://schemas.microsoft.com/office/drawing/2014/main" id="{08C0AC6F-87D8-B248-1FCB-4AA9E52966F6}"/>
                </a:ext>
              </a:extLst>
            </p:cNvPr>
            <p:cNvSpPr>
              <a:spLocks noChangeArrowheads="1"/>
            </p:cNvSpPr>
            <p:nvPr/>
          </p:nvSpPr>
          <p:spPr bwMode="auto">
            <a:xfrm>
              <a:off x="3581400" y="1905000"/>
              <a:ext cx="457200" cy="457200"/>
            </a:xfrm>
            <a:prstGeom prst="ellipse">
              <a:avLst/>
            </a:prstGeom>
            <a:solidFill>
              <a:srgbClr val="FFFFCC"/>
            </a:solidFill>
            <a:ln w="38100">
              <a:solidFill>
                <a:schemeClr val="accent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2733" name="Text Box 1053">
              <a:extLst>
                <a:ext uri="{FF2B5EF4-FFF2-40B4-BE49-F238E27FC236}">
                  <a16:creationId xmlns:a16="http://schemas.microsoft.com/office/drawing/2014/main" id="{AB7A8B56-9F2F-BE27-8C55-7717A0AFCCCC}"/>
                </a:ext>
              </a:extLst>
            </p:cNvPr>
            <p:cNvSpPr txBox="1">
              <a:spLocks noChangeArrowheads="1"/>
            </p:cNvSpPr>
            <p:nvPr/>
          </p:nvSpPr>
          <p:spPr bwMode="auto">
            <a:xfrm>
              <a:off x="3606800" y="1843088"/>
              <a:ext cx="420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72734" name="Oval 1054">
              <a:extLst>
                <a:ext uri="{FF2B5EF4-FFF2-40B4-BE49-F238E27FC236}">
                  <a16:creationId xmlns:a16="http://schemas.microsoft.com/office/drawing/2014/main" id="{5DFF77D6-478A-3B39-C18B-D5A53D2CF476}"/>
                </a:ext>
              </a:extLst>
            </p:cNvPr>
            <p:cNvSpPr>
              <a:spLocks noChangeArrowheads="1"/>
            </p:cNvSpPr>
            <p:nvPr/>
          </p:nvSpPr>
          <p:spPr bwMode="auto">
            <a:xfrm>
              <a:off x="3124200" y="2652713"/>
              <a:ext cx="457200" cy="457200"/>
            </a:xfrm>
            <a:prstGeom prst="ellipse">
              <a:avLst/>
            </a:prstGeom>
            <a:solidFill>
              <a:srgbClr val="FFFFCC"/>
            </a:solidFill>
            <a:ln w="38100">
              <a:solidFill>
                <a:schemeClr val="accent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2735" name="Text Box 1055">
              <a:extLst>
                <a:ext uri="{FF2B5EF4-FFF2-40B4-BE49-F238E27FC236}">
                  <a16:creationId xmlns:a16="http://schemas.microsoft.com/office/drawing/2014/main" id="{6720D3F8-1686-0495-2B62-553F2636F29B}"/>
                </a:ext>
              </a:extLst>
            </p:cNvPr>
            <p:cNvSpPr txBox="1">
              <a:spLocks noChangeArrowheads="1"/>
            </p:cNvSpPr>
            <p:nvPr/>
          </p:nvSpPr>
          <p:spPr bwMode="auto">
            <a:xfrm>
              <a:off x="3130550" y="2590800"/>
              <a:ext cx="4603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H</a:t>
              </a:r>
              <a:endParaRPr kumimoji="1" lang="en-US" altLang="zh-CN" sz="2400">
                <a:latin typeface="Times New Roman" panose="02020603050405020304" pitchFamily="18" charset="0"/>
                <a:ea typeface="宋体" panose="02010600030101010101" pitchFamily="2" charset="-122"/>
              </a:endParaRPr>
            </a:p>
          </p:txBody>
        </p:sp>
        <p:sp>
          <p:nvSpPr>
            <p:cNvPr id="72736" name="Oval 1056">
              <a:extLst>
                <a:ext uri="{FF2B5EF4-FFF2-40B4-BE49-F238E27FC236}">
                  <a16:creationId xmlns:a16="http://schemas.microsoft.com/office/drawing/2014/main" id="{2FAB3CC1-39B3-01E9-154F-60BB7DD75D31}"/>
                </a:ext>
              </a:extLst>
            </p:cNvPr>
            <p:cNvSpPr>
              <a:spLocks noChangeArrowheads="1"/>
            </p:cNvSpPr>
            <p:nvPr/>
          </p:nvSpPr>
          <p:spPr bwMode="auto">
            <a:xfrm>
              <a:off x="3962400" y="2638425"/>
              <a:ext cx="457200" cy="457200"/>
            </a:xfrm>
            <a:prstGeom prst="ellipse">
              <a:avLst/>
            </a:prstGeom>
            <a:solidFill>
              <a:srgbClr val="FFFFCC"/>
            </a:solidFill>
            <a:ln w="38100">
              <a:solidFill>
                <a:schemeClr val="accent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2737" name="Text Box 1057">
              <a:extLst>
                <a:ext uri="{FF2B5EF4-FFF2-40B4-BE49-F238E27FC236}">
                  <a16:creationId xmlns:a16="http://schemas.microsoft.com/office/drawing/2014/main" id="{42977249-0659-40E6-B1AD-EF8F2C1ABD0D}"/>
                </a:ext>
              </a:extLst>
            </p:cNvPr>
            <p:cNvSpPr txBox="1">
              <a:spLocks noChangeArrowheads="1"/>
            </p:cNvSpPr>
            <p:nvPr/>
          </p:nvSpPr>
          <p:spPr bwMode="auto">
            <a:xfrm>
              <a:off x="3883025" y="2590800"/>
              <a:ext cx="6889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72738" name="Line 1058">
              <a:extLst>
                <a:ext uri="{FF2B5EF4-FFF2-40B4-BE49-F238E27FC236}">
                  <a16:creationId xmlns:a16="http://schemas.microsoft.com/office/drawing/2014/main" id="{A6FD9162-0540-CC28-3127-D1CE3473D887}"/>
                </a:ext>
              </a:extLst>
            </p:cNvPr>
            <p:cNvSpPr>
              <a:spLocks noChangeShapeType="1"/>
            </p:cNvSpPr>
            <p:nvPr/>
          </p:nvSpPr>
          <p:spPr bwMode="auto">
            <a:xfrm flipH="1">
              <a:off x="3886200" y="3048000"/>
              <a:ext cx="228600" cy="471488"/>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39" name="Oval 1059">
              <a:extLst>
                <a:ext uri="{FF2B5EF4-FFF2-40B4-BE49-F238E27FC236}">
                  <a16:creationId xmlns:a16="http://schemas.microsoft.com/office/drawing/2014/main" id="{D4BA000B-4632-9CAA-996E-07545B321CB5}"/>
                </a:ext>
              </a:extLst>
            </p:cNvPr>
            <p:cNvSpPr>
              <a:spLocks noChangeArrowheads="1"/>
            </p:cNvSpPr>
            <p:nvPr/>
          </p:nvSpPr>
          <p:spPr bwMode="auto">
            <a:xfrm>
              <a:off x="3581400" y="3429000"/>
              <a:ext cx="457200" cy="457200"/>
            </a:xfrm>
            <a:prstGeom prst="ellipse">
              <a:avLst/>
            </a:prstGeom>
            <a:solidFill>
              <a:srgbClr val="FFFFCC"/>
            </a:solidFill>
            <a:ln w="38100">
              <a:solidFill>
                <a:schemeClr val="accent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2740" name="Text Box 1060">
              <a:extLst>
                <a:ext uri="{FF2B5EF4-FFF2-40B4-BE49-F238E27FC236}">
                  <a16:creationId xmlns:a16="http://schemas.microsoft.com/office/drawing/2014/main" id="{FB8B9962-1AEE-8D9A-F4C4-925F26591E93}"/>
                </a:ext>
              </a:extLst>
            </p:cNvPr>
            <p:cNvSpPr txBox="1">
              <a:spLocks noChangeArrowheads="1"/>
            </p:cNvSpPr>
            <p:nvPr/>
          </p:nvSpPr>
          <p:spPr bwMode="auto">
            <a:xfrm>
              <a:off x="3597275" y="33670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72741" name="Line 1061">
              <a:extLst>
                <a:ext uri="{FF2B5EF4-FFF2-40B4-BE49-F238E27FC236}">
                  <a16:creationId xmlns:a16="http://schemas.microsoft.com/office/drawing/2014/main" id="{1A367EB8-D63E-426C-9A15-2EE12F2DE63E}"/>
                </a:ext>
              </a:extLst>
            </p:cNvPr>
            <p:cNvSpPr>
              <a:spLocks noChangeShapeType="1"/>
            </p:cNvSpPr>
            <p:nvPr/>
          </p:nvSpPr>
          <p:spPr bwMode="auto">
            <a:xfrm>
              <a:off x="6324600" y="2286000"/>
              <a:ext cx="228600" cy="4572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42" name="Line 1062">
              <a:extLst>
                <a:ext uri="{FF2B5EF4-FFF2-40B4-BE49-F238E27FC236}">
                  <a16:creationId xmlns:a16="http://schemas.microsoft.com/office/drawing/2014/main" id="{2D48F12D-881F-8922-017F-10D119C421B2}"/>
                </a:ext>
              </a:extLst>
            </p:cNvPr>
            <p:cNvSpPr>
              <a:spLocks noChangeShapeType="1"/>
            </p:cNvSpPr>
            <p:nvPr/>
          </p:nvSpPr>
          <p:spPr bwMode="auto">
            <a:xfrm flipH="1">
              <a:off x="5867400" y="2286000"/>
              <a:ext cx="304800" cy="4572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43" name="Line 1063">
              <a:extLst>
                <a:ext uri="{FF2B5EF4-FFF2-40B4-BE49-F238E27FC236}">
                  <a16:creationId xmlns:a16="http://schemas.microsoft.com/office/drawing/2014/main" id="{F36C9801-ED0C-A504-4C8F-4D8256DC3537}"/>
                </a:ext>
              </a:extLst>
            </p:cNvPr>
            <p:cNvSpPr>
              <a:spLocks noChangeShapeType="1"/>
            </p:cNvSpPr>
            <p:nvPr/>
          </p:nvSpPr>
          <p:spPr bwMode="auto">
            <a:xfrm flipH="1">
              <a:off x="6324600" y="1600200"/>
              <a:ext cx="381000" cy="4572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44" name="Line 1064">
              <a:extLst>
                <a:ext uri="{FF2B5EF4-FFF2-40B4-BE49-F238E27FC236}">
                  <a16:creationId xmlns:a16="http://schemas.microsoft.com/office/drawing/2014/main" id="{EA031720-0330-0321-0E47-1A7E5FA8793C}"/>
                </a:ext>
              </a:extLst>
            </p:cNvPr>
            <p:cNvSpPr>
              <a:spLocks noChangeShapeType="1"/>
            </p:cNvSpPr>
            <p:nvPr/>
          </p:nvSpPr>
          <p:spPr bwMode="auto">
            <a:xfrm>
              <a:off x="6934200" y="1524000"/>
              <a:ext cx="381000" cy="4572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45" name="Oval 1065">
              <a:extLst>
                <a:ext uri="{FF2B5EF4-FFF2-40B4-BE49-F238E27FC236}">
                  <a16:creationId xmlns:a16="http://schemas.microsoft.com/office/drawing/2014/main" id="{9F275A3A-4827-90ED-234C-7A7EC00583F9}"/>
                </a:ext>
              </a:extLst>
            </p:cNvPr>
            <p:cNvSpPr>
              <a:spLocks noChangeArrowheads="1"/>
            </p:cNvSpPr>
            <p:nvPr/>
          </p:nvSpPr>
          <p:spPr bwMode="auto">
            <a:xfrm>
              <a:off x="6629400" y="1219200"/>
              <a:ext cx="457200" cy="457200"/>
            </a:xfrm>
            <a:prstGeom prst="ellipse">
              <a:avLst/>
            </a:prstGeom>
            <a:solidFill>
              <a:srgbClr val="FFFFCC"/>
            </a:solidFill>
            <a:ln w="38100">
              <a:solidFill>
                <a:schemeClr val="accent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2746" name="Oval 1066">
              <a:extLst>
                <a:ext uri="{FF2B5EF4-FFF2-40B4-BE49-F238E27FC236}">
                  <a16:creationId xmlns:a16="http://schemas.microsoft.com/office/drawing/2014/main" id="{2010469E-E221-0C17-877E-E2E2F8CEE253}"/>
                </a:ext>
              </a:extLst>
            </p:cNvPr>
            <p:cNvSpPr>
              <a:spLocks noChangeArrowheads="1"/>
            </p:cNvSpPr>
            <p:nvPr/>
          </p:nvSpPr>
          <p:spPr bwMode="auto">
            <a:xfrm>
              <a:off x="7162800" y="1905000"/>
              <a:ext cx="457200" cy="457200"/>
            </a:xfrm>
            <a:prstGeom prst="ellipse">
              <a:avLst/>
            </a:prstGeom>
            <a:solidFill>
              <a:srgbClr val="FFFFCC"/>
            </a:solidFill>
            <a:ln w="38100">
              <a:solidFill>
                <a:schemeClr val="accent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2747" name="Text Box 1067">
              <a:extLst>
                <a:ext uri="{FF2B5EF4-FFF2-40B4-BE49-F238E27FC236}">
                  <a16:creationId xmlns:a16="http://schemas.microsoft.com/office/drawing/2014/main" id="{2FA9777C-932F-6812-E30A-6C0FA44761EA}"/>
                </a:ext>
              </a:extLst>
            </p:cNvPr>
            <p:cNvSpPr txBox="1">
              <a:spLocks noChangeArrowheads="1"/>
            </p:cNvSpPr>
            <p:nvPr/>
          </p:nvSpPr>
          <p:spPr bwMode="auto">
            <a:xfrm>
              <a:off x="7175500" y="1843088"/>
              <a:ext cx="420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72748" name="Text Box 1068">
              <a:extLst>
                <a:ext uri="{FF2B5EF4-FFF2-40B4-BE49-F238E27FC236}">
                  <a16:creationId xmlns:a16="http://schemas.microsoft.com/office/drawing/2014/main" id="{A8CA2574-89D7-453E-355C-525FF4F96D1C}"/>
                </a:ext>
              </a:extLst>
            </p:cNvPr>
            <p:cNvSpPr txBox="1">
              <a:spLocks noChangeArrowheads="1"/>
            </p:cNvSpPr>
            <p:nvPr/>
          </p:nvSpPr>
          <p:spPr bwMode="auto">
            <a:xfrm>
              <a:off x="6645275" y="11430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72749" name="Oval 1069">
              <a:extLst>
                <a:ext uri="{FF2B5EF4-FFF2-40B4-BE49-F238E27FC236}">
                  <a16:creationId xmlns:a16="http://schemas.microsoft.com/office/drawing/2014/main" id="{029D575C-FBD4-C4CA-0638-422891E72808}"/>
                </a:ext>
              </a:extLst>
            </p:cNvPr>
            <p:cNvSpPr>
              <a:spLocks noChangeArrowheads="1"/>
            </p:cNvSpPr>
            <p:nvPr/>
          </p:nvSpPr>
          <p:spPr bwMode="auto">
            <a:xfrm>
              <a:off x="6019800" y="1905000"/>
              <a:ext cx="457200" cy="457200"/>
            </a:xfrm>
            <a:prstGeom prst="ellipse">
              <a:avLst/>
            </a:prstGeom>
            <a:solidFill>
              <a:srgbClr val="FFFFCC"/>
            </a:solidFill>
            <a:ln w="38100">
              <a:solidFill>
                <a:schemeClr val="accent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2750" name="Text Box 1070">
              <a:extLst>
                <a:ext uri="{FF2B5EF4-FFF2-40B4-BE49-F238E27FC236}">
                  <a16:creationId xmlns:a16="http://schemas.microsoft.com/office/drawing/2014/main" id="{466DECD7-21CA-629A-6E7C-A644F4E40BBD}"/>
                </a:ext>
              </a:extLst>
            </p:cNvPr>
            <p:cNvSpPr txBox="1">
              <a:spLocks noChangeArrowheads="1"/>
            </p:cNvSpPr>
            <p:nvPr/>
          </p:nvSpPr>
          <p:spPr bwMode="auto">
            <a:xfrm>
              <a:off x="6045200" y="1843088"/>
              <a:ext cx="420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72751" name="Oval 1071">
              <a:extLst>
                <a:ext uri="{FF2B5EF4-FFF2-40B4-BE49-F238E27FC236}">
                  <a16:creationId xmlns:a16="http://schemas.microsoft.com/office/drawing/2014/main" id="{896EC7C1-C4A6-D429-3BA3-4DB3D7B48F8C}"/>
                </a:ext>
              </a:extLst>
            </p:cNvPr>
            <p:cNvSpPr>
              <a:spLocks noChangeArrowheads="1"/>
            </p:cNvSpPr>
            <p:nvPr/>
          </p:nvSpPr>
          <p:spPr bwMode="auto">
            <a:xfrm>
              <a:off x="5562600" y="2652713"/>
              <a:ext cx="457200" cy="457200"/>
            </a:xfrm>
            <a:prstGeom prst="ellipse">
              <a:avLst/>
            </a:prstGeom>
            <a:solidFill>
              <a:srgbClr val="FFFFCC"/>
            </a:solidFill>
            <a:ln w="38100">
              <a:solidFill>
                <a:schemeClr val="accent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2752" name="Text Box 1072">
              <a:extLst>
                <a:ext uri="{FF2B5EF4-FFF2-40B4-BE49-F238E27FC236}">
                  <a16:creationId xmlns:a16="http://schemas.microsoft.com/office/drawing/2014/main" id="{FC967461-6928-7DC8-4AD3-E3D8FE555DB1}"/>
                </a:ext>
              </a:extLst>
            </p:cNvPr>
            <p:cNvSpPr txBox="1">
              <a:spLocks noChangeArrowheads="1"/>
            </p:cNvSpPr>
            <p:nvPr/>
          </p:nvSpPr>
          <p:spPr bwMode="auto">
            <a:xfrm>
              <a:off x="5568950" y="2590800"/>
              <a:ext cx="4603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H</a:t>
              </a:r>
              <a:endParaRPr kumimoji="1" lang="en-US" altLang="zh-CN" sz="2400">
                <a:latin typeface="Times New Roman" panose="02020603050405020304" pitchFamily="18" charset="0"/>
                <a:ea typeface="宋体" panose="02010600030101010101" pitchFamily="2" charset="-122"/>
              </a:endParaRPr>
            </a:p>
          </p:txBody>
        </p:sp>
        <p:sp>
          <p:nvSpPr>
            <p:cNvPr id="72753" name="Oval 1073">
              <a:extLst>
                <a:ext uri="{FF2B5EF4-FFF2-40B4-BE49-F238E27FC236}">
                  <a16:creationId xmlns:a16="http://schemas.microsoft.com/office/drawing/2014/main" id="{1933A924-F52B-BB4B-8D9D-38687BF2134F}"/>
                </a:ext>
              </a:extLst>
            </p:cNvPr>
            <p:cNvSpPr>
              <a:spLocks noChangeArrowheads="1"/>
            </p:cNvSpPr>
            <p:nvPr/>
          </p:nvSpPr>
          <p:spPr bwMode="auto">
            <a:xfrm>
              <a:off x="6400800" y="2638425"/>
              <a:ext cx="457200" cy="457200"/>
            </a:xfrm>
            <a:prstGeom prst="ellipse">
              <a:avLst/>
            </a:prstGeom>
            <a:solidFill>
              <a:srgbClr val="FFFFCC"/>
            </a:solidFill>
            <a:ln w="38100">
              <a:solidFill>
                <a:schemeClr val="accent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2754" name="Text Box 1074">
              <a:extLst>
                <a:ext uri="{FF2B5EF4-FFF2-40B4-BE49-F238E27FC236}">
                  <a16:creationId xmlns:a16="http://schemas.microsoft.com/office/drawing/2014/main" id="{324DA4AB-06E3-F389-B11E-4D031692B497}"/>
                </a:ext>
              </a:extLst>
            </p:cNvPr>
            <p:cNvSpPr txBox="1">
              <a:spLocks noChangeArrowheads="1"/>
            </p:cNvSpPr>
            <p:nvPr/>
          </p:nvSpPr>
          <p:spPr bwMode="auto">
            <a:xfrm>
              <a:off x="6321425" y="2590800"/>
              <a:ext cx="6889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72755" name="Line 1075">
              <a:extLst>
                <a:ext uri="{FF2B5EF4-FFF2-40B4-BE49-F238E27FC236}">
                  <a16:creationId xmlns:a16="http://schemas.microsoft.com/office/drawing/2014/main" id="{2B4DD8F0-BAFD-152B-D1FC-3EB5141394A5}"/>
                </a:ext>
              </a:extLst>
            </p:cNvPr>
            <p:cNvSpPr>
              <a:spLocks noChangeShapeType="1"/>
            </p:cNvSpPr>
            <p:nvPr/>
          </p:nvSpPr>
          <p:spPr bwMode="auto">
            <a:xfrm flipH="1">
              <a:off x="6324600" y="3048000"/>
              <a:ext cx="228600" cy="471488"/>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56" name="Oval 1076">
              <a:extLst>
                <a:ext uri="{FF2B5EF4-FFF2-40B4-BE49-F238E27FC236}">
                  <a16:creationId xmlns:a16="http://schemas.microsoft.com/office/drawing/2014/main" id="{3FFA2D4F-4F42-8DD9-4472-56A24C5DB7CF}"/>
                </a:ext>
              </a:extLst>
            </p:cNvPr>
            <p:cNvSpPr>
              <a:spLocks noChangeArrowheads="1"/>
            </p:cNvSpPr>
            <p:nvPr/>
          </p:nvSpPr>
          <p:spPr bwMode="auto">
            <a:xfrm>
              <a:off x="6019800" y="3429000"/>
              <a:ext cx="457200" cy="457200"/>
            </a:xfrm>
            <a:prstGeom prst="ellipse">
              <a:avLst/>
            </a:prstGeom>
            <a:solidFill>
              <a:srgbClr val="FFFFCC"/>
            </a:solidFill>
            <a:ln w="38100">
              <a:solidFill>
                <a:schemeClr val="accent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2757" name="Text Box 1077">
              <a:extLst>
                <a:ext uri="{FF2B5EF4-FFF2-40B4-BE49-F238E27FC236}">
                  <a16:creationId xmlns:a16="http://schemas.microsoft.com/office/drawing/2014/main" id="{4F0CC29F-0C42-73C3-305F-2F9F5194987A}"/>
                </a:ext>
              </a:extLst>
            </p:cNvPr>
            <p:cNvSpPr txBox="1">
              <a:spLocks noChangeArrowheads="1"/>
            </p:cNvSpPr>
            <p:nvPr/>
          </p:nvSpPr>
          <p:spPr bwMode="auto">
            <a:xfrm>
              <a:off x="6035675" y="33670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72758" name="Line 1078">
              <a:extLst>
                <a:ext uri="{FF2B5EF4-FFF2-40B4-BE49-F238E27FC236}">
                  <a16:creationId xmlns:a16="http://schemas.microsoft.com/office/drawing/2014/main" id="{8C329A1F-46E7-9349-F9B7-1B2763B9551D}"/>
                </a:ext>
              </a:extLst>
            </p:cNvPr>
            <p:cNvSpPr>
              <a:spLocks noChangeShapeType="1"/>
            </p:cNvSpPr>
            <p:nvPr/>
          </p:nvSpPr>
          <p:spPr bwMode="auto">
            <a:xfrm>
              <a:off x="3200400" y="4495800"/>
              <a:ext cx="381000" cy="6096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59" name="Line 1079">
              <a:extLst>
                <a:ext uri="{FF2B5EF4-FFF2-40B4-BE49-F238E27FC236}">
                  <a16:creationId xmlns:a16="http://schemas.microsoft.com/office/drawing/2014/main" id="{3748BF25-8F0B-92BF-90FF-1B18B6DD5E1B}"/>
                </a:ext>
              </a:extLst>
            </p:cNvPr>
            <p:cNvSpPr>
              <a:spLocks noChangeShapeType="1"/>
            </p:cNvSpPr>
            <p:nvPr/>
          </p:nvSpPr>
          <p:spPr bwMode="auto">
            <a:xfrm>
              <a:off x="2057400" y="4572000"/>
              <a:ext cx="228600" cy="4572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60" name="Line 1080">
              <a:extLst>
                <a:ext uri="{FF2B5EF4-FFF2-40B4-BE49-F238E27FC236}">
                  <a16:creationId xmlns:a16="http://schemas.microsoft.com/office/drawing/2014/main" id="{08CA66AF-1C3C-1EDF-DE26-3614A9A3895C}"/>
                </a:ext>
              </a:extLst>
            </p:cNvPr>
            <p:cNvSpPr>
              <a:spLocks noChangeShapeType="1"/>
            </p:cNvSpPr>
            <p:nvPr/>
          </p:nvSpPr>
          <p:spPr bwMode="auto">
            <a:xfrm flipH="1">
              <a:off x="1600200" y="4572000"/>
              <a:ext cx="304800" cy="4572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61" name="Line 1081">
              <a:extLst>
                <a:ext uri="{FF2B5EF4-FFF2-40B4-BE49-F238E27FC236}">
                  <a16:creationId xmlns:a16="http://schemas.microsoft.com/office/drawing/2014/main" id="{557094F4-5D74-7CB0-80D9-7DBC551BA335}"/>
                </a:ext>
              </a:extLst>
            </p:cNvPr>
            <p:cNvSpPr>
              <a:spLocks noChangeShapeType="1"/>
            </p:cNvSpPr>
            <p:nvPr/>
          </p:nvSpPr>
          <p:spPr bwMode="auto">
            <a:xfrm flipH="1">
              <a:off x="2057400" y="3886200"/>
              <a:ext cx="381000" cy="4572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62" name="Line 1082">
              <a:extLst>
                <a:ext uri="{FF2B5EF4-FFF2-40B4-BE49-F238E27FC236}">
                  <a16:creationId xmlns:a16="http://schemas.microsoft.com/office/drawing/2014/main" id="{96C3408A-1BA6-8E4B-A4B2-6FE7772F0B92}"/>
                </a:ext>
              </a:extLst>
            </p:cNvPr>
            <p:cNvSpPr>
              <a:spLocks noChangeShapeType="1"/>
            </p:cNvSpPr>
            <p:nvPr/>
          </p:nvSpPr>
          <p:spPr bwMode="auto">
            <a:xfrm>
              <a:off x="2667000" y="3810000"/>
              <a:ext cx="381000" cy="4572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63" name="Oval 1083">
              <a:extLst>
                <a:ext uri="{FF2B5EF4-FFF2-40B4-BE49-F238E27FC236}">
                  <a16:creationId xmlns:a16="http://schemas.microsoft.com/office/drawing/2014/main" id="{7C39D5FF-A18E-25DC-BA0D-05A88F7E36D3}"/>
                </a:ext>
              </a:extLst>
            </p:cNvPr>
            <p:cNvSpPr>
              <a:spLocks noChangeArrowheads="1"/>
            </p:cNvSpPr>
            <p:nvPr/>
          </p:nvSpPr>
          <p:spPr bwMode="auto">
            <a:xfrm>
              <a:off x="2362200" y="3505200"/>
              <a:ext cx="457200" cy="457200"/>
            </a:xfrm>
            <a:prstGeom prst="ellipse">
              <a:avLst/>
            </a:prstGeom>
            <a:solidFill>
              <a:srgbClr val="FFFFCC"/>
            </a:solidFill>
            <a:ln w="38100">
              <a:solidFill>
                <a:schemeClr val="accent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2764" name="Oval 1084">
              <a:extLst>
                <a:ext uri="{FF2B5EF4-FFF2-40B4-BE49-F238E27FC236}">
                  <a16:creationId xmlns:a16="http://schemas.microsoft.com/office/drawing/2014/main" id="{049687CC-343A-A13E-ABDD-A101F877B15F}"/>
                </a:ext>
              </a:extLst>
            </p:cNvPr>
            <p:cNvSpPr>
              <a:spLocks noChangeArrowheads="1"/>
            </p:cNvSpPr>
            <p:nvPr/>
          </p:nvSpPr>
          <p:spPr bwMode="auto">
            <a:xfrm>
              <a:off x="2895600" y="4191000"/>
              <a:ext cx="457200" cy="457200"/>
            </a:xfrm>
            <a:prstGeom prst="ellipse">
              <a:avLst/>
            </a:prstGeom>
            <a:solidFill>
              <a:srgbClr val="FFFFCC"/>
            </a:solidFill>
            <a:ln w="38100">
              <a:solidFill>
                <a:schemeClr val="accent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2765" name="Text Box 1085">
              <a:extLst>
                <a:ext uri="{FF2B5EF4-FFF2-40B4-BE49-F238E27FC236}">
                  <a16:creationId xmlns:a16="http://schemas.microsoft.com/office/drawing/2014/main" id="{34672528-BD87-02C3-52C6-AB51CBEC9838}"/>
                </a:ext>
              </a:extLst>
            </p:cNvPr>
            <p:cNvSpPr txBox="1">
              <a:spLocks noChangeArrowheads="1"/>
            </p:cNvSpPr>
            <p:nvPr/>
          </p:nvSpPr>
          <p:spPr bwMode="auto">
            <a:xfrm>
              <a:off x="2908300" y="4129088"/>
              <a:ext cx="420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72766" name="Text Box 1086">
              <a:extLst>
                <a:ext uri="{FF2B5EF4-FFF2-40B4-BE49-F238E27FC236}">
                  <a16:creationId xmlns:a16="http://schemas.microsoft.com/office/drawing/2014/main" id="{3F285CBD-E662-AE66-B55E-BA9813CFFAE6}"/>
                </a:ext>
              </a:extLst>
            </p:cNvPr>
            <p:cNvSpPr txBox="1">
              <a:spLocks noChangeArrowheads="1"/>
            </p:cNvSpPr>
            <p:nvPr/>
          </p:nvSpPr>
          <p:spPr bwMode="auto">
            <a:xfrm>
              <a:off x="2378075" y="34290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72767" name="Oval 1087">
              <a:extLst>
                <a:ext uri="{FF2B5EF4-FFF2-40B4-BE49-F238E27FC236}">
                  <a16:creationId xmlns:a16="http://schemas.microsoft.com/office/drawing/2014/main" id="{D5DE056C-F3F2-A987-EBAE-C34D6146C071}"/>
                </a:ext>
              </a:extLst>
            </p:cNvPr>
            <p:cNvSpPr>
              <a:spLocks noChangeArrowheads="1"/>
            </p:cNvSpPr>
            <p:nvPr/>
          </p:nvSpPr>
          <p:spPr bwMode="auto">
            <a:xfrm>
              <a:off x="1752600" y="4191000"/>
              <a:ext cx="457200" cy="457200"/>
            </a:xfrm>
            <a:prstGeom prst="ellipse">
              <a:avLst/>
            </a:prstGeom>
            <a:solidFill>
              <a:srgbClr val="FFFFCC"/>
            </a:solidFill>
            <a:ln w="38100">
              <a:solidFill>
                <a:schemeClr val="accent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2768" name="Text Box 1088">
              <a:extLst>
                <a:ext uri="{FF2B5EF4-FFF2-40B4-BE49-F238E27FC236}">
                  <a16:creationId xmlns:a16="http://schemas.microsoft.com/office/drawing/2014/main" id="{63C95454-4DFE-2198-011A-0AFBB0E3D627}"/>
                </a:ext>
              </a:extLst>
            </p:cNvPr>
            <p:cNvSpPr txBox="1">
              <a:spLocks noChangeArrowheads="1"/>
            </p:cNvSpPr>
            <p:nvPr/>
          </p:nvSpPr>
          <p:spPr bwMode="auto">
            <a:xfrm>
              <a:off x="1778000" y="4129088"/>
              <a:ext cx="420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72769" name="Oval 1089">
              <a:extLst>
                <a:ext uri="{FF2B5EF4-FFF2-40B4-BE49-F238E27FC236}">
                  <a16:creationId xmlns:a16="http://schemas.microsoft.com/office/drawing/2014/main" id="{C12E141C-84D1-10E4-2843-BA00AFCC621F}"/>
                </a:ext>
              </a:extLst>
            </p:cNvPr>
            <p:cNvSpPr>
              <a:spLocks noChangeArrowheads="1"/>
            </p:cNvSpPr>
            <p:nvPr/>
          </p:nvSpPr>
          <p:spPr bwMode="auto">
            <a:xfrm>
              <a:off x="1295400" y="4938713"/>
              <a:ext cx="457200" cy="457200"/>
            </a:xfrm>
            <a:prstGeom prst="ellipse">
              <a:avLst/>
            </a:prstGeom>
            <a:solidFill>
              <a:srgbClr val="FFFFCC"/>
            </a:solidFill>
            <a:ln w="38100">
              <a:solidFill>
                <a:schemeClr val="accent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2770" name="Text Box 1090">
              <a:extLst>
                <a:ext uri="{FF2B5EF4-FFF2-40B4-BE49-F238E27FC236}">
                  <a16:creationId xmlns:a16="http://schemas.microsoft.com/office/drawing/2014/main" id="{C0982488-6E67-2D39-1998-DA3E78BED50A}"/>
                </a:ext>
              </a:extLst>
            </p:cNvPr>
            <p:cNvSpPr txBox="1">
              <a:spLocks noChangeArrowheads="1"/>
            </p:cNvSpPr>
            <p:nvPr/>
          </p:nvSpPr>
          <p:spPr bwMode="auto">
            <a:xfrm>
              <a:off x="1301750" y="4876800"/>
              <a:ext cx="4603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H</a:t>
              </a:r>
              <a:endParaRPr kumimoji="1" lang="en-US" altLang="zh-CN" sz="2400">
                <a:latin typeface="Times New Roman" panose="02020603050405020304" pitchFamily="18" charset="0"/>
                <a:ea typeface="宋体" panose="02010600030101010101" pitchFamily="2" charset="-122"/>
              </a:endParaRPr>
            </a:p>
          </p:txBody>
        </p:sp>
        <p:sp>
          <p:nvSpPr>
            <p:cNvPr id="72771" name="Oval 1091">
              <a:extLst>
                <a:ext uri="{FF2B5EF4-FFF2-40B4-BE49-F238E27FC236}">
                  <a16:creationId xmlns:a16="http://schemas.microsoft.com/office/drawing/2014/main" id="{47482E88-7FD7-8946-0FC0-9359D53B5EEF}"/>
                </a:ext>
              </a:extLst>
            </p:cNvPr>
            <p:cNvSpPr>
              <a:spLocks noChangeArrowheads="1"/>
            </p:cNvSpPr>
            <p:nvPr/>
          </p:nvSpPr>
          <p:spPr bwMode="auto">
            <a:xfrm>
              <a:off x="2133600" y="4924425"/>
              <a:ext cx="457200" cy="457200"/>
            </a:xfrm>
            <a:prstGeom prst="ellipse">
              <a:avLst/>
            </a:prstGeom>
            <a:solidFill>
              <a:srgbClr val="FFFFCC"/>
            </a:solidFill>
            <a:ln w="38100">
              <a:solidFill>
                <a:schemeClr val="accent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2772" name="Text Box 1092">
              <a:extLst>
                <a:ext uri="{FF2B5EF4-FFF2-40B4-BE49-F238E27FC236}">
                  <a16:creationId xmlns:a16="http://schemas.microsoft.com/office/drawing/2014/main" id="{6131BA80-5BEF-FAD5-D486-38213C59D8AF}"/>
                </a:ext>
              </a:extLst>
            </p:cNvPr>
            <p:cNvSpPr txBox="1">
              <a:spLocks noChangeArrowheads="1"/>
            </p:cNvSpPr>
            <p:nvPr/>
          </p:nvSpPr>
          <p:spPr bwMode="auto">
            <a:xfrm>
              <a:off x="2054225" y="4876800"/>
              <a:ext cx="6889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72773" name="Line 1093">
              <a:extLst>
                <a:ext uri="{FF2B5EF4-FFF2-40B4-BE49-F238E27FC236}">
                  <a16:creationId xmlns:a16="http://schemas.microsoft.com/office/drawing/2014/main" id="{1AB4FFBD-57EE-C76A-6B5E-B30FFE547940}"/>
                </a:ext>
              </a:extLst>
            </p:cNvPr>
            <p:cNvSpPr>
              <a:spLocks noChangeShapeType="1"/>
            </p:cNvSpPr>
            <p:nvPr/>
          </p:nvSpPr>
          <p:spPr bwMode="auto">
            <a:xfrm flipH="1">
              <a:off x="2057400" y="5334000"/>
              <a:ext cx="228600" cy="471488"/>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74" name="Oval 1094">
              <a:extLst>
                <a:ext uri="{FF2B5EF4-FFF2-40B4-BE49-F238E27FC236}">
                  <a16:creationId xmlns:a16="http://schemas.microsoft.com/office/drawing/2014/main" id="{C3F2C7F2-19F9-5171-7291-11ED3E25203C}"/>
                </a:ext>
              </a:extLst>
            </p:cNvPr>
            <p:cNvSpPr>
              <a:spLocks noChangeArrowheads="1"/>
            </p:cNvSpPr>
            <p:nvPr/>
          </p:nvSpPr>
          <p:spPr bwMode="auto">
            <a:xfrm>
              <a:off x="1752600" y="5715000"/>
              <a:ext cx="457200" cy="457200"/>
            </a:xfrm>
            <a:prstGeom prst="ellipse">
              <a:avLst/>
            </a:prstGeom>
            <a:solidFill>
              <a:srgbClr val="FFFFCC"/>
            </a:solidFill>
            <a:ln w="38100">
              <a:solidFill>
                <a:schemeClr val="accent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2775" name="Text Box 1095">
              <a:extLst>
                <a:ext uri="{FF2B5EF4-FFF2-40B4-BE49-F238E27FC236}">
                  <a16:creationId xmlns:a16="http://schemas.microsoft.com/office/drawing/2014/main" id="{459A4B64-3C3A-7664-EC32-1F4BB4BD3B4C}"/>
                </a:ext>
              </a:extLst>
            </p:cNvPr>
            <p:cNvSpPr txBox="1">
              <a:spLocks noChangeArrowheads="1"/>
            </p:cNvSpPr>
            <p:nvPr/>
          </p:nvSpPr>
          <p:spPr bwMode="auto">
            <a:xfrm>
              <a:off x="1768475" y="56530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72776" name="Line 1096">
              <a:extLst>
                <a:ext uri="{FF2B5EF4-FFF2-40B4-BE49-F238E27FC236}">
                  <a16:creationId xmlns:a16="http://schemas.microsoft.com/office/drawing/2014/main" id="{318F2C6A-A165-EEC7-64B8-DBE09DB45817}"/>
                </a:ext>
              </a:extLst>
            </p:cNvPr>
            <p:cNvSpPr>
              <a:spLocks noChangeShapeType="1"/>
            </p:cNvSpPr>
            <p:nvPr/>
          </p:nvSpPr>
          <p:spPr bwMode="auto">
            <a:xfrm>
              <a:off x="3657600" y="5257800"/>
              <a:ext cx="304800" cy="4572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77" name="Line 1097">
              <a:extLst>
                <a:ext uri="{FF2B5EF4-FFF2-40B4-BE49-F238E27FC236}">
                  <a16:creationId xmlns:a16="http://schemas.microsoft.com/office/drawing/2014/main" id="{F83C0EDF-AAF1-1120-1021-EB5842BA31DA}"/>
                </a:ext>
              </a:extLst>
            </p:cNvPr>
            <p:cNvSpPr>
              <a:spLocks noChangeShapeType="1"/>
            </p:cNvSpPr>
            <p:nvPr/>
          </p:nvSpPr>
          <p:spPr bwMode="auto">
            <a:xfrm flipH="1">
              <a:off x="3200400" y="5319713"/>
              <a:ext cx="304800" cy="4572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78" name="Oval 1098">
              <a:extLst>
                <a:ext uri="{FF2B5EF4-FFF2-40B4-BE49-F238E27FC236}">
                  <a16:creationId xmlns:a16="http://schemas.microsoft.com/office/drawing/2014/main" id="{A25D1C7E-CAD9-AC07-9A5E-1FC496B08904}"/>
                </a:ext>
              </a:extLst>
            </p:cNvPr>
            <p:cNvSpPr>
              <a:spLocks noChangeArrowheads="1"/>
            </p:cNvSpPr>
            <p:nvPr/>
          </p:nvSpPr>
          <p:spPr bwMode="auto">
            <a:xfrm>
              <a:off x="3352800" y="4938713"/>
              <a:ext cx="457200" cy="457200"/>
            </a:xfrm>
            <a:prstGeom prst="ellipse">
              <a:avLst/>
            </a:prstGeom>
            <a:solidFill>
              <a:srgbClr val="FFFFCC"/>
            </a:solidFill>
            <a:ln w="38100">
              <a:solidFill>
                <a:schemeClr val="accent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2779" name="Text Box 1099">
              <a:extLst>
                <a:ext uri="{FF2B5EF4-FFF2-40B4-BE49-F238E27FC236}">
                  <a16:creationId xmlns:a16="http://schemas.microsoft.com/office/drawing/2014/main" id="{4FC2AE3D-4061-7108-58BB-1B1DF626E947}"/>
                </a:ext>
              </a:extLst>
            </p:cNvPr>
            <p:cNvSpPr txBox="1">
              <a:spLocks noChangeArrowheads="1"/>
            </p:cNvSpPr>
            <p:nvPr/>
          </p:nvSpPr>
          <p:spPr bwMode="auto">
            <a:xfrm>
              <a:off x="3368675" y="48768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72780" name="Oval 1100">
              <a:extLst>
                <a:ext uri="{FF2B5EF4-FFF2-40B4-BE49-F238E27FC236}">
                  <a16:creationId xmlns:a16="http://schemas.microsoft.com/office/drawing/2014/main" id="{CB17DD73-6164-7F4F-425D-898361532D3F}"/>
                </a:ext>
              </a:extLst>
            </p:cNvPr>
            <p:cNvSpPr>
              <a:spLocks noChangeArrowheads="1"/>
            </p:cNvSpPr>
            <p:nvPr/>
          </p:nvSpPr>
          <p:spPr bwMode="auto">
            <a:xfrm>
              <a:off x="2895600" y="5686425"/>
              <a:ext cx="457200" cy="457200"/>
            </a:xfrm>
            <a:prstGeom prst="ellipse">
              <a:avLst/>
            </a:prstGeom>
            <a:solidFill>
              <a:srgbClr val="FFFFCC"/>
            </a:solidFill>
            <a:ln w="38100">
              <a:solidFill>
                <a:schemeClr val="accent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2781" name="Text Box 1101">
              <a:extLst>
                <a:ext uri="{FF2B5EF4-FFF2-40B4-BE49-F238E27FC236}">
                  <a16:creationId xmlns:a16="http://schemas.microsoft.com/office/drawing/2014/main" id="{B12194D2-2E1A-726A-D7E3-B68ED0BD711D}"/>
                </a:ext>
              </a:extLst>
            </p:cNvPr>
            <p:cNvSpPr txBox="1">
              <a:spLocks noChangeArrowheads="1"/>
            </p:cNvSpPr>
            <p:nvPr/>
          </p:nvSpPr>
          <p:spPr bwMode="auto">
            <a:xfrm>
              <a:off x="2901950" y="5624513"/>
              <a:ext cx="4603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K</a:t>
              </a:r>
              <a:endParaRPr kumimoji="1" lang="en-US" altLang="zh-CN" sz="2400">
                <a:latin typeface="Times New Roman" panose="02020603050405020304" pitchFamily="18" charset="0"/>
                <a:ea typeface="宋体" panose="02010600030101010101" pitchFamily="2" charset="-122"/>
              </a:endParaRPr>
            </a:p>
          </p:txBody>
        </p:sp>
        <p:sp>
          <p:nvSpPr>
            <p:cNvPr id="72782" name="Oval 1102">
              <a:extLst>
                <a:ext uri="{FF2B5EF4-FFF2-40B4-BE49-F238E27FC236}">
                  <a16:creationId xmlns:a16="http://schemas.microsoft.com/office/drawing/2014/main" id="{C60E0228-8822-767D-9C9E-EA11886DB3B0}"/>
                </a:ext>
              </a:extLst>
            </p:cNvPr>
            <p:cNvSpPr>
              <a:spLocks noChangeArrowheads="1"/>
            </p:cNvSpPr>
            <p:nvPr/>
          </p:nvSpPr>
          <p:spPr bwMode="auto">
            <a:xfrm>
              <a:off x="3810000" y="5672138"/>
              <a:ext cx="457200" cy="457200"/>
            </a:xfrm>
            <a:prstGeom prst="ellipse">
              <a:avLst/>
            </a:prstGeom>
            <a:solidFill>
              <a:srgbClr val="FFFFCC"/>
            </a:solidFill>
            <a:ln w="38100">
              <a:solidFill>
                <a:schemeClr val="accent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2783" name="Text Box 1103">
              <a:extLst>
                <a:ext uri="{FF2B5EF4-FFF2-40B4-BE49-F238E27FC236}">
                  <a16:creationId xmlns:a16="http://schemas.microsoft.com/office/drawing/2014/main" id="{0E5D9852-E3AB-9500-E460-32BF8DCCEEEC}"/>
                </a:ext>
              </a:extLst>
            </p:cNvPr>
            <p:cNvSpPr txBox="1">
              <a:spLocks noChangeArrowheads="1"/>
            </p:cNvSpPr>
            <p:nvPr/>
          </p:nvSpPr>
          <p:spPr bwMode="auto">
            <a:xfrm>
              <a:off x="3657600" y="5624513"/>
              <a:ext cx="6889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G</a:t>
              </a:r>
              <a:endParaRPr kumimoji="1" lang="en-US" altLang="zh-CN" sz="2400">
                <a:latin typeface="Times New Roman" panose="02020603050405020304" pitchFamily="18" charset="0"/>
                <a:ea typeface="宋体" panose="02010600030101010101" pitchFamily="2" charset="-122"/>
              </a:endParaRPr>
            </a:p>
          </p:txBody>
        </p:sp>
      </p:grpSp>
      <p:sp>
        <p:nvSpPr>
          <p:cNvPr id="2" name="灯片编号占位符 1">
            <a:extLst>
              <a:ext uri="{FF2B5EF4-FFF2-40B4-BE49-F238E27FC236}">
                <a16:creationId xmlns:a16="http://schemas.microsoft.com/office/drawing/2014/main" id="{11D317EC-69DE-6AEE-B2C4-7724E7A1057F}"/>
              </a:ext>
            </a:extLst>
          </p:cNvPr>
          <p:cNvSpPr>
            <a:spLocks noGrp="1"/>
          </p:cNvSpPr>
          <p:nvPr>
            <p:ph type="sldNum" sz="quarter" idx="12"/>
          </p:nvPr>
        </p:nvSpPr>
        <p:spPr/>
        <p:txBody>
          <a:bodyPr/>
          <a:lstStyle/>
          <a:p>
            <a:pPr>
              <a:defRPr/>
            </a:pPr>
            <a:fld id="{6DFA40DF-1FC0-4A1B-B86F-E962D94EFA14}" type="slidenum">
              <a:rPr lang="en-US" altLang="zh-CN" smtClean="0"/>
              <a:pPr>
                <a:defRPr/>
              </a:pPr>
              <a:t>58</a:t>
            </a:fld>
            <a:endParaRPr lang="en-US" altLang="zh-CN"/>
          </a:p>
        </p:txBody>
      </p:sp>
    </p:spTree>
  </p:cSld>
  <p:clrMapOvr>
    <a:masterClrMapping/>
  </p:clrMapOvr>
  <p:transition>
    <p:split/>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a:extLst>
              <a:ext uri="{FF2B5EF4-FFF2-40B4-BE49-F238E27FC236}">
                <a16:creationId xmlns:a16="http://schemas.microsoft.com/office/drawing/2014/main" id="{0D75BEAD-72B0-6389-72B4-5A2F2A7A6A74}"/>
              </a:ext>
            </a:extLst>
          </p:cNvPr>
          <p:cNvSpPr>
            <a:spLocks noGrp="1"/>
          </p:cNvSpPr>
          <p:nvPr>
            <p:ph idx="1"/>
          </p:nvPr>
        </p:nvSpPr>
        <p:spPr>
          <a:xfrm>
            <a:off x="628650" y="136525"/>
            <a:ext cx="7886700" cy="6040438"/>
          </a:xfrm>
        </p:spPr>
        <p:txBody>
          <a:bodyPr>
            <a:normAutofit fontScale="47500" lnSpcReduction="20000"/>
          </a:bodyPr>
          <a:lstStyle/>
          <a:p>
            <a:pPr marL="0" indent="0">
              <a:buNone/>
            </a:pPr>
            <a:r>
              <a:rPr lang="en-US" altLang="zh-CN" dirty="0"/>
              <a:t>template &lt;class T&gt;</a:t>
            </a:r>
          </a:p>
          <a:p>
            <a:pPr marL="0" indent="0">
              <a:buNone/>
            </a:pPr>
            <a:r>
              <a:rPr lang="en-US" altLang="zh-CN" dirty="0" err="1"/>
              <a:t>BinTreeNode</a:t>
            </a:r>
            <a:r>
              <a:rPr lang="en-US" altLang="zh-CN" dirty="0"/>
              <a:t>&lt;T&gt; *</a:t>
            </a:r>
            <a:r>
              <a:rPr lang="en-US" altLang="zh-CN" dirty="0" err="1"/>
              <a:t>createBinTree</a:t>
            </a:r>
            <a:r>
              <a:rPr lang="en-US" altLang="zh-CN" dirty="0"/>
              <a:t> (T pre[], T in[], int s1, int t1, int s2, int t2 ) {</a:t>
            </a:r>
          </a:p>
          <a:p>
            <a:pPr marL="0" indent="0">
              <a:buNone/>
            </a:pPr>
            <a:r>
              <a:rPr lang="en-US" altLang="zh-CN" dirty="0"/>
              <a:t>//</a:t>
            </a:r>
            <a:r>
              <a:rPr lang="zh-CN" altLang="en-US" dirty="0"/>
              <a:t>以前序序列</a:t>
            </a:r>
            <a:r>
              <a:rPr lang="en-US" altLang="zh-CN" dirty="0"/>
              <a:t>pre[s1..t1]</a:t>
            </a:r>
            <a:r>
              <a:rPr lang="zh-CN" altLang="en-US" dirty="0"/>
              <a:t>和中序序列</a:t>
            </a:r>
            <a:r>
              <a:rPr lang="en-US" altLang="zh-CN" dirty="0"/>
              <a:t>in[s2..t2]</a:t>
            </a:r>
            <a:r>
              <a:rPr lang="zh-CN" altLang="en-US" dirty="0"/>
              <a:t>构造二叉树，函数返回根指针</a:t>
            </a:r>
          </a:p>
          <a:p>
            <a:pPr marL="0" indent="0">
              <a:buNone/>
            </a:pPr>
            <a:r>
              <a:rPr lang="zh-CN" altLang="en-US" dirty="0"/>
              <a:t>     </a:t>
            </a:r>
            <a:r>
              <a:rPr lang="en-US" altLang="zh-CN" dirty="0"/>
              <a:t>int k;  </a:t>
            </a:r>
            <a:r>
              <a:rPr lang="en-US" altLang="zh-CN" dirty="0" err="1"/>
              <a:t>BinTreeNode</a:t>
            </a:r>
            <a:r>
              <a:rPr lang="en-US" altLang="zh-CN" dirty="0"/>
              <a:t>&lt;T&gt; *</a:t>
            </a:r>
            <a:r>
              <a:rPr lang="en-US" altLang="zh-CN" dirty="0" err="1"/>
              <a:t>ptr</a:t>
            </a:r>
            <a:r>
              <a:rPr lang="en-US" altLang="zh-CN" dirty="0"/>
              <a:t>;</a:t>
            </a:r>
          </a:p>
          <a:p>
            <a:pPr marL="0" indent="0">
              <a:buNone/>
            </a:pPr>
            <a:r>
              <a:rPr lang="en-US" altLang="zh-CN" dirty="0"/>
              <a:t>     if ( s1 &lt;= t1 ) {</a:t>
            </a:r>
          </a:p>
          <a:p>
            <a:pPr marL="0" indent="0">
              <a:buNone/>
            </a:pPr>
            <a:r>
              <a:rPr lang="en-US" altLang="zh-CN" dirty="0"/>
              <a:t>          </a:t>
            </a:r>
            <a:r>
              <a:rPr lang="en-US" altLang="zh-CN" dirty="0" err="1"/>
              <a:t>ptr</a:t>
            </a:r>
            <a:r>
              <a:rPr lang="en-US" altLang="zh-CN" dirty="0"/>
              <a:t> = new </a:t>
            </a:r>
            <a:r>
              <a:rPr lang="en-US" altLang="zh-CN" dirty="0" err="1"/>
              <a:t>BinTreeNode</a:t>
            </a:r>
            <a:r>
              <a:rPr lang="en-US" altLang="zh-CN" dirty="0"/>
              <a:t>&lt;T&gt;;	//</a:t>
            </a:r>
            <a:r>
              <a:rPr lang="zh-CN" altLang="en-US" dirty="0"/>
              <a:t>创建根结点</a:t>
            </a:r>
          </a:p>
          <a:p>
            <a:pPr marL="0" indent="0">
              <a:buNone/>
            </a:pPr>
            <a:r>
              <a:rPr lang="zh-CN" altLang="en-US" dirty="0"/>
              <a:t>          </a:t>
            </a:r>
            <a:r>
              <a:rPr lang="en-US" altLang="zh-CN" dirty="0" err="1"/>
              <a:t>ptr</a:t>
            </a:r>
            <a:r>
              <a:rPr lang="en-US" altLang="zh-CN" dirty="0"/>
              <a:t>-&gt;data = pre[s1];  </a:t>
            </a:r>
          </a:p>
          <a:p>
            <a:pPr marL="0" indent="0">
              <a:buNone/>
            </a:pPr>
            <a:r>
              <a:rPr lang="en-US" altLang="zh-CN" dirty="0"/>
              <a:t>          </a:t>
            </a:r>
            <a:r>
              <a:rPr lang="en-US" altLang="zh-CN" dirty="0" err="1"/>
              <a:t>ptr</a:t>
            </a:r>
            <a:r>
              <a:rPr lang="en-US" altLang="zh-CN" dirty="0"/>
              <a:t>-&gt;</a:t>
            </a:r>
            <a:r>
              <a:rPr lang="en-US" altLang="zh-CN" dirty="0" err="1"/>
              <a:t>leftChild</a:t>
            </a:r>
            <a:r>
              <a:rPr lang="en-US" altLang="zh-CN" dirty="0"/>
              <a:t> = </a:t>
            </a:r>
            <a:r>
              <a:rPr lang="en-US" altLang="zh-CN" dirty="0" err="1"/>
              <a:t>ptr</a:t>
            </a:r>
            <a:r>
              <a:rPr lang="en-US" altLang="zh-CN" dirty="0"/>
              <a:t>-&gt;</a:t>
            </a:r>
            <a:r>
              <a:rPr lang="en-US" altLang="zh-CN" dirty="0" err="1"/>
              <a:t>rightChild</a:t>
            </a:r>
            <a:r>
              <a:rPr lang="en-US" altLang="zh-CN" dirty="0"/>
              <a:t> = NULL;</a:t>
            </a:r>
          </a:p>
          <a:p>
            <a:pPr marL="0" indent="0">
              <a:buNone/>
            </a:pPr>
            <a:r>
              <a:rPr lang="en-US" altLang="zh-CN" dirty="0"/>
              <a:t>          for (k = s2; k &lt;= t2; k++)</a:t>
            </a:r>
          </a:p>
          <a:p>
            <a:pPr marL="0" indent="0">
              <a:buNone/>
            </a:pPr>
            <a:r>
              <a:rPr lang="en-US" altLang="zh-CN" dirty="0"/>
              <a:t>               if (in[k] == pre[s1]) break;    //</a:t>
            </a:r>
            <a:r>
              <a:rPr lang="zh-CN" altLang="en-US" dirty="0"/>
              <a:t>在中序序列中查根       </a:t>
            </a:r>
          </a:p>
          <a:p>
            <a:pPr marL="0" indent="0">
              <a:buNone/>
            </a:pPr>
            <a:r>
              <a:rPr lang="zh-CN" altLang="en-US" dirty="0"/>
              <a:t>          </a:t>
            </a:r>
            <a:r>
              <a:rPr lang="en-US" altLang="zh-CN" dirty="0" err="1"/>
              <a:t>ptr</a:t>
            </a:r>
            <a:r>
              <a:rPr lang="en-US" altLang="zh-CN" dirty="0"/>
              <a:t>-&gt;</a:t>
            </a:r>
            <a:r>
              <a:rPr lang="en-US" altLang="zh-CN" dirty="0" err="1"/>
              <a:t>leftChild</a:t>
            </a:r>
            <a:r>
              <a:rPr lang="en-US" altLang="zh-CN" dirty="0"/>
              <a:t> = </a:t>
            </a:r>
            <a:r>
              <a:rPr lang="en-US" altLang="zh-CN" dirty="0" err="1"/>
              <a:t>createBinTree</a:t>
            </a:r>
            <a:r>
              <a:rPr lang="en-US" altLang="zh-CN" dirty="0"/>
              <a:t>(pre, in, </a:t>
            </a:r>
          </a:p>
          <a:p>
            <a:pPr marL="0" indent="0">
              <a:buNone/>
            </a:pPr>
            <a:r>
              <a:rPr lang="en-US" altLang="zh-CN" dirty="0"/>
              <a:t>               s1+1, s1+k-s2, s2, k-1);    //</a:t>
            </a:r>
            <a:r>
              <a:rPr lang="zh-CN" altLang="en-US" dirty="0"/>
              <a:t>递归构造左子树</a:t>
            </a:r>
          </a:p>
          <a:p>
            <a:pPr marL="0" indent="0">
              <a:buNone/>
            </a:pPr>
            <a:r>
              <a:rPr lang="zh-CN" altLang="en-US" dirty="0"/>
              <a:t>          </a:t>
            </a:r>
            <a:r>
              <a:rPr lang="en-US" altLang="zh-CN" dirty="0" err="1"/>
              <a:t>ptr</a:t>
            </a:r>
            <a:r>
              <a:rPr lang="en-US" altLang="zh-CN" dirty="0"/>
              <a:t>-&gt;</a:t>
            </a:r>
            <a:r>
              <a:rPr lang="en-US" altLang="zh-CN" dirty="0" err="1"/>
              <a:t>rightChild</a:t>
            </a:r>
            <a:r>
              <a:rPr lang="en-US" altLang="zh-CN" dirty="0"/>
              <a:t> = </a:t>
            </a:r>
            <a:r>
              <a:rPr lang="en-US" altLang="zh-CN" dirty="0" err="1"/>
              <a:t>createBinTree</a:t>
            </a:r>
            <a:r>
              <a:rPr lang="en-US" altLang="zh-CN" dirty="0"/>
              <a:t>(pre, in, </a:t>
            </a:r>
          </a:p>
          <a:p>
            <a:pPr marL="0" indent="0">
              <a:buNone/>
            </a:pPr>
            <a:r>
              <a:rPr lang="en-US" altLang="zh-CN" dirty="0"/>
              <a:t>               s1+k-s2+1, t1, k+1, t2);     //</a:t>
            </a:r>
            <a:r>
              <a:rPr lang="zh-CN" altLang="en-US" dirty="0"/>
              <a:t>递归构造右子树</a:t>
            </a:r>
          </a:p>
          <a:p>
            <a:pPr marL="0" indent="0">
              <a:buNone/>
            </a:pPr>
            <a:r>
              <a:rPr lang="zh-CN" altLang="en-US" dirty="0"/>
              <a:t>     </a:t>
            </a:r>
            <a:r>
              <a:rPr lang="en-US" altLang="zh-CN" dirty="0"/>
              <a:t>}</a:t>
            </a:r>
          </a:p>
          <a:p>
            <a:pPr marL="0" indent="0">
              <a:buNone/>
            </a:pPr>
            <a:r>
              <a:rPr lang="en-US" altLang="zh-CN" dirty="0"/>
              <a:t>     else </a:t>
            </a:r>
            <a:r>
              <a:rPr lang="en-US" altLang="zh-CN" dirty="0" err="1"/>
              <a:t>ptr</a:t>
            </a:r>
            <a:r>
              <a:rPr lang="en-US" altLang="zh-CN" dirty="0"/>
              <a:t> = NULL;		//</a:t>
            </a:r>
            <a:r>
              <a:rPr lang="zh-CN" altLang="en-US" dirty="0"/>
              <a:t>建空树</a:t>
            </a:r>
          </a:p>
          <a:p>
            <a:pPr marL="0" indent="0">
              <a:buNone/>
            </a:pPr>
            <a:r>
              <a:rPr lang="zh-CN" altLang="en-US" dirty="0"/>
              <a:t>     </a:t>
            </a:r>
            <a:r>
              <a:rPr lang="en-US" altLang="zh-CN" dirty="0"/>
              <a:t>return </a:t>
            </a:r>
            <a:r>
              <a:rPr lang="en-US" altLang="zh-CN" dirty="0" err="1"/>
              <a:t>ptr</a:t>
            </a:r>
            <a:r>
              <a:rPr lang="en-US" altLang="zh-CN" dirty="0"/>
              <a:t>;</a:t>
            </a:r>
          </a:p>
          <a:p>
            <a:pPr marL="0" indent="0">
              <a:buNone/>
            </a:pPr>
            <a:r>
              <a:rPr lang="en-US" altLang="zh-CN" dirty="0"/>
              <a:t>}</a:t>
            </a:r>
          </a:p>
          <a:p>
            <a:pPr marL="0" indent="0">
              <a:buNone/>
            </a:pPr>
            <a:endParaRPr lang="zh-CN" altLang="en-US" dirty="0"/>
          </a:p>
        </p:txBody>
      </p:sp>
      <p:sp>
        <p:nvSpPr>
          <p:cNvPr id="3" name="灯片编号占位符 2">
            <a:extLst>
              <a:ext uri="{FF2B5EF4-FFF2-40B4-BE49-F238E27FC236}">
                <a16:creationId xmlns:a16="http://schemas.microsoft.com/office/drawing/2014/main" id="{6C464A41-8A30-BA48-E8A1-DA6987B8BF69}"/>
              </a:ext>
            </a:extLst>
          </p:cNvPr>
          <p:cNvSpPr>
            <a:spLocks noGrp="1"/>
          </p:cNvSpPr>
          <p:nvPr>
            <p:ph type="sldNum" sz="quarter" idx="4294967295"/>
          </p:nvPr>
        </p:nvSpPr>
        <p:spPr>
          <a:xfrm>
            <a:off x="0" y="6356350"/>
            <a:ext cx="3086100" cy="365125"/>
          </a:xfrm>
        </p:spPr>
        <p:txBody>
          <a:bodyPr/>
          <a:lstStyle/>
          <a:p>
            <a:fld id="{C81BFB10-1ECF-47A8-84DB-8CD8A975CCCA}" type="slidenum">
              <a:rPr lang="en-US" altLang="zh-CN"/>
              <a:pPr/>
              <a:t>59</a:t>
            </a:fld>
            <a:endParaRPr lang="en-US" altLang="zh-CN"/>
          </a:p>
        </p:txBody>
      </p:sp>
    </p:spTree>
  </p:cSld>
  <p:clrMapOvr>
    <a:masterClrMapping/>
  </p:clrMapOvr>
  <p:transition>
    <p:split/>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2E754AAC-7E07-1DCB-B4D6-783B792FE41B}"/>
              </a:ext>
            </a:extLst>
          </p:cNvPr>
          <p:cNvSpPr>
            <a:spLocks noGrp="1"/>
          </p:cNvSpPr>
          <p:nvPr>
            <p:ph type="title"/>
          </p:nvPr>
        </p:nvSpPr>
        <p:spPr/>
        <p:txBody>
          <a:bodyPr/>
          <a:lstStyle/>
          <a:p>
            <a:r>
              <a:rPr lang="zh-CN" altLang="en-US" dirty="0"/>
              <a:t>不同形态的二叉树数目</a:t>
            </a:r>
          </a:p>
        </p:txBody>
      </p:sp>
      <p:sp>
        <p:nvSpPr>
          <p:cNvPr id="5" name="内容占位符 4">
            <a:extLst>
              <a:ext uri="{FF2B5EF4-FFF2-40B4-BE49-F238E27FC236}">
                <a16:creationId xmlns:a16="http://schemas.microsoft.com/office/drawing/2014/main" id="{3AEE74E6-6088-535C-C956-EE32D8A260F6}"/>
              </a:ext>
            </a:extLst>
          </p:cNvPr>
          <p:cNvSpPr>
            <a:spLocks noGrp="1"/>
          </p:cNvSpPr>
          <p:nvPr>
            <p:ph idx="1"/>
          </p:nvPr>
        </p:nvSpPr>
        <p:spPr>
          <a:xfrm>
            <a:off x="628650" y="1825625"/>
            <a:ext cx="8119814" cy="4351338"/>
          </a:xfrm>
        </p:spPr>
        <p:txBody>
          <a:bodyPr/>
          <a:lstStyle/>
          <a:p>
            <a:r>
              <a:rPr lang="zh-CN" altLang="en-US" dirty="0"/>
              <a:t>给定结点数，有多少种不同形态的二叉树？</a:t>
            </a:r>
            <a:endParaRPr lang="en-US" altLang="zh-CN" dirty="0"/>
          </a:p>
          <a:p>
            <a:r>
              <a:rPr lang="zh-CN" altLang="en-US" dirty="0"/>
              <a:t>等价问题</a:t>
            </a:r>
            <a:endParaRPr lang="en-US" altLang="zh-CN" dirty="0"/>
          </a:p>
          <a:p>
            <a:pPr lvl="1"/>
            <a:r>
              <a:rPr lang="zh-CN" altLang="en-US" dirty="0"/>
              <a:t>给定前序序列，有多少种不同的中序</a:t>
            </a:r>
            <a:endParaRPr lang="en-US" altLang="zh-CN" dirty="0"/>
          </a:p>
          <a:p>
            <a:pPr lvl="1"/>
            <a:r>
              <a:rPr lang="zh-CN" altLang="en-US" dirty="0"/>
              <a:t>给定入栈序列，有多少种不同的出栈序列</a:t>
            </a:r>
            <a:endParaRPr lang="en-US" altLang="zh-CN" dirty="0"/>
          </a:p>
          <a:p>
            <a:pPr lvl="1"/>
            <a:r>
              <a:rPr lang="en-US" altLang="zh-CN" dirty="0"/>
              <a:t>…</a:t>
            </a:r>
          </a:p>
        </p:txBody>
      </p:sp>
      <p:sp>
        <p:nvSpPr>
          <p:cNvPr id="3" name="灯片编号占位符 2">
            <a:extLst>
              <a:ext uri="{FF2B5EF4-FFF2-40B4-BE49-F238E27FC236}">
                <a16:creationId xmlns:a16="http://schemas.microsoft.com/office/drawing/2014/main" id="{8C1CCB0D-37D7-0EF7-3CF0-4F2420EBEBB1}"/>
              </a:ext>
            </a:extLst>
          </p:cNvPr>
          <p:cNvSpPr>
            <a:spLocks noGrp="1"/>
          </p:cNvSpPr>
          <p:nvPr>
            <p:ph type="sldNum" sz="quarter" idx="12"/>
          </p:nvPr>
        </p:nvSpPr>
        <p:spPr/>
        <p:txBody>
          <a:bodyPr/>
          <a:lstStyle/>
          <a:p>
            <a:pPr>
              <a:defRPr/>
            </a:pPr>
            <a:fld id="{6DFA40DF-1FC0-4A1B-B86F-E962D94EFA14}" type="slidenum">
              <a:rPr lang="en-US" altLang="zh-CN" smtClean="0"/>
              <a:pPr>
                <a:defRPr/>
              </a:pPr>
              <a:t>60</a:t>
            </a:fld>
            <a:endParaRPr lang="en-US" altLang="zh-CN"/>
          </a:p>
        </p:txBody>
      </p:sp>
    </p:spTree>
    <p:extLst>
      <p:ext uri="{BB962C8B-B14F-4D97-AF65-F5344CB8AC3E}">
        <p14:creationId xmlns:p14="http://schemas.microsoft.com/office/powerpoint/2010/main" val="1612806791"/>
      </p:ext>
    </p:extLst>
  </p:cSld>
  <p:clrMapOvr>
    <a:masterClrMapping/>
  </p:clrMapOvr>
  <p:transition>
    <p:split/>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Line 2">
            <a:extLst>
              <a:ext uri="{FF2B5EF4-FFF2-40B4-BE49-F238E27FC236}">
                <a16:creationId xmlns:a16="http://schemas.microsoft.com/office/drawing/2014/main" id="{DF72FD17-C556-3F26-9FDD-BCCC742722F6}"/>
              </a:ext>
            </a:extLst>
          </p:cNvPr>
          <p:cNvSpPr>
            <a:spLocks noChangeShapeType="1"/>
          </p:cNvSpPr>
          <p:nvPr/>
        </p:nvSpPr>
        <p:spPr bwMode="auto">
          <a:xfrm>
            <a:off x="4630738" y="3638550"/>
            <a:ext cx="304800" cy="5334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55" name="Line 3">
            <a:extLst>
              <a:ext uri="{FF2B5EF4-FFF2-40B4-BE49-F238E27FC236}">
                <a16:creationId xmlns:a16="http://schemas.microsoft.com/office/drawing/2014/main" id="{5B08B58E-93C2-C6FB-3038-8D746211751A}"/>
              </a:ext>
            </a:extLst>
          </p:cNvPr>
          <p:cNvSpPr>
            <a:spLocks noChangeShapeType="1"/>
          </p:cNvSpPr>
          <p:nvPr/>
        </p:nvSpPr>
        <p:spPr bwMode="auto">
          <a:xfrm>
            <a:off x="6038850" y="4459288"/>
            <a:ext cx="304800" cy="5334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56" name="Line 4">
            <a:extLst>
              <a:ext uri="{FF2B5EF4-FFF2-40B4-BE49-F238E27FC236}">
                <a16:creationId xmlns:a16="http://schemas.microsoft.com/office/drawing/2014/main" id="{DE07954A-DE8F-9AB3-58EB-D016B2E16FF1}"/>
              </a:ext>
            </a:extLst>
          </p:cNvPr>
          <p:cNvSpPr>
            <a:spLocks noChangeShapeType="1"/>
          </p:cNvSpPr>
          <p:nvPr/>
        </p:nvSpPr>
        <p:spPr bwMode="auto">
          <a:xfrm flipH="1">
            <a:off x="2884488" y="4530725"/>
            <a:ext cx="381000" cy="6096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58" name="Line 6">
            <a:extLst>
              <a:ext uri="{FF2B5EF4-FFF2-40B4-BE49-F238E27FC236}">
                <a16:creationId xmlns:a16="http://schemas.microsoft.com/office/drawing/2014/main" id="{A7F4CCFE-4D78-5389-3FE9-4A3602F135BD}"/>
              </a:ext>
            </a:extLst>
          </p:cNvPr>
          <p:cNvSpPr>
            <a:spLocks noChangeShapeType="1"/>
          </p:cNvSpPr>
          <p:nvPr/>
        </p:nvSpPr>
        <p:spPr bwMode="auto">
          <a:xfrm flipH="1">
            <a:off x="7213600" y="3675063"/>
            <a:ext cx="762000" cy="1266825"/>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59" name="Oval 7">
            <a:extLst>
              <a:ext uri="{FF2B5EF4-FFF2-40B4-BE49-F238E27FC236}">
                <a16:creationId xmlns:a16="http://schemas.microsoft.com/office/drawing/2014/main" id="{091C558F-7214-B47F-28E1-B96DD670C12C}"/>
              </a:ext>
            </a:extLst>
          </p:cNvPr>
          <p:cNvSpPr>
            <a:spLocks noChangeArrowheads="1"/>
          </p:cNvSpPr>
          <p:nvPr/>
        </p:nvSpPr>
        <p:spPr bwMode="auto">
          <a:xfrm>
            <a:off x="7820025" y="3355975"/>
            <a:ext cx="457200" cy="457200"/>
          </a:xfrm>
          <a:prstGeom prst="ellipse">
            <a:avLst/>
          </a:prstGeom>
          <a:solidFill>
            <a:srgbClr val="FFFFCC"/>
          </a:solidFill>
          <a:ln w="38100">
            <a:solidFill>
              <a:schemeClr val="accent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4760" name="Text Box 8">
            <a:extLst>
              <a:ext uri="{FF2B5EF4-FFF2-40B4-BE49-F238E27FC236}">
                <a16:creationId xmlns:a16="http://schemas.microsoft.com/office/drawing/2014/main" id="{4E2F8100-A34B-FB5A-FD84-47D419CC8FB0}"/>
              </a:ext>
            </a:extLst>
          </p:cNvPr>
          <p:cNvSpPr txBox="1">
            <a:spLocks noChangeArrowheads="1"/>
          </p:cNvSpPr>
          <p:nvPr/>
        </p:nvSpPr>
        <p:spPr bwMode="auto">
          <a:xfrm>
            <a:off x="7842250" y="3294063"/>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74761" name="Oval 9">
            <a:extLst>
              <a:ext uri="{FF2B5EF4-FFF2-40B4-BE49-F238E27FC236}">
                <a16:creationId xmlns:a16="http://schemas.microsoft.com/office/drawing/2014/main" id="{6FEC5A74-55F7-02AF-219B-1A222A909AA9}"/>
              </a:ext>
            </a:extLst>
          </p:cNvPr>
          <p:cNvSpPr>
            <a:spLocks noChangeArrowheads="1"/>
          </p:cNvSpPr>
          <p:nvPr/>
        </p:nvSpPr>
        <p:spPr bwMode="auto">
          <a:xfrm>
            <a:off x="7362825" y="4103688"/>
            <a:ext cx="457200" cy="457200"/>
          </a:xfrm>
          <a:prstGeom prst="ellipse">
            <a:avLst/>
          </a:prstGeom>
          <a:solidFill>
            <a:srgbClr val="FFFFCC"/>
          </a:solidFill>
          <a:ln w="38100">
            <a:solidFill>
              <a:schemeClr val="accent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4762" name="Text Box 10">
            <a:extLst>
              <a:ext uri="{FF2B5EF4-FFF2-40B4-BE49-F238E27FC236}">
                <a16:creationId xmlns:a16="http://schemas.microsoft.com/office/drawing/2014/main" id="{ABF09ED3-5814-C67A-CCF0-6F62A92748F4}"/>
              </a:ext>
            </a:extLst>
          </p:cNvPr>
          <p:cNvSpPr txBox="1">
            <a:spLocks noChangeArrowheads="1"/>
          </p:cNvSpPr>
          <p:nvPr/>
        </p:nvSpPr>
        <p:spPr bwMode="auto">
          <a:xfrm>
            <a:off x="7418388" y="4041775"/>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74763" name="Oval 11">
            <a:extLst>
              <a:ext uri="{FF2B5EF4-FFF2-40B4-BE49-F238E27FC236}">
                <a16:creationId xmlns:a16="http://schemas.microsoft.com/office/drawing/2014/main" id="{386E1B59-874D-4F8B-F78C-D1008477A6FF}"/>
              </a:ext>
            </a:extLst>
          </p:cNvPr>
          <p:cNvSpPr>
            <a:spLocks noChangeArrowheads="1"/>
          </p:cNvSpPr>
          <p:nvPr/>
        </p:nvSpPr>
        <p:spPr bwMode="auto">
          <a:xfrm>
            <a:off x="6908800" y="4894263"/>
            <a:ext cx="457200" cy="457200"/>
          </a:xfrm>
          <a:prstGeom prst="ellipse">
            <a:avLst/>
          </a:prstGeom>
          <a:solidFill>
            <a:srgbClr val="FFFFCC"/>
          </a:solidFill>
          <a:ln w="38100">
            <a:solidFill>
              <a:schemeClr val="accent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4764" name="Text Box 12">
            <a:extLst>
              <a:ext uri="{FF2B5EF4-FFF2-40B4-BE49-F238E27FC236}">
                <a16:creationId xmlns:a16="http://schemas.microsoft.com/office/drawing/2014/main" id="{DEB84EE9-F786-E5B6-C825-080540CE0C2E}"/>
              </a:ext>
            </a:extLst>
          </p:cNvPr>
          <p:cNvSpPr txBox="1">
            <a:spLocks noChangeArrowheads="1"/>
          </p:cNvSpPr>
          <p:nvPr/>
        </p:nvSpPr>
        <p:spPr bwMode="auto">
          <a:xfrm>
            <a:off x="6985000" y="483235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74765" name="Line 13">
            <a:extLst>
              <a:ext uri="{FF2B5EF4-FFF2-40B4-BE49-F238E27FC236}">
                <a16:creationId xmlns:a16="http://schemas.microsoft.com/office/drawing/2014/main" id="{C883C067-0280-5F4B-981B-4007D5C7AA0D}"/>
              </a:ext>
            </a:extLst>
          </p:cNvPr>
          <p:cNvSpPr>
            <a:spLocks noChangeShapeType="1"/>
          </p:cNvSpPr>
          <p:nvPr/>
        </p:nvSpPr>
        <p:spPr bwMode="auto">
          <a:xfrm flipH="1">
            <a:off x="6038850" y="3621088"/>
            <a:ext cx="304800" cy="5334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66" name="Oval 14">
            <a:extLst>
              <a:ext uri="{FF2B5EF4-FFF2-40B4-BE49-F238E27FC236}">
                <a16:creationId xmlns:a16="http://schemas.microsoft.com/office/drawing/2014/main" id="{2CF90429-FBB5-09DE-BAAF-1F9B54F6F5DA}"/>
              </a:ext>
            </a:extLst>
          </p:cNvPr>
          <p:cNvSpPr>
            <a:spLocks noChangeArrowheads="1"/>
          </p:cNvSpPr>
          <p:nvPr/>
        </p:nvSpPr>
        <p:spPr bwMode="auto">
          <a:xfrm>
            <a:off x="6188075" y="3302000"/>
            <a:ext cx="457200" cy="457200"/>
          </a:xfrm>
          <a:prstGeom prst="ellipse">
            <a:avLst/>
          </a:prstGeom>
          <a:solidFill>
            <a:srgbClr val="FFFFCC"/>
          </a:solidFill>
          <a:ln w="38100">
            <a:solidFill>
              <a:schemeClr val="accent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4767" name="Text Box 15">
            <a:extLst>
              <a:ext uri="{FF2B5EF4-FFF2-40B4-BE49-F238E27FC236}">
                <a16:creationId xmlns:a16="http://schemas.microsoft.com/office/drawing/2014/main" id="{4ECAAEC9-E5CE-D784-0BD6-A53D6DB60F96}"/>
              </a:ext>
            </a:extLst>
          </p:cNvPr>
          <p:cNvSpPr txBox="1">
            <a:spLocks noChangeArrowheads="1"/>
          </p:cNvSpPr>
          <p:nvPr/>
        </p:nvSpPr>
        <p:spPr bwMode="auto">
          <a:xfrm>
            <a:off x="6210300" y="32400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74768" name="Oval 16">
            <a:extLst>
              <a:ext uri="{FF2B5EF4-FFF2-40B4-BE49-F238E27FC236}">
                <a16:creationId xmlns:a16="http://schemas.microsoft.com/office/drawing/2014/main" id="{F8C76ABB-FF36-2B29-1416-5598D8155E3B}"/>
              </a:ext>
            </a:extLst>
          </p:cNvPr>
          <p:cNvSpPr>
            <a:spLocks noChangeArrowheads="1"/>
          </p:cNvSpPr>
          <p:nvPr/>
        </p:nvSpPr>
        <p:spPr bwMode="auto">
          <a:xfrm>
            <a:off x="5730875" y="4049713"/>
            <a:ext cx="457200" cy="457200"/>
          </a:xfrm>
          <a:prstGeom prst="ellipse">
            <a:avLst/>
          </a:prstGeom>
          <a:solidFill>
            <a:srgbClr val="FFFFCC"/>
          </a:solidFill>
          <a:ln w="38100">
            <a:solidFill>
              <a:schemeClr val="accent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4769" name="Text Box 17">
            <a:extLst>
              <a:ext uri="{FF2B5EF4-FFF2-40B4-BE49-F238E27FC236}">
                <a16:creationId xmlns:a16="http://schemas.microsoft.com/office/drawing/2014/main" id="{D5B5AB7C-5C78-84D8-5736-D750543BB378}"/>
              </a:ext>
            </a:extLst>
          </p:cNvPr>
          <p:cNvSpPr txBox="1">
            <a:spLocks noChangeArrowheads="1"/>
          </p:cNvSpPr>
          <p:nvPr/>
        </p:nvSpPr>
        <p:spPr bwMode="auto">
          <a:xfrm>
            <a:off x="5786438" y="39878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74770" name="Oval 18">
            <a:extLst>
              <a:ext uri="{FF2B5EF4-FFF2-40B4-BE49-F238E27FC236}">
                <a16:creationId xmlns:a16="http://schemas.microsoft.com/office/drawing/2014/main" id="{9E81B8F6-F096-DFF0-414E-F419EB89B773}"/>
              </a:ext>
            </a:extLst>
          </p:cNvPr>
          <p:cNvSpPr>
            <a:spLocks noChangeArrowheads="1"/>
          </p:cNvSpPr>
          <p:nvPr/>
        </p:nvSpPr>
        <p:spPr bwMode="auto">
          <a:xfrm>
            <a:off x="6115050" y="4840288"/>
            <a:ext cx="457200" cy="457200"/>
          </a:xfrm>
          <a:prstGeom prst="ellipse">
            <a:avLst/>
          </a:prstGeom>
          <a:solidFill>
            <a:srgbClr val="FFFFCC"/>
          </a:solidFill>
          <a:ln w="38100">
            <a:solidFill>
              <a:schemeClr val="accent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4771" name="Text Box 19">
            <a:extLst>
              <a:ext uri="{FF2B5EF4-FFF2-40B4-BE49-F238E27FC236}">
                <a16:creationId xmlns:a16="http://schemas.microsoft.com/office/drawing/2014/main" id="{70333B6D-C5A9-989F-204A-6AA15090EBE5}"/>
              </a:ext>
            </a:extLst>
          </p:cNvPr>
          <p:cNvSpPr txBox="1">
            <a:spLocks noChangeArrowheads="1"/>
          </p:cNvSpPr>
          <p:nvPr/>
        </p:nvSpPr>
        <p:spPr bwMode="auto">
          <a:xfrm>
            <a:off x="6191250" y="4778375"/>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74772" name="Line 20">
            <a:extLst>
              <a:ext uri="{FF2B5EF4-FFF2-40B4-BE49-F238E27FC236}">
                <a16:creationId xmlns:a16="http://schemas.microsoft.com/office/drawing/2014/main" id="{23C06583-48F9-863E-E8E2-5A064938D733}"/>
              </a:ext>
            </a:extLst>
          </p:cNvPr>
          <p:cNvSpPr>
            <a:spLocks noChangeShapeType="1"/>
          </p:cNvSpPr>
          <p:nvPr/>
        </p:nvSpPr>
        <p:spPr bwMode="auto">
          <a:xfrm flipH="1">
            <a:off x="4173538" y="3638550"/>
            <a:ext cx="307975" cy="5334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73" name="Oval 21">
            <a:extLst>
              <a:ext uri="{FF2B5EF4-FFF2-40B4-BE49-F238E27FC236}">
                <a16:creationId xmlns:a16="http://schemas.microsoft.com/office/drawing/2014/main" id="{7E7DC02B-1BFC-EC1E-065F-2FF22D9C11A7}"/>
              </a:ext>
            </a:extLst>
          </p:cNvPr>
          <p:cNvSpPr>
            <a:spLocks noChangeArrowheads="1"/>
          </p:cNvSpPr>
          <p:nvPr/>
        </p:nvSpPr>
        <p:spPr bwMode="auto">
          <a:xfrm>
            <a:off x="4325938" y="3319463"/>
            <a:ext cx="457200" cy="457200"/>
          </a:xfrm>
          <a:prstGeom prst="ellipse">
            <a:avLst/>
          </a:prstGeom>
          <a:solidFill>
            <a:srgbClr val="FFFFCC"/>
          </a:solidFill>
          <a:ln w="38100">
            <a:solidFill>
              <a:schemeClr val="accent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4774" name="Text Box 22">
            <a:extLst>
              <a:ext uri="{FF2B5EF4-FFF2-40B4-BE49-F238E27FC236}">
                <a16:creationId xmlns:a16="http://schemas.microsoft.com/office/drawing/2014/main" id="{E5E7D240-161B-15AF-C1CE-939518F8F023}"/>
              </a:ext>
            </a:extLst>
          </p:cNvPr>
          <p:cNvSpPr txBox="1">
            <a:spLocks noChangeArrowheads="1"/>
          </p:cNvSpPr>
          <p:nvPr/>
        </p:nvSpPr>
        <p:spPr bwMode="auto">
          <a:xfrm>
            <a:off x="4348163" y="325755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74775" name="Oval 23">
            <a:extLst>
              <a:ext uri="{FF2B5EF4-FFF2-40B4-BE49-F238E27FC236}">
                <a16:creationId xmlns:a16="http://schemas.microsoft.com/office/drawing/2014/main" id="{BBF2E669-75F3-7D27-E020-2853425ED350}"/>
              </a:ext>
            </a:extLst>
          </p:cNvPr>
          <p:cNvSpPr>
            <a:spLocks noChangeArrowheads="1"/>
          </p:cNvSpPr>
          <p:nvPr/>
        </p:nvSpPr>
        <p:spPr bwMode="auto">
          <a:xfrm>
            <a:off x="3868738" y="4067175"/>
            <a:ext cx="457200" cy="457200"/>
          </a:xfrm>
          <a:prstGeom prst="ellipse">
            <a:avLst/>
          </a:prstGeom>
          <a:solidFill>
            <a:srgbClr val="FFFFCC"/>
          </a:solidFill>
          <a:ln w="38100">
            <a:solidFill>
              <a:schemeClr val="accent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4776" name="Text Box 24">
            <a:extLst>
              <a:ext uri="{FF2B5EF4-FFF2-40B4-BE49-F238E27FC236}">
                <a16:creationId xmlns:a16="http://schemas.microsoft.com/office/drawing/2014/main" id="{48F80EDD-B0C0-F30B-DB42-861082305F87}"/>
              </a:ext>
            </a:extLst>
          </p:cNvPr>
          <p:cNvSpPr txBox="1">
            <a:spLocks noChangeArrowheads="1"/>
          </p:cNvSpPr>
          <p:nvPr/>
        </p:nvSpPr>
        <p:spPr bwMode="auto">
          <a:xfrm>
            <a:off x="3924300" y="4005263"/>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74777" name="Oval 25">
            <a:extLst>
              <a:ext uri="{FF2B5EF4-FFF2-40B4-BE49-F238E27FC236}">
                <a16:creationId xmlns:a16="http://schemas.microsoft.com/office/drawing/2014/main" id="{59C110F6-9A78-4A74-FAEA-C09D1FED6C47}"/>
              </a:ext>
            </a:extLst>
          </p:cNvPr>
          <p:cNvSpPr>
            <a:spLocks noChangeArrowheads="1"/>
          </p:cNvSpPr>
          <p:nvPr/>
        </p:nvSpPr>
        <p:spPr bwMode="auto">
          <a:xfrm>
            <a:off x="4783138" y="4081463"/>
            <a:ext cx="457200" cy="457200"/>
          </a:xfrm>
          <a:prstGeom prst="ellipse">
            <a:avLst/>
          </a:prstGeom>
          <a:solidFill>
            <a:srgbClr val="FFFFCC"/>
          </a:solidFill>
          <a:ln w="38100">
            <a:solidFill>
              <a:schemeClr val="accent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4778" name="Text Box 26">
            <a:extLst>
              <a:ext uri="{FF2B5EF4-FFF2-40B4-BE49-F238E27FC236}">
                <a16:creationId xmlns:a16="http://schemas.microsoft.com/office/drawing/2014/main" id="{32516A61-CF88-001E-7DBF-0EDFF6E0EF69}"/>
              </a:ext>
            </a:extLst>
          </p:cNvPr>
          <p:cNvSpPr txBox="1">
            <a:spLocks noChangeArrowheads="1"/>
          </p:cNvSpPr>
          <p:nvPr/>
        </p:nvSpPr>
        <p:spPr bwMode="auto">
          <a:xfrm>
            <a:off x="4859338" y="401955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74779" name="Line 27">
            <a:extLst>
              <a:ext uri="{FF2B5EF4-FFF2-40B4-BE49-F238E27FC236}">
                <a16:creationId xmlns:a16="http://schemas.microsoft.com/office/drawing/2014/main" id="{A3A58902-214B-CE87-D827-7A1FEE68EF87}"/>
              </a:ext>
            </a:extLst>
          </p:cNvPr>
          <p:cNvSpPr>
            <a:spLocks noChangeShapeType="1"/>
          </p:cNvSpPr>
          <p:nvPr/>
        </p:nvSpPr>
        <p:spPr bwMode="auto">
          <a:xfrm>
            <a:off x="2960688" y="3692525"/>
            <a:ext cx="457200" cy="6858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80" name="Oval 28">
            <a:extLst>
              <a:ext uri="{FF2B5EF4-FFF2-40B4-BE49-F238E27FC236}">
                <a16:creationId xmlns:a16="http://schemas.microsoft.com/office/drawing/2014/main" id="{707AEE2E-F6EA-1252-DFFA-BDF14D885345}"/>
              </a:ext>
            </a:extLst>
          </p:cNvPr>
          <p:cNvSpPr>
            <a:spLocks noChangeArrowheads="1"/>
          </p:cNvSpPr>
          <p:nvPr/>
        </p:nvSpPr>
        <p:spPr bwMode="auto">
          <a:xfrm>
            <a:off x="2732088" y="3373438"/>
            <a:ext cx="457200" cy="457200"/>
          </a:xfrm>
          <a:prstGeom prst="ellipse">
            <a:avLst/>
          </a:prstGeom>
          <a:solidFill>
            <a:srgbClr val="FFFFCC"/>
          </a:solidFill>
          <a:ln w="38100">
            <a:solidFill>
              <a:schemeClr val="accent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4781" name="Text Box 29">
            <a:extLst>
              <a:ext uri="{FF2B5EF4-FFF2-40B4-BE49-F238E27FC236}">
                <a16:creationId xmlns:a16="http://schemas.microsoft.com/office/drawing/2014/main" id="{5A28116F-38B7-54EC-5761-7F30971F8961}"/>
              </a:ext>
            </a:extLst>
          </p:cNvPr>
          <p:cNvSpPr txBox="1">
            <a:spLocks noChangeArrowheads="1"/>
          </p:cNvSpPr>
          <p:nvPr/>
        </p:nvSpPr>
        <p:spPr bwMode="auto">
          <a:xfrm>
            <a:off x="2754313" y="3311525"/>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74782" name="Oval 30">
            <a:extLst>
              <a:ext uri="{FF2B5EF4-FFF2-40B4-BE49-F238E27FC236}">
                <a16:creationId xmlns:a16="http://schemas.microsoft.com/office/drawing/2014/main" id="{391D2DC6-E8A8-9AFF-A2F4-7583267BF570}"/>
              </a:ext>
            </a:extLst>
          </p:cNvPr>
          <p:cNvSpPr>
            <a:spLocks noChangeArrowheads="1"/>
          </p:cNvSpPr>
          <p:nvPr/>
        </p:nvSpPr>
        <p:spPr bwMode="auto">
          <a:xfrm>
            <a:off x="3113088" y="4121150"/>
            <a:ext cx="457200" cy="457200"/>
          </a:xfrm>
          <a:prstGeom prst="ellipse">
            <a:avLst/>
          </a:prstGeom>
          <a:solidFill>
            <a:srgbClr val="FFFFCC"/>
          </a:solidFill>
          <a:ln w="38100">
            <a:solidFill>
              <a:schemeClr val="accent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4783" name="Text Box 31">
            <a:extLst>
              <a:ext uri="{FF2B5EF4-FFF2-40B4-BE49-F238E27FC236}">
                <a16:creationId xmlns:a16="http://schemas.microsoft.com/office/drawing/2014/main" id="{11AB92BB-9935-27A0-92C4-59884DBBA47E}"/>
              </a:ext>
            </a:extLst>
          </p:cNvPr>
          <p:cNvSpPr txBox="1">
            <a:spLocks noChangeArrowheads="1"/>
          </p:cNvSpPr>
          <p:nvPr/>
        </p:nvSpPr>
        <p:spPr bwMode="auto">
          <a:xfrm>
            <a:off x="3168650" y="405923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74784" name="Oval 32">
            <a:extLst>
              <a:ext uri="{FF2B5EF4-FFF2-40B4-BE49-F238E27FC236}">
                <a16:creationId xmlns:a16="http://schemas.microsoft.com/office/drawing/2014/main" id="{F54C10D1-F263-536F-FAC8-FA485F4A8445}"/>
              </a:ext>
            </a:extLst>
          </p:cNvPr>
          <p:cNvSpPr>
            <a:spLocks noChangeArrowheads="1"/>
          </p:cNvSpPr>
          <p:nvPr/>
        </p:nvSpPr>
        <p:spPr bwMode="auto">
          <a:xfrm>
            <a:off x="2732088" y="4911725"/>
            <a:ext cx="457200" cy="457200"/>
          </a:xfrm>
          <a:prstGeom prst="ellipse">
            <a:avLst/>
          </a:prstGeom>
          <a:solidFill>
            <a:srgbClr val="FFFFCC"/>
          </a:solidFill>
          <a:ln w="38100">
            <a:solidFill>
              <a:schemeClr val="accent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4785" name="Text Box 33">
            <a:extLst>
              <a:ext uri="{FF2B5EF4-FFF2-40B4-BE49-F238E27FC236}">
                <a16:creationId xmlns:a16="http://schemas.microsoft.com/office/drawing/2014/main" id="{FC682897-8514-D55B-CF65-8550D7040633}"/>
              </a:ext>
            </a:extLst>
          </p:cNvPr>
          <p:cNvSpPr txBox="1">
            <a:spLocks noChangeArrowheads="1"/>
          </p:cNvSpPr>
          <p:nvPr/>
        </p:nvSpPr>
        <p:spPr bwMode="auto">
          <a:xfrm>
            <a:off x="2808288" y="4849813"/>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74786" name="Line 34">
            <a:extLst>
              <a:ext uri="{FF2B5EF4-FFF2-40B4-BE49-F238E27FC236}">
                <a16:creationId xmlns:a16="http://schemas.microsoft.com/office/drawing/2014/main" id="{8B05871F-7258-C6F2-72A2-36B731733656}"/>
              </a:ext>
            </a:extLst>
          </p:cNvPr>
          <p:cNvSpPr>
            <a:spLocks noChangeShapeType="1"/>
          </p:cNvSpPr>
          <p:nvPr/>
        </p:nvSpPr>
        <p:spPr bwMode="auto">
          <a:xfrm>
            <a:off x="1160463" y="3692525"/>
            <a:ext cx="758825" cy="12954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87" name="Oval 35">
            <a:extLst>
              <a:ext uri="{FF2B5EF4-FFF2-40B4-BE49-F238E27FC236}">
                <a16:creationId xmlns:a16="http://schemas.microsoft.com/office/drawing/2014/main" id="{2D4288B7-298F-0D7A-2551-7AB909DEFF8A}"/>
              </a:ext>
            </a:extLst>
          </p:cNvPr>
          <p:cNvSpPr>
            <a:spLocks noChangeArrowheads="1"/>
          </p:cNvSpPr>
          <p:nvPr/>
        </p:nvSpPr>
        <p:spPr bwMode="auto">
          <a:xfrm>
            <a:off x="931863" y="3373438"/>
            <a:ext cx="457200" cy="457200"/>
          </a:xfrm>
          <a:prstGeom prst="ellipse">
            <a:avLst/>
          </a:prstGeom>
          <a:solidFill>
            <a:srgbClr val="FFFFCC"/>
          </a:solidFill>
          <a:ln w="38100">
            <a:solidFill>
              <a:schemeClr val="accent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4788" name="Text Box 36">
            <a:extLst>
              <a:ext uri="{FF2B5EF4-FFF2-40B4-BE49-F238E27FC236}">
                <a16:creationId xmlns:a16="http://schemas.microsoft.com/office/drawing/2014/main" id="{71D31B41-BAEC-38B4-1242-FAB0E1AEAC91}"/>
              </a:ext>
            </a:extLst>
          </p:cNvPr>
          <p:cNvSpPr txBox="1">
            <a:spLocks noChangeArrowheads="1"/>
          </p:cNvSpPr>
          <p:nvPr/>
        </p:nvSpPr>
        <p:spPr bwMode="auto">
          <a:xfrm>
            <a:off x="954088" y="3311525"/>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74789" name="Oval 37">
            <a:extLst>
              <a:ext uri="{FF2B5EF4-FFF2-40B4-BE49-F238E27FC236}">
                <a16:creationId xmlns:a16="http://schemas.microsoft.com/office/drawing/2014/main" id="{81D8C59E-C80B-E499-88D7-D65DC32C41B5}"/>
              </a:ext>
            </a:extLst>
          </p:cNvPr>
          <p:cNvSpPr>
            <a:spLocks noChangeArrowheads="1"/>
          </p:cNvSpPr>
          <p:nvPr/>
        </p:nvSpPr>
        <p:spPr bwMode="auto">
          <a:xfrm>
            <a:off x="1312863" y="4121150"/>
            <a:ext cx="457200" cy="457200"/>
          </a:xfrm>
          <a:prstGeom prst="ellipse">
            <a:avLst/>
          </a:prstGeom>
          <a:solidFill>
            <a:srgbClr val="FFFFCC"/>
          </a:solidFill>
          <a:ln w="38100">
            <a:solidFill>
              <a:schemeClr val="accent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4790" name="Text Box 38">
            <a:extLst>
              <a:ext uri="{FF2B5EF4-FFF2-40B4-BE49-F238E27FC236}">
                <a16:creationId xmlns:a16="http://schemas.microsoft.com/office/drawing/2014/main" id="{9809E1DB-18FF-440D-46BF-0D8B5E64A25E}"/>
              </a:ext>
            </a:extLst>
          </p:cNvPr>
          <p:cNvSpPr txBox="1">
            <a:spLocks noChangeArrowheads="1"/>
          </p:cNvSpPr>
          <p:nvPr/>
        </p:nvSpPr>
        <p:spPr bwMode="auto">
          <a:xfrm>
            <a:off x="1368425" y="405923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74791" name="Oval 39">
            <a:extLst>
              <a:ext uri="{FF2B5EF4-FFF2-40B4-BE49-F238E27FC236}">
                <a16:creationId xmlns:a16="http://schemas.microsoft.com/office/drawing/2014/main" id="{A3598D16-531F-8E30-A52A-D9C5E1BF13AD}"/>
              </a:ext>
            </a:extLst>
          </p:cNvPr>
          <p:cNvSpPr>
            <a:spLocks noChangeArrowheads="1"/>
          </p:cNvSpPr>
          <p:nvPr/>
        </p:nvSpPr>
        <p:spPr bwMode="auto">
          <a:xfrm>
            <a:off x="1770063" y="4911725"/>
            <a:ext cx="457200" cy="457200"/>
          </a:xfrm>
          <a:prstGeom prst="ellipse">
            <a:avLst/>
          </a:prstGeom>
          <a:solidFill>
            <a:srgbClr val="FFFFCC"/>
          </a:solidFill>
          <a:ln w="38100">
            <a:solidFill>
              <a:schemeClr val="accent2"/>
            </a:solidFill>
            <a:round/>
            <a:headEnd/>
            <a:tailEnd/>
          </a:ln>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4792" name="Text Box 40">
            <a:extLst>
              <a:ext uri="{FF2B5EF4-FFF2-40B4-BE49-F238E27FC236}">
                <a16:creationId xmlns:a16="http://schemas.microsoft.com/office/drawing/2014/main" id="{307657DE-97DA-99BB-5105-6BC04DE86AD4}"/>
              </a:ext>
            </a:extLst>
          </p:cNvPr>
          <p:cNvSpPr txBox="1">
            <a:spLocks noChangeArrowheads="1"/>
          </p:cNvSpPr>
          <p:nvPr/>
        </p:nvSpPr>
        <p:spPr bwMode="auto">
          <a:xfrm>
            <a:off x="1846263" y="4849813"/>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4" name="内容占位符 3">
            <a:extLst>
              <a:ext uri="{FF2B5EF4-FFF2-40B4-BE49-F238E27FC236}">
                <a16:creationId xmlns:a16="http://schemas.microsoft.com/office/drawing/2014/main" id="{B2C85DB6-BAA7-4D09-99C7-3C1F8DBEF25B}"/>
              </a:ext>
            </a:extLst>
          </p:cNvPr>
          <p:cNvSpPr>
            <a:spLocks noGrp="1"/>
          </p:cNvSpPr>
          <p:nvPr>
            <p:ph idx="1"/>
          </p:nvPr>
        </p:nvSpPr>
        <p:spPr>
          <a:xfrm>
            <a:off x="585788" y="686593"/>
            <a:ext cx="7886700" cy="2183607"/>
          </a:xfrm>
        </p:spPr>
        <p:txBody>
          <a:bodyPr>
            <a:normAutofit lnSpcReduction="10000"/>
          </a:bodyPr>
          <a:lstStyle/>
          <a:p>
            <a:pPr marL="0" indent="0">
              <a:buNone/>
            </a:pPr>
            <a:r>
              <a:rPr lang="zh-CN" altLang="en-US" dirty="0"/>
              <a:t>例如</a:t>
            </a:r>
            <a:r>
              <a:rPr lang="en-US" altLang="zh-CN" dirty="0"/>
              <a:t>,  </a:t>
            </a:r>
            <a:r>
              <a:rPr lang="zh-CN" altLang="en-US" dirty="0"/>
              <a:t>有 </a:t>
            </a:r>
            <a:r>
              <a:rPr lang="en-US" altLang="zh-CN" dirty="0"/>
              <a:t>3 </a:t>
            </a:r>
            <a:r>
              <a:rPr lang="zh-CN" altLang="en-US" dirty="0"/>
              <a:t>个结点 </a:t>
            </a:r>
            <a:r>
              <a:rPr lang="en-US" altLang="zh-CN" dirty="0"/>
              <a:t>{ 1, 2, 3 }</a:t>
            </a:r>
            <a:r>
              <a:rPr lang="zh-CN" altLang="en-US" dirty="0"/>
              <a:t>，前序序列为 </a:t>
            </a:r>
            <a:r>
              <a:rPr lang="en-US" altLang="zh-CN" dirty="0"/>
              <a:t>1-2-3</a:t>
            </a:r>
            <a:r>
              <a:rPr lang="zh-CN" altLang="en-US" dirty="0"/>
              <a:t>，可得 </a:t>
            </a:r>
            <a:r>
              <a:rPr lang="en-US" altLang="zh-CN" dirty="0"/>
              <a:t>5 </a:t>
            </a:r>
            <a:r>
              <a:rPr lang="zh-CN" altLang="en-US" dirty="0"/>
              <a:t>种不同的二叉树，对应</a:t>
            </a:r>
            <a:r>
              <a:rPr lang="en-US" altLang="zh-CN" dirty="0"/>
              <a:t>5</a:t>
            </a:r>
            <a:r>
              <a:rPr lang="zh-CN" altLang="en-US" dirty="0"/>
              <a:t>种中序序列： </a:t>
            </a:r>
            <a:r>
              <a:rPr lang="en-US" altLang="zh-CN" dirty="0"/>
              <a:t>1-2-3</a:t>
            </a:r>
            <a:r>
              <a:rPr lang="zh-CN" altLang="en-US" dirty="0"/>
              <a:t>，</a:t>
            </a:r>
            <a:r>
              <a:rPr lang="en-US" altLang="zh-CN" dirty="0"/>
              <a:t>1-3-2</a:t>
            </a:r>
            <a:r>
              <a:rPr lang="zh-CN" altLang="en-US" dirty="0"/>
              <a:t>，</a:t>
            </a:r>
            <a:r>
              <a:rPr lang="en-US" altLang="zh-CN" dirty="0"/>
              <a:t>2-1-3</a:t>
            </a:r>
            <a:r>
              <a:rPr lang="zh-CN" altLang="en-US" dirty="0"/>
              <a:t>，</a:t>
            </a:r>
            <a:r>
              <a:rPr lang="en-US" altLang="zh-CN" dirty="0"/>
              <a:t>2-3-1</a:t>
            </a:r>
            <a:r>
              <a:rPr lang="zh-CN" altLang="en-US" dirty="0"/>
              <a:t>，</a:t>
            </a:r>
            <a:r>
              <a:rPr lang="en-US" altLang="zh-CN" dirty="0"/>
              <a:t>3-2-1</a:t>
            </a:r>
            <a:r>
              <a:rPr lang="zh-CN" altLang="en-US" dirty="0"/>
              <a:t>。</a:t>
            </a:r>
          </a:p>
        </p:txBody>
      </p:sp>
      <p:sp>
        <p:nvSpPr>
          <p:cNvPr id="2" name="灯片编号占位符 1">
            <a:extLst>
              <a:ext uri="{FF2B5EF4-FFF2-40B4-BE49-F238E27FC236}">
                <a16:creationId xmlns:a16="http://schemas.microsoft.com/office/drawing/2014/main" id="{CC46A466-EE04-915F-C88A-9B24CCA507AE}"/>
              </a:ext>
            </a:extLst>
          </p:cNvPr>
          <p:cNvSpPr>
            <a:spLocks noGrp="1"/>
          </p:cNvSpPr>
          <p:nvPr>
            <p:ph type="sldNum" sz="quarter" idx="12"/>
          </p:nvPr>
        </p:nvSpPr>
        <p:spPr/>
        <p:txBody>
          <a:bodyPr/>
          <a:lstStyle/>
          <a:p>
            <a:pPr>
              <a:defRPr/>
            </a:pPr>
            <a:fld id="{A598D83B-EE2A-4F12-B129-1EDE84DF129B}" type="slidenum">
              <a:rPr lang="en-US" altLang="zh-CN" smtClean="0"/>
              <a:pPr>
                <a:defRPr/>
              </a:pPr>
              <a:t>61</a:t>
            </a:fld>
            <a:endParaRPr lang="en-US" altLang="zh-CN"/>
          </a:p>
        </p:txBody>
      </p:sp>
    </p:spTree>
  </p:cSld>
  <p:clrMapOvr>
    <a:masterClrMapping/>
  </p:clrMapOvr>
  <p:transition>
    <p:split/>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80D96F4A-DFE9-4A72-98BB-E380FF61C9A2}"/>
              </a:ext>
            </a:extLst>
          </p:cNvPr>
          <p:cNvGrpSpPr/>
          <p:nvPr/>
        </p:nvGrpSpPr>
        <p:grpSpPr>
          <a:xfrm>
            <a:off x="309320" y="1690688"/>
            <a:ext cx="8305800" cy="4648200"/>
            <a:chOff x="381000" y="1447800"/>
            <a:chExt cx="8305800" cy="4648200"/>
          </a:xfrm>
        </p:grpSpPr>
        <p:sp>
          <p:nvSpPr>
            <p:cNvPr id="75778" name="Line 2">
              <a:extLst>
                <a:ext uri="{FF2B5EF4-FFF2-40B4-BE49-F238E27FC236}">
                  <a16:creationId xmlns:a16="http://schemas.microsoft.com/office/drawing/2014/main" id="{5CE21254-BA4C-3E82-BD20-ED2CBC1CB6D4}"/>
                </a:ext>
              </a:extLst>
            </p:cNvPr>
            <p:cNvSpPr>
              <a:spLocks noChangeShapeType="1"/>
            </p:cNvSpPr>
            <p:nvPr/>
          </p:nvSpPr>
          <p:spPr bwMode="auto">
            <a:xfrm flipH="1">
              <a:off x="6858000" y="4648200"/>
              <a:ext cx="76200" cy="457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779" name="Line 3">
              <a:extLst>
                <a:ext uri="{FF2B5EF4-FFF2-40B4-BE49-F238E27FC236}">
                  <a16:creationId xmlns:a16="http://schemas.microsoft.com/office/drawing/2014/main" id="{4066812A-D77B-D2FA-A69B-1084DB081D90}"/>
                </a:ext>
              </a:extLst>
            </p:cNvPr>
            <p:cNvSpPr>
              <a:spLocks noChangeShapeType="1"/>
            </p:cNvSpPr>
            <p:nvPr/>
          </p:nvSpPr>
          <p:spPr bwMode="auto">
            <a:xfrm flipH="1">
              <a:off x="1524000" y="4648200"/>
              <a:ext cx="152400" cy="457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780" name="Line 4">
              <a:extLst>
                <a:ext uri="{FF2B5EF4-FFF2-40B4-BE49-F238E27FC236}">
                  <a16:creationId xmlns:a16="http://schemas.microsoft.com/office/drawing/2014/main" id="{2C8E77EA-E6FB-A773-9067-728AD8EDA4A2}"/>
                </a:ext>
              </a:extLst>
            </p:cNvPr>
            <p:cNvSpPr>
              <a:spLocks noChangeShapeType="1"/>
            </p:cNvSpPr>
            <p:nvPr/>
          </p:nvSpPr>
          <p:spPr bwMode="auto">
            <a:xfrm flipH="1">
              <a:off x="1143000" y="4038600"/>
              <a:ext cx="304800" cy="10668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781" name="Line 5">
              <a:extLst>
                <a:ext uri="{FF2B5EF4-FFF2-40B4-BE49-F238E27FC236}">
                  <a16:creationId xmlns:a16="http://schemas.microsoft.com/office/drawing/2014/main" id="{2AF0F7AD-2A06-38A4-BEDD-8789743B82B5}"/>
                </a:ext>
              </a:extLst>
            </p:cNvPr>
            <p:cNvSpPr>
              <a:spLocks noChangeShapeType="1"/>
            </p:cNvSpPr>
            <p:nvPr/>
          </p:nvSpPr>
          <p:spPr bwMode="auto">
            <a:xfrm>
              <a:off x="4267200" y="4038600"/>
              <a:ext cx="76200" cy="3810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782" name="Line 6">
              <a:extLst>
                <a:ext uri="{FF2B5EF4-FFF2-40B4-BE49-F238E27FC236}">
                  <a16:creationId xmlns:a16="http://schemas.microsoft.com/office/drawing/2014/main" id="{683AD139-C13C-4271-7DCF-B8DC13B9F04B}"/>
                </a:ext>
              </a:extLst>
            </p:cNvPr>
            <p:cNvSpPr>
              <a:spLocks noChangeShapeType="1"/>
            </p:cNvSpPr>
            <p:nvPr/>
          </p:nvSpPr>
          <p:spPr bwMode="auto">
            <a:xfrm>
              <a:off x="4038600" y="4648200"/>
              <a:ext cx="152400" cy="457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783" name="Line 7">
              <a:extLst>
                <a:ext uri="{FF2B5EF4-FFF2-40B4-BE49-F238E27FC236}">
                  <a16:creationId xmlns:a16="http://schemas.microsoft.com/office/drawing/2014/main" id="{367B13E1-49A8-DBB5-17FC-FA61501993EB}"/>
                </a:ext>
              </a:extLst>
            </p:cNvPr>
            <p:cNvSpPr>
              <a:spLocks noChangeShapeType="1"/>
            </p:cNvSpPr>
            <p:nvPr/>
          </p:nvSpPr>
          <p:spPr bwMode="auto">
            <a:xfrm flipH="1">
              <a:off x="3962400" y="4038600"/>
              <a:ext cx="152400" cy="457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784" name="Line 8">
              <a:extLst>
                <a:ext uri="{FF2B5EF4-FFF2-40B4-BE49-F238E27FC236}">
                  <a16:creationId xmlns:a16="http://schemas.microsoft.com/office/drawing/2014/main" id="{4D859D26-26C5-E592-A67E-0DB6DBC6BF88}"/>
                </a:ext>
              </a:extLst>
            </p:cNvPr>
            <p:cNvSpPr>
              <a:spLocks noChangeShapeType="1"/>
            </p:cNvSpPr>
            <p:nvPr/>
          </p:nvSpPr>
          <p:spPr bwMode="auto">
            <a:xfrm flipH="1">
              <a:off x="5486400" y="4038600"/>
              <a:ext cx="152400" cy="457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785" name="Line 9">
              <a:extLst>
                <a:ext uri="{FF2B5EF4-FFF2-40B4-BE49-F238E27FC236}">
                  <a16:creationId xmlns:a16="http://schemas.microsoft.com/office/drawing/2014/main" id="{A6FE52AD-D652-568A-46DD-4F2AA2F4F866}"/>
                </a:ext>
              </a:extLst>
            </p:cNvPr>
            <p:cNvSpPr>
              <a:spLocks noChangeShapeType="1"/>
            </p:cNvSpPr>
            <p:nvPr/>
          </p:nvSpPr>
          <p:spPr bwMode="auto">
            <a:xfrm flipH="1">
              <a:off x="2209800" y="5257800"/>
              <a:ext cx="76200" cy="457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786" name="Line 10">
              <a:extLst>
                <a:ext uri="{FF2B5EF4-FFF2-40B4-BE49-F238E27FC236}">
                  <a16:creationId xmlns:a16="http://schemas.microsoft.com/office/drawing/2014/main" id="{79904BC1-8C53-39A5-094C-BB386960406A}"/>
                </a:ext>
              </a:extLst>
            </p:cNvPr>
            <p:cNvSpPr>
              <a:spLocks noChangeShapeType="1"/>
            </p:cNvSpPr>
            <p:nvPr/>
          </p:nvSpPr>
          <p:spPr bwMode="auto">
            <a:xfrm flipH="1">
              <a:off x="2514600" y="3962400"/>
              <a:ext cx="76200" cy="5334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787" name="Line 11">
              <a:extLst>
                <a:ext uri="{FF2B5EF4-FFF2-40B4-BE49-F238E27FC236}">
                  <a16:creationId xmlns:a16="http://schemas.microsoft.com/office/drawing/2014/main" id="{2C455EEF-0C95-1ADA-4B02-5CA2379E3CB6}"/>
                </a:ext>
              </a:extLst>
            </p:cNvPr>
            <p:cNvSpPr>
              <a:spLocks noChangeShapeType="1"/>
            </p:cNvSpPr>
            <p:nvPr/>
          </p:nvSpPr>
          <p:spPr bwMode="auto">
            <a:xfrm flipH="1">
              <a:off x="7848600" y="5257800"/>
              <a:ext cx="152400" cy="5334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788" name="Line 12">
              <a:extLst>
                <a:ext uri="{FF2B5EF4-FFF2-40B4-BE49-F238E27FC236}">
                  <a16:creationId xmlns:a16="http://schemas.microsoft.com/office/drawing/2014/main" id="{428D9032-3A53-3566-E51D-4EBC02773D34}"/>
                </a:ext>
              </a:extLst>
            </p:cNvPr>
            <p:cNvSpPr>
              <a:spLocks noChangeShapeType="1"/>
            </p:cNvSpPr>
            <p:nvPr/>
          </p:nvSpPr>
          <p:spPr bwMode="auto">
            <a:xfrm flipH="1">
              <a:off x="7467600" y="2286000"/>
              <a:ext cx="152400" cy="5334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789" name="Line 13">
              <a:extLst>
                <a:ext uri="{FF2B5EF4-FFF2-40B4-BE49-F238E27FC236}">
                  <a16:creationId xmlns:a16="http://schemas.microsoft.com/office/drawing/2014/main" id="{B3030829-3951-185B-B15F-ED912FD79B74}"/>
                </a:ext>
              </a:extLst>
            </p:cNvPr>
            <p:cNvSpPr>
              <a:spLocks noChangeShapeType="1"/>
            </p:cNvSpPr>
            <p:nvPr/>
          </p:nvSpPr>
          <p:spPr bwMode="auto">
            <a:xfrm>
              <a:off x="7467600" y="1676400"/>
              <a:ext cx="127000" cy="3810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790" name="Line 14">
              <a:extLst>
                <a:ext uri="{FF2B5EF4-FFF2-40B4-BE49-F238E27FC236}">
                  <a16:creationId xmlns:a16="http://schemas.microsoft.com/office/drawing/2014/main" id="{C667F900-9FAF-AE1F-46CB-AEC42EE8FD4D}"/>
                </a:ext>
              </a:extLst>
            </p:cNvPr>
            <p:cNvSpPr>
              <a:spLocks noChangeShapeType="1"/>
            </p:cNvSpPr>
            <p:nvPr/>
          </p:nvSpPr>
          <p:spPr bwMode="auto">
            <a:xfrm>
              <a:off x="8001000" y="1676400"/>
              <a:ext cx="304800" cy="10668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9072" name="Oval 16">
              <a:extLst>
                <a:ext uri="{FF2B5EF4-FFF2-40B4-BE49-F238E27FC236}">
                  <a16:creationId xmlns:a16="http://schemas.microsoft.com/office/drawing/2014/main" id="{A6F7E090-F96E-A83E-9DE0-6D836BF496EE}"/>
                </a:ext>
              </a:extLst>
            </p:cNvPr>
            <p:cNvSpPr>
              <a:spLocks noChangeArrowheads="1"/>
            </p:cNvSpPr>
            <p:nvPr/>
          </p:nvSpPr>
          <p:spPr bwMode="auto">
            <a:xfrm>
              <a:off x="7848600" y="1447800"/>
              <a:ext cx="304800" cy="304800"/>
            </a:xfrm>
            <a:prstGeom prst="ellipse">
              <a:avLst/>
            </a:prstGeom>
            <a:gradFill rotWithShape="0">
              <a:gsLst>
                <a:gs pos="0">
                  <a:schemeClr val="accent1"/>
                </a:gs>
                <a:gs pos="100000">
                  <a:schemeClr val="accent1">
                    <a:gamma/>
                    <a:shade val="46275"/>
                    <a:invGamma/>
                  </a:schemeClr>
                </a:gs>
              </a:gsLst>
              <a:path path="shape">
                <a:fillToRect l="50000" t="50000" r="50000" b="50000"/>
              </a:path>
            </a:gradFill>
            <a:ln w="38100">
              <a:noFill/>
              <a:round/>
              <a:headEnd/>
              <a:tailEnd/>
            </a:ln>
            <a:effectLst/>
          </p:spPr>
          <p:txBody>
            <a:bodyPr wrap="none" anchor="ctr"/>
            <a:lstStyle/>
            <a:p>
              <a:pPr eaLnBrk="1" fontAlgn="auto" hangingPunct="1">
                <a:spcBef>
                  <a:spcPts val="0"/>
                </a:spcBef>
                <a:spcAft>
                  <a:spcPts val="0"/>
                </a:spcAft>
                <a:defRPr/>
              </a:pPr>
              <a:endParaRPr lang="zh-CN" altLang="en-US">
                <a:latin typeface="Times New Roman" charset="0"/>
                <a:ea typeface="+mn-ea"/>
              </a:endParaRPr>
            </a:p>
          </p:txBody>
        </p:sp>
        <p:sp>
          <p:nvSpPr>
            <p:cNvPr id="429073" name="Oval 17">
              <a:extLst>
                <a:ext uri="{FF2B5EF4-FFF2-40B4-BE49-F238E27FC236}">
                  <a16:creationId xmlns:a16="http://schemas.microsoft.com/office/drawing/2014/main" id="{9F39A9A5-7A8B-80C2-625A-4B6055DA7B32}"/>
                </a:ext>
              </a:extLst>
            </p:cNvPr>
            <p:cNvSpPr>
              <a:spLocks noChangeArrowheads="1"/>
            </p:cNvSpPr>
            <p:nvPr/>
          </p:nvSpPr>
          <p:spPr bwMode="auto">
            <a:xfrm>
              <a:off x="8001000" y="2057400"/>
              <a:ext cx="304800" cy="304800"/>
            </a:xfrm>
            <a:prstGeom prst="ellipse">
              <a:avLst/>
            </a:prstGeom>
            <a:gradFill rotWithShape="0">
              <a:gsLst>
                <a:gs pos="0">
                  <a:schemeClr val="accent1"/>
                </a:gs>
                <a:gs pos="100000">
                  <a:schemeClr val="accent1">
                    <a:gamma/>
                    <a:shade val="46275"/>
                    <a:invGamma/>
                  </a:schemeClr>
                </a:gs>
              </a:gsLst>
              <a:path path="shape">
                <a:fillToRect l="50000" t="50000" r="50000" b="50000"/>
              </a:path>
            </a:gradFill>
            <a:ln w="38100">
              <a:noFill/>
              <a:round/>
              <a:headEnd/>
              <a:tailEnd/>
            </a:ln>
            <a:effectLst/>
          </p:spPr>
          <p:txBody>
            <a:bodyPr wrap="none" anchor="ctr"/>
            <a:lstStyle/>
            <a:p>
              <a:pPr eaLnBrk="1" fontAlgn="auto" hangingPunct="1">
                <a:spcBef>
                  <a:spcPts val="0"/>
                </a:spcBef>
                <a:spcAft>
                  <a:spcPts val="0"/>
                </a:spcAft>
                <a:defRPr/>
              </a:pPr>
              <a:endParaRPr lang="zh-CN" altLang="en-US">
                <a:latin typeface="Times New Roman" charset="0"/>
                <a:ea typeface="+mn-ea"/>
              </a:endParaRPr>
            </a:p>
          </p:txBody>
        </p:sp>
        <p:sp>
          <p:nvSpPr>
            <p:cNvPr id="429074" name="Oval 18">
              <a:extLst>
                <a:ext uri="{FF2B5EF4-FFF2-40B4-BE49-F238E27FC236}">
                  <a16:creationId xmlns:a16="http://schemas.microsoft.com/office/drawing/2014/main" id="{58E23231-15E1-B766-F880-9918CFA483F4}"/>
                </a:ext>
              </a:extLst>
            </p:cNvPr>
            <p:cNvSpPr>
              <a:spLocks noChangeArrowheads="1"/>
            </p:cNvSpPr>
            <p:nvPr/>
          </p:nvSpPr>
          <p:spPr bwMode="auto">
            <a:xfrm>
              <a:off x="8153400" y="2667000"/>
              <a:ext cx="304800" cy="304800"/>
            </a:xfrm>
            <a:prstGeom prst="ellipse">
              <a:avLst/>
            </a:prstGeom>
            <a:gradFill rotWithShape="0">
              <a:gsLst>
                <a:gs pos="0">
                  <a:schemeClr val="accent1"/>
                </a:gs>
                <a:gs pos="100000">
                  <a:schemeClr val="accent1">
                    <a:gamma/>
                    <a:shade val="46275"/>
                    <a:invGamma/>
                  </a:schemeClr>
                </a:gs>
              </a:gsLst>
              <a:path path="shape">
                <a:fillToRect l="50000" t="50000" r="50000" b="50000"/>
              </a:path>
            </a:gradFill>
            <a:ln w="38100">
              <a:noFill/>
              <a:round/>
              <a:headEnd/>
              <a:tailEnd/>
            </a:ln>
            <a:effectLst/>
          </p:spPr>
          <p:txBody>
            <a:bodyPr wrap="none" anchor="ctr"/>
            <a:lstStyle/>
            <a:p>
              <a:pPr eaLnBrk="1" fontAlgn="auto" hangingPunct="1">
                <a:spcBef>
                  <a:spcPts val="0"/>
                </a:spcBef>
                <a:spcAft>
                  <a:spcPts val="0"/>
                </a:spcAft>
                <a:defRPr/>
              </a:pPr>
              <a:endParaRPr lang="zh-CN" altLang="en-US">
                <a:latin typeface="Times New Roman" charset="0"/>
                <a:ea typeface="+mn-ea"/>
              </a:endParaRPr>
            </a:p>
          </p:txBody>
        </p:sp>
        <p:sp>
          <p:nvSpPr>
            <p:cNvPr id="429075" name="Oval 19">
              <a:extLst>
                <a:ext uri="{FF2B5EF4-FFF2-40B4-BE49-F238E27FC236}">
                  <a16:creationId xmlns:a16="http://schemas.microsoft.com/office/drawing/2014/main" id="{DAA0F73D-F47B-C9C2-1075-66D2CAC0C9FC}"/>
                </a:ext>
              </a:extLst>
            </p:cNvPr>
            <p:cNvSpPr>
              <a:spLocks noChangeArrowheads="1"/>
            </p:cNvSpPr>
            <p:nvPr/>
          </p:nvSpPr>
          <p:spPr bwMode="auto">
            <a:xfrm>
              <a:off x="7315200" y="1447800"/>
              <a:ext cx="304800" cy="304800"/>
            </a:xfrm>
            <a:prstGeom prst="ellipse">
              <a:avLst/>
            </a:prstGeom>
            <a:gradFill rotWithShape="0">
              <a:gsLst>
                <a:gs pos="0">
                  <a:schemeClr val="accent1"/>
                </a:gs>
                <a:gs pos="100000">
                  <a:schemeClr val="accent1">
                    <a:gamma/>
                    <a:shade val="46275"/>
                    <a:invGamma/>
                  </a:schemeClr>
                </a:gs>
              </a:gsLst>
              <a:path path="shape">
                <a:fillToRect l="50000" t="50000" r="50000" b="50000"/>
              </a:path>
            </a:gradFill>
            <a:ln w="38100">
              <a:noFill/>
              <a:round/>
              <a:headEnd/>
              <a:tailEnd/>
            </a:ln>
            <a:effectLst/>
          </p:spPr>
          <p:txBody>
            <a:bodyPr wrap="none" anchor="ctr"/>
            <a:lstStyle/>
            <a:p>
              <a:pPr eaLnBrk="1" fontAlgn="auto" hangingPunct="1">
                <a:spcBef>
                  <a:spcPts val="0"/>
                </a:spcBef>
                <a:spcAft>
                  <a:spcPts val="0"/>
                </a:spcAft>
                <a:defRPr/>
              </a:pPr>
              <a:endParaRPr lang="zh-CN" altLang="en-US">
                <a:latin typeface="Times New Roman" charset="0"/>
                <a:ea typeface="+mn-ea"/>
              </a:endParaRPr>
            </a:p>
          </p:txBody>
        </p:sp>
        <p:sp>
          <p:nvSpPr>
            <p:cNvPr id="429076" name="Oval 20">
              <a:extLst>
                <a:ext uri="{FF2B5EF4-FFF2-40B4-BE49-F238E27FC236}">
                  <a16:creationId xmlns:a16="http://schemas.microsoft.com/office/drawing/2014/main" id="{4E118EBE-1C7D-EBBE-A86A-F7179804F6E3}"/>
                </a:ext>
              </a:extLst>
            </p:cNvPr>
            <p:cNvSpPr>
              <a:spLocks noChangeArrowheads="1"/>
            </p:cNvSpPr>
            <p:nvPr/>
          </p:nvSpPr>
          <p:spPr bwMode="auto">
            <a:xfrm>
              <a:off x="7467600" y="2057400"/>
              <a:ext cx="304800" cy="304800"/>
            </a:xfrm>
            <a:prstGeom prst="ellipse">
              <a:avLst/>
            </a:prstGeom>
            <a:gradFill rotWithShape="0">
              <a:gsLst>
                <a:gs pos="0">
                  <a:schemeClr val="accent1"/>
                </a:gs>
                <a:gs pos="100000">
                  <a:schemeClr val="accent1">
                    <a:gamma/>
                    <a:shade val="46275"/>
                    <a:invGamma/>
                  </a:schemeClr>
                </a:gs>
              </a:gsLst>
              <a:path path="shape">
                <a:fillToRect l="50000" t="50000" r="50000" b="50000"/>
              </a:path>
            </a:gradFill>
            <a:ln w="38100">
              <a:noFill/>
              <a:round/>
              <a:headEnd/>
              <a:tailEnd/>
            </a:ln>
            <a:effectLst/>
          </p:spPr>
          <p:txBody>
            <a:bodyPr wrap="none" anchor="ctr"/>
            <a:lstStyle/>
            <a:p>
              <a:pPr eaLnBrk="1" fontAlgn="auto" hangingPunct="1">
                <a:spcBef>
                  <a:spcPts val="0"/>
                </a:spcBef>
                <a:spcAft>
                  <a:spcPts val="0"/>
                </a:spcAft>
                <a:defRPr/>
              </a:pPr>
              <a:endParaRPr lang="zh-CN" altLang="en-US">
                <a:latin typeface="Times New Roman" charset="0"/>
                <a:ea typeface="+mn-ea"/>
              </a:endParaRPr>
            </a:p>
          </p:txBody>
        </p:sp>
        <p:sp>
          <p:nvSpPr>
            <p:cNvPr id="429077" name="Oval 21">
              <a:extLst>
                <a:ext uri="{FF2B5EF4-FFF2-40B4-BE49-F238E27FC236}">
                  <a16:creationId xmlns:a16="http://schemas.microsoft.com/office/drawing/2014/main" id="{4D56509F-7391-4513-B4AD-9518E0DE41A9}"/>
                </a:ext>
              </a:extLst>
            </p:cNvPr>
            <p:cNvSpPr>
              <a:spLocks noChangeArrowheads="1"/>
            </p:cNvSpPr>
            <p:nvPr/>
          </p:nvSpPr>
          <p:spPr bwMode="auto">
            <a:xfrm>
              <a:off x="7315200" y="2667000"/>
              <a:ext cx="304800" cy="304800"/>
            </a:xfrm>
            <a:prstGeom prst="ellipse">
              <a:avLst/>
            </a:prstGeom>
            <a:gradFill rotWithShape="0">
              <a:gsLst>
                <a:gs pos="0">
                  <a:schemeClr val="accent1"/>
                </a:gs>
                <a:gs pos="100000">
                  <a:schemeClr val="accent1">
                    <a:gamma/>
                    <a:shade val="46275"/>
                    <a:invGamma/>
                  </a:schemeClr>
                </a:gs>
              </a:gsLst>
              <a:path path="shape">
                <a:fillToRect l="50000" t="50000" r="50000" b="50000"/>
              </a:path>
            </a:gradFill>
            <a:ln w="38100">
              <a:noFill/>
              <a:round/>
              <a:headEnd/>
              <a:tailEnd/>
            </a:ln>
            <a:effectLst/>
          </p:spPr>
          <p:txBody>
            <a:bodyPr wrap="none" anchor="ctr"/>
            <a:lstStyle/>
            <a:p>
              <a:pPr eaLnBrk="1" fontAlgn="auto" hangingPunct="1">
                <a:spcBef>
                  <a:spcPts val="0"/>
                </a:spcBef>
                <a:spcAft>
                  <a:spcPts val="0"/>
                </a:spcAft>
                <a:defRPr/>
              </a:pPr>
              <a:endParaRPr lang="zh-CN" altLang="en-US">
                <a:latin typeface="Times New Roman" charset="0"/>
                <a:ea typeface="+mn-ea"/>
              </a:endParaRPr>
            </a:p>
          </p:txBody>
        </p:sp>
        <p:sp>
          <p:nvSpPr>
            <p:cNvPr id="75798" name="Line 22">
              <a:extLst>
                <a:ext uri="{FF2B5EF4-FFF2-40B4-BE49-F238E27FC236}">
                  <a16:creationId xmlns:a16="http://schemas.microsoft.com/office/drawing/2014/main" id="{D4A43BFF-3392-223F-8F93-E324FF547D34}"/>
                </a:ext>
              </a:extLst>
            </p:cNvPr>
            <p:cNvSpPr>
              <a:spLocks noChangeShapeType="1"/>
            </p:cNvSpPr>
            <p:nvPr/>
          </p:nvSpPr>
          <p:spPr bwMode="auto">
            <a:xfrm>
              <a:off x="6934200" y="1676400"/>
              <a:ext cx="127000" cy="3810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9079" name="Oval 23">
              <a:extLst>
                <a:ext uri="{FF2B5EF4-FFF2-40B4-BE49-F238E27FC236}">
                  <a16:creationId xmlns:a16="http://schemas.microsoft.com/office/drawing/2014/main" id="{7A306020-AB0B-6F4E-C699-71E5AAF8597F}"/>
                </a:ext>
              </a:extLst>
            </p:cNvPr>
            <p:cNvSpPr>
              <a:spLocks noChangeArrowheads="1"/>
            </p:cNvSpPr>
            <p:nvPr/>
          </p:nvSpPr>
          <p:spPr bwMode="auto">
            <a:xfrm>
              <a:off x="6705600" y="1447800"/>
              <a:ext cx="304800" cy="304800"/>
            </a:xfrm>
            <a:prstGeom prst="ellipse">
              <a:avLst/>
            </a:prstGeom>
            <a:gradFill rotWithShape="0">
              <a:gsLst>
                <a:gs pos="0">
                  <a:schemeClr val="accent1"/>
                </a:gs>
                <a:gs pos="100000">
                  <a:schemeClr val="accent1">
                    <a:gamma/>
                    <a:shade val="46275"/>
                    <a:invGamma/>
                  </a:schemeClr>
                </a:gs>
              </a:gsLst>
              <a:path path="shape">
                <a:fillToRect l="50000" t="50000" r="50000" b="50000"/>
              </a:path>
            </a:gradFill>
            <a:ln w="38100">
              <a:noFill/>
              <a:round/>
              <a:headEnd/>
              <a:tailEnd/>
            </a:ln>
            <a:effectLst/>
          </p:spPr>
          <p:txBody>
            <a:bodyPr wrap="none" anchor="ctr"/>
            <a:lstStyle/>
            <a:p>
              <a:pPr eaLnBrk="1" fontAlgn="auto" hangingPunct="1">
                <a:spcBef>
                  <a:spcPts val="0"/>
                </a:spcBef>
                <a:spcAft>
                  <a:spcPts val="0"/>
                </a:spcAft>
                <a:defRPr/>
              </a:pPr>
              <a:endParaRPr lang="zh-CN" altLang="en-US">
                <a:latin typeface="Times New Roman" charset="0"/>
                <a:ea typeface="+mn-ea"/>
              </a:endParaRPr>
            </a:p>
          </p:txBody>
        </p:sp>
        <p:sp>
          <p:nvSpPr>
            <p:cNvPr id="429080" name="Oval 24">
              <a:extLst>
                <a:ext uri="{FF2B5EF4-FFF2-40B4-BE49-F238E27FC236}">
                  <a16:creationId xmlns:a16="http://schemas.microsoft.com/office/drawing/2014/main" id="{E97DFA14-2452-56F4-4ED7-6D178554D8D5}"/>
                </a:ext>
              </a:extLst>
            </p:cNvPr>
            <p:cNvSpPr>
              <a:spLocks noChangeArrowheads="1"/>
            </p:cNvSpPr>
            <p:nvPr/>
          </p:nvSpPr>
          <p:spPr bwMode="auto">
            <a:xfrm>
              <a:off x="6934200" y="2057400"/>
              <a:ext cx="304800" cy="304800"/>
            </a:xfrm>
            <a:prstGeom prst="ellipse">
              <a:avLst/>
            </a:prstGeom>
            <a:gradFill rotWithShape="0">
              <a:gsLst>
                <a:gs pos="0">
                  <a:schemeClr val="accent1"/>
                </a:gs>
                <a:gs pos="100000">
                  <a:schemeClr val="accent1">
                    <a:gamma/>
                    <a:shade val="46275"/>
                    <a:invGamma/>
                  </a:schemeClr>
                </a:gs>
              </a:gsLst>
              <a:path path="shape">
                <a:fillToRect l="50000" t="50000" r="50000" b="50000"/>
              </a:path>
            </a:gradFill>
            <a:ln w="38100">
              <a:noFill/>
              <a:round/>
              <a:headEnd/>
              <a:tailEnd/>
            </a:ln>
            <a:effectLst/>
          </p:spPr>
          <p:txBody>
            <a:bodyPr wrap="none" anchor="ctr"/>
            <a:lstStyle/>
            <a:p>
              <a:pPr eaLnBrk="1" fontAlgn="auto" hangingPunct="1">
                <a:spcBef>
                  <a:spcPts val="0"/>
                </a:spcBef>
                <a:spcAft>
                  <a:spcPts val="0"/>
                </a:spcAft>
                <a:defRPr/>
              </a:pPr>
              <a:endParaRPr lang="zh-CN" altLang="en-US">
                <a:latin typeface="Times New Roman" charset="0"/>
                <a:ea typeface="+mn-ea"/>
              </a:endParaRPr>
            </a:p>
          </p:txBody>
        </p:sp>
        <p:sp>
          <p:nvSpPr>
            <p:cNvPr id="429081" name="Oval 25">
              <a:extLst>
                <a:ext uri="{FF2B5EF4-FFF2-40B4-BE49-F238E27FC236}">
                  <a16:creationId xmlns:a16="http://schemas.microsoft.com/office/drawing/2014/main" id="{75E52192-6CA3-6164-AC76-0CA8A6CB20F1}"/>
                </a:ext>
              </a:extLst>
            </p:cNvPr>
            <p:cNvSpPr>
              <a:spLocks noChangeArrowheads="1"/>
            </p:cNvSpPr>
            <p:nvPr/>
          </p:nvSpPr>
          <p:spPr bwMode="auto">
            <a:xfrm>
              <a:off x="6477000" y="2057400"/>
              <a:ext cx="304800" cy="304800"/>
            </a:xfrm>
            <a:prstGeom prst="ellipse">
              <a:avLst/>
            </a:prstGeom>
            <a:gradFill rotWithShape="0">
              <a:gsLst>
                <a:gs pos="0">
                  <a:schemeClr val="accent1"/>
                </a:gs>
                <a:gs pos="100000">
                  <a:schemeClr val="accent1">
                    <a:gamma/>
                    <a:shade val="46275"/>
                    <a:invGamma/>
                  </a:schemeClr>
                </a:gs>
              </a:gsLst>
              <a:path path="shape">
                <a:fillToRect l="50000" t="50000" r="50000" b="50000"/>
              </a:path>
            </a:gradFill>
            <a:ln w="38100">
              <a:noFill/>
              <a:round/>
              <a:headEnd/>
              <a:tailEnd/>
            </a:ln>
            <a:effectLst/>
          </p:spPr>
          <p:txBody>
            <a:bodyPr wrap="none" anchor="ctr"/>
            <a:lstStyle/>
            <a:p>
              <a:pPr eaLnBrk="1" fontAlgn="auto" hangingPunct="1">
                <a:spcBef>
                  <a:spcPts val="0"/>
                </a:spcBef>
                <a:spcAft>
                  <a:spcPts val="0"/>
                </a:spcAft>
                <a:defRPr/>
              </a:pPr>
              <a:endParaRPr lang="zh-CN" altLang="en-US">
                <a:latin typeface="Times New Roman" charset="0"/>
                <a:ea typeface="+mn-ea"/>
              </a:endParaRPr>
            </a:p>
          </p:txBody>
        </p:sp>
        <p:sp>
          <p:nvSpPr>
            <p:cNvPr id="75802" name="Line 26">
              <a:extLst>
                <a:ext uri="{FF2B5EF4-FFF2-40B4-BE49-F238E27FC236}">
                  <a16:creationId xmlns:a16="http://schemas.microsoft.com/office/drawing/2014/main" id="{AE85C0F4-31BD-962F-1ED1-4E550B5D275A}"/>
                </a:ext>
              </a:extLst>
            </p:cNvPr>
            <p:cNvSpPr>
              <a:spLocks noChangeShapeType="1"/>
            </p:cNvSpPr>
            <p:nvPr/>
          </p:nvSpPr>
          <p:spPr bwMode="auto">
            <a:xfrm flipH="1">
              <a:off x="6629400" y="1676400"/>
              <a:ext cx="152400" cy="457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03" name="Line 27">
              <a:extLst>
                <a:ext uri="{FF2B5EF4-FFF2-40B4-BE49-F238E27FC236}">
                  <a16:creationId xmlns:a16="http://schemas.microsoft.com/office/drawing/2014/main" id="{1823E9E4-CDFC-6883-0AD1-C28BE6A0CF17}"/>
                </a:ext>
              </a:extLst>
            </p:cNvPr>
            <p:cNvSpPr>
              <a:spLocks noChangeShapeType="1"/>
            </p:cNvSpPr>
            <p:nvPr/>
          </p:nvSpPr>
          <p:spPr bwMode="auto">
            <a:xfrm>
              <a:off x="6019800" y="2286000"/>
              <a:ext cx="152400" cy="5334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04" name="Line 28">
              <a:extLst>
                <a:ext uri="{FF2B5EF4-FFF2-40B4-BE49-F238E27FC236}">
                  <a16:creationId xmlns:a16="http://schemas.microsoft.com/office/drawing/2014/main" id="{AD883E86-31DE-E38C-6B57-23CAB4B6A3B4}"/>
                </a:ext>
              </a:extLst>
            </p:cNvPr>
            <p:cNvSpPr>
              <a:spLocks noChangeShapeType="1"/>
            </p:cNvSpPr>
            <p:nvPr/>
          </p:nvSpPr>
          <p:spPr bwMode="auto">
            <a:xfrm flipH="1">
              <a:off x="6019800" y="1676400"/>
              <a:ext cx="127000" cy="3810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05" name="Line 29">
              <a:extLst>
                <a:ext uri="{FF2B5EF4-FFF2-40B4-BE49-F238E27FC236}">
                  <a16:creationId xmlns:a16="http://schemas.microsoft.com/office/drawing/2014/main" id="{4292BDF2-0DAB-B5A8-C294-EC7D8CC0A4AB}"/>
                </a:ext>
              </a:extLst>
            </p:cNvPr>
            <p:cNvSpPr>
              <a:spLocks noChangeShapeType="1"/>
            </p:cNvSpPr>
            <p:nvPr/>
          </p:nvSpPr>
          <p:spPr bwMode="auto">
            <a:xfrm flipH="1">
              <a:off x="5257800" y="1676400"/>
              <a:ext cx="304800" cy="10668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9086" name="Oval 30">
              <a:extLst>
                <a:ext uri="{FF2B5EF4-FFF2-40B4-BE49-F238E27FC236}">
                  <a16:creationId xmlns:a16="http://schemas.microsoft.com/office/drawing/2014/main" id="{AAF4D0E1-308E-89D7-C2E6-2FBBD5A1C12D}"/>
                </a:ext>
              </a:extLst>
            </p:cNvPr>
            <p:cNvSpPr>
              <a:spLocks noChangeArrowheads="1"/>
            </p:cNvSpPr>
            <p:nvPr/>
          </p:nvSpPr>
          <p:spPr bwMode="auto">
            <a:xfrm flipH="1">
              <a:off x="5410200" y="1447800"/>
              <a:ext cx="304800" cy="304800"/>
            </a:xfrm>
            <a:prstGeom prst="ellipse">
              <a:avLst/>
            </a:prstGeom>
            <a:gradFill rotWithShape="0">
              <a:gsLst>
                <a:gs pos="0">
                  <a:schemeClr val="accent1"/>
                </a:gs>
                <a:gs pos="100000">
                  <a:schemeClr val="accent1">
                    <a:gamma/>
                    <a:shade val="46275"/>
                    <a:invGamma/>
                  </a:schemeClr>
                </a:gs>
              </a:gsLst>
              <a:path path="shape">
                <a:fillToRect l="50000" t="50000" r="50000" b="50000"/>
              </a:path>
            </a:gradFill>
            <a:ln w="38100">
              <a:noFill/>
              <a:round/>
              <a:headEnd/>
              <a:tailEnd/>
            </a:ln>
            <a:effectLst/>
          </p:spPr>
          <p:txBody>
            <a:bodyPr wrap="none" anchor="ctr"/>
            <a:lstStyle/>
            <a:p>
              <a:pPr eaLnBrk="1" fontAlgn="auto" hangingPunct="1">
                <a:spcBef>
                  <a:spcPts val="0"/>
                </a:spcBef>
                <a:spcAft>
                  <a:spcPts val="0"/>
                </a:spcAft>
                <a:defRPr/>
              </a:pPr>
              <a:endParaRPr lang="zh-CN" altLang="en-US">
                <a:latin typeface="Times New Roman" charset="0"/>
                <a:ea typeface="+mn-ea"/>
              </a:endParaRPr>
            </a:p>
          </p:txBody>
        </p:sp>
        <p:sp>
          <p:nvSpPr>
            <p:cNvPr id="429087" name="Oval 31">
              <a:extLst>
                <a:ext uri="{FF2B5EF4-FFF2-40B4-BE49-F238E27FC236}">
                  <a16:creationId xmlns:a16="http://schemas.microsoft.com/office/drawing/2014/main" id="{89DDDD2D-D696-4D9B-7C86-5A0097F06D68}"/>
                </a:ext>
              </a:extLst>
            </p:cNvPr>
            <p:cNvSpPr>
              <a:spLocks noChangeArrowheads="1"/>
            </p:cNvSpPr>
            <p:nvPr/>
          </p:nvSpPr>
          <p:spPr bwMode="auto">
            <a:xfrm flipH="1">
              <a:off x="5257800" y="2057400"/>
              <a:ext cx="304800" cy="304800"/>
            </a:xfrm>
            <a:prstGeom prst="ellipse">
              <a:avLst/>
            </a:prstGeom>
            <a:gradFill rotWithShape="0">
              <a:gsLst>
                <a:gs pos="0">
                  <a:schemeClr val="accent1"/>
                </a:gs>
                <a:gs pos="100000">
                  <a:schemeClr val="accent1">
                    <a:gamma/>
                    <a:shade val="46275"/>
                    <a:invGamma/>
                  </a:schemeClr>
                </a:gs>
              </a:gsLst>
              <a:path path="shape">
                <a:fillToRect l="50000" t="50000" r="50000" b="50000"/>
              </a:path>
            </a:gradFill>
            <a:ln w="38100">
              <a:noFill/>
              <a:round/>
              <a:headEnd/>
              <a:tailEnd/>
            </a:ln>
            <a:effectLst/>
          </p:spPr>
          <p:txBody>
            <a:bodyPr wrap="none" anchor="ctr"/>
            <a:lstStyle/>
            <a:p>
              <a:pPr eaLnBrk="1" fontAlgn="auto" hangingPunct="1">
                <a:spcBef>
                  <a:spcPts val="0"/>
                </a:spcBef>
                <a:spcAft>
                  <a:spcPts val="0"/>
                </a:spcAft>
                <a:defRPr/>
              </a:pPr>
              <a:endParaRPr lang="zh-CN" altLang="en-US">
                <a:latin typeface="Times New Roman" charset="0"/>
                <a:ea typeface="+mn-ea"/>
              </a:endParaRPr>
            </a:p>
          </p:txBody>
        </p:sp>
        <p:sp>
          <p:nvSpPr>
            <p:cNvPr id="429088" name="Oval 32">
              <a:extLst>
                <a:ext uri="{FF2B5EF4-FFF2-40B4-BE49-F238E27FC236}">
                  <a16:creationId xmlns:a16="http://schemas.microsoft.com/office/drawing/2014/main" id="{98CD7434-F714-B69D-E1A5-EA6948EDAB64}"/>
                </a:ext>
              </a:extLst>
            </p:cNvPr>
            <p:cNvSpPr>
              <a:spLocks noChangeArrowheads="1"/>
            </p:cNvSpPr>
            <p:nvPr/>
          </p:nvSpPr>
          <p:spPr bwMode="auto">
            <a:xfrm flipH="1">
              <a:off x="5105400" y="2667000"/>
              <a:ext cx="304800" cy="304800"/>
            </a:xfrm>
            <a:prstGeom prst="ellipse">
              <a:avLst/>
            </a:prstGeom>
            <a:gradFill rotWithShape="0">
              <a:gsLst>
                <a:gs pos="0">
                  <a:schemeClr val="accent1"/>
                </a:gs>
                <a:gs pos="100000">
                  <a:schemeClr val="accent1">
                    <a:gamma/>
                    <a:shade val="46275"/>
                    <a:invGamma/>
                  </a:schemeClr>
                </a:gs>
              </a:gsLst>
              <a:path path="shape">
                <a:fillToRect l="50000" t="50000" r="50000" b="50000"/>
              </a:path>
            </a:gradFill>
            <a:ln w="38100">
              <a:noFill/>
              <a:round/>
              <a:headEnd/>
              <a:tailEnd/>
            </a:ln>
            <a:effectLst/>
          </p:spPr>
          <p:txBody>
            <a:bodyPr wrap="none" anchor="ctr"/>
            <a:lstStyle/>
            <a:p>
              <a:pPr eaLnBrk="1" fontAlgn="auto" hangingPunct="1">
                <a:spcBef>
                  <a:spcPts val="0"/>
                </a:spcBef>
                <a:spcAft>
                  <a:spcPts val="0"/>
                </a:spcAft>
                <a:defRPr/>
              </a:pPr>
              <a:endParaRPr lang="zh-CN" altLang="en-US">
                <a:latin typeface="Times New Roman" charset="0"/>
                <a:ea typeface="+mn-ea"/>
              </a:endParaRPr>
            </a:p>
          </p:txBody>
        </p:sp>
        <p:sp>
          <p:nvSpPr>
            <p:cNvPr id="429089" name="Oval 33">
              <a:extLst>
                <a:ext uri="{FF2B5EF4-FFF2-40B4-BE49-F238E27FC236}">
                  <a16:creationId xmlns:a16="http://schemas.microsoft.com/office/drawing/2014/main" id="{0AB2C071-2118-A22E-C0E9-763A9163797A}"/>
                </a:ext>
              </a:extLst>
            </p:cNvPr>
            <p:cNvSpPr>
              <a:spLocks noChangeArrowheads="1"/>
            </p:cNvSpPr>
            <p:nvPr/>
          </p:nvSpPr>
          <p:spPr bwMode="auto">
            <a:xfrm flipH="1">
              <a:off x="6019800" y="1447800"/>
              <a:ext cx="304800" cy="304800"/>
            </a:xfrm>
            <a:prstGeom prst="ellipse">
              <a:avLst/>
            </a:prstGeom>
            <a:gradFill rotWithShape="0">
              <a:gsLst>
                <a:gs pos="0">
                  <a:schemeClr val="accent1"/>
                </a:gs>
                <a:gs pos="100000">
                  <a:schemeClr val="accent1">
                    <a:gamma/>
                    <a:shade val="46275"/>
                    <a:invGamma/>
                  </a:schemeClr>
                </a:gs>
              </a:gsLst>
              <a:path path="shape">
                <a:fillToRect l="50000" t="50000" r="50000" b="50000"/>
              </a:path>
            </a:gradFill>
            <a:ln w="38100">
              <a:noFill/>
              <a:round/>
              <a:headEnd/>
              <a:tailEnd/>
            </a:ln>
            <a:effectLst/>
          </p:spPr>
          <p:txBody>
            <a:bodyPr wrap="none" anchor="ctr"/>
            <a:lstStyle/>
            <a:p>
              <a:pPr eaLnBrk="1" fontAlgn="auto" hangingPunct="1">
                <a:spcBef>
                  <a:spcPts val="0"/>
                </a:spcBef>
                <a:spcAft>
                  <a:spcPts val="0"/>
                </a:spcAft>
                <a:defRPr/>
              </a:pPr>
              <a:endParaRPr lang="zh-CN" altLang="en-US">
                <a:latin typeface="Times New Roman" charset="0"/>
                <a:ea typeface="+mn-ea"/>
              </a:endParaRPr>
            </a:p>
          </p:txBody>
        </p:sp>
        <p:sp>
          <p:nvSpPr>
            <p:cNvPr id="429090" name="Oval 34">
              <a:extLst>
                <a:ext uri="{FF2B5EF4-FFF2-40B4-BE49-F238E27FC236}">
                  <a16:creationId xmlns:a16="http://schemas.microsoft.com/office/drawing/2014/main" id="{7E52EC4C-67A2-E5B4-47AA-DE540D34090A}"/>
                </a:ext>
              </a:extLst>
            </p:cNvPr>
            <p:cNvSpPr>
              <a:spLocks noChangeArrowheads="1"/>
            </p:cNvSpPr>
            <p:nvPr/>
          </p:nvSpPr>
          <p:spPr bwMode="auto">
            <a:xfrm flipH="1">
              <a:off x="5867400" y="2057400"/>
              <a:ext cx="304800" cy="304800"/>
            </a:xfrm>
            <a:prstGeom prst="ellipse">
              <a:avLst/>
            </a:prstGeom>
            <a:gradFill rotWithShape="0">
              <a:gsLst>
                <a:gs pos="0">
                  <a:schemeClr val="accent1"/>
                </a:gs>
                <a:gs pos="100000">
                  <a:schemeClr val="accent1">
                    <a:gamma/>
                    <a:shade val="46275"/>
                    <a:invGamma/>
                  </a:schemeClr>
                </a:gs>
              </a:gsLst>
              <a:path path="shape">
                <a:fillToRect l="50000" t="50000" r="50000" b="50000"/>
              </a:path>
            </a:gradFill>
            <a:ln w="38100">
              <a:noFill/>
              <a:round/>
              <a:headEnd/>
              <a:tailEnd/>
            </a:ln>
            <a:effectLst/>
          </p:spPr>
          <p:txBody>
            <a:bodyPr wrap="none" anchor="ctr"/>
            <a:lstStyle/>
            <a:p>
              <a:pPr eaLnBrk="1" fontAlgn="auto" hangingPunct="1">
                <a:spcBef>
                  <a:spcPts val="0"/>
                </a:spcBef>
                <a:spcAft>
                  <a:spcPts val="0"/>
                </a:spcAft>
                <a:defRPr/>
              </a:pPr>
              <a:endParaRPr lang="zh-CN" altLang="en-US">
                <a:latin typeface="Times New Roman" charset="0"/>
                <a:ea typeface="+mn-ea"/>
              </a:endParaRPr>
            </a:p>
          </p:txBody>
        </p:sp>
        <p:sp>
          <p:nvSpPr>
            <p:cNvPr id="429091" name="Oval 35">
              <a:extLst>
                <a:ext uri="{FF2B5EF4-FFF2-40B4-BE49-F238E27FC236}">
                  <a16:creationId xmlns:a16="http://schemas.microsoft.com/office/drawing/2014/main" id="{8B1A706A-7EF2-6945-84E7-01470DC8A39D}"/>
                </a:ext>
              </a:extLst>
            </p:cNvPr>
            <p:cNvSpPr>
              <a:spLocks noChangeArrowheads="1"/>
            </p:cNvSpPr>
            <p:nvPr/>
          </p:nvSpPr>
          <p:spPr bwMode="auto">
            <a:xfrm flipH="1">
              <a:off x="6019800" y="2667000"/>
              <a:ext cx="304800" cy="304800"/>
            </a:xfrm>
            <a:prstGeom prst="ellipse">
              <a:avLst/>
            </a:prstGeom>
            <a:gradFill rotWithShape="0">
              <a:gsLst>
                <a:gs pos="0">
                  <a:schemeClr val="accent1"/>
                </a:gs>
                <a:gs pos="100000">
                  <a:schemeClr val="accent1">
                    <a:gamma/>
                    <a:shade val="46275"/>
                    <a:invGamma/>
                  </a:schemeClr>
                </a:gs>
              </a:gsLst>
              <a:path path="shape">
                <a:fillToRect l="50000" t="50000" r="50000" b="50000"/>
              </a:path>
            </a:gradFill>
            <a:ln w="38100">
              <a:noFill/>
              <a:round/>
              <a:headEnd/>
              <a:tailEnd/>
            </a:ln>
            <a:effectLst/>
          </p:spPr>
          <p:txBody>
            <a:bodyPr wrap="none" anchor="ctr"/>
            <a:lstStyle/>
            <a:p>
              <a:pPr eaLnBrk="1" fontAlgn="auto" hangingPunct="1">
                <a:spcBef>
                  <a:spcPts val="0"/>
                </a:spcBef>
                <a:spcAft>
                  <a:spcPts val="0"/>
                </a:spcAft>
                <a:defRPr/>
              </a:pPr>
              <a:endParaRPr lang="zh-CN" altLang="en-US">
                <a:latin typeface="Times New Roman" charset="0"/>
                <a:ea typeface="+mn-ea"/>
              </a:endParaRPr>
            </a:p>
          </p:txBody>
        </p:sp>
        <p:sp>
          <p:nvSpPr>
            <p:cNvPr id="75812" name="Line 36">
              <a:extLst>
                <a:ext uri="{FF2B5EF4-FFF2-40B4-BE49-F238E27FC236}">
                  <a16:creationId xmlns:a16="http://schemas.microsoft.com/office/drawing/2014/main" id="{55FF9A96-BD81-B2F7-A8DE-5C31348DB372}"/>
                </a:ext>
              </a:extLst>
            </p:cNvPr>
            <p:cNvSpPr>
              <a:spLocks noChangeShapeType="1"/>
            </p:cNvSpPr>
            <p:nvPr/>
          </p:nvSpPr>
          <p:spPr bwMode="auto">
            <a:xfrm>
              <a:off x="4267200" y="1828800"/>
              <a:ext cx="127000" cy="3810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13" name="Oval 37">
              <a:extLst>
                <a:ext uri="{FF2B5EF4-FFF2-40B4-BE49-F238E27FC236}">
                  <a16:creationId xmlns:a16="http://schemas.microsoft.com/office/drawing/2014/main" id="{5DC37A2B-B529-7DA1-A129-C6468BF0FF95}"/>
                </a:ext>
              </a:extLst>
            </p:cNvPr>
            <p:cNvSpPr>
              <a:spLocks noChangeArrowheads="1"/>
            </p:cNvSpPr>
            <p:nvPr/>
          </p:nvSpPr>
          <p:spPr bwMode="auto">
            <a:xfrm>
              <a:off x="4114800" y="1600200"/>
              <a:ext cx="304800" cy="304800"/>
            </a:xfrm>
            <a:prstGeom prst="ellipse">
              <a:avLst/>
            </a:prstGeom>
            <a:gradFill rotWithShape="0">
              <a:gsLst>
                <a:gs pos="0">
                  <a:srgbClr val="FF6600"/>
                </a:gs>
                <a:gs pos="100000">
                  <a:srgbClr val="762F00"/>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14" name="Oval 38">
              <a:extLst>
                <a:ext uri="{FF2B5EF4-FFF2-40B4-BE49-F238E27FC236}">
                  <a16:creationId xmlns:a16="http://schemas.microsoft.com/office/drawing/2014/main" id="{2CE2190A-A6BB-46E8-42CB-50C836835F42}"/>
                </a:ext>
              </a:extLst>
            </p:cNvPr>
            <p:cNvSpPr>
              <a:spLocks noChangeArrowheads="1"/>
            </p:cNvSpPr>
            <p:nvPr/>
          </p:nvSpPr>
          <p:spPr bwMode="auto">
            <a:xfrm>
              <a:off x="4267200" y="2209800"/>
              <a:ext cx="304800" cy="304800"/>
            </a:xfrm>
            <a:prstGeom prst="ellipse">
              <a:avLst/>
            </a:prstGeom>
            <a:gradFill rotWithShape="0">
              <a:gsLst>
                <a:gs pos="0">
                  <a:srgbClr val="FF6600"/>
                </a:gs>
                <a:gs pos="100000">
                  <a:srgbClr val="762F00"/>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15" name="Line 39">
              <a:extLst>
                <a:ext uri="{FF2B5EF4-FFF2-40B4-BE49-F238E27FC236}">
                  <a16:creationId xmlns:a16="http://schemas.microsoft.com/office/drawing/2014/main" id="{6D45580F-8B8F-06B0-93AA-EFB5FFA19DEB}"/>
                </a:ext>
              </a:extLst>
            </p:cNvPr>
            <p:cNvSpPr>
              <a:spLocks noChangeShapeType="1"/>
            </p:cNvSpPr>
            <p:nvPr/>
          </p:nvSpPr>
          <p:spPr bwMode="auto">
            <a:xfrm flipH="1">
              <a:off x="3429000" y="1828800"/>
              <a:ext cx="127000" cy="3810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16" name="Oval 40">
              <a:extLst>
                <a:ext uri="{FF2B5EF4-FFF2-40B4-BE49-F238E27FC236}">
                  <a16:creationId xmlns:a16="http://schemas.microsoft.com/office/drawing/2014/main" id="{BBB20D20-70E7-D0D9-55CC-724C398DD93A}"/>
                </a:ext>
              </a:extLst>
            </p:cNvPr>
            <p:cNvSpPr>
              <a:spLocks noChangeArrowheads="1"/>
            </p:cNvSpPr>
            <p:nvPr/>
          </p:nvSpPr>
          <p:spPr bwMode="auto">
            <a:xfrm flipH="1">
              <a:off x="3429000" y="1600200"/>
              <a:ext cx="304800" cy="304800"/>
            </a:xfrm>
            <a:prstGeom prst="ellipse">
              <a:avLst/>
            </a:prstGeom>
            <a:gradFill rotWithShape="0">
              <a:gsLst>
                <a:gs pos="0">
                  <a:srgbClr val="FF6600"/>
                </a:gs>
                <a:gs pos="100000">
                  <a:srgbClr val="762F00"/>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17" name="Oval 41">
              <a:extLst>
                <a:ext uri="{FF2B5EF4-FFF2-40B4-BE49-F238E27FC236}">
                  <a16:creationId xmlns:a16="http://schemas.microsoft.com/office/drawing/2014/main" id="{1050766E-42F6-7D0C-FA1A-7BC1330D972A}"/>
                </a:ext>
              </a:extLst>
            </p:cNvPr>
            <p:cNvSpPr>
              <a:spLocks noChangeArrowheads="1"/>
            </p:cNvSpPr>
            <p:nvPr/>
          </p:nvSpPr>
          <p:spPr bwMode="auto">
            <a:xfrm flipH="1">
              <a:off x="3200400" y="2209800"/>
              <a:ext cx="304800" cy="304800"/>
            </a:xfrm>
            <a:prstGeom prst="ellipse">
              <a:avLst/>
            </a:prstGeom>
            <a:gradFill rotWithShape="0">
              <a:gsLst>
                <a:gs pos="0">
                  <a:srgbClr val="FF6600"/>
                </a:gs>
                <a:gs pos="100000">
                  <a:srgbClr val="762F00"/>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18" name="Oval 42">
              <a:extLst>
                <a:ext uri="{FF2B5EF4-FFF2-40B4-BE49-F238E27FC236}">
                  <a16:creationId xmlns:a16="http://schemas.microsoft.com/office/drawing/2014/main" id="{6262AA4B-1352-C623-50F9-05E0B905BE3A}"/>
                </a:ext>
              </a:extLst>
            </p:cNvPr>
            <p:cNvSpPr>
              <a:spLocks noChangeArrowheads="1"/>
            </p:cNvSpPr>
            <p:nvPr/>
          </p:nvSpPr>
          <p:spPr bwMode="auto">
            <a:xfrm flipH="1">
              <a:off x="2286000" y="1905000"/>
              <a:ext cx="304800" cy="304800"/>
            </a:xfrm>
            <a:prstGeom prst="ellipse">
              <a:avLst/>
            </a:prstGeom>
            <a:gradFill rotWithShape="0">
              <a:gsLst>
                <a:gs pos="0">
                  <a:srgbClr val="FFFFCC"/>
                </a:gs>
                <a:gs pos="100000">
                  <a:srgbClr val="76765E"/>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19" name="Oval 43">
              <a:extLst>
                <a:ext uri="{FF2B5EF4-FFF2-40B4-BE49-F238E27FC236}">
                  <a16:creationId xmlns:a16="http://schemas.microsoft.com/office/drawing/2014/main" id="{1B733FFA-1086-27F2-87DE-27DB664B0500}"/>
                </a:ext>
              </a:extLst>
            </p:cNvPr>
            <p:cNvSpPr>
              <a:spLocks noChangeArrowheads="1"/>
            </p:cNvSpPr>
            <p:nvPr/>
          </p:nvSpPr>
          <p:spPr bwMode="auto">
            <a:xfrm>
              <a:off x="990600" y="1905000"/>
              <a:ext cx="304800" cy="228600"/>
            </a:xfrm>
            <a:prstGeom prst="ellipse">
              <a:avLst/>
            </a:prstGeom>
            <a:noFill/>
            <a:ln w="38100">
              <a:solidFill>
                <a:srgbClr val="990099"/>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20" name="Line 44">
              <a:extLst>
                <a:ext uri="{FF2B5EF4-FFF2-40B4-BE49-F238E27FC236}">
                  <a16:creationId xmlns:a16="http://schemas.microsoft.com/office/drawing/2014/main" id="{61BEED43-A4DC-0E42-EB8A-CF3106293675}"/>
                </a:ext>
              </a:extLst>
            </p:cNvPr>
            <p:cNvSpPr>
              <a:spLocks noChangeShapeType="1"/>
            </p:cNvSpPr>
            <p:nvPr/>
          </p:nvSpPr>
          <p:spPr bwMode="auto">
            <a:xfrm flipH="1">
              <a:off x="1143000" y="1828800"/>
              <a:ext cx="0" cy="381000"/>
            </a:xfrm>
            <a:prstGeom prst="line">
              <a:avLst/>
            </a:prstGeom>
            <a:noFill/>
            <a:ln w="38100">
              <a:solidFill>
                <a:srgbClr val="9900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21" name="Text Box 45">
              <a:extLst>
                <a:ext uri="{FF2B5EF4-FFF2-40B4-BE49-F238E27FC236}">
                  <a16:creationId xmlns:a16="http://schemas.microsoft.com/office/drawing/2014/main" id="{546B8CCD-40C0-5A35-1F03-9CC2AAADC064}"/>
                </a:ext>
              </a:extLst>
            </p:cNvPr>
            <p:cNvSpPr txBox="1">
              <a:spLocks noChangeArrowheads="1"/>
            </p:cNvSpPr>
            <p:nvPr/>
          </p:nvSpPr>
          <p:spPr bwMode="auto">
            <a:xfrm>
              <a:off x="685800" y="2590800"/>
              <a:ext cx="9239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b</a:t>
              </a:r>
              <a:r>
                <a:rPr kumimoji="1" lang="en-US" altLang="zh-CN" sz="2800" b="1" baseline="-25000">
                  <a:solidFill>
                    <a:srgbClr val="009900"/>
                  </a:solidFill>
                  <a:latin typeface="Times New Roman" panose="02020603050405020304" pitchFamily="18" charset="0"/>
                  <a:ea typeface="宋体" panose="02010600030101010101" pitchFamily="2" charset="-122"/>
                </a:rPr>
                <a:t>0 </a:t>
              </a:r>
              <a:r>
                <a:rPr kumimoji="1" lang="en-US" altLang="zh-CN" sz="2800" b="1">
                  <a:solidFill>
                    <a:srgbClr val="009900"/>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75822" name="Text Box 46">
              <a:extLst>
                <a:ext uri="{FF2B5EF4-FFF2-40B4-BE49-F238E27FC236}">
                  <a16:creationId xmlns:a16="http://schemas.microsoft.com/office/drawing/2014/main" id="{BBCD0BC5-F899-4F05-00CC-8E528BC87298}"/>
                </a:ext>
              </a:extLst>
            </p:cNvPr>
            <p:cNvSpPr txBox="1">
              <a:spLocks noChangeArrowheads="1"/>
            </p:cNvSpPr>
            <p:nvPr/>
          </p:nvSpPr>
          <p:spPr bwMode="auto">
            <a:xfrm>
              <a:off x="1895475" y="2590800"/>
              <a:ext cx="9239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b</a:t>
              </a:r>
              <a:r>
                <a:rPr kumimoji="1" lang="en-US" altLang="zh-CN" sz="2800" b="1" baseline="-25000">
                  <a:solidFill>
                    <a:srgbClr val="009900"/>
                  </a:solidFill>
                  <a:latin typeface="Times New Roman" panose="02020603050405020304" pitchFamily="18" charset="0"/>
                  <a:ea typeface="宋体" panose="02010600030101010101" pitchFamily="2" charset="-122"/>
                </a:rPr>
                <a:t>1 </a:t>
              </a:r>
              <a:r>
                <a:rPr kumimoji="1" lang="en-US" altLang="zh-CN" sz="2800" b="1">
                  <a:solidFill>
                    <a:srgbClr val="009900"/>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75823" name="Text Box 47">
              <a:extLst>
                <a:ext uri="{FF2B5EF4-FFF2-40B4-BE49-F238E27FC236}">
                  <a16:creationId xmlns:a16="http://schemas.microsoft.com/office/drawing/2014/main" id="{85F8781D-1B3F-1FE8-8AC7-333EE5891936}"/>
                </a:ext>
              </a:extLst>
            </p:cNvPr>
            <p:cNvSpPr txBox="1">
              <a:spLocks noChangeArrowheads="1"/>
            </p:cNvSpPr>
            <p:nvPr/>
          </p:nvSpPr>
          <p:spPr bwMode="auto">
            <a:xfrm>
              <a:off x="3495675" y="2590800"/>
              <a:ext cx="9239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b</a:t>
              </a:r>
              <a:r>
                <a:rPr kumimoji="1" lang="en-US" altLang="zh-CN" sz="2800" b="1" baseline="-25000">
                  <a:solidFill>
                    <a:srgbClr val="009900"/>
                  </a:solidFill>
                  <a:latin typeface="Times New Roman" panose="02020603050405020304" pitchFamily="18" charset="0"/>
                  <a:ea typeface="宋体" panose="02010600030101010101" pitchFamily="2" charset="-122"/>
                </a:rPr>
                <a:t>2 </a:t>
              </a:r>
              <a:r>
                <a:rPr kumimoji="1" lang="en-US" altLang="zh-CN" sz="2800" b="1">
                  <a:solidFill>
                    <a:srgbClr val="009900"/>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75824" name="Text Box 48">
              <a:extLst>
                <a:ext uri="{FF2B5EF4-FFF2-40B4-BE49-F238E27FC236}">
                  <a16:creationId xmlns:a16="http://schemas.microsoft.com/office/drawing/2014/main" id="{0DDAC03F-A084-29CE-326C-BE3715F80AD3}"/>
                </a:ext>
              </a:extLst>
            </p:cNvPr>
            <p:cNvSpPr txBox="1">
              <a:spLocks noChangeArrowheads="1"/>
            </p:cNvSpPr>
            <p:nvPr/>
          </p:nvSpPr>
          <p:spPr bwMode="auto">
            <a:xfrm>
              <a:off x="6391275" y="2971800"/>
              <a:ext cx="9239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b</a:t>
              </a:r>
              <a:r>
                <a:rPr kumimoji="1" lang="en-US" altLang="zh-CN" sz="2800" b="1" baseline="-25000">
                  <a:solidFill>
                    <a:srgbClr val="009900"/>
                  </a:solidFill>
                  <a:latin typeface="Times New Roman" panose="02020603050405020304" pitchFamily="18" charset="0"/>
                  <a:ea typeface="宋体" panose="02010600030101010101" pitchFamily="2" charset="-122"/>
                </a:rPr>
                <a:t>3 </a:t>
              </a:r>
              <a:r>
                <a:rPr kumimoji="1" lang="en-US" altLang="zh-CN" sz="2800" b="1">
                  <a:solidFill>
                    <a:srgbClr val="009900"/>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75825" name="Line 49">
              <a:extLst>
                <a:ext uri="{FF2B5EF4-FFF2-40B4-BE49-F238E27FC236}">
                  <a16:creationId xmlns:a16="http://schemas.microsoft.com/office/drawing/2014/main" id="{DE9DCDD8-4E16-9427-6F8A-4801DCFB96AF}"/>
                </a:ext>
              </a:extLst>
            </p:cNvPr>
            <p:cNvSpPr>
              <a:spLocks noChangeShapeType="1"/>
            </p:cNvSpPr>
            <p:nvPr/>
          </p:nvSpPr>
          <p:spPr bwMode="auto">
            <a:xfrm>
              <a:off x="8077200" y="4038600"/>
              <a:ext cx="457200" cy="16764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26" name="Oval 50">
              <a:extLst>
                <a:ext uri="{FF2B5EF4-FFF2-40B4-BE49-F238E27FC236}">
                  <a16:creationId xmlns:a16="http://schemas.microsoft.com/office/drawing/2014/main" id="{D3426681-31EE-D426-450E-2B8D89AF06B0}"/>
                </a:ext>
              </a:extLst>
            </p:cNvPr>
            <p:cNvSpPr>
              <a:spLocks noChangeArrowheads="1"/>
            </p:cNvSpPr>
            <p:nvPr/>
          </p:nvSpPr>
          <p:spPr bwMode="auto">
            <a:xfrm>
              <a:off x="7924800" y="38100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27" name="Oval 51">
              <a:extLst>
                <a:ext uri="{FF2B5EF4-FFF2-40B4-BE49-F238E27FC236}">
                  <a16:creationId xmlns:a16="http://schemas.microsoft.com/office/drawing/2014/main" id="{60EBBBE4-7DC6-E61E-7C0F-40EFEB9D23FA}"/>
                </a:ext>
              </a:extLst>
            </p:cNvPr>
            <p:cNvSpPr>
              <a:spLocks noChangeArrowheads="1"/>
            </p:cNvSpPr>
            <p:nvPr/>
          </p:nvSpPr>
          <p:spPr bwMode="auto">
            <a:xfrm>
              <a:off x="8077200" y="44196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28" name="Oval 52">
              <a:extLst>
                <a:ext uri="{FF2B5EF4-FFF2-40B4-BE49-F238E27FC236}">
                  <a16:creationId xmlns:a16="http://schemas.microsoft.com/office/drawing/2014/main" id="{6EAAC6F3-C514-07F5-F524-AFBD3271569A}"/>
                </a:ext>
              </a:extLst>
            </p:cNvPr>
            <p:cNvSpPr>
              <a:spLocks noChangeArrowheads="1"/>
            </p:cNvSpPr>
            <p:nvPr/>
          </p:nvSpPr>
          <p:spPr bwMode="auto">
            <a:xfrm>
              <a:off x="8229600" y="50292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29" name="Oval 53">
              <a:extLst>
                <a:ext uri="{FF2B5EF4-FFF2-40B4-BE49-F238E27FC236}">
                  <a16:creationId xmlns:a16="http://schemas.microsoft.com/office/drawing/2014/main" id="{36CBAA19-32FC-A1FE-7EBE-2FE1BC6C1065}"/>
                </a:ext>
              </a:extLst>
            </p:cNvPr>
            <p:cNvSpPr>
              <a:spLocks noChangeArrowheads="1"/>
            </p:cNvSpPr>
            <p:nvPr/>
          </p:nvSpPr>
          <p:spPr bwMode="auto">
            <a:xfrm>
              <a:off x="8382000" y="57150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30" name="Oval 54">
              <a:extLst>
                <a:ext uri="{FF2B5EF4-FFF2-40B4-BE49-F238E27FC236}">
                  <a16:creationId xmlns:a16="http://schemas.microsoft.com/office/drawing/2014/main" id="{BCC97BA7-B3C4-CC4A-4FBE-E91AA7FFECB1}"/>
                </a:ext>
              </a:extLst>
            </p:cNvPr>
            <p:cNvSpPr>
              <a:spLocks noChangeArrowheads="1"/>
            </p:cNvSpPr>
            <p:nvPr/>
          </p:nvSpPr>
          <p:spPr bwMode="auto">
            <a:xfrm>
              <a:off x="7696200" y="57150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31" name="Line 55">
              <a:extLst>
                <a:ext uri="{FF2B5EF4-FFF2-40B4-BE49-F238E27FC236}">
                  <a16:creationId xmlns:a16="http://schemas.microsoft.com/office/drawing/2014/main" id="{32C074A1-B5E9-1C77-D698-D40DB5A2C167}"/>
                </a:ext>
              </a:extLst>
            </p:cNvPr>
            <p:cNvSpPr>
              <a:spLocks noChangeShapeType="1"/>
            </p:cNvSpPr>
            <p:nvPr/>
          </p:nvSpPr>
          <p:spPr bwMode="auto">
            <a:xfrm>
              <a:off x="7696200" y="4038600"/>
              <a:ext cx="304800" cy="10668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32" name="Oval 56">
              <a:extLst>
                <a:ext uri="{FF2B5EF4-FFF2-40B4-BE49-F238E27FC236}">
                  <a16:creationId xmlns:a16="http://schemas.microsoft.com/office/drawing/2014/main" id="{A3238E56-98D3-3CDE-697D-E035B5A2DF8E}"/>
                </a:ext>
              </a:extLst>
            </p:cNvPr>
            <p:cNvSpPr>
              <a:spLocks noChangeArrowheads="1"/>
            </p:cNvSpPr>
            <p:nvPr/>
          </p:nvSpPr>
          <p:spPr bwMode="auto">
            <a:xfrm>
              <a:off x="7543800" y="38100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33" name="Oval 57">
              <a:extLst>
                <a:ext uri="{FF2B5EF4-FFF2-40B4-BE49-F238E27FC236}">
                  <a16:creationId xmlns:a16="http://schemas.microsoft.com/office/drawing/2014/main" id="{A97D4A8E-F60A-2260-385C-C4649CFEA91C}"/>
                </a:ext>
              </a:extLst>
            </p:cNvPr>
            <p:cNvSpPr>
              <a:spLocks noChangeArrowheads="1"/>
            </p:cNvSpPr>
            <p:nvPr/>
          </p:nvSpPr>
          <p:spPr bwMode="auto">
            <a:xfrm>
              <a:off x="7696200" y="44196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34" name="Oval 58">
              <a:extLst>
                <a:ext uri="{FF2B5EF4-FFF2-40B4-BE49-F238E27FC236}">
                  <a16:creationId xmlns:a16="http://schemas.microsoft.com/office/drawing/2014/main" id="{2C14208E-E54A-7CC2-652F-9CCA9C304695}"/>
                </a:ext>
              </a:extLst>
            </p:cNvPr>
            <p:cNvSpPr>
              <a:spLocks noChangeArrowheads="1"/>
            </p:cNvSpPr>
            <p:nvPr/>
          </p:nvSpPr>
          <p:spPr bwMode="auto">
            <a:xfrm>
              <a:off x="7848600" y="50292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35" name="Line 59">
              <a:extLst>
                <a:ext uri="{FF2B5EF4-FFF2-40B4-BE49-F238E27FC236}">
                  <a16:creationId xmlns:a16="http://schemas.microsoft.com/office/drawing/2014/main" id="{09242D6D-3EDE-33EF-04FC-EC83B4510412}"/>
                </a:ext>
              </a:extLst>
            </p:cNvPr>
            <p:cNvSpPr>
              <a:spLocks noChangeShapeType="1"/>
            </p:cNvSpPr>
            <p:nvPr/>
          </p:nvSpPr>
          <p:spPr bwMode="auto">
            <a:xfrm>
              <a:off x="7239000" y="4038600"/>
              <a:ext cx="127000" cy="3810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36" name="Oval 60">
              <a:extLst>
                <a:ext uri="{FF2B5EF4-FFF2-40B4-BE49-F238E27FC236}">
                  <a16:creationId xmlns:a16="http://schemas.microsoft.com/office/drawing/2014/main" id="{E7C6DB28-E626-B631-4819-A69AEE66D94F}"/>
                </a:ext>
              </a:extLst>
            </p:cNvPr>
            <p:cNvSpPr>
              <a:spLocks noChangeArrowheads="1"/>
            </p:cNvSpPr>
            <p:nvPr/>
          </p:nvSpPr>
          <p:spPr bwMode="auto">
            <a:xfrm>
              <a:off x="7086600" y="38100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37" name="Oval 61">
              <a:extLst>
                <a:ext uri="{FF2B5EF4-FFF2-40B4-BE49-F238E27FC236}">
                  <a16:creationId xmlns:a16="http://schemas.microsoft.com/office/drawing/2014/main" id="{C5C3C49B-832F-5BF1-0F46-799C1BCCA9FB}"/>
                </a:ext>
              </a:extLst>
            </p:cNvPr>
            <p:cNvSpPr>
              <a:spLocks noChangeArrowheads="1"/>
            </p:cNvSpPr>
            <p:nvPr/>
          </p:nvSpPr>
          <p:spPr bwMode="auto">
            <a:xfrm>
              <a:off x="7239000" y="44196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38" name="Line 62">
              <a:extLst>
                <a:ext uri="{FF2B5EF4-FFF2-40B4-BE49-F238E27FC236}">
                  <a16:creationId xmlns:a16="http://schemas.microsoft.com/office/drawing/2014/main" id="{0C7D1A3A-B444-342A-F1D7-FF9CCD5359F2}"/>
                </a:ext>
              </a:extLst>
            </p:cNvPr>
            <p:cNvSpPr>
              <a:spLocks noChangeShapeType="1"/>
            </p:cNvSpPr>
            <p:nvPr/>
          </p:nvSpPr>
          <p:spPr bwMode="auto">
            <a:xfrm>
              <a:off x="7467600" y="4648200"/>
              <a:ext cx="127000" cy="3810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39" name="Oval 63">
              <a:extLst>
                <a:ext uri="{FF2B5EF4-FFF2-40B4-BE49-F238E27FC236}">
                  <a16:creationId xmlns:a16="http://schemas.microsoft.com/office/drawing/2014/main" id="{F07BDA97-DD35-5605-E8AA-678BA91363DF}"/>
                </a:ext>
              </a:extLst>
            </p:cNvPr>
            <p:cNvSpPr>
              <a:spLocks noChangeArrowheads="1"/>
            </p:cNvSpPr>
            <p:nvPr/>
          </p:nvSpPr>
          <p:spPr bwMode="auto">
            <a:xfrm>
              <a:off x="7467600" y="50292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40" name="Oval 64">
              <a:extLst>
                <a:ext uri="{FF2B5EF4-FFF2-40B4-BE49-F238E27FC236}">
                  <a16:creationId xmlns:a16="http://schemas.microsoft.com/office/drawing/2014/main" id="{F4242F51-ECC8-8473-3BF1-D63ADAD1EF98}"/>
                </a:ext>
              </a:extLst>
            </p:cNvPr>
            <p:cNvSpPr>
              <a:spLocks noChangeArrowheads="1"/>
            </p:cNvSpPr>
            <p:nvPr/>
          </p:nvSpPr>
          <p:spPr bwMode="auto">
            <a:xfrm>
              <a:off x="7086600" y="50292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41" name="Line 65">
              <a:extLst>
                <a:ext uri="{FF2B5EF4-FFF2-40B4-BE49-F238E27FC236}">
                  <a16:creationId xmlns:a16="http://schemas.microsoft.com/office/drawing/2014/main" id="{D69A733E-4231-7AE1-517F-952F9AE13CCD}"/>
                </a:ext>
              </a:extLst>
            </p:cNvPr>
            <p:cNvSpPr>
              <a:spLocks noChangeShapeType="1"/>
            </p:cNvSpPr>
            <p:nvPr/>
          </p:nvSpPr>
          <p:spPr bwMode="auto">
            <a:xfrm flipH="1">
              <a:off x="7239000" y="4648200"/>
              <a:ext cx="76200" cy="457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42" name="Line 66">
              <a:extLst>
                <a:ext uri="{FF2B5EF4-FFF2-40B4-BE49-F238E27FC236}">
                  <a16:creationId xmlns:a16="http://schemas.microsoft.com/office/drawing/2014/main" id="{23760D8E-B608-E691-3024-C6A5F062898D}"/>
                </a:ext>
              </a:extLst>
            </p:cNvPr>
            <p:cNvSpPr>
              <a:spLocks noChangeShapeType="1"/>
            </p:cNvSpPr>
            <p:nvPr/>
          </p:nvSpPr>
          <p:spPr bwMode="auto">
            <a:xfrm>
              <a:off x="2514600" y="4648200"/>
              <a:ext cx="304800" cy="1219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43" name="Oval 67">
              <a:extLst>
                <a:ext uri="{FF2B5EF4-FFF2-40B4-BE49-F238E27FC236}">
                  <a16:creationId xmlns:a16="http://schemas.microsoft.com/office/drawing/2014/main" id="{6D77A0D4-BFF1-120F-72D2-305697E0A1DB}"/>
                </a:ext>
              </a:extLst>
            </p:cNvPr>
            <p:cNvSpPr>
              <a:spLocks noChangeArrowheads="1"/>
            </p:cNvSpPr>
            <p:nvPr/>
          </p:nvSpPr>
          <p:spPr bwMode="auto">
            <a:xfrm>
              <a:off x="2362200" y="44196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44" name="Oval 68">
              <a:extLst>
                <a:ext uri="{FF2B5EF4-FFF2-40B4-BE49-F238E27FC236}">
                  <a16:creationId xmlns:a16="http://schemas.microsoft.com/office/drawing/2014/main" id="{11192DFA-48C9-689E-6952-74369250757E}"/>
                </a:ext>
              </a:extLst>
            </p:cNvPr>
            <p:cNvSpPr>
              <a:spLocks noChangeArrowheads="1"/>
            </p:cNvSpPr>
            <p:nvPr/>
          </p:nvSpPr>
          <p:spPr bwMode="auto">
            <a:xfrm>
              <a:off x="2514600" y="50292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400">
                  <a:latin typeface="Times New Roman" panose="02020603050405020304" pitchFamily="18" charset="0"/>
                  <a:ea typeface="宋体" panose="02010600030101010101" pitchFamily="2" charset="-122"/>
                </a:rPr>
                <a:t>  </a:t>
              </a:r>
            </a:p>
          </p:txBody>
        </p:sp>
        <p:sp>
          <p:nvSpPr>
            <p:cNvPr id="75845" name="Oval 69">
              <a:extLst>
                <a:ext uri="{FF2B5EF4-FFF2-40B4-BE49-F238E27FC236}">
                  <a16:creationId xmlns:a16="http://schemas.microsoft.com/office/drawing/2014/main" id="{085E9451-D468-EF12-012A-411CA13CF2CA}"/>
                </a:ext>
              </a:extLst>
            </p:cNvPr>
            <p:cNvSpPr>
              <a:spLocks noChangeArrowheads="1"/>
            </p:cNvSpPr>
            <p:nvPr/>
          </p:nvSpPr>
          <p:spPr bwMode="auto">
            <a:xfrm>
              <a:off x="2667000" y="56388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46" name="Oval 70">
              <a:extLst>
                <a:ext uri="{FF2B5EF4-FFF2-40B4-BE49-F238E27FC236}">
                  <a16:creationId xmlns:a16="http://schemas.microsoft.com/office/drawing/2014/main" id="{7FBC02AC-6A70-57F7-4B28-4EA294FE6F36}"/>
                </a:ext>
              </a:extLst>
            </p:cNvPr>
            <p:cNvSpPr>
              <a:spLocks noChangeArrowheads="1"/>
            </p:cNvSpPr>
            <p:nvPr/>
          </p:nvSpPr>
          <p:spPr bwMode="auto">
            <a:xfrm>
              <a:off x="2438400" y="38100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47" name="Line 71">
              <a:extLst>
                <a:ext uri="{FF2B5EF4-FFF2-40B4-BE49-F238E27FC236}">
                  <a16:creationId xmlns:a16="http://schemas.microsoft.com/office/drawing/2014/main" id="{2A4CEA0A-41FD-641B-E086-9ED51F0BD7BB}"/>
                </a:ext>
              </a:extLst>
            </p:cNvPr>
            <p:cNvSpPr>
              <a:spLocks noChangeShapeType="1"/>
            </p:cNvSpPr>
            <p:nvPr/>
          </p:nvSpPr>
          <p:spPr bwMode="auto">
            <a:xfrm flipH="1">
              <a:off x="2133600" y="3962400"/>
              <a:ext cx="76200" cy="5334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48" name="Line 72">
              <a:extLst>
                <a:ext uri="{FF2B5EF4-FFF2-40B4-BE49-F238E27FC236}">
                  <a16:creationId xmlns:a16="http://schemas.microsoft.com/office/drawing/2014/main" id="{EE140ED7-12FD-699C-BF58-818FA9F19E56}"/>
                </a:ext>
              </a:extLst>
            </p:cNvPr>
            <p:cNvSpPr>
              <a:spLocks noChangeShapeType="1"/>
            </p:cNvSpPr>
            <p:nvPr/>
          </p:nvSpPr>
          <p:spPr bwMode="auto">
            <a:xfrm>
              <a:off x="2133600" y="4648200"/>
              <a:ext cx="152400" cy="457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49" name="Oval 73">
              <a:extLst>
                <a:ext uri="{FF2B5EF4-FFF2-40B4-BE49-F238E27FC236}">
                  <a16:creationId xmlns:a16="http://schemas.microsoft.com/office/drawing/2014/main" id="{A018B666-1298-CA43-8541-818134C85F41}"/>
                </a:ext>
              </a:extLst>
            </p:cNvPr>
            <p:cNvSpPr>
              <a:spLocks noChangeArrowheads="1"/>
            </p:cNvSpPr>
            <p:nvPr/>
          </p:nvSpPr>
          <p:spPr bwMode="auto">
            <a:xfrm>
              <a:off x="1981200" y="44196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50" name="Oval 74">
              <a:extLst>
                <a:ext uri="{FF2B5EF4-FFF2-40B4-BE49-F238E27FC236}">
                  <a16:creationId xmlns:a16="http://schemas.microsoft.com/office/drawing/2014/main" id="{90C0855C-5805-FEBD-5E72-DE398E46C6A0}"/>
                </a:ext>
              </a:extLst>
            </p:cNvPr>
            <p:cNvSpPr>
              <a:spLocks noChangeArrowheads="1"/>
            </p:cNvSpPr>
            <p:nvPr/>
          </p:nvSpPr>
          <p:spPr bwMode="auto">
            <a:xfrm>
              <a:off x="2133600" y="50292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51" name="Oval 75">
              <a:extLst>
                <a:ext uri="{FF2B5EF4-FFF2-40B4-BE49-F238E27FC236}">
                  <a16:creationId xmlns:a16="http://schemas.microsoft.com/office/drawing/2014/main" id="{24106971-4684-A93E-F79F-534E1586B265}"/>
                </a:ext>
              </a:extLst>
            </p:cNvPr>
            <p:cNvSpPr>
              <a:spLocks noChangeArrowheads="1"/>
            </p:cNvSpPr>
            <p:nvPr/>
          </p:nvSpPr>
          <p:spPr bwMode="auto">
            <a:xfrm>
              <a:off x="2057400" y="56388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52" name="Oval 76">
              <a:extLst>
                <a:ext uri="{FF2B5EF4-FFF2-40B4-BE49-F238E27FC236}">
                  <a16:creationId xmlns:a16="http://schemas.microsoft.com/office/drawing/2014/main" id="{2947A390-F401-929B-AC97-5AF9BDCC7071}"/>
                </a:ext>
              </a:extLst>
            </p:cNvPr>
            <p:cNvSpPr>
              <a:spLocks noChangeArrowheads="1"/>
            </p:cNvSpPr>
            <p:nvPr/>
          </p:nvSpPr>
          <p:spPr bwMode="auto">
            <a:xfrm>
              <a:off x="2057400" y="38100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53" name="Oval 77">
              <a:extLst>
                <a:ext uri="{FF2B5EF4-FFF2-40B4-BE49-F238E27FC236}">
                  <a16:creationId xmlns:a16="http://schemas.microsoft.com/office/drawing/2014/main" id="{A20D2512-B423-699E-F810-F2651D8EED39}"/>
                </a:ext>
              </a:extLst>
            </p:cNvPr>
            <p:cNvSpPr>
              <a:spLocks noChangeArrowheads="1"/>
            </p:cNvSpPr>
            <p:nvPr/>
          </p:nvSpPr>
          <p:spPr bwMode="auto">
            <a:xfrm>
              <a:off x="5486400" y="38100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54" name="Line 78">
              <a:extLst>
                <a:ext uri="{FF2B5EF4-FFF2-40B4-BE49-F238E27FC236}">
                  <a16:creationId xmlns:a16="http://schemas.microsoft.com/office/drawing/2014/main" id="{FF3DF89F-4448-AD53-4F9F-30C316BC8305}"/>
                </a:ext>
              </a:extLst>
            </p:cNvPr>
            <p:cNvSpPr>
              <a:spLocks noChangeShapeType="1"/>
            </p:cNvSpPr>
            <p:nvPr/>
          </p:nvSpPr>
          <p:spPr bwMode="auto">
            <a:xfrm>
              <a:off x="5715000" y="4038600"/>
              <a:ext cx="127000" cy="3810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55" name="Oval 79">
              <a:extLst>
                <a:ext uri="{FF2B5EF4-FFF2-40B4-BE49-F238E27FC236}">
                  <a16:creationId xmlns:a16="http://schemas.microsoft.com/office/drawing/2014/main" id="{9F0AF0A5-E046-C6FD-1AB9-4D6ABA6D3834}"/>
                </a:ext>
              </a:extLst>
            </p:cNvPr>
            <p:cNvSpPr>
              <a:spLocks noChangeArrowheads="1"/>
            </p:cNvSpPr>
            <p:nvPr/>
          </p:nvSpPr>
          <p:spPr bwMode="auto">
            <a:xfrm>
              <a:off x="5715000" y="44196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56" name="Oval 80">
              <a:extLst>
                <a:ext uri="{FF2B5EF4-FFF2-40B4-BE49-F238E27FC236}">
                  <a16:creationId xmlns:a16="http://schemas.microsoft.com/office/drawing/2014/main" id="{0FB06488-EBC3-4CF0-CFED-840189CD9D5F}"/>
                </a:ext>
              </a:extLst>
            </p:cNvPr>
            <p:cNvSpPr>
              <a:spLocks noChangeArrowheads="1"/>
            </p:cNvSpPr>
            <p:nvPr/>
          </p:nvSpPr>
          <p:spPr bwMode="auto">
            <a:xfrm>
              <a:off x="5334000" y="44196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57" name="Line 81">
              <a:extLst>
                <a:ext uri="{FF2B5EF4-FFF2-40B4-BE49-F238E27FC236}">
                  <a16:creationId xmlns:a16="http://schemas.microsoft.com/office/drawing/2014/main" id="{E507FA66-EBBB-1921-9963-88466A233DA7}"/>
                </a:ext>
              </a:extLst>
            </p:cNvPr>
            <p:cNvSpPr>
              <a:spLocks noChangeShapeType="1"/>
            </p:cNvSpPr>
            <p:nvPr/>
          </p:nvSpPr>
          <p:spPr bwMode="auto">
            <a:xfrm>
              <a:off x="5943600" y="4648200"/>
              <a:ext cx="152400" cy="457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58" name="Oval 82">
              <a:extLst>
                <a:ext uri="{FF2B5EF4-FFF2-40B4-BE49-F238E27FC236}">
                  <a16:creationId xmlns:a16="http://schemas.microsoft.com/office/drawing/2014/main" id="{633B444C-5C61-3287-B291-326AAE1BD8D0}"/>
                </a:ext>
              </a:extLst>
            </p:cNvPr>
            <p:cNvSpPr>
              <a:spLocks noChangeArrowheads="1"/>
            </p:cNvSpPr>
            <p:nvPr/>
          </p:nvSpPr>
          <p:spPr bwMode="auto">
            <a:xfrm>
              <a:off x="5943600" y="50292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59" name="Line 83">
              <a:extLst>
                <a:ext uri="{FF2B5EF4-FFF2-40B4-BE49-F238E27FC236}">
                  <a16:creationId xmlns:a16="http://schemas.microsoft.com/office/drawing/2014/main" id="{E9F76DEB-4A46-1401-B46A-B7CC1A297077}"/>
                </a:ext>
              </a:extLst>
            </p:cNvPr>
            <p:cNvSpPr>
              <a:spLocks noChangeShapeType="1"/>
            </p:cNvSpPr>
            <p:nvPr/>
          </p:nvSpPr>
          <p:spPr bwMode="auto">
            <a:xfrm flipH="1">
              <a:off x="4724400" y="4038600"/>
              <a:ext cx="152400" cy="457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60" name="Oval 84">
              <a:extLst>
                <a:ext uri="{FF2B5EF4-FFF2-40B4-BE49-F238E27FC236}">
                  <a16:creationId xmlns:a16="http://schemas.microsoft.com/office/drawing/2014/main" id="{2EE44A80-B06A-EDD8-2153-30A961B84471}"/>
                </a:ext>
              </a:extLst>
            </p:cNvPr>
            <p:cNvSpPr>
              <a:spLocks noChangeArrowheads="1"/>
            </p:cNvSpPr>
            <p:nvPr/>
          </p:nvSpPr>
          <p:spPr bwMode="auto">
            <a:xfrm>
              <a:off x="4724400" y="38100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61" name="Line 85">
              <a:extLst>
                <a:ext uri="{FF2B5EF4-FFF2-40B4-BE49-F238E27FC236}">
                  <a16:creationId xmlns:a16="http://schemas.microsoft.com/office/drawing/2014/main" id="{C52931AD-6B75-6BB8-2DD9-7D1DEF7D584B}"/>
                </a:ext>
              </a:extLst>
            </p:cNvPr>
            <p:cNvSpPr>
              <a:spLocks noChangeShapeType="1"/>
            </p:cNvSpPr>
            <p:nvPr/>
          </p:nvSpPr>
          <p:spPr bwMode="auto">
            <a:xfrm>
              <a:off x="4953000" y="4038600"/>
              <a:ext cx="127000" cy="3810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62" name="Oval 86">
              <a:extLst>
                <a:ext uri="{FF2B5EF4-FFF2-40B4-BE49-F238E27FC236}">
                  <a16:creationId xmlns:a16="http://schemas.microsoft.com/office/drawing/2014/main" id="{68B520F3-2103-0202-3A0A-C4F958E995F1}"/>
                </a:ext>
              </a:extLst>
            </p:cNvPr>
            <p:cNvSpPr>
              <a:spLocks noChangeArrowheads="1"/>
            </p:cNvSpPr>
            <p:nvPr/>
          </p:nvSpPr>
          <p:spPr bwMode="auto">
            <a:xfrm>
              <a:off x="4953000" y="44196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63" name="Oval 87">
              <a:extLst>
                <a:ext uri="{FF2B5EF4-FFF2-40B4-BE49-F238E27FC236}">
                  <a16:creationId xmlns:a16="http://schemas.microsoft.com/office/drawing/2014/main" id="{CFCC159A-AB28-3AF4-C3CA-CD16BA14A241}"/>
                </a:ext>
              </a:extLst>
            </p:cNvPr>
            <p:cNvSpPr>
              <a:spLocks noChangeArrowheads="1"/>
            </p:cNvSpPr>
            <p:nvPr/>
          </p:nvSpPr>
          <p:spPr bwMode="auto">
            <a:xfrm>
              <a:off x="4572000" y="44196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64" name="Line 88">
              <a:extLst>
                <a:ext uri="{FF2B5EF4-FFF2-40B4-BE49-F238E27FC236}">
                  <a16:creationId xmlns:a16="http://schemas.microsoft.com/office/drawing/2014/main" id="{1DC9F913-7636-B38C-F9A1-5273CFD8D840}"/>
                </a:ext>
              </a:extLst>
            </p:cNvPr>
            <p:cNvSpPr>
              <a:spLocks noChangeShapeType="1"/>
            </p:cNvSpPr>
            <p:nvPr/>
          </p:nvSpPr>
          <p:spPr bwMode="auto">
            <a:xfrm flipH="1">
              <a:off x="4953000" y="4648200"/>
              <a:ext cx="152400" cy="457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65" name="Oval 89">
              <a:extLst>
                <a:ext uri="{FF2B5EF4-FFF2-40B4-BE49-F238E27FC236}">
                  <a16:creationId xmlns:a16="http://schemas.microsoft.com/office/drawing/2014/main" id="{949FA465-9A07-55FB-6A63-78637B9AFDDB}"/>
                </a:ext>
              </a:extLst>
            </p:cNvPr>
            <p:cNvSpPr>
              <a:spLocks noChangeArrowheads="1"/>
            </p:cNvSpPr>
            <p:nvPr/>
          </p:nvSpPr>
          <p:spPr bwMode="auto">
            <a:xfrm>
              <a:off x="4800600" y="50292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66" name="Oval 90">
              <a:extLst>
                <a:ext uri="{FF2B5EF4-FFF2-40B4-BE49-F238E27FC236}">
                  <a16:creationId xmlns:a16="http://schemas.microsoft.com/office/drawing/2014/main" id="{C4029EB0-7517-8D6F-EEA1-F293EC642C53}"/>
                </a:ext>
              </a:extLst>
            </p:cNvPr>
            <p:cNvSpPr>
              <a:spLocks noChangeArrowheads="1"/>
            </p:cNvSpPr>
            <p:nvPr/>
          </p:nvSpPr>
          <p:spPr bwMode="auto">
            <a:xfrm>
              <a:off x="4038600" y="38100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67" name="Oval 91">
              <a:extLst>
                <a:ext uri="{FF2B5EF4-FFF2-40B4-BE49-F238E27FC236}">
                  <a16:creationId xmlns:a16="http://schemas.microsoft.com/office/drawing/2014/main" id="{A09E5707-3992-5AF8-3590-15820C0ECFBF}"/>
                </a:ext>
              </a:extLst>
            </p:cNvPr>
            <p:cNvSpPr>
              <a:spLocks noChangeArrowheads="1"/>
            </p:cNvSpPr>
            <p:nvPr/>
          </p:nvSpPr>
          <p:spPr bwMode="auto">
            <a:xfrm>
              <a:off x="4191000" y="44196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68" name="Oval 92">
              <a:extLst>
                <a:ext uri="{FF2B5EF4-FFF2-40B4-BE49-F238E27FC236}">
                  <a16:creationId xmlns:a16="http://schemas.microsoft.com/office/drawing/2014/main" id="{5012FEBA-E1C2-5B92-A1C2-8A0D4095F21B}"/>
                </a:ext>
              </a:extLst>
            </p:cNvPr>
            <p:cNvSpPr>
              <a:spLocks noChangeArrowheads="1"/>
            </p:cNvSpPr>
            <p:nvPr/>
          </p:nvSpPr>
          <p:spPr bwMode="auto">
            <a:xfrm>
              <a:off x="3810000" y="44196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69" name="Oval 93">
              <a:extLst>
                <a:ext uri="{FF2B5EF4-FFF2-40B4-BE49-F238E27FC236}">
                  <a16:creationId xmlns:a16="http://schemas.microsoft.com/office/drawing/2014/main" id="{C227693D-E7C5-3C6B-C530-C8B9AEEDB227}"/>
                </a:ext>
              </a:extLst>
            </p:cNvPr>
            <p:cNvSpPr>
              <a:spLocks noChangeArrowheads="1"/>
            </p:cNvSpPr>
            <p:nvPr/>
          </p:nvSpPr>
          <p:spPr bwMode="auto">
            <a:xfrm>
              <a:off x="4038600" y="50292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70" name="Line 94">
              <a:extLst>
                <a:ext uri="{FF2B5EF4-FFF2-40B4-BE49-F238E27FC236}">
                  <a16:creationId xmlns:a16="http://schemas.microsoft.com/office/drawing/2014/main" id="{948652B8-C978-DF61-057A-48C56EF15FC6}"/>
                </a:ext>
              </a:extLst>
            </p:cNvPr>
            <p:cNvSpPr>
              <a:spLocks noChangeShapeType="1"/>
            </p:cNvSpPr>
            <p:nvPr/>
          </p:nvSpPr>
          <p:spPr bwMode="auto">
            <a:xfrm>
              <a:off x="3505200" y="4038600"/>
              <a:ext cx="76200" cy="3810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71" name="Line 95">
              <a:extLst>
                <a:ext uri="{FF2B5EF4-FFF2-40B4-BE49-F238E27FC236}">
                  <a16:creationId xmlns:a16="http://schemas.microsoft.com/office/drawing/2014/main" id="{86E3F08F-3A1E-6C43-31B4-E7E3998964A3}"/>
                </a:ext>
              </a:extLst>
            </p:cNvPr>
            <p:cNvSpPr>
              <a:spLocks noChangeShapeType="1"/>
            </p:cNvSpPr>
            <p:nvPr/>
          </p:nvSpPr>
          <p:spPr bwMode="auto">
            <a:xfrm flipH="1">
              <a:off x="3048000" y="4648200"/>
              <a:ext cx="76200" cy="457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72" name="Line 96">
              <a:extLst>
                <a:ext uri="{FF2B5EF4-FFF2-40B4-BE49-F238E27FC236}">
                  <a16:creationId xmlns:a16="http://schemas.microsoft.com/office/drawing/2014/main" id="{5B92A1F4-A3C7-EB0D-1C59-A67E3EAA92F6}"/>
                </a:ext>
              </a:extLst>
            </p:cNvPr>
            <p:cNvSpPr>
              <a:spLocks noChangeShapeType="1"/>
            </p:cNvSpPr>
            <p:nvPr/>
          </p:nvSpPr>
          <p:spPr bwMode="auto">
            <a:xfrm flipH="1">
              <a:off x="3200400" y="4038600"/>
              <a:ext cx="152400" cy="457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73" name="Oval 97">
              <a:extLst>
                <a:ext uri="{FF2B5EF4-FFF2-40B4-BE49-F238E27FC236}">
                  <a16:creationId xmlns:a16="http://schemas.microsoft.com/office/drawing/2014/main" id="{13DF11A3-D886-4DB8-15BF-21002FBC9DB1}"/>
                </a:ext>
              </a:extLst>
            </p:cNvPr>
            <p:cNvSpPr>
              <a:spLocks noChangeArrowheads="1"/>
            </p:cNvSpPr>
            <p:nvPr/>
          </p:nvSpPr>
          <p:spPr bwMode="auto">
            <a:xfrm>
              <a:off x="3276600" y="38100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74" name="Oval 98">
              <a:extLst>
                <a:ext uri="{FF2B5EF4-FFF2-40B4-BE49-F238E27FC236}">
                  <a16:creationId xmlns:a16="http://schemas.microsoft.com/office/drawing/2014/main" id="{2A0B789C-BAA2-F0AD-B0C1-0B819D1928A3}"/>
                </a:ext>
              </a:extLst>
            </p:cNvPr>
            <p:cNvSpPr>
              <a:spLocks noChangeArrowheads="1"/>
            </p:cNvSpPr>
            <p:nvPr/>
          </p:nvSpPr>
          <p:spPr bwMode="auto">
            <a:xfrm>
              <a:off x="3429000" y="44196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75" name="Oval 99">
              <a:extLst>
                <a:ext uri="{FF2B5EF4-FFF2-40B4-BE49-F238E27FC236}">
                  <a16:creationId xmlns:a16="http://schemas.microsoft.com/office/drawing/2014/main" id="{E9C147FA-6353-35E2-14B8-DBE496204C78}"/>
                </a:ext>
              </a:extLst>
            </p:cNvPr>
            <p:cNvSpPr>
              <a:spLocks noChangeArrowheads="1"/>
            </p:cNvSpPr>
            <p:nvPr/>
          </p:nvSpPr>
          <p:spPr bwMode="auto">
            <a:xfrm>
              <a:off x="3048000" y="44196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76" name="Oval 100">
              <a:extLst>
                <a:ext uri="{FF2B5EF4-FFF2-40B4-BE49-F238E27FC236}">
                  <a16:creationId xmlns:a16="http://schemas.microsoft.com/office/drawing/2014/main" id="{3A1C1865-83D3-8726-8E2F-8D4B54CEDD3C}"/>
                </a:ext>
              </a:extLst>
            </p:cNvPr>
            <p:cNvSpPr>
              <a:spLocks noChangeArrowheads="1"/>
            </p:cNvSpPr>
            <p:nvPr/>
          </p:nvSpPr>
          <p:spPr bwMode="auto">
            <a:xfrm>
              <a:off x="2895600" y="50292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77" name="Line 101">
              <a:extLst>
                <a:ext uri="{FF2B5EF4-FFF2-40B4-BE49-F238E27FC236}">
                  <a16:creationId xmlns:a16="http://schemas.microsoft.com/office/drawing/2014/main" id="{A316670C-DE47-AD0E-4BA9-362C1904AA17}"/>
                </a:ext>
              </a:extLst>
            </p:cNvPr>
            <p:cNvSpPr>
              <a:spLocks noChangeShapeType="1"/>
            </p:cNvSpPr>
            <p:nvPr/>
          </p:nvSpPr>
          <p:spPr bwMode="auto">
            <a:xfrm>
              <a:off x="6858000" y="5257800"/>
              <a:ext cx="76200" cy="457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78" name="Line 102">
              <a:extLst>
                <a:ext uri="{FF2B5EF4-FFF2-40B4-BE49-F238E27FC236}">
                  <a16:creationId xmlns:a16="http://schemas.microsoft.com/office/drawing/2014/main" id="{FEC9441E-19B7-5E8E-D273-1BCD17347135}"/>
                </a:ext>
              </a:extLst>
            </p:cNvPr>
            <p:cNvSpPr>
              <a:spLocks noChangeShapeType="1"/>
            </p:cNvSpPr>
            <p:nvPr/>
          </p:nvSpPr>
          <p:spPr bwMode="auto">
            <a:xfrm>
              <a:off x="6858000" y="3962400"/>
              <a:ext cx="76200" cy="5334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79" name="Line 103">
              <a:extLst>
                <a:ext uri="{FF2B5EF4-FFF2-40B4-BE49-F238E27FC236}">
                  <a16:creationId xmlns:a16="http://schemas.microsoft.com/office/drawing/2014/main" id="{1DC8EB47-FD32-9914-6D84-93059B8642BB}"/>
                </a:ext>
              </a:extLst>
            </p:cNvPr>
            <p:cNvSpPr>
              <a:spLocks noChangeShapeType="1"/>
            </p:cNvSpPr>
            <p:nvPr/>
          </p:nvSpPr>
          <p:spPr bwMode="auto">
            <a:xfrm flipH="1">
              <a:off x="6400800" y="4648200"/>
              <a:ext cx="152400" cy="11430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80" name="Oval 104">
              <a:extLst>
                <a:ext uri="{FF2B5EF4-FFF2-40B4-BE49-F238E27FC236}">
                  <a16:creationId xmlns:a16="http://schemas.microsoft.com/office/drawing/2014/main" id="{25541EB6-2B17-97B0-2750-2563491D2C90}"/>
                </a:ext>
              </a:extLst>
            </p:cNvPr>
            <p:cNvSpPr>
              <a:spLocks noChangeArrowheads="1"/>
            </p:cNvSpPr>
            <p:nvPr/>
          </p:nvSpPr>
          <p:spPr bwMode="auto">
            <a:xfrm>
              <a:off x="6781800" y="44196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81" name="Oval 105">
              <a:extLst>
                <a:ext uri="{FF2B5EF4-FFF2-40B4-BE49-F238E27FC236}">
                  <a16:creationId xmlns:a16="http://schemas.microsoft.com/office/drawing/2014/main" id="{01ACEEE9-BD85-6AF6-E62D-2EB4A93B5287}"/>
                </a:ext>
              </a:extLst>
            </p:cNvPr>
            <p:cNvSpPr>
              <a:spLocks noChangeArrowheads="1"/>
            </p:cNvSpPr>
            <p:nvPr/>
          </p:nvSpPr>
          <p:spPr bwMode="auto">
            <a:xfrm>
              <a:off x="6705600" y="50292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400">
                  <a:latin typeface="Times New Roman" panose="02020603050405020304" pitchFamily="18" charset="0"/>
                  <a:ea typeface="宋体" panose="02010600030101010101" pitchFamily="2" charset="-122"/>
                </a:rPr>
                <a:t>  </a:t>
              </a:r>
            </a:p>
          </p:txBody>
        </p:sp>
        <p:sp>
          <p:nvSpPr>
            <p:cNvPr id="75882" name="Oval 106">
              <a:extLst>
                <a:ext uri="{FF2B5EF4-FFF2-40B4-BE49-F238E27FC236}">
                  <a16:creationId xmlns:a16="http://schemas.microsoft.com/office/drawing/2014/main" id="{E8709057-8F57-7A32-0F0E-F9CD1BB45C9A}"/>
                </a:ext>
              </a:extLst>
            </p:cNvPr>
            <p:cNvSpPr>
              <a:spLocks noChangeArrowheads="1"/>
            </p:cNvSpPr>
            <p:nvPr/>
          </p:nvSpPr>
          <p:spPr bwMode="auto">
            <a:xfrm>
              <a:off x="6781800" y="56388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83" name="Oval 107">
              <a:extLst>
                <a:ext uri="{FF2B5EF4-FFF2-40B4-BE49-F238E27FC236}">
                  <a16:creationId xmlns:a16="http://schemas.microsoft.com/office/drawing/2014/main" id="{D184DD88-39EE-027D-95BF-8DF7C2784149}"/>
                </a:ext>
              </a:extLst>
            </p:cNvPr>
            <p:cNvSpPr>
              <a:spLocks noChangeArrowheads="1"/>
            </p:cNvSpPr>
            <p:nvPr/>
          </p:nvSpPr>
          <p:spPr bwMode="auto">
            <a:xfrm>
              <a:off x="6705600" y="38100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84" name="Line 108">
              <a:extLst>
                <a:ext uri="{FF2B5EF4-FFF2-40B4-BE49-F238E27FC236}">
                  <a16:creationId xmlns:a16="http://schemas.microsoft.com/office/drawing/2014/main" id="{CC8077DB-9B97-3955-2279-0A73DD6A6C22}"/>
                </a:ext>
              </a:extLst>
            </p:cNvPr>
            <p:cNvSpPr>
              <a:spLocks noChangeShapeType="1"/>
            </p:cNvSpPr>
            <p:nvPr/>
          </p:nvSpPr>
          <p:spPr bwMode="auto">
            <a:xfrm>
              <a:off x="6477000" y="3962400"/>
              <a:ext cx="76200" cy="5334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85" name="Oval 109">
              <a:extLst>
                <a:ext uri="{FF2B5EF4-FFF2-40B4-BE49-F238E27FC236}">
                  <a16:creationId xmlns:a16="http://schemas.microsoft.com/office/drawing/2014/main" id="{35B5D980-74FF-BF78-FAD7-534ACB1D3048}"/>
                </a:ext>
              </a:extLst>
            </p:cNvPr>
            <p:cNvSpPr>
              <a:spLocks noChangeArrowheads="1"/>
            </p:cNvSpPr>
            <p:nvPr/>
          </p:nvSpPr>
          <p:spPr bwMode="auto">
            <a:xfrm>
              <a:off x="6400800" y="44196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86" name="Oval 110">
              <a:extLst>
                <a:ext uri="{FF2B5EF4-FFF2-40B4-BE49-F238E27FC236}">
                  <a16:creationId xmlns:a16="http://schemas.microsoft.com/office/drawing/2014/main" id="{8F9CAC3B-FBB1-221C-6132-C49CD9D4298A}"/>
                </a:ext>
              </a:extLst>
            </p:cNvPr>
            <p:cNvSpPr>
              <a:spLocks noChangeArrowheads="1"/>
            </p:cNvSpPr>
            <p:nvPr/>
          </p:nvSpPr>
          <p:spPr bwMode="auto">
            <a:xfrm>
              <a:off x="6324600" y="50292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87" name="Oval 111">
              <a:extLst>
                <a:ext uri="{FF2B5EF4-FFF2-40B4-BE49-F238E27FC236}">
                  <a16:creationId xmlns:a16="http://schemas.microsoft.com/office/drawing/2014/main" id="{A64A4012-D76F-04BC-90DE-584F481147FA}"/>
                </a:ext>
              </a:extLst>
            </p:cNvPr>
            <p:cNvSpPr>
              <a:spLocks noChangeArrowheads="1"/>
            </p:cNvSpPr>
            <p:nvPr/>
          </p:nvSpPr>
          <p:spPr bwMode="auto">
            <a:xfrm>
              <a:off x="6248400" y="56388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88" name="Oval 112">
              <a:extLst>
                <a:ext uri="{FF2B5EF4-FFF2-40B4-BE49-F238E27FC236}">
                  <a16:creationId xmlns:a16="http://schemas.microsoft.com/office/drawing/2014/main" id="{8F555B72-7E99-23B5-3C3F-205FF74FBE11}"/>
                </a:ext>
              </a:extLst>
            </p:cNvPr>
            <p:cNvSpPr>
              <a:spLocks noChangeArrowheads="1"/>
            </p:cNvSpPr>
            <p:nvPr/>
          </p:nvSpPr>
          <p:spPr bwMode="auto">
            <a:xfrm>
              <a:off x="6324600" y="38100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89" name="Line 113">
              <a:extLst>
                <a:ext uri="{FF2B5EF4-FFF2-40B4-BE49-F238E27FC236}">
                  <a16:creationId xmlns:a16="http://schemas.microsoft.com/office/drawing/2014/main" id="{041B2B3A-2315-6C4D-3DE2-2F63B4E799CB}"/>
                </a:ext>
              </a:extLst>
            </p:cNvPr>
            <p:cNvSpPr>
              <a:spLocks noChangeShapeType="1"/>
            </p:cNvSpPr>
            <p:nvPr/>
          </p:nvSpPr>
          <p:spPr bwMode="auto">
            <a:xfrm flipH="1">
              <a:off x="1727200" y="4038600"/>
              <a:ext cx="101600" cy="3810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90" name="Oval 114">
              <a:extLst>
                <a:ext uri="{FF2B5EF4-FFF2-40B4-BE49-F238E27FC236}">
                  <a16:creationId xmlns:a16="http://schemas.microsoft.com/office/drawing/2014/main" id="{77FE48FE-A805-11F4-267F-BAFBA7E6D258}"/>
                </a:ext>
              </a:extLst>
            </p:cNvPr>
            <p:cNvSpPr>
              <a:spLocks noChangeArrowheads="1"/>
            </p:cNvSpPr>
            <p:nvPr/>
          </p:nvSpPr>
          <p:spPr bwMode="auto">
            <a:xfrm>
              <a:off x="1676400" y="38100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91" name="Oval 115">
              <a:extLst>
                <a:ext uri="{FF2B5EF4-FFF2-40B4-BE49-F238E27FC236}">
                  <a16:creationId xmlns:a16="http://schemas.microsoft.com/office/drawing/2014/main" id="{364519E8-DEDE-1131-53D3-DB4400F6DD14}"/>
                </a:ext>
              </a:extLst>
            </p:cNvPr>
            <p:cNvSpPr>
              <a:spLocks noChangeArrowheads="1"/>
            </p:cNvSpPr>
            <p:nvPr/>
          </p:nvSpPr>
          <p:spPr bwMode="auto">
            <a:xfrm>
              <a:off x="1600200" y="44196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92" name="Line 116">
              <a:extLst>
                <a:ext uri="{FF2B5EF4-FFF2-40B4-BE49-F238E27FC236}">
                  <a16:creationId xmlns:a16="http://schemas.microsoft.com/office/drawing/2014/main" id="{637554B4-3F9B-FE6B-1D94-630488866363}"/>
                </a:ext>
              </a:extLst>
            </p:cNvPr>
            <p:cNvSpPr>
              <a:spLocks noChangeShapeType="1"/>
            </p:cNvSpPr>
            <p:nvPr/>
          </p:nvSpPr>
          <p:spPr bwMode="auto">
            <a:xfrm>
              <a:off x="1752600" y="4648200"/>
              <a:ext cx="127000" cy="3810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93" name="Oval 117">
              <a:extLst>
                <a:ext uri="{FF2B5EF4-FFF2-40B4-BE49-F238E27FC236}">
                  <a16:creationId xmlns:a16="http://schemas.microsoft.com/office/drawing/2014/main" id="{40FE5F55-2125-CCFC-328B-BF5AA2BE2AB9}"/>
                </a:ext>
              </a:extLst>
            </p:cNvPr>
            <p:cNvSpPr>
              <a:spLocks noChangeArrowheads="1"/>
            </p:cNvSpPr>
            <p:nvPr/>
          </p:nvSpPr>
          <p:spPr bwMode="auto">
            <a:xfrm>
              <a:off x="1752600" y="50292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94" name="Oval 118">
              <a:extLst>
                <a:ext uri="{FF2B5EF4-FFF2-40B4-BE49-F238E27FC236}">
                  <a16:creationId xmlns:a16="http://schemas.microsoft.com/office/drawing/2014/main" id="{0A6612CB-3D64-8D70-FA63-EE416886D484}"/>
                </a:ext>
              </a:extLst>
            </p:cNvPr>
            <p:cNvSpPr>
              <a:spLocks noChangeArrowheads="1"/>
            </p:cNvSpPr>
            <p:nvPr/>
          </p:nvSpPr>
          <p:spPr bwMode="auto">
            <a:xfrm>
              <a:off x="1371600" y="50292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95" name="Line 119">
              <a:extLst>
                <a:ext uri="{FF2B5EF4-FFF2-40B4-BE49-F238E27FC236}">
                  <a16:creationId xmlns:a16="http://schemas.microsoft.com/office/drawing/2014/main" id="{884D31E6-7AE7-3065-1A31-D131F50EE3E0}"/>
                </a:ext>
              </a:extLst>
            </p:cNvPr>
            <p:cNvSpPr>
              <a:spLocks noChangeShapeType="1"/>
            </p:cNvSpPr>
            <p:nvPr/>
          </p:nvSpPr>
          <p:spPr bwMode="auto">
            <a:xfrm>
              <a:off x="1143000" y="5257800"/>
              <a:ext cx="152400" cy="5334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96" name="Line 120">
              <a:extLst>
                <a:ext uri="{FF2B5EF4-FFF2-40B4-BE49-F238E27FC236}">
                  <a16:creationId xmlns:a16="http://schemas.microsoft.com/office/drawing/2014/main" id="{2C5B77F8-B1CF-EE76-5EE3-1D5BBBF17F6E}"/>
                </a:ext>
              </a:extLst>
            </p:cNvPr>
            <p:cNvSpPr>
              <a:spLocks noChangeShapeType="1"/>
            </p:cNvSpPr>
            <p:nvPr/>
          </p:nvSpPr>
          <p:spPr bwMode="auto">
            <a:xfrm flipH="1">
              <a:off x="609600" y="4038600"/>
              <a:ext cx="457200" cy="16764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97" name="Oval 121">
              <a:extLst>
                <a:ext uri="{FF2B5EF4-FFF2-40B4-BE49-F238E27FC236}">
                  <a16:creationId xmlns:a16="http://schemas.microsoft.com/office/drawing/2014/main" id="{DE64D9F9-19EB-0245-AE6B-C08D20801575}"/>
                </a:ext>
              </a:extLst>
            </p:cNvPr>
            <p:cNvSpPr>
              <a:spLocks noChangeArrowheads="1"/>
            </p:cNvSpPr>
            <p:nvPr/>
          </p:nvSpPr>
          <p:spPr bwMode="auto">
            <a:xfrm flipH="1">
              <a:off x="1295400" y="38100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98" name="Oval 122">
              <a:extLst>
                <a:ext uri="{FF2B5EF4-FFF2-40B4-BE49-F238E27FC236}">
                  <a16:creationId xmlns:a16="http://schemas.microsoft.com/office/drawing/2014/main" id="{D6BBCC01-47A7-584C-714E-0F5C3E246B42}"/>
                </a:ext>
              </a:extLst>
            </p:cNvPr>
            <p:cNvSpPr>
              <a:spLocks noChangeArrowheads="1"/>
            </p:cNvSpPr>
            <p:nvPr/>
          </p:nvSpPr>
          <p:spPr bwMode="auto">
            <a:xfrm flipH="1">
              <a:off x="1143000" y="44196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899" name="Oval 123">
              <a:extLst>
                <a:ext uri="{FF2B5EF4-FFF2-40B4-BE49-F238E27FC236}">
                  <a16:creationId xmlns:a16="http://schemas.microsoft.com/office/drawing/2014/main" id="{9E56B69B-CD01-ACEC-A2D9-2ACA0259684C}"/>
                </a:ext>
              </a:extLst>
            </p:cNvPr>
            <p:cNvSpPr>
              <a:spLocks noChangeArrowheads="1"/>
            </p:cNvSpPr>
            <p:nvPr/>
          </p:nvSpPr>
          <p:spPr bwMode="auto">
            <a:xfrm flipH="1">
              <a:off x="609600" y="50292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900" name="Oval 124">
              <a:extLst>
                <a:ext uri="{FF2B5EF4-FFF2-40B4-BE49-F238E27FC236}">
                  <a16:creationId xmlns:a16="http://schemas.microsoft.com/office/drawing/2014/main" id="{81530AD2-287F-BA81-6D4C-4BEC550F8E96}"/>
                </a:ext>
              </a:extLst>
            </p:cNvPr>
            <p:cNvSpPr>
              <a:spLocks noChangeArrowheads="1"/>
            </p:cNvSpPr>
            <p:nvPr/>
          </p:nvSpPr>
          <p:spPr bwMode="auto">
            <a:xfrm flipH="1">
              <a:off x="381000" y="56388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901" name="Oval 125">
              <a:extLst>
                <a:ext uri="{FF2B5EF4-FFF2-40B4-BE49-F238E27FC236}">
                  <a16:creationId xmlns:a16="http://schemas.microsoft.com/office/drawing/2014/main" id="{73B19016-BC2D-17BF-77DD-B7F736754D54}"/>
                </a:ext>
              </a:extLst>
            </p:cNvPr>
            <p:cNvSpPr>
              <a:spLocks noChangeArrowheads="1"/>
            </p:cNvSpPr>
            <p:nvPr/>
          </p:nvSpPr>
          <p:spPr bwMode="auto">
            <a:xfrm flipH="1">
              <a:off x="1143000" y="56388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902" name="Oval 126">
              <a:extLst>
                <a:ext uri="{FF2B5EF4-FFF2-40B4-BE49-F238E27FC236}">
                  <a16:creationId xmlns:a16="http://schemas.microsoft.com/office/drawing/2014/main" id="{48DF5E3C-B20E-7B3D-2438-73D589B0DAE2}"/>
                </a:ext>
              </a:extLst>
            </p:cNvPr>
            <p:cNvSpPr>
              <a:spLocks noChangeArrowheads="1"/>
            </p:cNvSpPr>
            <p:nvPr/>
          </p:nvSpPr>
          <p:spPr bwMode="auto">
            <a:xfrm flipH="1">
              <a:off x="914400" y="38100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903" name="Oval 127">
              <a:extLst>
                <a:ext uri="{FF2B5EF4-FFF2-40B4-BE49-F238E27FC236}">
                  <a16:creationId xmlns:a16="http://schemas.microsoft.com/office/drawing/2014/main" id="{0D1548EA-379D-1BD7-BF54-5AFA5EBF6355}"/>
                </a:ext>
              </a:extLst>
            </p:cNvPr>
            <p:cNvSpPr>
              <a:spLocks noChangeArrowheads="1"/>
            </p:cNvSpPr>
            <p:nvPr/>
          </p:nvSpPr>
          <p:spPr bwMode="auto">
            <a:xfrm flipH="1">
              <a:off x="762000" y="44196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904" name="Oval 128">
              <a:extLst>
                <a:ext uri="{FF2B5EF4-FFF2-40B4-BE49-F238E27FC236}">
                  <a16:creationId xmlns:a16="http://schemas.microsoft.com/office/drawing/2014/main" id="{EBB4A7D4-2053-92CF-654A-2F0D101EF503}"/>
                </a:ext>
              </a:extLst>
            </p:cNvPr>
            <p:cNvSpPr>
              <a:spLocks noChangeArrowheads="1"/>
            </p:cNvSpPr>
            <p:nvPr/>
          </p:nvSpPr>
          <p:spPr bwMode="auto">
            <a:xfrm flipH="1">
              <a:off x="990600" y="5029200"/>
              <a:ext cx="304800" cy="304800"/>
            </a:xfrm>
            <a:prstGeom prst="ellipse">
              <a:avLst/>
            </a:prstGeom>
            <a:gradFill rotWithShape="0">
              <a:gsLst>
                <a:gs pos="0">
                  <a:srgbClr val="00FFFF"/>
                </a:gs>
                <a:gs pos="100000">
                  <a:srgbClr val="008E8E"/>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75905" name="Text Box 129">
              <a:extLst>
                <a:ext uri="{FF2B5EF4-FFF2-40B4-BE49-F238E27FC236}">
                  <a16:creationId xmlns:a16="http://schemas.microsoft.com/office/drawing/2014/main" id="{6F5E79E8-1008-1F28-517B-24D418218116}"/>
                </a:ext>
              </a:extLst>
            </p:cNvPr>
            <p:cNvSpPr txBox="1">
              <a:spLocks noChangeArrowheads="1"/>
            </p:cNvSpPr>
            <p:nvPr/>
          </p:nvSpPr>
          <p:spPr bwMode="auto">
            <a:xfrm>
              <a:off x="3949700" y="5576888"/>
              <a:ext cx="11017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i="1">
                  <a:solidFill>
                    <a:srgbClr val="009900"/>
                  </a:solidFill>
                  <a:latin typeface="Times New Roman" panose="02020603050405020304" pitchFamily="18" charset="0"/>
                  <a:ea typeface="宋体" panose="02010600030101010101" pitchFamily="2" charset="-122"/>
                </a:rPr>
                <a:t>b</a:t>
              </a:r>
              <a:r>
                <a:rPr kumimoji="1" lang="en-US" altLang="zh-CN" sz="2800" b="1" baseline="-25000">
                  <a:solidFill>
                    <a:srgbClr val="009900"/>
                  </a:solidFill>
                  <a:latin typeface="Times New Roman" panose="02020603050405020304" pitchFamily="18" charset="0"/>
                  <a:ea typeface="宋体" panose="02010600030101010101" pitchFamily="2" charset="-122"/>
                </a:rPr>
                <a:t>4 </a:t>
              </a:r>
              <a:r>
                <a:rPr kumimoji="1" lang="en-US" altLang="zh-CN" sz="2800" b="1">
                  <a:solidFill>
                    <a:srgbClr val="009900"/>
                  </a:solidFill>
                  <a:latin typeface="Times New Roman" panose="02020603050405020304" pitchFamily="18" charset="0"/>
                  <a:ea typeface="宋体" panose="02010600030101010101" pitchFamily="2" charset="-122"/>
                </a:rPr>
                <a:t>=14</a:t>
              </a:r>
              <a:endParaRPr kumimoji="1" lang="en-US" altLang="zh-CN" sz="2400">
                <a:latin typeface="Times New Roman" panose="02020603050405020304" pitchFamily="18" charset="0"/>
                <a:ea typeface="宋体" panose="02010600030101010101" pitchFamily="2" charset="-122"/>
              </a:endParaRPr>
            </a:p>
          </p:txBody>
        </p:sp>
      </p:grpSp>
      <p:sp>
        <p:nvSpPr>
          <p:cNvPr id="2" name="标题 1">
            <a:extLst>
              <a:ext uri="{FF2B5EF4-FFF2-40B4-BE49-F238E27FC236}">
                <a16:creationId xmlns:a16="http://schemas.microsoft.com/office/drawing/2014/main" id="{324C8404-2BEB-497C-8032-8B0607A33765}"/>
              </a:ext>
            </a:extLst>
          </p:cNvPr>
          <p:cNvSpPr>
            <a:spLocks noGrp="1"/>
          </p:cNvSpPr>
          <p:nvPr>
            <p:ph type="title"/>
          </p:nvPr>
        </p:nvSpPr>
        <p:spPr/>
        <p:txBody>
          <a:bodyPr/>
          <a:lstStyle/>
          <a:p>
            <a:r>
              <a:rPr lang="zh-CN" altLang="en-US" dirty="0"/>
              <a:t>有</a:t>
            </a:r>
            <a:r>
              <a:rPr lang="en-US" altLang="zh-CN" dirty="0"/>
              <a:t>0~4</a:t>
            </a:r>
            <a:r>
              <a:rPr lang="zh-CN" altLang="en-US" dirty="0"/>
              <a:t>个结点的不同二叉树形态</a:t>
            </a:r>
          </a:p>
        </p:txBody>
      </p:sp>
      <p:sp>
        <p:nvSpPr>
          <p:cNvPr id="4" name="灯片编号占位符 3">
            <a:extLst>
              <a:ext uri="{FF2B5EF4-FFF2-40B4-BE49-F238E27FC236}">
                <a16:creationId xmlns:a16="http://schemas.microsoft.com/office/drawing/2014/main" id="{0B51C69A-7963-208A-0170-906C634A3BF1}"/>
              </a:ext>
            </a:extLst>
          </p:cNvPr>
          <p:cNvSpPr>
            <a:spLocks noGrp="1"/>
          </p:cNvSpPr>
          <p:nvPr>
            <p:ph type="sldNum" sz="quarter" idx="12"/>
          </p:nvPr>
        </p:nvSpPr>
        <p:spPr/>
        <p:txBody>
          <a:bodyPr/>
          <a:lstStyle/>
          <a:p>
            <a:pPr>
              <a:defRPr/>
            </a:pPr>
            <a:fld id="{6DFA40DF-1FC0-4A1B-B86F-E962D94EFA14}" type="slidenum">
              <a:rPr lang="en-US" altLang="zh-CN" smtClean="0"/>
              <a:pPr>
                <a:defRPr/>
              </a:pPr>
              <a:t>62</a:t>
            </a:fld>
            <a:endParaRPr lang="en-US" altLang="zh-CN"/>
          </a:p>
        </p:txBody>
      </p:sp>
    </p:spTree>
  </p:cSld>
  <p:clrMapOvr>
    <a:masterClrMapping/>
  </p:clrMapOvr>
  <p:transition>
    <p:split/>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Line 2">
            <a:extLst>
              <a:ext uri="{FF2B5EF4-FFF2-40B4-BE49-F238E27FC236}">
                <a16:creationId xmlns:a16="http://schemas.microsoft.com/office/drawing/2014/main" id="{0D30FCA5-8688-537D-EA11-0623803144D0}"/>
              </a:ext>
            </a:extLst>
          </p:cNvPr>
          <p:cNvSpPr>
            <a:spLocks noChangeShapeType="1"/>
          </p:cNvSpPr>
          <p:nvPr/>
        </p:nvSpPr>
        <p:spPr bwMode="auto">
          <a:xfrm>
            <a:off x="6934200" y="1752600"/>
            <a:ext cx="533400" cy="5334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03" name="Line 3">
            <a:extLst>
              <a:ext uri="{FF2B5EF4-FFF2-40B4-BE49-F238E27FC236}">
                <a16:creationId xmlns:a16="http://schemas.microsoft.com/office/drawing/2014/main" id="{91755B8D-95E6-4E7A-ABAF-160C16FBC975}"/>
              </a:ext>
            </a:extLst>
          </p:cNvPr>
          <p:cNvSpPr>
            <a:spLocks noChangeShapeType="1"/>
          </p:cNvSpPr>
          <p:nvPr/>
        </p:nvSpPr>
        <p:spPr bwMode="auto">
          <a:xfrm flipH="1">
            <a:off x="6096000" y="1752600"/>
            <a:ext cx="533400" cy="5334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6804" name="Object 4">
            <a:extLst>
              <a:ext uri="{FF2B5EF4-FFF2-40B4-BE49-F238E27FC236}">
                <a16:creationId xmlns:a16="http://schemas.microsoft.com/office/drawing/2014/main" id="{B5CD72EC-4209-6963-C8CC-CA1C1DC2E3BC}"/>
              </a:ext>
            </a:extLst>
          </p:cNvPr>
          <p:cNvGraphicFramePr>
            <a:graphicFrameLocks noChangeAspect="1"/>
          </p:cNvGraphicFramePr>
          <p:nvPr/>
        </p:nvGraphicFramePr>
        <p:xfrm>
          <a:off x="1143000" y="3276600"/>
          <a:ext cx="4876800" cy="960438"/>
        </p:xfrm>
        <a:graphic>
          <a:graphicData uri="http://schemas.openxmlformats.org/presentationml/2006/ole">
            <mc:AlternateContent xmlns:mc="http://schemas.openxmlformats.org/markup-compatibility/2006">
              <mc:Choice xmlns:v="urn:schemas-microsoft-com:vml" Requires="v">
                <p:oleObj name="公式" r:id="rId2" imgW="1739900" imgH="393700" progId="Equation.3">
                  <p:embed/>
                </p:oleObj>
              </mc:Choice>
              <mc:Fallback>
                <p:oleObj name="公式" r:id="rId2" imgW="1739900" imgH="3937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3276600"/>
                        <a:ext cx="4876800" cy="96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30086" name="Text Box 6">
            <a:extLst>
              <a:ext uri="{FF2B5EF4-FFF2-40B4-BE49-F238E27FC236}">
                <a16:creationId xmlns:a16="http://schemas.microsoft.com/office/drawing/2014/main" id="{1892AEDA-0362-AB3D-6BCA-65935CC3510A}"/>
              </a:ext>
            </a:extLst>
          </p:cNvPr>
          <p:cNvSpPr txBox="1">
            <a:spLocks noChangeArrowheads="1"/>
          </p:cNvSpPr>
          <p:nvPr/>
        </p:nvSpPr>
        <p:spPr bwMode="auto">
          <a:xfrm>
            <a:off x="712788" y="2559050"/>
            <a:ext cx="2603500" cy="641350"/>
          </a:xfrm>
          <a:prstGeom prst="rect">
            <a:avLst/>
          </a:prstGeom>
          <a:noFill/>
          <a:ln w="9525">
            <a:noFill/>
            <a:miter lim="800000"/>
            <a:headEnd/>
            <a:tailEnd/>
          </a:ln>
          <a:effectLst/>
        </p:spPr>
        <p:txBody>
          <a:bodyPr wrap="none">
            <a:spAutoFit/>
          </a:bodyPr>
          <a:lstStyle/>
          <a:p>
            <a:pPr eaLnBrk="1" fontAlgn="auto" hangingPunct="1">
              <a:spcBef>
                <a:spcPts val="0"/>
              </a:spcBef>
              <a:spcAft>
                <a:spcPts val="0"/>
              </a:spcAft>
              <a:defRPr/>
            </a:pPr>
            <a:r>
              <a:rPr lang="en-US" altLang="en-GB" sz="3600" i="1">
                <a:solidFill>
                  <a:srgbClr val="008000"/>
                </a:solidFill>
                <a:effectLst>
                  <a:outerShdw blurRad="38100" dist="38100" dir="2700000" algn="tl">
                    <a:srgbClr val="C0C0C0"/>
                  </a:outerShdw>
                </a:effectLst>
                <a:latin typeface="Times New Roman" charset="0"/>
                <a:ea typeface="仿宋_GB2312" pitchFamily="49" charset="-122"/>
              </a:rPr>
              <a:t>Catalan</a:t>
            </a:r>
            <a:r>
              <a:rPr lang="zh-CN" altLang="en-GB" sz="3600">
                <a:solidFill>
                  <a:srgbClr val="008000"/>
                </a:solidFill>
                <a:effectLst>
                  <a:outerShdw blurRad="38100" dist="38100" dir="2700000" algn="tl">
                    <a:srgbClr val="C0C0C0"/>
                  </a:outerShdw>
                </a:effectLst>
                <a:latin typeface="Times New Roman" charset="0"/>
                <a:ea typeface="仿宋_GB2312" pitchFamily="49" charset="-122"/>
              </a:rPr>
              <a:t>函数</a:t>
            </a:r>
            <a:endParaRPr lang="zh-CN" altLang="en-US">
              <a:latin typeface="Arial" charset="0"/>
              <a:ea typeface="黑体" pitchFamily="2" charset="-122"/>
            </a:endParaRPr>
          </a:p>
        </p:txBody>
      </p:sp>
      <p:sp>
        <p:nvSpPr>
          <p:cNvPr id="76808" name="Oval 8" descr="羊皮纸">
            <a:extLst>
              <a:ext uri="{FF2B5EF4-FFF2-40B4-BE49-F238E27FC236}">
                <a16:creationId xmlns:a16="http://schemas.microsoft.com/office/drawing/2014/main" id="{6DA349BC-F093-5B6A-0448-D418CCCEDBD2}"/>
              </a:ext>
            </a:extLst>
          </p:cNvPr>
          <p:cNvSpPr>
            <a:spLocks noChangeArrowheads="1"/>
          </p:cNvSpPr>
          <p:nvPr/>
        </p:nvSpPr>
        <p:spPr bwMode="auto">
          <a:xfrm>
            <a:off x="6553200" y="1371600"/>
            <a:ext cx="533400" cy="533400"/>
          </a:xfrm>
          <a:prstGeom prst="ellipse">
            <a:avLst/>
          </a:prstGeom>
          <a:blipFill dpi="0" rotWithShape="0">
            <a:blip r:embed="rId4"/>
            <a:srcRect/>
            <a:tile tx="0" ty="0" sx="100000" sy="100000" flip="none" algn="tl"/>
          </a:blip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76809" name="Oval 9" descr="羊皮纸">
            <a:extLst>
              <a:ext uri="{FF2B5EF4-FFF2-40B4-BE49-F238E27FC236}">
                <a16:creationId xmlns:a16="http://schemas.microsoft.com/office/drawing/2014/main" id="{CBEC3ED5-833F-1506-CAE0-4940807DE63F}"/>
              </a:ext>
            </a:extLst>
          </p:cNvPr>
          <p:cNvSpPr>
            <a:spLocks noChangeArrowheads="1"/>
          </p:cNvSpPr>
          <p:nvPr/>
        </p:nvSpPr>
        <p:spPr bwMode="auto">
          <a:xfrm>
            <a:off x="5181600" y="2209800"/>
            <a:ext cx="1447800" cy="609600"/>
          </a:xfrm>
          <a:prstGeom prst="ellipse">
            <a:avLst/>
          </a:prstGeom>
          <a:blipFill dpi="0" rotWithShape="0">
            <a:blip r:embed="rId4"/>
            <a:srcRect/>
            <a:tile tx="0" ty="0" sx="100000" sy="100000" flip="none" algn="tl"/>
          </a:blip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76810" name="Oval 10" descr="羊皮纸">
            <a:extLst>
              <a:ext uri="{FF2B5EF4-FFF2-40B4-BE49-F238E27FC236}">
                <a16:creationId xmlns:a16="http://schemas.microsoft.com/office/drawing/2014/main" id="{3213120D-E4AE-1F07-37E0-BAB63C3692AA}"/>
              </a:ext>
            </a:extLst>
          </p:cNvPr>
          <p:cNvSpPr>
            <a:spLocks noChangeArrowheads="1"/>
          </p:cNvSpPr>
          <p:nvPr/>
        </p:nvSpPr>
        <p:spPr bwMode="auto">
          <a:xfrm>
            <a:off x="6934200" y="2209800"/>
            <a:ext cx="1524000" cy="609600"/>
          </a:xfrm>
          <a:prstGeom prst="ellipse">
            <a:avLst/>
          </a:prstGeom>
          <a:blipFill dpi="0" rotWithShape="0">
            <a:blip r:embed="rId4"/>
            <a:srcRect/>
            <a:tile tx="0" ty="0" sx="100000" sy="100000" flip="none" algn="tl"/>
          </a:blip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430091" name="Text Box 11">
            <a:extLst>
              <a:ext uri="{FF2B5EF4-FFF2-40B4-BE49-F238E27FC236}">
                <a16:creationId xmlns:a16="http://schemas.microsoft.com/office/drawing/2014/main" id="{BBED726E-136E-9F4C-A29D-0B992D7F280B}"/>
              </a:ext>
            </a:extLst>
          </p:cNvPr>
          <p:cNvSpPr txBox="1">
            <a:spLocks noChangeArrowheads="1"/>
          </p:cNvSpPr>
          <p:nvPr/>
        </p:nvSpPr>
        <p:spPr bwMode="auto">
          <a:xfrm>
            <a:off x="5637213" y="2133600"/>
            <a:ext cx="534987" cy="641350"/>
          </a:xfrm>
          <a:prstGeom prst="rect">
            <a:avLst/>
          </a:prstGeom>
          <a:noFill/>
          <a:ln w="38100">
            <a:noFill/>
            <a:miter lim="800000"/>
            <a:headEnd/>
            <a:tailEnd/>
          </a:ln>
          <a:effectLst/>
        </p:spPr>
        <p:txBody>
          <a:bodyPr anchor="ctr">
            <a:spAutoFit/>
          </a:bodyPr>
          <a:lstStyle/>
          <a:p>
            <a:pPr algn="ctr" eaLnBrk="1" fontAlgn="auto" hangingPunct="1">
              <a:spcBef>
                <a:spcPts val="0"/>
              </a:spcBef>
              <a:spcAft>
                <a:spcPts val="0"/>
              </a:spcAft>
              <a:defRPr/>
            </a:pPr>
            <a:r>
              <a:rPr lang="en-US" altLang="zh-CN" sz="3600" i="1">
                <a:solidFill>
                  <a:schemeClr val="accent2"/>
                </a:solidFill>
                <a:effectLst>
                  <a:outerShdw blurRad="38100" dist="38100" dir="2700000" algn="tl">
                    <a:srgbClr val="C0C0C0"/>
                  </a:outerShdw>
                </a:effectLst>
                <a:latin typeface="Times New Roman" charset="0"/>
                <a:ea typeface="+mn-ea"/>
              </a:rPr>
              <a:t>b</a:t>
            </a:r>
            <a:r>
              <a:rPr lang="en-US" altLang="zh-CN" sz="3600" i="1" baseline="-25000">
                <a:solidFill>
                  <a:schemeClr val="accent2"/>
                </a:solidFill>
                <a:effectLst>
                  <a:outerShdw blurRad="38100" dist="38100" dir="2700000" algn="tl">
                    <a:srgbClr val="C0C0C0"/>
                  </a:outerShdw>
                </a:effectLst>
                <a:latin typeface="Times New Roman" charset="0"/>
                <a:ea typeface="+mn-ea"/>
              </a:rPr>
              <a:t>i</a:t>
            </a:r>
            <a:endParaRPr lang="en-US" altLang="zh-CN" sz="3600" i="1">
              <a:effectLst>
                <a:outerShdw blurRad="38100" dist="38100" dir="2700000" algn="tl">
                  <a:srgbClr val="C0C0C0"/>
                </a:outerShdw>
              </a:effectLst>
              <a:latin typeface="Times New Roman" charset="0"/>
              <a:ea typeface="+mn-ea"/>
            </a:endParaRPr>
          </a:p>
        </p:txBody>
      </p:sp>
      <p:sp>
        <p:nvSpPr>
          <p:cNvPr id="430092" name="Text Box 12">
            <a:extLst>
              <a:ext uri="{FF2B5EF4-FFF2-40B4-BE49-F238E27FC236}">
                <a16:creationId xmlns:a16="http://schemas.microsoft.com/office/drawing/2014/main" id="{3811EF62-9825-DA2A-2DA8-DE08EEDDFE50}"/>
              </a:ext>
            </a:extLst>
          </p:cNvPr>
          <p:cNvSpPr txBox="1">
            <a:spLocks noChangeArrowheads="1"/>
          </p:cNvSpPr>
          <p:nvPr/>
        </p:nvSpPr>
        <p:spPr bwMode="auto">
          <a:xfrm>
            <a:off x="7086600" y="2133600"/>
            <a:ext cx="1219200" cy="641350"/>
          </a:xfrm>
          <a:prstGeom prst="rect">
            <a:avLst/>
          </a:prstGeom>
          <a:noFill/>
          <a:ln w="38100">
            <a:noFill/>
            <a:miter lim="800000"/>
            <a:headEnd/>
            <a:tailEnd/>
          </a:ln>
          <a:effectLst/>
        </p:spPr>
        <p:txBody>
          <a:bodyPr anchor="ctr">
            <a:spAutoFit/>
          </a:bodyPr>
          <a:lstStyle/>
          <a:p>
            <a:pPr algn="ctr" eaLnBrk="1" fontAlgn="auto" hangingPunct="1">
              <a:spcBef>
                <a:spcPts val="0"/>
              </a:spcBef>
              <a:spcAft>
                <a:spcPts val="0"/>
              </a:spcAft>
              <a:defRPr/>
            </a:pPr>
            <a:r>
              <a:rPr lang="en-US" altLang="zh-CN" sz="3600" i="1">
                <a:solidFill>
                  <a:schemeClr val="accent2"/>
                </a:solidFill>
                <a:effectLst>
                  <a:outerShdw blurRad="38100" dist="38100" dir="2700000" algn="tl">
                    <a:srgbClr val="C0C0C0"/>
                  </a:outerShdw>
                </a:effectLst>
                <a:latin typeface="Times New Roman" charset="0"/>
                <a:ea typeface="+mn-ea"/>
              </a:rPr>
              <a:t>b</a:t>
            </a:r>
            <a:r>
              <a:rPr lang="en-US" altLang="zh-CN" sz="3600" i="1" baseline="-25000">
                <a:solidFill>
                  <a:schemeClr val="accent2"/>
                </a:solidFill>
                <a:effectLst>
                  <a:outerShdw blurRad="38100" dist="38100" dir="2700000" algn="tl">
                    <a:srgbClr val="C0C0C0"/>
                  </a:outerShdw>
                </a:effectLst>
                <a:latin typeface="Times New Roman" charset="0"/>
                <a:ea typeface="+mn-ea"/>
              </a:rPr>
              <a:t>n-i-</a:t>
            </a:r>
            <a:r>
              <a:rPr lang="en-US" altLang="zh-CN" sz="3600" baseline="-25000">
                <a:solidFill>
                  <a:schemeClr val="accent2"/>
                </a:solidFill>
                <a:effectLst>
                  <a:outerShdw blurRad="38100" dist="38100" dir="2700000" algn="tl">
                    <a:srgbClr val="C0C0C0"/>
                  </a:outerShdw>
                </a:effectLst>
                <a:latin typeface="Times New Roman" charset="0"/>
                <a:ea typeface="+mn-ea"/>
              </a:rPr>
              <a:t>1</a:t>
            </a:r>
            <a:endParaRPr lang="en-US" altLang="zh-CN" sz="3200" i="1">
              <a:effectLst>
                <a:outerShdw blurRad="38100" dist="38100" dir="2700000" algn="tl">
                  <a:srgbClr val="C0C0C0"/>
                </a:outerShdw>
              </a:effectLst>
              <a:latin typeface="Times New Roman" charset="0"/>
              <a:ea typeface="+mn-ea"/>
            </a:endParaRPr>
          </a:p>
        </p:txBody>
      </p:sp>
      <p:sp>
        <p:nvSpPr>
          <p:cNvPr id="76813" name="Text Box 13">
            <a:extLst>
              <a:ext uri="{FF2B5EF4-FFF2-40B4-BE49-F238E27FC236}">
                <a16:creationId xmlns:a16="http://schemas.microsoft.com/office/drawing/2014/main" id="{E426FEB6-2FE1-A43D-0BD1-63372884CDA1}"/>
              </a:ext>
            </a:extLst>
          </p:cNvPr>
          <p:cNvSpPr txBox="1">
            <a:spLocks noChangeArrowheads="1"/>
          </p:cNvSpPr>
          <p:nvPr/>
        </p:nvSpPr>
        <p:spPr bwMode="auto">
          <a:xfrm>
            <a:off x="6629400" y="13255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accent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graphicFrame>
        <p:nvGraphicFramePr>
          <p:cNvPr id="76814" name="Object 14">
            <a:extLst>
              <a:ext uri="{FF2B5EF4-FFF2-40B4-BE49-F238E27FC236}">
                <a16:creationId xmlns:a16="http://schemas.microsoft.com/office/drawing/2014/main" id="{32FF437B-245F-31A5-8935-16C17ACFB590}"/>
              </a:ext>
            </a:extLst>
          </p:cNvPr>
          <p:cNvGraphicFramePr>
            <a:graphicFrameLocks noChangeAspect="1"/>
          </p:cNvGraphicFramePr>
          <p:nvPr/>
        </p:nvGraphicFramePr>
        <p:xfrm>
          <a:off x="4514850" y="3321050"/>
          <a:ext cx="112713" cy="214313"/>
        </p:xfrm>
        <a:graphic>
          <a:graphicData uri="http://schemas.openxmlformats.org/presentationml/2006/ole">
            <mc:AlternateContent xmlns:mc="http://schemas.openxmlformats.org/markup-compatibility/2006">
              <mc:Choice xmlns:v="urn:schemas-microsoft-com:vml" Requires="v">
                <p:oleObj name="公式" r:id="rId5" imgW="114151" imgH="215619" progId="Equation.3">
                  <p:embed/>
                </p:oleObj>
              </mc:Choice>
              <mc:Fallback>
                <p:oleObj name="公式" r:id="rId5" imgW="114151" imgH="215619" progId="Equation.3">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14850" y="3321050"/>
                        <a:ext cx="112713"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6815" name="Object 15">
            <a:extLst>
              <a:ext uri="{FF2B5EF4-FFF2-40B4-BE49-F238E27FC236}">
                <a16:creationId xmlns:a16="http://schemas.microsoft.com/office/drawing/2014/main" id="{D381FACA-097C-80ED-5D0C-C30CEB9A597E}"/>
              </a:ext>
            </a:extLst>
          </p:cNvPr>
          <p:cNvGraphicFramePr>
            <a:graphicFrameLocks noChangeAspect="1"/>
          </p:cNvGraphicFramePr>
          <p:nvPr>
            <p:extLst>
              <p:ext uri="{D42A27DB-BD31-4B8C-83A1-F6EECF244321}">
                <p14:modId xmlns:p14="http://schemas.microsoft.com/office/powerpoint/2010/main" val="2695774809"/>
              </p:ext>
            </p:extLst>
          </p:nvPr>
        </p:nvGraphicFramePr>
        <p:xfrm>
          <a:off x="2430947" y="1398857"/>
          <a:ext cx="2743200" cy="1206500"/>
        </p:xfrm>
        <a:graphic>
          <a:graphicData uri="http://schemas.openxmlformats.org/presentationml/2006/ole">
            <mc:AlternateContent xmlns:mc="http://schemas.openxmlformats.org/markup-compatibility/2006">
              <mc:Choice xmlns:v="urn:schemas-microsoft-com:vml" Requires="v">
                <p:oleObj name="公式" r:id="rId7" imgW="1028254" imgH="431613" progId="Equation.3">
                  <p:embed/>
                </p:oleObj>
              </mc:Choice>
              <mc:Fallback>
                <p:oleObj name="公式" r:id="rId7" imgW="1028254" imgH="431613" progId="Equation.3">
                  <p:embed/>
                  <p:pic>
                    <p:nvPicPr>
                      <p:cNvPr id="0" name="Object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30947" y="1398857"/>
                        <a:ext cx="2743200" cy="120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6816" name="Object 16">
            <a:extLst>
              <a:ext uri="{FF2B5EF4-FFF2-40B4-BE49-F238E27FC236}">
                <a16:creationId xmlns:a16="http://schemas.microsoft.com/office/drawing/2014/main" id="{CD98FCF3-9A04-CC18-37F8-5220AA778EAE}"/>
              </a:ext>
            </a:extLst>
          </p:cNvPr>
          <p:cNvGraphicFramePr>
            <a:graphicFrameLocks noChangeAspect="1"/>
          </p:cNvGraphicFramePr>
          <p:nvPr/>
        </p:nvGraphicFramePr>
        <p:xfrm>
          <a:off x="1143000" y="4419600"/>
          <a:ext cx="4343400" cy="914400"/>
        </p:xfrm>
        <a:graphic>
          <a:graphicData uri="http://schemas.openxmlformats.org/presentationml/2006/ole">
            <mc:AlternateContent xmlns:mc="http://schemas.openxmlformats.org/markup-compatibility/2006">
              <mc:Choice xmlns:v="urn:schemas-microsoft-com:vml" Requires="v">
                <p:oleObj name="公式" r:id="rId9" imgW="1701800" imgH="393700" progId="Equation.3">
                  <p:embed/>
                </p:oleObj>
              </mc:Choice>
              <mc:Fallback>
                <p:oleObj name="公式" r:id="rId9" imgW="1701800" imgH="393700" progId="Equation.3">
                  <p:embed/>
                  <p:pic>
                    <p:nvPicPr>
                      <p:cNvPr id="0" name="Object 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43000" y="4419600"/>
                        <a:ext cx="4343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6817" name="Object 17">
            <a:extLst>
              <a:ext uri="{FF2B5EF4-FFF2-40B4-BE49-F238E27FC236}">
                <a16:creationId xmlns:a16="http://schemas.microsoft.com/office/drawing/2014/main" id="{041F7C4B-FAFC-F920-E996-DDB939AA29F9}"/>
              </a:ext>
            </a:extLst>
          </p:cNvPr>
          <p:cNvGraphicFramePr>
            <a:graphicFrameLocks noChangeAspect="1"/>
          </p:cNvGraphicFramePr>
          <p:nvPr/>
        </p:nvGraphicFramePr>
        <p:xfrm>
          <a:off x="1143000" y="5486400"/>
          <a:ext cx="4495800" cy="914400"/>
        </p:xfrm>
        <a:graphic>
          <a:graphicData uri="http://schemas.openxmlformats.org/presentationml/2006/ole">
            <mc:AlternateContent xmlns:mc="http://schemas.openxmlformats.org/markup-compatibility/2006">
              <mc:Choice xmlns:v="urn:schemas-microsoft-com:vml" Requires="v">
                <p:oleObj name="公式" r:id="rId11" imgW="1916868" imgH="393529" progId="Equation.3">
                  <p:embed/>
                </p:oleObj>
              </mc:Choice>
              <mc:Fallback>
                <p:oleObj name="公式" r:id="rId11" imgW="1916868" imgH="393529" progId="Equation.3">
                  <p:embed/>
                  <p:pic>
                    <p:nvPicPr>
                      <p:cNvPr id="0" name="Object 1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43000" y="5486400"/>
                        <a:ext cx="44958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标题 1">
            <a:extLst>
              <a:ext uri="{FF2B5EF4-FFF2-40B4-BE49-F238E27FC236}">
                <a16:creationId xmlns:a16="http://schemas.microsoft.com/office/drawing/2014/main" id="{9F3B0313-7905-47DB-A3E2-507FF4F57EE2}"/>
              </a:ext>
            </a:extLst>
          </p:cNvPr>
          <p:cNvSpPr>
            <a:spLocks noGrp="1"/>
          </p:cNvSpPr>
          <p:nvPr>
            <p:ph type="title"/>
          </p:nvPr>
        </p:nvSpPr>
        <p:spPr/>
        <p:txBody>
          <a:bodyPr/>
          <a:lstStyle/>
          <a:p>
            <a:r>
              <a:rPr lang="zh-CN" altLang="en-US" dirty="0"/>
              <a:t>计算具有 </a:t>
            </a:r>
            <a:r>
              <a:rPr lang="en-US" altLang="zh-CN" dirty="0"/>
              <a:t>n </a:t>
            </a:r>
            <a:r>
              <a:rPr lang="zh-CN" altLang="en-US" dirty="0"/>
              <a:t>个结点的不同二叉树的棵数</a:t>
            </a:r>
          </a:p>
        </p:txBody>
      </p:sp>
      <p:sp>
        <p:nvSpPr>
          <p:cNvPr id="3" name="灯片编号占位符 2">
            <a:extLst>
              <a:ext uri="{FF2B5EF4-FFF2-40B4-BE49-F238E27FC236}">
                <a16:creationId xmlns:a16="http://schemas.microsoft.com/office/drawing/2014/main" id="{297E740B-47ED-91B4-ABED-D7633D4435C6}"/>
              </a:ext>
            </a:extLst>
          </p:cNvPr>
          <p:cNvSpPr>
            <a:spLocks noGrp="1"/>
          </p:cNvSpPr>
          <p:nvPr>
            <p:ph type="sldNum" sz="quarter" idx="12"/>
          </p:nvPr>
        </p:nvSpPr>
        <p:spPr/>
        <p:txBody>
          <a:bodyPr/>
          <a:lstStyle/>
          <a:p>
            <a:pPr>
              <a:defRPr/>
            </a:pPr>
            <a:fld id="{6DFA40DF-1FC0-4A1B-B86F-E962D94EFA14}" type="slidenum">
              <a:rPr lang="en-US" altLang="zh-CN" smtClean="0"/>
              <a:pPr>
                <a:defRPr/>
              </a:pPr>
              <a:t>63</a:t>
            </a:fld>
            <a:endParaRPr lang="en-US" altLang="zh-CN"/>
          </a:p>
        </p:txBody>
      </p:sp>
    </p:spTree>
  </p:cSld>
  <p:clrMapOvr>
    <a:masterClrMapping/>
  </p:clrMapOvr>
  <p:transition>
    <p:split/>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a:extLst>
              <a:ext uri="{FF2B5EF4-FFF2-40B4-BE49-F238E27FC236}">
                <a16:creationId xmlns:a16="http://schemas.microsoft.com/office/drawing/2014/main" id="{3BEB763C-3078-449F-BA8B-421D63738D31}"/>
              </a:ext>
            </a:extLst>
          </p:cNvPr>
          <p:cNvSpPr>
            <a:spLocks noGrp="1" noChangeArrowheads="1"/>
          </p:cNvSpPr>
          <p:nvPr>
            <p:ph type="title"/>
          </p:nvPr>
        </p:nvSpPr>
        <p:spPr/>
        <p:txBody>
          <a:bodyPr rtlCol="0">
            <a:normAutofit/>
          </a:bodyPr>
          <a:lstStyle/>
          <a:p>
            <a:pPr eaLnBrk="1" fontAlgn="auto" hangingPunct="1">
              <a:spcAft>
                <a:spcPts val="0"/>
              </a:spcAft>
              <a:defRPr/>
            </a:pPr>
            <a:r>
              <a:rPr lang="zh-CN" altLang="en-US" dirty="0"/>
              <a:t>第</a:t>
            </a:r>
            <a:r>
              <a:rPr lang="en-US" altLang="zh-CN" dirty="0"/>
              <a:t>5</a:t>
            </a:r>
            <a:r>
              <a:rPr lang="zh-CN" altLang="en-US" dirty="0"/>
              <a:t>章作业</a:t>
            </a:r>
            <a:r>
              <a:rPr lang="en-US" altLang="zh-CN" dirty="0"/>
              <a:t>1</a:t>
            </a:r>
            <a:r>
              <a:rPr lang="zh-CN" altLang="en-US" dirty="0"/>
              <a:t>（</a:t>
            </a:r>
            <a:r>
              <a:rPr lang="en-US" altLang="zh-CN" dirty="0"/>
              <a:t>1</a:t>
            </a:r>
            <a:r>
              <a:rPr lang="zh-CN" altLang="en-US" dirty="0"/>
              <a:t>）</a:t>
            </a:r>
          </a:p>
        </p:txBody>
      </p:sp>
      <p:sp>
        <p:nvSpPr>
          <p:cNvPr id="84995" name="Rectangle 3">
            <a:extLst>
              <a:ext uri="{FF2B5EF4-FFF2-40B4-BE49-F238E27FC236}">
                <a16:creationId xmlns:a16="http://schemas.microsoft.com/office/drawing/2014/main" id="{1EF8565B-D35A-4B5F-A9C5-E0E20E677A72}"/>
              </a:ext>
            </a:extLst>
          </p:cNvPr>
          <p:cNvSpPr>
            <a:spLocks noGrp="1"/>
          </p:cNvSpPr>
          <p:nvPr>
            <p:ph idx="1"/>
          </p:nvPr>
        </p:nvSpPr>
        <p:spPr>
          <a:xfrm>
            <a:off x="392113" y="1981200"/>
            <a:ext cx="8520112" cy="4114800"/>
          </a:xfrm>
        </p:spPr>
        <p:txBody>
          <a:bodyPr/>
          <a:lstStyle/>
          <a:p>
            <a:pPr marL="342900" lvl="1" indent="-342900" defTabSz="912813" eaLnBrk="1" hangingPunct="1">
              <a:buFontTx/>
              <a:buChar char="•"/>
            </a:pPr>
            <a:r>
              <a:rPr lang="en-US" altLang="zh-CN" dirty="0"/>
              <a:t>1. </a:t>
            </a:r>
            <a:r>
              <a:rPr lang="zh-CN" altLang="en-US" dirty="0"/>
              <a:t>如果一棵树度为</a:t>
            </a:r>
            <a:r>
              <a:rPr lang="en-US" altLang="zh-CN" dirty="0"/>
              <a:t>1</a:t>
            </a:r>
            <a:r>
              <a:rPr lang="zh-CN" altLang="en-US" dirty="0"/>
              <a:t>到</a:t>
            </a:r>
            <a:r>
              <a:rPr lang="en-US" altLang="zh-CN" dirty="0"/>
              <a:t>m</a:t>
            </a:r>
            <a:r>
              <a:rPr lang="zh-CN" altLang="en-US" dirty="0"/>
              <a:t>的结点分别有</a:t>
            </a:r>
            <a:r>
              <a:rPr lang="en-US" altLang="zh-CN" dirty="0"/>
              <a:t>n</a:t>
            </a:r>
            <a:r>
              <a:rPr lang="en-US" altLang="zh-CN" baseline="-25000" dirty="0"/>
              <a:t>1</a:t>
            </a:r>
            <a:r>
              <a:rPr lang="zh-CN" altLang="en-US" dirty="0"/>
              <a:t>，</a:t>
            </a:r>
            <a:r>
              <a:rPr lang="en-US" altLang="zh-CN" dirty="0"/>
              <a:t>n</a:t>
            </a:r>
            <a:r>
              <a:rPr lang="en-US" altLang="zh-CN" baseline="-25000" dirty="0"/>
              <a:t>2</a:t>
            </a:r>
            <a:r>
              <a:rPr lang="zh-CN" altLang="en-US" dirty="0"/>
              <a:t>，</a:t>
            </a:r>
            <a:r>
              <a:rPr lang="en-US" altLang="zh-CN" dirty="0"/>
              <a:t>...</a:t>
            </a:r>
            <a:r>
              <a:rPr lang="zh-CN" altLang="en-US" dirty="0"/>
              <a:t>，</a:t>
            </a:r>
            <a:r>
              <a:rPr lang="en-US" altLang="zh-CN" dirty="0"/>
              <a:t>n</a:t>
            </a:r>
            <a:r>
              <a:rPr lang="en-US" altLang="zh-CN" baseline="-25000" dirty="0"/>
              <a:t>m</a:t>
            </a:r>
            <a:r>
              <a:rPr lang="zh-CN" altLang="en-US" dirty="0"/>
              <a:t>个，问这棵树有多少个度为</a:t>
            </a:r>
            <a:r>
              <a:rPr lang="en-US" altLang="zh-CN" dirty="0"/>
              <a:t>0</a:t>
            </a:r>
            <a:r>
              <a:rPr lang="zh-CN" altLang="en-US" dirty="0"/>
              <a:t>的结点？请证明。</a:t>
            </a:r>
            <a:endParaRPr lang="en-US" altLang="zh-CN" dirty="0"/>
          </a:p>
          <a:p>
            <a:pPr marL="342900" lvl="1" indent="-342900" defTabSz="912813" eaLnBrk="1" hangingPunct="1">
              <a:buFontTx/>
              <a:buChar char="•"/>
            </a:pPr>
            <a:r>
              <a:rPr lang="en-US" altLang="zh-CN" dirty="0"/>
              <a:t>2. </a:t>
            </a:r>
            <a:r>
              <a:rPr lang="zh-CN" altLang="en-US" dirty="0"/>
              <a:t>已知一棵二叉树先序遍历的结果</a:t>
            </a:r>
            <a:r>
              <a:rPr lang="en-US" altLang="zh-CN" dirty="0"/>
              <a:t>ABECDFGHIJ</a:t>
            </a:r>
            <a:r>
              <a:rPr lang="zh-CN" altLang="en-US" dirty="0"/>
              <a:t>，中序遍历的结果</a:t>
            </a:r>
            <a:r>
              <a:rPr lang="en-US" altLang="zh-CN" dirty="0"/>
              <a:t>EBCDAFHIGJ</a:t>
            </a:r>
            <a:r>
              <a:rPr lang="zh-CN" altLang="en-US" dirty="0"/>
              <a:t>，试画出这棵二叉树。</a:t>
            </a:r>
            <a:endParaRPr lang="en-US" altLang="zh-CN" dirty="0"/>
          </a:p>
        </p:txBody>
      </p:sp>
      <p:sp>
        <p:nvSpPr>
          <p:cNvPr id="3" name="灯片编号占位符 2">
            <a:extLst>
              <a:ext uri="{FF2B5EF4-FFF2-40B4-BE49-F238E27FC236}">
                <a16:creationId xmlns:a16="http://schemas.microsoft.com/office/drawing/2014/main" id="{D330C724-3C60-4576-91F8-439CC42ABB60}"/>
              </a:ext>
            </a:extLst>
          </p:cNvPr>
          <p:cNvSpPr>
            <a:spLocks noGrp="1"/>
          </p:cNvSpPr>
          <p:nvPr>
            <p:ph type="sldNum" sz="quarter" idx="12"/>
          </p:nvPr>
        </p:nvSpPr>
        <p:spPr/>
        <p:txBody>
          <a:bodyPr/>
          <a:lstStyle/>
          <a:p>
            <a:pPr>
              <a:defRPr/>
            </a:pPr>
            <a:fld id="{04B9363C-368A-45A4-8D49-31EC94012550}" type="slidenum">
              <a:rPr lang="en-US" altLang="zh-CN" smtClean="0"/>
              <a:pPr>
                <a:defRPr/>
              </a:pPr>
              <a:t>64</a:t>
            </a:fld>
            <a:endParaRPr lang="en-US" altLang="zh-CN"/>
          </a:p>
        </p:txBody>
      </p:sp>
    </p:spTree>
  </p:cSld>
  <p:clrMapOvr>
    <a:masterClrMapping/>
  </p:clrMapOvr>
  <p:transition>
    <p:split/>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5661AF20-6C83-4076-B896-24753D52D8A6}"/>
              </a:ext>
            </a:extLst>
          </p:cNvPr>
          <p:cNvSpPr>
            <a:spLocks noGrp="1"/>
          </p:cNvSpPr>
          <p:nvPr>
            <p:ph type="title"/>
          </p:nvPr>
        </p:nvSpPr>
        <p:spPr/>
        <p:txBody>
          <a:bodyPr/>
          <a:lstStyle/>
          <a:p>
            <a:r>
              <a:rPr lang="zh-CN" altLang="en-US" dirty="0"/>
              <a:t>第</a:t>
            </a:r>
            <a:r>
              <a:rPr lang="en-US" altLang="zh-CN" dirty="0"/>
              <a:t>5</a:t>
            </a:r>
            <a:r>
              <a:rPr lang="zh-CN" altLang="en-US" dirty="0"/>
              <a:t>章作业</a:t>
            </a:r>
            <a:r>
              <a:rPr lang="en-US" altLang="zh-CN" dirty="0"/>
              <a:t>1</a:t>
            </a:r>
            <a:r>
              <a:rPr lang="zh-CN" altLang="en-US" dirty="0"/>
              <a:t>（</a:t>
            </a:r>
            <a:r>
              <a:rPr lang="en-US" altLang="zh-CN" dirty="0"/>
              <a:t>2</a:t>
            </a:r>
            <a:r>
              <a:rPr lang="zh-CN" altLang="en-US" dirty="0"/>
              <a:t>）</a:t>
            </a:r>
          </a:p>
        </p:txBody>
      </p:sp>
      <p:sp>
        <p:nvSpPr>
          <p:cNvPr id="99330" name="内容占位符 2">
            <a:extLst>
              <a:ext uri="{FF2B5EF4-FFF2-40B4-BE49-F238E27FC236}">
                <a16:creationId xmlns:a16="http://schemas.microsoft.com/office/drawing/2014/main" id="{C5366410-0252-4A51-8C39-9B22A400B604}"/>
              </a:ext>
            </a:extLst>
          </p:cNvPr>
          <p:cNvSpPr>
            <a:spLocks noGrp="1"/>
          </p:cNvSpPr>
          <p:nvPr>
            <p:ph idx="1"/>
          </p:nvPr>
        </p:nvSpPr>
        <p:spPr>
          <a:xfrm>
            <a:off x="628650" y="1825624"/>
            <a:ext cx="7886700" cy="4530725"/>
          </a:xfrm>
        </p:spPr>
        <p:txBody>
          <a:bodyPr rtlCol="0">
            <a:normAutofit fontScale="62500" lnSpcReduction="20000"/>
          </a:bodyPr>
          <a:lstStyle/>
          <a:p>
            <a:pPr>
              <a:defRPr/>
            </a:pPr>
            <a:r>
              <a:rPr lang="en-US" altLang="zh-CN" dirty="0"/>
              <a:t>3. </a:t>
            </a:r>
            <a:r>
              <a:rPr lang="zh-CN" altLang="en-US" dirty="0"/>
              <a:t>以下题目要求用</a:t>
            </a:r>
            <a:r>
              <a:rPr lang="en-US" altLang="zh-CN" dirty="0"/>
              <a:t>c</a:t>
            </a:r>
            <a:r>
              <a:rPr lang="zh-CN" altLang="en-US" dirty="0"/>
              <a:t>或者</a:t>
            </a:r>
            <a:r>
              <a:rPr lang="en-US" altLang="zh-CN" dirty="0"/>
              <a:t>C++</a:t>
            </a:r>
            <a:r>
              <a:rPr lang="zh-CN" altLang="en-US" dirty="0"/>
              <a:t>写出可执行的程序，源代码中应包括</a:t>
            </a:r>
            <a:r>
              <a:rPr lang="en-US" altLang="zh-CN" dirty="0"/>
              <a:t>main</a:t>
            </a:r>
            <a:r>
              <a:rPr lang="zh-CN" altLang="en-US" dirty="0"/>
              <a:t>函数，提交源代码和生成的</a:t>
            </a:r>
            <a:r>
              <a:rPr lang="en-US" altLang="zh-CN" dirty="0"/>
              <a:t>exe</a:t>
            </a:r>
            <a:r>
              <a:rPr lang="zh-CN" altLang="en-US" dirty="0"/>
              <a:t>文件。</a:t>
            </a:r>
            <a:endParaRPr lang="en-US" altLang="zh-CN" dirty="0"/>
          </a:p>
          <a:p>
            <a:pPr marL="0" indent="0">
              <a:buNone/>
              <a:defRPr/>
            </a:pPr>
            <a:r>
              <a:rPr lang="en-US" altLang="zh-CN" dirty="0"/>
              <a:t>  </a:t>
            </a:r>
            <a:r>
              <a:rPr lang="zh-CN" altLang="en-US" dirty="0"/>
              <a:t>以下各题用到的</a:t>
            </a:r>
            <a:r>
              <a:rPr lang="en-US" altLang="zh-CN" dirty="0" err="1"/>
              <a:t>BinNode</a:t>
            </a:r>
            <a:r>
              <a:rPr lang="zh-CN" altLang="en-US" dirty="0"/>
              <a:t>定义如下：</a:t>
            </a:r>
            <a:endParaRPr lang="en-US" altLang="zh-CN" dirty="0"/>
          </a:p>
          <a:p>
            <a:pPr marL="0" indent="0">
              <a:buNone/>
              <a:defRPr/>
            </a:pPr>
            <a:r>
              <a:rPr lang="en-US" altLang="zh-CN" dirty="0"/>
              <a:t>  template &lt;class T &gt; struct </a:t>
            </a:r>
            <a:r>
              <a:rPr lang="en-US" altLang="zh-CN" dirty="0" err="1"/>
              <a:t>BinNode</a:t>
            </a:r>
            <a:r>
              <a:rPr lang="en-US" altLang="zh-CN" dirty="0"/>
              <a:t> {</a:t>
            </a:r>
          </a:p>
          <a:p>
            <a:pPr marL="0" indent="0">
              <a:buNone/>
              <a:defRPr/>
            </a:pPr>
            <a:r>
              <a:rPr lang="en-US" altLang="zh-CN" dirty="0"/>
              <a:t>        T data;   </a:t>
            </a:r>
            <a:r>
              <a:rPr lang="en-US" altLang="zh-CN" dirty="0" err="1"/>
              <a:t>BinNode</a:t>
            </a:r>
            <a:r>
              <a:rPr lang="en-US" altLang="zh-CN" dirty="0"/>
              <a:t> &lt;T &gt; *</a:t>
            </a:r>
            <a:r>
              <a:rPr lang="en-US" altLang="zh-CN" dirty="0" err="1"/>
              <a:t>lchild</a:t>
            </a:r>
            <a:r>
              <a:rPr lang="en-US" altLang="zh-CN" dirty="0"/>
              <a:t>;      </a:t>
            </a:r>
            <a:r>
              <a:rPr lang="en-US" altLang="zh-CN" dirty="0" err="1"/>
              <a:t>BinNode</a:t>
            </a:r>
            <a:r>
              <a:rPr lang="en-US" altLang="zh-CN" dirty="0"/>
              <a:t> &lt;T &gt; *</a:t>
            </a:r>
            <a:r>
              <a:rPr lang="en-US" altLang="zh-CN" dirty="0" err="1"/>
              <a:t>rchild</a:t>
            </a:r>
            <a:r>
              <a:rPr lang="en-US" altLang="zh-CN" dirty="0"/>
              <a:t>;  </a:t>
            </a:r>
          </a:p>
          <a:p>
            <a:pPr marL="0" indent="0">
              <a:buNone/>
              <a:defRPr/>
            </a:pPr>
            <a:r>
              <a:rPr lang="en-US" altLang="zh-CN" dirty="0"/>
              <a:t>  };</a:t>
            </a:r>
          </a:p>
          <a:p>
            <a:pPr lvl="1"/>
            <a:r>
              <a:rPr lang="en-US" altLang="zh-CN" dirty="0"/>
              <a:t>3.1 </a:t>
            </a:r>
            <a:r>
              <a:rPr lang="zh-CN" altLang="en-US" dirty="0"/>
              <a:t>输入二叉链表表示的二叉树中的两个结点的</a:t>
            </a:r>
            <a:r>
              <a:rPr lang="en-US" altLang="zh-CN" dirty="0"/>
              <a:t>data</a:t>
            </a:r>
            <a:r>
              <a:rPr lang="zh-CN" altLang="en-US" dirty="0"/>
              <a:t>，写一个递归算法输出这两个结点在树中最低的共同祖先结点。函数声明为：</a:t>
            </a:r>
            <a:r>
              <a:rPr lang="en-US" altLang="zh-CN" dirty="0"/>
              <a:t> </a:t>
            </a:r>
            <a:r>
              <a:rPr lang="en-US" altLang="zh-CN" dirty="0" err="1"/>
              <a:t>BinNode</a:t>
            </a:r>
            <a:r>
              <a:rPr lang="en-US" altLang="zh-CN" dirty="0"/>
              <a:t> &lt;char&gt; * </a:t>
            </a:r>
            <a:r>
              <a:rPr lang="en-US" altLang="zh-CN" dirty="0" err="1"/>
              <a:t>getLCA</a:t>
            </a:r>
            <a:r>
              <a:rPr lang="en-US" altLang="zh-CN" dirty="0"/>
              <a:t>(</a:t>
            </a:r>
            <a:r>
              <a:rPr lang="en-US" altLang="zh-CN" dirty="0" err="1"/>
              <a:t>BinNode</a:t>
            </a:r>
            <a:r>
              <a:rPr lang="en-US" altLang="zh-CN" dirty="0"/>
              <a:t> &lt;char&gt; * root, char X, char Y) </a:t>
            </a:r>
            <a:r>
              <a:rPr lang="zh-CN" altLang="en-US" dirty="0"/>
              <a:t>。规定同一棵二叉树中不会有</a:t>
            </a:r>
            <a:r>
              <a:rPr lang="en-US" altLang="zh-CN" dirty="0"/>
              <a:t>2</a:t>
            </a:r>
            <a:r>
              <a:rPr lang="zh-CN" altLang="en-US" dirty="0"/>
              <a:t>个结点的</a:t>
            </a:r>
            <a:r>
              <a:rPr lang="en-US" altLang="zh-CN" dirty="0"/>
              <a:t>data</a:t>
            </a:r>
            <a:r>
              <a:rPr lang="zh-CN" altLang="en-US" dirty="0"/>
              <a:t>是相同的字符。</a:t>
            </a:r>
          </a:p>
          <a:p>
            <a:pPr lvl="1"/>
            <a:r>
              <a:rPr lang="en-US" altLang="zh-CN" dirty="0"/>
              <a:t>3.2 </a:t>
            </a:r>
            <a:r>
              <a:rPr lang="zh-CN" altLang="en-US" dirty="0"/>
              <a:t>如果把二叉树看成一个图，父子结点之间的连线看成是双向的，定义“距离”为两结点之间的边数。写一个程序，求一棵二叉树中相距最远的两个节点之间的距离。函数声明为</a:t>
            </a:r>
            <a:r>
              <a:rPr lang="en-US" altLang="zh-CN" dirty="0"/>
              <a:t>int </a:t>
            </a:r>
            <a:r>
              <a:rPr lang="en-US" altLang="zh-CN" dirty="0" err="1"/>
              <a:t>maxDistance</a:t>
            </a:r>
            <a:r>
              <a:rPr lang="en-US" altLang="zh-CN" dirty="0"/>
              <a:t>(</a:t>
            </a:r>
            <a:r>
              <a:rPr lang="en-US" altLang="zh-CN" dirty="0" err="1"/>
              <a:t>BinNode</a:t>
            </a:r>
            <a:r>
              <a:rPr lang="en-US" altLang="zh-CN" dirty="0"/>
              <a:t> &lt;char&gt; * root) </a:t>
            </a:r>
          </a:p>
          <a:p>
            <a:pPr marL="0" indent="0">
              <a:buNone/>
              <a:defRPr/>
            </a:pPr>
            <a:endParaRPr lang="en-US" altLang="zh-CN" dirty="0"/>
          </a:p>
        </p:txBody>
      </p:sp>
      <p:sp>
        <p:nvSpPr>
          <p:cNvPr id="2" name="灯片编号占位符 1">
            <a:extLst>
              <a:ext uri="{FF2B5EF4-FFF2-40B4-BE49-F238E27FC236}">
                <a16:creationId xmlns:a16="http://schemas.microsoft.com/office/drawing/2014/main" id="{D2A357F5-1450-4195-BF55-0130FFE17BAF}"/>
              </a:ext>
            </a:extLst>
          </p:cNvPr>
          <p:cNvSpPr>
            <a:spLocks noGrp="1"/>
          </p:cNvSpPr>
          <p:nvPr>
            <p:ph type="sldNum" sz="quarter" idx="12"/>
          </p:nvPr>
        </p:nvSpPr>
        <p:spPr/>
        <p:txBody>
          <a:bodyPr/>
          <a:lstStyle/>
          <a:p>
            <a:pPr>
              <a:defRPr/>
            </a:pPr>
            <a:fld id="{04B9363C-368A-45A4-8D49-31EC94012550}" type="slidenum">
              <a:rPr lang="en-US" altLang="zh-CN" smtClean="0"/>
              <a:pPr>
                <a:defRPr/>
              </a:pPr>
              <a:t>65</a:t>
            </a:fld>
            <a:endParaRPr lang="en-US" altLang="zh-CN"/>
          </a:p>
        </p:txBody>
      </p:sp>
    </p:spTree>
  </p:cSld>
  <p:clrMapOvr>
    <a:masterClrMapping/>
  </p:clrMapOvr>
  <p:transition>
    <p:split/>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5" name="Text Box 3">
            <a:extLst>
              <a:ext uri="{FF2B5EF4-FFF2-40B4-BE49-F238E27FC236}">
                <a16:creationId xmlns:a16="http://schemas.microsoft.com/office/drawing/2014/main" id="{634DBF75-E72A-503B-9CC7-B99664A04F0F}"/>
              </a:ext>
            </a:extLst>
          </p:cNvPr>
          <p:cNvSpPr txBox="1">
            <a:spLocks noChangeArrowheads="1"/>
          </p:cNvSpPr>
          <p:nvPr/>
        </p:nvSpPr>
        <p:spPr bwMode="auto">
          <a:xfrm>
            <a:off x="3059832" y="1370013"/>
            <a:ext cx="4464496" cy="646331"/>
          </a:xfrm>
          <a:prstGeom prst="rect">
            <a:avLst/>
          </a:prstGeom>
          <a:noFill/>
          <a:ln w="9525">
            <a:noFill/>
            <a:miter lim="800000"/>
            <a:headEnd/>
            <a:tailEnd/>
          </a:ln>
          <a:effectLst/>
        </p:spPr>
        <p:txBody>
          <a:bodyPr wrap="square">
            <a:spAutoFit/>
          </a:bodyPr>
          <a:lstStyle/>
          <a:p>
            <a:pPr eaLnBrk="1" fontAlgn="auto" hangingPunct="1">
              <a:spcBef>
                <a:spcPts val="0"/>
              </a:spcBef>
              <a:spcAft>
                <a:spcPts val="0"/>
              </a:spcAft>
              <a:defRPr/>
            </a:pPr>
            <a:r>
              <a:rPr lang="en-US" altLang="zh-CN" sz="3600" u="sng" dirty="0">
                <a:solidFill>
                  <a:schemeClr val="accent2"/>
                </a:solidFill>
                <a:effectLst>
                  <a:outerShdw blurRad="38100" dist="38100" dir="2700000" algn="tl">
                    <a:srgbClr val="C0C0C0"/>
                  </a:outerShdw>
                </a:effectLst>
                <a:latin typeface="Times New Roman" charset="0"/>
                <a:ea typeface="仿宋_GB2312" pitchFamily="49" charset="-122"/>
              </a:rPr>
              <a:t>5.5.1 </a:t>
            </a:r>
            <a:r>
              <a:rPr lang="zh-CN" altLang="en-US" sz="3600" u="sng" dirty="0">
                <a:solidFill>
                  <a:schemeClr val="accent2"/>
                </a:solidFill>
                <a:effectLst>
                  <a:outerShdw blurRad="38100" dist="38100" dir="2700000" algn="tl">
                    <a:srgbClr val="C0C0C0"/>
                  </a:outerShdw>
                </a:effectLst>
                <a:latin typeface="Times New Roman" charset="0"/>
                <a:ea typeface="仿宋_GB2312" pitchFamily="49" charset="-122"/>
              </a:rPr>
              <a:t>线索</a:t>
            </a:r>
            <a:r>
              <a:rPr lang="zh-CN" altLang="en-US" sz="3600" u="sng" dirty="0">
                <a:solidFill>
                  <a:schemeClr val="accent2"/>
                </a:solidFill>
                <a:effectLst>
                  <a:outerShdw blurRad="38100" dist="38100" dir="2700000" algn="tl">
                    <a:srgbClr val="C0C0C0"/>
                  </a:outerShdw>
                </a:effectLst>
                <a:latin typeface="Times New Roman" charset="0"/>
                <a:ea typeface="楷体_GB2312" pitchFamily="49" charset="-122"/>
              </a:rPr>
              <a:t> </a:t>
            </a:r>
            <a:r>
              <a:rPr lang="en-US" altLang="zh-CN" sz="3600" u="sng" dirty="0">
                <a:solidFill>
                  <a:schemeClr val="accent2"/>
                </a:solidFill>
                <a:effectLst>
                  <a:outerShdw blurRad="38100" dist="38100" dir="2700000" algn="tl">
                    <a:srgbClr val="C0C0C0"/>
                  </a:outerShdw>
                </a:effectLst>
                <a:latin typeface="Times New Roman" charset="0"/>
                <a:ea typeface="楷体_GB2312" pitchFamily="49" charset="-122"/>
              </a:rPr>
              <a:t>(Thread)</a:t>
            </a:r>
            <a:endParaRPr lang="en-US" altLang="zh-CN" dirty="0">
              <a:latin typeface="Times New Roman" charset="0"/>
              <a:ea typeface="+mn-ea"/>
            </a:endParaRPr>
          </a:p>
        </p:txBody>
      </p:sp>
      <p:sp>
        <p:nvSpPr>
          <p:cNvPr id="177156" name="Text Box 4">
            <a:extLst>
              <a:ext uri="{FF2B5EF4-FFF2-40B4-BE49-F238E27FC236}">
                <a16:creationId xmlns:a16="http://schemas.microsoft.com/office/drawing/2014/main" id="{752538D6-49EC-B44D-772C-449D215FCB1A}"/>
              </a:ext>
            </a:extLst>
          </p:cNvPr>
          <p:cNvSpPr txBox="1">
            <a:spLocks noChangeArrowheads="1"/>
          </p:cNvSpPr>
          <p:nvPr/>
        </p:nvSpPr>
        <p:spPr bwMode="auto">
          <a:xfrm>
            <a:off x="1381068" y="5898464"/>
            <a:ext cx="6972300" cy="579438"/>
          </a:xfrm>
          <a:prstGeom prst="rect">
            <a:avLst/>
          </a:prstGeom>
          <a:noFill/>
          <a:ln w="9525">
            <a:noFill/>
            <a:miter lim="800000"/>
            <a:headEnd/>
            <a:tailEnd/>
          </a:ln>
          <a:effectLst/>
        </p:spPr>
        <p:txBody>
          <a:bodyPr>
            <a:spAutoFit/>
          </a:bodyPr>
          <a:lstStyle/>
          <a:p>
            <a:pPr eaLnBrk="1" fontAlgn="auto" hangingPunct="1">
              <a:spcBef>
                <a:spcPct val="50000"/>
              </a:spcBef>
              <a:spcAft>
                <a:spcPts val="0"/>
              </a:spcAft>
              <a:defRPr/>
            </a:pPr>
            <a:r>
              <a:rPr lang="zh-CN" altLang="en-US" sz="3200" dirty="0">
                <a:solidFill>
                  <a:srgbClr val="FF3300"/>
                </a:solidFill>
                <a:effectLst>
                  <a:outerShdw blurRad="38100" dist="38100" dir="2700000" algn="tl">
                    <a:srgbClr val="C0C0C0"/>
                  </a:outerShdw>
                </a:effectLst>
                <a:latin typeface="Times New Roman" charset="0"/>
                <a:ea typeface="仿宋_GB2312" pitchFamily="49" charset="-122"/>
              </a:rPr>
              <a:t>增加 </a:t>
            </a:r>
            <a:r>
              <a:rPr lang="en-US" altLang="zh-CN" sz="3200" i="1" u="sng" dirty="0">
                <a:solidFill>
                  <a:srgbClr val="D60093"/>
                </a:solidFill>
                <a:effectLst>
                  <a:outerShdw blurRad="38100" dist="38100" dir="2700000" algn="tl">
                    <a:srgbClr val="C0C0C0"/>
                  </a:outerShdw>
                </a:effectLst>
                <a:latin typeface="Times New Roman" charset="0"/>
                <a:ea typeface="仿宋_GB2312" pitchFamily="49" charset="-122"/>
              </a:rPr>
              <a:t>Pred </a:t>
            </a:r>
            <a:r>
              <a:rPr lang="zh-CN" altLang="en-US" sz="3200" dirty="0">
                <a:solidFill>
                  <a:srgbClr val="FF3300"/>
                </a:solidFill>
                <a:effectLst>
                  <a:outerShdw blurRad="38100" dist="38100" dir="2700000" algn="tl">
                    <a:srgbClr val="C0C0C0"/>
                  </a:outerShdw>
                </a:effectLst>
                <a:latin typeface="Times New Roman" charset="0"/>
                <a:ea typeface="仿宋_GB2312" pitchFamily="49" charset="-122"/>
              </a:rPr>
              <a:t>指针和 </a:t>
            </a:r>
            <a:r>
              <a:rPr lang="en-US" altLang="zh-CN" sz="3200" i="1" u="sng" dirty="0" err="1">
                <a:solidFill>
                  <a:srgbClr val="D60093"/>
                </a:solidFill>
                <a:effectLst>
                  <a:outerShdw blurRad="38100" dist="38100" dir="2700000" algn="tl">
                    <a:srgbClr val="C0C0C0"/>
                  </a:outerShdw>
                </a:effectLst>
                <a:latin typeface="Times New Roman" charset="0"/>
                <a:ea typeface="仿宋_GB2312" pitchFamily="49" charset="-122"/>
              </a:rPr>
              <a:t>Succ</a:t>
            </a:r>
            <a:r>
              <a:rPr lang="en-US" altLang="zh-CN" sz="3200" i="1" u="sng" dirty="0">
                <a:solidFill>
                  <a:srgbClr val="D60093"/>
                </a:solidFill>
                <a:effectLst>
                  <a:outerShdw blurRad="38100" dist="38100" dir="2700000" algn="tl">
                    <a:srgbClr val="C0C0C0"/>
                  </a:outerShdw>
                </a:effectLst>
                <a:latin typeface="Times New Roman" charset="0"/>
                <a:ea typeface="仿宋_GB2312" pitchFamily="49" charset="-122"/>
              </a:rPr>
              <a:t> </a:t>
            </a:r>
            <a:r>
              <a:rPr lang="zh-CN" altLang="en-US" sz="3200" dirty="0">
                <a:solidFill>
                  <a:srgbClr val="FF3300"/>
                </a:solidFill>
                <a:effectLst>
                  <a:outerShdw blurRad="38100" dist="38100" dir="2700000" algn="tl">
                    <a:srgbClr val="C0C0C0"/>
                  </a:outerShdw>
                </a:effectLst>
                <a:latin typeface="Times New Roman" charset="0"/>
                <a:ea typeface="仿宋_GB2312" pitchFamily="49" charset="-122"/>
              </a:rPr>
              <a:t>指针的二叉树</a:t>
            </a:r>
            <a:endParaRPr lang="zh-CN" altLang="en-US" sz="2000" dirty="0">
              <a:latin typeface="Times New Roman" charset="0"/>
              <a:ea typeface="+mn-ea"/>
            </a:endParaRPr>
          </a:p>
        </p:txBody>
      </p:sp>
      <p:pic>
        <p:nvPicPr>
          <p:cNvPr id="77829" name="Picture 5" descr="TU615">
            <a:extLst>
              <a:ext uri="{FF2B5EF4-FFF2-40B4-BE49-F238E27FC236}">
                <a16:creationId xmlns:a16="http://schemas.microsoft.com/office/drawing/2014/main" id="{165671DA-B344-E967-3EAE-D711695745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568" y="2012264"/>
            <a:ext cx="9067800" cy="392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D31EA5E4-CCDD-4507-A223-DC909FBE1900}"/>
              </a:ext>
            </a:extLst>
          </p:cNvPr>
          <p:cNvSpPr>
            <a:spLocks noGrp="1"/>
          </p:cNvSpPr>
          <p:nvPr>
            <p:ph type="title"/>
          </p:nvPr>
        </p:nvSpPr>
        <p:spPr/>
        <p:txBody>
          <a:bodyPr/>
          <a:lstStyle/>
          <a:p>
            <a:r>
              <a:rPr lang="en-US" altLang="zh-CN" dirty="0"/>
              <a:t>5.5 </a:t>
            </a:r>
            <a:r>
              <a:rPr lang="zh-CN" altLang="en-US" dirty="0"/>
              <a:t>线索二叉树</a:t>
            </a:r>
          </a:p>
        </p:txBody>
      </p:sp>
      <p:sp>
        <p:nvSpPr>
          <p:cNvPr id="3" name="灯片编号占位符 2">
            <a:extLst>
              <a:ext uri="{FF2B5EF4-FFF2-40B4-BE49-F238E27FC236}">
                <a16:creationId xmlns:a16="http://schemas.microsoft.com/office/drawing/2014/main" id="{CD419283-1C98-0726-B7B0-8B9C942CC404}"/>
              </a:ext>
            </a:extLst>
          </p:cNvPr>
          <p:cNvSpPr>
            <a:spLocks noGrp="1"/>
          </p:cNvSpPr>
          <p:nvPr>
            <p:ph type="sldNum" sz="quarter" idx="12"/>
          </p:nvPr>
        </p:nvSpPr>
        <p:spPr/>
        <p:txBody>
          <a:bodyPr/>
          <a:lstStyle/>
          <a:p>
            <a:pPr>
              <a:defRPr/>
            </a:pPr>
            <a:fld id="{6DFA40DF-1FC0-4A1B-B86F-E962D94EFA14}" type="slidenum">
              <a:rPr lang="en-US" altLang="zh-CN" smtClean="0"/>
              <a:pPr>
                <a:defRPr/>
              </a:pPr>
              <a:t>66</a:t>
            </a:fld>
            <a:endParaRPr lang="en-US" altLang="zh-CN"/>
          </a:p>
        </p:txBody>
      </p:sp>
    </p:spTree>
  </p:cSld>
  <p:clrMapOvr>
    <a:masterClrMapping/>
  </p:clrMapOvr>
  <p:transition>
    <p:split/>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80" name="Text Box 4">
            <a:extLst>
              <a:ext uri="{FF2B5EF4-FFF2-40B4-BE49-F238E27FC236}">
                <a16:creationId xmlns:a16="http://schemas.microsoft.com/office/drawing/2014/main" id="{F21FF800-BB75-E78B-56FF-E31C0183419B}"/>
              </a:ext>
            </a:extLst>
          </p:cNvPr>
          <p:cNvSpPr txBox="1">
            <a:spLocks noChangeArrowheads="1"/>
          </p:cNvSpPr>
          <p:nvPr/>
        </p:nvSpPr>
        <p:spPr bwMode="auto">
          <a:xfrm>
            <a:off x="1835696" y="4217090"/>
            <a:ext cx="5225647" cy="1569660"/>
          </a:xfrm>
          <a:prstGeom prst="rect">
            <a:avLst/>
          </a:prstGeom>
          <a:noFill/>
          <a:ln w="9525">
            <a:noFill/>
            <a:miter lim="800000"/>
            <a:headEnd/>
            <a:tailEnd/>
          </a:ln>
          <a:effectLst/>
        </p:spPr>
        <p:txBody>
          <a:bodyPr wrap="square">
            <a:spAutoFit/>
          </a:bodyPr>
          <a:lstStyle/>
          <a:p>
            <a:pPr eaLnBrk="1" fontAlgn="auto" hangingPunct="1">
              <a:spcBef>
                <a:spcPts val="0"/>
              </a:spcBef>
              <a:spcAft>
                <a:spcPts val="0"/>
              </a:spcAft>
              <a:defRPr/>
            </a:pPr>
            <a:r>
              <a:rPr lang="en-US" altLang="zh-CN" sz="2400" dirty="0" err="1">
                <a:solidFill>
                  <a:schemeClr val="tx2"/>
                </a:solidFill>
                <a:effectLst>
                  <a:outerShdw blurRad="38100" dist="38100" dir="2700000" algn="tl">
                    <a:srgbClr val="C0C0C0"/>
                  </a:outerShdw>
                </a:effectLst>
                <a:latin typeface="Times New Roman" charset="0"/>
                <a:ea typeface="仿宋_GB2312" pitchFamily="49" charset="-122"/>
              </a:rPr>
              <a:t>ltag</a:t>
            </a:r>
            <a:r>
              <a:rPr lang="en-US" altLang="zh-CN" sz="2400" dirty="0">
                <a:solidFill>
                  <a:schemeClr val="tx2"/>
                </a:solidFill>
                <a:effectLst>
                  <a:outerShdw blurRad="38100" dist="38100" dir="2700000" algn="tl">
                    <a:srgbClr val="C0C0C0"/>
                  </a:outerShdw>
                </a:effectLst>
                <a:latin typeface="Times New Roman" charset="0"/>
                <a:ea typeface="仿宋_GB2312" pitchFamily="49" charset="-122"/>
              </a:rPr>
              <a:t>=0,           </a:t>
            </a:r>
            <a:r>
              <a:rPr lang="en-US" altLang="zh-CN" sz="2400" dirty="0" err="1">
                <a:solidFill>
                  <a:schemeClr val="tx2"/>
                </a:solidFill>
                <a:effectLst>
                  <a:outerShdw blurRad="38100" dist="38100" dir="2700000" algn="tl">
                    <a:srgbClr val="C0C0C0"/>
                  </a:outerShdw>
                </a:effectLst>
                <a:latin typeface="Times New Roman" charset="0"/>
                <a:ea typeface="仿宋_GB2312" pitchFamily="49" charset="-122"/>
              </a:rPr>
              <a:t>leftChild</a:t>
            </a:r>
            <a:r>
              <a:rPr lang="zh-CN" altLang="en-US" sz="2400" dirty="0">
                <a:solidFill>
                  <a:schemeClr val="tx2"/>
                </a:solidFill>
                <a:effectLst>
                  <a:outerShdw blurRad="38100" dist="38100" dir="2700000" algn="tl">
                    <a:srgbClr val="C0C0C0"/>
                  </a:outerShdw>
                </a:effectLst>
                <a:latin typeface="Times New Roman" charset="0"/>
                <a:ea typeface="仿宋_GB2312" pitchFamily="49" charset="-122"/>
              </a:rPr>
              <a:t>为左孩子指针</a:t>
            </a:r>
          </a:p>
          <a:p>
            <a:pPr eaLnBrk="1" fontAlgn="auto" hangingPunct="1">
              <a:spcBef>
                <a:spcPts val="0"/>
              </a:spcBef>
              <a:spcAft>
                <a:spcPts val="0"/>
              </a:spcAft>
              <a:defRPr/>
            </a:pPr>
            <a:r>
              <a:rPr lang="en-US" altLang="zh-CN" sz="2400" dirty="0" err="1">
                <a:solidFill>
                  <a:srgbClr val="FF0000"/>
                </a:solidFill>
                <a:effectLst>
                  <a:outerShdw blurRad="38100" dist="38100" dir="2700000" algn="tl">
                    <a:srgbClr val="C0C0C0"/>
                  </a:outerShdw>
                </a:effectLst>
                <a:latin typeface="Times New Roman" charset="0"/>
                <a:ea typeface="仿宋_GB2312" pitchFamily="49" charset="-122"/>
              </a:rPr>
              <a:t>ltag</a:t>
            </a:r>
            <a:r>
              <a:rPr lang="en-US" altLang="zh-CN" sz="2400" dirty="0">
                <a:solidFill>
                  <a:srgbClr val="FF0000"/>
                </a:solidFill>
                <a:effectLst>
                  <a:outerShdw blurRad="38100" dist="38100" dir="2700000" algn="tl">
                    <a:srgbClr val="C0C0C0"/>
                  </a:outerShdw>
                </a:effectLst>
                <a:latin typeface="Times New Roman" charset="0"/>
                <a:ea typeface="仿宋_GB2312" pitchFamily="49" charset="-122"/>
              </a:rPr>
              <a:t>=1,           </a:t>
            </a:r>
            <a:r>
              <a:rPr lang="en-US" altLang="zh-CN" sz="2400" dirty="0" err="1">
                <a:solidFill>
                  <a:srgbClr val="FF0000"/>
                </a:solidFill>
                <a:effectLst>
                  <a:outerShdw blurRad="38100" dist="38100" dir="2700000" algn="tl">
                    <a:srgbClr val="C0C0C0"/>
                  </a:outerShdw>
                </a:effectLst>
                <a:latin typeface="Times New Roman" charset="0"/>
                <a:ea typeface="仿宋_GB2312" pitchFamily="49" charset="-122"/>
              </a:rPr>
              <a:t>leftChild</a:t>
            </a:r>
            <a:r>
              <a:rPr lang="zh-CN" altLang="zh-CN" sz="2400" dirty="0">
                <a:solidFill>
                  <a:srgbClr val="FF0000"/>
                </a:solidFill>
                <a:effectLst>
                  <a:outerShdw blurRad="38100" dist="38100" dir="2700000" algn="tl">
                    <a:srgbClr val="C0C0C0"/>
                  </a:outerShdw>
                </a:effectLst>
                <a:latin typeface="Times New Roman" charset="0"/>
                <a:ea typeface="仿宋_GB2312" pitchFamily="49" charset="-122"/>
              </a:rPr>
              <a:t>为</a:t>
            </a:r>
            <a:r>
              <a:rPr lang="zh-CN" altLang="en-US" sz="2400" dirty="0">
                <a:solidFill>
                  <a:srgbClr val="FF0000"/>
                </a:solidFill>
                <a:effectLst>
                  <a:outerShdw blurRad="38100" dist="38100" dir="2700000" algn="tl">
                    <a:srgbClr val="C0C0C0"/>
                  </a:outerShdw>
                </a:effectLst>
                <a:latin typeface="Times New Roman" charset="0"/>
                <a:ea typeface="仿宋_GB2312" pitchFamily="49" charset="-122"/>
              </a:rPr>
              <a:t>前驱线索</a:t>
            </a:r>
          </a:p>
          <a:p>
            <a:pPr eaLnBrk="1" fontAlgn="auto" hangingPunct="1">
              <a:spcBef>
                <a:spcPts val="0"/>
              </a:spcBef>
              <a:spcAft>
                <a:spcPts val="0"/>
              </a:spcAft>
              <a:defRPr/>
            </a:pPr>
            <a:r>
              <a:rPr lang="en-US" altLang="zh-CN" sz="2400" dirty="0" err="1">
                <a:solidFill>
                  <a:schemeClr val="tx2"/>
                </a:solidFill>
                <a:effectLst>
                  <a:outerShdw blurRad="38100" dist="38100" dir="2700000" algn="tl">
                    <a:srgbClr val="C0C0C0"/>
                  </a:outerShdw>
                </a:effectLst>
                <a:latin typeface="Times New Roman" charset="0"/>
                <a:ea typeface="仿宋_GB2312" pitchFamily="49" charset="-122"/>
              </a:rPr>
              <a:t>rtag</a:t>
            </a:r>
            <a:r>
              <a:rPr lang="en-US" altLang="zh-CN" sz="2400" dirty="0">
                <a:solidFill>
                  <a:schemeClr val="tx2"/>
                </a:solidFill>
                <a:effectLst>
                  <a:outerShdw blurRad="38100" dist="38100" dir="2700000" algn="tl">
                    <a:srgbClr val="C0C0C0"/>
                  </a:outerShdw>
                </a:effectLst>
                <a:latin typeface="Times New Roman" charset="0"/>
                <a:ea typeface="仿宋_GB2312" pitchFamily="49" charset="-122"/>
              </a:rPr>
              <a:t>=0,          </a:t>
            </a:r>
            <a:r>
              <a:rPr lang="en-US" altLang="zh-CN" sz="2400" dirty="0" err="1">
                <a:solidFill>
                  <a:schemeClr val="tx2"/>
                </a:solidFill>
                <a:effectLst>
                  <a:outerShdw blurRad="38100" dist="38100" dir="2700000" algn="tl">
                    <a:srgbClr val="C0C0C0"/>
                  </a:outerShdw>
                </a:effectLst>
                <a:latin typeface="Times New Roman" charset="0"/>
                <a:ea typeface="仿宋_GB2312" pitchFamily="49" charset="-122"/>
              </a:rPr>
              <a:t>rightChild</a:t>
            </a:r>
            <a:r>
              <a:rPr lang="zh-CN" altLang="zh-CN" sz="2400" dirty="0">
                <a:solidFill>
                  <a:schemeClr val="tx2"/>
                </a:solidFill>
                <a:effectLst>
                  <a:outerShdw blurRad="38100" dist="38100" dir="2700000" algn="tl">
                    <a:srgbClr val="C0C0C0"/>
                  </a:outerShdw>
                </a:effectLst>
                <a:latin typeface="Times New Roman" charset="0"/>
                <a:ea typeface="仿宋_GB2312" pitchFamily="49" charset="-122"/>
              </a:rPr>
              <a:t>为右</a:t>
            </a:r>
            <a:r>
              <a:rPr lang="zh-CN" altLang="en-US" sz="2400" dirty="0">
                <a:solidFill>
                  <a:schemeClr val="tx2"/>
                </a:solidFill>
                <a:effectLst>
                  <a:outerShdw blurRad="38100" dist="38100" dir="2700000" algn="tl">
                    <a:srgbClr val="C0C0C0"/>
                  </a:outerShdw>
                </a:effectLst>
                <a:latin typeface="Times New Roman" charset="0"/>
                <a:ea typeface="仿宋_GB2312" pitchFamily="49" charset="-122"/>
              </a:rPr>
              <a:t>孩子</a:t>
            </a:r>
            <a:r>
              <a:rPr lang="zh-CN" altLang="zh-CN" sz="2400" dirty="0">
                <a:solidFill>
                  <a:schemeClr val="tx2"/>
                </a:solidFill>
                <a:effectLst>
                  <a:outerShdw blurRad="38100" dist="38100" dir="2700000" algn="tl">
                    <a:srgbClr val="C0C0C0"/>
                  </a:outerShdw>
                </a:effectLst>
                <a:latin typeface="Times New Roman" charset="0"/>
                <a:ea typeface="仿宋_GB2312" pitchFamily="49" charset="-122"/>
              </a:rPr>
              <a:t>指针</a:t>
            </a:r>
          </a:p>
          <a:p>
            <a:pPr eaLnBrk="1" fontAlgn="auto" hangingPunct="1">
              <a:spcBef>
                <a:spcPts val="0"/>
              </a:spcBef>
              <a:spcAft>
                <a:spcPts val="0"/>
              </a:spcAft>
              <a:defRPr/>
            </a:pPr>
            <a:r>
              <a:rPr lang="en-US" altLang="zh-CN" sz="2400" dirty="0" err="1">
                <a:solidFill>
                  <a:srgbClr val="FF0000"/>
                </a:solidFill>
                <a:effectLst>
                  <a:outerShdw blurRad="38100" dist="38100" dir="2700000" algn="tl">
                    <a:srgbClr val="C0C0C0"/>
                  </a:outerShdw>
                </a:effectLst>
                <a:latin typeface="Times New Roman" charset="0"/>
                <a:ea typeface="仿宋_GB2312" pitchFamily="49" charset="-122"/>
              </a:rPr>
              <a:t>rtag</a:t>
            </a:r>
            <a:r>
              <a:rPr lang="en-US" altLang="zh-CN" sz="2400" dirty="0">
                <a:solidFill>
                  <a:srgbClr val="FF0000"/>
                </a:solidFill>
                <a:effectLst>
                  <a:outerShdw blurRad="38100" dist="38100" dir="2700000" algn="tl">
                    <a:srgbClr val="C0C0C0"/>
                  </a:outerShdw>
                </a:effectLst>
                <a:latin typeface="Times New Roman" charset="0"/>
                <a:ea typeface="仿宋_GB2312" pitchFamily="49" charset="-122"/>
              </a:rPr>
              <a:t>=1,          </a:t>
            </a:r>
            <a:r>
              <a:rPr lang="en-US" altLang="zh-CN" sz="2400" dirty="0" err="1">
                <a:solidFill>
                  <a:srgbClr val="FF0000"/>
                </a:solidFill>
                <a:effectLst>
                  <a:outerShdw blurRad="38100" dist="38100" dir="2700000" algn="tl">
                    <a:srgbClr val="C0C0C0"/>
                  </a:outerShdw>
                </a:effectLst>
                <a:latin typeface="Times New Roman" charset="0"/>
                <a:ea typeface="仿宋_GB2312" pitchFamily="49" charset="-122"/>
              </a:rPr>
              <a:t>rightChild</a:t>
            </a:r>
            <a:r>
              <a:rPr lang="zh-CN" altLang="zh-CN" sz="2400" dirty="0">
                <a:solidFill>
                  <a:srgbClr val="FF0000"/>
                </a:solidFill>
                <a:effectLst>
                  <a:outerShdw blurRad="38100" dist="38100" dir="2700000" algn="tl">
                    <a:srgbClr val="C0C0C0"/>
                  </a:outerShdw>
                </a:effectLst>
                <a:latin typeface="Times New Roman" charset="0"/>
                <a:ea typeface="仿宋_GB2312" pitchFamily="49" charset="-122"/>
              </a:rPr>
              <a:t>为后继指针</a:t>
            </a:r>
            <a:endParaRPr lang="zh-CN" altLang="en-US" sz="2400" dirty="0">
              <a:solidFill>
                <a:srgbClr val="FF0000"/>
              </a:solidFill>
              <a:latin typeface="Arial" charset="0"/>
              <a:ea typeface="黑体" pitchFamily="2" charset="-122"/>
            </a:endParaRPr>
          </a:p>
        </p:txBody>
      </p:sp>
      <p:sp>
        <p:nvSpPr>
          <p:cNvPr id="78852" name="Rectangle 5" descr="白色大理石">
            <a:extLst>
              <a:ext uri="{FF2B5EF4-FFF2-40B4-BE49-F238E27FC236}">
                <a16:creationId xmlns:a16="http://schemas.microsoft.com/office/drawing/2014/main" id="{2E82B313-B349-AEF8-FA47-6690CDA2BE35}"/>
              </a:ext>
            </a:extLst>
          </p:cNvPr>
          <p:cNvSpPr>
            <a:spLocks noChangeArrowheads="1"/>
          </p:cNvSpPr>
          <p:nvPr/>
        </p:nvSpPr>
        <p:spPr bwMode="auto">
          <a:xfrm>
            <a:off x="889142" y="1694705"/>
            <a:ext cx="6858000" cy="533400"/>
          </a:xfrm>
          <a:prstGeom prst="rect">
            <a:avLst/>
          </a:prstGeom>
          <a:blipFill dpi="0" rotWithShape="0">
            <a:blip r:embed="rId2"/>
            <a:srcRect/>
            <a:tile tx="0" ty="0" sx="100000" sy="100000" flip="none" algn="tl"/>
          </a:blipFill>
          <a:ln w="19050">
            <a:solidFill>
              <a:schemeClr val="accent2"/>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78853" name="Line 6">
            <a:extLst>
              <a:ext uri="{FF2B5EF4-FFF2-40B4-BE49-F238E27FC236}">
                <a16:creationId xmlns:a16="http://schemas.microsoft.com/office/drawing/2014/main" id="{B2DCD55F-CE41-DD6A-34E2-D5D8938A8BA6}"/>
              </a:ext>
            </a:extLst>
          </p:cNvPr>
          <p:cNvSpPr>
            <a:spLocks noChangeShapeType="1"/>
          </p:cNvSpPr>
          <p:nvPr/>
        </p:nvSpPr>
        <p:spPr bwMode="auto">
          <a:xfrm>
            <a:off x="3632342" y="1694705"/>
            <a:ext cx="0" cy="533400"/>
          </a:xfrm>
          <a:prstGeom prst="line">
            <a:avLst/>
          </a:prstGeom>
          <a:noFill/>
          <a:ln w="1905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54" name="Line 7">
            <a:extLst>
              <a:ext uri="{FF2B5EF4-FFF2-40B4-BE49-F238E27FC236}">
                <a16:creationId xmlns:a16="http://schemas.microsoft.com/office/drawing/2014/main" id="{344A90C0-4FFC-815A-3C24-E464C84D3D67}"/>
              </a:ext>
            </a:extLst>
          </p:cNvPr>
          <p:cNvSpPr>
            <a:spLocks noChangeShapeType="1"/>
          </p:cNvSpPr>
          <p:nvPr/>
        </p:nvSpPr>
        <p:spPr bwMode="auto">
          <a:xfrm>
            <a:off x="2260742" y="1694705"/>
            <a:ext cx="0" cy="533400"/>
          </a:xfrm>
          <a:prstGeom prst="line">
            <a:avLst/>
          </a:prstGeom>
          <a:noFill/>
          <a:ln w="1905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55" name="Line 8">
            <a:extLst>
              <a:ext uri="{FF2B5EF4-FFF2-40B4-BE49-F238E27FC236}">
                <a16:creationId xmlns:a16="http://schemas.microsoft.com/office/drawing/2014/main" id="{2BA627D4-4E20-634F-E3F8-CE7A16D41AED}"/>
              </a:ext>
            </a:extLst>
          </p:cNvPr>
          <p:cNvSpPr>
            <a:spLocks noChangeShapeType="1"/>
          </p:cNvSpPr>
          <p:nvPr/>
        </p:nvSpPr>
        <p:spPr bwMode="auto">
          <a:xfrm>
            <a:off x="5003942" y="1694705"/>
            <a:ext cx="0" cy="533400"/>
          </a:xfrm>
          <a:prstGeom prst="line">
            <a:avLst/>
          </a:prstGeom>
          <a:noFill/>
          <a:ln w="1905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56" name="Line 9">
            <a:extLst>
              <a:ext uri="{FF2B5EF4-FFF2-40B4-BE49-F238E27FC236}">
                <a16:creationId xmlns:a16="http://schemas.microsoft.com/office/drawing/2014/main" id="{84040C3B-9874-70DE-EC92-BBB939FAFE58}"/>
              </a:ext>
            </a:extLst>
          </p:cNvPr>
          <p:cNvSpPr>
            <a:spLocks noChangeShapeType="1"/>
          </p:cNvSpPr>
          <p:nvPr/>
        </p:nvSpPr>
        <p:spPr bwMode="auto">
          <a:xfrm>
            <a:off x="6375542" y="1694705"/>
            <a:ext cx="0" cy="533400"/>
          </a:xfrm>
          <a:prstGeom prst="line">
            <a:avLst/>
          </a:prstGeom>
          <a:noFill/>
          <a:ln w="1905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8186" name="Text Box 10">
            <a:extLst>
              <a:ext uri="{FF2B5EF4-FFF2-40B4-BE49-F238E27FC236}">
                <a16:creationId xmlns:a16="http://schemas.microsoft.com/office/drawing/2014/main" id="{847E36E1-45D0-479B-58B5-0A48A7A01114}"/>
              </a:ext>
            </a:extLst>
          </p:cNvPr>
          <p:cNvSpPr txBox="1">
            <a:spLocks noChangeArrowheads="1"/>
          </p:cNvSpPr>
          <p:nvPr/>
        </p:nvSpPr>
        <p:spPr bwMode="auto">
          <a:xfrm>
            <a:off x="692292" y="2715468"/>
            <a:ext cx="1717675" cy="579437"/>
          </a:xfrm>
          <a:prstGeom prst="rect">
            <a:avLst/>
          </a:prstGeom>
          <a:noFill/>
          <a:ln w="38100">
            <a:noFill/>
            <a:miter lim="800000"/>
            <a:headEnd/>
            <a:tailEnd/>
          </a:ln>
          <a:effectLst/>
        </p:spPr>
        <p:txBody>
          <a:bodyPr wrap="none" anchor="ctr">
            <a:spAutoFit/>
          </a:bodyPr>
          <a:lstStyle/>
          <a:p>
            <a:pPr algn="ctr" eaLnBrk="1" fontAlgn="auto" hangingPunct="1">
              <a:spcBef>
                <a:spcPts val="0"/>
              </a:spcBef>
              <a:spcAft>
                <a:spcPts val="0"/>
              </a:spcAft>
              <a:defRPr/>
            </a:pPr>
            <a:r>
              <a:rPr lang="en-US" altLang="zh-CN" sz="3200">
                <a:solidFill>
                  <a:schemeClr val="tx2"/>
                </a:solidFill>
                <a:effectLst>
                  <a:outerShdw blurRad="38100" dist="38100" dir="2700000" algn="tl">
                    <a:srgbClr val="C0C0C0"/>
                  </a:outerShdw>
                </a:effectLst>
                <a:latin typeface="Times New Roman" charset="0"/>
                <a:ea typeface="+mn-ea"/>
              </a:rPr>
              <a:t>leftChild</a:t>
            </a:r>
            <a:endParaRPr lang="en-US" altLang="zh-CN">
              <a:latin typeface="Times New Roman" charset="0"/>
              <a:ea typeface="+mn-ea"/>
            </a:endParaRPr>
          </a:p>
        </p:txBody>
      </p:sp>
      <p:sp>
        <p:nvSpPr>
          <p:cNvPr id="178187" name="Text Box 11">
            <a:extLst>
              <a:ext uri="{FF2B5EF4-FFF2-40B4-BE49-F238E27FC236}">
                <a16:creationId xmlns:a16="http://schemas.microsoft.com/office/drawing/2014/main" id="{645AA80F-28AC-E018-F14C-258F0FB462B8}"/>
              </a:ext>
            </a:extLst>
          </p:cNvPr>
          <p:cNvSpPr txBox="1">
            <a:spLocks noChangeArrowheads="1"/>
          </p:cNvSpPr>
          <p:nvPr/>
        </p:nvSpPr>
        <p:spPr bwMode="auto">
          <a:xfrm>
            <a:off x="6259655" y="2761505"/>
            <a:ext cx="2011362" cy="579438"/>
          </a:xfrm>
          <a:prstGeom prst="rect">
            <a:avLst/>
          </a:prstGeom>
          <a:noFill/>
          <a:ln w="38100">
            <a:noFill/>
            <a:miter lim="800000"/>
            <a:headEnd/>
            <a:tailEnd/>
          </a:ln>
          <a:effectLst/>
        </p:spPr>
        <p:txBody>
          <a:bodyPr wrap="none" anchor="ctr">
            <a:spAutoFit/>
          </a:bodyPr>
          <a:lstStyle/>
          <a:p>
            <a:pPr algn="ctr" eaLnBrk="1" fontAlgn="auto" hangingPunct="1">
              <a:spcBef>
                <a:spcPts val="0"/>
              </a:spcBef>
              <a:spcAft>
                <a:spcPts val="0"/>
              </a:spcAft>
              <a:defRPr/>
            </a:pPr>
            <a:r>
              <a:rPr lang="en-US" altLang="zh-CN" sz="3200">
                <a:solidFill>
                  <a:schemeClr val="tx2"/>
                </a:solidFill>
                <a:effectLst>
                  <a:outerShdw blurRad="38100" dist="38100" dir="2700000" algn="tl">
                    <a:srgbClr val="C0C0C0"/>
                  </a:outerShdw>
                </a:effectLst>
                <a:latin typeface="Times New Roman" charset="0"/>
                <a:ea typeface="+mn-ea"/>
              </a:rPr>
              <a:t>rightChild</a:t>
            </a:r>
            <a:endParaRPr lang="en-US" altLang="zh-CN">
              <a:latin typeface="Times New Roman" charset="0"/>
              <a:ea typeface="+mn-ea"/>
            </a:endParaRPr>
          </a:p>
        </p:txBody>
      </p:sp>
      <p:sp>
        <p:nvSpPr>
          <p:cNvPr id="178188" name="Text Box 12">
            <a:extLst>
              <a:ext uri="{FF2B5EF4-FFF2-40B4-BE49-F238E27FC236}">
                <a16:creationId xmlns:a16="http://schemas.microsoft.com/office/drawing/2014/main" id="{9E13D032-D07E-E9C1-84EB-7D18D9CADEF4}"/>
              </a:ext>
            </a:extLst>
          </p:cNvPr>
          <p:cNvSpPr txBox="1">
            <a:spLocks noChangeArrowheads="1"/>
          </p:cNvSpPr>
          <p:nvPr/>
        </p:nvSpPr>
        <p:spPr bwMode="auto">
          <a:xfrm>
            <a:off x="3895867" y="2715468"/>
            <a:ext cx="950913" cy="579437"/>
          </a:xfrm>
          <a:prstGeom prst="rect">
            <a:avLst/>
          </a:prstGeom>
          <a:noFill/>
          <a:ln w="38100">
            <a:noFill/>
            <a:miter lim="800000"/>
            <a:headEnd/>
            <a:tailEnd/>
          </a:ln>
          <a:effectLst/>
        </p:spPr>
        <p:txBody>
          <a:bodyPr wrap="none" anchor="ctr">
            <a:spAutoFit/>
          </a:bodyPr>
          <a:lstStyle/>
          <a:p>
            <a:pPr algn="ctr" eaLnBrk="1" fontAlgn="auto" hangingPunct="1">
              <a:spcBef>
                <a:spcPts val="0"/>
              </a:spcBef>
              <a:spcAft>
                <a:spcPts val="0"/>
              </a:spcAft>
              <a:defRPr/>
            </a:pPr>
            <a:r>
              <a:rPr lang="en-US" altLang="zh-CN" sz="3200">
                <a:solidFill>
                  <a:schemeClr val="tx2"/>
                </a:solidFill>
                <a:effectLst>
                  <a:outerShdw blurRad="38100" dist="38100" dir="2700000" algn="tl">
                    <a:srgbClr val="C0C0C0"/>
                  </a:outerShdw>
                </a:effectLst>
                <a:latin typeface="Times New Roman" charset="0"/>
                <a:ea typeface="+mn-ea"/>
              </a:rPr>
              <a:t>data</a:t>
            </a:r>
            <a:endParaRPr lang="en-US" altLang="zh-CN">
              <a:latin typeface="Times New Roman" charset="0"/>
              <a:ea typeface="+mn-ea"/>
            </a:endParaRPr>
          </a:p>
        </p:txBody>
      </p:sp>
      <p:sp>
        <p:nvSpPr>
          <p:cNvPr id="178189" name="Text Box 13">
            <a:extLst>
              <a:ext uri="{FF2B5EF4-FFF2-40B4-BE49-F238E27FC236}">
                <a16:creationId xmlns:a16="http://schemas.microsoft.com/office/drawing/2014/main" id="{634F0D5D-E24B-AE1F-A4B8-F24593CCACC4}"/>
              </a:ext>
            </a:extLst>
          </p:cNvPr>
          <p:cNvSpPr txBox="1">
            <a:spLocks noChangeArrowheads="1"/>
          </p:cNvSpPr>
          <p:nvPr/>
        </p:nvSpPr>
        <p:spPr bwMode="auto">
          <a:xfrm>
            <a:off x="2654442" y="3325068"/>
            <a:ext cx="838200" cy="579437"/>
          </a:xfrm>
          <a:prstGeom prst="rect">
            <a:avLst/>
          </a:prstGeom>
          <a:noFill/>
          <a:ln w="38100">
            <a:noFill/>
            <a:miter lim="800000"/>
            <a:headEnd/>
            <a:tailEnd/>
          </a:ln>
          <a:effectLst/>
        </p:spPr>
        <p:txBody>
          <a:bodyPr wrap="none" anchor="ctr">
            <a:spAutoFit/>
          </a:bodyPr>
          <a:lstStyle/>
          <a:p>
            <a:pPr algn="ctr" eaLnBrk="1" fontAlgn="auto" hangingPunct="1">
              <a:spcBef>
                <a:spcPts val="0"/>
              </a:spcBef>
              <a:spcAft>
                <a:spcPts val="0"/>
              </a:spcAft>
              <a:defRPr/>
            </a:pPr>
            <a:r>
              <a:rPr lang="en-US" altLang="zh-CN" sz="3200">
                <a:solidFill>
                  <a:schemeClr val="accent2"/>
                </a:solidFill>
                <a:effectLst>
                  <a:outerShdw blurRad="38100" dist="38100" dir="2700000" algn="tl">
                    <a:srgbClr val="C0C0C0"/>
                  </a:outerShdw>
                </a:effectLst>
                <a:latin typeface="Times New Roman" charset="0"/>
                <a:ea typeface="+mn-ea"/>
              </a:rPr>
              <a:t>ltag</a:t>
            </a:r>
            <a:endParaRPr lang="en-US" altLang="zh-CN">
              <a:latin typeface="Times New Roman" charset="0"/>
              <a:ea typeface="+mn-ea"/>
            </a:endParaRPr>
          </a:p>
        </p:txBody>
      </p:sp>
      <p:sp>
        <p:nvSpPr>
          <p:cNvPr id="178190" name="Text Box 14">
            <a:extLst>
              <a:ext uri="{FF2B5EF4-FFF2-40B4-BE49-F238E27FC236}">
                <a16:creationId xmlns:a16="http://schemas.microsoft.com/office/drawing/2014/main" id="{B00ED089-849C-7847-B967-420D8567D2A5}"/>
              </a:ext>
            </a:extLst>
          </p:cNvPr>
          <p:cNvSpPr txBox="1">
            <a:spLocks noChangeArrowheads="1"/>
          </p:cNvSpPr>
          <p:nvPr/>
        </p:nvSpPr>
        <p:spPr bwMode="auto">
          <a:xfrm>
            <a:off x="5280167" y="3325068"/>
            <a:ext cx="906463" cy="579437"/>
          </a:xfrm>
          <a:prstGeom prst="rect">
            <a:avLst/>
          </a:prstGeom>
          <a:noFill/>
          <a:ln w="38100">
            <a:noFill/>
            <a:miter lim="800000"/>
            <a:headEnd/>
            <a:tailEnd/>
          </a:ln>
          <a:effectLst/>
        </p:spPr>
        <p:txBody>
          <a:bodyPr wrap="none" anchor="ctr">
            <a:spAutoFit/>
          </a:bodyPr>
          <a:lstStyle/>
          <a:p>
            <a:pPr algn="ctr" eaLnBrk="1" fontAlgn="auto" hangingPunct="1">
              <a:spcBef>
                <a:spcPts val="0"/>
              </a:spcBef>
              <a:spcAft>
                <a:spcPts val="0"/>
              </a:spcAft>
              <a:defRPr/>
            </a:pPr>
            <a:r>
              <a:rPr lang="en-US" altLang="zh-CN" sz="3200">
                <a:solidFill>
                  <a:schemeClr val="accent2"/>
                </a:solidFill>
                <a:effectLst>
                  <a:outerShdw blurRad="38100" dist="38100" dir="2700000" algn="tl">
                    <a:srgbClr val="C0C0C0"/>
                  </a:outerShdw>
                </a:effectLst>
                <a:latin typeface="Times New Roman" charset="0"/>
                <a:ea typeface="+mn-ea"/>
              </a:rPr>
              <a:t>rtag</a:t>
            </a:r>
            <a:endParaRPr lang="en-US" altLang="zh-CN">
              <a:latin typeface="Times New Roman" charset="0"/>
              <a:ea typeface="+mn-ea"/>
            </a:endParaRPr>
          </a:p>
        </p:txBody>
      </p:sp>
      <p:sp>
        <p:nvSpPr>
          <p:cNvPr id="78862" name="Line 15">
            <a:extLst>
              <a:ext uri="{FF2B5EF4-FFF2-40B4-BE49-F238E27FC236}">
                <a16:creationId xmlns:a16="http://schemas.microsoft.com/office/drawing/2014/main" id="{9E3D9E55-0FCF-CC45-7213-9D7FAA76A84B}"/>
              </a:ext>
            </a:extLst>
          </p:cNvPr>
          <p:cNvSpPr>
            <a:spLocks noChangeShapeType="1"/>
          </p:cNvSpPr>
          <p:nvPr/>
        </p:nvSpPr>
        <p:spPr bwMode="auto">
          <a:xfrm flipV="1">
            <a:off x="1574942" y="1923305"/>
            <a:ext cx="0" cy="838200"/>
          </a:xfrm>
          <a:prstGeom prst="line">
            <a:avLst/>
          </a:prstGeom>
          <a:noFill/>
          <a:ln w="38100">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63" name="Line 16">
            <a:extLst>
              <a:ext uri="{FF2B5EF4-FFF2-40B4-BE49-F238E27FC236}">
                <a16:creationId xmlns:a16="http://schemas.microsoft.com/office/drawing/2014/main" id="{FF22A77B-0F29-598F-E0A5-7CE70A6F9012}"/>
              </a:ext>
            </a:extLst>
          </p:cNvPr>
          <p:cNvSpPr>
            <a:spLocks noChangeShapeType="1"/>
          </p:cNvSpPr>
          <p:nvPr/>
        </p:nvSpPr>
        <p:spPr bwMode="auto">
          <a:xfrm flipV="1">
            <a:off x="4318142" y="1923305"/>
            <a:ext cx="0" cy="838200"/>
          </a:xfrm>
          <a:prstGeom prst="line">
            <a:avLst/>
          </a:prstGeom>
          <a:noFill/>
          <a:ln w="38100">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64" name="Line 17">
            <a:extLst>
              <a:ext uri="{FF2B5EF4-FFF2-40B4-BE49-F238E27FC236}">
                <a16:creationId xmlns:a16="http://schemas.microsoft.com/office/drawing/2014/main" id="{20B91079-C2A2-5ACA-463D-6703031398F7}"/>
              </a:ext>
            </a:extLst>
          </p:cNvPr>
          <p:cNvSpPr>
            <a:spLocks noChangeShapeType="1"/>
          </p:cNvSpPr>
          <p:nvPr/>
        </p:nvSpPr>
        <p:spPr bwMode="auto">
          <a:xfrm flipV="1">
            <a:off x="7061342" y="1923305"/>
            <a:ext cx="0" cy="838200"/>
          </a:xfrm>
          <a:prstGeom prst="line">
            <a:avLst/>
          </a:prstGeom>
          <a:noFill/>
          <a:ln w="38100">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65" name="Line 18">
            <a:extLst>
              <a:ext uri="{FF2B5EF4-FFF2-40B4-BE49-F238E27FC236}">
                <a16:creationId xmlns:a16="http://schemas.microsoft.com/office/drawing/2014/main" id="{0ED9EC76-AE04-0E11-DC88-F62688283CFC}"/>
              </a:ext>
            </a:extLst>
          </p:cNvPr>
          <p:cNvSpPr>
            <a:spLocks noChangeShapeType="1"/>
          </p:cNvSpPr>
          <p:nvPr/>
        </p:nvSpPr>
        <p:spPr bwMode="auto">
          <a:xfrm flipV="1">
            <a:off x="2946542" y="1923305"/>
            <a:ext cx="0" cy="1447800"/>
          </a:xfrm>
          <a:prstGeom prst="line">
            <a:avLst/>
          </a:prstGeom>
          <a:noFill/>
          <a:ln w="38100">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66" name="Line 19">
            <a:extLst>
              <a:ext uri="{FF2B5EF4-FFF2-40B4-BE49-F238E27FC236}">
                <a16:creationId xmlns:a16="http://schemas.microsoft.com/office/drawing/2014/main" id="{44089FAF-5842-03D5-5B6C-24CED1954FEF}"/>
              </a:ext>
            </a:extLst>
          </p:cNvPr>
          <p:cNvSpPr>
            <a:spLocks noChangeShapeType="1"/>
          </p:cNvSpPr>
          <p:nvPr/>
        </p:nvSpPr>
        <p:spPr bwMode="auto">
          <a:xfrm flipV="1">
            <a:off x="5689742" y="1923305"/>
            <a:ext cx="0" cy="1447800"/>
          </a:xfrm>
          <a:prstGeom prst="line">
            <a:avLst/>
          </a:prstGeom>
          <a:noFill/>
          <a:ln w="38100">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 name="标题 1">
            <a:extLst>
              <a:ext uri="{FF2B5EF4-FFF2-40B4-BE49-F238E27FC236}">
                <a16:creationId xmlns:a16="http://schemas.microsoft.com/office/drawing/2014/main" id="{C185ECB7-975E-4177-AE2D-A43508CC8ACE}"/>
              </a:ext>
            </a:extLst>
          </p:cNvPr>
          <p:cNvSpPr>
            <a:spLocks noGrp="1"/>
          </p:cNvSpPr>
          <p:nvPr>
            <p:ph type="title"/>
          </p:nvPr>
        </p:nvSpPr>
        <p:spPr>
          <a:xfrm>
            <a:off x="628650" y="365125"/>
            <a:ext cx="8047806" cy="1325563"/>
          </a:xfrm>
        </p:spPr>
        <p:txBody>
          <a:bodyPr/>
          <a:lstStyle/>
          <a:p>
            <a:r>
              <a:rPr lang="zh-CN" altLang="en-US" dirty="0"/>
              <a:t>线索化二叉树及其二叉链表表示</a:t>
            </a:r>
          </a:p>
        </p:txBody>
      </p:sp>
      <p:sp>
        <p:nvSpPr>
          <p:cNvPr id="3" name="灯片编号占位符 2">
            <a:extLst>
              <a:ext uri="{FF2B5EF4-FFF2-40B4-BE49-F238E27FC236}">
                <a16:creationId xmlns:a16="http://schemas.microsoft.com/office/drawing/2014/main" id="{25E7B060-8D34-AFD4-16C2-577CA311905C}"/>
              </a:ext>
            </a:extLst>
          </p:cNvPr>
          <p:cNvSpPr>
            <a:spLocks noGrp="1"/>
          </p:cNvSpPr>
          <p:nvPr>
            <p:ph type="sldNum" sz="quarter" idx="12"/>
          </p:nvPr>
        </p:nvSpPr>
        <p:spPr/>
        <p:txBody>
          <a:bodyPr/>
          <a:lstStyle/>
          <a:p>
            <a:pPr>
              <a:defRPr/>
            </a:pPr>
            <a:fld id="{6DFA40DF-1FC0-4A1B-B86F-E962D94EFA14}" type="slidenum">
              <a:rPr lang="en-US" altLang="zh-CN" smtClean="0"/>
              <a:pPr>
                <a:defRPr/>
              </a:pPr>
              <a:t>67</a:t>
            </a:fld>
            <a:endParaRPr lang="en-US" altLang="zh-CN"/>
          </a:p>
        </p:txBody>
      </p:sp>
    </p:spTree>
  </p:cSld>
  <p:clrMapOvr>
    <a:masterClrMapping/>
  </p:clrMapOvr>
  <p:transition>
    <p:split/>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14FC3A-4322-4B03-A5C5-62521F9BAA33}"/>
              </a:ext>
            </a:extLst>
          </p:cNvPr>
          <p:cNvSpPr>
            <a:spLocks noGrp="1"/>
          </p:cNvSpPr>
          <p:nvPr>
            <p:ph type="title"/>
          </p:nvPr>
        </p:nvSpPr>
        <p:spPr>
          <a:xfrm>
            <a:off x="179512" y="365125"/>
            <a:ext cx="8856984" cy="1325563"/>
          </a:xfrm>
        </p:spPr>
        <p:txBody>
          <a:bodyPr/>
          <a:lstStyle/>
          <a:p>
            <a:r>
              <a:rPr lang="en-US" altLang="zh-CN" dirty="0"/>
              <a:t>5.5.2 </a:t>
            </a:r>
            <a:r>
              <a:rPr lang="zh-CN" altLang="en-US" dirty="0"/>
              <a:t>中序线索二叉树的建立和遍历</a:t>
            </a:r>
          </a:p>
        </p:txBody>
      </p:sp>
      <p:sp>
        <p:nvSpPr>
          <p:cNvPr id="3" name="内容占位符 2">
            <a:extLst>
              <a:ext uri="{FF2B5EF4-FFF2-40B4-BE49-F238E27FC236}">
                <a16:creationId xmlns:a16="http://schemas.microsoft.com/office/drawing/2014/main" id="{23B3B92A-62EC-40AB-A060-ED528BB5CF13}"/>
              </a:ext>
            </a:extLst>
          </p:cNvPr>
          <p:cNvSpPr>
            <a:spLocks noGrp="1"/>
          </p:cNvSpPr>
          <p:nvPr>
            <p:ph idx="1"/>
          </p:nvPr>
        </p:nvSpPr>
        <p:spPr>
          <a:xfrm>
            <a:off x="395536" y="1825625"/>
            <a:ext cx="8352928" cy="4351338"/>
          </a:xfrm>
        </p:spPr>
        <p:txBody>
          <a:bodyPr>
            <a:normAutofit fontScale="92500" lnSpcReduction="20000"/>
          </a:bodyPr>
          <a:lstStyle/>
          <a:p>
            <a:pPr marL="0" indent="0">
              <a:buNone/>
            </a:pPr>
            <a:r>
              <a:rPr lang="en-US" altLang="zh-CN" dirty="0"/>
              <a:t>//</a:t>
            </a:r>
            <a:r>
              <a:rPr lang="zh-CN" altLang="en-US" dirty="0"/>
              <a:t>中序线索二叉树的类定义</a:t>
            </a:r>
            <a:endParaRPr lang="en-US" altLang="zh-CN" dirty="0"/>
          </a:p>
          <a:p>
            <a:pPr marL="0" indent="0">
              <a:buNone/>
            </a:pPr>
            <a:r>
              <a:rPr lang="en-US" altLang="zh-CN" dirty="0"/>
              <a:t>template &lt;class T&gt; struct </a:t>
            </a:r>
            <a:r>
              <a:rPr lang="en-US" altLang="zh-CN" dirty="0" err="1"/>
              <a:t>ThreadNode</a:t>
            </a:r>
            <a:r>
              <a:rPr lang="en-US" altLang="zh-CN" dirty="0"/>
              <a:t> {	</a:t>
            </a:r>
          </a:p>
          <a:p>
            <a:pPr marL="0" indent="0">
              <a:buNone/>
            </a:pPr>
            <a:r>
              <a:rPr lang="en-US" altLang="zh-CN" dirty="0"/>
              <a:t>     int </a:t>
            </a:r>
            <a:r>
              <a:rPr lang="en-US" altLang="zh-CN" dirty="0" err="1"/>
              <a:t>ltag</a:t>
            </a:r>
            <a:r>
              <a:rPr lang="en-US" altLang="zh-CN" dirty="0"/>
              <a:t>, </a:t>
            </a:r>
            <a:r>
              <a:rPr lang="en-US" altLang="zh-CN" dirty="0" err="1"/>
              <a:t>rtag</a:t>
            </a:r>
            <a:r>
              <a:rPr lang="en-US" altLang="zh-CN" dirty="0"/>
              <a:t>;</a:t>
            </a:r>
          </a:p>
          <a:p>
            <a:pPr marL="0" indent="0">
              <a:buNone/>
            </a:pPr>
            <a:r>
              <a:rPr lang="en-US" altLang="zh-CN" dirty="0"/>
              <a:t>     </a:t>
            </a:r>
            <a:r>
              <a:rPr lang="en-US" altLang="zh-CN" dirty="0" err="1"/>
              <a:t>ThreadNode</a:t>
            </a:r>
            <a:r>
              <a:rPr lang="en-US" altLang="zh-CN" dirty="0"/>
              <a:t>&lt;T&gt; *</a:t>
            </a:r>
            <a:r>
              <a:rPr lang="en-US" altLang="zh-CN" dirty="0" err="1"/>
              <a:t>leftChild</a:t>
            </a:r>
            <a:r>
              <a:rPr lang="en-US" altLang="zh-CN" dirty="0"/>
              <a:t>, *</a:t>
            </a:r>
            <a:r>
              <a:rPr lang="en-US" altLang="zh-CN" dirty="0" err="1"/>
              <a:t>rightChild</a:t>
            </a:r>
            <a:r>
              <a:rPr lang="en-US" altLang="zh-CN" dirty="0"/>
              <a:t>;</a:t>
            </a:r>
          </a:p>
          <a:p>
            <a:pPr marL="0" indent="0">
              <a:buNone/>
            </a:pPr>
            <a:r>
              <a:rPr lang="en-US" altLang="zh-CN" dirty="0"/>
              <a:t>     T data;	</a:t>
            </a:r>
          </a:p>
          <a:p>
            <a:pPr marL="0" indent="0">
              <a:buNone/>
            </a:pPr>
            <a:r>
              <a:rPr lang="en-US" altLang="zh-CN" dirty="0"/>
              <a:t>     </a:t>
            </a:r>
            <a:r>
              <a:rPr lang="en-US" altLang="zh-CN" dirty="0" err="1"/>
              <a:t>ThreadNode</a:t>
            </a:r>
            <a:r>
              <a:rPr lang="en-US" altLang="zh-CN" dirty="0"/>
              <a:t> ( const T item )  : data (item),  </a:t>
            </a:r>
            <a:r>
              <a:rPr lang="en-US" altLang="zh-CN" dirty="0" err="1"/>
              <a:t>leftChild</a:t>
            </a:r>
            <a:r>
              <a:rPr lang="en-US" altLang="zh-CN" dirty="0"/>
              <a:t> ( NULL ), </a:t>
            </a:r>
            <a:r>
              <a:rPr lang="en-US" altLang="zh-CN" dirty="0" err="1"/>
              <a:t>rightChild</a:t>
            </a:r>
            <a:r>
              <a:rPr lang="en-US" altLang="zh-CN" dirty="0"/>
              <a:t> ( NULL ), </a:t>
            </a:r>
            <a:r>
              <a:rPr lang="en-US" altLang="zh-CN" dirty="0" err="1"/>
              <a:t>ltag</a:t>
            </a:r>
            <a:r>
              <a:rPr lang="en-US" altLang="zh-CN" dirty="0"/>
              <a:t> (0),  </a:t>
            </a:r>
            <a:r>
              <a:rPr lang="en-US" altLang="zh-CN" dirty="0" err="1"/>
              <a:t>rtag</a:t>
            </a:r>
            <a:r>
              <a:rPr lang="en-US" altLang="zh-CN" dirty="0"/>
              <a:t> (0) { }</a:t>
            </a:r>
          </a:p>
          <a:p>
            <a:pPr marL="0" indent="0">
              <a:buNone/>
            </a:pPr>
            <a:r>
              <a:rPr lang="en-US" altLang="zh-CN" dirty="0"/>
              <a:t>};</a:t>
            </a:r>
          </a:p>
          <a:p>
            <a:pPr marL="0" indent="0">
              <a:buNone/>
            </a:pPr>
            <a:endParaRPr lang="zh-CN" altLang="en-US" dirty="0"/>
          </a:p>
        </p:txBody>
      </p:sp>
      <p:sp>
        <p:nvSpPr>
          <p:cNvPr id="4" name="灯片编号占位符 3">
            <a:extLst>
              <a:ext uri="{FF2B5EF4-FFF2-40B4-BE49-F238E27FC236}">
                <a16:creationId xmlns:a16="http://schemas.microsoft.com/office/drawing/2014/main" id="{F69C78A2-3E1B-5D29-FB8B-1AEBB009EFBE}"/>
              </a:ext>
            </a:extLst>
          </p:cNvPr>
          <p:cNvSpPr>
            <a:spLocks noGrp="1"/>
          </p:cNvSpPr>
          <p:nvPr>
            <p:ph type="sldNum" sz="quarter" idx="12"/>
          </p:nvPr>
        </p:nvSpPr>
        <p:spPr/>
        <p:txBody>
          <a:bodyPr/>
          <a:lstStyle/>
          <a:p>
            <a:pPr>
              <a:defRPr/>
            </a:pPr>
            <a:fld id="{A598D83B-EE2A-4F12-B129-1EDE84DF129B}" type="slidenum">
              <a:rPr lang="en-US" altLang="zh-CN" smtClean="0"/>
              <a:pPr>
                <a:defRPr/>
              </a:pPr>
              <a:t>68</a:t>
            </a:fld>
            <a:endParaRPr lang="en-US" altLang="zh-CN"/>
          </a:p>
        </p:txBody>
      </p:sp>
    </p:spTree>
  </p:cSld>
  <p:clrMapOvr>
    <a:masterClrMapping/>
  </p:clrMapOvr>
  <p:transition>
    <p:split/>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062AD0E-03BE-4CBF-B11D-A126F93BF04E}"/>
              </a:ext>
            </a:extLst>
          </p:cNvPr>
          <p:cNvSpPr>
            <a:spLocks noGrp="1"/>
          </p:cNvSpPr>
          <p:nvPr>
            <p:ph idx="1"/>
          </p:nvPr>
        </p:nvSpPr>
        <p:spPr>
          <a:xfrm>
            <a:off x="323528" y="476672"/>
            <a:ext cx="8568952" cy="6192688"/>
          </a:xfrm>
        </p:spPr>
        <p:txBody>
          <a:bodyPr>
            <a:normAutofit fontScale="62500" lnSpcReduction="20000"/>
          </a:bodyPr>
          <a:lstStyle/>
          <a:p>
            <a:pPr marL="0" indent="0">
              <a:buNone/>
            </a:pPr>
            <a:r>
              <a:rPr lang="en-US" altLang="zh-CN" dirty="0"/>
              <a:t>template &lt;class T&gt; class </a:t>
            </a:r>
            <a:r>
              <a:rPr lang="en-US" altLang="zh-CN" dirty="0" err="1"/>
              <a:t>ThreadTree</a:t>
            </a:r>
            <a:r>
              <a:rPr lang="en-US" altLang="zh-CN" dirty="0"/>
              <a:t> {	</a:t>
            </a:r>
          </a:p>
          <a:p>
            <a:pPr marL="0" indent="0">
              <a:buNone/>
            </a:pPr>
            <a:r>
              <a:rPr lang="en-US" altLang="zh-CN" dirty="0"/>
              <a:t>protected:</a:t>
            </a:r>
          </a:p>
          <a:p>
            <a:pPr marL="0" indent="0">
              <a:buNone/>
            </a:pPr>
            <a:r>
              <a:rPr lang="en-US" altLang="zh-CN" dirty="0"/>
              <a:t>    </a:t>
            </a:r>
            <a:r>
              <a:rPr lang="en-US" altLang="zh-CN" dirty="0" err="1"/>
              <a:t>ThreadNode</a:t>
            </a:r>
            <a:r>
              <a:rPr lang="en-US" altLang="zh-CN" dirty="0"/>
              <a:t>&lt;T&gt; * root;               //</a:t>
            </a:r>
            <a:r>
              <a:rPr lang="zh-CN" altLang="en-US" dirty="0"/>
              <a:t>根 </a:t>
            </a:r>
          </a:p>
          <a:p>
            <a:pPr marL="0" indent="0">
              <a:buNone/>
            </a:pPr>
            <a:r>
              <a:rPr lang="zh-CN" altLang="en-US" dirty="0"/>
              <a:t>    </a:t>
            </a:r>
            <a:r>
              <a:rPr lang="en-US" altLang="zh-CN" dirty="0"/>
              <a:t>void </a:t>
            </a:r>
            <a:r>
              <a:rPr lang="en-US" altLang="zh-CN" dirty="0" err="1"/>
              <a:t>createInThread</a:t>
            </a:r>
            <a:r>
              <a:rPr lang="en-US" altLang="zh-CN" dirty="0"/>
              <a:t> ( </a:t>
            </a:r>
            <a:r>
              <a:rPr lang="en-US" altLang="zh-CN" dirty="0" err="1"/>
              <a:t>ThreadNode</a:t>
            </a:r>
            <a:r>
              <a:rPr lang="en-US" altLang="zh-CN" dirty="0"/>
              <a:t> &lt;T&gt; * current, </a:t>
            </a:r>
            <a:r>
              <a:rPr lang="en-US" altLang="zh-CN" dirty="0" err="1"/>
              <a:t>ThreadNode</a:t>
            </a:r>
            <a:r>
              <a:rPr lang="en-US" altLang="zh-CN" dirty="0"/>
              <a:t> &lt;T&gt; * &amp;pre );               //</a:t>
            </a:r>
            <a:r>
              <a:rPr lang="zh-CN" altLang="en-US" dirty="0"/>
              <a:t>建树</a:t>
            </a:r>
          </a:p>
          <a:p>
            <a:pPr marL="0" indent="0">
              <a:buNone/>
            </a:pPr>
            <a:r>
              <a:rPr lang="zh-CN" altLang="en-US" dirty="0"/>
              <a:t>    </a:t>
            </a:r>
            <a:r>
              <a:rPr lang="en-US" altLang="zh-CN" dirty="0" err="1"/>
              <a:t>ThreadNode</a:t>
            </a:r>
            <a:r>
              <a:rPr lang="en-US" altLang="zh-CN" dirty="0"/>
              <a:t>&lt;T&gt; *parent(</a:t>
            </a:r>
            <a:r>
              <a:rPr lang="en-US" altLang="zh-CN" dirty="0" err="1"/>
              <a:t>ThreadNode</a:t>
            </a:r>
            <a:r>
              <a:rPr lang="en-US" altLang="zh-CN" dirty="0"/>
              <a:t> &lt;T&gt; * t);  </a:t>
            </a:r>
          </a:p>
          <a:p>
            <a:pPr marL="0" indent="0">
              <a:buNone/>
            </a:pPr>
            <a:r>
              <a:rPr lang="en-US" altLang="zh-CN" dirty="0"/>
              <a:t>           //</a:t>
            </a:r>
            <a:r>
              <a:rPr lang="zh-CN" altLang="en-US" dirty="0"/>
              <a:t>寻找结点</a:t>
            </a:r>
            <a:r>
              <a:rPr lang="en-US" altLang="zh-CN" dirty="0"/>
              <a:t>t</a:t>
            </a:r>
            <a:r>
              <a:rPr lang="zh-CN" altLang="en-US" dirty="0"/>
              <a:t>的父结点 </a:t>
            </a:r>
          </a:p>
          <a:p>
            <a:pPr marL="0" indent="0">
              <a:buNone/>
            </a:pPr>
            <a:r>
              <a:rPr lang="en-US" altLang="zh-CN" dirty="0"/>
              <a:t>public:</a:t>
            </a:r>
          </a:p>
          <a:p>
            <a:pPr marL="0" indent="0">
              <a:buNone/>
            </a:pPr>
            <a:r>
              <a:rPr lang="en-US" altLang="zh-CN" dirty="0"/>
              <a:t>    </a:t>
            </a:r>
            <a:r>
              <a:rPr lang="en-US" altLang="zh-CN" dirty="0" err="1"/>
              <a:t>ThreadTree</a:t>
            </a:r>
            <a:r>
              <a:rPr lang="en-US" altLang="zh-CN" dirty="0"/>
              <a:t> ( ) : root (NULL) { };     //</a:t>
            </a:r>
            <a:r>
              <a:rPr lang="zh-CN" altLang="en-US" dirty="0"/>
              <a:t>构造函数</a:t>
            </a:r>
          </a:p>
          <a:p>
            <a:pPr marL="0" indent="0">
              <a:buNone/>
            </a:pPr>
            <a:r>
              <a:rPr lang="zh-CN" altLang="en-US" dirty="0"/>
              <a:t>    </a:t>
            </a:r>
            <a:r>
              <a:rPr lang="en-US" altLang="zh-CN" dirty="0"/>
              <a:t>void </a:t>
            </a:r>
            <a:r>
              <a:rPr lang="en-US" altLang="zh-CN" dirty="0" err="1"/>
              <a:t>CreateInThread</a:t>
            </a:r>
            <a:r>
              <a:rPr lang="en-US" altLang="zh-CN" dirty="0"/>
              <a:t> ( );</a:t>
            </a:r>
          </a:p>
          <a:p>
            <a:pPr marL="0" indent="0">
              <a:buNone/>
            </a:pPr>
            <a:r>
              <a:rPr lang="en-US" altLang="zh-CN" dirty="0"/>
              <a:t>    </a:t>
            </a:r>
            <a:r>
              <a:rPr lang="en-US" altLang="zh-CN" dirty="0" err="1"/>
              <a:t>ThreadNode</a:t>
            </a:r>
            <a:r>
              <a:rPr lang="en-US" altLang="zh-CN" dirty="0"/>
              <a:t>&lt;T&gt; *First ( </a:t>
            </a:r>
            <a:r>
              <a:rPr lang="en-US" altLang="zh-CN" dirty="0" err="1"/>
              <a:t>ThreadNode</a:t>
            </a:r>
            <a:r>
              <a:rPr lang="en-US" altLang="zh-CN" dirty="0"/>
              <a:t> &lt;T&gt; * current );</a:t>
            </a:r>
          </a:p>
          <a:p>
            <a:pPr marL="0" indent="0">
              <a:buNone/>
            </a:pPr>
            <a:r>
              <a:rPr lang="en-US" altLang="zh-CN" dirty="0"/>
              <a:t>    </a:t>
            </a:r>
            <a:r>
              <a:rPr lang="en-US" altLang="zh-CN" dirty="0" err="1"/>
              <a:t>ThreadNode</a:t>
            </a:r>
            <a:r>
              <a:rPr lang="en-US" altLang="zh-CN" dirty="0"/>
              <a:t>&lt;T&gt; *Last ( </a:t>
            </a:r>
            <a:r>
              <a:rPr lang="en-US" altLang="zh-CN" dirty="0" err="1"/>
              <a:t>ThreadNode</a:t>
            </a:r>
            <a:r>
              <a:rPr lang="en-US" altLang="zh-CN" dirty="0"/>
              <a:t> &lt;T&gt; * current );        </a:t>
            </a:r>
          </a:p>
          <a:p>
            <a:pPr marL="0" indent="0">
              <a:buNone/>
            </a:pPr>
            <a:r>
              <a:rPr lang="en-US" altLang="zh-CN" dirty="0"/>
              <a:t>    </a:t>
            </a:r>
            <a:r>
              <a:rPr lang="en-US" altLang="zh-CN" dirty="0" err="1"/>
              <a:t>ThreadNode</a:t>
            </a:r>
            <a:r>
              <a:rPr lang="en-US" altLang="zh-CN" dirty="0"/>
              <a:t>&lt;T&gt; *Next ( </a:t>
            </a:r>
            <a:r>
              <a:rPr lang="en-US" altLang="zh-CN" dirty="0" err="1"/>
              <a:t>ThreadNode</a:t>
            </a:r>
            <a:r>
              <a:rPr lang="en-US" altLang="zh-CN" dirty="0"/>
              <a:t> &lt;T&gt; * current );</a:t>
            </a:r>
          </a:p>
          <a:p>
            <a:pPr marL="0" indent="0">
              <a:buNone/>
            </a:pPr>
            <a:r>
              <a:rPr lang="en-US" altLang="zh-CN" dirty="0"/>
              <a:t>    </a:t>
            </a:r>
            <a:r>
              <a:rPr lang="en-US" altLang="zh-CN" dirty="0" err="1"/>
              <a:t>ThreadNode</a:t>
            </a:r>
            <a:r>
              <a:rPr lang="en-US" altLang="zh-CN" dirty="0"/>
              <a:t>&lt;T&gt; *Prior ( </a:t>
            </a:r>
            <a:r>
              <a:rPr lang="en-US" altLang="zh-CN" dirty="0" err="1"/>
              <a:t>ThreadNode</a:t>
            </a:r>
            <a:r>
              <a:rPr lang="en-US" altLang="zh-CN" dirty="0"/>
              <a:t> &lt;T&gt; * current );</a:t>
            </a:r>
          </a:p>
          <a:p>
            <a:pPr marL="0" indent="0">
              <a:buNone/>
            </a:pPr>
            <a:r>
              <a:rPr lang="en-US" altLang="zh-CN" dirty="0"/>
              <a:t>    …………</a:t>
            </a:r>
          </a:p>
          <a:p>
            <a:pPr marL="0" indent="0">
              <a:buNone/>
            </a:pPr>
            <a:r>
              <a:rPr lang="en-US" altLang="zh-CN" dirty="0"/>
              <a:t>} </a:t>
            </a:r>
          </a:p>
          <a:p>
            <a:pPr marL="0" indent="0">
              <a:buNone/>
            </a:pPr>
            <a:endParaRPr lang="zh-CN" altLang="en-US" dirty="0"/>
          </a:p>
        </p:txBody>
      </p:sp>
      <p:sp>
        <p:nvSpPr>
          <p:cNvPr id="2" name="灯片编号占位符 1">
            <a:extLst>
              <a:ext uri="{FF2B5EF4-FFF2-40B4-BE49-F238E27FC236}">
                <a16:creationId xmlns:a16="http://schemas.microsoft.com/office/drawing/2014/main" id="{A2672FAA-B6B4-3770-D78D-202CC085BA7C}"/>
              </a:ext>
            </a:extLst>
          </p:cNvPr>
          <p:cNvSpPr>
            <a:spLocks noGrp="1"/>
          </p:cNvSpPr>
          <p:nvPr>
            <p:ph type="sldNum" sz="quarter" idx="12"/>
          </p:nvPr>
        </p:nvSpPr>
        <p:spPr/>
        <p:txBody>
          <a:bodyPr/>
          <a:lstStyle/>
          <a:p>
            <a:pPr>
              <a:defRPr/>
            </a:pPr>
            <a:fld id="{A598D83B-EE2A-4F12-B129-1EDE84DF129B}" type="slidenum">
              <a:rPr lang="en-US" altLang="zh-CN" smtClean="0"/>
              <a:pPr>
                <a:defRPr/>
              </a:pPr>
              <a:t>69</a:t>
            </a:fld>
            <a:endParaRPr lang="en-US" altLang="zh-CN"/>
          </a:p>
        </p:txBody>
      </p:sp>
    </p:spTree>
  </p:cSld>
  <p:clrMapOvr>
    <a:masterClrMapping/>
  </p:clrMapOvr>
  <p:transition>
    <p:split/>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Line 2">
            <a:extLst>
              <a:ext uri="{FF2B5EF4-FFF2-40B4-BE49-F238E27FC236}">
                <a16:creationId xmlns:a16="http://schemas.microsoft.com/office/drawing/2014/main" id="{49E6521C-050D-B445-35A8-EB4B069DD067}"/>
              </a:ext>
            </a:extLst>
          </p:cNvPr>
          <p:cNvSpPr>
            <a:spLocks noChangeShapeType="1"/>
          </p:cNvSpPr>
          <p:nvPr/>
        </p:nvSpPr>
        <p:spPr bwMode="auto">
          <a:xfrm>
            <a:off x="2200672" y="2170584"/>
            <a:ext cx="304800" cy="457200"/>
          </a:xfrm>
          <a:prstGeom prst="line">
            <a:avLst/>
          </a:prstGeom>
          <a:noFill/>
          <a:ln w="28575">
            <a:solidFill>
              <a:srgbClr val="008080"/>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47" name="Line 3">
            <a:extLst>
              <a:ext uri="{FF2B5EF4-FFF2-40B4-BE49-F238E27FC236}">
                <a16:creationId xmlns:a16="http://schemas.microsoft.com/office/drawing/2014/main" id="{6497672E-1F7D-E61F-4FF3-CCB7733EE71B}"/>
              </a:ext>
            </a:extLst>
          </p:cNvPr>
          <p:cNvSpPr>
            <a:spLocks noChangeShapeType="1"/>
          </p:cNvSpPr>
          <p:nvPr/>
        </p:nvSpPr>
        <p:spPr bwMode="auto">
          <a:xfrm>
            <a:off x="2734072" y="3008784"/>
            <a:ext cx="228600" cy="457200"/>
          </a:xfrm>
          <a:prstGeom prst="line">
            <a:avLst/>
          </a:prstGeom>
          <a:noFill/>
          <a:ln w="28575">
            <a:solidFill>
              <a:srgbClr val="008080"/>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48" name="Line 4">
            <a:extLst>
              <a:ext uri="{FF2B5EF4-FFF2-40B4-BE49-F238E27FC236}">
                <a16:creationId xmlns:a16="http://schemas.microsoft.com/office/drawing/2014/main" id="{9D3F8A77-2FDB-9659-25C1-7003F1821B3D}"/>
              </a:ext>
            </a:extLst>
          </p:cNvPr>
          <p:cNvSpPr>
            <a:spLocks noChangeShapeType="1"/>
          </p:cNvSpPr>
          <p:nvPr/>
        </p:nvSpPr>
        <p:spPr bwMode="auto">
          <a:xfrm>
            <a:off x="3267472" y="3923184"/>
            <a:ext cx="228600" cy="381000"/>
          </a:xfrm>
          <a:prstGeom prst="line">
            <a:avLst/>
          </a:prstGeom>
          <a:noFill/>
          <a:ln w="28575">
            <a:solidFill>
              <a:srgbClr val="008080"/>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49" name="Line 5">
            <a:extLst>
              <a:ext uri="{FF2B5EF4-FFF2-40B4-BE49-F238E27FC236}">
                <a16:creationId xmlns:a16="http://schemas.microsoft.com/office/drawing/2014/main" id="{FA1F84E7-FF92-94E3-33B0-E0A1AB7BD93C}"/>
              </a:ext>
            </a:extLst>
          </p:cNvPr>
          <p:cNvSpPr>
            <a:spLocks noChangeShapeType="1"/>
          </p:cNvSpPr>
          <p:nvPr/>
        </p:nvSpPr>
        <p:spPr bwMode="auto">
          <a:xfrm flipH="1">
            <a:off x="2734072" y="3999384"/>
            <a:ext cx="228600" cy="381000"/>
          </a:xfrm>
          <a:prstGeom prst="line">
            <a:avLst/>
          </a:prstGeom>
          <a:noFill/>
          <a:ln w="28575">
            <a:solidFill>
              <a:srgbClr val="008080"/>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50" name="Line 6">
            <a:extLst>
              <a:ext uri="{FF2B5EF4-FFF2-40B4-BE49-F238E27FC236}">
                <a16:creationId xmlns:a16="http://schemas.microsoft.com/office/drawing/2014/main" id="{FABC346D-3F30-93E7-0EFE-E6CC6D9A8517}"/>
              </a:ext>
            </a:extLst>
          </p:cNvPr>
          <p:cNvSpPr>
            <a:spLocks noChangeShapeType="1"/>
          </p:cNvSpPr>
          <p:nvPr/>
        </p:nvSpPr>
        <p:spPr bwMode="auto">
          <a:xfrm>
            <a:off x="2734072" y="4761384"/>
            <a:ext cx="228600" cy="533400"/>
          </a:xfrm>
          <a:prstGeom prst="line">
            <a:avLst/>
          </a:prstGeom>
          <a:noFill/>
          <a:ln w="28575">
            <a:solidFill>
              <a:srgbClr val="008080"/>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51" name="Line 7">
            <a:extLst>
              <a:ext uri="{FF2B5EF4-FFF2-40B4-BE49-F238E27FC236}">
                <a16:creationId xmlns:a16="http://schemas.microsoft.com/office/drawing/2014/main" id="{E5BFFA4F-7BED-7916-8F97-C3B4AA741C44}"/>
              </a:ext>
            </a:extLst>
          </p:cNvPr>
          <p:cNvSpPr>
            <a:spLocks noChangeShapeType="1"/>
          </p:cNvSpPr>
          <p:nvPr/>
        </p:nvSpPr>
        <p:spPr bwMode="auto">
          <a:xfrm flipH="1">
            <a:off x="1286272" y="2170584"/>
            <a:ext cx="609600" cy="457200"/>
          </a:xfrm>
          <a:prstGeom prst="line">
            <a:avLst/>
          </a:prstGeom>
          <a:noFill/>
          <a:ln w="28575">
            <a:solidFill>
              <a:srgbClr val="008080"/>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52" name="Line 8">
            <a:extLst>
              <a:ext uri="{FF2B5EF4-FFF2-40B4-BE49-F238E27FC236}">
                <a16:creationId xmlns:a16="http://schemas.microsoft.com/office/drawing/2014/main" id="{D4B179B1-7152-C1B5-93C7-341461EA123D}"/>
              </a:ext>
            </a:extLst>
          </p:cNvPr>
          <p:cNvSpPr>
            <a:spLocks noChangeShapeType="1"/>
          </p:cNvSpPr>
          <p:nvPr/>
        </p:nvSpPr>
        <p:spPr bwMode="auto">
          <a:xfrm>
            <a:off x="1210072" y="3008784"/>
            <a:ext cx="381000" cy="533400"/>
          </a:xfrm>
          <a:prstGeom prst="line">
            <a:avLst/>
          </a:prstGeom>
          <a:noFill/>
          <a:ln w="28575">
            <a:solidFill>
              <a:srgbClr val="008080"/>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53" name="Line 9">
            <a:extLst>
              <a:ext uri="{FF2B5EF4-FFF2-40B4-BE49-F238E27FC236}">
                <a16:creationId xmlns:a16="http://schemas.microsoft.com/office/drawing/2014/main" id="{454E257A-4AA6-F000-84FE-F2E1A3D0C8D5}"/>
              </a:ext>
            </a:extLst>
          </p:cNvPr>
          <p:cNvSpPr>
            <a:spLocks noChangeShapeType="1"/>
          </p:cNvSpPr>
          <p:nvPr/>
        </p:nvSpPr>
        <p:spPr bwMode="auto">
          <a:xfrm flipH="1">
            <a:off x="1286272" y="3923184"/>
            <a:ext cx="228600" cy="381000"/>
          </a:xfrm>
          <a:prstGeom prst="line">
            <a:avLst/>
          </a:prstGeom>
          <a:noFill/>
          <a:ln w="28575">
            <a:solidFill>
              <a:srgbClr val="008080"/>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54" name="Line 10">
            <a:extLst>
              <a:ext uri="{FF2B5EF4-FFF2-40B4-BE49-F238E27FC236}">
                <a16:creationId xmlns:a16="http://schemas.microsoft.com/office/drawing/2014/main" id="{C5A8017A-5012-48C6-2DBD-9E6DE1831ECA}"/>
              </a:ext>
            </a:extLst>
          </p:cNvPr>
          <p:cNvSpPr>
            <a:spLocks noChangeShapeType="1"/>
          </p:cNvSpPr>
          <p:nvPr/>
        </p:nvSpPr>
        <p:spPr bwMode="auto">
          <a:xfrm>
            <a:off x="1286272" y="4761384"/>
            <a:ext cx="304800" cy="533400"/>
          </a:xfrm>
          <a:prstGeom prst="line">
            <a:avLst/>
          </a:prstGeom>
          <a:noFill/>
          <a:ln w="28575">
            <a:solidFill>
              <a:srgbClr val="008080"/>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55" name="Line 11">
            <a:extLst>
              <a:ext uri="{FF2B5EF4-FFF2-40B4-BE49-F238E27FC236}">
                <a16:creationId xmlns:a16="http://schemas.microsoft.com/office/drawing/2014/main" id="{9DC9022F-654B-7AE2-3793-850AB8F336BC}"/>
              </a:ext>
            </a:extLst>
          </p:cNvPr>
          <p:cNvSpPr>
            <a:spLocks noChangeShapeType="1"/>
          </p:cNvSpPr>
          <p:nvPr/>
        </p:nvSpPr>
        <p:spPr bwMode="auto">
          <a:xfrm flipH="1">
            <a:off x="524272" y="3008784"/>
            <a:ext cx="381000" cy="457200"/>
          </a:xfrm>
          <a:prstGeom prst="line">
            <a:avLst/>
          </a:prstGeom>
          <a:noFill/>
          <a:ln w="28575">
            <a:solidFill>
              <a:srgbClr val="008080"/>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56" name="Text Box 12">
            <a:extLst>
              <a:ext uri="{FF2B5EF4-FFF2-40B4-BE49-F238E27FC236}">
                <a16:creationId xmlns:a16="http://schemas.microsoft.com/office/drawing/2014/main" id="{682A3EA0-898E-F116-363A-B81A3F650425}"/>
              </a:ext>
            </a:extLst>
          </p:cNvPr>
          <p:cNvSpPr txBox="1">
            <a:spLocks noChangeArrowheads="1"/>
          </p:cNvSpPr>
          <p:nvPr/>
        </p:nvSpPr>
        <p:spPr bwMode="auto">
          <a:xfrm>
            <a:off x="3279313" y="1626072"/>
            <a:ext cx="5562600" cy="277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pPr>
            <a:r>
              <a:rPr kumimoji="1" lang="en-US" altLang="zh-CN" sz="3200" b="1" dirty="0">
                <a:latin typeface="+mj-lt"/>
                <a:ea typeface="仿宋_GB2312" pitchFamily="49" charset="-122"/>
              </a:rPr>
              <a:t>if</a:t>
            </a:r>
            <a:r>
              <a:rPr kumimoji="1" lang="en-US" altLang="zh-CN" sz="3200" dirty="0">
                <a:latin typeface="+mj-lt"/>
                <a:ea typeface="仿宋_GB2312" pitchFamily="49" charset="-122"/>
              </a:rPr>
              <a:t> (current</a:t>
            </a:r>
            <a:r>
              <a:rPr kumimoji="1" lang="en-US" altLang="zh-CN" sz="3200" dirty="0">
                <a:latin typeface="+mj-lt"/>
                <a:ea typeface="楷体_GB2312" pitchFamily="49" charset="-122"/>
              </a:rPr>
              <a:t>-&gt;</a:t>
            </a:r>
            <a:r>
              <a:rPr kumimoji="1" lang="en-US" altLang="zh-CN" sz="3200" dirty="0" err="1">
                <a:latin typeface="+mj-lt"/>
                <a:ea typeface="仿宋_GB2312" pitchFamily="49" charset="-122"/>
                <a:sym typeface="Symbol" panose="05050102010706020507" pitchFamily="18" charset="2"/>
              </a:rPr>
              <a:t>rtag</a:t>
            </a:r>
            <a:r>
              <a:rPr kumimoji="1" lang="en-US" altLang="zh-CN" sz="3200" dirty="0">
                <a:latin typeface="+mj-lt"/>
                <a:ea typeface="仿宋_GB2312" pitchFamily="49" charset="-122"/>
                <a:sym typeface="Symbol" panose="05050102010706020507" pitchFamily="18" charset="2"/>
              </a:rPr>
              <a:t> </a:t>
            </a:r>
            <a:r>
              <a:rPr kumimoji="1" lang="en-US" altLang="zh-CN" sz="3200" i="1" dirty="0">
                <a:latin typeface="+mj-lt"/>
                <a:ea typeface="仿宋_GB2312" pitchFamily="49" charset="-122"/>
                <a:sym typeface="Symbol" panose="05050102010706020507" pitchFamily="18" charset="2"/>
              </a:rPr>
              <a:t>==</a:t>
            </a:r>
            <a:r>
              <a:rPr kumimoji="1" lang="en-US" altLang="zh-CN" sz="3200" dirty="0">
                <a:latin typeface="+mj-lt"/>
                <a:ea typeface="仿宋_GB2312" pitchFamily="49" charset="-122"/>
                <a:sym typeface="Symbol" panose="05050102010706020507" pitchFamily="18" charset="2"/>
              </a:rPr>
              <a:t>1) </a:t>
            </a:r>
          </a:p>
          <a:p>
            <a:pPr eaLnBrk="1" hangingPunct="1">
              <a:lnSpc>
                <a:spcPct val="110000"/>
              </a:lnSpc>
            </a:pPr>
            <a:r>
              <a:rPr kumimoji="1" lang="en-US" altLang="zh-CN" sz="3200" dirty="0">
                <a:latin typeface="+mj-lt"/>
                <a:ea typeface="仿宋_GB2312" pitchFamily="49" charset="-122"/>
                <a:sym typeface="Symbol" panose="05050102010706020507" pitchFamily="18" charset="2"/>
              </a:rPr>
              <a:t>      </a:t>
            </a:r>
            <a:r>
              <a:rPr kumimoji="1" lang="zh-CN" altLang="en-US" sz="3200" dirty="0">
                <a:latin typeface="+mj-lt"/>
                <a:ea typeface="仿宋_GB2312" pitchFamily="49" charset="-122"/>
                <a:sym typeface="Symbol" panose="05050102010706020507" pitchFamily="18" charset="2"/>
              </a:rPr>
              <a:t>后继为</a:t>
            </a:r>
            <a:r>
              <a:rPr kumimoji="1" lang="en-US" altLang="zh-CN" sz="3200" dirty="0">
                <a:latin typeface="+mj-lt"/>
                <a:ea typeface="仿宋_GB2312" pitchFamily="49" charset="-122"/>
                <a:sym typeface="Symbol" panose="05050102010706020507" pitchFamily="18" charset="2"/>
              </a:rPr>
              <a:t>current</a:t>
            </a:r>
            <a:r>
              <a:rPr kumimoji="1" lang="en-US" altLang="zh-CN" sz="3200" dirty="0">
                <a:latin typeface="+mj-lt"/>
                <a:ea typeface="楷体_GB2312" pitchFamily="49" charset="-122"/>
                <a:sym typeface="Symbol" panose="05050102010706020507" pitchFamily="18" charset="2"/>
              </a:rPr>
              <a:t>-&gt;</a:t>
            </a:r>
            <a:r>
              <a:rPr kumimoji="1" lang="en-US" altLang="zh-CN" sz="3200" dirty="0" err="1">
                <a:latin typeface="+mj-lt"/>
                <a:ea typeface="仿宋_GB2312" pitchFamily="49" charset="-122"/>
                <a:sym typeface="Symbol" panose="05050102010706020507" pitchFamily="18" charset="2"/>
              </a:rPr>
              <a:t>rightChild</a:t>
            </a:r>
            <a:endParaRPr kumimoji="1" lang="en-US" altLang="zh-CN" sz="3200" dirty="0">
              <a:latin typeface="+mj-lt"/>
              <a:ea typeface="仿宋_GB2312" pitchFamily="49" charset="-122"/>
              <a:sym typeface="Symbol" panose="05050102010706020507" pitchFamily="18" charset="2"/>
            </a:endParaRPr>
          </a:p>
          <a:p>
            <a:pPr eaLnBrk="1" hangingPunct="1">
              <a:lnSpc>
                <a:spcPct val="110000"/>
              </a:lnSpc>
            </a:pPr>
            <a:r>
              <a:rPr kumimoji="1" lang="en-US" altLang="zh-CN" sz="3200" b="1" dirty="0">
                <a:latin typeface="+mj-lt"/>
                <a:ea typeface="仿宋_GB2312" pitchFamily="49" charset="-122"/>
                <a:sym typeface="Symbol" panose="05050102010706020507" pitchFamily="18" charset="2"/>
              </a:rPr>
              <a:t>else</a:t>
            </a:r>
            <a:r>
              <a:rPr kumimoji="1" lang="en-US" altLang="zh-CN" sz="3200" dirty="0">
                <a:latin typeface="+mj-lt"/>
                <a:ea typeface="仿宋_GB2312" pitchFamily="49" charset="-122"/>
                <a:sym typeface="Symbol" panose="05050102010706020507" pitchFamily="18" charset="2"/>
              </a:rPr>
              <a:t>  //current</a:t>
            </a:r>
            <a:r>
              <a:rPr kumimoji="1" lang="en-US" altLang="zh-CN" sz="3200" dirty="0">
                <a:latin typeface="+mj-lt"/>
                <a:ea typeface="楷体_GB2312" pitchFamily="49" charset="-122"/>
              </a:rPr>
              <a:t>-&gt;</a:t>
            </a:r>
            <a:r>
              <a:rPr kumimoji="1" lang="en-US" altLang="zh-CN" sz="3200" dirty="0" err="1">
                <a:latin typeface="+mj-lt"/>
                <a:ea typeface="仿宋_GB2312" pitchFamily="49" charset="-122"/>
                <a:sym typeface="Symbol" panose="05050102010706020507" pitchFamily="18" charset="2"/>
              </a:rPr>
              <a:t>rtag</a:t>
            </a:r>
            <a:r>
              <a:rPr kumimoji="1" lang="en-US" altLang="zh-CN" sz="3200" dirty="0">
                <a:latin typeface="+mj-lt"/>
                <a:ea typeface="仿宋_GB2312" pitchFamily="49" charset="-122"/>
                <a:sym typeface="Symbol" panose="05050102010706020507" pitchFamily="18" charset="2"/>
              </a:rPr>
              <a:t> != 1 </a:t>
            </a:r>
          </a:p>
          <a:p>
            <a:pPr eaLnBrk="1" hangingPunct="1">
              <a:lnSpc>
                <a:spcPct val="110000"/>
              </a:lnSpc>
            </a:pPr>
            <a:r>
              <a:rPr kumimoji="1" lang="en-US" altLang="zh-CN" sz="3200" b="1" dirty="0">
                <a:latin typeface="+mj-lt"/>
                <a:ea typeface="仿宋_GB2312" pitchFamily="49" charset="-122"/>
                <a:sym typeface="Symbol" panose="05050102010706020507" pitchFamily="18" charset="2"/>
              </a:rPr>
              <a:t>       </a:t>
            </a:r>
            <a:r>
              <a:rPr kumimoji="1" lang="zh-CN" altLang="en-US" sz="3200" dirty="0">
                <a:latin typeface="+mj-lt"/>
                <a:ea typeface="仿宋_GB2312" pitchFamily="49" charset="-122"/>
                <a:sym typeface="Symbol" panose="05050102010706020507" pitchFamily="18" charset="2"/>
              </a:rPr>
              <a:t>后继为当前结点右子树</a:t>
            </a:r>
          </a:p>
          <a:p>
            <a:pPr eaLnBrk="1" hangingPunct="1">
              <a:lnSpc>
                <a:spcPct val="110000"/>
              </a:lnSpc>
            </a:pPr>
            <a:r>
              <a:rPr kumimoji="1" lang="zh-CN" altLang="en-US" sz="3200" dirty="0">
                <a:latin typeface="+mj-lt"/>
                <a:ea typeface="仿宋_GB2312" pitchFamily="49" charset="-122"/>
                <a:sym typeface="Symbol" panose="05050102010706020507" pitchFamily="18" charset="2"/>
              </a:rPr>
              <a:t>       的中序下的第一个结点</a:t>
            </a:r>
            <a:endParaRPr kumimoji="1" lang="zh-CN" altLang="en-US" sz="2800" dirty="0">
              <a:latin typeface="+mj-lt"/>
              <a:ea typeface="仿宋_GB2312" pitchFamily="49" charset="-122"/>
              <a:sym typeface="Symbol" panose="05050102010706020507" pitchFamily="18" charset="2"/>
            </a:endParaRPr>
          </a:p>
        </p:txBody>
      </p:sp>
      <p:sp>
        <p:nvSpPr>
          <p:cNvPr id="82958" name="Oval 14">
            <a:extLst>
              <a:ext uri="{FF2B5EF4-FFF2-40B4-BE49-F238E27FC236}">
                <a16:creationId xmlns:a16="http://schemas.microsoft.com/office/drawing/2014/main" id="{E3FAB1B8-8205-8813-2A51-A0D071FA9497}"/>
              </a:ext>
            </a:extLst>
          </p:cNvPr>
          <p:cNvSpPr>
            <a:spLocks noChangeArrowheads="1"/>
          </p:cNvSpPr>
          <p:nvPr/>
        </p:nvSpPr>
        <p:spPr bwMode="auto">
          <a:xfrm>
            <a:off x="1819672" y="1713384"/>
            <a:ext cx="533400" cy="533400"/>
          </a:xfrm>
          <a:prstGeom prst="ellipse">
            <a:avLst/>
          </a:prstGeom>
          <a:solidFill>
            <a:srgbClr val="FFFFCC"/>
          </a:solid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lang="en-US" altLang="zh-CN" sz="3200">
                <a:solidFill>
                  <a:srgbClr val="000099"/>
                </a:solidFill>
                <a:latin typeface="Times New Roman" panose="02020603050405020304" pitchFamily="18" charset="0"/>
                <a:ea typeface="黑体" panose="02010609060101010101" pitchFamily="49" charset="-122"/>
              </a:rPr>
              <a:t>A</a:t>
            </a:r>
            <a:endParaRPr lang="en-US" altLang="zh-CN">
              <a:latin typeface="Arial" panose="020B0604020202020204" pitchFamily="34" charset="0"/>
              <a:ea typeface="黑体" panose="02010609060101010101" pitchFamily="49" charset="-122"/>
            </a:endParaRPr>
          </a:p>
        </p:txBody>
      </p:sp>
      <p:sp>
        <p:nvSpPr>
          <p:cNvPr id="82959" name="Oval 15">
            <a:extLst>
              <a:ext uri="{FF2B5EF4-FFF2-40B4-BE49-F238E27FC236}">
                <a16:creationId xmlns:a16="http://schemas.microsoft.com/office/drawing/2014/main" id="{93F6F984-7317-E371-98C9-FA720C4F3FDF}"/>
              </a:ext>
            </a:extLst>
          </p:cNvPr>
          <p:cNvSpPr>
            <a:spLocks noChangeArrowheads="1"/>
          </p:cNvSpPr>
          <p:nvPr/>
        </p:nvSpPr>
        <p:spPr bwMode="auto">
          <a:xfrm>
            <a:off x="829072" y="2551584"/>
            <a:ext cx="533400" cy="533400"/>
          </a:xfrm>
          <a:prstGeom prst="ellipse">
            <a:avLst/>
          </a:prstGeom>
          <a:solidFill>
            <a:srgbClr val="FFFFCC"/>
          </a:solid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lang="en-US" altLang="zh-CN" sz="2800">
                <a:solidFill>
                  <a:srgbClr val="000099"/>
                </a:solidFill>
                <a:latin typeface="Times New Roman" panose="02020603050405020304" pitchFamily="18" charset="0"/>
                <a:ea typeface="黑体" panose="02010609060101010101" pitchFamily="49" charset="-122"/>
              </a:rPr>
              <a:t>B</a:t>
            </a:r>
            <a:endParaRPr lang="en-US" altLang="zh-CN">
              <a:solidFill>
                <a:srgbClr val="000099"/>
              </a:solidFill>
              <a:latin typeface="Arial" panose="020B0604020202020204" pitchFamily="34" charset="0"/>
              <a:ea typeface="黑体" panose="02010609060101010101" pitchFamily="49" charset="-122"/>
            </a:endParaRPr>
          </a:p>
        </p:txBody>
      </p:sp>
      <p:sp>
        <p:nvSpPr>
          <p:cNvPr id="82960" name="Oval 16">
            <a:extLst>
              <a:ext uri="{FF2B5EF4-FFF2-40B4-BE49-F238E27FC236}">
                <a16:creationId xmlns:a16="http://schemas.microsoft.com/office/drawing/2014/main" id="{3A3F29CF-25E1-4461-B544-D8746BDBC0DB}"/>
              </a:ext>
            </a:extLst>
          </p:cNvPr>
          <p:cNvSpPr>
            <a:spLocks noChangeArrowheads="1"/>
          </p:cNvSpPr>
          <p:nvPr/>
        </p:nvSpPr>
        <p:spPr bwMode="auto">
          <a:xfrm>
            <a:off x="143272" y="3389784"/>
            <a:ext cx="533400" cy="533400"/>
          </a:xfrm>
          <a:prstGeom prst="ellipse">
            <a:avLst/>
          </a:prstGeom>
          <a:solidFill>
            <a:srgbClr val="FFFFCC"/>
          </a:solid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lang="en-US" altLang="zh-CN" sz="2800">
                <a:solidFill>
                  <a:srgbClr val="000099"/>
                </a:solidFill>
                <a:latin typeface="Times New Roman" panose="02020603050405020304" pitchFamily="18" charset="0"/>
                <a:ea typeface="黑体" panose="02010609060101010101" pitchFamily="49" charset="-122"/>
              </a:rPr>
              <a:t>D</a:t>
            </a:r>
            <a:endParaRPr lang="en-US" altLang="zh-CN">
              <a:latin typeface="Arial" panose="020B0604020202020204" pitchFamily="34" charset="0"/>
              <a:ea typeface="黑体" panose="02010609060101010101" pitchFamily="49" charset="-122"/>
            </a:endParaRPr>
          </a:p>
        </p:txBody>
      </p:sp>
      <p:sp>
        <p:nvSpPr>
          <p:cNvPr id="82961" name="Oval 17">
            <a:extLst>
              <a:ext uri="{FF2B5EF4-FFF2-40B4-BE49-F238E27FC236}">
                <a16:creationId xmlns:a16="http://schemas.microsoft.com/office/drawing/2014/main" id="{1801E48E-7A12-CB6F-B910-9C01B613CAED}"/>
              </a:ext>
            </a:extLst>
          </p:cNvPr>
          <p:cNvSpPr>
            <a:spLocks noChangeArrowheads="1"/>
          </p:cNvSpPr>
          <p:nvPr/>
        </p:nvSpPr>
        <p:spPr bwMode="auto">
          <a:xfrm>
            <a:off x="1438672" y="3465984"/>
            <a:ext cx="533400" cy="533400"/>
          </a:xfrm>
          <a:prstGeom prst="ellipse">
            <a:avLst/>
          </a:prstGeom>
          <a:solidFill>
            <a:srgbClr val="FFFFCC"/>
          </a:solid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lang="en-US" altLang="zh-CN" sz="2800">
                <a:solidFill>
                  <a:srgbClr val="000099"/>
                </a:solidFill>
                <a:latin typeface="Times New Roman" panose="02020603050405020304" pitchFamily="18" charset="0"/>
                <a:ea typeface="黑体" panose="02010609060101010101" pitchFamily="49" charset="-122"/>
              </a:rPr>
              <a:t>E</a:t>
            </a:r>
            <a:endParaRPr lang="en-US" altLang="zh-CN">
              <a:latin typeface="Arial" panose="020B0604020202020204" pitchFamily="34" charset="0"/>
              <a:ea typeface="黑体" panose="02010609060101010101" pitchFamily="49" charset="-122"/>
            </a:endParaRPr>
          </a:p>
        </p:txBody>
      </p:sp>
      <p:sp>
        <p:nvSpPr>
          <p:cNvPr id="82962" name="Oval 18">
            <a:extLst>
              <a:ext uri="{FF2B5EF4-FFF2-40B4-BE49-F238E27FC236}">
                <a16:creationId xmlns:a16="http://schemas.microsoft.com/office/drawing/2014/main" id="{EB7A5CC6-B284-B6ED-D858-5F2E33B7E115}"/>
              </a:ext>
            </a:extLst>
          </p:cNvPr>
          <p:cNvSpPr>
            <a:spLocks noChangeArrowheads="1"/>
          </p:cNvSpPr>
          <p:nvPr/>
        </p:nvSpPr>
        <p:spPr bwMode="auto">
          <a:xfrm>
            <a:off x="2353072" y="2551584"/>
            <a:ext cx="533400" cy="533400"/>
          </a:xfrm>
          <a:prstGeom prst="ellipse">
            <a:avLst/>
          </a:prstGeom>
          <a:solidFill>
            <a:srgbClr val="FFFFCC"/>
          </a:solid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lang="en-US" altLang="zh-CN" sz="2800">
                <a:solidFill>
                  <a:srgbClr val="000099"/>
                </a:solidFill>
                <a:latin typeface="Times New Roman" panose="02020603050405020304" pitchFamily="18" charset="0"/>
                <a:ea typeface="黑体" panose="02010609060101010101" pitchFamily="49" charset="-122"/>
              </a:rPr>
              <a:t>C</a:t>
            </a:r>
            <a:endParaRPr lang="en-US" altLang="zh-CN">
              <a:latin typeface="Arial" panose="020B0604020202020204" pitchFamily="34" charset="0"/>
              <a:ea typeface="黑体" panose="02010609060101010101" pitchFamily="49" charset="-122"/>
            </a:endParaRPr>
          </a:p>
        </p:txBody>
      </p:sp>
      <p:sp>
        <p:nvSpPr>
          <p:cNvPr id="82963" name="Oval 19">
            <a:extLst>
              <a:ext uri="{FF2B5EF4-FFF2-40B4-BE49-F238E27FC236}">
                <a16:creationId xmlns:a16="http://schemas.microsoft.com/office/drawing/2014/main" id="{A3255C73-5B96-37D8-F048-BCE6F5BCD5BE}"/>
              </a:ext>
            </a:extLst>
          </p:cNvPr>
          <p:cNvSpPr>
            <a:spLocks noChangeArrowheads="1"/>
          </p:cNvSpPr>
          <p:nvPr/>
        </p:nvSpPr>
        <p:spPr bwMode="auto">
          <a:xfrm>
            <a:off x="2810272" y="3465984"/>
            <a:ext cx="533400" cy="533400"/>
          </a:xfrm>
          <a:prstGeom prst="ellipse">
            <a:avLst/>
          </a:prstGeom>
          <a:solidFill>
            <a:srgbClr val="FFFFCC"/>
          </a:solid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2800">
                <a:solidFill>
                  <a:srgbClr val="000099"/>
                </a:solidFill>
                <a:latin typeface="Times New Roman" panose="02020603050405020304" pitchFamily="18" charset="0"/>
                <a:ea typeface="黑体" panose="02010609060101010101" pitchFamily="49" charset="-122"/>
              </a:rPr>
              <a:t>F</a:t>
            </a:r>
            <a:endParaRPr lang="en-US" altLang="zh-CN">
              <a:latin typeface="Arial" panose="020B0604020202020204" pitchFamily="34" charset="0"/>
              <a:ea typeface="黑体" panose="02010609060101010101" pitchFamily="49" charset="-122"/>
            </a:endParaRPr>
          </a:p>
        </p:txBody>
      </p:sp>
      <p:sp>
        <p:nvSpPr>
          <p:cNvPr id="82964" name="Oval 20">
            <a:extLst>
              <a:ext uri="{FF2B5EF4-FFF2-40B4-BE49-F238E27FC236}">
                <a16:creationId xmlns:a16="http://schemas.microsoft.com/office/drawing/2014/main" id="{4EF9FB83-C675-8EA1-CB77-48024016FD4A}"/>
              </a:ext>
            </a:extLst>
          </p:cNvPr>
          <p:cNvSpPr>
            <a:spLocks noChangeArrowheads="1"/>
          </p:cNvSpPr>
          <p:nvPr/>
        </p:nvSpPr>
        <p:spPr bwMode="auto">
          <a:xfrm>
            <a:off x="2353072" y="4304184"/>
            <a:ext cx="533400" cy="533400"/>
          </a:xfrm>
          <a:prstGeom prst="ellipse">
            <a:avLst/>
          </a:prstGeom>
          <a:solidFill>
            <a:srgbClr val="FFFFCC"/>
          </a:solid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lang="en-US" altLang="zh-CN" sz="2800">
                <a:solidFill>
                  <a:srgbClr val="000099"/>
                </a:solidFill>
                <a:latin typeface="Times New Roman" panose="02020603050405020304" pitchFamily="18" charset="0"/>
                <a:ea typeface="黑体" panose="02010609060101010101" pitchFamily="49" charset="-122"/>
              </a:rPr>
              <a:t>H</a:t>
            </a:r>
            <a:endParaRPr lang="en-US" altLang="zh-CN">
              <a:latin typeface="Arial" panose="020B0604020202020204" pitchFamily="34" charset="0"/>
              <a:ea typeface="黑体" panose="02010609060101010101" pitchFamily="49" charset="-122"/>
            </a:endParaRPr>
          </a:p>
        </p:txBody>
      </p:sp>
      <p:sp>
        <p:nvSpPr>
          <p:cNvPr id="82965" name="Oval 21">
            <a:extLst>
              <a:ext uri="{FF2B5EF4-FFF2-40B4-BE49-F238E27FC236}">
                <a16:creationId xmlns:a16="http://schemas.microsoft.com/office/drawing/2014/main" id="{3D04CAC1-8F9D-524E-D54F-382F6DBE85D6}"/>
              </a:ext>
            </a:extLst>
          </p:cNvPr>
          <p:cNvSpPr>
            <a:spLocks noChangeArrowheads="1"/>
          </p:cNvSpPr>
          <p:nvPr/>
        </p:nvSpPr>
        <p:spPr bwMode="auto">
          <a:xfrm>
            <a:off x="3343672" y="4304184"/>
            <a:ext cx="533400" cy="533400"/>
          </a:xfrm>
          <a:prstGeom prst="ellipse">
            <a:avLst/>
          </a:prstGeom>
          <a:solidFill>
            <a:srgbClr val="FFFFCC"/>
          </a:solid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lang="en-US" altLang="zh-CN" sz="2800">
                <a:solidFill>
                  <a:srgbClr val="000099"/>
                </a:solidFill>
                <a:latin typeface="Times New Roman" panose="02020603050405020304" pitchFamily="18" charset="0"/>
                <a:ea typeface="黑体" panose="02010609060101010101" pitchFamily="49" charset="-122"/>
              </a:rPr>
              <a:t>I</a:t>
            </a:r>
            <a:endParaRPr lang="en-US" altLang="zh-CN">
              <a:latin typeface="Arial" panose="020B0604020202020204" pitchFamily="34" charset="0"/>
              <a:ea typeface="黑体" panose="02010609060101010101" pitchFamily="49" charset="-122"/>
            </a:endParaRPr>
          </a:p>
        </p:txBody>
      </p:sp>
      <p:sp>
        <p:nvSpPr>
          <p:cNvPr id="82966" name="Oval 22">
            <a:extLst>
              <a:ext uri="{FF2B5EF4-FFF2-40B4-BE49-F238E27FC236}">
                <a16:creationId xmlns:a16="http://schemas.microsoft.com/office/drawing/2014/main" id="{23F37D2E-A0BF-807F-0646-031AF5BE2BE3}"/>
              </a:ext>
            </a:extLst>
          </p:cNvPr>
          <p:cNvSpPr>
            <a:spLocks noChangeArrowheads="1"/>
          </p:cNvSpPr>
          <p:nvPr/>
        </p:nvSpPr>
        <p:spPr bwMode="auto">
          <a:xfrm>
            <a:off x="2810272" y="5218584"/>
            <a:ext cx="533400" cy="533400"/>
          </a:xfrm>
          <a:prstGeom prst="ellipse">
            <a:avLst/>
          </a:prstGeom>
          <a:solidFill>
            <a:srgbClr val="FFFFCC"/>
          </a:solid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lang="en-US" altLang="zh-CN" sz="2800">
                <a:solidFill>
                  <a:srgbClr val="000099"/>
                </a:solidFill>
                <a:latin typeface="Times New Roman" panose="02020603050405020304" pitchFamily="18" charset="0"/>
                <a:ea typeface="黑体" panose="02010609060101010101" pitchFamily="49" charset="-122"/>
              </a:rPr>
              <a:t>K</a:t>
            </a:r>
            <a:endParaRPr lang="en-US" altLang="zh-CN">
              <a:latin typeface="Arial" panose="020B0604020202020204" pitchFamily="34" charset="0"/>
              <a:ea typeface="黑体" panose="02010609060101010101" pitchFamily="49" charset="-122"/>
            </a:endParaRPr>
          </a:p>
        </p:txBody>
      </p:sp>
      <p:sp>
        <p:nvSpPr>
          <p:cNvPr id="82967" name="Oval 23">
            <a:extLst>
              <a:ext uri="{FF2B5EF4-FFF2-40B4-BE49-F238E27FC236}">
                <a16:creationId xmlns:a16="http://schemas.microsoft.com/office/drawing/2014/main" id="{42A9D2E9-613E-0876-9880-A7873BF469BE}"/>
              </a:ext>
            </a:extLst>
          </p:cNvPr>
          <p:cNvSpPr>
            <a:spLocks noChangeArrowheads="1"/>
          </p:cNvSpPr>
          <p:nvPr/>
        </p:nvSpPr>
        <p:spPr bwMode="auto">
          <a:xfrm>
            <a:off x="905272" y="4304184"/>
            <a:ext cx="533400" cy="533400"/>
          </a:xfrm>
          <a:prstGeom prst="ellipse">
            <a:avLst/>
          </a:prstGeom>
          <a:solidFill>
            <a:srgbClr val="FFFFCC"/>
          </a:solid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lang="en-US" altLang="zh-CN" sz="2800">
                <a:solidFill>
                  <a:srgbClr val="000099"/>
                </a:solidFill>
                <a:latin typeface="Times New Roman" panose="02020603050405020304" pitchFamily="18" charset="0"/>
                <a:ea typeface="黑体" panose="02010609060101010101" pitchFamily="49" charset="-122"/>
              </a:rPr>
              <a:t>G</a:t>
            </a:r>
            <a:endParaRPr lang="en-US" altLang="zh-CN">
              <a:latin typeface="Arial" panose="020B0604020202020204" pitchFamily="34" charset="0"/>
              <a:ea typeface="黑体" panose="02010609060101010101" pitchFamily="49" charset="-122"/>
            </a:endParaRPr>
          </a:p>
        </p:txBody>
      </p:sp>
      <p:sp>
        <p:nvSpPr>
          <p:cNvPr id="82968" name="Oval 24">
            <a:extLst>
              <a:ext uri="{FF2B5EF4-FFF2-40B4-BE49-F238E27FC236}">
                <a16:creationId xmlns:a16="http://schemas.microsoft.com/office/drawing/2014/main" id="{6933D16D-E52D-7311-3F60-6EE58BFDA8DB}"/>
              </a:ext>
            </a:extLst>
          </p:cNvPr>
          <p:cNvSpPr>
            <a:spLocks noChangeArrowheads="1"/>
          </p:cNvSpPr>
          <p:nvPr/>
        </p:nvSpPr>
        <p:spPr bwMode="auto">
          <a:xfrm>
            <a:off x="1421210" y="5218584"/>
            <a:ext cx="533400" cy="533400"/>
          </a:xfrm>
          <a:prstGeom prst="ellipse">
            <a:avLst/>
          </a:prstGeom>
          <a:solidFill>
            <a:srgbClr val="FFFFCC"/>
          </a:solid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lang="en-US" altLang="zh-CN" sz="2800">
                <a:solidFill>
                  <a:srgbClr val="000099"/>
                </a:solidFill>
                <a:latin typeface="Times New Roman" panose="02020603050405020304" pitchFamily="18" charset="0"/>
                <a:ea typeface="黑体" panose="02010609060101010101" pitchFamily="49" charset="-122"/>
              </a:rPr>
              <a:t>J</a:t>
            </a:r>
            <a:endParaRPr lang="en-US" altLang="zh-CN">
              <a:latin typeface="Arial" panose="020B0604020202020204" pitchFamily="34" charset="0"/>
              <a:ea typeface="黑体" panose="02010609060101010101" pitchFamily="49" charset="-122"/>
            </a:endParaRPr>
          </a:p>
        </p:txBody>
      </p:sp>
      <p:cxnSp>
        <p:nvCxnSpPr>
          <p:cNvPr id="82969" name="AutoShape 25">
            <a:extLst>
              <a:ext uri="{FF2B5EF4-FFF2-40B4-BE49-F238E27FC236}">
                <a16:creationId xmlns:a16="http://schemas.microsoft.com/office/drawing/2014/main" id="{BF9AD5A3-47BF-10FE-96CC-43C060924A00}"/>
              </a:ext>
            </a:extLst>
          </p:cNvPr>
          <p:cNvCxnSpPr>
            <a:cxnSpLocks noChangeShapeType="1"/>
            <a:endCxn id="82959" idx="4"/>
          </p:cNvCxnSpPr>
          <p:nvPr/>
        </p:nvCxnSpPr>
        <p:spPr bwMode="auto">
          <a:xfrm rot="-5400000">
            <a:off x="390128" y="3219128"/>
            <a:ext cx="839788" cy="571500"/>
          </a:xfrm>
          <a:prstGeom prst="curvedConnector3">
            <a:avLst>
              <a:gd name="adj1" fmla="val -15315"/>
            </a:avLst>
          </a:prstGeom>
          <a:noFill/>
          <a:ln w="28575">
            <a:solidFill>
              <a:srgbClr val="FF7C80"/>
            </a:solidFill>
            <a:round/>
            <a:headEnd/>
            <a:tailEnd type="triangle" w="sm" len="lg"/>
          </a:ln>
          <a:extLst>
            <a:ext uri="{909E8E84-426E-40DD-AFC4-6F175D3DCCD1}">
              <a14:hiddenFill xmlns:a14="http://schemas.microsoft.com/office/drawing/2010/main">
                <a:noFill/>
              </a14:hiddenFill>
            </a:ext>
          </a:extLst>
        </p:spPr>
      </p:cxnSp>
      <p:cxnSp>
        <p:nvCxnSpPr>
          <p:cNvPr id="82970" name="AutoShape 26">
            <a:extLst>
              <a:ext uri="{FF2B5EF4-FFF2-40B4-BE49-F238E27FC236}">
                <a16:creationId xmlns:a16="http://schemas.microsoft.com/office/drawing/2014/main" id="{2B63092D-CC5A-4663-4999-6720A38BE7C5}"/>
              </a:ext>
            </a:extLst>
          </p:cNvPr>
          <p:cNvCxnSpPr>
            <a:cxnSpLocks noChangeShapeType="1"/>
            <a:stCxn id="82968" idx="5"/>
          </p:cNvCxnSpPr>
          <p:nvPr/>
        </p:nvCxnSpPr>
        <p:spPr bwMode="auto">
          <a:xfrm rot="5400000" flipH="1" flipV="1">
            <a:off x="1916509" y="5331297"/>
            <a:ext cx="303213" cy="382588"/>
          </a:xfrm>
          <a:prstGeom prst="curvedConnector4">
            <a:avLst>
              <a:gd name="adj1" fmla="val -54977"/>
              <a:gd name="adj2" fmla="val 97509"/>
            </a:avLst>
          </a:prstGeom>
          <a:noFill/>
          <a:ln w="28575">
            <a:solidFill>
              <a:schemeClr val="tx2"/>
            </a:solidFill>
            <a:round/>
            <a:headEnd/>
            <a:tailEnd/>
          </a:ln>
          <a:extLst>
            <a:ext uri="{909E8E84-426E-40DD-AFC4-6F175D3DCCD1}">
              <a14:hiddenFill xmlns:a14="http://schemas.microsoft.com/office/drawing/2010/main">
                <a:noFill/>
              </a14:hiddenFill>
            </a:ext>
          </a:extLst>
        </p:spPr>
      </p:cxnSp>
      <p:cxnSp>
        <p:nvCxnSpPr>
          <p:cNvPr id="82971" name="AutoShape 27">
            <a:extLst>
              <a:ext uri="{FF2B5EF4-FFF2-40B4-BE49-F238E27FC236}">
                <a16:creationId xmlns:a16="http://schemas.microsoft.com/office/drawing/2014/main" id="{814B21F5-ED16-D87F-2C53-E21745119520}"/>
              </a:ext>
            </a:extLst>
          </p:cNvPr>
          <p:cNvCxnSpPr>
            <a:cxnSpLocks noChangeShapeType="1"/>
          </p:cNvCxnSpPr>
          <p:nvPr/>
        </p:nvCxnSpPr>
        <p:spPr bwMode="auto">
          <a:xfrm rot="5400000" flipH="1">
            <a:off x="1305322" y="4437534"/>
            <a:ext cx="1371600" cy="495300"/>
          </a:xfrm>
          <a:prstGeom prst="curvedConnector3">
            <a:avLst>
              <a:gd name="adj1" fmla="val 44907"/>
            </a:avLst>
          </a:prstGeom>
          <a:noFill/>
          <a:ln w="28575">
            <a:solidFill>
              <a:srgbClr val="FF7C80"/>
            </a:solidFill>
            <a:round/>
            <a:headEnd/>
            <a:tailEnd type="triangle" w="sm" len="lg"/>
          </a:ln>
          <a:extLst>
            <a:ext uri="{909E8E84-426E-40DD-AFC4-6F175D3DCCD1}">
              <a14:hiddenFill xmlns:a14="http://schemas.microsoft.com/office/drawing/2010/main">
                <a:noFill/>
              </a14:hiddenFill>
            </a:ext>
          </a:extLst>
        </p:spPr>
      </p:cxnSp>
      <p:cxnSp>
        <p:nvCxnSpPr>
          <p:cNvPr id="82972" name="AutoShape 28">
            <a:extLst>
              <a:ext uri="{FF2B5EF4-FFF2-40B4-BE49-F238E27FC236}">
                <a16:creationId xmlns:a16="http://schemas.microsoft.com/office/drawing/2014/main" id="{5A0F4B04-463F-2F3D-DD08-DD125984CE8C}"/>
              </a:ext>
            </a:extLst>
          </p:cNvPr>
          <p:cNvCxnSpPr>
            <a:cxnSpLocks noChangeShapeType="1"/>
            <a:stCxn id="82961" idx="5"/>
          </p:cNvCxnSpPr>
          <p:nvPr/>
        </p:nvCxnSpPr>
        <p:spPr bwMode="auto">
          <a:xfrm rot="5400000" flipH="1" flipV="1">
            <a:off x="1819672" y="3616797"/>
            <a:ext cx="379413" cy="230187"/>
          </a:xfrm>
          <a:prstGeom prst="curvedConnector3">
            <a:avLst>
              <a:gd name="adj1" fmla="val -48958"/>
            </a:avLst>
          </a:prstGeom>
          <a:noFill/>
          <a:ln w="28575">
            <a:solidFill>
              <a:srgbClr val="FF7C80"/>
            </a:solidFill>
            <a:round/>
            <a:headEnd/>
            <a:tailEnd/>
          </a:ln>
          <a:extLst>
            <a:ext uri="{909E8E84-426E-40DD-AFC4-6F175D3DCCD1}">
              <a14:hiddenFill xmlns:a14="http://schemas.microsoft.com/office/drawing/2010/main">
                <a:noFill/>
              </a14:hiddenFill>
            </a:ext>
          </a:extLst>
        </p:spPr>
      </p:cxnSp>
      <p:cxnSp>
        <p:nvCxnSpPr>
          <p:cNvPr id="82973" name="AutoShape 29">
            <a:extLst>
              <a:ext uri="{FF2B5EF4-FFF2-40B4-BE49-F238E27FC236}">
                <a16:creationId xmlns:a16="http://schemas.microsoft.com/office/drawing/2014/main" id="{F9AA3904-8DB4-8389-C64D-CFA711BF8060}"/>
              </a:ext>
            </a:extLst>
          </p:cNvPr>
          <p:cNvCxnSpPr>
            <a:cxnSpLocks noChangeShapeType="1"/>
            <a:endCxn id="82958" idx="4"/>
          </p:cNvCxnSpPr>
          <p:nvPr/>
        </p:nvCxnSpPr>
        <p:spPr bwMode="auto">
          <a:xfrm rot="5400000" flipH="1">
            <a:off x="1457722" y="2875434"/>
            <a:ext cx="1295400" cy="38100"/>
          </a:xfrm>
          <a:prstGeom prst="curvedConnector3">
            <a:avLst>
              <a:gd name="adj1" fmla="val 50000"/>
            </a:avLst>
          </a:prstGeom>
          <a:noFill/>
          <a:ln w="28575">
            <a:solidFill>
              <a:srgbClr val="FF7C80"/>
            </a:solidFill>
            <a:round/>
            <a:headEnd/>
            <a:tailEnd type="triangle" w="sm" len="lg"/>
          </a:ln>
          <a:extLst>
            <a:ext uri="{909E8E84-426E-40DD-AFC4-6F175D3DCCD1}">
              <a14:hiddenFill xmlns:a14="http://schemas.microsoft.com/office/drawing/2010/main">
                <a:noFill/>
              </a14:hiddenFill>
            </a:ext>
          </a:extLst>
        </p:spPr>
      </p:cxnSp>
      <p:cxnSp>
        <p:nvCxnSpPr>
          <p:cNvPr id="82974" name="AutoShape 30">
            <a:extLst>
              <a:ext uri="{FF2B5EF4-FFF2-40B4-BE49-F238E27FC236}">
                <a16:creationId xmlns:a16="http://schemas.microsoft.com/office/drawing/2014/main" id="{DBA8666A-03D3-5355-0BFA-FEB14B90861A}"/>
              </a:ext>
            </a:extLst>
          </p:cNvPr>
          <p:cNvCxnSpPr>
            <a:cxnSpLocks noChangeShapeType="1"/>
            <a:stCxn id="82966" idx="5"/>
          </p:cNvCxnSpPr>
          <p:nvPr/>
        </p:nvCxnSpPr>
        <p:spPr bwMode="auto">
          <a:xfrm rot="5400000" flipH="1" flipV="1">
            <a:off x="3305572" y="5407497"/>
            <a:ext cx="227013" cy="306387"/>
          </a:xfrm>
          <a:prstGeom prst="curvedConnector4">
            <a:avLst>
              <a:gd name="adj1" fmla="val -42657"/>
              <a:gd name="adj2" fmla="val 109324"/>
            </a:avLst>
          </a:prstGeom>
          <a:noFill/>
          <a:ln w="28575">
            <a:solidFill>
              <a:srgbClr val="FF7C80"/>
            </a:solidFill>
            <a:round/>
            <a:headEnd/>
            <a:tailEnd/>
          </a:ln>
          <a:extLst>
            <a:ext uri="{909E8E84-426E-40DD-AFC4-6F175D3DCCD1}">
              <a14:hiddenFill xmlns:a14="http://schemas.microsoft.com/office/drawing/2010/main">
                <a:noFill/>
              </a14:hiddenFill>
            </a:ext>
          </a:extLst>
        </p:spPr>
      </p:cxnSp>
      <p:cxnSp>
        <p:nvCxnSpPr>
          <p:cNvPr id="82975" name="AutoShape 31">
            <a:extLst>
              <a:ext uri="{FF2B5EF4-FFF2-40B4-BE49-F238E27FC236}">
                <a16:creationId xmlns:a16="http://schemas.microsoft.com/office/drawing/2014/main" id="{0115D181-88F2-E7F1-D405-EC27059F3260}"/>
              </a:ext>
            </a:extLst>
          </p:cNvPr>
          <p:cNvCxnSpPr>
            <a:cxnSpLocks noChangeShapeType="1"/>
          </p:cNvCxnSpPr>
          <p:nvPr/>
        </p:nvCxnSpPr>
        <p:spPr bwMode="auto">
          <a:xfrm rot="5400000" flipH="1">
            <a:off x="2581672" y="4532784"/>
            <a:ext cx="1524000" cy="457200"/>
          </a:xfrm>
          <a:prstGeom prst="curvedConnector3">
            <a:avLst>
              <a:gd name="adj1" fmla="val 37292"/>
            </a:avLst>
          </a:prstGeom>
          <a:noFill/>
          <a:ln w="28575">
            <a:solidFill>
              <a:srgbClr val="FF7C80"/>
            </a:solidFill>
            <a:round/>
            <a:headEnd/>
            <a:tailEnd type="triangle" w="sm" len="lg"/>
          </a:ln>
          <a:extLst>
            <a:ext uri="{909E8E84-426E-40DD-AFC4-6F175D3DCCD1}">
              <a14:hiddenFill xmlns:a14="http://schemas.microsoft.com/office/drawing/2010/main">
                <a:noFill/>
              </a14:hiddenFill>
            </a:ext>
          </a:extLst>
        </p:spPr>
      </p:cxnSp>
      <p:sp>
        <p:nvSpPr>
          <p:cNvPr id="82976" name="Freeform 32">
            <a:extLst>
              <a:ext uri="{FF2B5EF4-FFF2-40B4-BE49-F238E27FC236}">
                <a16:creationId xmlns:a16="http://schemas.microsoft.com/office/drawing/2014/main" id="{A5F316E3-46B5-D0C1-A58D-DBA1D3BD8D0A}"/>
              </a:ext>
            </a:extLst>
          </p:cNvPr>
          <p:cNvSpPr>
            <a:spLocks/>
          </p:cNvSpPr>
          <p:nvPr/>
        </p:nvSpPr>
        <p:spPr bwMode="auto">
          <a:xfrm>
            <a:off x="3724672" y="4837584"/>
            <a:ext cx="381000" cy="228600"/>
          </a:xfrm>
          <a:custGeom>
            <a:avLst/>
            <a:gdLst>
              <a:gd name="T0" fmla="*/ 0 w 240"/>
              <a:gd name="T1" fmla="*/ 0 h 104"/>
              <a:gd name="T2" fmla="*/ 2147483646 w 240"/>
              <a:gd name="T3" fmla="*/ 2147483646 h 104"/>
              <a:gd name="T4" fmla="*/ 2147483646 w 240"/>
              <a:gd name="T5" fmla="*/ 2147483646 h 104"/>
              <a:gd name="T6" fmla="*/ 0 60000 65536"/>
              <a:gd name="T7" fmla="*/ 0 60000 65536"/>
              <a:gd name="T8" fmla="*/ 0 60000 65536"/>
              <a:gd name="T9" fmla="*/ 0 w 240"/>
              <a:gd name="T10" fmla="*/ 0 h 104"/>
              <a:gd name="T11" fmla="*/ 240 w 240"/>
              <a:gd name="T12" fmla="*/ 104 h 104"/>
            </a:gdLst>
            <a:ahLst/>
            <a:cxnLst>
              <a:cxn ang="T6">
                <a:pos x="T0" y="T1"/>
              </a:cxn>
              <a:cxn ang="T7">
                <a:pos x="T2" y="T3"/>
              </a:cxn>
              <a:cxn ang="T8">
                <a:pos x="T4" y="T5"/>
              </a:cxn>
            </a:cxnLst>
            <a:rect l="T9" t="T10" r="T11" b="T12"/>
            <a:pathLst>
              <a:path w="240" h="104">
                <a:moveTo>
                  <a:pt x="0" y="0"/>
                </a:moveTo>
                <a:cubicBezTo>
                  <a:pt x="4" y="44"/>
                  <a:pt x="8" y="88"/>
                  <a:pt x="48" y="96"/>
                </a:cubicBezTo>
                <a:cubicBezTo>
                  <a:pt x="88" y="104"/>
                  <a:pt x="208" y="56"/>
                  <a:pt x="240" y="48"/>
                </a:cubicBezTo>
              </a:path>
            </a:pathLst>
          </a:custGeom>
          <a:noFill/>
          <a:ln w="28575">
            <a:solidFill>
              <a:srgbClr val="FF7C80"/>
            </a:solidFill>
            <a:round/>
            <a:headEnd/>
            <a:tailEnd type="triangl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 name="标题 1">
            <a:extLst>
              <a:ext uri="{FF2B5EF4-FFF2-40B4-BE49-F238E27FC236}">
                <a16:creationId xmlns:a16="http://schemas.microsoft.com/office/drawing/2014/main" id="{DEA8960D-3BB2-4930-AA9D-BF3A1F76D6F4}"/>
              </a:ext>
            </a:extLst>
          </p:cNvPr>
          <p:cNvSpPr>
            <a:spLocks noGrp="1"/>
          </p:cNvSpPr>
          <p:nvPr>
            <p:ph type="title"/>
          </p:nvPr>
        </p:nvSpPr>
        <p:spPr/>
        <p:txBody>
          <a:bodyPr/>
          <a:lstStyle/>
          <a:p>
            <a:r>
              <a:rPr lang="zh-CN" altLang="en-US" dirty="0"/>
              <a:t> 寻找当前结点在中序下的后继</a:t>
            </a:r>
          </a:p>
        </p:txBody>
      </p:sp>
      <p:sp>
        <p:nvSpPr>
          <p:cNvPr id="3" name="灯片编号占位符 2">
            <a:extLst>
              <a:ext uri="{FF2B5EF4-FFF2-40B4-BE49-F238E27FC236}">
                <a16:creationId xmlns:a16="http://schemas.microsoft.com/office/drawing/2014/main" id="{08CCBA49-9C49-343A-6D3A-17386E2ADD4C}"/>
              </a:ext>
            </a:extLst>
          </p:cNvPr>
          <p:cNvSpPr>
            <a:spLocks noGrp="1"/>
          </p:cNvSpPr>
          <p:nvPr>
            <p:ph type="sldNum" sz="quarter" idx="12"/>
          </p:nvPr>
        </p:nvSpPr>
        <p:spPr/>
        <p:txBody>
          <a:bodyPr/>
          <a:lstStyle/>
          <a:p>
            <a:pPr>
              <a:defRPr/>
            </a:pPr>
            <a:fld id="{6DFA40DF-1FC0-4A1B-B86F-E962D94EFA14}" type="slidenum">
              <a:rPr lang="en-US" altLang="zh-CN" smtClean="0"/>
              <a:pPr>
                <a:defRPr/>
              </a:pPr>
              <a:t>70</a:t>
            </a:fld>
            <a:endParaRPr lang="en-US" altLang="zh-CN"/>
          </a:p>
        </p:txBody>
      </p:sp>
    </p:spTree>
  </p:cSld>
  <p:clrMapOvr>
    <a:masterClrMapping/>
  </p:clrMapOvr>
  <p:transition>
    <p:split/>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Line 2">
            <a:extLst>
              <a:ext uri="{FF2B5EF4-FFF2-40B4-BE49-F238E27FC236}">
                <a16:creationId xmlns:a16="http://schemas.microsoft.com/office/drawing/2014/main" id="{D7F00308-FD3F-C435-DD5F-8A623A085F6A}"/>
              </a:ext>
            </a:extLst>
          </p:cNvPr>
          <p:cNvSpPr>
            <a:spLocks noChangeShapeType="1"/>
          </p:cNvSpPr>
          <p:nvPr/>
        </p:nvSpPr>
        <p:spPr bwMode="auto">
          <a:xfrm>
            <a:off x="2286000" y="1905000"/>
            <a:ext cx="304800" cy="457200"/>
          </a:xfrm>
          <a:prstGeom prst="line">
            <a:avLst/>
          </a:prstGeom>
          <a:noFill/>
          <a:ln w="31750">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971" name="Line 3">
            <a:extLst>
              <a:ext uri="{FF2B5EF4-FFF2-40B4-BE49-F238E27FC236}">
                <a16:creationId xmlns:a16="http://schemas.microsoft.com/office/drawing/2014/main" id="{95D8F195-CC00-41C7-0BBE-237A85D7B074}"/>
              </a:ext>
            </a:extLst>
          </p:cNvPr>
          <p:cNvSpPr>
            <a:spLocks noChangeShapeType="1"/>
          </p:cNvSpPr>
          <p:nvPr/>
        </p:nvSpPr>
        <p:spPr bwMode="auto">
          <a:xfrm>
            <a:off x="2819400" y="2743200"/>
            <a:ext cx="228600" cy="457200"/>
          </a:xfrm>
          <a:prstGeom prst="line">
            <a:avLst/>
          </a:prstGeom>
          <a:noFill/>
          <a:ln w="31750">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972" name="Line 4">
            <a:extLst>
              <a:ext uri="{FF2B5EF4-FFF2-40B4-BE49-F238E27FC236}">
                <a16:creationId xmlns:a16="http://schemas.microsoft.com/office/drawing/2014/main" id="{C8D5B1E6-8A53-B7C2-98CC-3F600F39E61C}"/>
              </a:ext>
            </a:extLst>
          </p:cNvPr>
          <p:cNvSpPr>
            <a:spLocks noChangeShapeType="1"/>
          </p:cNvSpPr>
          <p:nvPr/>
        </p:nvSpPr>
        <p:spPr bwMode="auto">
          <a:xfrm>
            <a:off x="3352800" y="3657600"/>
            <a:ext cx="228600" cy="381000"/>
          </a:xfrm>
          <a:prstGeom prst="line">
            <a:avLst/>
          </a:prstGeom>
          <a:noFill/>
          <a:ln w="31750">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973" name="Line 5">
            <a:extLst>
              <a:ext uri="{FF2B5EF4-FFF2-40B4-BE49-F238E27FC236}">
                <a16:creationId xmlns:a16="http://schemas.microsoft.com/office/drawing/2014/main" id="{C5A50D1C-269E-B013-16D8-3AAF22D27941}"/>
              </a:ext>
            </a:extLst>
          </p:cNvPr>
          <p:cNvSpPr>
            <a:spLocks noChangeShapeType="1"/>
          </p:cNvSpPr>
          <p:nvPr/>
        </p:nvSpPr>
        <p:spPr bwMode="auto">
          <a:xfrm flipH="1">
            <a:off x="2819400" y="3733800"/>
            <a:ext cx="228600" cy="381000"/>
          </a:xfrm>
          <a:prstGeom prst="line">
            <a:avLst/>
          </a:prstGeom>
          <a:noFill/>
          <a:ln w="31750">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974" name="Line 6">
            <a:extLst>
              <a:ext uri="{FF2B5EF4-FFF2-40B4-BE49-F238E27FC236}">
                <a16:creationId xmlns:a16="http://schemas.microsoft.com/office/drawing/2014/main" id="{1D45555A-DEA8-6E33-3459-F0F5FAB516C1}"/>
              </a:ext>
            </a:extLst>
          </p:cNvPr>
          <p:cNvSpPr>
            <a:spLocks noChangeShapeType="1"/>
          </p:cNvSpPr>
          <p:nvPr/>
        </p:nvSpPr>
        <p:spPr bwMode="auto">
          <a:xfrm>
            <a:off x="2819400" y="4495800"/>
            <a:ext cx="228600" cy="533400"/>
          </a:xfrm>
          <a:prstGeom prst="line">
            <a:avLst/>
          </a:prstGeom>
          <a:noFill/>
          <a:ln w="31750">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975" name="Line 7">
            <a:extLst>
              <a:ext uri="{FF2B5EF4-FFF2-40B4-BE49-F238E27FC236}">
                <a16:creationId xmlns:a16="http://schemas.microsoft.com/office/drawing/2014/main" id="{FA0A485A-80DF-7D2E-3730-644426DA854D}"/>
              </a:ext>
            </a:extLst>
          </p:cNvPr>
          <p:cNvSpPr>
            <a:spLocks noChangeShapeType="1"/>
          </p:cNvSpPr>
          <p:nvPr/>
        </p:nvSpPr>
        <p:spPr bwMode="auto">
          <a:xfrm>
            <a:off x="1295400" y="2743200"/>
            <a:ext cx="381000" cy="533400"/>
          </a:xfrm>
          <a:prstGeom prst="line">
            <a:avLst/>
          </a:prstGeom>
          <a:noFill/>
          <a:ln w="31750">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976" name="Line 8">
            <a:extLst>
              <a:ext uri="{FF2B5EF4-FFF2-40B4-BE49-F238E27FC236}">
                <a16:creationId xmlns:a16="http://schemas.microsoft.com/office/drawing/2014/main" id="{69925407-09B2-FA57-77F1-072FB368D253}"/>
              </a:ext>
            </a:extLst>
          </p:cNvPr>
          <p:cNvSpPr>
            <a:spLocks noChangeShapeType="1"/>
          </p:cNvSpPr>
          <p:nvPr/>
        </p:nvSpPr>
        <p:spPr bwMode="auto">
          <a:xfrm flipH="1">
            <a:off x="1371600" y="3657600"/>
            <a:ext cx="228600" cy="381000"/>
          </a:xfrm>
          <a:prstGeom prst="line">
            <a:avLst/>
          </a:prstGeom>
          <a:noFill/>
          <a:ln w="31750">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977" name="Line 9">
            <a:extLst>
              <a:ext uri="{FF2B5EF4-FFF2-40B4-BE49-F238E27FC236}">
                <a16:creationId xmlns:a16="http://schemas.microsoft.com/office/drawing/2014/main" id="{7EE356D4-D414-3F7F-DE23-052CCC12EF5C}"/>
              </a:ext>
            </a:extLst>
          </p:cNvPr>
          <p:cNvSpPr>
            <a:spLocks noChangeShapeType="1"/>
          </p:cNvSpPr>
          <p:nvPr/>
        </p:nvSpPr>
        <p:spPr bwMode="auto">
          <a:xfrm>
            <a:off x="1371600" y="4495800"/>
            <a:ext cx="304800" cy="533400"/>
          </a:xfrm>
          <a:prstGeom prst="line">
            <a:avLst/>
          </a:prstGeom>
          <a:noFill/>
          <a:ln w="31750">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978" name="Line 10">
            <a:extLst>
              <a:ext uri="{FF2B5EF4-FFF2-40B4-BE49-F238E27FC236}">
                <a16:creationId xmlns:a16="http://schemas.microsoft.com/office/drawing/2014/main" id="{7F1173B9-30A0-F26C-ED53-6C69D9ADA411}"/>
              </a:ext>
            </a:extLst>
          </p:cNvPr>
          <p:cNvSpPr>
            <a:spLocks noChangeShapeType="1"/>
          </p:cNvSpPr>
          <p:nvPr/>
        </p:nvSpPr>
        <p:spPr bwMode="auto">
          <a:xfrm flipH="1">
            <a:off x="609600" y="2743200"/>
            <a:ext cx="381000" cy="457200"/>
          </a:xfrm>
          <a:prstGeom prst="line">
            <a:avLst/>
          </a:prstGeom>
          <a:noFill/>
          <a:ln w="31750">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979" name="Line 11">
            <a:extLst>
              <a:ext uri="{FF2B5EF4-FFF2-40B4-BE49-F238E27FC236}">
                <a16:creationId xmlns:a16="http://schemas.microsoft.com/office/drawing/2014/main" id="{5217BA5C-5B80-D1C5-5444-E547C6159212}"/>
              </a:ext>
            </a:extLst>
          </p:cNvPr>
          <p:cNvSpPr>
            <a:spLocks noChangeShapeType="1"/>
          </p:cNvSpPr>
          <p:nvPr/>
        </p:nvSpPr>
        <p:spPr bwMode="auto">
          <a:xfrm flipH="1">
            <a:off x="2819400" y="5486400"/>
            <a:ext cx="228600" cy="457200"/>
          </a:xfrm>
          <a:prstGeom prst="line">
            <a:avLst/>
          </a:prstGeom>
          <a:noFill/>
          <a:ln w="31750">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cxnSp>
        <p:nvCxnSpPr>
          <p:cNvPr id="83980" name="AutoShape 12">
            <a:extLst>
              <a:ext uri="{FF2B5EF4-FFF2-40B4-BE49-F238E27FC236}">
                <a16:creationId xmlns:a16="http://schemas.microsoft.com/office/drawing/2014/main" id="{CEAB1BDA-B03B-5B9E-81FA-1FF983E4E996}"/>
              </a:ext>
            </a:extLst>
          </p:cNvPr>
          <p:cNvCxnSpPr>
            <a:cxnSpLocks noChangeShapeType="1"/>
            <a:stCxn id="83990" idx="3"/>
          </p:cNvCxnSpPr>
          <p:nvPr/>
        </p:nvCxnSpPr>
        <p:spPr bwMode="auto">
          <a:xfrm rot="5400000">
            <a:off x="76200" y="3503613"/>
            <a:ext cx="153987" cy="306388"/>
          </a:xfrm>
          <a:prstGeom prst="curvedConnector2">
            <a:avLst/>
          </a:prstGeom>
          <a:noFill/>
          <a:ln w="28575">
            <a:solidFill>
              <a:srgbClr val="FF7C80"/>
            </a:solidFill>
            <a:round/>
            <a:headEnd/>
            <a:tailEnd type="triangle" w="sm" len="lg"/>
          </a:ln>
          <a:extLst>
            <a:ext uri="{909E8E84-426E-40DD-AFC4-6F175D3DCCD1}">
              <a14:hiddenFill xmlns:a14="http://schemas.microsoft.com/office/drawing/2010/main">
                <a:noFill/>
              </a14:hiddenFill>
            </a:ext>
          </a:extLst>
        </p:spPr>
      </p:cxnSp>
      <p:cxnSp>
        <p:nvCxnSpPr>
          <p:cNvPr id="83981" name="AutoShape 13">
            <a:extLst>
              <a:ext uri="{FF2B5EF4-FFF2-40B4-BE49-F238E27FC236}">
                <a16:creationId xmlns:a16="http://schemas.microsoft.com/office/drawing/2014/main" id="{A227E42F-06A0-B285-0411-DFD8EE53FE2D}"/>
              </a:ext>
            </a:extLst>
          </p:cNvPr>
          <p:cNvCxnSpPr>
            <a:cxnSpLocks noChangeShapeType="1"/>
            <a:stCxn id="83997" idx="3"/>
            <a:endCxn id="83989" idx="4"/>
          </p:cNvCxnSpPr>
          <p:nvPr/>
        </p:nvCxnSpPr>
        <p:spPr bwMode="auto">
          <a:xfrm rot="5400000" flipH="1" flipV="1">
            <a:off x="287337" y="3600451"/>
            <a:ext cx="1674813" cy="112712"/>
          </a:xfrm>
          <a:prstGeom prst="curvedConnector5">
            <a:avLst>
              <a:gd name="adj1" fmla="val -10995"/>
              <a:gd name="adj2" fmla="val -270426"/>
              <a:gd name="adj3" fmla="val 59144"/>
            </a:avLst>
          </a:prstGeom>
          <a:noFill/>
          <a:ln w="28575">
            <a:solidFill>
              <a:srgbClr val="FF7C80"/>
            </a:solidFill>
            <a:round/>
            <a:headEnd/>
            <a:tailEnd type="triangle" w="sm" len="lg"/>
          </a:ln>
          <a:extLst>
            <a:ext uri="{909E8E84-426E-40DD-AFC4-6F175D3DCCD1}">
              <a14:hiddenFill xmlns:a14="http://schemas.microsoft.com/office/drawing/2010/main">
                <a:noFill/>
              </a14:hiddenFill>
            </a:ext>
          </a:extLst>
        </p:spPr>
      </p:cxnSp>
      <p:cxnSp>
        <p:nvCxnSpPr>
          <p:cNvPr id="83982" name="AutoShape 14">
            <a:extLst>
              <a:ext uri="{FF2B5EF4-FFF2-40B4-BE49-F238E27FC236}">
                <a16:creationId xmlns:a16="http://schemas.microsoft.com/office/drawing/2014/main" id="{183F4127-E570-EC93-7D7A-1A53AC8D17B0}"/>
              </a:ext>
            </a:extLst>
          </p:cNvPr>
          <p:cNvCxnSpPr>
            <a:cxnSpLocks noChangeShapeType="1"/>
            <a:stCxn id="83998" idx="3"/>
            <a:endCxn id="83997" idx="4"/>
          </p:cNvCxnSpPr>
          <p:nvPr/>
        </p:nvCxnSpPr>
        <p:spPr bwMode="auto">
          <a:xfrm rot="16200000" flipV="1">
            <a:off x="1011237" y="4818063"/>
            <a:ext cx="836613" cy="344488"/>
          </a:xfrm>
          <a:prstGeom prst="curvedConnector3">
            <a:avLst>
              <a:gd name="adj1" fmla="val -24102"/>
            </a:avLst>
          </a:prstGeom>
          <a:noFill/>
          <a:ln w="28575">
            <a:solidFill>
              <a:srgbClr val="FF7C80"/>
            </a:solidFill>
            <a:round/>
            <a:headEnd/>
            <a:tailEnd type="triangle" w="sm" len="lg"/>
          </a:ln>
          <a:extLst>
            <a:ext uri="{909E8E84-426E-40DD-AFC4-6F175D3DCCD1}">
              <a14:hiddenFill xmlns:a14="http://schemas.microsoft.com/office/drawing/2010/main">
                <a:noFill/>
              </a14:hiddenFill>
            </a:ext>
          </a:extLst>
        </p:spPr>
      </p:cxnSp>
      <p:cxnSp>
        <p:nvCxnSpPr>
          <p:cNvPr id="83983" name="AutoShape 15">
            <a:extLst>
              <a:ext uri="{FF2B5EF4-FFF2-40B4-BE49-F238E27FC236}">
                <a16:creationId xmlns:a16="http://schemas.microsoft.com/office/drawing/2014/main" id="{2FA1EA4F-4BC5-ADC9-3664-8DC988CD13B9}"/>
              </a:ext>
            </a:extLst>
          </p:cNvPr>
          <p:cNvCxnSpPr>
            <a:cxnSpLocks noChangeShapeType="1"/>
            <a:stCxn id="84000" idx="3"/>
            <a:endCxn id="83994" idx="4"/>
          </p:cNvCxnSpPr>
          <p:nvPr/>
        </p:nvCxnSpPr>
        <p:spPr bwMode="auto">
          <a:xfrm rot="5400000" flipH="1" flipV="1">
            <a:off x="1735137" y="5353051"/>
            <a:ext cx="1751013" cy="188912"/>
          </a:xfrm>
          <a:prstGeom prst="curvedConnector5">
            <a:avLst>
              <a:gd name="adj1" fmla="val -8616"/>
              <a:gd name="adj2" fmla="val -162185"/>
              <a:gd name="adj3" fmla="val 63009"/>
            </a:avLst>
          </a:prstGeom>
          <a:noFill/>
          <a:ln w="28575">
            <a:solidFill>
              <a:srgbClr val="FF7C80"/>
            </a:solidFill>
            <a:round/>
            <a:headEnd/>
            <a:tailEnd type="triangle" w="sm" len="lg"/>
          </a:ln>
          <a:extLst>
            <a:ext uri="{909E8E84-426E-40DD-AFC4-6F175D3DCCD1}">
              <a14:hiddenFill xmlns:a14="http://schemas.microsoft.com/office/drawing/2010/main">
                <a:noFill/>
              </a14:hiddenFill>
            </a:ext>
          </a:extLst>
        </p:spPr>
      </p:cxnSp>
      <p:cxnSp>
        <p:nvCxnSpPr>
          <p:cNvPr id="83984" name="AutoShape 16">
            <a:extLst>
              <a:ext uri="{FF2B5EF4-FFF2-40B4-BE49-F238E27FC236}">
                <a16:creationId xmlns:a16="http://schemas.microsoft.com/office/drawing/2014/main" id="{08D954FD-E90F-9C5F-9D7B-BB4C5166118A}"/>
              </a:ext>
            </a:extLst>
          </p:cNvPr>
          <p:cNvCxnSpPr>
            <a:cxnSpLocks noChangeShapeType="1"/>
            <a:stCxn id="83994" idx="3"/>
            <a:endCxn id="83992" idx="4"/>
          </p:cNvCxnSpPr>
          <p:nvPr/>
        </p:nvCxnSpPr>
        <p:spPr bwMode="auto">
          <a:xfrm rot="5400000" flipH="1" flipV="1">
            <a:off x="1773237" y="3562351"/>
            <a:ext cx="1674813" cy="188912"/>
          </a:xfrm>
          <a:prstGeom prst="curvedConnector5">
            <a:avLst>
              <a:gd name="adj1" fmla="val -8912"/>
              <a:gd name="adj2" fmla="val -227731"/>
              <a:gd name="adj3" fmla="val 63602"/>
            </a:avLst>
          </a:prstGeom>
          <a:noFill/>
          <a:ln w="28575">
            <a:solidFill>
              <a:srgbClr val="FF7C80"/>
            </a:solidFill>
            <a:round/>
            <a:headEnd/>
            <a:tailEnd type="triangle" w="sm" len="lg"/>
          </a:ln>
          <a:extLst>
            <a:ext uri="{909E8E84-426E-40DD-AFC4-6F175D3DCCD1}">
              <a14:hiddenFill xmlns:a14="http://schemas.microsoft.com/office/drawing/2010/main">
                <a:noFill/>
              </a14:hiddenFill>
            </a:ext>
          </a:extLst>
        </p:spPr>
      </p:cxnSp>
      <p:cxnSp>
        <p:nvCxnSpPr>
          <p:cNvPr id="83985" name="AutoShape 17">
            <a:extLst>
              <a:ext uri="{FF2B5EF4-FFF2-40B4-BE49-F238E27FC236}">
                <a16:creationId xmlns:a16="http://schemas.microsoft.com/office/drawing/2014/main" id="{F9032352-34EE-26F3-E436-4D9A366B1CE8}"/>
              </a:ext>
            </a:extLst>
          </p:cNvPr>
          <p:cNvCxnSpPr>
            <a:cxnSpLocks noChangeShapeType="1"/>
            <a:stCxn id="83992" idx="3"/>
            <a:endCxn id="83988" idx="4"/>
          </p:cNvCxnSpPr>
          <p:nvPr/>
        </p:nvCxnSpPr>
        <p:spPr bwMode="auto">
          <a:xfrm rot="16200000" flipV="1">
            <a:off x="1963737" y="2189163"/>
            <a:ext cx="760413" cy="344488"/>
          </a:xfrm>
          <a:prstGeom prst="curvedConnector3">
            <a:avLst>
              <a:gd name="adj1" fmla="val -21921"/>
            </a:avLst>
          </a:prstGeom>
          <a:noFill/>
          <a:ln w="28575">
            <a:solidFill>
              <a:srgbClr val="FF7C80"/>
            </a:solidFill>
            <a:round/>
            <a:headEnd/>
            <a:tailEnd type="triangle" w="sm" len="lg"/>
          </a:ln>
          <a:extLst>
            <a:ext uri="{909E8E84-426E-40DD-AFC4-6F175D3DCCD1}">
              <a14:hiddenFill xmlns:a14="http://schemas.microsoft.com/office/drawing/2010/main">
                <a:noFill/>
              </a14:hiddenFill>
            </a:ext>
          </a:extLst>
        </p:spPr>
      </p:cxnSp>
      <p:sp>
        <p:nvSpPr>
          <p:cNvPr id="83986" name="Text Box 18">
            <a:extLst>
              <a:ext uri="{FF2B5EF4-FFF2-40B4-BE49-F238E27FC236}">
                <a16:creationId xmlns:a16="http://schemas.microsoft.com/office/drawing/2014/main" id="{317982EE-DC2C-0ADE-57ED-6D68A884340A}"/>
              </a:ext>
            </a:extLst>
          </p:cNvPr>
          <p:cNvSpPr txBox="1">
            <a:spLocks noChangeArrowheads="1"/>
          </p:cNvSpPr>
          <p:nvPr/>
        </p:nvSpPr>
        <p:spPr bwMode="auto">
          <a:xfrm>
            <a:off x="3381374" y="1635717"/>
            <a:ext cx="5522666"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dirty="0">
                <a:latin typeface="+mj-lt"/>
                <a:ea typeface="仿宋_GB2312" pitchFamily="49" charset="-122"/>
              </a:rPr>
              <a:t>    if</a:t>
            </a:r>
            <a:r>
              <a:rPr kumimoji="1" lang="en-US" altLang="zh-CN" sz="3200" dirty="0">
                <a:latin typeface="+mj-lt"/>
                <a:ea typeface="仿宋_GB2312" pitchFamily="49" charset="-122"/>
              </a:rPr>
              <a:t> (current</a:t>
            </a:r>
            <a:r>
              <a:rPr kumimoji="1" lang="en-US" altLang="zh-CN" sz="3200" dirty="0">
                <a:latin typeface="+mj-lt"/>
                <a:ea typeface="楷体_GB2312" pitchFamily="49" charset="-122"/>
              </a:rPr>
              <a:t>-&gt;</a:t>
            </a:r>
            <a:r>
              <a:rPr kumimoji="1" lang="en-US" altLang="zh-CN" sz="3200" dirty="0" err="1">
                <a:latin typeface="+mj-lt"/>
                <a:ea typeface="仿宋_GB2312" pitchFamily="49" charset="-122"/>
                <a:sym typeface="Symbol" panose="05050102010706020507" pitchFamily="18" charset="2"/>
              </a:rPr>
              <a:t>ltag</a:t>
            </a:r>
            <a:r>
              <a:rPr kumimoji="1" lang="en-US" altLang="zh-CN" sz="3200" i="1" dirty="0">
                <a:latin typeface="+mj-lt"/>
                <a:ea typeface="仿宋_GB2312" pitchFamily="49" charset="-122"/>
                <a:sym typeface="Symbol" panose="05050102010706020507" pitchFamily="18" charset="2"/>
              </a:rPr>
              <a:t>==</a:t>
            </a:r>
            <a:r>
              <a:rPr kumimoji="1" lang="en-US" altLang="zh-CN" sz="3200" dirty="0">
                <a:latin typeface="+mj-lt"/>
                <a:ea typeface="仿宋_GB2312" pitchFamily="49" charset="-122"/>
                <a:sym typeface="Symbol" panose="05050102010706020507" pitchFamily="18" charset="2"/>
              </a:rPr>
              <a:t>1)</a:t>
            </a:r>
          </a:p>
          <a:p>
            <a:pPr eaLnBrk="1" hangingPunct="1"/>
            <a:r>
              <a:rPr kumimoji="1" lang="en-US" altLang="zh-CN" sz="3200" b="1" dirty="0">
                <a:latin typeface="+mj-lt"/>
                <a:ea typeface="仿宋_GB2312" pitchFamily="49" charset="-122"/>
                <a:sym typeface="Symbol" panose="05050102010706020507" pitchFamily="18" charset="2"/>
              </a:rPr>
              <a:t>        </a:t>
            </a:r>
            <a:r>
              <a:rPr kumimoji="1" lang="zh-CN" altLang="en-US" sz="3200" dirty="0">
                <a:latin typeface="+mj-lt"/>
                <a:ea typeface="仿宋_GB2312" pitchFamily="49" charset="-122"/>
                <a:sym typeface="Symbol" panose="05050102010706020507" pitchFamily="18" charset="2"/>
              </a:rPr>
              <a:t>前驱为</a:t>
            </a:r>
            <a:r>
              <a:rPr kumimoji="1" lang="en-US" altLang="zh-CN" sz="3200" dirty="0">
                <a:latin typeface="+mj-lt"/>
                <a:ea typeface="仿宋_GB2312" pitchFamily="49" charset="-122"/>
                <a:sym typeface="Symbol" panose="05050102010706020507" pitchFamily="18" charset="2"/>
              </a:rPr>
              <a:t>current</a:t>
            </a:r>
            <a:r>
              <a:rPr kumimoji="1" lang="en-US" altLang="zh-CN" sz="3200" dirty="0">
                <a:latin typeface="+mj-lt"/>
                <a:ea typeface="楷体_GB2312" pitchFamily="49" charset="-122"/>
                <a:sym typeface="Symbol" panose="05050102010706020507" pitchFamily="18" charset="2"/>
              </a:rPr>
              <a:t>-&gt;</a:t>
            </a:r>
            <a:r>
              <a:rPr kumimoji="1" lang="en-US" altLang="zh-CN" sz="3200" dirty="0" err="1">
                <a:latin typeface="+mj-lt"/>
                <a:ea typeface="仿宋_GB2312" pitchFamily="49" charset="-122"/>
                <a:sym typeface="Symbol" panose="05050102010706020507" pitchFamily="18" charset="2"/>
              </a:rPr>
              <a:t>leftChild</a:t>
            </a:r>
            <a:r>
              <a:rPr kumimoji="1" lang="en-US" altLang="zh-CN" sz="3200" dirty="0">
                <a:latin typeface="+mj-lt"/>
                <a:ea typeface="仿宋_GB2312" pitchFamily="49" charset="-122"/>
                <a:sym typeface="Symbol" panose="05050102010706020507" pitchFamily="18" charset="2"/>
              </a:rPr>
              <a:t> </a:t>
            </a:r>
          </a:p>
          <a:p>
            <a:pPr eaLnBrk="1" hangingPunct="1"/>
            <a:r>
              <a:rPr kumimoji="1" lang="en-US" altLang="zh-CN" sz="3200" b="1" dirty="0">
                <a:latin typeface="+mj-lt"/>
                <a:ea typeface="仿宋_GB2312" pitchFamily="49" charset="-122"/>
                <a:sym typeface="Symbol" panose="05050102010706020507" pitchFamily="18" charset="2"/>
              </a:rPr>
              <a:t>    else</a:t>
            </a:r>
            <a:r>
              <a:rPr kumimoji="1" lang="en-US" altLang="zh-CN" sz="3200" dirty="0">
                <a:latin typeface="+mj-lt"/>
                <a:ea typeface="仿宋_GB2312" pitchFamily="49" charset="-122"/>
                <a:sym typeface="Symbol" panose="05050102010706020507" pitchFamily="18" charset="2"/>
              </a:rPr>
              <a:t> //</a:t>
            </a:r>
            <a:r>
              <a:rPr kumimoji="1" lang="en-US" altLang="zh-CN" sz="3200" dirty="0">
                <a:latin typeface="+mj-lt"/>
                <a:ea typeface="仿宋_GB2312" pitchFamily="49" charset="-122"/>
              </a:rPr>
              <a:t>current</a:t>
            </a:r>
            <a:r>
              <a:rPr kumimoji="1" lang="en-US" altLang="zh-CN" sz="3200" dirty="0">
                <a:latin typeface="+mj-lt"/>
                <a:ea typeface="楷体_GB2312" pitchFamily="49" charset="-122"/>
              </a:rPr>
              <a:t>-&gt;</a:t>
            </a:r>
            <a:r>
              <a:rPr kumimoji="1" lang="en-US" altLang="zh-CN" sz="3200" dirty="0" err="1">
                <a:latin typeface="+mj-lt"/>
                <a:ea typeface="仿宋_GB2312" pitchFamily="49" charset="-122"/>
                <a:sym typeface="Symbol" panose="05050102010706020507" pitchFamily="18" charset="2"/>
              </a:rPr>
              <a:t>ltag</a:t>
            </a:r>
            <a:r>
              <a:rPr kumimoji="1" lang="en-US" altLang="zh-CN" sz="3200" i="1" dirty="0">
                <a:latin typeface="+mj-lt"/>
                <a:ea typeface="仿宋_GB2312" pitchFamily="49" charset="-122"/>
                <a:sym typeface="Symbol" panose="05050102010706020507" pitchFamily="18" charset="2"/>
              </a:rPr>
              <a:t>==</a:t>
            </a:r>
            <a:r>
              <a:rPr kumimoji="1" lang="en-US" altLang="zh-CN" sz="3200" dirty="0">
                <a:latin typeface="+mj-lt"/>
                <a:ea typeface="仿宋_GB2312" pitchFamily="49" charset="-122"/>
                <a:sym typeface="Symbol" panose="05050102010706020507" pitchFamily="18" charset="2"/>
              </a:rPr>
              <a:t>0</a:t>
            </a:r>
          </a:p>
          <a:p>
            <a:pPr eaLnBrk="1" hangingPunct="1"/>
            <a:r>
              <a:rPr kumimoji="1" lang="en-US" altLang="zh-CN" sz="3200" b="1" dirty="0">
                <a:latin typeface="+mj-lt"/>
                <a:ea typeface="仿宋_GB2312" pitchFamily="49" charset="-122"/>
                <a:sym typeface="Symbol" panose="05050102010706020507" pitchFamily="18" charset="2"/>
              </a:rPr>
              <a:t>         </a:t>
            </a:r>
            <a:r>
              <a:rPr kumimoji="1" lang="zh-CN" altLang="en-US" sz="3200" dirty="0">
                <a:latin typeface="+mj-lt"/>
                <a:ea typeface="仿宋_GB2312" pitchFamily="49" charset="-122"/>
                <a:sym typeface="Symbol" panose="05050102010706020507" pitchFamily="18" charset="2"/>
              </a:rPr>
              <a:t>前驱为当前结点左子树</a:t>
            </a:r>
          </a:p>
          <a:p>
            <a:pPr eaLnBrk="1" hangingPunct="1"/>
            <a:r>
              <a:rPr kumimoji="1" lang="zh-CN" altLang="en-US" sz="3200" dirty="0">
                <a:latin typeface="+mj-lt"/>
                <a:ea typeface="仿宋_GB2312" pitchFamily="49" charset="-122"/>
                <a:sym typeface="Symbol" panose="05050102010706020507" pitchFamily="18" charset="2"/>
              </a:rPr>
              <a:t>         中序下的最后一个结点  </a:t>
            </a:r>
            <a:endParaRPr kumimoji="1" lang="zh-CN" altLang="en-US" sz="3200" dirty="0">
              <a:latin typeface="+mj-lt"/>
              <a:ea typeface="黑体" panose="02010609060101010101" pitchFamily="49" charset="-122"/>
              <a:sym typeface="Symbol" panose="05050102010706020507" pitchFamily="18" charset="2"/>
            </a:endParaRPr>
          </a:p>
        </p:txBody>
      </p:sp>
      <p:sp>
        <p:nvSpPr>
          <p:cNvPr id="83988" name="Oval 20">
            <a:extLst>
              <a:ext uri="{FF2B5EF4-FFF2-40B4-BE49-F238E27FC236}">
                <a16:creationId xmlns:a16="http://schemas.microsoft.com/office/drawing/2014/main" id="{6CCCACC1-3EF5-FBF9-BD81-3315F1547C48}"/>
              </a:ext>
            </a:extLst>
          </p:cNvPr>
          <p:cNvSpPr>
            <a:spLocks noChangeArrowheads="1"/>
          </p:cNvSpPr>
          <p:nvPr/>
        </p:nvSpPr>
        <p:spPr bwMode="auto">
          <a:xfrm>
            <a:off x="1905000" y="1447800"/>
            <a:ext cx="533400" cy="533400"/>
          </a:xfrm>
          <a:prstGeom prst="ellipse">
            <a:avLst/>
          </a:prstGeom>
          <a:solidFill>
            <a:srgbClr val="FFFFCC"/>
          </a:solid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lang="en-US" altLang="zh-CN" sz="2800" i="1">
                <a:solidFill>
                  <a:srgbClr val="000099"/>
                </a:solidFill>
                <a:latin typeface="Times New Roman" panose="02020603050405020304" pitchFamily="18" charset="0"/>
                <a:ea typeface="黑体" panose="02010609060101010101" pitchFamily="49" charset="-122"/>
              </a:rPr>
              <a:t>A</a:t>
            </a:r>
            <a:endParaRPr lang="en-US" altLang="zh-CN">
              <a:latin typeface="Arial" panose="020B0604020202020204" pitchFamily="34" charset="0"/>
              <a:ea typeface="黑体" panose="02010609060101010101" pitchFamily="49" charset="-122"/>
            </a:endParaRPr>
          </a:p>
        </p:txBody>
      </p:sp>
      <p:sp>
        <p:nvSpPr>
          <p:cNvPr id="83989" name="Oval 21">
            <a:extLst>
              <a:ext uri="{FF2B5EF4-FFF2-40B4-BE49-F238E27FC236}">
                <a16:creationId xmlns:a16="http://schemas.microsoft.com/office/drawing/2014/main" id="{2B8725FD-17F8-C1EC-740D-28F1BB97FD1B}"/>
              </a:ext>
            </a:extLst>
          </p:cNvPr>
          <p:cNvSpPr>
            <a:spLocks noChangeArrowheads="1"/>
          </p:cNvSpPr>
          <p:nvPr/>
        </p:nvSpPr>
        <p:spPr bwMode="auto">
          <a:xfrm>
            <a:off x="914400" y="2286000"/>
            <a:ext cx="533400" cy="533400"/>
          </a:xfrm>
          <a:prstGeom prst="ellipse">
            <a:avLst/>
          </a:prstGeom>
          <a:solidFill>
            <a:srgbClr val="FFFFCC"/>
          </a:solid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lang="en-US" altLang="zh-CN" sz="2800" i="1">
                <a:solidFill>
                  <a:srgbClr val="000099"/>
                </a:solidFill>
                <a:latin typeface="Times New Roman" panose="02020603050405020304" pitchFamily="18" charset="0"/>
                <a:ea typeface="黑体" panose="02010609060101010101" pitchFamily="49" charset="-122"/>
              </a:rPr>
              <a:t>B</a:t>
            </a:r>
            <a:endParaRPr lang="en-US" altLang="zh-CN">
              <a:solidFill>
                <a:srgbClr val="000099"/>
              </a:solidFill>
              <a:latin typeface="Arial" panose="020B0604020202020204" pitchFamily="34" charset="0"/>
              <a:ea typeface="黑体" panose="02010609060101010101" pitchFamily="49" charset="-122"/>
            </a:endParaRPr>
          </a:p>
        </p:txBody>
      </p:sp>
      <p:sp>
        <p:nvSpPr>
          <p:cNvPr id="83990" name="Oval 22">
            <a:extLst>
              <a:ext uri="{FF2B5EF4-FFF2-40B4-BE49-F238E27FC236}">
                <a16:creationId xmlns:a16="http://schemas.microsoft.com/office/drawing/2014/main" id="{2E3C6252-0F36-7361-4284-4140077F3342}"/>
              </a:ext>
            </a:extLst>
          </p:cNvPr>
          <p:cNvSpPr>
            <a:spLocks noChangeArrowheads="1"/>
          </p:cNvSpPr>
          <p:nvPr/>
        </p:nvSpPr>
        <p:spPr bwMode="auto">
          <a:xfrm>
            <a:off x="228600" y="3124200"/>
            <a:ext cx="533400" cy="533400"/>
          </a:xfrm>
          <a:prstGeom prst="ellipse">
            <a:avLst/>
          </a:prstGeom>
          <a:solidFill>
            <a:srgbClr val="FFFFCC"/>
          </a:solid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lang="en-US" altLang="zh-CN" sz="2800" i="1">
                <a:solidFill>
                  <a:srgbClr val="000099"/>
                </a:solidFill>
                <a:latin typeface="Times New Roman" panose="02020603050405020304" pitchFamily="18" charset="0"/>
                <a:ea typeface="黑体" panose="02010609060101010101" pitchFamily="49" charset="-122"/>
              </a:rPr>
              <a:t>D</a:t>
            </a:r>
            <a:endParaRPr lang="en-US" altLang="zh-CN">
              <a:latin typeface="Arial" panose="020B0604020202020204" pitchFamily="34" charset="0"/>
              <a:ea typeface="黑体" panose="02010609060101010101" pitchFamily="49" charset="-122"/>
            </a:endParaRPr>
          </a:p>
        </p:txBody>
      </p:sp>
      <p:sp>
        <p:nvSpPr>
          <p:cNvPr id="83991" name="Oval 23">
            <a:extLst>
              <a:ext uri="{FF2B5EF4-FFF2-40B4-BE49-F238E27FC236}">
                <a16:creationId xmlns:a16="http://schemas.microsoft.com/office/drawing/2014/main" id="{C02DF2AD-B835-B760-C9B6-0462C71EFB3A}"/>
              </a:ext>
            </a:extLst>
          </p:cNvPr>
          <p:cNvSpPr>
            <a:spLocks noChangeArrowheads="1"/>
          </p:cNvSpPr>
          <p:nvPr/>
        </p:nvSpPr>
        <p:spPr bwMode="auto">
          <a:xfrm>
            <a:off x="1524000" y="3200400"/>
            <a:ext cx="533400" cy="533400"/>
          </a:xfrm>
          <a:prstGeom prst="ellipse">
            <a:avLst/>
          </a:prstGeom>
          <a:solidFill>
            <a:srgbClr val="FFFFCC"/>
          </a:solid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lang="en-US" altLang="zh-CN" sz="2800" i="1">
                <a:solidFill>
                  <a:srgbClr val="000099"/>
                </a:solidFill>
                <a:latin typeface="Times New Roman" panose="02020603050405020304" pitchFamily="18" charset="0"/>
                <a:ea typeface="黑体" panose="02010609060101010101" pitchFamily="49" charset="-122"/>
              </a:rPr>
              <a:t>E</a:t>
            </a:r>
            <a:endParaRPr lang="en-US" altLang="zh-CN">
              <a:latin typeface="Arial" panose="020B0604020202020204" pitchFamily="34" charset="0"/>
              <a:ea typeface="黑体" panose="02010609060101010101" pitchFamily="49" charset="-122"/>
            </a:endParaRPr>
          </a:p>
        </p:txBody>
      </p:sp>
      <p:sp>
        <p:nvSpPr>
          <p:cNvPr id="83992" name="Oval 24">
            <a:extLst>
              <a:ext uri="{FF2B5EF4-FFF2-40B4-BE49-F238E27FC236}">
                <a16:creationId xmlns:a16="http://schemas.microsoft.com/office/drawing/2014/main" id="{93663073-5AC7-505A-454D-F02C4B15F54F}"/>
              </a:ext>
            </a:extLst>
          </p:cNvPr>
          <p:cNvSpPr>
            <a:spLocks noChangeArrowheads="1"/>
          </p:cNvSpPr>
          <p:nvPr/>
        </p:nvSpPr>
        <p:spPr bwMode="auto">
          <a:xfrm>
            <a:off x="2438400" y="2286000"/>
            <a:ext cx="533400" cy="533400"/>
          </a:xfrm>
          <a:prstGeom prst="ellipse">
            <a:avLst/>
          </a:prstGeom>
          <a:solidFill>
            <a:srgbClr val="FFFFCC"/>
          </a:solid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lang="en-US" altLang="zh-CN" sz="2800" i="1">
                <a:solidFill>
                  <a:srgbClr val="000099"/>
                </a:solidFill>
                <a:latin typeface="Times New Roman" panose="02020603050405020304" pitchFamily="18" charset="0"/>
                <a:ea typeface="黑体" panose="02010609060101010101" pitchFamily="49" charset="-122"/>
              </a:rPr>
              <a:t>C</a:t>
            </a:r>
            <a:endParaRPr lang="en-US" altLang="zh-CN">
              <a:latin typeface="Arial" panose="020B0604020202020204" pitchFamily="34" charset="0"/>
              <a:ea typeface="黑体" panose="02010609060101010101" pitchFamily="49" charset="-122"/>
            </a:endParaRPr>
          </a:p>
        </p:txBody>
      </p:sp>
      <p:sp>
        <p:nvSpPr>
          <p:cNvPr id="83993" name="Oval 25">
            <a:extLst>
              <a:ext uri="{FF2B5EF4-FFF2-40B4-BE49-F238E27FC236}">
                <a16:creationId xmlns:a16="http://schemas.microsoft.com/office/drawing/2014/main" id="{5D4751CB-0C0E-1918-65CE-4EB346F421B5}"/>
              </a:ext>
            </a:extLst>
          </p:cNvPr>
          <p:cNvSpPr>
            <a:spLocks noChangeArrowheads="1"/>
          </p:cNvSpPr>
          <p:nvPr/>
        </p:nvSpPr>
        <p:spPr bwMode="auto">
          <a:xfrm>
            <a:off x="2895600" y="3200400"/>
            <a:ext cx="533400" cy="533400"/>
          </a:xfrm>
          <a:prstGeom prst="ellipse">
            <a:avLst/>
          </a:prstGeom>
          <a:solidFill>
            <a:srgbClr val="FFFFCC"/>
          </a:solid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2800" i="1">
                <a:solidFill>
                  <a:srgbClr val="000099"/>
                </a:solidFill>
                <a:latin typeface="Times New Roman" panose="02020603050405020304" pitchFamily="18" charset="0"/>
                <a:ea typeface="黑体" panose="02010609060101010101" pitchFamily="49" charset="-122"/>
              </a:rPr>
              <a:t>F</a:t>
            </a:r>
            <a:endParaRPr lang="en-US" altLang="zh-CN">
              <a:latin typeface="Arial" panose="020B0604020202020204" pitchFamily="34" charset="0"/>
              <a:ea typeface="黑体" panose="02010609060101010101" pitchFamily="49" charset="-122"/>
            </a:endParaRPr>
          </a:p>
        </p:txBody>
      </p:sp>
      <p:sp>
        <p:nvSpPr>
          <p:cNvPr id="83994" name="Oval 26">
            <a:extLst>
              <a:ext uri="{FF2B5EF4-FFF2-40B4-BE49-F238E27FC236}">
                <a16:creationId xmlns:a16="http://schemas.microsoft.com/office/drawing/2014/main" id="{B73DB43A-7322-9E8C-039A-93110055C0F9}"/>
              </a:ext>
            </a:extLst>
          </p:cNvPr>
          <p:cNvSpPr>
            <a:spLocks noChangeArrowheads="1"/>
          </p:cNvSpPr>
          <p:nvPr/>
        </p:nvSpPr>
        <p:spPr bwMode="auto">
          <a:xfrm>
            <a:off x="2438400" y="4038600"/>
            <a:ext cx="533400" cy="533400"/>
          </a:xfrm>
          <a:prstGeom prst="ellipse">
            <a:avLst/>
          </a:prstGeom>
          <a:solidFill>
            <a:srgbClr val="FFFFCC"/>
          </a:solid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lang="en-US" altLang="zh-CN" sz="2800" i="1">
                <a:solidFill>
                  <a:srgbClr val="000099"/>
                </a:solidFill>
                <a:latin typeface="Times New Roman" panose="02020603050405020304" pitchFamily="18" charset="0"/>
                <a:ea typeface="黑体" panose="02010609060101010101" pitchFamily="49" charset="-122"/>
              </a:rPr>
              <a:t>H</a:t>
            </a:r>
            <a:endParaRPr lang="en-US" altLang="zh-CN">
              <a:latin typeface="Arial" panose="020B0604020202020204" pitchFamily="34" charset="0"/>
              <a:ea typeface="黑体" panose="02010609060101010101" pitchFamily="49" charset="-122"/>
            </a:endParaRPr>
          </a:p>
        </p:txBody>
      </p:sp>
      <p:sp>
        <p:nvSpPr>
          <p:cNvPr id="83995" name="Oval 27">
            <a:extLst>
              <a:ext uri="{FF2B5EF4-FFF2-40B4-BE49-F238E27FC236}">
                <a16:creationId xmlns:a16="http://schemas.microsoft.com/office/drawing/2014/main" id="{3932890B-AE23-0C7A-D88C-6774BDFAC6EA}"/>
              </a:ext>
            </a:extLst>
          </p:cNvPr>
          <p:cNvSpPr>
            <a:spLocks noChangeArrowheads="1"/>
          </p:cNvSpPr>
          <p:nvPr/>
        </p:nvSpPr>
        <p:spPr bwMode="auto">
          <a:xfrm>
            <a:off x="3429000" y="4038600"/>
            <a:ext cx="533400" cy="533400"/>
          </a:xfrm>
          <a:prstGeom prst="ellipse">
            <a:avLst/>
          </a:prstGeom>
          <a:solidFill>
            <a:srgbClr val="FFFFCC"/>
          </a:solid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lang="en-US" altLang="zh-CN" sz="2800" i="1">
                <a:solidFill>
                  <a:srgbClr val="000099"/>
                </a:solidFill>
                <a:latin typeface="Times New Roman" panose="02020603050405020304" pitchFamily="18" charset="0"/>
                <a:ea typeface="黑体" panose="02010609060101010101" pitchFamily="49" charset="-122"/>
              </a:rPr>
              <a:t>I</a:t>
            </a:r>
            <a:endParaRPr lang="en-US" altLang="zh-CN">
              <a:latin typeface="Arial" panose="020B0604020202020204" pitchFamily="34" charset="0"/>
              <a:ea typeface="黑体" panose="02010609060101010101" pitchFamily="49" charset="-122"/>
            </a:endParaRPr>
          </a:p>
        </p:txBody>
      </p:sp>
      <p:sp>
        <p:nvSpPr>
          <p:cNvPr id="83996" name="Oval 28">
            <a:extLst>
              <a:ext uri="{FF2B5EF4-FFF2-40B4-BE49-F238E27FC236}">
                <a16:creationId xmlns:a16="http://schemas.microsoft.com/office/drawing/2014/main" id="{B94309F6-6868-3F09-9453-2DA4D81DB38E}"/>
              </a:ext>
            </a:extLst>
          </p:cNvPr>
          <p:cNvSpPr>
            <a:spLocks noChangeArrowheads="1"/>
          </p:cNvSpPr>
          <p:nvPr/>
        </p:nvSpPr>
        <p:spPr bwMode="auto">
          <a:xfrm>
            <a:off x="2895600" y="4953000"/>
            <a:ext cx="533400" cy="533400"/>
          </a:xfrm>
          <a:prstGeom prst="ellipse">
            <a:avLst/>
          </a:prstGeom>
          <a:solidFill>
            <a:srgbClr val="FFFFCC"/>
          </a:solid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lang="en-US" altLang="zh-CN" sz="2800" i="1">
                <a:solidFill>
                  <a:srgbClr val="000099"/>
                </a:solidFill>
                <a:latin typeface="Times New Roman" panose="02020603050405020304" pitchFamily="18" charset="0"/>
                <a:ea typeface="黑体" panose="02010609060101010101" pitchFamily="49" charset="-122"/>
              </a:rPr>
              <a:t>K</a:t>
            </a:r>
            <a:endParaRPr lang="en-US" altLang="zh-CN">
              <a:latin typeface="Arial" panose="020B0604020202020204" pitchFamily="34" charset="0"/>
              <a:ea typeface="黑体" panose="02010609060101010101" pitchFamily="49" charset="-122"/>
            </a:endParaRPr>
          </a:p>
        </p:txBody>
      </p:sp>
      <p:sp>
        <p:nvSpPr>
          <p:cNvPr id="83997" name="Oval 29">
            <a:extLst>
              <a:ext uri="{FF2B5EF4-FFF2-40B4-BE49-F238E27FC236}">
                <a16:creationId xmlns:a16="http://schemas.microsoft.com/office/drawing/2014/main" id="{ACCDDC90-8EE2-F35B-E3FE-ECC50A205468}"/>
              </a:ext>
            </a:extLst>
          </p:cNvPr>
          <p:cNvSpPr>
            <a:spLocks noChangeArrowheads="1"/>
          </p:cNvSpPr>
          <p:nvPr/>
        </p:nvSpPr>
        <p:spPr bwMode="auto">
          <a:xfrm>
            <a:off x="990600" y="4038600"/>
            <a:ext cx="533400" cy="533400"/>
          </a:xfrm>
          <a:prstGeom prst="ellipse">
            <a:avLst/>
          </a:prstGeom>
          <a:solidFill>
            <a:srgbClr val="FFFFCC"/>
          </a:solid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lang="en-US" altLang="zh-CN" sz="2800" i="1">
                <a:solidFill>
                  <a:srgbClr val="000099"/>
                </a:solidFill>
                <a:latin typeface="Times New Roman" panose="02020603050405020304" pitchFamily="18" charset="0"/>
                <a:ea typeface="黑体" panose="02010609060101010101" pitchFamily="49" charset="-122"/>
              </a:rPr>
              <a:t>G</a:t>
            </a:r>
            <a:endParaRPr lang="en-US" altLang="zh-CN">
              <a:latin typeface="Arial" panose="020B0604020202020204" pitchFamily="34" charset="0"/>
              <a:ea typeface="黑体" panose="02010609060101010101" pitchFamily="49" charset="-122"/>
            </a:endParaRPr>
          </a:p>
        </p:txBody>
      </p:sp>
      <p:sp>
        <p:nvSpPr>
          <p:cNvPr id="83998" name="Oval 30">
            <a:extLst>
              <a:ext uri="{FF2B5EF4-FFF2-40B4-BE49-F238E27FC236}">
                <a16:creationId xmlns:a16="http://schemas.microsoft.com/office/drawing/2014/main" id="{C3FDE19C-0443-1BC7-9D96-46757972B775}"/>
              </a:ext>
            </a:extLst>
          </p:cNvPr>
          <p:cNvSpPr>
            <a:spLocks noChangeArrowheads="1"/>
          </p:cNvSpPr>
          <p:nvPr/>
        </p:nvSpPr>
        <p:spPr bwMode="auto">
          <a:xfrm>
            <a:off x="1524000" y="4953000"/>
            <a:ext cx="533400" cy="533400"/>
          </a:xfrm>
          <a:prstGeom prst="ellipse">
            <a:avLst/>
          </a:prstGeom>
          <a:solidFill>
            <a:srgbClr val="FFFFCC"/>
          </a:solid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lang="en-US" altLang="zh-CN" sz="2800" i="1">
                <a:solidFill>
                  <a:srgbClr val="000099"/>
                </a:solidFill>
                <a:latin typeface="Times New Roman" panose="02020603050405020304" pitchFamily="18" charset="0"/>
                <a:ea typeface="黑体" panose="02010609060101010101" pitchFamily="49" charset="-122"/>
              </a:rPr>
              <a:t>J</a:t>
            </a:r>
            <a:endParaRPr lang="en-US" altLang="zh-CN">
              <a:latin typeface="Arial" panose="020B0604020202020204" pitchFamily="34" charset="0"/>
              <a:ea typeface="黑体" panose="02010609060101010101" pitchFamily="49" charset="-122"/>
            </a:endParaRPr>
          </a:p>
        </p:txBody>
      </p:sp>
      <p:sp>
        <p:nvSpPr>
          <p:cNvPr id="83999" name="Line 31">
            <a:extLst>
              <a:ext uri="{FF2B5EF4-FFF2-40B4-BE49-F238E27FC236}">
                <a16:creationId xmlns:a16="http://schemas.microsoft.com/office/drawing/2014/main" id="{60200687-6179-DD56-E3D5-79B204CEB083}"/>
              </a:ext>
            </a:extLst>
          </p:cNvPr>
          <p:cNvSpPr>
            <a:spLocks noChangeShapeType="1"/>
          </p:cNvSpPr>
          <p:nvPr/>
        </p:nvSpPr>
        <p:spPr bwMode="auto">
          <a:xfrm flipH="1">
            <a:off x="1371600" y="1905000"/>
            <a:ext cx="609600" cy="457200"/>
          </a:xfrm>
          <a:prstGeom prst="line">
            <a:avLst/>
          </a:prstGeom>
          <a:noFill/>
          <a:ln w="31750">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000" name="Oval 32">
            <a:extLst>
              <a:ext uri="{FF2B5EF4-FFF2-40B4-BE49-F238E27FC236}">
                <a16:creationId xmlns:a16="http://schemas.microsoft.com/office/drawing/2014/main" id="{046C8B8D-D815-2AF6-CEDC-5C51EE686229}"/>
              </a:ext>
            </a:extLst>
          </p:cNvPr>
          <p:cNvSpPr>
            <a:spLocks noChangeArrowheads="1"/>
          </p:cNvSpPr>
          <p:nvPr/>
        </p:nvSpPr>
        <p:spPr bwMode="auto">
          <a:xfrm>
            <a:off x="2438400" y="5867400"/>
            <a:ext cx="533400" cy="533400"/>
          </a:xfrm>
          <a:prstGeom prst="ellipse">
            <a:avLst/>
          </a:prstGeom>
          <a:solidFill>
            <a:srgbClr val="FFFFCC"/>
          </a:solid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lang="en-US" altLang="zh-CN" sz="2800" i="1">
                <a:solidFill>
                  <a:srgbClr val="000099"/>
                </a:solidFill>
                <a:latin typeface="Times New Roman" panose="02020603050405020304" pitchFamily="18" charset="0"/>
                <a:ea typeface="黑体" panose="02010609060101010101" pitchFamily="49" charset="-122"/>
              </a:rPr>
              <a:t>L</a:t>
            </a:r>
            <a:endParaRPr lang="en-US" altLang="zh-CN">
              <a:latin typeface="Arial" panose="020B0604020202020204" pitchFamily="34" charset="0"/>
              <a:ea typeface="黑体" panose="02010609060101010101" pitchFamily="49" charset="-122"/>
            </a:endParaRPr>
          </a:p>
        </p:txBody>
      </p:sp>
      <p:cxnSp>
        <p:nvCxnSpPr>
          <p:cNvPr id="84001" name="AutoShape 33">
            <a:extLst>
              <a:ext uri="{FF2B5EF4-FFF2-40B4-BE49-F238E27FC236}">
                <a16:creationId xmlns:a16="http://schemas.microsoft.com/office/drawing/2014/main" id="{E940A22B-DBAD-8CDE-0130-65D59CAD1D39}"/>
              </a:ext>
            </a:extLst>
          </p:cNvPr>
          <p:cNvCxnSpPr>
            <a:cxnSpLocks noChangeShapeType="1"/>
            <a:stCxn id="83995" idx="4"/>
            <a:endCxn id="83993" idx="4"/>
          </p:cNvCxnSpPr>
          <p:nvPr/>
        </p:nvCxnSpPr>
        <p:spPr bwMode="auto">
          <a:xfrm rot="16200000" flipV="1">
            <a:off x="3009900" y="3886200"/>
            <a:ext cx="838200" cy="533400"/>
          </a:xfrm>
          <a:prstGeom prst="curvedConnector3">
            <a:avLst>
              <a:gd name="adj1" fmla="val -27273"/>
            </a:avLst>
          </a:prstGeom>
          <a:noFill/>
          <a:ln w="28575">
            <a:solidFill>
              <a:srgbClr val="FF7C80"/>
            </a:solidFill>
            <a:round/>
            <a:headEnd/>
            <a:tailEnd type="triangle" w="med" len="med"/>
          </a:ln>
          <a:extLst>
            <a:ext uri="{909E8E84-426E-40DD-AFC4-6F175D3DCCD1}">
              <a14:hiddenFill xmlns:a14="http://schemas.microsoft.com/office/drawing/2010/main">
                <a:noFill/>
              </a14:hiddenFill>
            </a:ext>
          </a:extLst>
        </p:spPr>
      </p:cxnSp>
      <p:sp>
        <p:nvSpPr>
          <p:cNvPr id="2" name="标题 1">
            <a:extLst>
              <a:ext uri="{FF2B5EF4-FFF2-40B4-BE49-F238E27FC236}">
                <a16:creationId xmlns:a16="http://schemas.microsoft.com/office/drawing/2014/main" id="{D5CD5A8F-00A9-40BF-BD59-50FBCBAA80F5}"/>
              </a:ext>
            </a:extLst>
          </p:cNvPr>
          <p:cNvSpPr>
            <a:spLocks noGrp="1"/>
          </p:cNvSpPr>
          <p:nvPr>
            <p:ph type="title"/>
          </p:nvPr>
        </p:nvSpPr>
        <p:spPr/>
        <p:txBody>
          <a:bodyPr/>
          <a:lstStyle/>
          <a:p>
            <a:r>
              <a:rPr lang="zh-CN" altLang="en-US" dirty="0"/>
              <a:t> 寻找当前结点在中序下的前驱</a:t>
            </a:r>
          </a:p>
        </p:txBody>
      </p:sp>
      <p:sp>
        <p:nvSpPr>
          <p:cNvPr id="3" name="灯片编号占位符 2">
            <a:extLst>
              <a:ext uri="{FF2B5EF4-FFF2-40B4-BE49-F238E27FC236}">
                <a16:creationId xmlns:a16="http://schemas.microsoft.com/office/drawing/2014/main" id="{D4255394-23CA-CC1B-818C-50A59B9082C4}"/>
              </a:ext>
            </a:extLst>
          </p:cNvPr>
          <p:cNvSpPr>
            <a:spLocks noGrp="1"/>
          </p:cNvSpPr>
          <p:nvPr>
            <p:ph type="sldNum" sz="quarter" idx="12"/>
          </p:nvPr>
        </p:nvSpPr>
        <p:spPr/>
        <p:txBody>
          <a:bodyPr/>
          <a:lstStyle/>
          <a:p>
            <a:pPr>
              <a:defRPr/>
            </a:pPr>
            <a:fld id="{6DFA40DF-1FC0-4A1B-B86F-E962D94EFA14}" type="slidenum">
              <a:rPr lang="en-US" altLang="zh-CN" smtClean="0"/>
              <a:pPr>
                <a:defRPr/>
              </a:pPr>
              <a:t>71</a:t>
            </a:fld>
            <a:endParaRPr lang="en-US" altLang="zh-CN"/>
          </a:p>
        </p:txBody>
      </p:sp>
    </p:spTree>
  </p:cSld>
  <p:clrMapOvr>
    <a:masterClrMapping/>
  </p:clrMapOvr>
  <p:transition>
    <p:split/>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39BDED-E30F-4007-9316-22092F49998A}"/>
              </a:ext>
            </a:extLst>
          </p:cNvPr>
          <p:cNvSpPr>
            <a:spLocks noGrp="1"/>
          </p:cNvSpPr>
          <p:nvPr>
            <p:ph type="title"/>
          </p:nvPr>
        </p:nvSpPr>
        <p:spPr/>
        <p:txBody>
          <a:bodyPr>
            <a:normAutofit/>
          </a:bodyPr>
          <a:lstStyle/>
          <a:p>
            <a:pPr marL="0" indent="0"/>
            <a:r>
              <a:rPr lang="zh-CN" altLang="en-US" dirty="0"/>
              <a:t>部分成员函数的实现</a:t>
            </a:r>
          </a:p>
        </p:txBody>
      </p:sp>
      <p:sp>
        <p:nvSpPr>
          <p:cNvPr id="3" name="内容占位符 2">
            <a:extLst>
              <a:ext uri="{FF2B5EF4-FFF2-40B4-BE49-F238E27FC236}">
                <a16:creationId xmlns:a16="http://schemas.microsoft.com/office/drawing/2014/main" id="{A12E77A9-77C2-4DDD-A7DC-1905FCAC1B68}"/>
              </a:ext>
            </a:extLst>
          </p:cNvPr>
          <p:cNvSpPr>
            <a:spLocks noGrp="1"/>
          </p:cNvSpPr>
          <p:nvPr>
            <p:ph idx="1"/>
          </p:nvPr>
        </p:nvSpPr>
        <p:spPr/>
        <p:txBody>
          <a:bodyPr>
            <a:normAutofit fontScale="70000" lnSpcReduction="20000"/>
          </a:bodyPr>
          <a:lstStyle/>
          <a:p>
            <a:pPr marL="0" indent="0">
              <a:buNone/>
            </a:pPr>
            <a:r>
              <a:rPr lang="en-US" altLang="zh-CN" dirty="0"/>
              <a:t>//</a:t>
            </a:r>
            <a:r>
              <a:rPr lang="zh-CN" altLang="en-US" dirty="0"/>
              <a:t>返回以*</a:t>
            </a:r>
            <a:r>
              <a:rPr lang="en-US" altLang="zh-CN" dirty="0"/>
              <a:t>current</a:t>
            </a:r>
            <a:r>
              <a:rPr lang="zh-CN" altLang="en-US" dirty="0"/>
              <a:t>为根的线索二叉树</a:t>
            </a:r>
          </a:p>
          <a:p>
            <a:pPr marL="0" indent="0">
              <a:buNone/>
            </a:pPr>
            <a:r>
              <a:rPr lang="en-US" altLang="zh-CN" dirty="0"/>
              <a:t>//</a:t>
            </a:r>
            <a:r>
              <a:rPr lang="zh-CN" altLang="en-US" dirty="0"/>
              <a:t>中序序列下的第一个结点</a:t>
            </a:r>
          </a:p>
          <a:p>
            <a:pPr marL="0" indent="0">
              <a:buNone/>
            </a:pPr>
            <a:r>
              <a:rPr lang="en-US" altLang="zh-CN" dirty="0"/>
              <a:t>template &lt;class T&gt; </a:t>
            </a:r>
          </a:p>
          <a:p>
            <a:pPr marL="0" indent="0">
              <a:buNone/>
            </a:pPr>
            <a:r>
              <a:rPr lang="en-US" altLang="zh-CN" dirty="0" err="1"/>
              <a:t>ThreadNode</a:t>
            </a:r>
            <a:r>
              <a:rPr lang="en-US" altLang="zh-CN" dirty="0"/>
              <a:t>&lt;T&gt; * </a:t>
            </a:r>
            <a:r>
              <a:rPr lang="en-US" altLang="zh-CN" dirty="0" err="1"/>
              <a:t>ThreadTree</a:t>
            </a:r>
            <a:r>
              <a:rPr lang="en-US" altLang="zh-CN" dirty="0"/>
              <a:t> &lt;T&gt; :: </a:t>
            </a:r>
          </a:p>
          <a:p>
            <a:pPr marL="0" indent="0">
              <a:buNone/>
            </a:pPr>
            <a:r>
              <a:rPr lang="en-US" altLang="zh-CN" dirty="0"/>
              <a:t>First ( </a:t>
            </a:r>
            <a:r>
              <a:rPr lang="en-US" altLang="zh-CN" dirty="0" err="1"/>
              <a:t>ThreadNode</a:t>
            </a:r>
            <a:r>
              <a:rPr lang="en-US" altLang="zh-CN" dirty="0"/>
              <a:t>&lt;T&gt; * current ) {</a:t>
            </a:r>
          </a:p>
          <a:p>
            <a:pPr marL="0" indent="0">
              <a:buNone/>
            </a:pPr>
            <a:r>
              <a:rPr lang="en-US" altLang="zh-CN" dirty="0"/>
              <a:t>    </a:t>
            </a:r>
            <a:r>
              <a:rPr lang="en-US" altLang="zh-CN" dirty="0" err="1"/>
              <a:t>ThreadNode</a:t>
            </a:r>
            <a:r>
              <a:rPr lang="en-US" altLang="zh-CN" dirty="0"/>
              <a:t>&lt;T&gt; * p = current;</a:t>
            </a:r>
          </a:p>
          <a:p>
            <a:pPr marL="0" indent="0">
              <a:buNone/>
            </a:pPr>
            <a:r>
              <a:rPr lang="en-US" altLang="zh-CN" dirty="0"/>
              <a:t>    while ( p-&gt;</a:t>
            </a:r>
            <a:r>
              <a:rPr lang="en-US" altLang="zh-CN" dirty="0" err="1"/>
              <a:t>ltag</a:t>
            </a:r>
            <a:r>
              <a:rPr lang="en-US" altLang="zh-CN" dirty="0"/>
              <a:t> == 0 ) </a:t>
            </a:r>
          </a:p>
          <a:p>
            <a:pPr marL="0" indent="0">
              <a:buNone/>
            </a:pPr>
            <a:r>
              <a:rPr lang="en-US" altLang="zh-CN" dirty="0"/>
              <a:t>         p = p-&gt;</a:t>
            </a:r>
            <a:r>
              <a:rPr lang="en-US" altLang="zh-CN" dirty="0" err="1"/>
              <a:t>leftChild</a:t>
            </a:r>
            <a:r>
              <a:rPr lang="en-US" altLang="zh-CN" dirty="0"/>
              <a:t>;	//</a:t>
            </a:r>
            <a:r>
              <a:rPr lang="zh-CN" altLang="en-US" dirty="0"/>
              <a:t>最左下的结点</a:t>
            </a:r>
          </a:p>
          <a:p>
            <a:pPr marL="0" indent="0">
              <a:buNone/>
            </a:pPr>
            <a:r>
              <a:rPr lang="zh-CN" altLang="en-US" dirty="0"/>
              <a:t>    </a:t>
            </a:r>
            <a:r>
              <a:rPr lang="en-US" altLang="zh-CN" dirty="0"/>
              <a:t>return p;</a:t>
            </a:r>
          </a:p>
          <a:p>
            <a:pPr marL="0" indent="0">
              <a:buNone/>
            </a:pPr>
            <a:r>
              <a:rPr lang="en-US" altLang="zh-CN" dirty="0"/>
              <a:t>}</a:t>
            </a:r>
          </a:p>
          <a:p>
            <a:pPr marL="0" indent="0">
              <a:buNone/>
            </a:pPr>
            <a:endParaRPr lang="zh-CN" altLang="en-US" dirty="0"/>
          </a:p>
        </p:txBody>
      </p:sp>
      <p:sp>
        <p:nvSpPr>
          <p:cNvPr id="4" name="灯片编号占位符 3">
            <a:extLst>
              <a:ext uri="{FF2B5EF4-FFF2-40B4-BE49-F238E27FC236}">
                <a16:creationId xmlns:a16="http://schemas.microsoft.com/office/drawing/2014/main" id="{2463FEA9-0975-B94C-88C2-3AA9EEACA5D0}"/>
              </a:ext>
            </a:extLst>
          </p:cNvPr>
          <p:cNvSpPr>
            <a:spLocks noGrp="1"/>
          </p:cNvSpPr>
          <p:nvPr>
            <p:ph type="sldNum" sz="quarter" idx="12"/>
          </p:nvPr>
        </p:nvSpPr>
        <p:spPr/>
        <p:txBody>
          <a:bodyPr/>
          <a:lstStyle/>
          <a:p>
            <a:pPr>
              <a:defRPr/>
            </a:pPr>
            <a:fld id="{A598D83B-EE2A-4F12-B129-1EDE84DF129B}" type="slidenum">
              <a:rPr lang="en-US" altLang="zh-CN" smtClean="0"/>
              <a:pPr>
                <a:defRPr/>
              </a:pPr>
              <a:t>72</a:t>
            </a:fld>
            <a:endParaRPr lang="en-US" altLang="zh-CN"/>
          </a:p>
        </p:txBody>
      </p:sp>
    </p:spTree>
  </p:cSld>
  <p:clrMapOvr>
    <a:masterClrMapping/>
  </p:clrMapOvr>
  <p:transition>
    <p:split/>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EDDC65D-7133-43C7-8DF7-572043A79411}"/>
              </a:ext>
            </a:extLst>
          </p:cNvPr>
          <p:cNvSpPr>
            <a:spLocks noGrp="1"/>
          </p:cNvSpPr>
          <p:nvPr>
            <p:ph idx="1"/>
          </p:nvPr>
        </p:nvSpPr>
        <p:spPr>
          <a:xfrm>
            <a:off x="179512" y="404664"/>
            <a:ext cx="8712968" cy="5772299"/>
          </a:xfrm>
        </p:spPr>
        <p:txBody>
          <a:bodyPr>
            <a:normAutofit fontScale="92500" lnSpcReduction="10000"/>
          </a:bodyPr>
          <a:lstStyle/>
          <a:p>
            <a:pPr marL="0" indent="0">
              <a:buNone/>
            </a:pPr>
            <a:r>
              <a:rPr lang="en-US" altLang="zh-CN" dirty="0"/>
              <a:t>//</a:t>
            </a:r>
            <a:r>
              <a:rPr lang="zh-CN" altLang="en-US" dirty="0"/>
              <a:t>返回线索二叉树中结点*</a:t>
            </a:r>
            <a:r>
              <a:rPr lang="en-US" altLang="zh-CN" dirty="0"/>
              <a:t>current</a:t>
            </a:r>
            <a:endParaRPr lang="zh-CN" altLang="en-US" dirty="0"/>
          </a:p>
          <a:p>
            <a:pPr marL="0" indent="0">
              <a:buNone/>
            </a:pPr>
            <a:r>
              <a:rPr lang="en-US" altLang="zh-CN" dirty="0"/>
              <a:t>//</a:t>
            </a:r>
            <a:r>
              <a:rPr lang="zh-CN" altLang="en-US" dirty="0"/>
              <a:t>中序下的后继结点</a:t>
            </a:r>
          </a:p>
          <a:p>
            <a:pPr marL="0" indent="0">
              <a:buNone/>
            </a:pPr>
            <a:r>
              <a:rPr lang="en-US" altLang="zh-CN" dirty="0"/>
              <a:t>template &lt;class T&gt; </a:t>
            </a:r>
          </a:p>
          <a:p>
            <a:pPr marL="0" indent="0">
              <a:buNone/>
            </a:pPr>
            <a:r>
              <a:rPr lang="en-US" altLang="zh-CN" dirty="0" err="1"/>
              <a:t>ThreadNode</a:t>
            </a:r>
            <a:r>
              <a:rPr lang="en-US" altLang="zh-CN" dirty="0"/>
              <a:t>&lt;T&gt; * </a:t>
            </a:r>
            <a:r>
              <a:rPr lang="en-US" altLang="zh-CN" dirty="0" err="1"/>
              <a:t>ThreadTree</a:t>
            </a:r>
            <a:r>
              <a:rPr lang="en-US" altLang="zh-CN" dirty="0"/>
              <a:t> &lt;T&gt; :: </a:t>
            </a:r>
          </a:p>
          <a:p>
            <a:pPr marL="0" indent="0">
              <a:buNone/>
            </a:pPr>
            <a:r>
              <a:rPr lang="en-US" altLang="zh-CN" dirty="0"/>
              <a:t>Next ( </a:t>
            </a:r>
            <a:r>
              <a:rPr lang="en-US" altLang="zh-CN" dirty="0" err="1"/>
              <a:t>ThreadNode</a:t>
            </a:r>
            <a:r>
              <a:rPr lang="en-US" altLang="zh-CN" dirty="0"/>
              <a:t>&lt;T&gt; * current ) {</a:t>
            </a:r>
          </a:p>
          <a:p>
            <a:pPr marL="0" indent="0">
              <a:buNone/>
            </a:pPr>
            <a:r>
              <a:rPr lang="en-US" altLang="zh-CN" dirty="0"/>
              <a:t>    </a:t>
            </a:r>
            <a:r>
              <a:rPr lang="en-US" altLang="zh-CN" dirty="0" err="1"/>
              <a:t>ThreadNode</a:t>
            </a:r>
            <a:r>
              <a:rPr lang="en-US" altLang="zh-CN" dirty="0"/>
              <a:t>&lt;T&gt; *p = current-&gt;</a:t>
            </a:r>
            <a:r>
              <a:rPr lang="en-US" altLang="zh-CN" dirty="0" err="1"/>
              <a:t>rightChild</a:t>
            </a:r>
            <a:r>
              <a:rPr lang="en-US" altLang="zh-CN" dirty="0"/>
              <a:t>;</a:t>
            </a:r>
          </a:p>
          <a:p>
            <a:pPr marL="0" indent="0">
              <a:buNone/>
            </a:pPr>
            <a:r>
              <a:rPr lang="en-US" altLang="zh-CN" dirty="0"/>
              <a:t>    if ( current-&gt;</a:t>
            </a:r>
            <a:r>
              <a:rPr lang="en-US" altLang="zh-CN" dirty="0" err="1"/>
              <a:t>rtag</a:t>
            </a:r>
            <a:r>
              <a:rPr lang="en-US" altLang="zh-CN" dirty="0"/>
              <a:t> == 0 ) //</a:t>
            </a:r>
            <a:r>
              <a:rPr lang="zh-CN" altLang="en-US" dirty="0"/>
              <a:t>表示有右孩子</a:t>
            </a:r>
            <a:endParaRPr lang="en-US" altLang="zh-CN" dirty="0"/>
          </a:p>
          <a:p>
            <a:pPr marL="0" indent="0">
              <a:buNone/>
            </a:pPr>
            <a:r>
              <a:rPr lang="en-US" altLang="zh-CN" dirty="0"/>
              <a:t>        return First ( p );</a:t>
            </a:r>
          </a:p>
          <a:p>
            <a:pPr marL="0" indent="0">
              <a:buNone/>
            </a:pPr>
            <a:r>
              <a:rPr lang="en-US" altLang="zh-CN" dirty="0"/>
              <a:t>    else  return p;	//</a:t>
            </a:r>
            <a:r>
              <a:rPr lang="zh-CN" altLang="en-US" dirty="0"/>
              <a:t>否则</a:t>
            </a:r>
            <a:r>
              <a:rPr lang="en-US" altLang="zh-CN" dirty="0"/>
              <a:t>, </a:t>
            </a:r>
            <a:r>
              <a:rPr lang="zh-CN" altLang="en-US" dirty="0"/>
              <a:t>直接返回后继线索</a:t>
            </a:r>
          </a:p>
          <a:p>
            <a:pPr marL="0" indent="0">
              <a:buNone/>
            </a:pPr>
            <a:r>
              <a:rPr lang="en-US" altLang="zh-CN" dirty="0"/>
              <a:t>} </a:t>
            </a:r>
            <a:endParaRPr lang="zh-CN" altLang="en-US" dirty="0"/>
          </a:p>
        </p:txBody>
      </p:sp>
      <p:sp>
        <p:nvSpPr>
          <p:cNvPr id="2" name="灯片编号占位符 1">
            <a:extLst>
              <a:ext uri="{FF2B5EF4-FFF2-40B4-BE49-F238E27FC236}">
                <a16:creationId xmlns:a16="http://schemas.microsoft.com/office/drawing/2014/main" id="{CC129934-3A36-D9DA-8E2F-04C4F1C36EB2}"/>
              </a:ext>
            </a:extLst>
          </p:cNvPr>
          <p:cNvSpPr>
            <a:spLocks noGrp="1"/>
          </p:cNvSpPr>
          <p:nvPr>
            <p:ph type="sldNum" sz="quarter" idx="12"/>
          </p:nvPr>
        </p:nvSpPr>
        <p:spPr/>
        <p:txBody>
          <a:bodyPr/>
          <a:lstStyle/>
          <a:p>
            <a:pPr>
              <a:defRPr/>
            </a:pPr>
            <a:fld id="{A598D83B-EE2A-4F12-B129-1EDE84DF129B}" type="slidenum">
              <a:rPr lang="en-US" altLang="zh-CN" smtClean="0"/>
              <a:pPr>
                <a:defRPr/>
              </a:pPr>
              <a:t>73</a:t>
            </a:fld>
            <a:endParaRPr lang="en-US" altLang="zh-CN"/>
          </a:p>
        </p:txBody>
      </p:sp>
    </p:spTree>
  </p:cSld>
  <p:clrMapOvr>
    <a:masterClrMapping/>
  </p:clrMapOvr>
  <p:transition>
    <p:split/>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a:extLst>
              <a:ext uri="{FF2B5EF4-FFF2-40B4-BE49-F238E27FC236}">
                <a16:creationId xmlns:a16="http://schemas.microsoft.com/office/drawing/2014/main" id="{78EF5580-108A-88E2-6DE0-00A350B395D5}"/>
              </a:ext>
            </a:extLst>
          </p:cNvPr>
          <p:cNvSpPr>
            <a:spLocks noGrp="1"/>
          </p:cNvSpPr>
          <p:nvPr>
            <p:ph idx="1"/>
          </p:nvPr>
        </p:nvSpPr>
        <p:spPr>
          <a:xfrm>
            <a:off x="395536" y="692696"/>
            <a:ext cx="8424936" cy="5484267"/>
          </a:xfrm>
        </p:spPr>
        <p:txBody>
          <a:bodyPr>
            <a:normAutofit fontScale="92500"/>
          </a:bodyPr>
          <a:lstStyle/>
          <a:p>
            <a:pPr marL="0" indent="0">
              <a:buNone/>
            </a:pPr>
            <a:r>
              <a:rPr lang="en-US" altLang="zh-CN" dirty="0"/>
              <a:t>//</a:t>
            </a:r>
            <a:r>
              <a:rPr lang="zh-CN" altLang="en-US" dirty="0"/>
              <a:t>返回以*</a:t>
            </a:r>
            <a:r>
              <a:rPr lang="en-US" altLang="zh-CN" dirty="0"/>
              <a:t>t</a:t>
            </a:r>
            <a:r>
              <a:rPr lang="zh-CN" altLang="en-US" dirty="0"/>
              <a:t>为根的中序线索二叉树中的</a:t>
            </a:r>
            <a:endParaRPr lang="en-US" altLang="zh-CN" dirty="0"/>
          </a:p>
          <a:p>
            <a:pPr marL="0" indent="0">
              <a:buNone/>
            </a:pPr>
            <a:r>
              <a:rPr lang="en-US" altLang="zh-CN" dirty="0"/>
              <a:t>//</a:t>
            </a:r>
            <a:r>
              <a:rPr lang="zh-CN" altLang="en-US" dirty="0"/>
              <a:t>中序序列下的最后一个结点</a:t>
            </a:r>
          </a:p>
          <a:p>
            <a:pPr marL="0" indent="0">
              <a:buNone/>
            </a:pPr>
            <a:r>
              <a:rPr lang="en-US" altLang="zh-CN" dirty="0"/>
              <a:t>template &lt;class T&gt; </a:t>
            </a:r>
          </a:p>
          <a:p>
            <a:pPr marL="0" indent="0">
              <a:buNone/>
            </a:pPr>
            <a:r>
              <a:rPr lang="en-US" altLang="zh-CN" dirty="0" err="1"/>
              <a:t>ThreadNode</a:t>
            </a:r>
            <a:r>
              <a:rPr lang="en-US" altLang="zh-CN" dirty="0"/>
              <a:t>&lt;T&gt; * </a:t>
            </a:r>
            <a:r>
              <a:rPr lang="en-US" altLang="zh-CN" dirty="0" err="1"/>
              <a:t>ThreadTree</a:t>
            </a:r>
            <a:r>
              <a:rPr lang="en-US" altLang="zh-CN" dirty="0"/>
              <a:t> &lt;T&gt; :: </a:t>
            </a:r>
          </a:p>
          <a:p>
            <a:pPr marL="0" indent="0">
              <a:buNone/>
            </a:pPr>
            <a:r>
              <a:rPr lang="en-US" altLang="zh-CN" dirty="0"/>
              <a:t>Last (</a:t>
            </a:r>
            <a:r>
              <a:rPr lang="en-US" altLang="zh-CN" dirty="0" err="1"/>
              <a:t>ThreadNode</a:t>
            </a:r>
            <a:r>
              <a:rPr lang="en-US" altLang="zh-CN" dirty="0"/>
              <a:t>&lt;T&gt; * t) {</a:t>
            </a:r>
          </a:p>
          <a:p>
            <a:pPr marL="0" indent="0">
              <a:buNone/>
            </a:pPr>
            <a:r>
              <a:rPr lang="en-US" altLang="zh-CN" dirty="0"/>
              <a:t>     </a:t>
            </a:r>
            <a:r>
              <a:rPr lang="en-US" altLang="zh-CN" dirty="0" err="1"/>
              <a:t>ThreadNode</a:t>
            </a:r>
            <a:r>
              <a:rPr lang="en-US" altLang="zh-CN" dirty="0"/>
              <a:t>&lt;T&gt; * p = t;</a:t>
            </a:r>
          </a:p>
          <a:p>
            <a:pPr marL="0" indent="0">
              <a:buNone/>
            </a:pPr>
            <a:r>
              <a:rPr lang="en-US" altLang="zh-CN" dirty="0"/>
              <a:t>     while (p-&gt;</a:t>
            </a:r>
            <a:r>
              <a:rPr lang="en-US" altLang="zh-CN" dirty="0" err="1"/>
              <a:t>rtag</a:t>
            </a:r>
            <a:r>
              <a:rPr lang="en-US" altLang="zh-CN" dirty="0"/>
              <a:t> == 0) p = p-&gt;</a:t>
            </a:r>
            <a:r>
              <a:rPr lang="en-US" altLang="zh-CN" dirty="0" err="1"/>
              <a:t>rightChild</a:t>
            </a:r>
            <a:r>
              <a:rPr lang="en-US" altLang="zh-CN" dirty="0"/>
              <a:t>;</a:t>
            </a:r>
          </a:p>
          <a:p>
            <a:pPr marL="0" indent="0">
              <a:buNone/>
            </a:pPr>
            <a:r>
              <a:rPr lang="en-US" altLang="zh-CN" dirty="0"/>
              <a:t>     return p;</a:t>
            </a:r>
          </a:p>
          <a:p>
            <a:pPr marL="0" indent="0">
              <a:buNone/>
            </a:pPr>
            <a:r>
              <a:rPr lang="en-US" altLang="zh-CN" dirty="0"/>
              <a:t>};</a:t>
            </a:r>
          </a:p>
          <a:p>
            <a:pPr marL="0" indent="0">
              <a:buNone/>
            </a:pPr>
            <a:endParaRPr lang="zh-CN" altLang="en-US" dirty="0"/>
          </a:p>
        </p:txBody>
      </p:sp>
      <p:sp>
        <p:nvSpPr>
          <p:cNvPr id="3" name="灯片编号占位符 4">
            <a:extLst>
              <a:ext uri="{FF2B5EF4-FFF2-40B4-BE49-F238E27FC236}">
                <a16:creationId xmlns:a16="http://schemas.microsoft.com/office/drawing/2014/main" id="{CAB92346-AA23-58AF-2A62-F46E62345D55}"/>
              </a:ext>
            </a:extLst>
          </p:cNvPr>
          <p:cNvSpPr>
            <a:spLocks noGrp="1"/>
          </p:cNvSpPr>
          <p:nvPr>
            <p:ph type="sldNum" sz="quarter" idx="4294967295"/>
          </p:nvPr>
        </p:nvSpPr>
        <p:spPr>
          <a:xfrm>
            <a:off x="0" y="6356350"/>
            <a:ext cx="3086100" cy="365125"/>
          </a:xfrm>
        </p:spPr>
        <p:txBody>
          <a:bodyPr/>
          <a:lstStyle/>
          <a:p>
            <a:fld id="{744CF3EA-4F96-4741-8B4A-FF45812DD8EC}" type="slidenum">
              <a:rPr lang="en-US" altLang="zh-CN"/>
              <a:pPr/>
              <a:t>74</a:t>
            </a:fld>
            <a:endParaRPr lang="en-US" altLang="zh-CN"/>
          </a:p>
        </p:txBody>
      </p:sp>
    </p:spTree>
  </p:cSld>
  <p:clrMapOvr>
    <a:masterClrMapping/>
  </p:clrMapOvr>
  <p:transition>
    <p:split/>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a:extLst>
              <a:ext uri="{FF2B5EF4-FFF2-40B4-BE49-F238E27FC236}">
                <a16:creationId xmlns:a16="http://schemas.microsoft.com/office/drawing/2014/main" id="{564970DD-9BBF-009C-6DB2-2129BF966032}"/>
              </a:ext>
            </a:extLst>
          </p:cNvPr>
          <p:cNvSpPr>
            <a:spLocks noGrp="1"/>
          </p:cNvSpPr>
          <p:nvPr>
            <p:ph idx="1"/>
          </p:nvPr>
        </p:nvSpPr>
        <p:spPr>
          <a:xfrm>
            <a:off x="628650" y="476672"/>
            <a:ext cx="8407846" cy="5700291"/>
          </a:xfrm>
        </p:spPr>
        <p:txBody>
          <a:bodyPr>
            <a:normAutofit fontScale="92500" lnSpcReduction="20000"/>
          </a:bodyPr>
          <a:lstStyle/>
          <a:p>
            <a:pPr marL="0" indent="0">
              <a:buNone/>
            </a:pPr>
            <a:r>
              <a:rPr lang="en-US" altLang="zh-CN" dirty="0"/>
              <a:t>//</a:t>
            </a:r>
            <a:r>
              <a:rPr lang="zh-CN" altLang="en-US" dirty="0"/>
              <a:t>返回中序线索二叉树中结点</a:t>
            </a:r>
            <a:r>
              <a:rPr lang="en-US" altLang="zh-CN" dirty="0"/>
              <a:t>t</a:t>
            </a:r>
            <a:r>
              <a:rPr lang="zh-CN" altLang="en-US" dirty="0"/>
              <a:t>中序下的前驱</a:t>
            </a:r>
          </a:p>
          <a:p>
            <a:pPr marL="0" indent="0">
              <a:buNone/>
            </a:pPr>
            <a:r>
              <a:rPr lang="en-US" altLang="zh-CN" dirty="0"/>
              <a:t>template &lt;class T&gt; </a:t>
            </a:r>
          </a:p>
          <a:p>
            <a:pPr marL="0" indent="0">
              <a:buNone/>
            </a:pPr>
            <a:r>
              <a:rPr lang="en-US" altLang="zh-CN" dirty="0" err="1"/>
              <a:t>ThreadNode</a:t>
            </a:r>
            <a:r>
              <a:rPr lang="en-US" altLang="zh-CN" dirty="0"/>
              <a:t>&lt;T&gt; * </a:t>
            </a:r>
            <a:r>
              <a:rPr lang="en-US" altLang="zh-CN" dirty="0" err="1"/>
              <a:t>ThreadTree</a:t>
            </a:r>
            <a:r>
              <a:rPr lang="en-US" altLang="zh-CN" dirty="0"/>
              <a:t> &lt;T&gt;:: Prior (</a:t>
            </a:r>
            <a:r>
              <a:rPr lang="en-US" altLang="zh-CN" dirty="0" err="1"/>
              <a:t>ThreadNode</a:t>
            </a:r>
            <a:r>
              <a:rPr lang="en-US" altLang="zh-CN" dirty="0"/>
              <a:t>&lt;T&gt; * t) {</a:t>
            </a:r>
          </a:p>
          <a:p>
            <a:pPr marL="0" indent="0">
              <a:buNone/>
            </a:pPr>
            <a:r>
              <a:rPr lang="en-US" altLang="zh-CN" dirty="0"/>
              <a:t>     </a:t>
            </a:r>
            <a:r>
              <a:rPr lang="en-US" altLang="zh-CN" dirty="0" err="1"/>
              <a:t>ThreadNode</a:t>
            </a:r>
            <a:r>
              <a:rPr lang="en-US" altLang="zh-CN" dirty="0"/>
              <a:t>&lt;T&gt; *p = t-&gt;</a:t>
            </a:r>
            <a:r>
              <a:rPr lang="en-US" altLang="zh-CN" dirty="0" err="1"/>
              <a:t>leftChild</a:t>
            </a:r>
            <a:r>
              <a:rPr lang="en-US" altLang="zh-CN" dirty="0"/>
              <a:t>;</a:t>
            </a:r>
          </a:p>
          <a:p>
            <a:pPr marL="0" indent="0">
              <a:buNone/>
            </a:pPr>
            <a:r>
              <a:rPr lang="en-US" altLang="zh-CN" dirty="0"/>
              <a:t>     if (t-&gt;</a:t>
            </a:r>
            <a:r>
              <a:rPr lang="en-US" altLang="zh-CN" dirty="0" err="1"/>
              <a:t>ltag</a:t>
            </a:r>
            <a:r>
              <a:rPr lang="en-US" altLang="zh-CN" dirty="0"/>
              <a:t> == 0) return Last (p);</a:t>
            </a:r>
          </a:p>
          <a:p>
            <a:pPr marL="0" indent="0">
              <a:buNone/>
            </a:pPr>
            <a:r>
              <a:rPr lang="en-US" altLang="zh-CN" dirty="0"/>
              <a:t> 	//</a:t>
            </a:r>
            <a:r>
              <a:rPr lang="en-US" altLang="zh-CN" dirty="0" err="1"/>
              <a:t>ltag</a:t>
            </a:r>
            <a:r>
              <a:rPr lang="en-US" altLang="zh-CN" dirty="0"/>
              <a:t> == 0, </a:t>
            </a:r>
            <a:r>
              <a:rPr lang="zh-CN" altLang="en-US" dirty="0"/>
              <a:t>表示有左孩子，到左子树上</a:t>
            </a:r>
          </a:p>
          <a:p>
            <a:pPr marL="0" indent="0">
              <a:buNone/>
            </a:pPr>
            <a:r>
              <a:rPr lang="zh-CN" altLang="en-US" dirty="0"/>
              <a:t>	</a:t>
            </a:r>
            <a:r>
              <a:rPr lang="en-US" altLang="zh-CN" dirty="0"/>
              <a:t>//</a:t>
            </a:r>
            <a:r>
              <a:rPr lang="zh-CN" altLang="en-US" dirty="0"/>
              <a:t>找中序最后一个结点即为*</a:t>
            </a:r>
            <a:r>
              <a:rPr lang="en-US" altLang="zh-CN" dirty="0"/>
              <a:t>t</a:t>
            </a:r>
            <a:r>
              <a:rPr lang="zh-CN" altLang="en-US" dirty="0"/>
              <a:t>的前驱</a:t>
            </a:r>
          </a:p>
          <a:p>
            <a:pPr marL="0" indent="0">
              <a:buNone/>
            </a:pPr>
            <a:r>
              <a:rPr lang="zh-CN" altLang="en-US" dirty="0"/>
              <a:t>     </a:t>
            </a:r>
            <a:r>
              <a:rPr lang="en-US" altLang="zh-CN" dirty="0"/>
              <a:t>else return p;</a:t>
            </a:r>
          </a:p>
          <a:p>
            <a:pPr marL="0" indent="0">
              <a:buNone/>
            </a:pPr>
            <a:r>
              <a:rPr lang="en-US" altLang="zh-CN" dirty="0"/>
              <a:t>	//</a:t>
            </a:r>
            <a:r>
              <a:rPr lang="en-US" altLang="zh-CN" dirty="0" err="1"/>
              <a:t>ltag</a:t>
            </a:r>
            <a:r>
              <a:rPr lang="en-US" altLang="zh-CN" dirty="0"/>
              <a:t> == 1, </a:t>
            </a:r>
            <a:r>
              <a:rPr lang="zh-CN" altLang="en-US" dirty="0"/>
              <a:t>直接返回前驱线索</a:t>
            </a:r>
          </a:p>
          <a:p>
            <a:pPr marL="0" indent="0">
              <a:buNone/>
            </a:pPr>
            <a:r>
              <a:rPr lang="en-US" altLang="zh-CN" dirty="0"/>
              <a:t>}; </a:t>
            </a:r>
            <a:endParaRPr lang="zh-CN" altLang="en-US" dirty="0"/>
          </a:p>
        </p:txBody>
      </p:sp>
      <p:sp>
        <p:nvSpPr>
          <p:cNvPr id="3" name="灯片编号占位符 2">
            <a:extLst>
              <a:ext uri="{FF2B5EF4-FFF2-40B4-BE49-F238E27FC236}">
                <a16:creationId xmlns:a16="http://schemas.microsoft.com/office/drawing/2014/main" id="{C71A85BF-D8BC-49DC-F1A4-98B7C9B9B2BC}"/>
              </a:ext>
            </a:extLst>
          </p:cNvPr>
          <p:cNvSpPr>
            <a:spLocks noGrp="1"/>
          </p:cNvSpPr>
          <p:nvPr>
            <p:ph type="sldNum" sz="quarter" idx="12"/>
          </p:nvPr>
        </p:nvSpPr>
        <p:spPr/>
        <p:txBody>
          <a:bodyPr/>
          <a:lstStyle/>
          <a:p>
            <a:fld id="{2B943580-A33F-49F5-AD3F-349060C5DEB2}" type="slidenum">
              <a:rPr lang="en-US" altLang="zh-CN"/>
              <a:pPr/>
              <a:t>75</a:t>
            </a:fld>
            <a:endParaRPr lang="en-US" altLang="zh-CN"/>
          </a:p>
        </p:txBody>
      </p:sp>
    </p:spTree>
  </p:cSld>
  <p:clrMapOvr>
    <a:masterClrMapping/>
  </p:clrMapOvr>
  <p:transition>
    <p:split/>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CB6A75B-6E4D-458F-B9B6-074F4D6D3D7C}"/>
              </a:ext>
            </a:extLst>
          </p:cNvPr>
          <p:cNvSpPr>
            <a:spLocks noGrp="1"/>
          </p:cNvSpPr>
          <p:nvPr>
            <p:ph idx="1"/>
          </p:nvPr>
        </p:nvSpPr>
        <p:spPr>
          <a:xfrm>
            <a:off x="628650" y="476672"/>
            <a:ext cx="7886700" cy="5700291"/>
          </a:xfrm>
        </p:spPr>
        <p:txBody>
          <a:bodyPr>
            <a:normAutofit/>
          </a:bodyPr>
          <a:lstStyle/>
          <a:p>
            <a:pPr marL="0" indent="0">
              <a:buNone/>
            </a:pPr>
            <a:r>
              <a:rPr lang="en-US" altLang="zh-CN" dirty="0"/>
              <a:t>//</a:t>
            </a:r>
            <a:r>
              <a:rPr lang="zh-CN" altLang="en-US" dirty="0"/>
              <a:t>线索化二叉树的中序遍历</a:t>
            </a:r>
          </a:p>
          <a:p>
            <a:pPr marL="0" indent="0">
              <a:buNone/>
            </a:pPr>
            <a:r>
              <a:rPr lang="en-US" altLang="zh-CN" dirty="0"/>
              <a:t>template &lt;class T&gt; void </a:t>
            </a:r>
          </a:p>
          <a:p>
            <a:pPr marL="0" indent="0">
              <a:buNone/>
            </a:pPr>
            <a:r>
              <a:rPr lang="en-US" altLang="zh-CN" dirty="0" err="1"/>
              <a:t>ThreadTree</a:t>
            </a:r>
            <a:r>
              <a:rPr lang="en-US" altLang="zh-CN" dirty="0"/>
              <a:t> &lt;T&gt; :: </a:t>
            </a:r>
            <a:r>
              <a:rPr lang="en-US" altLang="zh-CN" dirty="0" err="1"/>
              <a:t>InOrder</a:t>
            </a:r>
            <a:r>
              <a:rPr lang="en-US" altLang="zh-CN" dirty="0"/>
              <a:t> ( void(*visit)(</a:t>
            </a:r>
            <a:r>
              <a:rPr lang="en-US" altLang="zh-CN" dirty="0" err="1"/>
              <a:t>ThreadNode</a:t>
            </a:r>
            <a:r>
              <a:rPr lang="en-US" altLang="zh-CN" dirty="0"/>
              <a:t>&lt;T&gt; *p) ) {</a:t>
            </a:r>
          </a:p>
          <a:p>
            <a:pPr marL="0" indent="0">
              <a:buNone/>
            </a:pPr>
            <a:r>
              <a:rPr lang="en-US" altLang="zh-CN" dirty="0"/>
              <a:t>    </a:t>
            </a:r>
            <a:r>
              <a:rPr lang="en-US" altLang="zh-CN" dirty="0" err="1"/>
              <a:t>ThreadNode</a:t>
            </a:r>
            <a:r>
              <a:rPr lang="en-US" altLang="zh-CN" dirty="0"/>
              <a:t>&lt;T&gt; * p;  </a:t>
            </a:r>
          </a:p>
          <a:p>
            <a:pPr marL="0" indent="0">
              <a:buNone/>
            </a:pPr>
            <a:r>
              <a:rPr lang="en-US" altLang="zh-CN" dirty="0"/>
              <a:t>    for ( p = First ( root);  p != NULL;  p = Next (p ) )  visit( p);</a:t>
            </a:r>
          </a:p>
          <a:p>
            <a:pPr marL="0" indent="0">
              <a:buNone/>
            </a:pPr>
            <a:r>
              <a:rPr lang="en-US" altLang="zh-CN" dirty="0"/>
              <a:t>}</a:t>
            </a:r>
          </a:p>
          <a:p>
            <a:pPr marL="0" indent="0">
              <a:buNone/>
            </a:pPr>
            <a:endParaRPr lang="zh-CN" altLang="en-US" dirty="0"/>
          </a:p>
        </p:txBody>
      </p:sp>
      <p:sp>
        <p:nvSpPr>
          <p:cNvPr id="2" name="灯片编号占位符 1">
            <a:extLst>
              <a:ext uri="{FF2B5EF4-FFF2-40B4-BE49-F238E27FC236}">
                <a16:creationId xmlns:a16="http://schemas.microsoft.com/office/drawing/2014/main" id="{7BEE29B0-A0FA-CCA8-8678-7F07DDE26498}"/>
              </a:ext>
            </a:extLst>
          </p:cNvPr>
          <p:cNvSpPr>
            <a:spLocks noGrp="1"/>
          </p:cNvSpPr>
          <p:nvPr>
            <p:ph type="sldNum" sz="quarter" idx="12"/>
          </p:nvPr>
        </p:nvSpPr>
        <p:spPr/>
        <p:txBody>
          <a:bodyPr/>
          <a:lstStyle/>
          <a:p>
            <a:pPr>
              <a:defRPr/>
            </a:pPr>
            <a:fld id="{A598D83B-EE2A-4F12-B129-1EDE84DF129B}" type="slidenum">
              <a:rPr lang="en-US" altLang="zh-CN" smtClean="0"/>
              <a:pPr>
                <a:defRPr/>
              </a:pPr>
              <a:t>76</a:t>
            </a:fld>
            <a:endParaRPr lang="en-US" altLang="zh-CN"/>
          </a:p>
        </p:txBody>
      </p:sp>
    </p:spTree>
  </p:cSld>
  <p:clrMapOvr>
    <a:masterClrMapping/>
  </p:clrMapOvr>
  <p:transition>
    <p:split/>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61319AC-F663-496E-8568-6469C72435C2}"/>
              </a:ext>
            </a:extLst>
          </p:cNvPr>
          <p:cNvSpPr>
            <a:spLocks noGrp="1"/>
          </p:cNvSpPr>
          <p:nvPr>
            <p:ph idx="1"/>
          </p:nvPr>
        </p:nvSpPr>
        <p:spPr>
          <a:xfrm>
            <a:off x="107504" y="620688"/>
            <a:ext cx="8928992" cy="5976663"/>
          </a:xfrm>
        </p:spPr>
        <p:txBody>
          <a:bodyPr>
            <a:normAutofit fontScale="62500" lnSpcReduction="20000"/>
          </a:bodyPr>
          <a:lstStyle/>
          <a:p>
            <a:pPr marL="0" indent="0">
              <a:buNone/>
            </a:pPr>
            <a:r>
              <a:rPr lang="en-US" altLang="zh-CN" dirty="0"/>
              <a:t>//</a:t>
            </a:r>
            <a:r>
              <a:rPr lang="zh-CN" altLang="en-US" dirty="0"/>
              <a:t>为二叉树加上中序线索。特别注意</a:t>
            </a:r>
            <a:r>
              <a:rPr lang="en-US" altLang="zh-CN" dirty="0"/>
              <a:t>pre</a:t>
            </a:r>
            <a:r>
              <a:rPr lang="zh-CN" altLang="en-US" dirty="0"/>
              <a:t>参数的传递方式</a:t>
            </a:r>
            <a:endParaRPr lang="en-US" altLang="zh-CN" dirty="0"/>
          </a:p>
          <a:p>
            <a:pPr marL="0" indent="0">
              <a:buNone/>
            </a:pPr>
            <a:r>
              <a:rPr lang="en-US" altLang="zh-CN" dirty="0"/>
              <a:t>template &lt;class T&gt; </a:t>
            </a:r>
          </a:p>
          <a:p>
            <a:pPr marL="0" indent="0">
              <a:buNone/>
            </a:pPr>
            <a:r>
              <a:rPr lang="en-US" altLang="zh-CN" dirty="0"/>
              <a:t>void </a:t>
            </a:r>
            <a:r>
              <a:rPr lang="en-US" altLang="zh-CN" dirty="0" err="1"/>
              <a:t>ThreadTree</a:t>
            </a:r>
            <a:r>
              <a:rPr lang="en-US" altLang="zh-CN" dirty="0"/>
              <a:t>&lt;T&gt; ::</a:t>
            </a:r>
            <a:r>
              <a:rPr lang="en-US" altLang="zh-CN" dirty="0" err="1"/>
              <a:t>createInThread</a:t>
            </a:r>
            <a:r>
              <a:rPr lang="en-US" altLang="zh-CN" dirty="0"/>
              <a:t> ( </a:t>
            </a:r>
            <a:r>
              <a:rPr lang="en-US" altLang="zh-CN" dirty="0" err="1"/>
              <a:t>ThreadNode</a:t>
            </a:r>
            <a:r>
              <a:rPr lang="en-US" altLang="zh-CN" dirty="0"/>
              <a:t>&lt;T&gt; * current,   </a:t>
            </a:r>
            <a:r>
              <a:rPr lang="en-US" altLang="zh-CN" dirty="0" err="1"/>
              <a:t>ThreadNode</a:t>
            </a:r>
            <a:r>
              <a:rPr lang="en-US" altLang="zh-CN" dirty="0"/>
              <a:t>&lt;T&gt; *&amp; pre ) {</a:t>
            </a:r>
          </a:p>
          <a:p>
            <a:pPr marL="0" indent="0">
              <a:buNone/>
            </a:pPr>
            <a:r>
              <a:rPr lang="en-US" altLang="zh-CN" dirty="0"/>
              <a:t>    if ( current == NULL ) return;</a:t>
            </a:r>
          </a:p>
          <a:p>
            <a:pPr marL="0" indent="0">
              <a:buNone/>
            </a:pPr>
            <a:r>
              <a:rPr lang="en-US" altLang="zh-CN" dirty="0"/>
              <a:t>    </a:t>
            </a:r>
            <a:r>
              <a:rPr lang="en-US" altLang="zh-CN" dirty="0" err="1"/>
              <a:t>createInThread</a:t>
            </a:r>
            <a:r>
              <a:rPr lang="en-US" altLang="zh-CN" dirty="0"/>
              <a:t> ( current-&gt;</a:t>
            </a:r>
            <a:r>
              <a:rPr lang="en-US" altLang="zh-CN" dirty="0" err="1"/>
              <a:t>leftChild</a:t>
            </a:r>
            <a:r>
              <a:rPr lang="en-US" altLang="zh-CN" dirty="0"/>
              <a:t>,  pre );   //</a:t>
            </a:r>
            <a:r>
              <a:rPr lang="zh-CN" altLang="en-US" dirty="0"/>
              <a:t>递归</a:t>
            </a:r>
            <a:r>
              <a:rPr lang="en-US" altLang="zh-CN" dirty="0"/>
              <a:t>, </a:t>
            </a:r>
            <a:r>
              <a:rPr lang="zh-CN" altLang="en-US" dirty="0"/>
              <a:t>左子树线索化</a:t>
            </a:r>
          </a:p>
          <a:p>
            <a:pPr marL="0" indent="0">
              <a:buNone/>
            </a:pPr>
            <a:r>
              <a:rPr lang="zh-CN" altLang="en-US" dirty="0"/>
              <a:t>    </a:t>
            </a:r>
            <a:r>
              <a:rPr lang="en-US" altLang="zh-CN" dirty="0"/>
              <a:t>if ( current-&gt;</a:t>
            </a:r>
            <a:r>
              <a:rPr lang="en-US" altLang="zh-CN" dirty="0" err="1"/>
              <a:t>leftChild</a:t>
            </a:r>
            <a:r>
              <a:rPr lang="en-US" altLang="zh-CN" dirty="0"/>
              <a:t> == NULL )    //</a:t>
            </a:r>
            <a:r>
              <a:rPr lang="zh-CN" altLang="en-US" dirty="0"/>
              <a:t>建立当前结点的前驱线索</a:t>
            </a:r>
          </a:p>
          <a:p>
            <a:pPr marL="0" indent="0">
              <a:buNone/>
            </a:pPr>
            <a:r>
              <a:rPr lang="zh-CN" altLang="en-US" dirty="0"/>
              <a:t>    </a:t>
            </a:r>
            <a:r>
              <a:rPr lang="en-US" altLang="zh-CN" dirty="0"/>
              <a:t>{       current-&gt;</a:t>
            </a:r>
            <a:r>
              <a:rPr lang="en-US" altLang="zh-CN" dirty="0" err="1"/>
              <a:t>leftChild</a:t>
            </a:r>
            <a:r>
              <a:rPr lang="en-US" altLang="zh-CN" dirty="0"/>
              <a:t> = pre;        current-&gt;</a:t>
            </a:r>
            <a:r>
              <a:rPr lang="en-US" altLang="zh-CN" dirty="0" err="1"/>
              <a:t>ltag</a:t>
            </a:r>
            <a:r>
              <a:rPr lang="en-US" altLang="zh-CN" dirty="0"/>
              <a:t> = 1;  }  	</a:t>
            </a:r>
          </a:p>
          <a:p>
            <a:pPr marL="0" indent="0">
              <a:buNone/>
            </a:pPr>
            <a:r>
              <a:rPr lang="en-US" altLang="zh-CN" dirty="0"/>
              <a:t>    if ( pre != NULL &amp;&amp; pre-&gt;</a:t>
            </a:r>
            <a:r>
              <a:rPr lang="en-US" altLang="zh-CN" dirty="0" err="1"/>
              <a:t>rightChild</a:t>
            </a:r>
            <a:r>
              <a:rPr lang="en-US" altLang="zh-CN" dirty="0"/>
              <a:t> == NULL ) {</a:t>
            </a:r>
          </a:p>
          <a:p>
            <a:pPr marL="0" indent="0">
              <a:buNone/>
            </a:pPr>
            <a:r>
              <a:rPr lang="en-US" altLang="zh-CN" dirty="0"/>
              <a:t>             pre-&gt;</a:t>
            </a:r>
            <a:r>
              <a:rPr lang="en-US" altLang="zh-CN" dirty="0" err="1"/>
              <a:t>rightChild</a:t>
            </a:r>
            <a:r>
              <a:rPr lang="en-US" altLang="zh-CN" dirty="0"/>
              <a:t> = current;        pre-&gt;</a:t>
            </a:r>
            <a:r>
              <a:rPr lang="en-US" altLang="zh-CN" dirty="0" err="1"/>
              <a:t>rtag</a:t>
            </a:r>
            <a:r>
              <a:rPr lang="en-US" altLang="zh-CN" dirty="0"/>
              <a:t> = 1; </a:t>
            </a:r>
          </a:p>
          <a:p>
            <a:pPr marL="0" indent="0">
              <a:buNone/>
            </a:pPr>
            <a:r>
              <a:rPr lang="en-US" altLang="zh-CN" dirty="0"/>
              <a:t>    }   //</a:t>
            </a:r>
            <a:r>
              <a:rPr lang="zh-CN" altLang="en-US" dirty="0"/>
              <a:t>建立前驱结点的后继线索</a:t>
            </a:r>
          </a:p>
          <a:p>
            <a:pPr marL="0" indent="0">
              <a:buNone/>
            </a:pPr>
            <a:r>
              <a:rPr lang="zh-CN" altLang="en-US" dirty="0"/>
              <a:t>    </a:t>
            </a:r>
            <a:r>
              <a:rPr lang="en-US" altLang="zh-CN" dirty="0"/>
              <a:t>pre = current;	//</a:t>
            </a:r>
            <a:r>
              <a:rPr lang="zh-CN" altLang="en-US" dirty="0"/>
              <a:t>前驱跟上当前指针</a:t>
            </a:r>
          </a:p>
          <a:p>
            <a:pPr marL="0" indent="0">
              <a:buNone/>
            </a:pPr>
            <a:r>
              <a:rPr lang="zh-CN" altLang="en-US" dirty="0"/>
              <a:t>    </a:t>
            </a:r>
            <a:r>
              <a:rPr lang="en-US" altLang="zh-CN" dirty="0" err="1"/>
              <a:t>createInThread</a:t>
            </a:r>
            <a:r>
              <a:rPr lang="en-US" altLang="zh-CN" dirty="0"/>
              <a:t> ( current-&gt;</a:t>
            </a:r>
            <a:r>
              <a:rPr lang="en-US" altLang="zh-CN" dirty="0" err="1"/>
              <a:t>rightChild</a:t>
            </a:r>
            <a:r>
              <a:rPr lang="en-US" altLang="zh-CN" dirty="0"/>
              <a:t>,  pre );  //</a:t>
            </a:r>
            <a:r>
              <a:rPr lang="zh-CN" altLang="en-US" dirty="0"/>
              <a:t>递归</a:t>
            </a:r>
            <a:r>
              <a:rPr lang="en-US" altLang="zh-CN" dirty="0"/>
              <a:t>, </a:t>
            </a:r>
            <a:r>
              <a:rPr lang="zh-CN" altLang="en-US" dirty="0"/>
              <a:t>右子树线索化</a:t>
            </a:r>
          </a:p>
          <a:p>
            <a:pPr marL="0" indent="0">
              <a:buNone/>
            </a:pPr>
            <a:r>
              <a:rPr lang="en-US" altLang="zh-CN" dirty="0"/>
              <a:t>}</a:t>
            </a:r>
          </a:p>
          <a:p>
            <a:pPr marL="0" indent="0">
              <a:buNone/>
            </a:pPr>
            <a:endParaRPr lang="zh-CN" altLang="en-US" dirty="0"/>
          </a:p>
        </p:txBody>
      </p:sp>
      <p:sp>
        <p:nvSpPr>
          <p:cNvPr id="4" name="灯片编号占位符 3">
            <a:extLst>
              <a:ext uri="{FF2B5EF4-FFF2-40B4-BE49-F238E27FC236}">
                <a16:creationId xmlns:a16="http://schemas.microsoft.com/office/drawing/2014/main" id="{E6AA9428-EA72-36FA-4DB6-587770FBAF12}"/>
              </a:ext>
            </a:extLst>
          </p:cNvPr>
          <p:cNvSpPr>
            <a:spLocks noGrp="1"/>
          </p:cNvSpPr>
          <p:nvPr>
            <p:ph type="sldNum" sz="quarter" idx="12"/>
          </p:nvPr>
        </p:nvSpPr>
        <p:spPr/>
        <p:txBody>
          <a:bodyPr/>
          <a:lstStyle/>
          <a:p>
            <a:pPr>
              <a:defRPr/>
            </a:pPr>
            <a:fld id="{A598D83B-EE2A-4F12-B129-1EDE84DF129B}" type="slidenum">
              <a:rPr lang="en-US" altLang="zh-CN" smtClean="0"/>
              <a:pPr>
                <a:defRPr/>
              </a:pPr>
              <a:t>77</a:t>
            </a:fld>
            <a:endParaRPr lang="en-US" altLang="zh-CN"/>
          </a:p>
        </p:txBody>
      </p:sp>
    </p:spTree>
  </p:cSld>
  <p:clrMapOvr>
    <a:masterClrMapping/>
  </p:clrMapOvr>
  <p:transition>
    <p:split/>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10638F8-2A68-4208-AFFF-FC8753B3BC88}"/>
              </a:ext>
            </a:extLst>
          </p:cNvPr>
          <p:cNvSpPr>
            <a:spLocks noGrp="1"/>
          </p:cNvSpPr>
          <p:nvPr>
            <p:ph idx="1"/>
          </p:nvPr>
        </p:nvSpPr>
        <p:spPr>
          <a:xfrm>
            <a:off x="251520" y="548680"/>
            <a:ext cx="8712968" cy="5628283"/>
          </a:xfrm>
        </p:spPr>
        <p:txBody>
          <a:bodyPr>
            <a:normAutofit fontScale="92500" lnSpcReduction="20000"/>
          </a:bodyPr>
          <a:lstStyle/>
          <a:p>
            <a:pPr marL="0" indent="0">
              <a:buNone/>
            </a:pPr>
            <a:r>
              <a:rPr lang="en-US" altLang="zh-CN" dirty="0"/>
              <a:t>template &lt;class T&gt; </a:t>
            </a:r>
          </a:p>
          <a:p>
            <a:pPr marL="0" indent="0">
              <a:buNone/>
            </a:pPr>
            <a:r>
              <a:rPr lang="en-US" altLang="zh-CN" dirty="0"/>
              <a:t>void </a:t>
            </a:r>
            <a:r>
              <a:rPr lang="en-US" altLang="zh-CN" dirty="0" err="1"/>
              <a:t>ThreadTree</a:t>
            </a:r>
            <a:r>
              <a:rPr lang="en-US" altLang="zh-CN" dirty="0"/>
              <a:t>&lt;T&gt; :: </a:t>
            </a:r>
            <a:r>
              <a:rPr lang="en-US" altLang="zh-CN" dirty="0" err="1"/>
              <a:t>CreateInThread</a:t>
            </a:r>
            <a:r>
              <a:rPr lang="en-US" altLang="zh-CN" dirty="0"/>
              <a:t> ( ) {</a:t>
            </a:r>
          </a:p>
          <a:p>
            <a:pPr marL="0" indent="0">
              <a:buNone/>
            </a:pPr>
            <a:r>
              <a:rPr lang="en-US" altLang="zh-CN" dirty="0"/>
              <a:t>    </a:t>
            </a:r>
            <a:r>
              <a:rPr lang="en-US" altLang="zh-CN" dirty="0" err="1"/>
              <a:t>ThreadNode</a:t>
            </a:r>
            <a:r>
              <a:rPr lang="en-US" altLang="zh-CN" dirty="0"/>
              <a:t>&lt;T&gt; *pre = NULL;	//</a:t>
            </a:r>
            <a:r>
              <a:rPr lang="zh-CN" altLang="en-US" dirty="0"/>
              <a:t>前驱指针</a:t>
            </a:r>
          </a:p>
          <a:p>
            <a:pPr marL="0" indent="0">
              <a:buNone/>
            </a:pPr>
            <a:r>
              <a:rPr lang="zh-CN" altLang="en-US" dirty="0"/>
              <a:t>    </a:t>
            </a:r>
            <a:r>
              <a:rPr lang="en-US" altLang="zh-CN" dirty="0"/>
              <a:t>if ( root != NULL ) {  //</a:t>
            </a:r>
            <a:r>
              <a:rPr lang="zh-CN" altLang="en-US" dirty="0"/>
              <a:t>非空二叉树</a:t>
            </a:r>
            <a:r>
              <a:rPr lang="en-US" altLang="zh-CN" dirty="0"/>
              <a:t>, </a:t>
            </a:r>
            <a:r>
              <a:rPr lang="zh-CN" altLang="en-US" dirty="0"/>
              <a:t>线索化</a:t>
            </a:r>
          </a:p>
          <a:p>
            <a:pPr marL="0" indent="0">
              <a:buNone/>
            </a:pPr>
            <a:r>
              <a:rPr lang="zh-CN" altLang="en-US" dirty="0"/>
              <a:t>        </a:t>
            </a:r>
            <a:r>
              <a:rPr lang="en-US" altLang="zh-CN" dirty="0" err="1"/>
              <a:t>createInThread</a:t>
            </a:r>
            <a:r>
              <a:rPr lang="en-US" altLang="zh-CN" dirty="0"/>
              <a:t> ( root, pre );				 	        //</a:t>
            </a:r>
            <a:r>
              <a:rPr lang="zh-CN" altLang="en-US" dirty="0"/>
              <a:t>中序遍历线索化二叉树</a:t>
            </a:r>
          </a:p>
          <a:p>
            <a:pPr marL="0" indent="0">
              <a:buNone/>
            </a:pPr>
            <a:r>
              <a:rPr lang="zh-CN" altLang="en-US" dirty="0"/>
              <a:t>        </a:t>
            </a:r>
            <a:r>
              <a:rPr lang="en-US" altLang="zh-CN" dirty="0"/>
              <a:t>pre-&gt;</a:t>
            </a:r>
            <a:r>
              <a:rPr lang="en-US" altLang="zh-CN" dirty="0" err="1"/>
              <a:t>rightChild</a:t>
            </a:r>
            <a:r>
              <a:rPr lang="en-US" altLang="zh-CN" dirty="0"/>
              <a:t> = NULL;</a:t>
            </a:r>
          </a:p>
          <a:p>
            <a:pPr marL="0" indent="0">
              <a:buNone/>
            </a:pPr>
            <a:r>
              <a:rPr lang="en-US" altLang="zh-CN" dirty="0"/>
              <a:t>        pre-&gt;</a:t>
            </a:r>
            <a:r>
              <a:rPr lang="en-US" altLang="zh-CN" dirty="0" err="1"/>
              <a:t>rtag</a:t>
            </a:r>
            <a:r>
              <a:rPr lang="en-US" altLang="zh-CN" dirty="0"/>
              <a:t> = 1;</a:t>
            </a:r>
          </a:p>
          <a:p>
            <a:pPr marL="0" indent="0">
              <a:buNone/>
            </a:pPr>
            <a:r>
              <a:rPr lang="en-US" altLang="zh-CN" dirty="0"/>
              <a:t> 		  //</a:t>
            </a:r>
            <a:r>
              <a:rPr lang="zh-CN" altLang="en-US" dirty="0"/>
              <a:t>后处理</a:t>
            </a:r>
            <a:r>
              <a:rPr lang="en-US" altLang="zh-CN" dirty="0"/>
              <a:t>, </a:t>
            </a:r>
            <a:r>
              <a:rPr lang="zh-CN" altLang="en-US" dirty="0"/>
              <a:t>中序最后一个结点</a:t>
            </a:r>
          </a:p>
          <a:p>
            <a:pPr marL="0" indent="0">
              <a:buNone/>
            </a:pPr>
            <a:r>
              <a:rPr lang="zh-CN" altLang="en-US" dirty="0"/>
              <a:t>    </a:t>
            </a:r>
            <a:r>
              <a:rPr lang="en-US" altLang="zh-CN" dirty="0"/>
              <a:t>}</a:t>
            </a:r>
          </a:p>
          <a:p>
            <a:pPr marL="0" indent="0">
              <a:buNone/>
            </a:pPr>
            <a:r>
              <a:rPr lang="en-US" altLang="zh-CN" dirty="0"/>
              <a:t>}</a:t>
            </a:r>
          </a:p>
          <a:p>
            <a:pPr marL="0" indent="0">
              <a:buNone/>
            </a:pPr>
            <a:endParaRPr lang="zh-CN" altLang="en-US" dirty="0"/>
          </a:p>
        </p:txBody>
      </p:sp>
      <p:sp>
        <p:nvSpPr>
          <p:cNvPr id="2" name="灯片编号占位符 1">
            <a:extLst>
              <a:ext uri="{FF2B5EF4-FFF2-40B4-BE49-F238E27FC236}">
                <a16:creationId xmlns:a16="http://schemas.microsoft.com/office/drawing/2014/main" id="{7D7FFD56-9763-2E3C-A153-C0BEDCDF6674}"/>
              </a:ext>
            </a:extLst>
          </p:cNvPr>
          <p:cNvSpPr>
            <a:spLocks noGrp="1"/>
          </p:cNvSpPr>
          <p:nvPr>
            <p:ph type="sldNum" sz="quarter" idx="12"/>
          </p:nvPr>
        </p:nvSpPr>
        <p:spPr/>
        <p:txBody>
          <a:bodyPr/>
          <a:lstStyle/>
          <a:p>
            <a:pPr>
              <a:defRPr/>
            </a:pPr>
            <a:fld id="{A598D83B-EE2A-4F12-B129-1EDE84DF129B}" type="slidenum">
              <a:rPr lang="en-US" altLang="zh-CN" smtClean="0"/>
              <a:pPr>
                <a:defRPr/>
              </a:pPr>
              <a:t>78</a:t>
            </a:fld>
            <a:endParaRPr lang="en-US" altLang="zh-CN"/>
          </a:p>
        </p:txBody>
      </p:sp>
    </p:spTree>
  </p:cSld>
  <p:clrMapOvr>
    <a:masterClrMapping/>
  </p:clrMapOvr>
  <p:transition>
    <p:split/>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2BD217-D622-4FB5-B0FE-C7CA0BCE87D7}"/>
              </a:ext>
            </a:extLst>
          </p:cNvPr>
          <p:cNvSpPr>
            <a:spLocks noGrp="1"/>
          </p:cNvSpPr>
          <p:nvPr>
            <p:ph type="title"/>
          </p:nvPr>
        </p:nvSpPr>
        <p:spPr/>
        <p:txBody>
          <a:bodyPr/>
          <a:lstStyle/>
          <a:p>
            <a:r>
              <a:rPr lang="zh-CN" altLang="en-US" dirty="0"/>
              <a:t>用中序线索信息实现前序遍历</a:t>
            </a:r>
          </a:p>
        </p:txBody>
      </p:sp>
      <p:sp>
        <p:nvSpPr>
          <p:cNvPr id="3" name="内容占位符 2">
            <a:extLst>
              <a:ext uri="{FF2B5EF4-FFF2-40B4-BE49-F238E27FC236}">
                <a16:creationId xmlns:a16="http://schemas.microsoft.com/office/drawing/2014/main" id="{005998AD-BD5D-4618-B613-92B62F3205F5}"/>
              </a:ext>
            </a:extLst>
          </p:cNvPr>
          <p:cNvSpPr>
            <a:spLocks noGrp="1"/>
          </p:cNvSpPr>
          <p:nvPr>
            <p:ph idx="1"/>
          </p:nvPr>
        </p:nvSpPr>
        <p:spPr/>
        <p:txBody>
          <a:bodyPr>
            <a:normAutofit fontScale="77500" lnSpcReduction="20000"/>
          </a:bodyPr>
          <a:lstStyle/>
          <a:p>
            <a:r>
              <a:rPr lang="zh-CN" altLang="en-US" dirty="0"/>
              <a:t>基本思路（程序</a:t>
            </a:r>
            <a:r>
              <a:rPr lang="en-US" altLang="zh-CN" dirty="0"/>
              <a:t>5.25</a:t>
            </a:r>
            <a:r>
              <a:rPr lang="zh-CN" altLang="en-US" dirty="0"/>
              <a:t>）</a:t>
            </a:r>
          </a:p>
          <a:p>
            <a:pPr lvl="1"/>
            <a:r>
              <a:rPr lang="zh-CN" altLang="en-US" dirty="0"/>
              <a:t>参照前面利用栈的非递归算法，从根结点开始，访问当前结点，然后访问其孩子结点，一直到叶子结点，回溯。</a:t>
            </a:r>
            <a:endParaRPr lang="en-US" altLang="zh-CN" dirty="0"/>
          </a:p>
          <a:p>
            <a:r>
              <a:rPr lang="zh-CN" altLang="en-US" dirty="0"/>
              <a:t>关键点</a:t>
            </a:r>
          </a:p>
          <a:p>
            <a:pPr lvl="1"/>
            <a:r>
              <a:rPr lang="zh-CN" altLang="en-US" dirty="0"/>
              <a:t>原来通过栈保存的回溯信息现在要从线索中得到。</a:t>
            </a:r>
          </a:p>
          <a:p>
            <a:pPr lvl="1"/>
            <a:r>
              <a:rPr lang="zh-CN" altLang="en-US" dirty="0"/>
              <a:t>回溯总是从叶子结点开始的，用</a:t>
            </a:r>
            <a:r>
              <a:rPr lang="en-US" altLang="zh-CN" dirty="0"/>
              <a:t>leaf</a:t>
            </a:r>
            <a:r>
              <a:rPr lang="zh-CN" altLang="en-US" dirty="0"/>
              <a:t>表示这个叶子结点，用</a:t>
            </a:r>
            <a:r>
              <a:rPr lang="en-US" altLang="zh-CN" dirty="0" err="1"/>
              <a:t>succ</a:t>
            </a:r>
            <a:r>
              <a:rPr lang="zh-CN" altLang="en-US" dirty="0"/>
              <a:t>代表</a:t>
            </a:r>
            <a:r>
              <a:rPr lang="en-US" altLang="zh-CN" dirty="0"/>
              <a:t>leaf</a:t>
            </a:r>
            <a:r>
              <a:rPr lang="zh-CN" altLang="en-US" dirty="0"/>
              <a:t>的前序下的后继，则需要先找到一个结点</a:t>
            </a:r>
            <a:r>
              <a:rPr lang="en-US" altLang="zh-CN" dirty="0"/>
              <a:t>r</a:t>
            </a:r>
            <a:r>
              <a:rPr lang="zh-CN" altLang="en-US" dirty="0"/>
              <a:t>，</a:t>
            </a:r>
            <a:r>
              <a:rPr lang="en-US" altLang="zh-CN" dirty="0"/>
              <a:t>leaf</a:t>
            </a:r>
            <a:r>
              <a:rPr lang="zh-CN" altLang="en-US" dirty="0"/>
              <a:t>是</a:t>
            </a:r>
            <a:r>
              <a:rPr lang="en-US" altLang="zh-CN" dirty="0"/>
              <a:t>r</a:t>
            </a:r>
            <a:r>
              <a:rPr lang="zh-CN" altLang="en-US" dirty="0"/>
              <a:t>的左子树的前序最后一个结点，</a:t>
            </a:r>
            <a:r>
              <a:rPr lang="en-US" altLang="zh-CN" dirty="0" err="1"/>
              <a:t>succ</a:t>
            </a:r>
            <a:r>
              <a:rPr lang="zh-CN" altLang="en-US" dirty="0"/>
              <a:t>是</a:t>
            </a:r>
            <a:r>
              <a:rPr lang="en-US" altLang="zh-CN" dirty="0"/>
              <a:t>r</a:t>
            </a:r>
            <a:r>
              <a:rPr lang="zh-CN" altLang="en-US" dirty="0"/>
              <a:t>的右子树的根结点。</a:t>
            </a:r>
          </a:p>
          <a:p>
            <a:pPr lvl="1"/>
            <a:r>
              <a:rPr lang="zh-CN" altLang="en-US" dirty="0"/>
              <a:t>从</a:t>
            </a:r>
            <a:r>
              <a:rPr lang="en-US" altLang="zh-CN" dirty="0"/>
              <a:t>leaf</a:t>
            </a:r>
            <a:r>
              <a:rPr lang="zh-CN" altLang="en-US" dirty="0"/>
              <a:t>开始，沿着中序后继指针一直回溯到第一个具有右孩子的结点，这个结点就是</a:t>
            </a:r>
            <a:r>
              <a:rPr lang="en-US" altLang="zh-CN" dirty="0"/>
              <a:t>r</a:t>
            </a:r>
          </a:p>
        </p:txBody>
      </p:sp>
      <p:sp>
        <p:nvSpPr>
          <p:cNvPr id="4" name="灯片编号占位符 3">
            <a:extLst>
              <a:ext uri="{FF2B5EF4-FFF2-40B4-BE49-F238E27FC236}">
                <a16:creationId xmlns:a16="http://schemas.microsoft.com/office/drawing/2014/main" id="{ACEEF75B-2C6D-4FBA-B1B1-0842AF5C5DA9}"/>
              </a:ext>
            </a:extLst>
          </p:cNvPr>
          <p:cNvSpPr>
            <a:spLocks noGrp="1"/>
          </p:cNvSpPr>
          <p:nvPr>
            <p:ph type="sldNum" sz="quarter" idx="12"/>
          </p:nvPr>
        </p:nvSpPr>
        <p:spPr/>
        <p:txBody>
          <a:bodyPr/>
          <a:lstStyle/>
          <a:p>
            <a:pPr>
              <a:defRPr/>
            </a:pPr>
            <a:fld id="{A598D83B-EE2A-4F12-B129-1EDE84DF129B}" type="slidenum">
              <a:rPr lang="en-US" altLang="zh-CN" smtClean="0"/>
              <a:pPr>
                <a:defRPr/>
              </a:pPr>
              <a:t>79</a:t>
            </a:fld>
            <a:endParaRPr lang="en-US" altLang="zh-CN"/>
          </a:p>
        </p:txBody>
      </p:sp>
    </p:spTree>
    <p:extLst>
      <p:ext uri="{BB962C8B-B14F-4D97-AF65-F5344CB8AC3E}">
        <p14:creationId xmlns:p14="http://schemas.microsoft.com/office/powerpoint/2010/main" val="3126802631"/>
      </p:ext>
    </p:extLst>
  </p:cSld>
  <p:clrMapOvr>
    <a:masterClrMapping/>
  </p:clrMapOvr>
  <p:transition>
    <p:split/>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a:extLst>
              <a:ext uri="{FF2B5EF4-FFF2-40B4-BE49-F238E27FC236}">
                <a16:creationId xmlns:a16="http://schemas.microsoft.com/office/drawing/2014/main" id="{AB95C387-C7F7-51B6-11C2-4E92B9E24B41}"/>
              </a:ext>
            </a:extLst>
          </p:cNvPr>
          <p:cNvSpPr>
            <a:spLocks noGrp="1"/>
          </p:cNvSpPr>
          <p:nvPr>
            <p:ph idx="1"/>
          </p:nvPr>
        </p:nvSpPr>
        <p:spPr>
          <a:xfrm>
            <a:off x="628650" y="836712"/>
            <a:ext cx="7886700" cy="5340251"/>
          </a:xfrm>
        </p:spPr>
        <p:txBody>
          <a:bodyPr>
            <a:normAutofit fontScale="55000" lnSpcReduction="20000"/>
          </a:bodyPr>
          <a:lstStyle/>
          <a:p>
            <a:pPr marL="0" indent="0">
              <a:buNone/>
            </a:pPr>
            <a:r>
              <a:rPr lang="en-US" altLang="zh-CN" dirty="0"/>
              <a:t>//</a:t>
            </a:r>
            <a:r>
              <a:rPr lang="zh-CN" altLang="en-US" dirty="0"/>
              <a:t>在中序线索二叉树中找结点</a:t>
            </a:r>
            <a:r>
              <a:rPr lang="en-US" altLang="zh-CN" dirty="0"/>
              <a:t>p</a:t>
            </a:r>
            <a:r>
              <a:rPr lang="zh-CN" altLang="en-US" dirty="0"/>
              <a:t>的前序下的后继</a:t>
            </a:r>
            <a:endParaRPr lang="en-US" altLang="zh-CN" dirty="0"/>
          </a:p>
          <a:p>
            <a:pPr marL="0" indent="0">
              <a:buNone/>
            </a:pPr>
            <a:r>
              <a:rPr lang="en-US" altLang="zh-CN" dirty="0"/>
              <a:t>template &lt;class T&gt;</a:t>
            </a:r>
          </a:p>
          <a:p>
            <a:pPr marL="0" indent="0">
              <a:buNone/>
            </a:pPr>
            <a:r>
              <a:rPr lang="en-US" altLang="zh-CN" dirty="0" err="1"/>
              <a:t>ThreadNode</a:t>
            </a:r>
            <a:r>
              <a:rPr lang="en-US" altLang="zh-CN" dirty="0"/>
              <a:t>&lt;T&gt; * </a:t>
            </a:r>
            <a:r>
              <a:rPr lang="en-US" altLang="zh-CN" dirty="0" err="1"/>
              <a:t>ThreadTree</a:t>
            </a:r>
            <a:r>
              <a:rPr lang="en-US" altLang="zh-CN" dirty="0"/>
              <a:t>&lt;T&gt;::</a:t>
            </a:r>
            <a:r>
              <a:rPr lang="en-US" altLang="zh-CN" dirty="0" err="1"/>
              <a:t>Next_Pre</a:t>
            </a:r>
            <a:r>
              <a:rPr lang="en-US" altLang="zh-CN" dirty="0"/>
              <a:t>(</a:t>
            </a:r>
            <a:r>
              <a:rPr lang="en-US" altLang="zh-CN" dirty="0" err="1"/>
              <a:t>ThreadNode</a:t>
            </a:r>
            <a:r>
              <a:rPr lang="en-US" altLang="zh-CN" dirty="0"/>
              <a:t>&lt;T&gt; *p) {</a:t>
            </a:r>
          </a:p>
          <a:p>
            <a:pPr marL="0" indent="0">
              <a:buNone/>
            </a:pPr>
            <a:r>
              <a:rPr lang="en-US" altLang="zh-CN" dirty="0"/>
              <a:t>     if (p == NULL) return NULL;</a:t>
            </a:r>
          </a:p>
          <a:p>
            <a:pPr marL="0" indent="0">
              <a:buNone/>
            </a:pPr>
            <a:r>
              <a:rPr lang="en-US" altLang="zh-CN" dirty="0"/>
              <a:t>     if (p-&gt;</a:t>
            </a:r>
            <a:r>
              <a:rPr lang="en-US" altLang="zh-CN" dirty="0" err="1"/>
              <a:t>ltag</a:t>
            </a:r>
            <a:r>
              <a:rPr lang="en-US" altLang="zh-CN" dirty="0"/>
              <a:t> == 0) return p-&gt;</a:t>
            </a:r>
            <a:r>
              <a:rPr lang="en-US" altLang="zh-CN" dirty="0" err="1"/>
              <a:t>leftChild</a:t>
            </a:r>
            <a:r>
              <a:rPr lang="en-US" altLang="zh-CN" dirty="0"/>
              <a:t>;</a:t>
            </a:r>
          </a:p>
          <a:p>
            <a:pPr marL="0" indent="0">
              <a:buNone/>
            </a:pPr>
            <a:r>
              <a:rPr lang="en-US" altLang="zh-CN" dirty="0"/>
              <a:t>		//*p</a:t>
            </a:r>
            <a:r>
              <a:rPr lang="zh-CN" altLang="en-US" dirty="0"/>
              <a:t>有左孩子，左孩子即为后继</a:t>
            </a:r>
          </a:p>
          <a:p>
            <a:pPr marL="0" indent="0">
              <a:buNone/>
            </a:pPr>
            <a:r>
              <a:rPr lang="zh-CN" altLang="en-US" dirty="0"/>
              <a:t>     </a:t>
            </a:r>
            <a:r>
              <a:rPr lang="en-US" altLang="zh-CN" dirty="0"/>
              <a:t>else if (p-&gt;</a:t>
            </a:r>
            <a:r>
              <a:rPr lang="en-US" altLang="zh-CN" dirty="0" err="1"/>
              <a:t>rtag</a:t>
            </a:r>
            <a:r>
              <a:rPr lang="en-US" altLang="zh-CN" dirty="0"/>
              <a:t> == 0) return p-&gt;</a:t>
            </a:r>
            <a:r>
              <a:rPr lang="en-US" altLang="zh-CN" dirty="0" err="1"/>
              <a:t>rightChild</a:t>
            </a:r>
            <a:r>
              <a:rPr lang="en-US" altLang="zh-CN" dirty="0"/>
              <a:t>;</a:t>
            </a:r>
          </a:p>
          <a:p>
            <a:pPr marL="0" indent="0">
              <a:buNone/>
            </a:pPr>
            <a:r>
              <a:rPr lang="en-US" altLang="zh-CN" dirty="0"/>
              <a:t> 	        //</a:t>
            </a:r>
            <a:r>
              <a:rPr lang="zh-CN" altLang="en-US" dirty="0"/>
              <a:t>否则若*</a:t>
            </a:r>
            <a:r>
              <a:rPr lang="en-US" altLang="zh-CN" dirty="0"/>
              <a:t>p</a:t>
            </a:r>
            <a:r>
              <a:rPr lang="zh-CN" altLang="en-US" dirty="0"/>
              <a:t>有右孩子，右孩子即为后继</a:t>
            </a:r>
          </a:p>
          <a:p>
            <a:pPr marL="0" indent="0">
              <a:buNone/>
            </a:pPr>
            <a:r>
              <a:rPr lang="zh-CN" altLang="en-US" dirty="0"/>
              <a:t>     </a:t>
            </a:r>
            <a:r>
              <a:rPr lang="en-US" altLang="zh-CN" dirty="0"/>
              <a:t>else {</a:t>
            </a:r>
          </a:p>
          <a:p>
            <a:pPr marL="0" indent="0">
              <a:buNone/>
            </a:pPr>
            <a:r>
              <a:rPr lang="en-US" altLang="zh-CN" dirty="0"/>
              <a:t>          while (p != NULL &amp;&amp; p-&gt;</a:t>
            </a:r>
            <a:r>
              <a:rPr lang="en-US" altLang="zh-CN" dirty="0" err="1"/>
              <a:t>rtag</a:t>
            </a:r>
            <a:r>
              <a:rPr lang="en-US" altLang="zh-CN" dirty="0"/>
              <a:t> == 1)</a:t>
            </a:r>
          </a:p>
          <a:p>
            <a:pPr marL="0" indent="0">
              <a:buNone/>
            </a:pPr>
            <a:r>
              <a:rPr lang="en-US" altLang="zh-CN" dirty="0"/>
              <a:t>	          p = p-&gt;</a:t>
            </a:r>
            <a:r>
              <a:rPr lang="en-US" altLang="zh-CN" dirty="0" err="1"/>
              <a:t>rightChild</a:t>
            </a:r>
            <a:r>
              <a:rPr lang="en-US" altLang="zh-CN" dirty="0"/>
              <a:t>;	//</a:t>
            </a:r>
            <a:r>
              <a:rPr lang="zh-CN" altLang="en-US" dirty="0"/>
              <a:t>沿后继线索检测</a:t>
            </a:r>
            <a:r>
              <a:rPr lang="en-US" altLang="zh-CN" dirty="0"/>
              <a:t>,</a:t>
            </a:r>
          </a:p>
          <a:p>
            <a:pPr marL="0" indent="0">
              <a:buNone/>
            </a:pPr>
            <a:r>
              <a:rPr lang="en-US" altLang="zh-CN" dirty="0"/>
              <a:t>          if (p == NULL) return NULL;</a:t>
            </a:r>
          </a:p>
          <a:p>
            <a:pPr marL="0" indent="0">
              <a:buNone/>
            </a:pPr>
            <a:r>
              <a:rPr lang="en-US" altLang="zh-CN" dirty="0"/>
              <a:t>	return p-&gt;</a:t>
            </a:r>
            <a:r>
              <a:rPr lang="en-US" altLang="zh-CN" dirty="0" err="1"/>
              <a:t>rightChild</a:t>
            </a:r>
            <a:r>
              <a:rPr lang="en-US" altLang="zh-CN" dirty="0"/>
              <a:t>;	//</a:t>
            </a:r>
            <a:r>
              <a:rPr lang="zh-CN" altLang="en-US" dirty="0"/>
              <a:t>右孩子即为后继</a:t>
            </a:r>
          </a:p>
          <a:p>
            <a:pPr marL="0" indent="0">
              <a:buNone/>
            </a:pPr>
            <a:r>
              <a:rPr lang="zh-CN" altLang="en-US" dirty="0"/>
              <a:t>     </a:t>
            </a:r>
            <a:r>
              <a:rPr lang="en-US" altLang="zh-CN" dirty="0"/>
              <a:t>}</a:t>
            </a:r>
          </a:p>
          <a:p>
            <a:pPr marL="0" indent="0">
              <a:buNone/>
            </a:pPr>
            <a:r>
              <a:rPr lang="en-US" altLang="zh-CN" dirty="0"/>
              <a:t>};</a:t>
            </a:r>
          </a:p>
          <a:p>
            <a:pPr marL="0" indent="0">
              <a:buNone/>
            </a:pPr>
            <a:endParaRPr lang="zh-CN" altLang="en-US" dirty="0"/>
          </a:p>
        </p:txBody>
      </p:sp>
      <p:sp>
        <p:nvSpPr>
          <p:cNvPr id="3" name="灯片编号占位符 4">
            <a:extLst>
              <a:ext uri="{FF2B5EF4-FFF2-40B4-BE49-F238E27FC236}">
                <a16:creationId xmlns:a16="http://schemas.microsoft.com/office/drawing/2014/main" id="{3E72A34E-CB48-4A29-C11F-DF520C6EDFB7}"/>
              </a:ext>
            </a:extLst>
          </p:cNvPr>
          <p:cNvSpPr>
            <a:spLocks noGrp="1"/>
          </p:cNvSpPr>
          <p:nvPr>
            <p:ph type="sldNum" sz="quarter" idx="4294967295"/>
          </p:nvPr>
        </p:nvSpPr>
        <p:spPr>
          <a:xfrm>
            <a:off x="0" y="6356350"/>
            <a:ext cx="3086100" cy="365125"/>
          </a:xfrm>
        </p:spPr>
        <p:txBody>
          <a:bodyPr/>
          <a:lstStyle/>
          <a:p>
            <a:fld id="{408BFFDE-5BE7-4F34-A547-4DA699F149B2}" type="slidenum">
              <a:rPr lang="en-US" altLang="zh-CN"/>
              <a:pPr/>
              <a:t>80</a:t>
            </a:fld>
            <a:endParaRPr lang="en-US" altLang="zh-CN"/>
          </a:p>
        </p:txBody>
      </p:sp>
    </p:spTree>
  </p:cSld>
  <p:clrMapOvr>
    <a:masterClrMapping/>
  </p:clrMapOvr>
  <p:transition>
    <p:split/>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1A3E66-5ECA-49D5-95A2-34A15C60DCFC}"/>
              </a:ext>
            </a:extLst>
          </p:cNvPr>
          <p:cNvSpPr>
            <a:spLocks noGrp="1"/>
          </p:cNvSpPr>
          <p:nvPr>
            <p:ph type="title"/>
          </p:nvPr>
        </p:nvSpPr>
        <p:spPr/>
        <p:txBody>
          <a:bodyPr/>
          <a:lstStyle/>
          <a:p>
            <a:r>
              <a:rPr lang="zh-CN" altLang="en-US" dirty="0"/>
              <a:t>用中序线索信息实现后序遍历</a:t>
            </a:r>
          </a:p>
        </p:txBody>
      </p:sp>
      <p:sp>
        <p:nvSpPr>
          <p:cNvPr id="3" name="内容占位符 2">
            <a:extLst>
              <a:ext uri="{FF2B5EF4-FFF2-40B4-BE49-F238E27FC236}">
                <a16:creationId xmlns:a16="http://schemas.microsoft.com/office/drawing/2014/main" id="{EEE62FFC-B3B4-4EC7-BE5D-3C944DFEF277}"/>
              </a:ext>
            </a:extLst>
          </p:cNvPr>
          <p:cNvSpPr>
            <a:spLocks noGrp="1"/>
          </p:cNvSpPr>
          <p:nvPr>
            <p:ph idx="1"/>
          </p:nvPr>
        </p:nvSpPr>
        <p:spPr/>
        <p:txBody>
          <a:bodyPr>
            <a:normAutofit fontScale="92500" lnSpcReduction="10000"/>
          </a:bodyPr>
          <a:lstStyle/>
          <a:p>
            <a:r>
              <a:rPr lang="zh-CN" altLang="en-US" dirty="0"/>
              <a:t>基本思路</a:t>
            </a:r>
          </a:p>
          <a:p>
            <a:pPr lvl="1"/>
            <a:r>
              <a:rPr lang="zh-CN" altLang="en-US" dirty="0"/>
              <a:t>从根结点开始，沿着每个结点的孩子结点，一直到叶结点，访问这个叶结点，然后返回到其双亲结点，如果该双亲的右孩子还未被访问，则进入该双亲的右子树，否则访问该双亲结点，然后继续向上一层的双亲回溯。</a:t>
            </a:r>
            <a:endParaRPr lang="en-US" altLang="zh-CN" dirty="0"/>
          </a:p>
          <a:p>
            <a:pPr lvl="1"/>
            <a:r>
              <a:rPr lang="zh-CN" altLang="en-US" dirty="0"/>
              <a:t>关键要能从</a:t>
            </a:r>
            <a:r>
              <a:rPr lang="en-US" altLang="zh-CN" dirty="0"/>
              <a:t>t</a:t>
            </a:r>
            <a:r>
              <a:rPr lang="zh-CN" altLang="en-US" dirty="0"/>
              <a:t>找到</a:t>
            </a:r>
            <a:r>
              <a:rPr lang="en-US" altLang="zh-CN" dirty="0"/>
              <a:t>t</a:t>
            </a:r>
            <a:r>
              <a:rPr lang="zh-CN" altLang="en-US" dirty="0"/>
              <a:t>的双亲</a:t>
            </a:r>
            <a:endParaRPr lang="en-US" altLang="zh-CN" dirty="0"/>
          </a:p>
          <a:p>
            <a:pPr lvl="2"/>
            <a:r>
              <a:rPr lang="zh-CN" altLang="en-US" dirty="0"/>
              <a:t>假设函数</a:t>
            </a:r>
            <a:r>
              <a:rPr lang="en-US" altLang="zh-CN" dirty="0"/>
              <a:t>Parent(t)</a:t>
            </a:r>
            <a:r>
              <a:rPr lang="zh-CN" altLang="en-US" dirty="0"/>
              <a:t>可以完成这个功能，这个函数的思路？</a:t>
            </a:r>
          </a:p>
        </p:txBody>
      </p:sp>
      <p:sp>
        <p:nvSpPr>
          <p:cNvPr id="4" name="灯片编号占位符 3">
            <a:extLst>
              <a:ext uri="{FF2B5EF4-FFF2-40B4-BE49-F238E27FC236}">
                <a16:creationId xmlns:a16="http://schemas.microsoft.com/office/drawing/2014/main" id="{C3B7E502-8C9E-C105-30D9-7D9219C6BEF7}"/>
              </a:ext>
            </a:extLst>
          </p:cNvPr>
          <p:cNvSpPr>
            <a:spLocks noGrp="1"/>
          </p:cNvSpPr>
          <p:nvPr>
            <p:ph type="sldNum" sz="quarter" idx="12"/>
          </p:nvPr>
        </p:nvSpPr>
        <p:spPr/>
        <p:txBody>
          <a:bodyPr/>
          <a:lstStyle/>
          <a:p>
            <a:pPr>
              <a:defRPr/>
            </a:pPr>
            <a:fld id="{A598D83B-EE2A-4F12-B129-1EDE84DF129B}" type="slidenum">
              <a:rPr lang="en-US" altLang="zh-CN" smtClean="0"/>
              <a:pPr>
                <a:defRPr/>
              </a:pPr>
              <a:t>81</a:t>
            </a:fld>
            <a:endParaRPr lang="en-US" altLang="zh-CN"/>
          </a:p>
        </p:txBody>
      </p:sp>
    </p:spTree>
  </p:cSld>
  <p:clrMapOvr>
    <a:masterClrMapping/>
  </p:clrMapOvr>
  <p:transition>
    <p:split/>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28C531-AF02-426C-8213-0FC00E1B7FAC}"/>
              </a:ext>
            </a:extLst>
          </p:cNvPr>
          <p:cNvSpPr>
            <a:spLocks noGrp="1"/>
          </p:cNvSpPr>
          <p:nvPr>
            <p:ph type="title"/>
          </p:nvPr>
        </p:nvSpPr>
        <p:spPr/>
        <p:txBody>
          <a:bodyPr/>
          <a:lstStyle/>
          <a:p>
            <a:r>
              <a:rPr lang="en-US" altLang="zh-CN" dirty="0"/>
              <a:t>Parent(t)</a:t>
            </a:r>
            <a:r>
              <a:rPr lang="zh-CN" altLang="en-US" dirty="0"/>
              <a:t>函数的思路</a:t>
            </a:r>
          </a:p>
        </p:txBody>
      </p:sp>
      <p:sp>
        <p:nvSpPr>
          <p:cNvPr id="3" name="内容占位符 2">
            <a:extLst>
              <a:ext uri="{FF2B5EF4-FFF2-40B4-BE49-F238E27FC236}">
                <a16:creationId xmlns:a16="http://schemas.microsoft.com/office/drawing/2014/main" id="{9D355CBE-01E4-4897-B664-64353FCEE0E6}"/>
              </a:ext>
            </a:extLst>
          </p:cNvPr>
          <p:cNvSpPr>
            <a:spLocks noGrp="1"/>
          </p:cNvSpPr>
          <p:nvPr>
            <p:ph idx="1"/>
          </p:nvPr>
        </p:nvSpPr>
        <p:spPr>
          <a:xfrm>
            <a:off x="628650" y="1825625"/>
            <a:ext cx="8263830" cy="4351338"/>
          </a:xfrm>
        </p:spPr>
        <p:txBody>
          <a:bodyPr>
            <a:normAutofit fontScale="70000" lnSpcReduction="20000"/>
          </a:bodyPr>
          <a:lstStyle/>
          <a:p>
            <a:r>
              <a:rPr lang="zh-CN" altLang="en-US" dirty="0"/>
              <a:t>如果</a:t>
            </a:r>
            <a:r>
              <a:rPr lang="en-US" altLang="zh-CN" dirty="0"/>
              <a:t>t</a:t>
            </a:r>
            <a:r>
              <a:rPr lang="zh-CN" altLang="en-US" dirty="0"/>
              <a:t>是叶子结点，首先</a:t>
            </a:r>
            <a:r>
              <a:rPr lang="en-US" altLang="zh-CN" dirty="0"/>
              <a:t>p= t-&gt;</a:t>
            </a:r>
            <a:r>
              <a:rPr lang="en-US" altLang="zh-CN" dirty="0" err="1"/>
              <a:t>leftChild</a:t>
            </a:r>
            <a:r>
              <a:rPr lang="en-US" altLang="zh-CN" dirty="0"/>
              <a:t> </a:t>
            </a:r>
            <a:endParaRPr lang="zh-CN" altLang="en-US" dirty="0"/>
          </a:p>
          <a:p>
            <a:pPr lvl="1"/>
            <a:r>
              <a:rPr lang="zh-CN" altLang="en-US" dirty="0"/>
              <a:t>如果</a:t>
            </a:r>
            <a:r>
              <a:rPr lang="en-US" altLang="zh-CN" dirty="0"/>
              <a:t>p</a:t>
            </a:r>
            <a:r>
              <a:rPr lang="zh-CN" altLang="en-US" dirty="0"/>
              <a:t>非空。如果</a:t>
            </a:r>
            <a:r>
              <a:rPr lang="en-US" altLang="zh-CN" dirty="0"/>
              <a:t>t== p-&gt;</a:t>
            </a:r>
            <a:r>
              <a:rPr lang="en-US" altLang="zh-CN" dirty="0" err="1"/>
              <a:t>rightChild</a:t>
            </a:r>
            <a:r>
              <a:rPr lang="en-US" altLang="zh-CN" dirty="0"/>
              <a:t> </a:t>
            </a:r>
            <a:r>
              <a:rPr lang="zh-CN" altLang="en-US" dirty="0"/>
              <a:t>，则</a:t>
            </a:r>
            <a:r>
              <a:rPr lang="en-US" altLang="zh-CN" dirty="0"/>
              <a:t>p</a:t>
            </a:r>
            <a:r>
              <a:rPr lang="zh-CN" altLang="en-US" dirty="0"/>
              <a:t>就是要找的结点；否则</a:t>
            </a:r>
            <a:r>
              <a:rPr lang="en-US" altLang="zh-CN" dirty="0"/>
              <a:t>q= p-&gt;</a:t>
            </a:r>
            <a:r>
              <a:rPr lang="en-US" altLang="zh-CN" dirty="0" err="1"/>
              <a:t>rightChild</a:t>
            </a:r>
            <a:r>
              <a:rPr lang="zh-CN" altLang="en-US" dirty="0"/>
              <a:t>，沿着</a:t>
            </a:r>
            <a:r>
              <a:rPr lang="en-US" altLang="zh-CN" dirty="0"/>
              <a:t>q</a:t>
            </a:r>
            <a:r>
              <a:rPr lang="zh-CN" altLang="en-US" dirty="0"/>
              <a:t>的左孩子，一直到一个结点</a:t>
            </a:r>
            <a:r>
              <a:rPr lang="en-US" altLang="zh-CN" dirty="0"/>
              <a:t>x</a:t>
            </a:r>
            <a:r>
              <a:rPr lang="zh-CN" altLang="en-US" dirty="0"/>
              <a:t>，</a:t>
            </a:r>
            <a:r>
              <a:rPr lang="en-US" altLang="zh-CN" dirty="0"/>
              <a:t>t</a:t>
            </a:r>
            <a:r>
              <a:rPr lang="zh-CN" altLang="en-US" dirty="0"/>
              <a:t>是</a:t>
            </a:r>
            <a:r>
              <a:rPr lang="en-US" altLang="zh-CN" dirty="0"/>
              <a:t>x</a:t>
            </a:r>
            <a:r>
              <a:rPr lang="zh-CN" altLang="en-US" dirty="0"/>
              <a:t>的左孩子，</a:t>
            </a:r>
            <a:r>
              <a:rPr lang="en-US" altLang="zh-CN" dirty="0"/>
              <a:t>x</a:t>
            </a:r>
            <a:r>
              <a:rPr lang="zh-CN" altLang="en-US" dirty="0"/>
              <a:t>就是</a:t>
            </a:r>
            <a:r>
              <a:rPr lang="en-US" altLang="zh-CN" dirty="0"/>
              <a:t>t</a:t>
            </a:r>
            <a:r>
              <a:rPr lang="zh-CN" altLang="en-US" dirty="0"/>
              <a:t>的</a:t>
            </a:r>
            <a:r>
              <a:rPr lang="en-US" altLang="zh-CN" dirty="0"/>
              <a:t>parent</a:t>
            </a:r>
            <a:r>
              <a:rPr lang="zh-CN" altLang="en-US" dirty="0"/>
              <a:t>。</a:t>
            </a:r>
            <a:endParaRPr lang="en-US" altLang="zh-CN" dirty="0"/>
          </a:p>
          <a:p>
            <a:pPr lvl="1"/>
            <a:r>
              <a:rPr lang="zh-CN" altLang="en-US" dirty="0"/>
              <a:t>如果</a:t>
            </a:r>
            <a:r>
              <a:rPr lang="en-US" altLang="zh-CN" dirty="0"/>
              <a:t>p</a:t>
            </a:r>
            <a:r>
              <a:rPr lang="zh-CN" altLang="en-US" dirty="0"/>
              <a:t>空（因为中序下的第一个结点前驱为空），则从</a:t>
            </a:r>
            <a:r>
              <a:rPr lang="en-US" altLang="zh-CN" dirty="0"/>
              <a:t>t-&gt;</a:t>
            </a:r>
            <a:r>
              <a:rPr lang="en-US" altLang="zh-CN" dirty="0" err="1"/>
              <a:t>rightChild</a:t>
            </a:r>
            <a:r>
              <a:rPr lang="zh-CN" altLang="en-US" dirty="0"/>
              <a:t>开始找，与上述过程类似，左右相反。</a:t>
            </a:r>
          </a:p>
          <a:p>
            <a:r>
              <a:rPr lang="zh-CN" altLang="en-US" dirty="0"/>
              <a:t>如果</a:t>
            </a:r>
            <a:r>
              <a:rPr lang="en-US" altLang="zh-CN" dirty="0"/>
              <a:t>t</a:t>
            </a:r>
            <a:r>
              <a:rPr lang="zh-CN" altLang="en-US" dirty="0"/>
              <a:t>不是叶子结点</a:t>
            </a:r>
          </a:p>
          <a:p>
            <a:pPr lvl="1"/>
            <a:r>
              <a:rPr lang="zh-CN" altLang="en-US" dirty="0"/>
              <a:t>从</a:t>
            </a:r>
            <a:r>
              <a:rPr lang="en-US" altLang="zh-CN" dirty="0"/>
              <a:t>t</a:t>
            </a:r>
            <a:r>
              <a:rPr lang="zh-CN" altLang="en-US" dirty="0"/>
              <a:t>开始，沿着左孩子，一直走到没有左孩子的结点，这个结点的前驱线索指向的结点</a:t>
            </a:r>
            <a:r>
              <a:rPr lang="en-US" altLang="zh-CN" dirty="0"/>
              <a:t>p</a:t>
            </a:r>
            <a:r>
              <a:rPr lang="zh-CN" altLang="en-US" dirty="0"/>
              <a:t>如果存在，则从</a:t>
            </a:r>
            <a:r>
              <a:rPr lang="en-US" altLang="zh-CN" dirty="0"/>
              <a:t>p</a:t>
            </a:r>
            <a:r>
              <a:rPr lang="zh-CN" altLang="en-US" dirty="0"/>
              <a:t>的右孩子开始，沿着左孩子，一直到一个结点</a:t>
            </a:r>
            <a:r>
              <a:rPr lang="en-US" altLang="zh-CN" dirty="0"/>
              <a:t>x</a:t>
            </a:r>
            <a:r>
              <a:rPr lang="zh-CN" altLang="en-US" dirty="0"/>
              <a:t>，</a:t>
            </a:r>
            <a:r>
              <a:rPr lang="en-US" altLang="zh-CN" dirty="0"/>
              <a:t>t</a:t>
            </a:r>
            <a:r>
              <a:rPr lang="zh-CN" altLang="en-US" dirty="0"/>
              <a:t>是</a:t>
            </a:r>
            <a:r>
              <a:rPr lang="en-US" altLang="zh-CN" dirty="0"/>
              <a:t>x</a:t>
            </a:r>
            <a:r>
              <a:rPr lang="zh-CN" altLang="en-US" dirty="0"/>
              <a:t>的左孩子，</a:t>
            </a:r>
            <a:r>
              <a:rPr lang="en-US" altLang="zh-CN" dirty="0"/>
              <a:t>x</a:t>
            </a:r>
            <a:r>
              <a:rPr lang="zh-CN" altLang="en-US" dirty="0"/>
              <a:t>就是</a:t>
            </a:r>
            <a:r>
              <a:rPr lang="en-US" altLang="zh-CN" dirty="0"/>
              <a:t>t</a:t>
            </a:r>
            <a:r>
              <a:rPr lang="zh-CN" altLang="en-US" dirty="0"/>
              <a:t>的</a:t>
            </a:r>
            <a:r>
              <a:rPr lang="en-US" altLang="zh-CN" dirty="0"/>
              <a:t>parent</a:t>
            </a:r>
            <a:r>
              <a:rPr lang="zh-CN" altLang="en-US" dirty="0"/>
              <a:t>。</a:t>
            </a:r>
            <a:endParaRPr lang="en-US" altLang="zh-CN" dirty="0"/>
          </a:p>
          <a:p>
            <a:pPr lvl="1" defTabSz="912813"/>
            <a:r>
              <a:rPr lang="zh-CN" altLang="en-US" dirty="0"/>
              <a:t>如果</a:t>
            </a:r>
            <a:r>
              <a:rPr lang="en-US" altLang="zh-CN" dirty="0"/>
              <a:t>p</a:t>
            </a:r>
            <a:r>
              <a:rPr lang="zh-CN" altLang="en-US" dirty="0"/>
              <a:t>为空，则从</a:t>
            </a:r>
            <a:r>
              <a:rPr lang="en-US" altLang="zh-CN" dirty="0"/>
              <a:t>t</a:t>
            </a:r>
            <a:r>
              <a:rPr lang="zh-CN" altLang="en-US" dirty="0"/>
              <a:t>的右孩子找；</a:t>
            </a:r>
          </a:p>
          <a:p>
            <a:pPr defTabSz="912813"/>
            <a:r>
              <a:rPr lang="zh-CN" altLang="en-US" dirty="0"/>
              <a:t>如果</a:t>
            </a:r>
            <a:r>
              <a:rPr lang="en-US" altLang="zh-CN" dirty="0"/>
              <a:t>p</a:t>
            </a:r>
            <a:r>
              <a:rPr lang="zh-CN" altLang="en-US" dirty="0"/>
              <a:t>和</a:t>
            </a:r>
            <a:r>
              <a:rPr lang="en-US" altLang="zh-CN" dirty="0"/>
              <a:t>q</a:t>
            </a:r>
            <a:r>
              <a:rPr lang="zh-CN" altLang="en-US" dirty="0"/>
              <a:t>都为空，则</a:t>
            </a:r>
            <a:r>
              <a:rPr lang="en-US" altLang="zh-CN" dirty="0"/>
              <a:t>t</a:t>
            </a:r>
            <a:r>
              <a:rPr lang="zh-CN" altLang="en-US" dirty="0"/>
              <a:t>是根结点。</a:t>
            </a:r>
            <a:endParaRPr lang="en-US" altLang="zh-CN" dirty="0"/>
          </a:p>
        </p:txBody>
      </p:sp>
      <p:sp>
        <p:nvSpPr>
          <p:cNvPr id="4" name="灯片编号占位符 3">
            <a:extLst>
              <a:ext uri="{FF2B5EF4-FFF2-40B4-BE49-F238E27FC236}">
                <a16:creationId xmlns:a16="http://schemas.microsoft.com/office/drawing/2014/main" id="{60162036-BCA7-D0B2-D814-884B0D266CF5}"/>
              </a:ext>
            </a:extLst>
          </p:cNvPr>
          <p:cNvSpPr>
            <a:spLocks noGrp="1"/>
          </p:cNvSpPr>
          <p:nvPr>
            <p:ph type="sldNum" sz="quarter" idx="12"/>
          </p:nvPr>
        </p:nvSpPr>
        <p:spPr/>
        <p:txBody>
          <a:bodyPr/>
          <a:lstStyle/>
          <a:p>
            <a:pPr>
              <a:defRPr/>
            </a:pPr>
            <a:fld id="{A598D83B-EE2A-4F12-B129-1EDE84DF129B}" type="slidenum">
              <a:rPr lang="en-US" altLang="zh-CN" smtClean="0"/>
              <a:pPr>
                <a:defRPr/>
              </a:pPr>
              <a:t>82</a:t>
            </a:fld>
            <a:endParaRPr lang="en-US" altLang="zh-CN"/>
          </a:p>
        </p:txBody>
      </p:sp>
    </p:spTree>
  </p:cSld>
  <p:clrMapOvr>
    <a:masterClrMapping/>
  </p:clrMapOvr>
  <p:transition>
    <p:split/>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1026">
            <a:extLst>
              <a:ext uri="{FF2B5EF4-FFF2-40B4-BE49-F238E27FC236}">
                <a16:creationId xmlns:a16="http://schemas.microsoft.com/office/drawing/2014/main" id="{B0135039-3E8C-4ECF-0E6F-990E333E7D88}"/>
              </a:ext>
            </a:extLst>
          </p:cNvPr>
          <p:cNvSpPr>
            <a:spLocks noGrp="1" noChangeArrowheads="1"/>
          </p:cNvSpPr>
          <p:nvPr>
            <p:ph type="title"/>
          </p:nvPr>
        </p:nvSpPr>
        <p:spPr/>
        <p:txBody>
          <a:bodyPr/>
          <a:lstStyle/>
          <a:p>
            <a:pPr defTabSz="912813"/>
            <a:r>
              <a:rPr lang="en-US" altLang="zh-CN" dirty="0"/>
              <a:t>5.5.3 </a:t>
            </a:r>
            <a:r>
              <a:rPr lang="zh-CN" altLang="en-US" dirty="0"/>
              <a:t>中序线索二叉树的插入与删除</a:t>
            </a:r>
          </a:p>
        </p:txBody>
      </p:sp>
      <p:sp>
        <p:nvSpPr>
          <p:cNvPr id="2" name="内容占位符 1">
            <a:extLst>
              <a:ext uri="{FF2B5EF4-FFF2-40B4-BE49-F238E27FC236}">
                <a16:creationId xmlns:a16="http://schemas.microsoft.com/office/drawing/2014/main" id="{337FC42F-503B-4AE9-BCE3-236E43A1CB02}"/>
              </a:ext>
            </a:extLst>
          </p:cNvPr>
          <p:cNvSpPr>
            <a:spLocks noGrp="1"/>
          </p:cNvSpPr>
          <p:nvPr>
            <p:ph idx="1"/>
          </p:nvPr>
        </p:nvSpPr>
        <p:spPr/>
        <p:txBody>
          <a:bodyPr>
            <a:normAutofit fontScale="92500" lnSpcReduction="20000"/>
          </a:bodyPr>
          <a:lstStyle/>
          <a:p>
            <a:r>
              <a:rPr lang="zh-CN" altLang="en-US" dirty="0"/>
              <a:t>关键是要分清可能的几种情况，然后注意调整好受影响的多个指针。例如：</a:t>
            </a:r>
            <a:endParaRPr lang="en-US" altLang="zh-CN" dirty="0"/>
          </a:p>
          <a:p>
            <a:pPr lvl="1"/>
            <a:r>
              <a:rPr lang="zh-CN" altLang="en-US" dirty="0"/>
              <a:t>以新结点作为右孩子插入为例，分</a:t>
            </a:r>
            <a:r>
              <a:rPr lang="en-US" altLang="zh-CN" dirty="0"/>
              <a:t>2</a:t>
            </a:r>
            <a:r>
              <a:rPr lang="zh-CN" altLang="en-US" dirty="0"/>
              <a:t>种情况</a:t>
            </a:r>
          </a:p>
          <a:p>
            <a:pPr lvl="2"/>
            <a:r>
              <a:rPr lang="zh-CN" altLang="en-US" dirty="0"/>
              <a:t>新结点是叶子结点</a:t>
            </a:r>
          </a:p>
          <a:p>
            <a:pPr lvl="2"/>
            <a:r>
              <a:rPr lang="zh-CN" altLang="en-US" dirty="0"/>
              <a:t>新结点是非叶子结点</a:t>
            </a:r>
          </a:p>
          <a:p>
            <a:pPr lvl="1"/>
            <a:r>
              <a:rPr lang="zh-CN" altLang="en-US" dirty="0"/>
              <a:t>以删除右孩子结点为例，分</a:t>
            </a:r>
            <a:r>
              <a:rPr lang="en-US" altLang="zh-CN" dirty="0"/>
              <a:t>4</a:t>
            </a:r>
            <a:r>
              <a:rPr lang="zh-CN" altLang="en-US" dirty="0"/>
              <a:t>种情况</a:t>
            </a:r>
          </a:p>
          <a:p>
            <a:pPr lvl="2"/>
            <a:r>
              <a:rPr lang="zh-CN" altLang="en-US" dirty="0"/>
              <a:t>删除叶子结点</a:t>
            </a:r>
          </a:p>
          <a:p>
            <a:pPr lvl="2"/>
            <a:r>
              <a:rPr lang="zh-CN" altLang="en-US" dirty="0"/>
              <a:t>删除结点左孩子空</a:t>
            </a:r>
          </a:p>
          <a:p>
            <a:pPr lvl="2"/>
            <a:r>
              <a:rPr lang="zh-CN" altLang="en-US" dirty="0"/>
              <a:t>删除结点右孩子空</a:t>
            </a:r>
          </a:p>
          <a:p>
            <a:pPr lvl="2"/>
            <a:r>
              <a:rPr lang="zh-CN" altLang="en-US" dirty="0"/>
              <a:t>删除结点同时具有左右子树</a:t>
            </a:r>
          </a:p>
        </p:txBody>
      </p:sp>
      <p:sp>
        <p:nvSpPr>
          <p:cNvPr id="3" name="灯片编号占位符 2">
            <a:extLst>
              <a:ext uri="{FF2B5EF4-FFF2-40B4-BE49-F238E27FC236}">
                <a16:creationId xmlns:a16="http://schemas.microsoft.com/office/drawing/2014/main" id="{00C880E9-EC61-63B0-9D86-5D23235836C9}"/>
              </a:ext>
            </a:extLst>
          </p:cNvPr>
          <p:cNvSpPr>
            <a:spLocks noGrp="1"/>
          </p:cNvSpPr>
          <p:nvPr>
            <p:ph type="sldNum" sz="quarter" idx="12"/>
          </p:nvPr>
        </p:nvSpPr>
        <p:spPr/>
        <p:txBody>
          <a:bodyPr/>
          <a:lstStyle/>
          <a:p>
            <a:pPr>
              <a:defRPr/>
            </a:pPr>
            <a:fld id="{A598D83B-EE2A-4F12-B129-1EDE84DF129B}" type="slidenum">
              <a:rPr lang="en-US" altLang="zh-CN" smtClean="0"/>
              <a:pPr>
                <a:defRPr/>
              </a:pPr>
              <a:t>83</a:t>
            </a:fld>
            <a:endParaRPr lang="en-US" altLang="zh-CN"/>
          </a:p>
        </p:txBody>
      </p:sp>
    </p:spTree>
  </p:cSld>
  <p:clrMapOvr>
    <a:masterClrMapping/>
  </p:clrMapOvr>
  <p:transition>
    <p:split/>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B519D5-A4AB-6CC7-8356-ED22455DD0E1}"/>
              </a:ext>
            </a:extLst>
          </p:cNvPr>
          <p:cNvSpPr>
            <a:spLocks noGrp="1"/>
          </p:cNvSpPr>
          <p:nvPr>
            <p:ph type="title"/>
          </p:nvPr>
        </p:nvSpPr>
        <p:spPr/>
        <p:txBody>
          <a:bodyPr/>
          <a:lstStyle/>
          <a:p>
            <a:r>
              <a:rPr lang="zh-CN" altLang="en-US" dirty="0"/>
              <a:t>新结点作为叶子结点插入</a:t>
            </a:r>
          </a:p>
        </p:txBody>
      </p:sp>
      <p:sp>
        <p:nvSpPr>
          <p:cNvPr id="3" name="内容占位符 2">
            <a:extLst>
              <a:ext uri="{FF2B5EF4-FFF2-40B4-BE49-F238E27FC236}">
                <a16:creationId xmlns:a16="http://schemas.microsoft.com/office/drawing/2014/main" id="{E9FABABC-4570-5227-51E3-7CCFBD7A73AC}"/>
              </a:ext>
            </a:extLst>
          </p:cNvPr>
          <p:cNvSpPr>
            <a:spLocks noGrp="1"/>
          </p:cNvSpPr>
          <p:nvPr>
            <p:ph idx="1"/>
          </p:nvPr>
        </p:nvSpPr>
        <p:spPr/>
        <p:txBody>
          <a:bodyPr>
            <a:normAutofit/>
          </a:bodyPr>
          <a:lstStyle/>
          <a:p>
            <a:r>
              <a:rPr lang="zh-CN" altLang="en-US" dirty="0"/>
              <a:t>给没有右孩子的结点</a:t>
            </a:r>
            <a:r>
              <a:rPr lang="en-US" altLang="zh-CN" dirty="0"/>
              <a:t>t</a:t>
            </a:r>
            <a:r>
              <a:rPr lang="zh-CN" altLang="en-US" dirty="0"/>
              <a:t>加入右孩子</a:t>
            </a:r>
            <a:r>
              <a:rPr lang="en-US" altLang="zh-CN" dirty="0"/>
              <a:t>r</a:t>
            </a:r>
          </a:p>
          <a:p>
            <a:pPr marL="342900" lvl="1" indent="0">
              <a:buNone/>
            </a:pPr>
            <a:r>
              <a:rPr lang="en-US" altLang="zh-CN" dirty="0"/>
              <a:t>r-&gt;</a:t>
            </a:r>
            <a:r>
              <a:rPr lang="en-US" altLang="zh-CN" dirty="0" err="1"/>
              <a:t>rightChild</a:t>
            </a:r>
            <a:r>
              <a:rPr lang="en-US" altLang="zh-CN" dirty="0"/>
              <a:t> = t-&gt;</a:t>
            </a:r>
            <a:r>
              <a:rPr lang="en-US" altLang="zh-CN" dirty="0" err="1"/>
              <a:t>rightChild</a:t>
            </a:r>
            <a:endParaRPr lang="en-US" altLang="zh-CN" dirty="0"/>
          </a:p>
          <a:p>
            <a:pPr marL="342900" lvl="1" indent="0">
              <a:buNone/>
            </a:pPr>
            <a:r>
              <a:rPr lang="en-US" altLang="zh-CN" dirty="0"/>
              <a:t>r-&gt;</a:t>
            </a:r>
            <a:r>
              <a:rPr lang="en-US" altLang="zh-CN" dirty="0" err="1"/>
              <a:t>rtag</a:t>
            </a:r>
            <a:r>
              <a:rPr lang="en-US" altLang="zh-CN" dirty="0"/>
              <a:t> = t-&gt;</a:t>
            </a:r>
            <a:r>
              <a:rPr lang="en-US" altLang="zh-CN" dirty="0" err="1"/>
              <a:t>rtag</a:t>
            </a:r>
            <a:endParaRPr lang="en-US" altLang="zh-CN" dirty="0"/>
          </a:p>
          <a:p>
            <a:pPr marL="342900" lvl="1" indent="0">
              <a:buNone/>
            </a:pPr>
            <a:r>
              <a:rPr lang="en-US" altLang="zh-CN" dirty="0"/>
              <a:t>t-&gt;</a:t>
            </a:r>
            <a:r>
              <a:rPr lang="en-US" altLang="zh-CN" dirty="0" err="1"/>
              <a:t>rightChild</a:t>
            </a:r>
            <a:r>
              <a:rPr lang="en-US" altLang="zh-CN" dirty="0"/>
              <a:t> = r</a:t>
            </a:r>
          </a:p>
          <a:p>
            <a:pPr marL="342900" lvl="1" indent="0">
              <a:buNone/>
            </a:pPr>
            <a:r>
              <a:rPr lang="en-US" altLang="zh-CN" dirty="0"/>
              <a:t>t-&gt;</a:t>
            </a:r>
            <a:r>
              <a:rPr lang="en-US" altLang="zh-CN" dirty="0" err="1"/>
              <a:t>rtag</a:t>
            </a:r>
            <a:r>
              <a:rPr lang="en-US" altLang="zh-CN" dirty="0"/>
              <a:t> = 0</a:t>
            </a:r>
          </a:p>
          <a:p>
            <a:pPr marL="342900" lvl="1" indent="0">
              <a:buNone/>
            </a:pPr>
            <a:r>
              <a:rPr lang="en-US" altLang="zh-CN" dirty="0"/>
              <a:t>r-&gt; </a:t>
            </a:r>
            <a:r>
              <a:rPr lang="en-US" altLang="zh-CN" dirty="0" err="1"/>
              <a:t>leftChild</a:t>
            </a:r>
            <a:r>
              <a:rPr lang="en-US" altLang="zh-CN" dirty="0"/>
              <a:t> = t</a:t>
            </a:r>
          </a:p>
          <a:p>
            <a:pPr marL="342900" lvl="1" indent="0">
              <a:buNone/>
            </a:pPr>
            <a:r>
              <a:rPr lang="en-US" altLang="zh-CN" dirty="0"/>
              <a:t>r-&gt;</a:t>
            </a:r>
            <a:r>
              <a:rPr lang="en-US" altLang="zh-CN" dirty="0" err="1"/>
              <a:t>ltag</a:t>
            </a:r>
            <a:r>
              <a:rPr lang="en-US" altLang="zh-CN" dirty="0"/>
              <a:t> = 1</a:t>
            </a:r>
          </a:p>
        </p:txBody>
      </p:sp>
      <p:sp>
        <p:nvSpPr>
          <p:cNvPr id="4" name="灯片编号占位符 3">
            <a:extLst>
              <a:ext uri="{FF2B5EF4-FFF2-40B4-BE49-F238E27FC236}">
                <a16:creationId xmlns:a16="http://schemas.microsoft.com/office/drawing/2014/main" id="{0D42CC87-9390-B2E2-F450-CEB77EC35F29}"/>
              </a:ext>
            </a:extLst>
          </p:cNvPr>
          <p:cNvSpPr>
            <a:spLocks noGrp="1"/>
          </p:cNvSpPr>
          <p:nvPr>
            <p:ph type="sldNum" sz="quarter" idx="12"/>
          </p:nvPr>
        </p:nvSpPr>
        <p:spPr/>
        <p:txBody>
          <a:bodyPr/>
          <a:lstStyle/>
          <a:p>
            <a:pPr>
              <a:defRPr/>
            </a:pPr>
            <a:fld id="{A598D83B-EE2A-4F12-B129-1EDE84DF129B}" type="slidenum">
              <a:rPr lang="en-US" altLang="zh-CN" smtClean="0"/>
              <a:pPr>
                <a:defRPr/>
              </a:pPr>
              <a:t>84</a:t>
            </a:fld>
            <a:endParaRPr lang="en-US" altLang="zh-CN"/>
          </a:p>
        </p:txBody>
      </p:sp>
      <p:grpSp>
        <p:nvGrpSpPr>
          <p:cNvPr id="45" name="组合 44">
            <a:extLst>
              <a:ext uri="{FF2B5EF4-FFF2-40B4-BE49-F238E27FC236}">
                <a16:creationId xmlns:a16="http://schemas.microsoft.com/office/drawing/2014/main" id="{AB150573-1E56-13A9-F3A6-02764DB1D81E}"/>
              </a:ext>
            </a:extLst>
          </p:cNvPr>
          <p:cNvGrpSpPr/>
          <p:nvPr/>
        </p:nvGrpSpPr>
        <p:grpSpPr>
          <a:xfrm>
            <a:off x="6519333" y="3880717"/>
            <a:ext cx="1964008" cy="2092112"/>
            <a:chOff x="4188047" y="4016723"/>
            <a:chExt cx="1964008" cy="2092112"/>
          </a:xfrm>
        </p:grpSpPr>
        <p:sp>
          <p:nvSpPr>
            <p:cNvPr id="5" name="Line 1026">
              <a:extLst>
                <a:ext uri="{FF2B5EF4-FFF2-40B4-BE49-F238E27FC236}">
                  <a16:creationId xmlns:a16="http://schemas.microsoft.com/office/drawing/2014/main" id="{6115336A-F4F6-8C26-D7BC-9EDBE3D7977E}"/>
                </a:ext>
              </a:extLst>
            </p:cNvPr>
            <p:cNvSpPr>
              <a:spLocks noChangeShapeType="1"/>
            </p:cNvSpPr>
            <p:nvPr/>
          </p:nvSpPr>
          <p:spPr bwMode="auto">
            <a:xfrm>
              <a:off x="4818368" y="4785571"/>
              <a:ext cx="118185" cy="348227"/>
            </a:xfrm>
            <a:prstGeom prst="line">
              <a:avLst/>
            </a:prstGeom>
            <a:noFill/>
            <a:ln w="38100" cap="rnd">
              <a:solidFill>
                <a:schemeClr val="bg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 name="Line 1062">
              <a:extLst>
                <a:ext uri="{FF2B5EF4-FFF2-40B4-BE49-F238E27FC236}">
                  <a16:creationId xmlns:a16="http://schemas.microsoft.com/office/drawing/2014/main" id="{E5C69E80-DFD7-6BC2-DE46-C50F46AC90AB}"/>
                </a:ext>
              </a:extLst>
            </p:cNvPr>
            <p:cNvSpPr>
              <a:spLocks noChangeShapeType="1"/>
            </p:cNvSpPr>
            <p:nvPr/>
          </p:nvSpPr>
          <p:spPr bwMode="auto">
            <a:xfrm flipH="1">
              <a:off x="4306232" y="5273089"/>
              <a:ext cx="157580" cy="487518"/>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 name="Line 1063">
              <a:extLst>
                <a:ext uri="{FF2B5EF4-FFF2-40B4-BE49-F238E27FC236}">
                  <a16:creationId xmlns:a16="http://schemas.microsoft.com/office/drawing/2014/main" id="{17A42D0F-AA53-7252-FDE2-DFD146E6169E}"/>
                </a:ext>
              </a:extLst>
            </p:cNvPr>
            <p:cNvSpPr>
              <a:spLocks noChangeShapeType="1"/>
            </p:cNvSpPr>
            <p:nvPr/>
          </p:nvSpPr>
          <p:spPr bwMode="auto">
            <a:xfrm flipH="1">
              <a:off x="4503208" y="4423414"/>
              <a:ext cx="733897" cy="780029"/>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 name="Line 1067">
              <a:extLst>
                <a:ext uri="{FF2B5EF4-FFF2-40B4-BE49-F238E27FC236}">
                  <a16:creationId xmlns:a16="http://schemas.microsoft.com/office/drawing/2014/main" id="{B423E34E-86DA-A1A6-0954-82AC748F5270}"/>
                </a:ext>
              </a:extLst>
            </p:cNvPr>
            <p:cNvSpPr>
              <a:spLocks noChangeShapeType="1"/>
            </p:cNvSpPr>
            <p:nvPr/>
          </p:nvSpPr>
          <p:spPr bwMode="auto">
            <a:xfrm>
              <a:off x="4542602" y="5342734"/>
              <a:ext cx="390616" cy="362156"/>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 name="Oval 1118">
              <a:extLst>
                <a:ext uri="{FF2B5EF4-FFF2-40B4-BE49-F238E27FC236}">
                  <a16:creationId xmlns:a16="http://schemas.microsoft.com/office/drawing/2014/main" id="{70FE1E3B-F049-6DC7-01FE-83E994736F28}"/>
                </a:ext>
              </a:extLst>
            </p:cNvPr>
            <p:cNvSpPr>
              <a:spLocks noChangeArrowheads="1"/>
            </p:cNvSpPr>
            <p:nvPr/>
          </p:nvSpPr>
          <p:spPr bwMode="auto">
            <a:xfrm>
              <a:off x="5172103" y="4075187"/>
              <a:ext cx="236370" cy="417873"/>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10" name="Text Box 1121">
              <a:extLst>
                <a:ext uri="{FF2B5EF4-FFF2-40B4-BE49-F238E27FC236}">
                  <a16:creationId xmlns:a16="http://schemas.microsoft.com/office/drawing/2014/main" id="{74AF93FE-9350-0A0C-4B05-AB7F23BA8E94}"/>
                </a:ext>
              </a:extLst>
            </p:cNvPr>
            <p:cNvSpPr txBox="1">
              <a:spLocks noChangeArrowheads="1"/>
            </p:cNvSpPr>
            <p:nvPr/>
          </p:nvSpPr>
          <p:spPr bwMode="auto">
            <a:xfrm>
              <a:off x="5191728" y="4016723"/>
              <a:ext cx="167572" cy="478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2800" dirty="0">
                  <a:solidFill>
                    <a:schemeClr val="bg1"/>
                  </a:solidFill>
                  <a:latin typeface="Times New Roman" panose="02020603050405020304" pitchFamily="18" charset="0"/>
                </a:rPr>
                <a:t>s</a:t>
              </a:r>
              <a:endParaRPr lang="en-US" altLang="zh-CN" sz="2400" dirty="0">
                <a:latin typeface="Times New Roman" panose="02020603050405020304" pitchFamily="18" charset="0"/>
              </a:endParaRPr>
            </a:p>
          </p:txBody>
        </p:sp>
        <p:sp>
          <p:nvSpPr>
            <p:cNvPr id="11" name="Oval 1127">
              <a:extLst>
                <a:ext uri="{FF2B5EF4-FFF2-40B4-BE49-F238E27FC236}">
                  <a16:creationId xmlns:a16="http://schemas.microsoft.com/office/drawing/2014/main" id="{E6D865CA-8424-4645-57AB-6EE5F895E6E1}"/>
                </a:ext>
              </a:extLst>
            </p:cNvPr>
            <p:cNvSpPr>
              <a:spLocks noChangeArrowheads="1"/>
            </p:cNvSpPr>
            <p:nvPr/>
          </p:nvSpPr>
          <p:spPr bwMode="auto">
            <a:xfrm>
              <a:off x="4385022" y="4994507"/>
              <a:ext cx="236370" cy="417873"/>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12" name="Text Box 1128">
              <a:extLst>
                <a:ext uri="{FF2B5EF4-FFF2-40B4-BE49-F238E27FC236}">
                  <a16:creationId xmlns:a16="http://schemas.microsoft.com/office/drawing/2014/main" id="{F55F3B7F-A65E-BCE5-3DED-C939919A26C7}"/>
                </a:ext>
              </a:extLst>
            </p:cNvPr>
            <p:cNvSpPr txBox="1">
              <a:spLocks noChangeArrowheads="1"/>
            </p:cNvSpPr>
            <p:nvPr/>
          </p:nvSpPr>
          <p:spPr bwMode="auto">
            <a:xfrm>
              <a:off x="4415008" y="4936043"/>
              <a:ext cx="146854" cy="478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2800" dirty="0">
                  <a:solidFill>
                    <a:schemeClr val="bg1"/>
                  </a:solidFill>
                  <a:latin typeface="Times New Roman" panose="02020603050405020304" pitchFamily="18" charset="0"/>
                </a:rPr>
                <a:t>t</a:t>
              </a:r>
              <a:endParaRPr lang="en-US" altLang="zh-CN" sz="2400" dirty="0">
                <a:latin typeface="Times New Roman" panose="02020603050405020304" pitchFamily="18" charset="0"/>
              </a:endParaRPr>
            </a:p>
          </p:txBody>
        </p:sp>
        <p:sp>
          <p:nvSpPr>
            <p:cNvPr id="13" name="Oval 1129">
              <a:extLst>
                <a:ext uri="{FF2B5EF4-FFF2-40B4-BE49-F238E27FC236}">
                  <a16:creationId xmlns:a16="http://schemas.microsoft.com/office/drawing/2014/main" id="{11D52E0B-48C9-173C-2BD5-D224D8FB4D0B}"/>
                </a:ext>
              </a:extLst>
            </p:cNvPr>
            <p:cNvSpPr>
              <a:spLocks noChangeArrowheads="1"/>
            </p:cNvSpPr>
            <p:nvPr/>
          </p:nvSpPr>
          <p:spPr bwMode="auto">
            <a:xfrm>
              <a:off x="4188047" y="5621316"/>
              <a:ext cx="236370" cy="417873"/>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14" name="Oval 1131">
              <a:extLst>
                <a:ext uri="{FF2B5EF4-FFF2-40B4-BE49-F238E27FC236}">
                  <a16:creationId xmlns:a16="http://schemas.microsoft.com/office/drawing/2014/main" id="{DD2F32CD-4E64-7705-8A23-61FBFD63C77E}"/>
                </a:ext>
              </a:extLst>
            </p:cNvPr>
            <p:cNvSpPr>
              <a:spLocks noChangeArrowheads="1"/>
            </p:cNvSpPr>
            <p:nvPr/>
          </p:nvSpPr>
          <p:spPr bwMode="auto">
            <a:xfrm>
              <a:off x="4810571" y="5665415"/>
              <a:ext cx="236370" cy="417873"/>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15" name="Text Box 1132">
              <a:extLst>
                <a:ext uri="{FF2B5EF4-FFF2-40B4-BE49-F238E27FC236}">
                  <a16:creationId xmlns:a16="http://schemas.microsoft.com/office/drawing/2014/main" id="{693ED67F-2B2E-5095-F5CF-A0748383B8BD}"/>
                </a:ext>
              </a:extLst>
            </p:cNvPr>
            <p:cNvSpPr txBox="1">
              <a:spLocks noChangeArrowheads="1"/>
            </p:cNvSpPr>
            <p:nvPr/>
          </p:nvSpPr>
          <p:spPr bwMode="auto">
            <a:xfrm>
              <a:off x="4835169" y="5593893"/>
              <a:ext cx="157627" cy="478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2800" dirty="0">
                  <a:solidFill>
                    <a:schemeClr val="bg1"/>
                  </a:solidFill>
                  <a:latin typeface="Times New Roman" panose="02020603050405020304" pitchFamily="18" charset="0"/>
                </a:rPr>
                <a:t>r</a:t>
              </a:r>
              <a:endParaRPr lang="en-US" altLang="zh-CN" sz="2400" dirty="0">
                <a:latin typeface="Times New Roman" panose="02020603050405020304" pitchFamily="18" charset="0"/>
              </a:endParaRPr>
            </a:p>
          </p:txBody>
        </p:sp>
        <p:sp>
          <p:nvSpPr>
            <p:cNvPr id="16" name="Line 1138">
              <a:extLst>
                <a:ext uri="{FF2B5EF4-FFF2-40B4-BE49-F238E27FC236}">
                  <a16:creationId xmlns:a16="http://schemas.microsoft.com/office/drawing/2014/main" id="{3DF3A5D2-4DAD-7375-9356-7AC47D22C562}"/>
                </a:ext>
              </a:extLst>
            </p:cNvPr>
            <p:cNvSpPr>
              <a:spLocks noChangeShapeType="1"/>
            </p:cNvSpPr>
            <p:nvPr/>
          </p:nvSpPr>
          <p:spPr bwMode="auto">
            <a:xfrm flipH="1">
              <a:off x="4897158" y="5412380"/>
              <a:ext cx="39395" cy="208936"/>
            </a:xfrm>
            <a:prstGeom prst="line">
              <a:avLst/>
            </a:prstGeom>
            <a:noFill/>
            <a:ln w="38100" cap="rnd">
              <a:solidFill>
                <a:schemeClr val="bg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 name="Line 1062">
              <a:extLst>
                <a:ext uri="{FF2B5EF4-FFF2-40B4-BE49-F238E27FC236}">
                  <a16:creationId xmlns:a16="http://schemas.microsoft.com/office/drawing/2014/main" id="{EADA4C4A-5318-DED1-C81E-DF4D117B7B06}"/>
                </a:ext>
              </a:extLst>
            </p:cNvPr>
            <p:cNvSpPr>
              <a:spLocks noChangeShapeType="1"/>
            </p:cNvSpPr>
            <p:nvPr/>
          </p:nvSpPr>
          <p:spPr bwMode="auto">
            <a:xfrm flipH="1">
              <a:off x="5718710" y="5342734"/>
              <a:ext cx="157580" cy="487518"/>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Line 1063">
              <a:extLst>
                <a:ext uri="{FF2B5EF4-FFF2-40B4-BE49-F238E27FC236}">
                  <a16:creationId xmlns:a16="http://schemas.microsoft.com/office/drawing/2014/main" id="{CE5AA9D1-331A-814F-D9E4-19E88CF220CE}"/>
                </a:ext>
              </a:extLst>
            </p:cNvPr>
            <p:cNvSpPr>
              <a:spLocks noChangeShapeType="1"/>
            </p:cNvSpPr>
            <p:nvPr/>
          </p:nvSpPr>
          <p:spPr bwMode="auto">
            <a:xfrm>
              <a:off x="5345441" y="4423414"/>
              <a:ext cx="570244" cy="849675"/>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Line 1067">
              <a:extLst>
                <a:ext uri="{FF2B5EF4-FFF2-40B4-BE49-F238E27FC236}">
                  <a16:creationId xmlns:a16="http://schemas.microsoft.com/office/drawing/2014/main" id="{E90CCA0E-F0CB-F09E-128B-B4FC34755AF6}"/>
                </a:ext>
              </a:extLst>
            </p:cNvPr>
            <p:cNvSpPr>
              <a:spLocks noChangeShapeType="1"/>
            </p:cNvSpPr>
            <p:nvPr/>
          </p:nvSpPr>
          <p:spPr bwMode="auto">
            <a:xfrm>
              <a:off x="5955080" y="5412380"/>
              <a:ext cx="71403" cy="378698"/>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Oval 1127">
              <a:extLst>
                <a:ext uri="{FF2B5EF4-FFF2-40B4-BE49-F238E27FC236}">
                  <a16:creationId xmlns:a16="http://schemas.microsoft.com/office/drawing/2014/main" id="{B978F9CE-20F1-5925-1863-BF93A42EDEA3}"/>
                </a:ext>
              </a:extLst>
            </p:cNvPr>
            <p:cNvSpPr>
              <a:spLocks noChangeArrowheads="1"/>
            </p:cNvSpPr>
            <p:nvPr/>
          </p:nvSpPr>
          <p:spPr bwMode="auto">
            <a:xfrm>
              <a:off x="5797500" y="5064153"/>
              <a:ext cx="236370" cy="417873"/>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21" name="Oval 1129">
              <a:extLst>
                <a:ext uri="{FF2B5EF4-FFF2-40B4-BE49-F238E27FC236}">
                  <a16:creationId xmlns:a16="http://schemas.microsoft.com/office/drawing/2014/main" id="{9B238C08-8DB8-1C47-F5FB-24714B733198}"/>
                </a:ext>
              </a:extLst>
            </p:cNvPr>
            <p:cNvSpPr>
              <a:spLocks noChangeArrowheads="1"/>
            </p:cNvSpPr>
            <p:nvPr/>
          </p:nvSpPr>
          <p:spPr bwMode="auto">
            <a:xfrm>
              <a:off x="5600525" y="5690962"/>
              <a:ext cx="236370" cy="417873"/>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22" name="Oval 1131">
              <a:extLst>
                <a:ext uri="{FF2B5EF4-FFF2-40B4-BE49-F238E27FC236}">
                  <a16:creationId xmlns:a16="http://schemas.microsoft.com/office/drawing/2014/main" id="{E59E390E-D54D-44A7-1A2A-CADDA8A28AA9}"/>
                </a:ext>
              </a:extLst>
            </p:cNvPr>
            <p:cNvSpPr>
              <a:spLocks noChangeArrowheads="1"/>
            </p:cNvSpPr>
            <p:nvPr/>
          </p:nvSpPr>
          <p:spPr bwMode="auto">
            <a:xfrm>
              <a:off x="5915685" y="5690962"/>
              <a:ext cx="236370" cy="417873"/>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cxnSp>
          <p:nvCxnSpPr>
            <p:cNvPr id="23" name="连接符: 肘形 22">
              <a:extLst>
                <a:ext uri="{FF2B5EF4-FFF2-40B4-BE49-F238E27FC236}">
                  <a16:creationId xmlns:a16="http://schemas.microsoft.com/office/drawing/2014/main" id="{313099E5-2091-CF33-BC0E-73186C9853EE}"/>
                </a:ext>
              </a:extLst>
            </p:cNvPr>
            <p:cNvCxnSpPr>
              <a:cxnSpLocks/>
              <a:stCxn id="15" idx="2"/>
              <a:endCxn id="12" idx="2"/>
            </p:cNvCxnSpPr>
            <p:nvPr/>
          </p:nvCxnSpPr>
          <p:spPr>
            <a:xfrm rot="5400000" flipH="1">
              <a:off x="4372284" y="5530408"/>
              <a:ext cx="657850" cy="425549"/>
            </a:xfrm>
            <a:prstGeom prst="bentConnector3">
              <a:avLst>
                <a:gd name="adj1" fmla="val -31760"/>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4" name="连接符: 肘形 23">
              <a:extLst>
                <a:ext uri="{FF2B5EF4-FFF2-40B4-BE49-F238E27FC236}">
                  <a16:creationId xmlns:a16="http://schemas.microsoft.com/office/drawing/2014/main" id="{A3B9AE31-C1AC-3355-C241-0500B9912890}"/>
                </a:ext>
              </a:extLst>
            </p:cNvPr>
            <p:cNvCxnSpPr>
              <a:endCxn id="10" idx="2"/>
            </p:cNvCxnSpPr>
            <p:nvPr/>
          </p:nvCxnSpPr>
          <p:spPr>
            <a:xfrm rot="5400000" flipH="1" flipV="1">
              <a:off x="4339981" y="5147754"/>
              <a:ext cx="1588351" cy="282718"/>
            </a:xfrm>
            <a:prstGeom prst="bentConnector3">
              <a:avLst>
                <a:gd name="adj1" fmla="val -11387"/>
              </a:avLst>
            </a:prstGeom>
            <a:ln>
              <a:prstDash val="dash"/>
              <a:tailEnd type="triangle"/>
            </a:ln>
          </p:spPr>
          <p:style>
            <a:lnRef idx="1">
              <a:schemeClr val="accent1"/>
            </a:lnRef>
            <a:fillRef idx="0">
              <a:schemeClr val="accent1"/>
            </a:fillRef>
            <a:effectRef idx="0">
              <a:schemeClr val="accent1"/>
            </a:effectRef>
            <a:fontRef idx="minor">
              <a:schemeClr val="tx1"/>
            </a:fontRef>
          </p:style>
        </p:cxnSp>
      </p:grpSp>
      <p:grpSp>
        <p:nvGrpSpPr>
          <p:cNvPr id="46" name="组合 45">
            <a:extLst>
              <a:ext uri="{FF2B5EF4-FFF2-40B4-BE49-F238E27FC236}">
                <a16:creationId xmlns:a16="http://schemas.microsoft.com/office/drawing/2014/main" id="{DE6ACBFA-51AD-11DA-22B9-A00810A0DB00}"/>
              </a:ext>
            </a:extLst>
          </p:cNvPr>
          <p:cNvGrpSpPr/>
          <p:nvPr/>
        </p:nvGrpSpPr>
        <p:grpSpPr>
          <a:xfrm>
            <a:off x="4239089" y="3843989"/>
            <a:ext cx="1964009" cy="2092112"/>
            <a:chOff x="6484252" y="1079260"/>
            <a:chExt cx="1964009" cy="2092112"/>
          </a:xfrm>
        </p:grpSpPr>
        <p:sp>
          <p:nvSpPr>
            <p:cNvPr id="25" name="Line 1026">
              <a:extLst>
                <a:ext uri="{FF2B5EF4-FFF2-40B4-BE49-F238E27FC236}">
                  <a16:creationId xmlns:a16="http://schemas.microsoft.com/office/drawing/2014/main" id="{A783D58F-E768-EA6E-529C-AE151CE4B726}"/>
                </a:ext>
              </a:extLst>
            </p:cNvPr>
            <p:cNvSpPr>
              <a:spLocks noChangeShapeType="1"/>
            </p:cNvSpPr>
            <p:nvPr/>
          </p:nvSpPr>
          <p:spPr bwMode="auto">
            <a:xfrm>
              <a:off x="7114573" y="1848108"/>
              <a:ext cx="118185" cy="348227"/>
            </a:xfrm>
            <a:prstGeom prst="line">
              <a:avLst/>
            </a:prstGeom>
            <a:noFill/>
            <a:ln w="38100" cap="rnd">
              <a:solidFill>
                <a:schemeClr val="bg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 name="Line 1062">
              <a:extLst>
                <a:ext uri="{FF2B5EF4-FFF2-40B4-BE49-F238E27FC236}">
                  <a16:creationId xmlns:a16="http://schemas.microsoft.com/office/drawing/2014/main" id="{606BA652-7187-272B-0C2D-3731F24BE7AD}"/>
                </a:ext>
              </a:extLst>
            </p:cNvPr>
            <p:cNvSpPr>
              <a:spLocks noChangeShapeType="1"/>
            </p:cNvSpPr>
            <p:nvPr/>
          </p:nvSpPr>
          <p:spPr bwMode="auto">
            <a:xfrm flipH="1">
              <a:off x="6602438" y="2335626"/>
              <a:ext cx="157580" cy="487518"/>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 name="Line 1063">
              <a:extLst>
                <a:ext uri="{FF2B5EF4-FFF2-40B4-BE49-F238E27FC236}">
                  <a16:creationId xmlns:a16="http://schemas.microsoft.com/office/drawing/2014/main" id="{5A7B917A-F5AD-9F4C-D071-BA015F233D13}"/>
                </a:ext>
              </a:extLst>
            </p:cNvPr>
            <p:cNvSpPr>
              <a:spLocks noChangeShapeType="1"/>
            </p:cNvSpPr>
            <p:nvPr/>
          </p:nvSpPr>
          <p:spPr bwMode="auto">
            <a:xfrm flipH="1">
              <a:off x="6799413" y="1485951"/>
              <a:ext cx="733897" cy="780029"/>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 name="Oval 1118">
              <a:extLst>
                <a:ext uri="{FF2B5EF4-FFF2-40B4-BE49-F238E27FC236}">
                  <a16:creationId xmlns:a16="http://schemas.microsoft.com/office/drawing/2014/main" id="{9FA4D53D-3ACE-53C9-2063-E97A89CF9472}"/>
                </a:ext>
              </a:extLst>
            </p:cNvPr>
            <p:cNvSpPr>
              <a:spLocks noChangeArrowheads="1"/>
            </p:cNvSpPr>
            <p:nvPr/>
          </p:nvSpPr>
          <p:spPr bwMode="auto">
            <a:xfrm>
              <a:off x="7468308" y="1137724"/>
              <a:ext cx="236370" cy="417873"/>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29" name="Text Box 1121">
              <a:extLst>
                <a:ext uri="{FF2B5EF4-FFF2-40B4-BE49-F238E27FC236}">
                  <a16:creationId xmlns:a16="http://schemas.microsoft.com/office/drawing/2014/main" id="{5083359E-9BCF-5E01-D004-E14FF7A20E20}"/>
                </a:ext>
              </a:extLst>
            </p:cNvPr>
            <p:cNvSpPr txBox="1">
              <a:spLocks noChangeArrowheads="1"/>
            </p:cNvSpPr>
            <p:nvPr/>
          </p:nvSpPr>
          <p:spPr bwMode="auto">
            <a:xfrm>
              <a:off x="7487934" y="1079260"/>
              <a:ext cx="167572" cy="478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2800" dirty="0">
                  <a:solidFill>
                    <a:schemeClr val="bg1"/>
                  </a:solidFill>
                  <a:latin typeface="Times New Roman" panose="02020603050405020304" pitchFamily="18" charset="0"/>
                </a:rPr>
                <a:t>s</a:t>
              </a:r>
              <a:endParaRPr lang="en-US" altLang="zh-CN" sz="2400" dirty="0">
                <a:latin typeface="Times New Roman" panose="02020603050405020304" pitchFamily="18" charset="0"/>
              </a:endParaRPr>
            </a:p>
          </p:txBody>
        </p:sp>
        <p:sp>
          <p:nvSpPr>
            <p:cNvPr id="30" name="Oval 1127">
              <a:extLst>
                <a:ext uri="{FF2B5EF4-FFF2-40B4-BE49-F238E27FC236}">
                  <a16:creationId xmlns:a16="http://schemas.microsoft.com/office/drawing/2014/main" id="{2944AAC3-1204-C7C7-6382-B636BB631E17}"/>
                </a:ext>
              </a:extLst>
            </p:cNvPr>
            <p:cNvSpPr>
              <a:spLocks noChangeArrowheads="1"/>
            </p:cNvSpPr>
            <p:nvPr/>
          </p:nvSpPr>
          <p:spPr bwMode="auto">
            <a:xfrm>
              <a:off x="6681228" y="2057044"/>
              <a:ext cx="236370" cy="417873"/>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31" name="Text Box 1128">
              <a:extLst>
                <a:ext uri="{FF2B5EF4-FFF2-40B4-BE49-F238E27FC236}">
                  <a16:creationId xmlns:a16="http://schemas.microsoft.com/office/drawing/2014/main" id="{02232DA2-90CF-05C6-C400-4F4CBC39FCFB}"/>
                </a:ext>
              </a:extLst>
            </p:cNvPr>
            <p:cNvSpPr txBox="1">
              <a:spLocks noChangeArrowheads="1"/>
            </p:cNvSpPr>
            <p:nvPr/>
          </p:nvSpPr>
          <p:spPr bwMode="auto">
            <a:xfrm>
              <a:off x="6711213" y="1998581"/>
              <a:ext cx="146854" cy="478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2800" dirty="0">
                  <a:solidFill>
                    <a:schemeClr val="bg1"/>
                  </a:solidFill>
                  <a:latin typeface="Times New Roman" panose="02020603050405020304" pitchFamily="18" charset="0"/>
                </a:rPr>
                <a:t>t</a:t>
              </a:r>
              <a:endParaRPr lang="en-US" altLang="zh-CN" sz="2400" dirty="0">
                <a:latin typeface="Times New Roman" panose="02020603050405020304" pitchFamily="18" charset="0"/>
              </a:endParaRPr>
            </a:p>
          </p:txBody>
        </p:sp>
        <p:sp>
          <p:nvSpPr>
            <p:cNvPr id="32" name="Oval 1129">
              <a:extLst>
                <a:ext uri="{FF2B5EF4-FFF2-40B4-BE49-F238E27FC236}">
                  <a16:creationId xmlns:a16="http://schemas.microsoft.com/office/drawing/2014/main" id="{CFFA6575-A964-8422-F25F-1C876725DB84}"/>
                </a:ext>
              </a:extLst>
            </p:cNvPr>
            <p:cNvSpPr>
              <a:spLocks noChangeArrowheads="1"/>
            </p:cNvSpPr>
            <p:nvPr/>
          </p:nvSpPr>
          <p:spPr bwMode="auto">
            <a:xfrm>
              <a:off x="6484252" y="2683854"/>
              <a:ext cx="236370" cy="417873"/>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33" name="Oval 1131">
              <a:extLst>
                <a:ext uri="{FF2B5EF4-FFF2-40B4-BE49-F238E27FC236}">
                  <a16:creationId xmlns:a16="http://schemas.microsoft.com/office/drawing/2014/main" id="{33555FA1-15AC-02D2-E911-88EA66675853}"/>
                </a:ext>
              </a:extLst>
            </p:cNvPr>
            <p:cNvSpPr>
              <a:spLocks noChangeArrowheads="1"/>
            </p:cNvSpPr>
            <p:nvPr/>
          </p:nvSpPr>
          <p:spPr bwMode="auto">
            <a:xfrm>
              <a:off x="7106777" y="2727952"/>
              <a:ext cx="236370" cy="417873"/>
            </a:xfrm>
            <a:prstGeom prst="ellipse">
              <a:avLst/>
            </a:prstGeom>
            <a:solidFill>
              <a:schemeClr val="tx1"/>
            </a:solidFill>
            <a:ln>
              <a:noFill/>
            </a:ln>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34" name="Text Box 1132">
              <a:extLst>
                <a:ext uri="{FF2B5EF4-FFF2-40B4-BE49-F238E27FC236}">
                  <a16:creationId xmlns:a16="http://schemas.microsoft.com/office/drawing/2014/main" id="{99C9D177-B608-E000-0B13-C5E58153857C}"/>
                </a:ext>
              </a:extLst>
            </p:cNvPr>
            <p:cNvSpPr txBox="1">
              <a:spLocks noChangeArrowheads="1"/>
            </p:cNvSpPr>
            <p:nvPr/>
          </p:nvSpPr>
          <p:spPr bwMode="auto">
            <a:xfrm>
              <a:off x="7131375" y="2656431"/>
              <a:ext cx="157627" cy="478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2800" dirty="0">
                  <a:solidFill>
                    <a:schemeClr val="bg1"/>
                  </a:solidFill>
                  <a:latin typeface="Times New Roman" panose="02020603050405020304" pitchFamily="18" charset="0"/>
                </a:rPr>
                <a:t>r</a:t>
              </a:r>
              <a:endParaRPr lang="en-US" altLang="zh-CN" sz="2400" dirty="0">
                <a:latin typeface="Times New Roman" panose="02020603050405020304" pitchFamily="18" charset="0"/>
              </a:endParaRPr>
            </a:p>
          </p:txBody>
        </p:sp>
        <p:sp>
          <p:nvSpPr>
            <p:cNvPr id="35" name="Line 1138">
              <a:extLst>
                <a:ext uri="{FF2B5EF4-FFF2-40B4-BE49-F238E27FC236}">
                  <a16:creationId xmlns:a16="http://schemas.microsoft.com/office/drawing/2014/main" id="{80D093D1-97D5-5B5F-EDD5-709B5983F0D7}"/>
                </a:ext>
              </a:extLst>
            </p:cNvPr>
            <p:cNvSpPr>
              <a:spLocks noChangeShapeType="1"/>
            </p:cNvSpPr>
            <p:nvPr/>
          </p:nvSpPr>
          <p:spPr bwMode="auto">
            <a:xfrm flipH="1">
              <a:off x="7193364" y="2474917"/>
              <a:ext cx="39395" cy="208936"/>
            </a:xfrm>
            <a:prstGeom prst="line">
              <a:avLst/>
            </a:prstGeom>
            <a:noFill/>
            <a:ln w="38100" cap="rnd">
              <a:solidFill>
                <a:schemeClr val="bg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 name="Line 1062">
              <a:extLst>
                <a:ext uri="{FF2B5EF4-FFF2-40B4-BE49-F238E27FC236}">
                  <a16:creationId xmlns:a16="http://schemas.microsoft.com/office/drawing/2014/main" id="{6F3921A2-6442-4AC7-702B-64B2DCA17977}"/>
                </a:ext>
              </a:extLst>
            </p:cNvPr>
            <p:cNvSpPr>
              <a:spLocks noChangeShapeType="1"/>
            </p:cNvSpPr>
            <p:nvPr/>
          </p:nvSpPr>
          <p:spPr bwMode="auto">
            <a:xfrm flipH="1">
              <a:off x="8014915" y="2405272"/>
              <a:ext cx="157580" cy="487518"/>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7" name="Line 1063">
              <a:extLst>
                <a:ext uri="{FF2B5EF4-FFF2-40B4-BE49-F238E27FC236}">
                  <a16:creationId xmlns:a16="http://schemas.microsoft.com/office/drawing/2014/main" id="{2EDB3D0D-1E61-89B4-7F9E-E1B8971445D8}"/>
                </a:ext>
              </a:extLst>
            </p:cNvPr>
            <p:cNvSpPr>
              <a:spLocks noChangeShapeType="1"/>
            </p:cNvSpPr>
            <p:nvPr/>
          </p:nvSpPr>
          <p:spPr bwMode="auto">
            <a:xfrm>
              <a:off x="7641646" y="1485951"/>
              <a:ext cx="570244" cy="849675"/>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 name="Line 1067">
              <a:extLst>
                <a:ext uri="{FF2B5EF4-FFF2-40B4-BE49-F238E27FC236}">
                  <a16:creationId xmlns:a16="http://schemas.microsoft.com/office/drawing/2014/main" id="{BF0BA908-79ED-5785-62B2-6E71085BD12A}"/>
                </a:ext>
              </a:extLst>
            </p:cNvPr>
            <p:cNvSpPr>
              <a:spLocks noChangeShapeType="1"/>
            </p:cNvSpPr>
            <p:nvPr/>
          </p:nvSpPr>
          <p:spPr bwMode="auto">
            <a:xfrm>
              <a:off x="8251286" y="2474917"/>
              <a:ext cx="71403" cy="378698"/>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 name="Oval 1127">
              <a:extLst>
                <a:ext uri="{FF2B5EF4-FFF2-40B4-BE49-F238E27FC236}">
                  <a16:creationId xmlns:a16="http://schemas.microsoft.com/office/drawing/2014/main" id="{727A4FED-7D80-9782-3095-C2051A8417A2}"/>
                </a:ext>
              </a:extLst>
            </p:cNvPr>
            <p:cNvSpPr>
              <a:spLocks noChangeArrowheads="1"/>
            </p:cNvSpPr>
            <p:nvPr/>
          </p:nvSpPr>
          <p:spPr bwMode="auto">
            <a:xfrm>
              <a:off x="8093705" y="2126690"/>
              <a:ext cx="236370" cy="417873"/>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40" name="Oval 1129">
              <a:extLst>
                <a:ext uri="{FF2B5EF4-FFF2-40B4-BE49-F238E27FC236}">
                  <a16:creationId xmlns:a16="http://schemas.microsoft.com/office/drawing/2014/main" id="{DFEF5204-721D-1318-D891-8ABC3B5CE717}"/>
                </a:ext>
              </a:extLst>
            </p:cNvPr>
            <p:cNvSpPr>
              <a:spLocks noChangeArrowheads="1"/>
            </p:cNvSpPr>
            <p:nvPr/>
          </p:nvSpPr>
          <p:spPr bwMode="auto">
            <a:xfrm>
              <a:off x="7896730" y="2753499"/>
              <a:ext cx="236370" cy="417873"/>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41" name="Oval 1131">
              <a:extLst>
                <a:ext uri="{FF2B5EF4-FFF2-40B4-BE49-F238E27FC236}">
                  <a16:creationId xmlns:a16="http://schemas.microsoft.com/office/drawing/2014/main" id="{C0860B09-D7DD-AD2F-15DD-C688029BB26F}"/>
                </a:ext>
              </a:extLst>
            </p:cNvPr>
            <p:cNvSpPr>
              <a:spLocks noChangeArrowheads="1"/>
            </p:cNvSpPr>
            <p:nvPr/>
          </p:nvSpPr>
          <p:spPr bwMode="auto">
            <a:xfrm>
              <a:off x="8211891" y="2753499"/>
              <a:ext cx="236370" cy="417873"/>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cxnSp>
          <p:nvCxnSpPr>
            <p:cNvPr id="42" name="连接符: 肘形 41">
              <a:extLst>
                <a:ext uri="{FF2B5EF4-FFF2-40B4-BE49-F238E27FC236}">
                  <a16:creationId xmlns:a16="http://schemas.microsoft.com/office/drawing/2014/main" id="{A4370558-E87F-B0A8-0E52-9948020AD75B}"/>
                </a:ext>
              </a:extLst>
            </p:cNvPr>
            <p:cNvCxnSpPr>
              <a:cxnSpLocks/>
              <a:stCxn id="30" idx="5"/>
              <a:endCxn id="29" idx="2"/>
            </p:cNvCxnSpPr>
            <p:nvPr/>
          </p:nvCxnSpPr>
          <p:spPr>
            <a:xfrm rot="5400000" flipH="1" flipV="1">
              <a:off x="6799227" y="1641230"/>
              <a:ext cx="856247" cy="688738"/>
            </a:xfrm>
            <a:prstGeom prst="bentConnector3">
              <a:avLst>
                <a:gd name="adj1" fmla="val -31548"/>
              </a:avLst>
            </a:prstGeom>
            <a:ln>
              <a:prstDash val="dash"/>
              <a:tailEnd type="triangle"/>
            </a:ln>
          </p:spPr>
          <p:style>
            <a:lnRef idx="1">
              <a:schemeClr val="accent1"/>
            </a:lnRef>
            <a:fillRef idx="0">
              <a:schemeClr val="accent1"/>
            </a:fillRef>
            <a:effectRef idx="0">
              <a:schemeClr val="accent1"/>
            </a:effectRef>
            <a:fontRef idx="minor">
              <a:schemeClr val="tx1"/>
            </a:fontRef>
          </p:style>
        </p:cxnSp>
      </p:grpSp>
      <p:sp>
        <p:nvSpPr>
          <p:cNvPr id="43" name="箭头: 右 42">
            <a:extLst>
              <a:ext uri="{FF2B5EF4-FFF2-40B4-BE49-F238E27FC236}">
                <a16:creationId xmlns:a16="http://schemas.microsoft.com/office/drawing/2014/main" id="{3B335AB9-1E42-3B1D-902C-6ECBB89AE80B}"/>
              </a:ext>
            </a:extLst>
          </p:cNvPr>
          <p:cNvSpPr/>
          <p:nvPr/>
        </p:nvSpPr>
        <p:spPr>
          <a:xfrm>
            <a:off x="6152056" y="4785571"/>
            <a:ext cx="367277" cy="62529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966377727"/>
      </p:ext>
    </p:extLst>
  </p:cSld>
  <p:clrMapOvr>
    <a:masterClrMapping/>
  </p:clrMapOvr>
  <p:transition>
    <p:split/>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31A0BC-898E-04B4-EA2B-0C2D52BF7AAC}"/>
              </a:ext>
            </a:extLst>
          </p:cNvPr>
          <p:cNvSpPr>
            <a:spLocks noGrp="1"/>
          </p:cNvSpPr>
          <p:nvPr>
            <p:ph type="title"/>
          </p:nvPr>
        </p:nvSpPr>
        <p:spPr/>
        <p:txBody>
          <a:bodyPr/>
          <a:lstStyle/>
          <a:p>
            <a:r>
              <a:rPr lang="zh-CN" altLang="en-US" dirty="0"/>
              <a:t>新结点作为非叶子结点插入</a:t>
            </a:r>
          </a:p>
        </p:txBody>
      </p:sp>
      <p:sp>
        <p:nvSpPr>
          <p:cNvPr id="3" name="内容占位符 2">
            <a:extLst>
              <a:ext uri="{FF2B5EF4-FFF2-40B4-BE49-F238E27FC236}">
                <a16:creationId xmlns:a16="http://schemas.microsoft.com/office/drawing/2014/main" id="{53DA3818-4D5F-8EC3-A937-BFD6F11AD2C7}"/>
              </a:ext>
            </a:extLst>
          </p:cNvPr>
          <p:cNvSpPr>
            <a:spLocks noGrp="1"/>
          </p:cNvSpPr>
          <p:nvPr>
            <p:ph idx="1"/>
          </p:nvPr>
        </p:nvSpPr>
        <p:spPr/>
        <p:txBody>
          <a:bodyPr>
            <a:normAutofit fontScale="92500" lnSpcReduction="10000"/>
          </a:bodyPr>
          <a:lstStyle/>
          <a:p>
            <a:r>
              <a:rPr lang="zh-CN" altLang="en-US" dirty="0"/>
              <a:t>如果</a:t>
            </a:r>
            <a:r>
              <a:rPr lang="en-US" altLang="zh-CN" dirty="0"/>
              <a:t>t</a:t>
            </a:r>
            <a:r>
              <a:rPr lang="zh-CN" altLang="en-US" dirty="0"/>
              <a:t>原来有右子树，新结点</a:t>
            </a:r>
            <a:r>
              <a:rPr lang="en-US" altLang="zh-CN" dirty="0"/>
              <a:t>r</a:t>
            </a:r>
            <a:r>
              <a:rPr lang="zh-CN" altLang="en-US" dirty="0"/>
              <a:t>作为非叶子结点插入，则：</a:t>
            </a:r>
          </a:p>
          <a:p>
            <a:pPr marL="342900" lvl="1" indent="0">
              <a:buNone/>
            </a:pPr>
            <a:r>
              <a:rPr lang="en-US" altLang="zh-CN" dirty="0"/>
              <a:t>p=first(t-&gt;</a:t>
            </a:r>
            <a:r>
              <a:rPr lang="en-US" altLang="zh-CN" dirty="0" err="1"/>
              <a:t>rightChild</a:t>
            </a:r>
            <a:r>
              <a:rPr lang="en-US" altLang="zh-CN" dirty="0"/>
              <a:t>);</a:t>
            </a:r>
          </a:p>
          <a:p>
            <a:pPr marL="342900" lvl="1" indent="0">
              <a:buNone/>
            </a:pPr>
            <a:r>
              <a:rPr lang="en-US" altLang="zh-CN" dirty="0"/>
              <a:t>r-&gt;</a:t>
            </a:r>
            <a:r>
              <a:rPr lang="en-US" altLang="zh-CN" dirty="0" err="1"/>
              <a:t>rightChild</a:t>
            </a:r>
            <a:r>
              <a:rPr lang="en-US" altLang="zh-CN" dirty="0"/>
              <a:t> = t-&gt;</a:t>
            </a:r>
            <a:r>
              <a:rPr lang="en-US" altLang="zh-CN" dirty="0" err="1"/>
              <a:t>rightChild</a:t>
            </a:r>
            <a:endParaRPr lang="en-US" altLang="zh-CN" dirty="0"/>
          </a:p>
          <a:p>
            <a:pPr marL="342900" lvl="1" indent="0">
              <a:buNone/>
            </a:pPr>
            <a:r>
              <a:rPr lang="en-US" altLang="zh-CN" dirty="0"/>
              <a:t>r-&gt;</a:t>
            </a:r>
            <a:r>
              <a:rPr lang="en-US" altLang="zh-CN" dirty="0" err="1"/>
              <a:t>rtag</a:t>
            </a:r>
            <a:r>
              <a:rPr lang="en-US" altLang="zh-CN" dirty="0"/>
              <a:t> = 0</a:t>
            </a:r>
          </a:p>
          <a:p>
            <a:pPr marL="342900" lvl="1" indent="0">
              <a:buNone/>
            </a:pPr>
            <a:r>
              <a:rPr lang="en-US" altLang="zh-CN" dirty="0"/>
              <a:t>t-&gt;</a:t>
            </a:r>
            <a:r>
              <a:rPr lang="en-US" altLang="zh-CN" dirty="0" err="1"/>
              <a:t>rightChild</a:t>
            </a:r>
            <a:r>
              <a:rPr lang="en-US" altLang="zh-CN" dirty="0"/>
              <a:t> = r</a:t>
            </a:r>
          </a:p>
          <a:p>
            <a:pPr marL="342900" lvl="1" indent="0">
              <a:buNone/>
            </a:pPr>
            <a:r>
              <a:rPr lang="en-US" altLang="zh-CN" dirty="0"/>
              <a:t>r-&gt;</a:t>
            </a:r>
            <a:r>
              <a:rPr lang="en-US" altLang="zh-CN" dirty="0" err="1"/>
              <a:t>leftChild</a:t>
            </a:r>
            <a:r>
              <a:rPr lang="en-US" altLang="zh-CN" dirty="0"/>
              <a:t> = t</a:t>
            </a:r>
          </a:p>
          <a:p>
            <a:pPr marL="342900" lvl="1" indent="0">
              <a:buNone/>
            </a:pPr>
            <a:r>
              <a:rPr lang="en-US" altLang="zh-CN" dirty="0"/>
              <a:t>r-&gt;</a:t>
            </a:r>
            <a:r>
              <a:rPr lang="en-US" altLang="zh-CN" dirty="0" err="1"/>
              <a:t>ltag</a:t>
            </a:r>
            <a:r>
              <a:rPr lang="en-US" altLang="zh-CN" dirty="0"/>
              <a:t> = 1</a:t>
            </a:r>
          </a:p>
          <a:p>
            <a:pPr marL="342900" lvl="1" indent="0">
              <a:buNone/>
            </a:pPr>
            <a:r>
              <a:rPr lang="en-US" altLang="zh-CN" dirty="0"/>
              <a:t>p-&gt;</a:t>
            </a:r>
            <a:r>
              <a:rPr lang="en-US" altLang="zh-CN" dirty="0" err="1"/>
              <a:t>leftChild</a:t>
            </a:r>
            <a:r>
              <a:rPr lang="en-US" altLang="zh-CN" dirty="0"/>
              <a:t> = r</a:t>
            </a:r>
            <a:endParaRPr lang="zh-CN" altLang="en-US" dirty="0"/>
          </a:p>
        </p:txBody>
      </p:sp>
      <p:sp>
        <p:nvSpPr>
          <p:cNvPr id="4" name="灯片编号占位符 3">
            <a:extLst>
              <a:ext uri="{FF2B5EF4-FFF2-40B4-BE49-F238E27FC236}">
                <a16:creationId xmlns:a16="http://schemas.microsoft.com/office/drawing/2014/main" id="{8D3CA301-4920-31F3-25F2-F8E2DFDCAD07}"/>
              </a:ext>
            </a:extLst>
          </p:cNvPr>
          <p:cNvSpPr>
            <a:spLocks noGrp="1"/>
          </p:cNvSpPr>
          <p:nvPr>
            <p:ph type="sldNum" sz="quarter" idx="12"/>
          </p:nvPr>
        </p:nvSpPr>
        <p:spPr/>
        <p:txBody>
          <a:bodyPr/>
          <a:lstStyle/>
          <a:p>
            <a:pPr>
              <a:defRPr/>
            </a:pPr>
            <a:fld id="{A598D83B-EE2A-4F12-B129-1EDE84DF129B}" type="slidenum">
              <a:rPr lang="en-US" altLang="zh-CN" smtClean="0"/>
              <a:pPr>
                <a:defRPr/>
              </a:pPr>
              <a:t>85</a:t>
            </a:fld>
            <a:endParaRPr lang="en-US" altLang="zh-CN"/>
          </a:p>
        </p:txBody>
      </p:sp>
      <p:grpSp>
        <p:nvGrpSpPr>
          <p:cNvPr id="86" name="组合 85">
            <a:extLst>
              <a:ext uri="{FF2B5EF4-FFF2-40B4-BE49-F238E27FC236}">
                <a16:creationId xmlns:a16="http://schemas.microsoft.com/office/drawing/2014/main" id="{EC840568-1D22-2E21-EAFE-578DB4C47F49}"/>
              </a:ext>
            </a:extLst>
          </p:cNvPr>
          <p:cNvGrpSpPr/>
          <p:nvPr/>
        </p:nvGrpSpPr>
        <p:grpSpPr>
          <a:xfrm>
            <a:off x="4165707" y="3789040"/>
            <a:ext cx="2181881" cy="2053324"/>
            <a:chOff x="6854064" y="4213333"/>
            <a:chExt cx="2181881" cy="2053324"/>
          </a:xfrm>
        </p:grpSpPr>
        <p:sp>
          <p:nvSpPr>
            <p:cNvPr id="65" name="Line 1026">
              <a:extLst>
                <a:ext uri="{FF2B5EF4-FFF2-40B4-BE49-F238E27FC236}">
                  <a16:creationId xmlns:a16="http://schemas.microsoft.com/office/drawing/2014/main" id="{2E80E80D-2E31-B25E-AEC9-289DBD42DC97}"/>
                </a:ext>
              </a:extLst>
            </p:cNvPr>
            <p:cNvSpPr>
              <a:spLocks noChangeShapeType="1"/>
            </p:cNvSpPr>
            <p:nvPr/>
          </p:nvSpPr>
          <p:spPr bwMode="auto">
            <a:xfrm>
              <a:off x="7610337" y="4497631"/>
              <a:ext cx="141801" cy="236262"/>
            </a:xfrm>
            <a:prstGeom prst="line">
              <a:avLst/>
            </a:prstGeom>
            <a:noFill/>
            <a:ln w="38100" cap="rnd">
              <a:solidFill>
                <a:schemeClr val="bg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 name="Line 1062">
              <a:extLst>
                <a:ext uri="{FF2B5EF4-FFF2-40B4-BE49-F238E27FC236}">
                  <a16:creationId xmlns:a16="http://schemas.microsoft.com/office/drawing/2014/main" id="{57B15BDA-084B-7A6E-4AA7-B0FB3C63B7FD}"/>
                </a:ext>
              </a:extLst>
            </p:cNvPr>
            <p:cNvSpPr>
              <a:spLocks noChangeShapeType="1"/>
            </p:cNvSpPr>
            <p:nvPr/>
          </p:nvSpPr>
          <p:spPr bwMode="auto">
            <a:xfrm flipH="1">
              <a:off x="6995865" y="4828398"/>
              <a:ext cx="189068" cy="330767"/>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 name="Line 1063">
              <a:extLst>
                <a:ext uri="{FF2B5EF4-FFF2-40B4-BE49-F238E27FC236}">
                  <a16:creationId xmlns:a16="http://schemas.microsoft.com/office/drawing/2014/main" id="{6E7D6DA3-E515-6DE0-8FB8-5A7B369184DD}"/>
                </a:ext>
              </a:extLst>
            </p:cNvPr>
            <p:cNvSpPr>
              <a:spLocks noChangeShapeType="1"/>
            </p:cNvSpPr>
            <p:nvPr/>
          </p:nvSpPr>
          <p:spPr bwMode="auto">
            <a:xfrm flipH="1">
              <a:off x="7211056" y="4449594"/>
              <a:ext cx="901690" cy="18852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 name="Line 1067">
              <a:extLst>
                <a:ext uri="{FF2B5EF4-FFF2-40B4-BE49-F238E27FC236}">
                  <a16:creationId xmlns:a16="http://schemas.microsoft.com/office/drawing/2014/main" id="{DF95C831-EBC6-21C0-1705-4925047FA653}"/>
                </a:ext>
              </a:extLst>
            </p:cNvPr>
            <p:cNvSpPr>
              <a:spLocks noChangeShapeType="1"/>
            </p:cNvSpPr>
            <p:nvPr/>
          </p:nvSpPr>
          <p:spPr bwMode="auto">
            <a:xfrm>
              <a:off x="7279467" y="4875650"/>
              <a:ext cx="1162364" cy="703816"/>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 name="Oval 1118">
              <a:extLst>
                <a:ext uri="{FF2B5EF4-FFF2-40B4-BE49-F238E27FC236}">
                  <a16:creationId xmlns:a16="http://schemas.microsoft.com/office/drawing/2014/main" id="{746A70BA-4CEF-D98A-09B2-658CA6385317}"/>
                </a:ext>
              </a:extLst>
            </p:cNvPr>
            <p:cNvSpPr>
              <a:spLocks noChangeArrowheads="1"/>
            </p:cNvSpPr>
            <p:nvPr/>
          </p:nvSpPr>
          <p:spPr bwMode="auto">
            <a:xfrm>
              <a:off x="8034755" y="4213333"/>
              <a:ext cx="283602" cy="283514"/>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70" name="Oval 1127">
              <a:extLst>
                <a:ext uri="{FF2B5EF4-FFF2-40B4-BE49-F238E27FC236}">
                  <a16:creationId xmlns:a16="http://schemas.microsoft.com/office/drawing/2014/main" id="{CCA6A34A-82B3-9FBB-5EDB-FD0EC89879D1}"/>
                </a:ext>
              </a:extLst>
            </p:cNvPr>
            <p:cNvSpPr>
              <a:spLocks noChangeArrowheads="1"/>
            </p:cNvSpPr>
            <p:nvPr/>
          </p:nvSpPr>
          <p:spPr bwMode="auto">
            <a:xfrm>
              <a:off x="7090399" y="4639388"/>
              <a:ext cx="283602" cy="283514"/>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71" name="Text Box 1128">
              <a:extLst>
                <a:ext uri="{FF2B5EF4-FFF2-40B4-BE49-F238E27FC236}">
                  <a16:creationId xmlns:a16="http://schemas.microsoft.com/office/drawing/2014/main" id="{98220811-AAEA-0A2C-9C8F-8C8CAD0150DB}"/>
                </a:ext>
              </a:extLst>
            </p:cNvPr>
            <p:cNvSpPr txBox="1">
              <a:spLocks noChangeArrowheads="1"/>
            </p:cNvSpPr>
            <p:nvPr/>
          </p:nvSpPr>
          <p:spPr bwMode="auto">
            <a:xfrm>
              <a:off x="7126376" y="4599723"/>
              <a:ext cx="176198" cy="324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2800" dirty="0">
                  <a:solidFill>
                    <a:schemeClr val="bg1"/>
                  </a:solidFill>
                  <a:latin typeface="Times New Roman" panose="02020603050405020304" pitchFamily="18" charset="0"/>
                </a:rPr>
                <a:t>t</a:t>
              </a:r>
              <a:endParaRPr lang="en-US" altLang="zh-CN" sz="2400" dirty="0">
                <a:latin typeface="Times New Roman" panose="02020603050405020304" pitchFamily="18" charset="0"/>
              </a:endParaRPr>
            </a:p>
          </p:txBody>
        </p:sp>
        <p:sp>
          <p:nvSpPr>
            <p:cNvPr id="72" name="Oval 1129">
              <a:extLst>
                <a:ext uri="{FF2B5EF4-FFF2-40B4-BE49-F238E27FC236}">
                  <a16:creationId xmlns:a16="http://schemas.microsoft.com/office/drawing/2014/main" id="{01282437-8E1A-2A7D-2380-140D935F2D76}"/>
                </a:ext>
              </a:extLst>
            </p:cNvPr>
            <p:cNvSpPr>
              <a:spLocks noChangeArrowheads="1"/>
            </p:cNvSpPr>
            <p:nvPr/>
          </p:nvSpPr>
          <p:spPr bwMode="auto">
            <a:xfrm>
              <a:off x="6854064" y="5064660"/>
              <a:ext cx="283602" cy="283514"/>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73" name="Oval 1131">
              <a:extLst>
                <a:ext uri="{FF2B5EF4-FFF2-40B4-BE49-F238E27FC236}">
                  <a16:creationId xmlns:a16="http://schemas.microsoft.com/office/drawing/2014/main" id="{B51C45F8-7396-244D-3E76-007418984BC0}"/>
                </a:ext>
              </a:extLst>
            </p:cNvPr>
            <p:cNvSpPr>
              <a:spLocks noChangeArrowheads="1"/>
            </p:cNvSpPr>
            <p:nvPr/>
          </p:nvSpPr>
          <p:spPr bwMode="auto">
            <a:xfrm>
              <a:off x="8752343" y="4773213"/>
              <a:ext cx="283602" cy="283514"/>
            </a:xfrm>
            <a:prstGeom prst="ellipse">
              <a:avLst/>
            </a:prstGeom>
            <a:solidFill>
              <a:schemeClr val="tx1"/>
            </a:solidFill>
            <a:ln>
              <a:noFill/>
            </a:ln>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74" name="Text Box 1132">
              <a:extLst>
                <a:ext uri="{FF2B5EF4-FFF2-40B4-BE49-F238E27FC236}">
                  <a16:creationId xmlns:a16="http://schemas.microsoft.com/office/drawing/2014/main" id="{2091DCB9-5309-AAE2-8D3A-8D9F67536039}"/>
                </a:ext>
              </a:extLst>
            </p:cNvPr>
            <p:cNvSpPr txBox="1">
              <a:spLocks noChangeArrowheads="1"/>
            </p:cNvSpPr>
            <p:nvPr/>
          </p:nvSpPr>
          <p:spPr bwMode="auto">
            <a:xfrm>
              <a:off x="8781856" y="4724687"/>
              <a:ext cx="189125" cy="324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2800" dirty="0">
                  <a:solidFill>
                    <a:schemeClr val="bg1"/>
                  </a:solidFill>
                  <a:latin typeface="Times New Roman" panose="02020603050405020304" pitchFamily="18" charset="0"/>
                </a:rPr>
                <a:t>r</a:t>
              </a:r>
              <a:endParaRPr lang="en-US" altLang="zh-CN" sz="2400" dirty="0">
                <a:latin typeface="Times New Roman" panose="02020603050405020304" pitchFamily="18" charset="0"/>
              </a:endParaRPr>
            </a:p>
          </p:txBody>
        </p:sp>
        <p:sp>
          <p:nvSpPr>
            <p:cNvPr id="75" name="Line 1138">
              <a:extLst>
                <a:ext uri="{FF2B5EF4-FFF2-40B4-BE49-F238E27FC236}">
                  <a16:creationId xmlns:a16="http://schemas.microsoft.com/office/drawing/2014/main" id="{9C57398B-BA1E-3876-83E9-D02C3A280EE6}"/>
                </a:ext>
              </a:extLst>
            </p:cNvPr>
            <p:cNvSpPr>
              <a:spLocks noChangeShapeType="1"/>
            </p:cNvSpPr>
            <p:nvPr/>
          </p:nvSpPr>
          <p:spPr bwMode="auto">
            <a:xfrm flipH="1">
              <a:off x="8856232" y="4601536"/>
              <a:ext cx="47267" cy="141757"/>
            </a:xfrm>
            <a:prstGeom prst="line">
              <a:avLst/>
            </a:prstGeom>
            <a:noFill/>
            <a:ln w="38100" cap="rnd">
              <a:solidFill>
                <a:schemeClr val="bg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 name="Line 1062">
              <a:extLst>
                <a:ext uri="{FF2B5EF4-FFF2-40B4-BE49-F238E27FC236}">
                  <a16:creationId xmlns:a16="http://schemas.microsoft.com/office/drawing/2014/main" id="{51F59473-5197-AC9E-6802-1EF59F567042}"/>
                </a:ext>
              </a:extLst>
            </p:cNvPr>
            <p:cNvSpPr>
              <a:spLocks noChangeShapeType="1"/>
            </p:cNvSpPr>
            <p:nvPr/>
          </p:nvSpPr>
          <p:spPr bwMode="auto">
            <a:xfrm flipH="1">
              <a:off x="8332440" y="5721224"/>
              <a:ext cx="189068" cy="330767"/>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7" name="Line 1067">
              <a:extLst>
                <a:ext uri="{FF2B5EF4-FFF2-40B4-BE49-F238E27FC236}">
                  <a16:creationId xmlns:a16="http://schemas.microsoft.com/office/drawing/2014/main" id="{AA9D6CEF-5991-8A87-6750-E8379EF5FCF8}"/>
                </a:ext>
              </a:extLst>
            </p:cNvPr>
            <p:cNvSpPr>
              <a:spLocks noChangeShapeType="1"/>
            </p:cNvSpPr>
            <p:nvPr/>
          </p:nvSpPr>
          <p:spPr bwMode="auto">
            <a:xfrm>
              <a:off x="8616042" y="5768476"/>
              <a:ext cx="85671" cy="256935"/>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 name="Oval 1127">
              <a:extLst>
                <a:ext uri="{FF2B5EF4-FFF2-40B4-BE49-F238E27FC236}">
                  <a16:creationId xmlns:a16="http://schemas.microsoft.com/office/drawing/2014/main" id="{B064F4E8-0BE8-DD7A-9896-9E85223BD2E9}"/>
                </a:ext>
              </a:extLst>
            </p:cNvPr>
            <p:cNvSpPr>
              <a:spLocks noChangeArrowheads="1"/>
            </p:cNvSpPr>
            <p:nvPr/>
          </p:nvSpPr>
          <p:spPr bwMode="auto">
            <a:xfrm>
              <a:off x="8426974" y="5532214"/>
              <a:ext cx="283602" cy="283514"/>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79" name="Oval 1131">
              <a:extLst>
                <a:ext uri="{FF2B5EF4-FFF2-40B4-BE49-F238E27FC236}">
                  <a16:creationId xmlns:a16="http://schemas.microsoft.com/office/drawing/2014/main" id="{624155CE-3523-8175-BC9C-C804F6E154BE}"/>
                </a:ext>
              </a:extLst>
            </p:cNvPr>
            <p:cNvSpPr>
              <a:spLocks noChangeArrowheads="1"/>
            </p:cNvSpPr>
            <p:nvPr/>
          </p:nvSpPr>
          <p:spPr bwMode="auto">
            <a:xfrm>
              <a:off x="8568775" y="5957486"/>
              <a:ext cx="283602" cy="283514"/>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80" name="Oval 1118">
              <a:extLst>
                <a:ext uri="{FF2B5EF4-FFF2-40B4-BE49-F238E27FC236}">
                  <a16:creationId xmlns:a16="http://schemas.microsoft.com/office/drawing/2014/main" id="{87130507-E04F-EBAD-61F9-AB12ED23A02B}"/>
                </a:ext>
              </a:extLst>
            </p:cNvPr>
            <p:cNvSpPr>
              <a:spLocks noChangeArrowheads="1"/>
            </p:cNvSpPr>
            <p:nvPr/>
          </p:nvSpPr>
          <p:spPr bwMode="auto">
            <a:xfrm>
              <a:off x="8158229" y="5981869"/>
              <a:ext cx="283602" cy="283514"/>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81" name="Text Box 1121">
              <a:extLst>
                <a:ext uri="{FF2B5EF4-FFF2-40B4-BE49-F238E27FC236}">
                  <a16:creationId xmlns:a16="http://schemas.microsoft.com/office/drawing/2014/main" id="{F0400A73-A514-EF21-1EF8-E9744B8DD71E}"/>
                </a:ext>
              </a:extLst>
            </p:cNvPr>
            <p:cNvSpPr txBox="1">
              <a:spLocks noChangeArrowheads="1"/>
            </p:cNvSpPr>
            <p:nvPr/>
          </p:nvSpPr>
          <p:spPr bwMode="auto">
            <a:xfrm>
              <a:off x="8169347" y="5942203"/>
              <a:ext cx="225915" cy="324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2800" dirty="0">
                  <a:solidFill>
                    <a:schemeClr val="bg1"/>
                  </a:solidFill>
                  <a:latin typeface="Times New Roman" panose="02020603050405020304" pitchFamily="18" charset="0"/>
                </a:rPr>
                <a:t>p</a:t>
              </a:r>
              <a:endParaRPr lang="en-US" altLang="zh-CN" sz="2400" dirty="0">
                <a:latin typeface="Times New Roman" panose="02020603050405020304" pitchFamily="18" charset="0"/>
              </a:endParaRPr>
            </a:p>
          </p:txBody>
        </p:sp>
        <p:cxnSp>
          <p:nvCxnSpPr>
            <p:cNvPr id="82" name="连接符: 肘形 81">
              <a:extLst>
                <a:ext uri="{FF2B5EF4-FFF2-40B4-BE49-F238E27FC236}">
                  <a16:creationId xmlns:a16="http://schemas.microsoft.com/office/drawing/2014/main" id="{4FC089CF-7FB7-D8CB-8167-0E4275AAE429}"/>
                </a:ext>
              </a:extLst>
            </p:cNvPr>
            <p:cNvCxnSpPr>
              <a:cxnSpLocks/>
              <a:stCxn id="81" idx="2"/>
              <a:endCxn id="71" idx="2"/>
            </p:cNvCxnSpPr>
            <p:nvPr/>
          </p:nvCxnSpPr>
          <p:spPr>
            <a:xfrm rot="5400000" flipH="1">
              <a:off x="7077149" y="5061502"/>
              <a:ext cx="1342481" cy="1067830"/>
            </a:xfrm>
            <a:prstGeom prst="bentConnector3">
              <a:avLst>
                <a:gd name="adj1" fmla="val -5631"/>
              </a:avLst>
            </a:prstGeom>
            <a:ln>
              <a:prstDash val="dash"/>
              <a:tailEnd type="triangle"/>
            </a:ln>
          </p:spPr>
          <p:style>
            <a:lnRef idx="1">
              <a:schemeClr val="accent1"/>
            </a:lnRef>
            <a:fillRef idx="0">
              <a:schemeClr val="accent1"/>
            </a:fillRef>
            <a:effectRef idx="0">
              <a:schemeClr val="accent1"/>
            </a:effectRef>
            <a:fontRef idx="minor">
              <a:schemeClr val="tx1"/>
            </a:fontRef>
          </p:style>
        </p:cxnSp>
      </p:grpSp>
      <p:grpSp>
        <p:nvGrpSpPr>
          <p:cNvPr id="87" name="组合 86">
            <a:extLst>
              <a:ext uri="{FF2B5EF4-FFF2-40B4-BE49-F238E27FC236}">
                <a16:creationId xmlns:a16="http://schemas.microsoft.com/office/drawing/2014/main" id="{FFF3992E-F83E-6629-7325-E8AFA4E52E0C}"/>
              </a:ext>
            </a:extLst>
          </p:cNvPr>
          <p:cNvGrpSpPr/>
          <p:nvPr/>
        </p:nvGrpSpPr>
        <p:grpSpPr>
          <a:xfrm>
            <a:off x="6804248" y="3789040"/>
            <a:ext cx="1998313" cy="2053324"/>
            <a:chOff x="4283968" y="4157465"/>
            <a:chExt cx="1998313" cy="2053324"/>
          </a:xfrm>
        </p:grpSpPr>
        <p:sp>
          <p:nvSpPr>
            <p:cNvPr id="46" name="Line 1026">
              <a:extLst>
                <a:ext uri="{FF2B5EF4-FFF2-40B4-BE49-F238E27FC236}">
                  <a16:creationId xmlns:a16="http://schemas.microsoft.com/office/drawing/2014/main" id="{7140737A-9E65-1DD4-9B21-6B3A5A5AE380}"/>
                </a:ext>
              </a:extLst>
            </p:cNvPr>
            <p:cNvSpPr>
              <a:spLocks noChangeShapeType="1"/>
            </p:cNvSpPr>
            <p:nvPr/>
          </p:nvSpPr>
          <p:spPr bwMode="auto">
            <a:xfrm>
              <a:off x="5040241" y="4441764"/>
              <a:ext cx="141801" cy="236262"/>
            </a:xfrm>
            <a:prstGeom prst="line">
              <a:avLst/>
            </a:prstGeom>
            <a:noFill/>
            <a:ln w="38100" cap="rnd">
              <a:solidFill>
                <a:schemeClr val="bg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 name="Line 1062">
              <a:extLst>
                <a:ext uri="{FF2B5EF4-FFF2-40B4-BE49-F238E27FC236}">
                  <a16:creationId xmlns:a16="http://schemas.microsoft.com/office/drawing/2014/main" id="{9DDC92B6-7746-A96B-1E25-A50BBA8D35CA}"/>
                </a:ext>
              </a:extLst>
            </p:cNvPr>
            <p:cNvSpPr>
              <a:spLocks noChangeShapeType="1"/>
            </p:cNvSpPr>
            <p:nvPr/>
          </p:nvSpPr>
          <p:spPr bwMode="auto">
            <a:xfrm flipH="1">
              <a:off x="4425769" y="4772530"/>
              <a:ext cx="189068" cy="330767"/>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 name="Line 1063">
              <a:extLst>
                <a:ext uri="{FF2B5EF4-FFF2-40B4-BE49-F238E27FC236}">
                  <a16:creationId xmlns:a16="http://schemas.microsoft.com/office/drawing/2014/main" id="{AE3D30C7-7183-4B75-286D-5E94E99E5B55}"/>
                </a:ext>
              </a:extLst>
            </p:cNvPr>
            <p:cNvSpPr>
              <a:spLocks noChangeShapeType="1"/>
            </p:cNvSpPr>
            <p:nvPr/>
          </p:nvSpPr>
          <p:spPr bwMode="auto">
            <a:xfrm flipH="1">
              <a:off x="4640960" y="4393727"/>
              <a:ext cx="901690" cy="18852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 name="Line 1067">
              <a:extLst>
                <a:ext uri="{FF2B5EF4-FFF2-40B4-BE49-F238E27FC236}">
                  <a16:creationId xmlns:a16="http://schemas.microsoft.com/office/drawing/2014/main" id="{F0541784-2CD4-3C5D-BA54-C936A338BCB9}"/>
                </a:ext>
              </a:extLst>
            </p:cNvPr>
            <p:cNvSpPr>
              <a:spLocks noChangeShapeType="1"/>
            </p:cNvSpPr>
            <p:nvPr/>
          </p:nvSpPr>
          <p:spPr bwMode="auto">
            <a:xfrm>
              <a:off x="4709371" y="4819783"/>
              <a:ext cx="468669" cy="245712"/>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 name="Oval 1118">
              <a:extLst>
                <a:ext uri="{FF2B5EF4-FFF2-40B4-BE49-F238E27FC236}">
                  <a16:creationId xmlns:a16="http://schemas.microsoft.com/office/drawing/2014/main" id="{98800E13-E8BC-7CEC-BE11-5C9DF66D221D}"/>
                </a:ext>
              </a:extLst>
            </p:cNvPr>
            <p:cNvSpPr>
              <a:spLocks noChangeArrowheads="1"/>
            </p:cNvSpPr>
            <p:nvPr/>
          </p:nvSpPr>
          <p:spPr bwMode="auto">
            <a:xfrm>
              <a:off x="5464659" y="4157465"/>
              <a:ext cx="283602" cy="283514"/>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51" name="Oval 1127">
              <a:extLst>
                <a:ext uri="{FF2B5EF4-FFF2-40B4-BE49-F238E27FC236}">
                  <a16:creationId xmlns:a16="http://schemas.microsoft.com/office/drawing/2014/main" id="{E806F6F2-F349-3063-16D2-A3C82650A463}"/>
                </a:ext>
              </a:extLst>
            </p:cNvPr>
            <p:cNvSpPr>
              <a:spLocks noChangeArrowheads="1"/>
            </p:cNvSpPr>
            <p:nvPr/>
          </p:nvSpPr>
          <p:spPr bwMode="auto">
            <a:xfrm>
              <a:off x="4520303" y="4583521"/>
              <a:ext cx="283602" cy="283514"/>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52" name="Text Box 1128">
              <a:extLst>
                <a:ext uri="{FF2B5EF4-FFF2-40B4-BE49-F238E27FC236}">
                  <a16:creationId xmlns:a16="http://schemas.microsoft.com/office/drawing/2014/main" id="{545C4F54-799C-A2B7-A125-172129FB9B28}"/>
                </a:ext>
              </a:extLst>
            </p:cNvPr>
            <p:cNvSpPr txBox="1">
              <a:spLocks noChangeArrowheads="1"/>
            </p:cNvSpPr>
            <p:nvPr/>
          </p:nvSpPr>
          <p:spPr bwMode="auto">
            <a:xfrm>
              <a:off x="4556280" y="4543855"/>
              <a:ext cx="176198" cy="324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2800" dirty="0">
                  <a:solidFill>
                    <a:schemeClr val="bg1"/>
                  </a:solidFill>
                  <a:latin typeface="Times New Roman" panose="02020603050405020304" pitchFamily="18" charset="0"/>
                </a:rPr>
                <a:t>t</a:t>
              </a:r>
              <a:endParaRPr lang="en-US" altLang="zh-CN" sz="2400" dirty="0">
                <a:latin typeface="Times New Roman" panose="02020603050405020304" pitchFamily="18" charset="0"/>
              </a:endParaRPr>
            </a:p>
          </p:txBody>
        </p:sp>
        <p:sp>
          <p:nvSpPr>
            <p:cNvPr id="53" name="Oval 1129">
              <a:extLst>
                <a:ext uri="{FF2B5EF4-FFF2-40B4-BE49-F238E27FC236}">
                  <a16:creationId xmlns:a16="http://schemas.microsoft.com/office/drawing/2014/main" id="{C5388BF0-4CEE-8A8A-5EE5-6E80701ADDA0}"/>
                </a:ext>
              </a:extLst>
            </p:cNvPr>
            <p:cNvSpPr>
              <a:spLocks noChangeArrowheads="1"/>
            </p:cNvSpPr>
            <p:nvPr/>
          </p:nvSpPr>
          <p:spPr bwMode="auto">
            <a:xfrm>
              <a:off x="4283968" y="5008792"/>
              <a:ext cx="283602" cy="283514"/>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54" name="Oval 1131">
              <a:extLst>
                <a:ext uri="{FF2B5EF4-FFF2-40B4-BE49-F238E27FC236}">
                  <a16:creationId xmlns:a16="http://schemas.microsoft.com/office/drawing/2014/main" id="{5A04DC1B-9AC7-C2F5-F2D7-8C56044DF3DB}"/>
                </a:ext>
              </a:extLst>
            </p:cNvPr>
            <p:cNvSpPr>
              <a:spLocks noChangeArrowheads="1"/>
            </p:cNvSpPr>
            <p:nvPr/>
          </p:nvSpPr>
          <p:spPr bwMode="auto">
            <a:xfrm>
              <a:off x="5030886" y="5038712"/>
              <a:ext cx="283602" cy="283514"/>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55" name="Text Box 1132">
              <a:extLst>
                <a:ext uri="{FF2B5EF4-FFF2-40B4-BE49-F238E27FC236}">
                  <a16:creationId xmlns:a16="http://schemas.microsoft.com/office/drawing/2014/main" id="{EC2BDDDE-6E86-778B-0EA8-E333BF14FBF7}"/>
                </a:ext>
              </a:extLst>
            </p:cNvPr>
            <p:cNvSpPr txBox="1">
              <a:spLocks noChangeArrowheads="1"/>
            </p:cNvSpPr>
            <p:nvPr/>
          </p:nvSpPr>
          <p:spPr bwMode="auto">
            <a:xfrm>
              <a:off x="5060399" y="4990187"/>
              <a:ext cx="189125" cy="324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2800" dirty="0">
                  <a:solidFill>
                    <a:schemeClr val="bg1"/>
                  </a:solidFill>
                  <a:latin typeface="Times New Roman" panose="02020603050405020304" pitchFamily="18" charset="0"/>
                </a:rPr>
                <a:t>r</a:t>
              </a:r>
              <a:endParaRPr lang="en-US" altLang="zh-CN" sz="2400" dirty="0">
                <a:latin typeface="Times New Roman" panose="02020603050405020304" pitchFamily="18" charset="0"/>
              </a:endParaRPr>
            </a:p>
          </p:txBody>
        </p:sp>
        <p:sp>
          <p:nvSpPr>
            <p:cNvPr id="56" name="Line 1138">
              <a:extLst>
                <a:ext uri="{FF2B5EF4-FFF2-40B4-BE49-F238E27FC236}">
                  <a16:creationId xmlns:a16="http://schemas.microsoft.com/office/drawing/2014/main" id="{3C925B76-187B-BB7A-2D38-286BFB03643C}"/>
                </a:ext>
              </a:extLst>
            </p:cNvPr>
            <p:cNvSpPr>
              <a:spLocks noChangeShapeType="1"/>
            </p:cNvSpPr>
            <p:nvPr/>
          </p:nvSpPr>
          <p:spPr bwMode="auto">
            <a:xfrm flipH="1">
              <a:off x="5134775" y="4867035"/>
              <a:ext cx="47267" cy="141757"/>
            </a:xfrm>
            <a:prstGeom prst="line">
              <a:avLst/>
            </a:prstGeom>
            <a:noFill/>
            <a:ln w="38100" cap="rnd">
              <a:solidFill>
                <a:schemeClr val="bg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 name="Line 1062">
              <a:extLst>
                <a:ext uri="{FF2B5EF4-FFF2-40B4-BE49-F238E27FC236}">
                  <a16:creationId xmlns:a16="http://schemas.microsoft.com/office/drawing/2014/main" id="{107F33E9-8FBB-6F09-1FCC-4B7E1211570F}"/>
                </a:ext>
              </a:extLst>
            </p:cNvPr>
            <p:cNvSpPr>
              <a:spLocks noChangeShapeType="1"/>
            </p:cNvSpPr>
            <p:nvPr/>
          </p:nvSpPr>
          <p:spPr bwMode="auto">
            <a:xfrm flipH="1">
              <a:off x="5762344" y="5665356"/>
              <a:ext cx="189068" cy="330767"/>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 name="Line 1063">
              <a:extLst>
                <a:ext uri="{FF2B5EF4-FFF2-40B4-BE49-F238E27FC236}">
                  <a16:creationId xmlns:a16="http://schemas.microsoft.com/office/drawing/2014/main" id="{B20D8BFC-E455-DFAA-558B-B10CBDAFC23C}"/>
                </a:ext>
              </a:extLst>
            </p:cNvPr>
            <p:cNvSpPr>
              <a:spLocks noChangeShapeType="1"/>
            </p:cNvSpPr>
            <p:nvPr/>
          </p:nvSpPr>
          <p:spPr bwMode="auto">
            <a:xfrm>
              <a:off x="5314488" y="5239300"/>
              <a:ext cx="659376" cy="236262"/>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 name="Line 1067">
              <a:extLst>
                <a:ext uri="{FF2B5EF4-FFF2-40B4-BE49-F238E27FC236}">
                  <a16:creationId xmlns:a16="http://schemas.microsoft.com/office/drawing/2014/main" id="{41DB2476-D0E0-0E61-941F-ED81CA1D3570}"/>
                </a:ext>
              </a:extLst>
            </p:cNvPr>
            <p:cNvSpPr>
              <a:spLocks noChangeShapeType="1"/>
            </p:cNvSpPr>
            <p:nvPr/>
          </p:nvSpPr>
          <p:spPr bwMode="auto">
            <a:xfrm>
              <a:off x="6045946" y="5712609"/>
              <a:ext cx="85671" cy="256935"/>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 name="Oval 1127">
              <a:extLst>
                <a:ext uri="{FF2B5EF4-FFF2-40B4-BE49-F238E27FC236}">
                  <a16:creationId xmlns:a16="http://schemas.microsoft.com/office/drawing/2014/main" id="{DDA2021C-0E3B-4B72-4603-7BEE9842ED97}"/>
                </a:ext>
              </a:extLst>
            </p:cNvPr>
            <p:cNvSpPr>
              <a:spLocks noChangeArrowheads="1"/>
            </p:cNvSpPr>
            <p:nvPr/>
          </p:nvSpPr>
          <p:spPr bwMode="auto">
            <a:xfrm>
              <a:off x="5856878" y="5476347"/>
              <a:ext cx="283602" cy="283514"/>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61" name="Oval 1131">
              <a:extLst>
                <a:ext uri="{FF2B5EF4-FFF2-40B4-BE49-F238E27FC236}">
                  <a16:creationId xmlns:a16="http://schemas.microsoft.com/office/drawing/2014/main" id="{82CF00F0-5773-D885-460E-3F0E68986977}"/>
                </a:ext>
              </a:extLst>
            </p:cNvPr>
            <p:cNvSpPr>
              <a:spLocks noChangeArrowheads="1"/>
            </p:cNvSpPr>
            <p:nvPr/>
          </p:nvSpPr>
          <p:spPr bwMode="auto">
            <a:xfrm>
              <a:off x="5998679" y="5901618"/>
              <a:ext cx="283602" cy="283514"/>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cxnSp>
          <p:nvCxnSpPr>
            <p:cNvPr id="62" name="连接符: 肘形 61">
              <a:extLst>
                <a:ext uri="{FF2B5EF4-FFF2-40B4-BE49-F238E27FC236}">
                  <a16:creationId xmlns:a16="http://schemas.microsoft.com/office/drawing/2014/main" id="{2D2B474A-54C3-1B56-2F6F-75C576D13403}"/>
                </a:ext>
              </a:extLst>
            </p:cNvPr>
            <p:cNvCxnSpPr>
              <a:cxnSpLocks/>
              <a:stCxn id="55" idx="2"/>
              <a:endCxn id="52" idx="2"/>
            </p:cNvCxnSpPr>
            <p:nvPr/>
          </p:nvCxnSpPr>
          <p:spPr>
            <a:xfrm rot="5400000" flipH="1">
              <a:off x="4676505" y="4836184"/>
              <a:ext cx="446332" cy="510583"/>
            </a:xfrm>
            <a:prstGeom prst="bentConnector3">
              <a:avLst>
                <a:gd name="adj1" fmla="val -31760"/>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63" name="Oval 1118">
              <a:extLst>
                <a:ext uri="{FF2B5EF4-FFF2-40B4-BE49-F238E27FC236}">
                  <a16:creationId xmlns:a16="http://schemas.microsoft.com/office/drawing/2014/main" id="{39FB4D39-A08E-9399-753D-2D5F7F2EECA2}"/>
                </a:ext>
              </a:extLst>
            </p:cNvPr>
            <p:cNvSpPr>
              <a:spLocks noChangeArrowheads="1"/>
            </p:cNvSpPr>
            <p:nvPr/>
          </p:nvSpPr>
          <p:spPr bwMode="auto">
            <a:xfrm>
              <a:off x="5588133" y="5926001"/>
              <a:ext cx="283602" cy="283514"/>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64" name="Text Box 1121">
              <a:extLst>
                <a:ext uri="{FF2B5EF4-FFF2-40B4-BE49-F238E27FC236}">
                  <a16:creationId xmlns:a16="http://schemas.microsoft.com/office/drawing/2014/main" id="{F9A3308D-4809-A50E-C442-31F2160561B8}"/>
                </a:ext>
              </a:extLst>
            </p:cNvPr>
            <p:cNvSpPr txBox="1">
              <a:spLocks noChangeArrowheads="1"/>
            </p:cNvSpPr>
            <p:nvPr/>
          </p:nvSpPr>
          <p:spPr bwMode="auto">
            <a:xfrm>
              <a:off x="5599251" y="5886335"/>
              <a:ext cx="225915" cy="324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2800" dirty="0">
                  <a:solidFill>
                    <a:schemeClr val="bg1"/>
                  </a:solidFill>
                  <a:latin typeface="Times New Roman" panose="02020603050405020304" pitchFamily="18" charset="0"/>
                </a:rPr>
                <a:t>p</a:t>
              </a:r>
              <a:endParaRPr lang="en-US" altLang="zh-CN" sz="2400" dirty="0">
                <a:latin typeface="Times New Roman" panose="02020603050405020304" pitchFamily="18" charset="0"/>
              </a:endParaRPr>
            </a:p>
          </p:txBody>
        </p:sp>
        <p:cxnSp>
          <p:nvCxnSpPr>
            <p:cNvPr id="83" name="连接符: 肘形 82">
              <a:extLst>
                <a:ext uri="{FF2B5EF4-FFF2-40B4-BE49-F238E27FC236}">
                  <a16:creationId xmlns:a16="http://schemas.microsoft.com/office/drawing/2014/main" id="{68EE6D12-9701-3801-582A-620792B5B7E7}"/>
                </a:ext>
              </a:extLst>
            </p:cNvPr>
            <p:cNvCxnSpPr>
              <a:cxnSpLocks/>
            </p:cNvCxnSpPr>
            <p:nvPr/>
          </p:nvCxnSpPr>
          <p:spPr>
            <a:xfrm rot="16200000" flipV="1">
              <a:off x="5015158" y="5556592"/>
              <a:ext cx="830889" cy="362157"/>
            </a:xfrm>
            <a:prstGeom prst="bentConnector3">
              <a:avLst>
                <a:gd name="adj1" fmla="val -15308"/>
              </a:avLst>
            </a:prstGeom>
            <a:ln>
              <a:prstDash val="dash"/>
              <a:tailEnd type="triangle"/>
            </a:ln>
          </p:spPr>
          <p:style>
            <a:lnRef idx="1">
              <a:schemeClr val="accent1"/>
            </a:lnRef>
            <a:fillRef idx="0">
              <a:schemeClr val="accent1"/>
            </a:fillRef>
            <a:effectRef idx="0">
              <a:schemeClr val="accent1"/>
            </a:effectRef>
            <a:fontRef idx="minor">
              <a:schemeClr val="tx1"/>
            </a:fontRef>
          </p:style>
        </p:cxnSp>
      </p:grpSp>
      <p:sp>
        <p:nvSpPr>
          <p:cNvPr id="84" name="箭头: 右 83">
            <a:extLst>
              <a:ext uri="{FF2B5EF4-FFF2-40B4-BE49-F238E27FC236}">
                <a16:creationId xmlns:a16="http://schemas.microsoft.com/office/drawing/2014/main" id="{9D11368E-F2B5-4885-137D-106353A0C2EC}"/>
              </a:ext>
            </a:extLst>
          </p:cNvPr>
          <p:cNvSpPr/>
          <p:nvPr/>
        </p:nvSpPr>
        <p:spPr>
          <a:xfrm>
            <a:off x="6279242" y="4723909"/>
            <a:ext cx="440667" cy="42424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187900630"/>
      </p:ext>
    </p:extLst>
  </p:cSld>
  <p:clrMapOvr>
    <a:masterClrMapping/>
  </p:clrMapOvr>
  <p:transition>
    <p:split/>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标题 1">
            <a:extLst>
              <a:ext uri="{FF2B5EF4-FFF2-40B4-BE49-F238E27FC236}">
                <a16:creationId xmlns:a16="http://schemas.microsoft.com/office/drawing/2014/main" id="{F40EBE2D-9410-4D70-BBE9-B145FDC552F0}"/>
              </a:ext>
            </a:extLst>
          </p:cNvPr>
          <p:cNvSpPr>
            <a:spLocks noGrp="1"/>
          </p:cNvSpPr>
          <p:nvPr>
            <p:ph type="title"/>
          </p:nvPr>
        </p:nvSpPr>
        <p:spPr/>
        <p:txBody>
          <a:bodyPr/>
          <a:lstStyle/>
          <a:p>
            <a:pPr eaLnBrk="1" hangingPunct="1"/>
            <a:r>
              <a:rPr lang="zh-CN" altLang="en-US" dirty="0"/>
              <a:t>删除叶子结点</a:t>
            </a:r>
            <a:r>
              <a:rPr lang="en-US" altLang="zh-CN" dirty="0"/>
              <a:t>r</a:t>
            </a:r>
            <a:endParaRPr lang="zh-CN" altLang="en-US" dirty="0"/>
          </a:p>
        </p:txBody>
      </p:sp>
      <p:sp>
        <p:nvSpPr>
          <p:cNvPr id="108547" name="内容占位符 2">
            <a:extLst>
              <a:ext uri="{FF2B5EF4-FFF2-40B4-BE49-F238E27FC236}">
                <a16:creationId xmlns:a16="http://schemas.microsoft.com/office/drawing/2014/main" id="{EE206CD3-BB62-43D5-8E46-6B1474AFF6F3}"/>
              </a:ext>
            </a:extLst>
          </p:cNvPr>
          <p:cNvSpPr>
            <a:spLocks noGrp="1"/>
          </p:cNvSpPr>
          <p:nvPr>
            <p:ph idx="1"/>
          </p:nvPr>
        </p:nvSpPr>
        <p:spPr>
          <a:xfrm>
            <a:off x="174625" y="1450975"/>
            <a:ext cx="8794750" cy="5240338"/>
          </a:xfrm>
        </p:spPr>
        <p:txBody>
          <a:bodyPr/>
          <a:lstStyle/>
          <a:p>
            <a:pPr defTabSz="912813" eaLnBrk="1" hangingPunct="1"/>
            <a:r>
              <a:rPr lang="en-US" altLang="zh-CN" sz="2800" dirty="0"/>
              <a:t>r</a:t>
            </a:r>
            <a:r>
              <a:rPr lang="zh-CN" altLang="en-US" sz="2800" dirty="0"/>
              <a:t>的后继</a:t>
            </a:r>
            <a:r>
              <a:rPr lang="en-US" altLang="zh-CN" sz="2800" dirty="0"/>
              <a:t>s</a:t>
            </a:r>
            <a:r>
              <a:rPr lang="zh-CN" altLang="en-US" sz="2800" dirty="0"/>
              <a:t>如果存在，则</a:t>
            </a:r>
            <a:r>
              <a:rPr lang="en-US" altLang="zh-CN" sz="2800" dirty="0"/>
              <a:t>s</a:t>
            </a:r>
            <a:r>
              <a:rPr lang="zh-CN" altLang="en-US" sz="2800" dirty="0"/>
              <a:t>左孩子非空，不需调整</a:t>
            </a:r>
            <a:endParaRPr lang="en-US" altLang="zh-CN" sz="2800" dirty="0"/>
          </a:p>
          <a:p>
            <a:pPr lvl="1" defTabSz="912813" eaLnBrk="1" hangingPunct="1"/>
            <a:r>
              <a:rPr lang="en-US" altLang="zh-CN" sz="2400" dirty="0"/>
              <a:t>t-&gt;</a:t>
            </a:r>
            <a:r>
              <a:rPr lang="en-US" altLang="zh-CN" sz="2400" dirty="0" err="1"/>
              <a:t>rightChild</a:t>
            </a:r>
            <a:r>
              <a:rPr lang="en-US" altLang="zh-CN" sz="2400" dirty="0"/>
              <a:t> = r-&gt;</a:t>
            </a:r>
            <a:r>
              <a:rPr lang="en-US" altLang="zh-CN" sz="2400" dirty="0" err="1"/>
              <a:t>rightChild</a:t>
            </a:r>
            <a:r>
              <a:rPr lang="en-US" altLang="zh-CN" sz="2400" dirty="0"/>
              <a:t>; t-&gt;</a:t>
            </a:r>
            <a:r>
              <a:rPr lang="en-US" altLang="zh-CN" sz="2400" dirty="0" err="1"/>
              <a:t>rtag</a:t>
            </a:r>
            <a:r>
              <a:rPr lang="en-US" altLang="zh-CN" sz="2400" dirty="0"/>
              <a:t> = r-&gt;</a:t>
            </a:r>
            <a:r>
              <a:rPr lang="en-US" altLang="zh-CN" sz="2400" dirty="0" err="1"/>
              <a:t>rtag</a:t>
            </a:r>
            <a:r>
              <a:rPr lang="en-US" altLang="zh-CN" sz="2400" dirty="0"/>
              <a:t> ;  </a:t>
            </a:r>
            <a:endParaRPr lang="zh-CN" altLang="en-US" sz="2400" dirty="0"/>
          </a:p>
        </p:txBody>
      </p:sp>
      <p:sp>
        <p:nvSpPr>
          <p:cNvPr id="2" name="灯片编号占位符 1">
            <a:extLst>
              <a:ext uri="{FF2B5EF4-FFF2-40B4-BE49-F238E27FC236}">
                <a16:creationId xmlns:a16="http://schemas.microsoft.com/office/drawing/2014/main" id="{FEF38124-BCD0-4C4D-A595-189DC5ADE490}"/>
              </a:ext>
            </a:extLst>
          </p:cNvPr>
          <p:cNvSpPr>
            <a:spLocks noGrp="1"/>
          </p:cNvSpPr>
          <p:nvPr>
            <p:ph type="sldNum" sz="quarter" idx="12"/>
          </p:nvPr>
        </p:nvSpPr>
        <p:spPr/>
        <p:txBody>
          <a:bodyPr/>
          <a:lstStyle/>
          <a:p>
            <a:pPr>
              <a:defRPr/>
            </a:pPr>
            <a:fld id="{04B9363C-368A-45A4-8D49-31EC94012550}" type="slidenum">
              <a:rPr lang="en-US" altLang="zh-CN" smtClean="0"/>
              <a:pPr>
                <a:defRPr/>
              </a:pPr>
              <a:t>86</a:t>
            </a:fld>
            <a:endParaRPr lang="en-US" altLang="zh-CN"/>
          </a:p>
        </p:txBody>
      </p:sp>
      <p:sp>
        <p:nvSpPr>
          <p:cNvPr id="20" name="Line 1026">
            <a:extLst>
              <a:ext uri="{FF2B5EF4-FFF2-40B4-BE49-F238E27FC236}">
                <a16:creationId xmlns:a16="http://schemas.microsoft.com/office/drawing/2014/main" id="{C35BE36E-28BF-4B88-954C-2965EE910BCB}"/>
              </a:ext>
            </a:extLst>
          </p:cNvPr>
          <p:cNvSpPr>
            <a:spLocks noChangeShapeType="1"/>
          </p:cNvSpPr>
          <p:nvPr/>
        </p:nvSpPr>
        <p:spPr bwMode="auto">
          <a:xfrm>
            <a:off x="1676400" y="3658076"/>
            <a:ext cx="228600" cy="381000"/>
          </a:xfrm>
          <a:prstGeom prst="line">
            <a:avLst/>
          </a:prstGeom>
          <a:noFill/>
          <a:ln w="38100" cap="rnd">
            <a:solidFill>
              <a:schemeClr val="bg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 name="Line 1062">
            <a:extLst>
              <a:ext uri="{FF2B5EF4-FFF2-40B4-BE49-F238E27FC236}">
                <a16:creationId xmlns:a16="http://schemas.microsoft.com/office/drawing/2014/main" id="{0CF99178-CC9E-4FEC-B8FD-F51BFBCBF5F4}"/>
              </a:ext>
            </a:extLst>
          </p:cNvPr>
          <p:cNvSpPr>
            <a:spLocks noChangeShapeType="1"/>
          </p:cNvSpPr>
          <p:nvPr/>
        </p:nvSpPr>
        <p:spPr bwMode="auto">
          <a:xfrm flipH="1">
            <a:off x="685800" y="4191476"/>
            <a:ext cx="304800" cy="5334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 name="Line 1063">
            <a:extLst>
              <a:ext uri="{FF2B5EF4-FFF2-40B4-BE49-F238E27FC236}">
                <a16:creationId xmlns:a16="http://schemas.microsoft.com/office/drawing/2014/main" id="{148A95EB-DC12-4C42-9114-E38BDF0FDBC1}"/>
              </a:ext>
            </a:extLst>
          </p:cNvPr>
          <p:cNvSpPr>
            <a:spLocks noChangeShapeType="1"/>
          </p:cNvSpPr>
          <p:nvPr/>
        </p:nvSpPr>
        <p:spPr bwMode="auto">
          <a:xfrm flipH="1">
            <a:off x="1066800" y="3261836"/>
            <a:ext cx="1419542" cy="85344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Line 1067">
            <a:extLst>
              <a:ext uri="{FF2B5EF4-FFF2-40B4-BE49-F238E27FC236}">
                <a16:creationId xmlns:a16="http://schemas.microsoft.com/office/drawing/2014/main" id="{8A975552-54D4-4CF9-B0B6-89E2F08B142F}"/>
              </a:ext>
            </a:extLst>
          </p:cNvPr>
          <p:cNvSpPr>
            <a:spLocks noChangeShapeType="1"/>
          </p:cNvSpPr>
          <p:nvPr/>
        </p:nvSpPr>
        <p:spPr bwMode="auto">
          <a:xfrm>
            <a:off x="1142999" y="4267676"/>
            <a:ext cx="755549" cy="39624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 name="Oval 1118">
            <a:extLst>
              <a:ext uri="{FF2B5EF4-FFF2-40B4-BE49-F238E27FC236}">
                <a16:creationId xmlns:a16="http://schemas.microsoft.com/office/drawing/2014/main" id="{CE1CC88C-1D98-4853-8DE7-DFAFEEC5957F}"/>
              </a:ext>
            </a:extLst>
          </p:cNvPr>
          <p:cNvSpPr>
            <a:spLocks noChangeArrowheads="1"/>
          </p:cNvSpPr>
          <p:nvPr/>
        </p:nvSpPr>
        <p:spPr bwMode="auto">
          <a:xfrm>
            <a:off x="2360612" y="2880836"/>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25" name="Text Box 1121">
            <a:extLst>
              <a:ext uri="{FF2B5EF4-FFF2-40B4-BE49-F238E27FC236}">
                <a16:creationId xmlns:a16="http://schemas.microsoft.com/office/drawing/2014/main" id="{29F3FFD1-AFC4-4A0F-8A9B-3F0741469E6D}"/>
              </a:ext>
            </a:extLst>
          </p:cNvPr>
          <p:cNvSpPr txBox="1">
            <a:spLocks noChangeArrowheads="1"/>
          </p:cNvSpPr>
          <p:nvPr/>
        </p:nvSpPr>
        <p:spPr bwMode="auto">
          <a:xfrm>
            <a:off x="2398573" y="2816870"/>
            <a:ext cx="3241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2800" dirty="0">
                <a:solidFill>
                  <a:schemeClr val="bg1"/>
                </a:solidFill>
                <a:latin typeface="Times New Roman" panose="02020603050405020304" pitchFamily="18" charset="0"/>
              </a:rPr>
              <a:t>s</a:t>
            </a:r>
            <a:endParaRPr lang="en-US" altLang="zh-CN" sz="2400" dirty="0">
              <a:latin typeface="Times New Roman" panose="02020603050405020304" pitchFamily="18" charset="0"/>
            </a:endParaRPr>
          </a:p>
        </p:txBody>
      </p:sp>
      <p:sp>
        <p:nvSpPr>
          <p:cNvPr id="26" name="Oval 1127">
            <a:extLst>
              <a:ext uri="{FF2B5EF4-FFF2-40B4-BE49-F238E27FC236}">
                <a16:creationId xmlns:a16="http://schemas.microsoft.com/office/drawing/2014/main" id="{DD872F3B-375A-40D8-9205-8E18A3BEEE84}"/>
              </a:ext>
            </a:extLst>
          </p:cNvPr>
          <p:cNvSpPr>
            <a:spLocks noChangeArrowheads="1"/>
          </p:cNvSpPr>
          <p:nvPr/>
        </p:nvSpPr>
        <p:spPr bwMode="auto">
          <a:xfrm>
            <a:off x="838200" y="3886676"/>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27" name="Text Box 1128">
            <a:extLst>
              <a:ext uri="{FF2B5EF4-FFF2-40B4-BE49-F238E27FC236}">
                <a16:creationId xmlns:a16="http://schemas.microsoft.com/office/drawing/2014/main" id="{20A2544F-C4D5-46EF-99CA-1AC3CEAA98B7}"/>
              </a:ext>
            </a:extLst>
          </p:cNvPr>
          <p:cNvSpPr txBox="1">
            <a:spLocks noChangeArrowheads="1"/>
          </p:cNvSpPr>
          <p:nvPr/>
        </p:nvSpPr>
        <p:spPr bwMode="auto">
          <a:xfrm>
            <a:off x="896199" y="3822710"/>
            <a:ext cx="28405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2800" dirty="0">
                <a:solidFill>
                  <a:schemeClr val="bg1"/>
                </a:solidFill>
                <a:latin typeface="Times New Roman" panose="02020603050405020304" pitchFamily="18" charset="0"/>
              </a:rPr>
              <a:t>t</a:t>
            </a:r>
            <a:endParaRPr lang="en-US" altLang="zh-CN" sz="2400" dirty="0">
              <a:latin typeface="Times New Roman" panose="02020603050405020304" pitchFamily="18" charset="0"/>
            </a:endParaRPr>
          </a:p>
        </p:txBody>
      </p:sp>
      <p:sp>
        <p:nvSpPr>
          <p:cNvPr id="28" name="Oval 1129">
            <a:extLst>
              <a:ext uri="{FF2B5EF4-FFF2-40B4-BE49-F238E27FC236}">
                <a16:creationId xmlns:a16="http://schemas.microsoft.com/office/drawing/2014/main" id="{D3DDD463-CC1D-45A2-8983-53C007222D1C}"/>
              </a:ext>
            </a:extLst>
          </p:cNvPr>
          <p:cNvSpPr>
            <a:spLocks noChangeArrowheads="1"/>
          </p:cNvSpPr>
          <p:nvPr/>
        </p:nvSpPr>
        <p:spPr bwMode="auto">
          <a:xfrm>
            <a:off x="457200" y="4572476"/>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30" name="Oval 1131">
            <a:extLst>
              <a:ext uri="{FF2B5EF4-FFF2-40B4-BE49-F238E27FC236}">
                <a16:creationId xmlns:a16="http://schemas.microsoft.com/office/drawing/2014/main" id="{A4C74448-701E-4D03-B2C5-6CE6451FF75D}"/>
              </a:ext>
            </a:extLst>
          </p:cNvPr>
          <p:cNvSpPr>
            <a:spLocks noChangeArrowheads="1"/>
          </p:cNvSpPr>
          <p:nvPr/>
        </p:nvSpPr>
        <p:spPr bwMode="auto">
          <a:xfrm>
            <a:off x="1661319" y="4620725"/>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31" name="Text Box 1132">
            <a:extLst>
              <a:ext uri="{FF2B5EF4-FFF2-40B4-BE49-F238E27FC236}">
                <a16:creationId xmlns:a16="http://schemas.microsoft.com/office/drawing/2014/main" id="{B41E9B28-3BE1-477A-98BF-22974E101A5A}"/>
              </a:ext>
            </a:extLst>
          </p:cNvPr>
          <p:cNvSpPr txBox="1">
            <a:spLocks noChangeArrowheads="1"/>
          </p:cNvSpPr>
          <p:nvPr/>
        </p:nvSpPr>
        <p:spPr bwMode="auto">
          <a:xfrm>
            <a:off x="1708898" y="4542472"/>
            <a:ext cx="30489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2800" dirty="0">
                <a:solidFill>
                  <a:schemeClr val="bg1"/>
                </a:solidFill>
                <a:latin typeface="Times New Roman" panose="02020603050405020304" pitchFamily="18" charset="0"/>
              </a:rPr>
              <a:t>r</a:t>
            </a:r>
            <a:endParaRPr lang="en-US" altLang="zh-CN" sz="2400" dirty="0">
              <a:latin typeface="Times New Roman" panose="02020603050405020304" pitchFamily="18" charset="0"/>
            </a:endParaRPr>
          </a:p>
        </p:txBody>
      </p:sp>
      <p:sp>
        <p:nvSpPr>
          <p:cNvPr id="32" name="Line 1138">
            <a:extLst>
              <a:ext uri="{FF2B5EF4-FFF2-40B4-BE49-F238E27FC236}">
                <a16:creationId xmlns:a16="http://schemas.microsoft.com/office/drawing/2014/main" id="{73DF037A-8E05-4FC9-8134-86C34E2CBDD4}"/>
              </a:ext>
            </a:extLst>
          </p:cNvPr>
          <p:cNvSpPr>
            <a:spLocks noChangeShapeType="1"/>
          </p:cNvSpPr>
          <p:nvPr/>
        </p:nvSpPr>
        <p:spPr bwMode="auto">
          <a:xfrm flipH="1">
            <a:off x="1828800" y="4343876"/>
            <a:ext cx="76200" cy="228600"/>
          </a:xfrm>
          <a:prstGeom prst="line">
            <a:avLst/>
          </a:prstGeom>
          <a:noFill/>
          <a:ln w="38100" cap="rnd">
            <a:solidFill>
              <a:schemeClr val="bg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 name="Line 1062">
            <a:extLst>
              <a:ext uri="{FF2B5EF4-FFF2-40B4-BE49-F238E27FC236}">
                <a16:creationId xmlns:a16="http://schemas.microsoft.com/office/drawing/2014/main" id="{46951B40-3594-456E-9AC0-2F70FACD9FF1}"/>
              </a:ext>
            </a:extLst>
          </p:cNvPr>
          <p:cNvSpPr>
            <a:spLocks noChangeShapeType="1"/>
          </p:cNvSpPr>
          <p:nvPr/>
        </p:nvSpPr>
        <p:spPr bwMode="auto">
          <a:xfrm flipH="1">
            <a:off x="3417888" y="4267676"/>
            <a:ext cx="304800" cy="5334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 name="Line 1063">
            <a:extLst>
              <a:ext uri="{FF2B5EF4-FFF2-40B4-BE49-F238E27FC236}">
                <a16:creationId xmlns:a16="http://schemas.microsoft.com/office/drawing/2014/main" id="{6EBBAFA9-C5E6-466C-9A99-10E402E3C33B}"/>
              </a:ext>
            </a:extLst>
          </p:cNvPr>
          <p:cNvSpPr>
            <a:spLocks noChangeShapeType="1"/>
          </p:cNvSpPr>
          <p:nvPr/>
        </p:nvSpPr>
        <p:spPr bwMode="auto">
          <a:xfrm>
            <a:off x="2695892" y="3261836"/>
            <a:ext cx="1102996" cy="92964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 name="Line 1067">
            <a:extLst>
              <a:ext uri="{FF2B5EF4-FFF2-40B4-BE49-F238E27FC236}">
                <a16:creationId xmlns:a16="http://schemas.microsoft.com/office/drawing/2014/main" id="{0BA1F907-839C-4D72-8B73-721DE614C3DF}"/>
              </a:ext>
            </a:extLst>
          </p:cNvPr>
          <p:cNvSpPr>
            <a:spLocks noChangeShapeType="1"/>
          </p:cNvSpPr>
          <p:nvPr/>
        </p:nvSpPr>
        <p:spPr bwMode="auto">
          <a:xfrm>
            <a:off x="3875088" y="4343876"/>
            <a:ext cx="138112" cy="414338"/>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 name="Oval 1127">
            <a:extLst>
              <a:ext uri="{FF2B5EF4-FFF2-40B4-BE49-F238E27FC236}">
                <a16:creationId xmlns:a16="http://schemas.microsoft.com/office/drawing/2014/main" id="{380E242E-A304-47CF-96DD-775676A1E0C0}"/>
              </a:ext>
            </a:extLst>
          </p:cNvPr>
          <p:cNvSpPr>
            <a:spLocks noChangeArrowheads="1"/>
          </p:cNvSpPr>
          <p:nvPr/>
        </p:nvSpPr>
        <p:spPr bwMode="auto">
          <a:xfrm>
            <a:off x="3570288" y="3962876"/>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38" name="Oval 1129">
            <a:extLst>
              <a:ext uri="{FF2B5EF4-FFF2-40B4-BE49-F238E27FC236}">
                <a16:creationId xmlns:a16="http://schemas.microsoft.com/office/drawing/2014/main" id="{AD02124E-C03B-458B-8742-FBC9FFABDF41}"/>
              </a:ext>
            </a:extLst>
          </p:cNvPr>
          <p:cNvSpPr>
            <a:spLocks noChangeArrowheads="1"/>
          </p:cNvSpPr>
          <p:nvPr/>
        </p:nvSpPr>
        <p:spPr bwMode="auto">
          <a:xfrm>
            <a:off x="3189288" y="4648676"/>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40" name="Oval 1131">
            <a:extLst>
              <a:ext uri="{FF2B5EF4-FFF2-40B4-BE49-F238E27FC236}">
                <a16:creationId xmlns:a16="http://schemas.microsoft.com/office/drawing/2014/main" id="{C395E3E7-A6B2-4485-88C3-B7592E67D327}"/>
              </a:ext>
            </a:extLst>
          </p:cNvPr>
          <p:cNvSpPr>
            <a:spLocks noChangeArrowheads="1"/>
          </p:cNvSpPr>
          <p:nvPr/>
        </p:nvSpPr>
        <p:spPr bwMode="auto">
          <a:xfrm>
            <a:off x="3798888" y="4648676"/>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cxnSp>
        <p:nvCxnSpPr>
          <p:cNvPr id="11" name="连接符: 肘形 10">
            <a:extLst>
              <a:ext uri="{FF2B5EF4-FFF2-40B4-BE49-F238E27FC236}">
                <a16:creationId xmlns:a16="http://schemas.microsoft.com/office/drawing/2014/main" id="{8B936C80-8AE4-48C6-A110-E5C742903B47}"/>
              </a:ext>
            </a:extLst>
          </p:cNvPr>
          <p:cNvCxnSpPr>
            <a:cxnSpLocks/>
            <a:stCxn id="31" idx="2"/>
            <a:endCxn id="27" idx="2"/>
          </p:cNvCxnSpPr>
          <p:nvPr/>
        </p:nvCxnSpPr>
        <p:spPr>
          <a:xfrm rot="5400000" flipH="1">
            <a:off x="1089904" y="4294252"/>
            <a:ext cx="719762" cy="823119"/>
          </a:xfrm>
          <a:prstGeom prst="bentConnector3">
            <a:avLst>
              <a:gd name="adj1" fmla="val -31760"/>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7" name="连接符: 肘形 46">
            <a:extLst>
              <a:ext uri="{FF2B5EF4-FFF2-40B4-BE49-F238E27FC236}">
                <a16:creationId xmlns:a16="http://schemas.microsoft.com/office/drawing/2014/main" id="{202502A0-6AAB-4999-984D-6EBF68FFF40E}"/>
              </a:ext>
            </a:extLst>
          </p:cNvPr>
          <p:cNvCxnSpPr>
            <a:endCxn id="25" idx="2"/>
          </p:cNvCxnSpPr>
          <p:nvPr/>
        </p:nvCxnSpPr>
        <p:spPr>
          <a:xfrm rot="5400000" flipH="1" flipV="1">
            <a:off x="1418296" y="3935584"/>
            <a:ext cx="1737835" cy="546848"/>
          </a:xfrm>
          <a:prstGeom prst="bentConnector3">
            <a:avLst>
              <a:gd name="adj1" fmla="val -11387"/>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29" name="Line 1026">
            <a:extLst>
              <a:ext uri="{FF2B5EF4-FFF2-40B4-BE49-F238E27FC236}">
                <a16:creationId xmlns:a16="http://schemas.microsoft.com/office/drawing/2014/main" id="{1B7FF4DC-94A4-4CD7-9318-DA12B6B7E425}"/>
              </a:ext>
            </a:extLst>
          </p:cNvPr>
          <p:cNvSpPr>
            <a:spLocks noChangeShapeType="1"/>
          </p:cNvSpPr>
          <p:nvPr/>
        </p:nvSpPr>
        <p:spPr bwMode="auto">
          <a:xfrm>
            <a:off x="6247607" y="3732616"/>
            <a:ext cx="228600" cy="381000"/>
          </a:xfrm>
          <a:prstGeom prst="line">
            <a:avLst/>
          </a:prstGeom>
          <a:noFill/>
          <a:ln w="38100" cap="rnd">
            <a:solidFill>
              <a:schemeClr val="bg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7" name="Line 1062">
            <a:extLst>
              <a:ext uri="{FF2B5EF4-FFF2-40B4-BE49-F238E27FC236}">
                <a16:creationId xmlns:a16="http://schemas.microsoft.com/office/drawing/2014/main" id="{81912CE0-C252-47A1-8AE3-096624915595}"/>
              </a:ext>
            </a:extLst>
          </p:cNvPr>
          <p:cNvSpPr>
            <a:spLocks noChangeShapeType="1"/>
          </p:cNvSpPr>
          <p:nvPr/>
        </p:nvSpPr>
        <p:spPr bwMode="auto">
          <a:xfrm flipH="1">
            <a:off x="5257007" y="4266016"/>
            <a:ext cx="304800" cy="5334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 name="Line 1063">
            <a:extLst>
              <a:ext uri="{FF2B5EF4-FFF2-40B4-BE49-F238E27FC236}">
                <a16:creationId xmlns:a16="http://schemas.microsoft.com/office/drawing/2014/main" id="{A6791164-5E37-4B6D-B6B3-26559FD93386}"/>
              </a:ext>
            </a:extLst>
          </p:cNvPr>
          <p:cNvSpPr>
            <a:spLocks noChangeShapeType="1"/>
          </p:cNvSpPr>
          <p:nvPr/>
        </p:nvSpPr>
        <p:spPr bwMode="auto">
          <a:xfrm flipH="1">
            <a:off x="5638007" y="3336376"/>
            <a:ext cx="1419542" cy="85344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 name="Oval 1118">
            <a:extLst>
              <a:ext uri="{FF2B5EF4-FFF2-40B4-BE49-F238E27FC236}">
                <a16:creationId xmlns:a16="http://schemas.microsoft.com/office/drawing/2014/main" id="{3969A4AB-694D-492C-AF38-7E72679C4201}"/>
              </a:ext>
            </a:extLst>
          </p:cNvPr>
          <p:cNvSpPr>
            <a:spLocks noChangeArrowheads="1"/>
          </p:cNvSpPr>
          <p:nvPr/>
        </p:nvSpPr>
        <p:spPr bwMode="auto">
          <a:xfrm>
            <a:off x="6931819" y="2955376"/>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43" name="Text Box 1121">
            <a:extLst>
              <a:ext uri="{FF2B5EF4-FFF2-40B4-BE49-F238E27FC236}">
                <a16:creationId xmlns:a16="http://schemas.microsoft.com/office/drawing/2014/main" id="{FA7A3E3D-8866-43F9-9F1C-00363E645B5D}"/>
              </a:ext>
            </a:extLst>
          </p:cNvPr>
          <p:cNvSpPr txBox="1">
            <a:spLocks noChangeArrowheads="1"/>
          </p:cNvSpPr>
          <p:nvPr/>
        </p:nvSpPr>
        <p:spPr bwMode="auto">
          <a:xfrm>
            <a:off x="6969780" y="2891410"/>
            <a:ext cx="3241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2800" dirty="0">
                <a:solidFill>
                  <a:schemeClr val="bg1"/>
                </a:solidFill>
                <a:latin typeface="Times New Roman" panose="02020603050405020304" pitchFamily="18" charset="0"/>
              </a:rPr>
              <a:t>s</a:t>
            </a:r>
            <a:endParaRPr lang="en-US" altLang="zh-CN" sz="2400" dirty="0">
              <a:latin typeface="Times New Roman" panose="02020603050405020304" pitchFamily="18" charset="0"/>
            </a:endParaRPr>
          </a:p>
        </p:txBody>
      </p:sp>
      <p:sp>
        <p:nvSpPr>
          <p:cNvPr id="44" name="Oval 1127">
            <a:extLst>
              <a:ext uri="{FF2B5EF4-FFF2-40B4-BE49-F238E27FC236}">
                <a16:creationId xmlns:a16="http://schemas.microsoft.com/office/drawing/2014/main" id="{419529F6-7927-4C80-959A-D422B4D8C0FB}"/>
              </a:ext>
            </a:extLst>
          </p:cNvPr>
          <p:cNvSpPr>
            <a:spLocks noChangeArrowheads="1"/>
          </p:cNvSpPr>
          <p:nvPr/>
        </p:nvSpPr>
        <p:spPr bwMode="auto">
          <a:xfrm>
            <a:off x="5409407" y="3961216"/>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45" name="Text Box 1128">
            <a:extLst>
              <a:ext uri="{FF2B5EF4-FFF2-40B4-BE49-F238E27FC236}">
                <a16:creationId xmlns:a16="http://schemas.microsoft.com/office/drawing/2014/main" id="{666DFE72-E139-4233-B2FB-DDAD946C7BAC}"/>
              </a:ext>
            </a:extLst>
          </p:cNvPr>
          <p:cNvSpPr txBox="1">
            <a:spLocks noChangeArrowheads="1"/>
          </p:cNvSpPr>
          <p:nvPr/>
        </p:nvSpPr>
        <p:spPr bwMode="auto">
          <a:xfrm>
            <a:off x="5467406" y="3897250"/>
            <a:ext cx="28405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2800" dirty="0">
                <a:solidFill>
                  <a:schemeClr val="bg1"/>
                </a:solidFill>
                <a:latin typeface="Times New Roman" panose="02020603050405020304" pitchFamily="18" charset="0"/>
              </a:rPr>
              <a:t>t</a:t>
            </a:r>
            <a:endParaRPr lang="en-US" altLang="zh-CN" sz="2400" dirty="0">
              <a:latin typeface="Times New Roman" panose="02020603050405020304" pitchFamily="18" charset="0"/>
            </a:endParaRPr>
          </a:p>
        </p:txBody>
      </p:sp>
      <p:sp>
        <p:nvSpPr>
          <p:cNvPr id="46" name="Oval 1129">
            <a:extLst>
              <a:ext uri="{FF2B5EF4-FFF2-40B4-BE49-F238E27FC236}">
                <a16:creationId xmlns:a16="http://schemas.microsoft.com/office/drawing/2014/main" id="{364355B7-6624-4864-8EDE-47E0A39F9DA7}"/>
              </a:ext>
            </a:extLst>
          </p:cNvPr>
          <p:cNvSpPr>
            <a:spLocks noChangeArrowheads="1"/>
          </p:cNvSpPr>
          <p:nvPr/>
        </p:nvSpPr>
        <p:spPr bwMode="auto">
          <a:xfrm>
            <a:off x="5028407" y="4647016"/>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48" name="Oval 1131">
            <a:extLst>
              <a:ext uri="{FF2B5EF4-FFF2-40B4-BE49-F238E27FC236}">
                <a16:creationId xmlns:a16="http://schemas.microsoft.com/office/drawing/2014/main" id="{2969AA9C-6B2B-44FB-87DA-77A81512E29A}"/>
              </a:ext>
            </a:extLst>
          </p:cNvPr>
          <p:cNvSpPr>
            <a:spLocks noChangeArrowheads="1"/>
          </p:cNvSpPr>
          <p:nvPr/>
        </p:nvSpPr>
        <p:spPr bwMode="auto">
          <a:xfrm>
            <a:off x="6232526" y="4695265"/>
            <a:ext cx="457200" cy="457200"/>
          </a:xfrm>
          <a:prstGeom prst="ellipse">
            <a:avLst/>
          </a:prstGeom>
          <a:solidFill>
            <a:schemeClr val="tx1"/>
          </a:solidFill>
          <a:ln>
            <a:noFill/>
          </a:ln>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49" name="Text Box 1132">
            <a:extLst>
              <a:ext uri="{FF2B5EF4-FFF2-40B4-BE49-F238E27FC236}">
                <a16:creationId xmlns:a16="http://schemas.microsoft.com/office/drawing/2014/main" id="{D64D7A07-DD82-4734-831C-9D6A322EF8CE}"/>
              </a:ext>
            </a:extLst>
          </p:cNvPr>
          <p:cNvSpPr txBox="1">
            <a:spLocks noChangeArrowheads="1"/>
          </p:cNvSpPr>
          <p:nvPr/>
        </p:nvSpPr>
        <p:spPr bwMode="auto">
          <a:xfrm>
            <a:off x="6280105" y="4617012"/>
            <a:ext cx="30489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2800" dirty="0">
                <a:solidFill>
                  <a:schemeClr val="bg1"/>
                </a:solidFill>
                <a:latin typeface="Times New Roman" panose="02020603050405020304" pitchFamily="18" charset="0"/>
              </a:rPr>
              <a:t>r</a:t>
            </a:r>
            <a:endParaRPr lang="en-US" altLang="zh-CN" sz="2400" dirty="0">
              <a:latin typeface="Times New Roman" panose="02020603050405020304" pitchFamily="18" charset="0"/>
            </a:endParaRPr>
          </a:p>
        </p:txBody>
      </p:sp>
      <p:sp>
        <p:nvSpPr>
          <p:cNvPr id="50" name="Line 1138">
            <a:extLst>
              <a:ext uri="{FF2B5EF4-FFF2-40B4-BE49-F238E27FC236}">
                <a16:creationId xmlns:a16="http://schemas.microsoft.com/office/drawing/2014/main" id="{274D799B-A2AF-4A33-B952-853A2A4EF37E}"/>
              </a:ext>
            </a:extLst>
          </p:cNvPr>
          <p:cNvSpPr>
            <a:spLocks noChangeShapeType="1"/>
          </p:cNvSpPr>
          <p:nvPr/>
        </p:nvSpPr>
        <p:spPr bwMode="auto">
          <a:xfrm flipH="1">
            <a:off x="6400007" y="4418416"/>
            <a:ext cx="76200" cy="228600"/>
          </a:xfrm>
          <a:prstGeom prst="line">
            <a:avLst/>
          </a:prstGeom>
          <a:noFill/>
          <a:ln w="38100" cap="rnd">
            <a:solidFill>
              <a:schemeClr val="bg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 name="Line 1062">
            <a:extLst>
              <a:ext uri="{FF2B5EF4-FFF2-40B4-BE49-F238E27FC236}">
                <a16:creationId xmlns:a16="http://schemas.microsoft.com/office/drawing/2014/main" id="{78B9959E-B87E-454E-9FE9-62FF3A3A6516}"/>
              </a:ext>
            </a:extLst>
          </p:cNvPr>
          <p:cNvSpPr>
            <a:spLocks noChangeShapeType="1"/>
          </p:cNvSpPr>
          <p:nvPr/>
        </p:nvSpPr>
        <p:spPr bwMode="auto">
          <a:xfrm flipH="1">
            <a:off x="7989095" y="4342216"/>
            <a:ext cx="304800" cy="5334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 name="Line 1063">
            <a:extLst>
              <a:ext uri="{FF2B5EF4-FFF2-40B4-BE49-F238E27FC236}">
                <a16:creationId xmlns:a16="http://schemas.microsoft.com/office/drawing/2014/main" id="{79A20840-1959-408E-A11F-355882AEBD9E}"/>
              </a:ext>
            </a:extLst>
          </p:cNvPr>
          <p:cNvSpPr>
            <a:spLocks noChangeShapeType="1"/>
          </p:cNvSpPr>
          <p:nvPr/>
        </p:nvSpPr>
        <p:spPr bwMode="auto">
          <a:xfrm>
            <a:off x="7267099" y="3336376"/>
            <a:ext cx="1102996" cy="92964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 name="Line 1067">
            <a:extLst>
              <a:ext uri="{FF2B5EF4-FFF2-40B4-BE49-F238E27FC236}">
                <a16:creationId xmlns:a16="http://schemas.microsoft.com/office/drawing/2014/main" id="{0350FB22-0113-4852-879F-0C3AADDC0D6C}"/>
              </a:ext>
            </a:extLst>
          </p:cNvPr>
          <p:cNvSpPr>
            <a:spLocks noChangeShapeType="1"/>
          </p:cNvSpPr>
          <p:nvPr/>
        </p:nvSpPr>
        <p:spPr bwMode="auto">
          <a:xfrm>
            <a:off x="8446295" y="4418416"/>
            <a:ext cx="138112" cy="414338"/>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 name="Oval 1127">
            <a:extLst>
              <a:ext uri="{FF2B5EF4-FFF2-40B4-BE49-F238E27FC236}">
                <a16:creationId xmlns:a16="http://schemas.microsoft.com/office/drawing/2014/main" id="{E5EEB8C8-F161-4266-9528-BC7BF41DC628}"/>
              </a:ext>
            </a:extLst>
          </p:cNvPr>
          <p:cNvSpPr>
            <a:spLocks noChangeArrowheads="1"/>
          </p:cNvSpPr>
          <p:nvPr/>
        </p:nvSpPr>
        <p:spPr bwMode="auto">
          <a:xfrm>
            <a:off x="8141495" y="4037416"/>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55" name="Oval 1129">
            <a:extLst>
              <a:ext uri="{FF2B5EF4-FFF2-40B4-BE49-F238E27FC236}">
                <a16:creationId xmlns:a16="http://schemas.microsoft.com/office/drawing/2014/main" id="{20D1E73E-DE45-4C43-ADD3-ADBC30A38294}"/>
              </a:ext>
            </a:extLst>
          </p:cNvPr>
          <p:cNvSpPr>
            <a:spLocks noChangeArrowheads="1"/>
          </p:cNvSpPr>
          <p:nvPr/>
        </p:nvSpPr>
        <p:spPr bwMode="auto">
          <a:xfrm>
            <a:off x="7760495" y="4723216"/>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56" name="Oval 1131">
            <a:extLst>
              <a:ext uri="{FF2B5EF4-FFF2-40B4-BE49-F238E27FC236}">
                <a16:creationId xmlns:a16="http://schemas.microsoft.com/office/drawing/2014/main" id="{51DB6A93-B04C-4F08-AED0-C93E6A18C55E}"/>
              </a:ext>
            </a:extLst>
          </p:cNvPr>
          <p:cNvSpPr>
            <a:spLocks noChangeArrowheads="1"/>
          </p:cNvSpPr>
          <p:nvPr/>
        </p:nvSpPr>
        <p:spPr bwMode="auto">
          <a:xfrm>
            <a:off x="8370095" y="4723216"/>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cxnSp>
        <p:nvCxnSpPr>
          <p:cNvPr id="58" name="连接符: 肘形 57">
            <a:extLst>
              <a:ext uri="{FF2B5EF4-FFF2-40B4-BE49-F238E27FC236}">
                <a16:creationId xmlns:a16="http://schemas.microsoft.com/office/drawing/2014/main" id="{755DFA59-F73D-41CA-9ED8-82F2C0FABEB1}"/>
              </a:ext>
            </a:extLst>
          </p:cNvPr>
          <p:cNvCxnSpPr>
            <a:cxnSpLocks/>
            <a:stCxn id="44" idx="5"/>
            <a:endCxn id="43" idx="2"/>
          </p:cNvCxnSpPr>
          <p:nvPr/>
        </p:nvCxnSpPr>
        <p:spPr>
          <a:xfrm rot="5400000" flipH="1" flipV="1">
            <a:off x="5997332" y="3216950"/>
            <a:ext cx="936831" cy="1332192"/>
          </a:xfrm>
          <a:prstGeom prst="bentConnector3">
            <a:avLst>
              <a:gd name="adj1" fmla="val -31548"/>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4" name="箭头: 右 3">
            <a:extLst>
              <a:ext uri="{FF2B5EF4-FFF2-40B4-BE49-F238E27FC236}">
                <a16:creationId xmlns:a16="http://schemas.microsoft.com/office/drawing/2014/main" id="{55E33FF4-0F51-40B9-BA40-3FDDA3951FD7}"/>
              </a:ext>
            </a:extLst>
          </p:cNvPr>
          <p:cNvSpPr/>
          <p:nvPr/>
        </p:nvSpPr>
        <p:spPr>
          <a:xfrm>
            <a:off x="4256088" y="3658076"/>
            <a:ext cx="710407" cy="6841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split/>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标题 1">
            <a:extLst>
              <a:ext uri="{FF2B5EF4-FFF2-40B4-BE49-F238E27FC236}">
                <a16:creationId xmlns:a16="http://schemas.microsoft.com/office/drawing/2014/main" id="{F40EBE2D-9410-4D70-BBE9-B145FDC552F0}"/>
              </a:ext>
            </a:extLst>
          </p:cNvPr>
          <p:cNvSpPr>
            <a:spLocks noGrp="1"/>
          </p:cNvSpPr>
          <p:nvPr>
            <p:ph type="title"/>
          </p:nvPr>
        </p:nvSpPr>
        <p:spPr/>
        <p:txBody>
          <a:bodyPr/>
          <a:lstStyle/>
          <a:p>
            <a:pPr eaLnBrk="1" hangingPunct="1"/>
            <a:r>
              <a:rPr lang="zh-CN" altLang="en-US" dirty="0"/>
              <a:t>删除结点</a:t>
            </a:r>
            <a:r>
              <a:rPr lang="en-US" altLang="zh-CN" dirty="0"/>
              <a:t>r</a:t>
            </a:r>
            <a:r>
              <a:rPr lang="zh-CN" altLang="en-US" dirty="0"/>
              <a:t>，</a:t>
            </a:r>
            <a:r>
              <a:rPr lang="en-US" altLang="zh-CN" dirty="0"/>
              <a:t>r</a:t>
            </a:r>
            <a:r>
              <a:rPr lang="zh-CN" altLang="en-US" dirty="0"/>
              <a:t>只有右孩子</a:t>
            </a:r>
          </a:p>
        </p:txBody>
      </p:sp>
      <p:sp>
        <p:nvSpPr>
          <p:cNvPr id="108547" name="内容占位符 2">
            <a:extLst>
              <a:ext uri="{FF2B5EF4-FFF2-40B4-BE49-F238E27FC236}">
                <a16:creationId xmlns:a16="http://schemas.microsoft.com/office/drawing/2014/main" id="{EE206CD3-BB62-43D5-8E46-6B1474AFF6F3}"/>
              </a:ext>
            </a:extLst>
          </p:cNvPr>
          <p:cNvSpPr>
            <a:spLocks noGrp="1"/>
          </p:cNvSpPr>
          <p:nvPr>
            <p:ph idx="1"/>
          </p:nvPr>
        </p:nvSpPr>
        <p:spPr>
          <a:xfrm>
            <a:off x="174625" y="1450975"/>
            <a:ext cx="8794750" cy="5240338"/>
          </a:xfrm>
        </p:spPr>
        <p:txBody>
          <a:bodyPr/>
          <a:lstStyle/>
          <a:p>
            <a:pPr defTabSz="912813" eaLnBrk="1" hangingPunct="1"/>
            <a:r>
              <a:rPr lang="zh-CN" altLang="en-US" sz="2800" dirty="0"/>
              <a:t>要让</a:t>
            </a:r>
            <a:r>
              <a:rPr lang="en-US" altLang="zh-CN" sz="2800" dirty="0"/>
              <a:t>r</a:t>
            </a:r>
            <a:r>
              <a:rPr lang="zh-CN" altLang="en-US" sz="2800" dirty="0"/>
              <a:t>的右子树中序第一个结点</a:t>
            </a:r>
            <a:r>
              <a:rPr lang="en-US" altLang="zh-CN" sz="2800" dirty="0"/>
              <a:t>p</a:t>
            </a:r>
            <a:r>
              <a:rPr lang="zh-CN" altLang="en-US" sz="2800" dirty="0"/>
              <a:t>（原来的前驱为</a:t>
            </a:r>
            <a:r>
              <a:rPr lang="en-US" altLang="zh-CN" sz="2800" dirty="0"/>
              <a:t>r</a:t>
            </a:r>
            <a:r>
              <a:rPr lang="zh-CN" altLang="en-US" sz="2800" dirty="0"/>
              <a:t>）记住</a:t>
            </a:r>
            <a:r>
              <a:rPr lang="en-US" altLang="zh-CN" sz="2800" dirty="0"/>
              <a:t>r</a:t>
            </a:r>
            <a:r>
              <a:rPr lang="zh-CN" altLang="en-US" sz="2800" dirty="0"/>
              <a:t>的前驱（实际上就是</a:t>
            </a:r>
            <a:r>
              <a:rPr lang="en-US" altLang="zh-CN" sz="2800" dirty="0"/>
              <a:t>t</a:t>
            </a:r>
            <a:r>
              <a:rPr lang="zh-CN" altLang="en-US" sz="2800" dirty="0"/>
              <a:t>）</a:t>
            </a:r>
            <a:endParaRPr lang="en-US" altLang="zh-CN" sz="2800" dirty="0"/>
          </a:p>
          <a:p>
            <a:pPr marL="342900" lvl="1" indent="0" defTabSz="912813" eaLnBrk="1" hangingPunct="1">
              <a:buNone/>
            </a:pPr>
            <a:r>
              <a:rPr lang="en-US" altLang="zh-CN" sz="2400" dirty="0" err="1"/>
              <a:t>ThreadNode</a:t>
            </a:r>
            <a:r>
              <a:rPr lang="en-US" altLang="zh-CN" sz="2400" dirty="0"/>
              <a:t>&lt;T&gt; *p=first(r-&gt;</a:t>
            </a:r>
            <a:r>
              <a:rPr lang="en-US" altLang="zh-CN" sz="2400" dirty="0" err="1"/>
              <a:t>rightChild</a:t>
            </a:r>
            <a:r>
              <a:rPr lang="en-US" altLang="zh-CN" sz="2400" dirty="0"/>
              <a:t>); </a:t>
            </a:r>
          </a:p>
          <a:p>
            <a:pPr marL="342900" lvl="1" indent="0" defTabSz="912813" eaLnBrk="1" hangingPunct="1">
              <a:buNone/>
            </a:pPr>
            <a:r>
              <a:rPr lang="en-US" altLang="zh-CN" sz="2400" dirty="0"/>
              <a:t>p-&gt;</a:t>
            </a:r>
            <a:r>
              <a:rPr lang="en-US" altLang="zh-CN" sz="2400" dirty="0" err="1"/>
              <a:t>leftChild</a:t>
            </a:r>
            <a:r>
              <a:rPr lang="en-US" altLang="zh-CN" sz="2400" dirty="0"/>
              <a:t>=r-&gt;</a:t>
            </a:r>
            <a:r>
              <a:rPr lang="en-US" altLang="zh-CN" sz="2400" dirty="0" err="1"/>
              <a:t>leftChild</a:t>
            </a:r>
            <a:r>
              <a:rPr lang="en-US" altLang="zh-CN" sz="2400" dirty="0"/>
              <a:t>; </a:t>
            </a:r>
          </a:p>
          <a:p>
            <a:pPr marL="342900" lvl="1" indent="0" defTabSz="912813" eaLnBrk="1" hangingPunct="1">
              <a:buNone/>
            </a:pPr>
            <a:r>
              <a:rPr lang="en-US" altLang="zh-CN" sz="2400" dirty="0"/>
              <a:t>t-&gt;</a:t>
            </a:r>
            <a:r>
              <a:rPr lang="en-US" altLang="zh-CN" sz="2400" dirty="0" err="1"/>
              <a:t>rightChild</a:t>
            </a:r>
            <a:r>
              <a:rPr lang="en-US" altLang="zh-CN" sz="2400" dirty="0"/>
              <a:t>=r-&gt;</a:t>
            </a:r>
            <a:r>
              <a:rPr lang="en-US" altLang="zh-CN" sz="2400" dirty="0" err="1"/>
              <a:t>rightChild</a:t>
            </a:r>
            <a:r>
              <a:rPr lang="en-US" altLang="zh-CN" sz="2400" dirty="0"/>
              <a:t>;</a:t>
            </a:r>
            <a:endParaRPr lang="zh-CN" altLang="en-US" sz="2400" dirty="0"/>
          </a:p>
        </p:txBody>
      </p:sp>
      <p:sp>
        <p:nvSpPr>
          <p:cNvPr id="2" name="灯片编号占位符 1">
            <a:extLst>
              <a:ext uri="{FF2B5EF4-FFF2-40B4-BE49-F238E27FC236}">
                <a16:creationId xmlns:a16="http://schemas.microsoft.com/office/drawing/2014/main" id="{21615106-A774-441F-9DBA-D3C9CF470D22}"/>
              </a:ext>
            </a:extLst>
          </p:cNvPr>
          <p:cNvSpPr>
            <a:spLocks noGrp="1"/>
          </p:cNvSpPr>
          <p:nvPr>
            <p:ph type="sldNum" sz="quarter" idx="12"/>
          </p:nvPr>
        </p:nvSpPr>
        <p:spPr/>
        <p:txBody>
          <a:bodyPr/>
          <a:lstStyle/>
          <a:p>
            <a:pPr>
              <a:defRPr/>
            </a:pPr>
            <a:fld id="{04B9363C-368A-45A4-8D49-31EC94012550}" type="slidenum">
              <a:rPr lang="en-US" altLang="zh-CN" smtClean="0"/>
              <a:pPr>
                <a:defRPr/>
              </a:pPr>
              <a:t>87</a:t>
            </a:fld>
            <a:endParaRPr lang="en-US" altLang="zh-CN"/>
          </a:p>
        </p:txBody>
      </p:sp>
      <p:grpSp>
        <p:nvGrpSpPr>
          <p:cNvPr id="3" name="组合 2">
            <a:extLst>
              <a:ext uri="{FF2B5EF4-FFF2-40B4-BE49-F238E27FC236}">
                <a16:creationId xmlns:a16="http://schemas.microsoft.com/office/drawing/2014/main" id="{34312496-0642-0394-32BA-52151930DA2E}"/>
              </a:ext>
            </a:extLst>
          </p:cNvPr>
          <p:cNvGrpSpPr/>
          <p:nvPr/>
        </p:nvGrpSpPr>
        <p:grpSpPr>
          <a:xfrm>
            <a:off x="755577" y="3645024"/>
            <a:ext cx="6912768" cy="2842780"/>
            <a:chOff x="689581" y="3157686"/>
            <a:chExt cx="7660742" cy="3401319"/>
          </a:xfrm>
        </p:grpSpPr>
        <p:sp>
          <p:nvSpPr>
            <p:cNvPr id="5" name="Line 1026">
              <a:extLst>
                <a:ext uri="{FF2B5EF4-FFF2-40B4-BE49-F238E27FC236}">
                  <a16:creationId xmlns:a16="http://schemas.microsoft.com/office/drawing/2014/main" id="{735787E9-19D8-4383-8BA0-50657DCA3359}"/>
                </a:ext>
              </a:extLst>
            </p:cNvPr>
            <p:cNvSpPr>
              <a:spLocks noChangeShapeType="1"/>
            </p:cNvSpPr>
            <p:nvPr/>
          </p:nvSpPr>
          <p:spPr bwMode="auto">
            <a:xfrm>
              <a:off x="1908781" y="3616151"/>
              <a:ext cx="228600" cy="381000"/>
            </a:xfrm>
            <a:prstGeom prst="line">
              <a:avLst/>
            </a:prstGeom>
            <a:noFill/>
            <a:ln w="38100" cap="rnd">
              <a:solidFill>
                <a:schemeClr val="bg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 name="Line 1062">
              <a:extLst>
                <a:ext uri="{FF2B5EF4-FFF2-40B4-BE49-F238E27FC236}">
                  <a16:creationId xmlns:a16="http://schemas.microsoft.com/office/drawing/2014/main" id="{80D09D25-4A1B-43D2-ADE7-ECFBE76EE835}"/>
                </a:ext>
              </a:extLst>
            </p:cNvPr>
            <p:cNvSpPr>
              <a:spLocks noChangeShapeType="1"/>
            </p:cNvSpPr>
            <p:nvPr/>
          </p:nvSpPr>
          <p:spPr bwMode="auto">
            <a:xfrm flipH="1">
              <a:off x="918181" y="4149551"/>
              <a:ext cx="304800" cy="5334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 name="Line 1063">
              <a:extLst>
                <a:ext uri="{FF2B5EF4-FFF2-40B4-BE49-F238E27FC236}">
                  <a16:creationId xmlns:a16="http://schemas.microsoft.com/office/drawing/2014/main" id="{E8D72549-B069-4D6A-BC63-201F68462EAC}"/>
                </a:ext>
              </a:extLst>
            </p:cNvPr>
            <p:cNvSpPr>
              <a:spLocks noChangeShapeType="1"/>
            </p:cNvSpPr>
            <p:nvPr/>
          </p:nvSpPr>
          <p:spPr bwMode="auto">
            <a:xfrm flipH="1">
              <a:off x="1265094" y="3538686"/>
              <a:ext cx="1453629" cy="304011"/>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 name="Line 1067">
              <a:extLst>
                <a:ext uri="{FF2B5EF4-FFF2-40B4-BE49-F238E27FC236}">
                  <a16:creationId xmlns:a16="http://schemas.microsoft.com/office/drawing/2014/main" id="{B9353648-F545-48D2-A916-79920EF74FD5}"/>
                </a:ext>
              </a:extLst>
            </p:cNvPr>
            <p:cNvSpPr>
              <a:spLocks noChangeShapeType="1"/>
            </p:cNvSpPr>
            <p:nvPr/>
          </p:nvSpPr>
          <p:spPr bwMode="auto">
            <a:xfrm>
              <a:off x="1375380" y="4225751"/>
              <a:ext cx="755549" cy="39624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 name="Oval 1118">
              <a:extLst>
                <a:ext uri="{FF2B5EF4-FFF2-40B4-BE49-F238E27FC236}">
                  <a16:creationId xmlns:a16="http://schemas.microsoft.com/office/drawing/2014/main" id="{BE0685E9-0841-417E-9B5A-86CF76318EBA}"/>
                </a:ext>
              </a:extLst>
            </p:cNvPr>
            <p:cNvSpPr>
              <a:spLocks noChangeArrowheads="1"/>
            </p:cNvSpPr>
            <p:nvPr/>
          </p:nvSpPr>
          <p:spPr bwMode="auto">
            <a:xfrm>
              <a:off x="2592993" y="3157686"/>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12" name="Oval 1127">
              <a:extLst>
                <a:ext uri="{FF2B5EF4-FFF2-40B4-BE49-F238E27FC236}">
                  <a16:creationId xmlns:a16="http://schemas.microsoft.com/office/drawing/2014/main" id="{09BA85D4-AAFB-4901-9570-EBAF9D258672}"/>
                </a:ext>
              </a:extLst>
            </p:cNvPr>
            <p:cNvSpPr>
              <a:spLocks noChangeArrowheads="1"/>
            </p:cNvSpPr>
            <p:nvPr/>
          </p:nvSpPr>
          <p:spPr bwMode="auto">
            <a:xfrm>
              <a:off x="1070581" y="3844751"/>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13" name="Text Box 1128">
              <a:extLst>
                <a:ext uri="{FF2B5EF4-FFF2-40B4-BE49-F238E27FC236}">
                  <a16:creationId xmlns:a16="http://schemas.microsoft.com/office/drawing/2014/main" id="{AD8BFC41-52C8-4177-9951-2CC5EDFEDF2B}"/>
                </a:ext>
              </a:extLst>
            </p:cNvPr>
            <p:cNvSpPr txBox="1">
              <a:spLocks noChangeArrowheads="1"/>
            </p:cNvSpPr>
            <p:nvPr/>
          </p:nvSpPr>
          <p:spPr bwMode="auto">
            <a:xfrm>
              <a:off x="1128580" y="3780785"/>
              <a:ext cx="28405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2800" dirty="0">
                  <a:solidFill>
                    <a:schemeClr val="bg1"/>
                  </a:solidFill>
                  <a:latin typeface="Times New Roman" panose="02020603050405020304" pitchFamily="18" charset="0"/>
                </a:rPr>
                <a:t>t</a:t>
              </a:r>
              <a:endParaRPr lang="en-US" altLang="zh-CN" sz="2400" dirty="0">
                <a:latin typeface="Times New Roman" panose="02020603050405020304" pitchFamily="18" charset="0"/>
              </a:endParaRPr>
            </a:p>
          </p:txBody>
        </p:sp>
        <p:sp>
          <p:nvSpPr>
            <p:cNvPr id="14" name="Oval 1129">
              <a:extLst>
                <a:ext uri="{FF2B5EF4-FFF2-40B4-BE49-F238E27FC236}">
                  <a16:creationId xmlns:a16="http://schemas.microsoft.com/office/drawing/2014/main" id="{3FD0F65C-9BE7-4BD3-A4DB-01FAB100E09A}"/>
                </a:ext>
              </a:extLst>
            </p:cNvPr>
            <p:cNvSpPr>
              <a:spLocks noChangeArrowheads="1"/>
            </p:cNvSpPr>
            <p:nvPr/>
          </p:nvSpPr>
          <p:spPr bwMode="auto">
            <a:xfrm>
              <a:off x="689581" y="4530551"/>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15" name="Oval 1131">
              <a:extLst>
                <a:ext uri="{FF2B5EF4-FFF2-40B4-BE49-F238E27FC236}">
                  <a16:creationId xmlns:a16="http://schemas.microsoft.com/office/drawing/2014/main" id="{62514367-EF98-4F4E-BCCA-691CB26A1F18}"/>
                </a:ext>
              </a:extLst>
            </p:cNvPr>
            <p:cNvSpPr>
              <a:spLocks noChangeArrowheads="1"/>
            </p:cNvSpPr>
            <p:nvPr/>
          </p:nvSpPr>
          <p:spPr bwMode="auto">
            <a:xfrm>
              <a:off x="1893700" y="4578800"/>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16" name="Text Box 1132">
              <a:extLst>
                <a:ext uri="{FF2B5EF4-FFF2-40B4-BE49-F238E27FC236}">
                  <a16:creationId xmlns:a16="http://schemas.microsoft.com/office/drawing/2014/main" id="{CADC8593-0489-4544-9054-1D935EFFAB0C}"/>
                </a:ext>
              </a:extLst>
            </p:cNvPr>
            <p:cNvSpPr txBox="1">
              <a:spLocks noChangeArrowheads="1"/>
            </p:cNvSpPr>
            <p:nvPr/>
          </p:nvSpPr>
          <p:spPr bwMode="auto">
            <a:xfrm>
              <a:off x="1941279" y="4500547"/>
              <a:ext cx="30489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2800" dirty="0">
                  <a:solidFill>
                    <a:schemeClr val="bg1"/>
                  </a:solidFill>
                  <a:latin typeface="Times New Roman" panose="02020603050405020304" pitchFamily="18" charset="0"/>
                </a:rPr>
                <a:t>r</a:t>
              </a:r>
              <a:endParaRPr lang="en-US" altLang="zh-CN" sz="2400" dirty="0">
                <a:latin typeface="Times New Roman" panose="02020603050405020304" pitchFamily="18" charset="0"/>
              </a:endParaRPr>
            </a:p>
          </p:txBody>
        </p:sp>
        <p:sp>
          <p:nvSpPr>
            <p:cNvPr id="17" name="Line 1138">
              <a:extLst>
                <a:ext uri="{FF2B5EF4-FFF2-40B4-BE49-F238E27FC236}">
                  <a16:creationId xmlns:a16="http://schemas.microsoft.com/office/drawing/2014/main" id="{A725075E-D4E6-494E-BC04-21C3D1E542D1}"/>
                </a:ext>
              </a:extLst>
            </p:cNvPr>
            <p:cNvSpPr>
              <a:spLocks noChangeShapeType="1"/>
            </p:cNvSpPr>
            <p:nvPr/>
          </p:nvSpPr>
          <p:spPr bwMode="auto">
            <a:xfrm flipH="1">
              <a:off x="2061181" y="4301951"/>
              <a:ext cx="76200" cy="228600"/>
            </a:xfrm>
            <a:prstGeom prst="line">
              <a:avLst/>
            </a:prstGeom>
            <a:noFill/>
            <a:ln w="38100" cap="rnd">
              <a:solidFill>
                <a:schemeClr val="bg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Line 1062">
              <a:extLst>
                <a:ext uri="{FF2B5EF4-FFF2-40B4-BE49-F238E27FC236}">
                  <a16:creationId xmlns:a16="http://schemas.microsoft.com/office/drawing/2014/main" id="{46A57AA3-56F2-45FF-AA55-F91036BE31C2}"/>
                </a:ext>
              </a:extLst>
            </p:cNvPr>
            <p:cNvSpPr>
              <a:spLocks noChangeShapeType="1"/>
            </p:cNvSpPr>
            <p:nvPr/>
          </p:nvSpPr>
          <p:spPr bwMode="auto">
            <a:xfrm flipH="1">
              <a:off x="3072896" y="5589337"/>
              <a:ext cx="304800" cy="5334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Line 1063">
              <a:extLst>
                <a:ext uri="{FF2B5EF4-FFF2-40B4-BE49-F238E27FC236}">
                  <a16:creationId xmlns:a16="http://schemas.microsoft.com/office/drawing/2014/main" id="{9E9C805F-6599-492C-B654-FED0B1F5FB50}"/>
                </a:ext>
              </a:extLst>
            </p:cNvPr>
            <p:cNvSpPr>
              <a:spLocks noChangeShapeType="1"/>
            </p:cNvSpPr>
            <p:nvPr/>
          </p:nvSpPr>
          <p:spPr bwMode="auto">
            <a:xfrm>
              <a:off x="2350900" y="4902272"/>
              <a:ext cx="1062991" cy="3810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Line 1067">
              <a:extLst>
                <a:ext uri="{FF2B5EF4-FFF2-40B4-BE49-F238E27FC236}">
                  <a16:creationId xmlns:a16="http://schemas.microsoft.com/office/drawing/2014/main" id="{B8699410-7A77-49CB-A7FD-C30910F66B2F}"/>
                </a:ext>
              </a:extLst>
            </p:cNvPr>
            <p:cNvSpPr>
              <a:spLocks noChangeShapeType="1"/>
            </p:cNvSpPr>
            <p:nvPr/>
          </p:nvSpPr>
          <p:spPr bwMode="auto">
            <a:xfrm>
              <a:off x="3530096" y="5665537"/>
              <a:ext cx="138112" cy="414338"/>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 name="Oval 1127">
              <a:extLst>
                <a:ext uri="{FF2B5EF4-FFF2-40B4-BE49-F238E27FC236}">
                  <a16:creationId xmlns:a16="http://schemas.microsoft.com/office/drawing/2014/main" id="{94C52F02-B6E5-4ADF-A7EF-6FC602B14AFC}"/>
                </a:ext>
              </a:extLst>
            </p:cNvPr>
            <p:cNvSpPr>
              <a:spLocks noChangeArrowheads="1"/>
            </p:cNvSpPr>
            <p:nvPr/>
          </p:nvSpPr>
          <p:spPr bwMode="auto">
            <a:xfrm>
              <a:off x="3225296" y="5284537"/>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23" name="Oval 1131">
              <a:extLst>
                <a:ext uri="{FF2B5EF4-FFF2-40B4-BE49-F238E27FC236}">
                  <a16:creationId xmlns:a16="http://schemas.microsoft.com/office/drawing/2014/main" id="{5170D5FB-246D-4587-A3B6-C1AB64B07FE6}"/>
                </a:ext>
              </a:extLst>
            </p:cNvPr>
            <p:cNvSpPr>
              <a:spLocks noChangeArrowheads="1"/>
            </p:cNvSpPr>
            <p:nvPr/>
          </p:nvSpPr>
          <p:spPr bwMode="auto">
            <a:xfrm>
              <a:off x="3453896" y="5970337"/>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cxnSp>
          <p:nvCxnSpPr>
            <p:cNvPr id="24" name="连接符: 肘形 23">
              <a:extLst>
                <a:ext uri="{FF2B5EF4-FFF2-40B4-BE49-F238E27FC236}">
                  <a16:creationId xmlns:a16="http://schemas.microsoft.com/office/drawing/2014/main" id="{50174AD2-33F0-449D-825B-6AEA068A5CF4}"/>
                </a:ext>
              </a:extLst>
            </p:cNvPr>
            <p:cNvCxnSpPr>
              <a:cxnSpLocks/>
              <a:stCxn id="16" idx="2"/>
              <a:endCxn id="13" idx="2"/>
            </p:cNvCxnSpPr>
            <p:nvPr/>
          </p:nvCxnSpPr>
          <p:spPr>
            <a:xfrm rot="5400000" flipH="1">
              <a:off x="1322285" y="4252327"/>
              <a:ext cx="719762" cy="823119"/>
            </a:xfrm>
            <a:prstGeom prst="bentConnector3">
              <a:avLst>
                <a:gd name="adj1" fmla="val -31760"/>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26" name="Oval 1118">
              <a:extLst>
                <a:ext uri="{FF2B5EF4-FFF2-40B4-BE49-F238E27FC236}">
                  <a16:creationId xmlns:a16="http://schemas.microsoft.com/office/drawing/2014/main" id="{01D0E9F6-3504-4C1B-9105-A18BEB5A34B2}"/>
                </a:ext>
              </a:extLst>
            </p:cNvPr>
            <p:cNvSpPr>
              <a:spLocks noChangeArrowheads="1"/>
            </p:cNvSpPr>
            <p:nvPr/>
          </p:nvSpPr>
          <p:spPr bwMode="auto">
            <a:xfrm>
              <a:off x="2792047" y="6009658"/>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27" name="Text Box 1121">
              <a:extLst>
                <a:ext uri="{FF2B5EF4-FFF2-40B4-BE49-F238E27FC236}">
                  <a16:creationId xmlns:a16="http://schemas.microsoft.com/office/drawing/2014/main" id="{745489BB-0E20-4B2C-A5B7-1A96BAEED058}"/>
                </a:ext>
              </a:extLst>
            </p:cNvPr>
            <p:cNvSpPr txBox="1">
              <a:spLocks noChangeArrowheads="1"/>
            </p:cNvSpPr>
            <p:nvPr/>
          </p:nvSpPr>
          <p:spPr bwMode="auto">
            <a:xfrm>
              <a:off x="2809971" y="5945692"/>
              <a:ext cx="3642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2800" dirty="0">
                  <a:solidFill>
                    <a:schemeClr val="bg1"/>
                  </a:solidFill>
                  <a:latin typeface="Times New Roman" panose="02020603050405020304" pitchFamily="18" charset="0"/>
                </a:rPr>
                <a:t>p</a:t>
              </a:r>
              <a:endParaRPr lang="en-US" altLang="zh-CN" sz="2400" dirty="0">
                <a:latin typeface="Times New Roman" panose="02020603050405020304" pitchFamily="18" charset="0"/>
              </a:endParaRPr>
            </a:p>
          </p:txBody>
        </p:sp>
        <p:sp>
          <p:nvSpPr>
            <p:cNvPr id="68" name="Line 1026">
              <a:extLst>
                <a:ext uri="{FF2B5EF4-FFF2-40B4-BE49-F238E27FC236}">
                  <a16:creationId xmlns:a16="http://schemas.microsoft.com/office/drawing/2014/main" id="{D5095128-06EA-454C-8885-8439717C6C31}"/>
                </a:ext>
              </a:extLst>
            </p:cNvPr>
            <p:cNvSpPr>
              <a:spLocks noChangeShapeType="1"/>
            </p:cNvSpPr>
            <p:nvPr/>
          </p:nvSpPr>
          <p:spPr bwMode="auto">
            <a:xfrm>
              <a:off x="6052076" y="3706244"/>
              <a:ext cx="228600" cy="381000"/>
            </a:xfrm>
            <a:prstGeom prst="line">
              <a:avLst/>
            </a:prstGeom>
            <a:noFill/>
            <a:ln w="38100" cap="rnd">
              <a:solidFill>
                <a:schemeClr val="bg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 name="Line 1062">
              <a:extLst>
                <a:ext uri="{FF2B5EF4-FFF2-40B4-BE49-F238E27FC236}">
                  <a16:creationId xmlns:a16="http://schemas.microsoft.com/office/drawing/2014/main" id="{EFCE31CD-A57F-4516-A8AE-88889B6AD0A0}"/>
                </a:ext>
              </a:extLst>
            </p:cNvPr>
            <p:cNvSpPr>
              <a:spLocks noChangeShapeType="1"/>
            </p:cNvSpPr>
            <p:nvPr/>
          </p:nvSpPr>
          <p:spPr bwMode="auto">
            <a:xfrm flipH="1">
              <a:off x="5061476" y="4239644"/>
              <a:ext cx="304800" cy="5334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 name="Line 1063">
              <a:extLst>
                <a:ext uri="{FF2B5EF4-FFF2-40B4-BE49-F238E27FC236}">
                  <a16:creationId xmlns:a16="http://schemas.microsoft.com/office/drawing/2014/main" id="{CE383465-65EC-4559-B7D0-49E4E6BBA798}"/>
                </a:ext>
              </a:extLst>
            </p:cNvPr>
            <p:cNvSpPr>
              <a:spLocks noChangeShapeType="1"/>
            </p:cNvSpPr>
            <p:nvPr/>
          </p:nvSpPr>
          <p:spPr bwMode="auto">
            <a:xfrm flipH="1">
              <a:off x="5408389" y="3628779"/>
              <a:ext cx="1453629" cy="304011"/>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 name="Line 1067">
              <a:extLst>
                <a:ext uri="{FF2B5EF4-FFF2-40B4-BE49-F238E27FC236}">
                  <a16:creationId xmlns:a16="http://schemas.microsoft.com/office/drawing/2014/main" id="{06745857-3B1B-4990-8460-F12D3E1E1DD5}"/>
                </a:ext>
              </a:extLst>
            </p:cNvPr>
            <p:cNvSpPr>
              <a:spLocks noChangeShapeType="1"/>
            </p:cNvSpPr>
            <p:nvPr/>
          </p:nvSpPr>
          <p:spPr bwMode="auto">
            <a:xfrm>
              <a:off x="5518675" y="4315844"/>
              <a:ext cx="1873867" cy="1134986"/>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 name="Oval 1118">
              <a:extLst>
                <a:ext uri="{FF2B5EF4-FFF2-40B4-BE49-F238E27FC236}">
                  <a16:creationId xmlns:a16="http://schemas.microsoft.com/office/drawing/2014/main" id="{A2E87CE5-5FF6-4AAA-9401-F4F27656733C}"/>
                </a:ext>
              </a:extLst>
            </p:cNvPr>
            <p:cNvSpPr>
              <a:spLocks noChangeArrowheads="1"/>
            </p:cNvSpPr>
            <p:nvPr/>
          </p:nvSpPr>
          <p:spPr bwMode="auto">
            <a:xfrm>
              <a:off x="6736288" y="3247779"/>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73" name="Oval 1127">
              <a:extLst>
                <a:ext uri="{FF2B5EF4-FFF2-40B4-BE49-F238E27FC236}">
                  <a16:creationId xmlns:a16="http://schemas.microsoft.com/office/drawing/2014/main" id="{63BD7FD9-1586-4415-8600-D012FC6CC115}"/>
                </a:ext>
              </a:extLst>
            </p:cNvPr>
            <p:cNvSpPr>
              <a:spLocks noChangeArrowheads="1"/>
            </p:cNvSpPr>
            <p:nvPr/>
          </p:nvSpPr>
          <p:spPr bwMode="auto">
            <a:xfrm>
              <a:off x="5213876" y="3934844"/>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74" name="Text Box 1128">
              <a:extLst>
                <a:ext uri="{FF2B5EF4-FFF2-40B4-BE49-F238E27FC236}">
                  <a16:creationId xmlns:a16="http://schemas.microsoft.com/office/drawing/2014/main" id="{8776659C-1B18-4D11-90B9-72DA04E6B1E3}"/>
                </a:ext>
              </a:extLst>
            </p:cNvPr>
            <p:cNvSpPr txBox="1">
              <a:spLocks noChangeArrowheads="1"/>
            </p:cNvSpPr>
            <p:nvPr/>
          </p:nvSpPr>
          <p:spPr bwMode="auto">
            <a:xfrm>
              <a:off x="5271875" y="3870878"/>
              <a:ext cx="28405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2800" dirty="0">
                  <a:solidFill>
                    <a:schemeClr val="bg1"/>
                  </a:solidFill>
                  <a:latin typeface="Times New Roman" panose="02020603050405020304" pitchFamily="18" charset="0"/>
                </a:rPr>
                <a:t>t</a:t>
              </a:r>
              <a:endParaRPr lang="en-US" altLang="zh-CN" sz="2400" dirty="0">
                <a:latin typeface="Times New Roman" panose="02020603050405020304" pitchFamily="18" charset="0"/>
              </a:endParaRPr>
            </a:p>
          </p:txBody>
        </p:sp>
        <p:sp>
          <p:nvSpPr>
            <p:cNvPr id="75" name="Oval 1129">
              <a:extLst>
                <a:ext uri="{FF2B5EF4-FFF2-40B4-BE49-F238E27FC236}">
                  <a16:creationId xmlns:a16="http://schemas.microsoft.com/office/drawing/2014/main" id="{4C414B7B-A637-4335-ABCD-A3535556B86D}"/>
                </a:ext>
              </a:extLst>
            </p:cNvPr>
            <p:cNvSpPr>
              <a:spLocks noChangeArrowheads="1"/>
            </p:cNvSpPr>
            <p:nvPr/>
          </p:nvSpPr>
          <p:spPr bwMode="auto">
            <a:xfrm>
              <a:off x="4832876" y="4620644"/>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76" name="Oval 1131">
              <a:extLst>
                <a:ext uri="{FF2B5EF4-FFF2-40B4-BE49-F238E27FC236}">
                  <a16:creationId xmlns:a16="http://schemas.microsoft.com/office/drawing/2014/main" id="{97207FAE-53F6-4B5D-A50B-D50126ECC36F}"/>
                </a:ext>
              </a:extLst>
            </p:cNvPr>
            <p:cNvSpPr>
              <a:spLocks noChangeArrowheads="1"/>
            </p:cNvSpPr>
            <p:nvPr/>
          </p:nvSpPr>
          <p:spPr bwMode="auto">
            <a:xfrm>
              <a:off x="7893123" y="4150651"/>
              <a:ext cx="457200" cy="457200"/>
            </a:xfrm>
            <a:prstGeom prst="ellipse">
              <a:avLst/>
            </a:prstGeom>
            <a:solidFill>
              <a:schemeClr val="tx1"/>
            </a:solidFill>
            <a:ln>
              <a:noFill/>
            </a:ln>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77" name="Text Box 1132">
              <a:extLst>
                <a:ext uri="{FF2B5EF4-FFF2-40B4-BE49-F238E27FC236}">
                  <a16:creationId xmlns:a16="http://schemas.microsoft.com/office/drawing/2014/main" id="{5152CDCF-03EF-4DC3-9A8C-533C67C6709A}"/>
                </a:ext>
              </a:extLst>
            </p:cNvPr>
            <p:cNvSpPr txBox="1">
              <a:spLocks noChangeArrowheads="1"/>
            </p:cNvSpPr>
            <p:nvPr/>
          </p:nvSpPr>
          <p:spPr bwMode="auto">
            <a:xfrm>
              <a:off x="7940702" y="4072398"/>
              <a:ext cx="30489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2800" dirty="0">
                  <a:solidFill>
                    <a:schemeClr val="bg1"/>
                  </a:solidFill>
                  <a:latin typeface="Times New Roman" panose="02020603050405020304" pitchFamily="18" charset="0"/>
                </a:rPr>
                <a:t>r</a:t>
              </a:r>
              <a:endParaRPr lang="en-US" altLang="zh-CN" sz="2400" dirty="0">
                <a:latin typeface="Times New Roman" panose="02020603050405020304" pitchFamily="18" charset="0"/>
              </a:endParaRPr>
            </a:p>
          </p:txBody>
        </p:sp>
        <p:sp>
          <p:nvSpPr>
            <p:cNvPr id="78" name="Line 1138">
              <a:extLst>
                <a:ext uri="{FF2B5EF4-FFF2-40B4-BE49-F238E27FC236}">
                  <a16:creationId xmlns:a16="http://schemas.microsoft.com/office/drawing/2014/main" id="{02E278F8-A170-42E4-B1E1-BC9F3F9C4094}"/>
                </a:ext>
              </a:extLst>
            </p:cNvPr>
            <p:cNvSpPr>
              <a:spLocks noChangeShapeType="1"/>
            </p:cNvSpPr>
            <p:nvPr/>
          </p:nvSpPr>
          <p:spPr bwMode="auto">
            <a:xfrm flipH="1">
              <a:off x="8060604" y="3873802"/>
              <a:ext cx="76200" cy="228600"/>
            </a:xfrm>
            <a:prstGeom prst="line">
              <a:avLst/>
            </a:prstGeom>
            <a:noFill/>
            <a:ln w="38100" cap="rnd">
              <a:solidFill>
                <a:schemeClr val="bg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 name="Line 1062">
              <a:extLst>
                <a:ext uri="{FF2B5EF4-FFF2-40B4-BE49-F238E27FC236}">
                  <a16:creationId xmlns:a16="http://schemas.microsoft.com/office/drawing/2014/main" id="{E9AC1BE4-27A4-4FCD-80BC-D72DFD32F213}"/>
                </a:ext>
              </a:extLst>
            </p:cNvPr>
            <p:cNvSpPr>
              <a:spLocks noChangeShapeType="1"/>
            </p:cNvSpPr>
            <p:nvPr/>
          </p:nvSpPr>
          <p:spPr bwMode="auto">
            <a:xfrm flipH="1">
              <a:off x="7216191" y="5679430"/>
              <a:ext cx="304800" cy="5334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 name="Line 1067">
              <a:extLst>
                <a:ext uri="{FF2B5EF4-FFF2-40B4-BE49-F238E27FC236}">
                  <a16:creationId xmlns:a16="http://schemas.microsoft.com/office/drawing/2014/main" id="{5E2DF028-5819-489B-85F6-033B13A76F31}"/>
                </a:ext>
              </a:extLst>
            </p:cNvPr>
            <p:cNvSpPr>
              <a:spLocks noChangeShapeType="1"/>
            </p:cNvSpPr>
            <p:nvPr/>
          </p:nvSpPr>
          <p:spPr bwMode="auto">
            <a:xfrm>
              <a:off x="7673391" y="5755630"/>
              <a:ext cx="138112" cy="414338"/>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 name="Oval 1127">
              <a:extLst>
                <a:ext uri="{FF2B5EF4-FFF2-40B4-BE49-F238E27FC236}">
                  <a16:creationId xmlns:a16="http://schemas.microsoft.com/office/drawing/2014/main" id="{C4E69F2B-66A8-40B3-A387-C7EC10B8421A}"/>
                </a:ext>
              </a:extLst>
            </p:cNvPr>
            <p:cNvSpPr>
              <a:spLocks noChangeArrowheads="1"/>
            </p:cNvSpPr>
            <p:nvPr/>
          </p:nvSpPr>
          <p:spPr bwMode="auto">
            <a:xfrm>
              <a:off x="7368591" y="5374630"/>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83" name="Oval 1131">
              <a:extLst>
                <a:ext uri="{FF2B5EF4-FFF2-40B4-BE49-F238E27FC236}">
                  <a16:creationId xmlns:a16="http://schemas.microsoft.com/office/drawing/2014/main" id="{47063E4E-8922-46FC-A078-0178E2DD119B}"/>
                </a:ext>
              </a:extLst>
            </p:cNvPr>
            <p:cNvSpPr>
              <a:spLocks noChangeArrowheads="1"/>
            </p:cNvSpPr>
            <p:nvPr/>
          </p:nvSpPr>
          <p:spPr bwMode="auto">
            <a:xfrm>
              <a:off x="7597191" y="6060430"/>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86" name="Oval 1118">
              <a:extLst>
                <a:ext uri="{FF2B5EF4-FFF2-40B4-BE49-F238E27FC236}">
                  <a16:creationId xmlns:a16="http://schemas.microsoft.com/office/drawing/2014/main" id="{450ECF6E-4524-475A-AA20-215F3CC474A2}"/>
                </a:ext>
              </a:extLst>
            </p:cNvPr>
            <p:cNvSpPr>
              <a:spLocks noChangeArrowheads="1"/>
            </p:cNvSpPr>
            <p:nvPr/>
          </p:nvSpPr>
          <p:spPr bwMode="auto">
            <a:xfrm>
              <a:off x="6935342" y="6099751"/>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87" name="Text Box 1121">
              <a:extLst>
                <a:ext uri="{FF2B5EF4-FFF2-40B4-BE49-F238E27FC236}">
                  <a16:creationId xmlns:a16="http://schemas.microsoft.com/office/drawing/2014/main" id="{2DBBF88A-6138-4BE5-B39A-C782FBAFD055}"/>
                </a:ext>
              </a:extLst>
            </p:cNvPr>
            <p:cNvSpPr txBox="1">
              <a:spLocks noChangeArrowheads="1"/>
            </p:cNvSpPr>
            <p:nvPr/>
          </p:nvSpPr>
          <p:spPr bwMode="auto">
            <a:xfrm>
              <a:off x="6953266" y="6035785"/>
              <a:ext cx="3642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2800" dirty="0">
                  <a:solidFill>
                    <a:schemeClr val="bg1"/>
                  </a:solidFill>
                  <a:latin typeface="Times New Roman" panose="02020603050405020304" pitchFamily="18" charset="0"/>
                </a:rPr>
                <a:t>p</a:t>
              </a:r>
              <a:endParaRPr lang="en-US" altLang="zh-CN" sz="2400" dirty="0">
                <a:latin typeface="Times New Roman" panose="02020603050405020304" pitchFamily="18" charset="0"/>
              </a:endParaRPr>
            </a:p>
          </p:txBody>
        </p:sp>
        <p:cxnSp>
          <p:nvCxnSpPr>
            <p:cNvPr id="88" name="连接符: 肘形 87">
              <a:extLst>
                <a:ext uri="{FF2B5EF4-FFF2-40B4-BE49-F238E27FC236}">
                  <a16:creationId xmlns:a16="http://schemas.microsoft.com/office/drawing/2014/main" id="{84CB90F3-F076-44CD-9679-640AF65BE372}"/>
                </a:ext>
              </a:extLst>
            </p:cNvPr>
            <p:cNvCxnSpPr>
              <a:cxnSpLocks/>
              <a:stCxn id="87" idx="2"/>
              <a:endCxn id="74" idx="2"/>
            </p:cNvCxnSpPr>
            <p:nvPr/>
          </p:nvCxnSpPr>
          <p:spPr>
            <a:xfrm rot="5400000" flipH="1">
              <a:off x="5192180" y="4615819"/>
              <a:ext cx="2164907" cy="1721466"/>
            </a:xfrm>
            <a:prstGeom prst="bentConnector3">
              <a:avLst>
                <a:gd name="adj1" fmla="val -563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98" name="连接符: 肘形 97">
              <a:extLst>
                <a:ext uri="{FF2B5EF4-FFF2-40B4-BE49-F238E27FC236}">
                  <a16:creationId xmlns:a16="http://schemas.microsoft.com/office/drawing/2014/main" id="{7CF2166D-A278-4FAB-8258-DF26460EDCA5}"/>
                </a:ext>
              </a:extLst>
            </p:cNvPr>
            <p:cNvCxnSpPr>
              <a:cxnSpLocks/>
            </p:cNvCxnSpPr>
            <p:nvPr/>
          </p:nvCxnSpPr>
          <p:spPr>
            <a:xfrm rot="16200000" flipV="1">
              <a:off x="1868137" y="5414033"/>
              <a:ext cx="1339906" cy="583840"/>
            </a:xfrm>
            <a:prstGeom prst="bentConnector3">
              <a:avLst>
                <a:gd name="adj1" fmla="val -15308"/>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101" name="箭头: 右 100">
              <a:extLst>
                <a:ext uri="{FF2B5EF4-FFF2-40B4-BE49-F238E27FC236}">
                  <a16:creationId xmlns:a16="http://schemas.microsoft.com/office/drawing/2014/main" id="{A28080A8-8343-4906-A369-BA482E8A171B}"/>
                </a:ext>
              </a:extLst>
            </p:cNvPr>
            <p:cNvSpPr/>
            <p:nvPr/>
          </p:nvSpPr>
          <p:spPr>
            <a:xfrm>
              <a:off x="3906196" y="4071144"/>
              <a:ext cx="710407" cy="6841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2137741135"/>
      </p:ext>
    </p:extLst>
  </p:cSld>
  <p:clrMapOvr>
    <a:masterClrMapping/>
  </p:clrMapOvr>
  <p:transition>
    <p:split/>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标题 1">
            <a:extLst>
              <a:ext uri="{FF2B5EF4-FFF2-40B4-BE49-F238E27FC236}">
                <a16:creationId xmlns:a16="http://schemas.microsoft.com/office/drawing/2014/main" id="{F40EBE2D-9410-4D70-BBE9-B145FDC552F0}"/>
              </a:ext>
            </a:extLst>
          </p:cNvPr>
          <p:cNvSpPr>
            <a:spLocks noGrp="1"/>
          </p:cNvSpPr>
          <p:nvPr>
            <p:ph type="title"/>
          </p:nvPr>
        </p:nvSpPr>
        <p:spPr/>
        <p:txBody>
          <a:bodyPr/>
          <a:lstStyle/>
          <a:p>
            <a:pPr eaLnBrk="1" hangingPunct="1"/>
            <a:r>
              <a:rPr lang="zh-CN" altLang="en-US" dirty="0"/>
              <a:t>删除结点</a:t>
            </a:r>
            <a:r>
              <a:rPr lang="en-US" altLang="zh-CN" dirty="0"/>
              <a:t>r</a:t>
            </a:r>
            <a:r>
              <a:rPr lang="zh-CN" altLang="en-US" dirty="0"/>
              <a:t>，</a:t>
            </a:r>
            <a:r>
              <a:rPr lang="en-US" altLang="zh-CN" dirty="0"/>
              <a:t>r</a:t>
            </a:r>
            <a:r>
              <a:rPr lang="zh-CN" altLang="en-US" dirty="0"/>
              <a:t>只有左孩子</a:t>
            </a:r>
          </a:p>
        </p:txBody>
      </p:sp>
      <p:sp>
        <p:nvSpPr>
          <p:cNvPr id="108547" name="内容占位符 2">
            <a:extLst>
              <a:ext uri="{FF2B5EF4-FFF2-40B4-BE49-F238E27FC236}">
                <a16:creationId xmlns:a16="http://schemas.microsoft.com/office/drawing/2014/main" id="{EE206CD3-BB62-43D5-8E46-6B1474AFF6F3}"/>
              </a:ext>
            </a:extLst>
          </p:cNvPr>
          <p:cNvSpPr>
            <a:spLocks noGrp="1"/>
          </p:cNvSpPr>
          <p:nvPr>
            <p:ph idx="1"/>
          </p:nvPr>
        </p:nvSpPr>
        <p:spPr>
          <a:xfrm>
            <a:off x="174625" y="1450975"/>
            <a:ext cx="8794750" cy="5240338"/>
          </a:xfrm>
        </p:spPr>
        <p:txBody>
          <a:bodyPr/>
          <a:lstStyle/>
          <a:p>
            <a:pPr defTabSz="912813" eaLnBrk="1" hangingPunct="1"/>
            <a:r>
              <a:rPr lang="zh-CN" altLang="en-US" sz="2800" dirty="0"/>
              <a:t>要让</a:t>
            </a:r>
            <a:r>
              <a:rPr lang="en-US" altLang="zh-CN" sz="2800" dirty="0"/>
              <a:t>r</a:t>
            </a:r>
            <a:r>
              <a:rPr lang="zh-CN" altLang="en-US" sz="2800" dirty="0"/>
              <a:t>的左子树中序最后结点</a:t>
            </a:r>
            <a:r>
              <a:rPr lang="en-US" altLang="zh-CN" sz="2800" dirty="0"/>
              <a:t>p</a:t>
            </a:r>
            <a:r>
              <a:rPr lang="zh-CN" altLang="en-US" sz="2800" dirty="0"/>
              <a:t>记住</a:t>
            </a:r>
            <a:r>
              <a:rPr lang="en-US" altLang="zh-CN" sz="2800" dirty="0"/>
              <a:t>r</a:t>
            </a:r>
            <a:r>
              <a:rPr lang="zh-CN" altLang="en-US" sz="2800" dirty="0"/>
              <a:t>的后继</a:t>
            </a:r>
            <a:endParaRPr lang="en-US" altLang="zh-CN" sz="2800" dirty="0"/>
          </a:p>
          <a:p>
            <a:pPr marL="342900" lvl="1" indent="0" defTabSz="912813" eaLnBrk="1" hangingPunct="1">
              <a:buNone/>
            </a:pPr>
            <a:r>
              <a:rPr lang="en-US" altLang="zh-CN" sz="2400" dirty="0" err="1"/>
              <a:t>ThreadNode</a:t>
            </a:r>
            <a:r>
              <a:rPr lang="en-US" altLang="zh-CN" sz="2400" dirty="0"/>
              <a:t>&lt;T&gt;  *p=last(r-&gt;</a:t>
            </a:r>
            <a:r>
              <a:rPr lang="en-US" altLang="zh-CN" sz="2400" dirty="0" err="1"/>
              <a:t>leftChild</a:t>
            </a:r>
            <a:r>
              <a:rPr lang="en-US" altLang="zh-CN" sz="2400" dirty="0"/>
              <a:t>); </a:t>
            </a:r>
          </a:p>
          <a:p>
            <a:pPr marL="342900" lvl="1" indent="0" defTabSz="912813" eaLnBrk="1" hangingPunct="1">
              <a:buNone/>
            </a:pPr>
            <a:r>
              <a:rPr lang="en-US" altLang="zh-CN" sz="2400" dirty="0"/>
              <a:t>p-&gt;</a:t>
            </a:r>
            <a:r>
              <a:rPr lang="en-US" altLang="zh-CN" sz="2400" dirty="0" err="1"/>
              <a:t>rightChild</a:t>
            </a:r>
            <a:r>
              <a:rPr lang="en-US" altLang="zh-CN" sz="2400" dirty="0"/>
              <a:t>=r-&gt;</a:t>
            </a:r>
            <a:r>
              <a:rPr lang="en-US" altLang="zh-CN" sz="2400" dirty="0" err="1"/>
              <a:t>rightChild</a:t>
            </a:r>
            <a:r>
              <a:rPr lang="en-US" altLang="zh-CN" sz="2400" dirty="0"/>
              <a:t>; </a:t>
            </a:r>
          </a:p>
          <a:p>
            <a:pPr marL="342900" lvl="1" indent="0" defTabSz="912813" eaLnBrk="1" hangingPunct="1">
              <a:buNone/>
            </a:pPr>
            <a:r>
              <a:rPr lang="en-US" altLang="zh-CN" sz="2400" dirty="0"/>
              <a:t>t-&gt;</a:t>
            </a:r>
            <a:r>
              <a:rPr lang="en-US" altLang="zh-CN" sz="2400" dirty="0" err="1"/>
              <a:t>rightChild</a:t>
            </a:r>
            <a:r>
              <a:rPr lang="en-US" altLang="zh-CN" sz="2400" dirty="0"/>
              <a:t>=r-&gt;</a:t>
            </a:r>
            <a:r>
              <a:rPr lang="en-US" altLang="zh-CN" sz="2400" dirty="0" err="1"/>
              <a:t>leftChild</a:t>
            </a:r>
            <a:r>
              <a:rPr lang="en-US" altLang="zh-CN" sz="2400" dirty="0"/>
              <a:t>;</a:t>
            </a:r>
            <a:endParaRPr lang="zh-CN" altLang="en-US" sz="2400" dirty="0"/>
          </a:p>
        </p:txBody>
      </p:sp>
      <p:sp>
        <p:nvSpPr>
          <p:cNvPr id="2" name="灯片编号占位符 1">
            <a:extLst>
              <a:ext uri="{FF2B5EF4-FFF2-40B4-BE49-F238E27FC236}">
                <a16:creationId xmlns:a16="http://schemas.microsoft.com/office/drawing/2014/main" id="{713E72A9-89A1-4AAB-A604-7614997CF2C7}"/>
              </a:ext>
            </a:extLst>
          </p:cNvPr>
          <p:cNvSpPr>
            <a:spLocks noGrp="1"/>
          </p:cNvSpPr>
          <p:nvPr>
            <p:ph type="sldNum" sz="quarter" idx="12"/>
          </p:nvPr>
        </p:nvSpPr>
        <p:spPr/>
        <p:txBody>
          <a:bodyPr/>
          <a:lstStyle/>
          <a:p>
            <a:pPr>
              <a:defRPr/>
            </a:pPr>
            <a:fld id="{04B9363C-368A-45A4-8D49-31EC94012550}" type="slidenum">
              <a:rPr lang="en-US" altLang="zh-CN" smtClean="0"/>
              <a:pPr>
                <a:defRPr/>
              </a:pPr>
              <a:t>88</a:t>
            </a:fld>
            <a:endParaRPr lang="en-US" altLang="zh-CN"/>
          </a:p>
        </p:txBody>
      </p:sp>
      <p:grpSp>
        <p:nvGrpSpPr>
          <p:cNvPr id="3" name="组合 2">
            <a:extLst>
              <a:ext uri="{FF2B5EF4-FFF2-40B4-BE49-F238E27FC236}">
                <a16:creationId xmlns:a16="http://schemas.microsoft.com/office/drawing/2014/main" id="{EE7AB5AA-9347-1811-D998-3B7D81986BA2}"/>
              </a:ext>
            </a:extLst>
          </p:cNvPr>
          <p:cNvGrpSpPr/>
          <p:nvPr/>
        </p:nvGrpSpPr>
        <p:grpSpPr>
          <a:xfrm>
            <a:off x="395536" y="3140968"/>
            <a:ext cx="7649194" cy="2904605"/>
            <a:chOff x="307182" y="2766885"/>
            <a:chExt cx="8388920" cy="3494712"/>
          </a:xfrm>
        </p:grpSpPr>
        <p:sp>
          <p:nvSpPr>
            <p:cNvPr id="5" name="Line 1026">
              <a:extLst>
                <a:ext uri="{FF2B5EF4-FFF2-40B4-BE49-F238E27FC236}">
                  <a16:creationId xmlns:a16="http://schemas.microsoft.com/office/drawing/2014/main" id="{5A5714E2-B043-4E24-980F-558A48D9930F}"/>
                </a:ext>
              </a:extLst>
            </p:cNvPr>
            <p:cNvSpPr>
              <a:spLocks noChangeShapeType="1"/>
            </p:cNvSpPr>
            <p:nvPr/>
          </p:nvSpPr>
          <p:spPr bwMode="auto">
            <a:xfrm>
              <a:off x="2527618" y="3202453"/>
              <a:ext cx="228600" cy="381000"/>
            </a:xfrm>
            <a:prstGeom prst="line">
              <a:avLst/>
            </a:prstGeom>
            <a:noFill/>
            <a:ln w="38100" cap="rnd">
              <a:solidFill>
                <a:schemeClr val="bg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 name="Line 1062">
              <a:extLst>
                <a:ext uri="{FF2B5EF4-FFF2-40B4-BE49-F238E27FC236}">
                  <a16:creationId xmlns:a16="http://schemas.microsoft.com/office/drawing/2014/main" id="{9198B2CD-EC94-4FB2-9F1A-3BDCA5AAF5AD}"/>
                </a:ext>
              </a:extLst>
            </p:cNvPr>
            <p:cNvSpPr>
              <a:spLocks noChangeShapeType="1"/>
            </p:cNvSpPr>
            <p:nvPr/>
          </p:nvSpPr>
          <p:spPr bwMode="auto">
            <a:xfrm flipH="1">
              <a:off x="764382" y="3735853"/>
              <a:ext cx="1077436" cy="3810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 name="Line 1063">
              <a:extLst>
                <a:ext uri="{FF2B5EF4-FFF2-40B4-BE49-F238E27FC236}">
                  <a16:creationId xmlns:a16="http://schemas.microsoft.com/office/drawing/2014/main" id="{3A4E847F-0F97-4637-A107-82AE0A150C27}"/>
                </a:ext>
              </a:extLst>
            </p:cNvPr>
            <p:cNvSpPr>
              <a:spLocks noChangeShapeType="1"/>
            </p:cNvSpPr>
            <p:nvPr/>
          </p:nvSpPr>
          <p:spPr bwMode="auto">
            <a:xfrm flipH="1">
              <a:off x="1883930" y="3030548"/>
              <a:ext cx="1868716" cy="398452"/>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 name="Line 1067">
              <a:extLst>
                <a:ext uri="{FF2B5EF4-FFF2-40B4-BE49-F238E27FC236}">
                  <a16:creationId xmlns:a16="http://schemas.microsoft.com/office/drawing/2014/main" id="{0756F19C-633B-494F-AD5F-B9523A271130}"/>
                </a:ext>
              </a:extLst>
            </p:cNvPr>
            <p:cNvSpPr>
              <a:spLocks noChangeShapeType="1"/>
            </p:cNvSpPr>
            <p:nvPr/>
          </p:nvSpPr>
          <p:spPr bwMode="auto">
            <a:xfrm>
              <a:off x="1994217" y="3812053"/>
              <a:ext cx="1047752" cy="313115"/>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 name="Oval 1127">
              <a:extLst>
                <a:ext uri="{FF2B5EF4-FFF2-40B4-BE49-F238E27FC236}">
                  <a16:creationId xmlns:a16="http://schemas.microsoft.com/office/drawing/2014/main" id="{7F0631F8-8815-46A8-B7B2-6ECC4FEA4618}"/>
                </a:ext>
              </a:extLst>
            </p:cNvPr>
            <p:cNvSpPr>
              <a:spLocks noChangeArrowheads="1"/>
            </p:cNvSpPr>
            <p:nvPr/>
          </p:nvSpPr>
          <p:spPr bwMode="auto">
            <a:xfrm>
              <a:off x="1689418" y="3431053"/>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12" name="Text Box 1128">
              <a:extLst>
                <a:ext uri="{FF2B5EF4-FFF2-40B4-BE49-F238E27FC236}">
                  <a16:creationId xmlns:a16="http://schemas.microsoft.com/office/drawing/2014/main" id="{9F48DB36-2536-4AFC-BBE7-0B1485F93788}"/>
                </a:ext>
              </a:extLst>
            </p:cNvPr>
            <p:cNvSpPr txBox="1">
              <a:spLocks noChangeArrowheads="1"/>
            </p:cNvSpPr>
            <p:nvPr/>
          </p:nvSpPr>
          <p:spPr bwMode="auto">
            <a:xfrm>
              <a:off x="1747417" y="3367087"/>
              <a:ext cx="28405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2800" dirty="0">
                  <a:solidFill>
                    <a:schemeClr val="bg1"/>
                  </a:solidFill>
                  <a:latin typeface="Times New Roman" panose="02020603050405020304" pitchFamily="18" charset="0"/>
                </a:rPr>
                <a:t>t</a:t>
              </a:r>
              <a:endParaRPr lang="en-US" altLang="zh-CN" sz="2400" dirty="0">
                <a:latin typeface="Times New Roman" panose="02020603050405020304" pitchFamily="18" charset="0"/>
              </a:endParaRPr>
            </a:p>
          </p:txBody>
        </p:sp>
        <p:sp>
          <p:nvSpPr>
            <p:cNvPr id="13" name="Oval 1129">
              <a:extLst>
                <a:ext uri="{FF2B5EF4-FFF2-40B4-BE49-F238E27FC236}">
                  <a16:creationId xmlns:a16="http://schemas.microsoft.com/office/drawing/2014/main" id="{13346502-5A45-403B-8EA3-6BD167C6A0B9}"/>
                </a:ext>
              </a:extLst>
            </p:cNvPr>
            <p:cNvSpPr>
              <a:spLocks noChangeArrowheads="1"/>
            </p:cNvSpPr>
            <p:nvPr/>
          </p:nvSpPr>
          <p:spPr bwMode="auto">
            <a:xfrm>
              <a:off x="307182" y="4036283"/>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14" name="Oval 1131">
              <a:extLst>
                <a:ext uri="{FF2B5EF4-FFF2-40B4-BE49-F238E27FC236}">
                  <a16:creationId xmlns:a16="http://schemas.microsoft.com/office/drawing/2014/main" id="{88AC7148-B22C-40AD-8CE0-DC35BE1B5143}"/>
                </a:ext>
              </a:extLst>
            </p:cNvPr>
            <p:cNvSpPr>
              <a:spLocks noChangeArrowheads="1"/>
            </p:cNvSpPr>
            <p:nvPr/>
          </p:nvSpPr>
          <p:spPr bwMode="auto">
            <a:xfrm>
              <a:off x="2899943" y="4080707"/>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15" name="Text Box 1132">
              <a:extLst>
                <a:ext uri="{FF2B5EF4-FFF2-40B4-BE49-F238E27FC236}">
                  <a16:creationId xmlns:a16="http://schemas.microsoft.com/office/drawing/2014/main" id="{D92BC935-E43A-4654-8478-6D6EDF7C603C}"/>
                </a:ext>
              </a:extLst>
            </p:cNvPr>
            <p:cNvSpPr txBox="1">
              <a:spLocks noChangeArrowheads="1"/>
            </p:cNvSpPr>
            <p:nvPr/>
          </p:nvSpPr>
          <p:spPr bwMode="auto">
            <a:xfrm>
              <a:off x="2947522" y="4002454"/>
              <a:ext cx="30489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2800" dirty="0">
                  <a:solidFill>
                    <a:schemeClr val="bg1"/>
                  </a:solidFill>
                  <a:latin typeface="Times New Roman" panose="02020603050405020304" pitchFamily="18" charset="0"/>
                </a:rPr>
                <a:t>r</a:t>
              </a:r>
              <a:endParaRPr lang="en-US" altLang="zh-CN" sz="2400" dirty="0">
                <a:latin typeface="Times New Roman" panose="02020603050405020304" pitchFamily="18" charset="0"/>
              </a:endParaRPr>
            </a:p>
          </p:txBody>
        </p:sp>
        <p:sp>
          <p:nvSpPr>
            <p:cNvPr id="16" name="Line 1138">
              <a:extLst>
                <a:ext uri="{FF2B5EF4-FFF2-40B4-BE49-F238E27FC236}">
                  <a16:creationId xmlns:a16="http://schemas.microsoft.com/office/drawing/2014/main" id="{8B53FE95-E2A0-4E6D-82FF-7AAD28DFB199}"/>
                </a:ext>
              </a:extLst>
            </p:cNvPr>
            <p:cNvSpPr>
              <a:spLocks noChangeShapeType="1"/>
            </p:cNvSpPr>
            <p:nvPr/>
          </p:nvSpPr>
          <p:spPr bwMode="auto">
            <a:xfrm flipH="1">
              <a:off x="2680018" y="3888253"/>
              <a:ext cx="76200" cy="228600"/>
            </a:xfrm>
            <a:prstGeom prst="line">
              <a:avLst/>
            </a:prstGeom>
            <a:noFill/>
            <a:ln w="38100" cap="rnd">
              <a:solidFill>
                <a:schemeClr val="bg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 name="Line 1062">
              <a:extLst>
                <a:ext uri="{FF2B5EF4-FFF2-40B4-BE49-F238E27FC236}">
                  <a16:creationId xmlns:a16="http://schemas.microsoft.com/office/drawing/2014/main" id="{12BA123C-4EDD-49A9-91FC-00B77C80C592}"/>
                </a:ext>
              </a:extLst>
            </p:cNvPr>
            <p:cNvSpPr>
              <a:spLocks noChangeShapeType="1"/>
            </p:cNvSpPr>
            <p:nvPr/>
          </p:nvSpPr>
          <p:spPr bwMode="auto">
            <a:xfrm flipH="1">
              <a:off x="1831536" y="5208914"/>
              <a:ext cx="304800" cy="5334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Line 1063">
              <a:extLst>
                <a:ext uri="{FF2B5EF4-FFF2-40B4-BE49-F238E27FC236}">
                  <a16:creationId xmlns:a16="http://schemas.microsoft.com/office/drawing/2014/main" id="{1078AB1F-B044-456D-96DA-3A0CC86D4A95}"/>
                </a:ext>
              </a:extLst>
            </p:cNvPr>
            <p:cNvSpPr>
              <a:spLocks noChangeShapeType="1"/>
            </p:cNvSpPr>
            <p:nvPr/>
          </p:nvSpPr>
          <p:spPr bwMode="auto">
            <a:xfrm flipH="1">
              <a:off x="2146618" y="4488573"/>
              <a:ext cx="823120" cy="502495"/>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Line 1067">
              <a:extLst>
                <a:ext uri="{FF2B5EF4-FFF2-40B4-BE49-F238E27FC236}">
                  <a16:creationId xmlns:a16="http://schemas.microsoft.com/office/drawing/2014/main" id="{AD5EE77E-DEF7-4C93-BFF5-C391D504A0C7}"/>
                </a:ext>
              </a:extLst>
            </p:cNvPr>
            <p:cNvSpPr>
              <a:spLocks noChangeShapeType="1"/>
            </p:cNvSpPr>
            <p:nvPr/>
          </p:nvSpPr>
          <p:spPr bwMode="auto">
            <a:xfrm>
              <a:off x="2288736" y="5285114"/>
              <a:ext cx="138112" cy="414338"/>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Oval 1127">
              <a:extLst>
                <a:ext uri="{FF2B5EF4-FFF2-40B4-BE49-F238E27FC236}">
                  <a16:creationId xmlns:a16="http://schemas.microsoft.com/office/drawing/2014/main" id="{2D8BA4CC-BD09-4429-9F19-EA88703ADBBB}"/>
                </a:ext>
              </a:extLst>
            </p:cNvPr>
            <p:cNvSpPr>
              <a:spLocks noChangeArrowheads="1"/>
            </p:cNvSpPr>
            <p:nvPr/>
          </p:nvSpPr>
          <p:spPr bwMode="auto">
            <a:xfrm>
              <a:off x="1983936" y="4904114"/>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cxnSp>
          <p:nvCxnSpPr>
            <p:cNvPr id="22" name="连接符: 肘形 21">
              <a:extLst>
                <a:ext uri="{FF2B5EF4-FFF2-40B4-BE49-F238E27FC236}">
                  <a16:creationId xmlns:a16="http://schemas.microsoft.com/office/drawing/2014/main" id="{409B0E80-568E-43E4-ACEF-37E62C517ADB}"/>
                </a:ext>
              </a:extLst>
            </p:cNvPr>
            <p:cNvCxnSpPr>
              <a:cxnSpLocks/>
            </p:cNvCxnSpPr>
            <p:nvPr/>
          </p:nvCxnSpPr>
          <p:spPr>
            <a:xfrm rot="5400000" flipH="1" flipV="1">
              <a:off x="2865681" y="3730030"/>
              <a:ext cx="1173658" cy="417633"/>
            </a:xfrm>
            <a:prstGeom prst="bentConnector3">
              <a:avLst>
                <a:gd name="adj1" fmla="val -14925"/>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3" name="连接符: 肘形 22">
              <a:extLst>
                <a:ext uri="{FF2B5EF4-FFF2-40B4-BE49-F238E27FC236}">
                  <a16:creationId xmlns:a16="http://schemas.microsoft.com/office/drawing/2014/main" id="{5CE6B6F3-0BCF-4B50-84DD-C3B4A072A28E}"/>
                </a:ext>
              </a:extLst>
            </p:cNvPr>
            <p:cNvCxnSpPr>
              <a:cxnSpLocks/>
              <a:stCxn id="24" idx="5"/>
              <a:endCxn id="15" idx="2"/>
            </p:cNvCxnSpPr>
            <p:nvPr/>
          </p:nvCxnSpPr>
          <p:spPr>
            <a:xfrm rot="5400000" flipH="1" flipV="1">
              <a:off x="2098158" y="5068536"/>
              <a:ext cx="1544671" cy="458948"/>
            </a:xfrm>
            <a:prstGeom prst="bentConnector3">
              <a:avLst>
                <a:gd name="adj1" fmla="val -19134"/>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24" name="Oval 1118">
              <a:extLst>
                <a:ext uri="{FF2B5EF4-FFF2-40B4-BE49-F238E27FC236}">
                  <a16:creationId xmlns:a16="http://schemas.microsoft.com/office/drawing/2014/main" id="{8EE3D58D-2862-4BDD-8B39-416BDE407CE3}"/>
                </a:ext>
              </a:extLst>
            </p:cNvPr>
            <p:cNvSpPr>
              <a:spLocks noChangeArrowheads="1"/>
            </p:cNvSpPr>
            <p:nvPr/>
          </p:nvSpPr>
          <p:spPr bwMode="auto">
            <a:xfrm>
              <a:off x="2250775" y="5680100"/>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25" name="Text Box 1121">
              <a:extLst>
                <a:ext uri="{FF2B5EF4-FFF2-40B4-BE49-F238E27FC236}">
                  <a16:creationId xmlns:a16="http://schemas.microsoft.com/office/drawing/2014/main" id="{5D7CEA56-8FE4-4B26-BB59-D64EA33DC373}"/>
                </a:ext>
              </a:extLst>
            </p:cNvPr>
            <p:cNvSpPr txBox="1">
              <a:spLocks noChangeArrowheads="1"/>
            </p:cNvSpPr>
            <p:nvPr/>
          </p:nvSpPr>
          <p:spPr bwMode="auto">
            <a:xfrm>
              <a:off x="2268699" y="5616134"/>
              <a:ext cx="3642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2800" dirty="0">
                  <a:solidFill>
                    <a:schemeClr val="bg1"/>
                  </a:solidFill>
                  <a:latin typeface="Times New Roman" panose="02020603050405020304" pitchFamily="18" charset="0"/>
                </a:rPr>
                <a:t>p</a:t>
              </a:r>
              <a:endParaRPr lang="en-US" altLang="zh-CN" sz="2400" dirty="0">
                <a:latin typeface="Times New Roman" panose="02020603050405020304" pitchFamily="18" charset="0"/>
              </a:endParaRPr>
            </a:p>
          </p:txBody>
        </p:sp>
        <p:sp>
          <p:nvSpPr>
            <p:cNvPr id="29" name="Oval 1129">
              <a:extLst>
                <a:ext uri="{FF2B5EF4-FFF2-40B4-BE49-F238E27FC236}">
                  <a16:creationId xmlns:a16="http://schemas.microsoft.com/office/drawing/2014/main" id="{91127C80-29E0-4F07-B4F0-8245377617C6}"/>
                </a:ext>
              </a:extLst>
            </p:cNvPr>
            <p:cNvSpPr>
              <a:spLocks noChangeArrowheads="1"/>
            </p:cNvSpPr>
            <p:nvPr/>
          </p:nvSpPr>
          <p:spPr bwMode="auto">
            <a:xfrm>
              <a:off x="1498092" y="5671015"/>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46" name="Oval 1127">
              <a:extLst>
                <a:ext uri="{FF2B5EF4-FFF2-40B4-BE49-F238E27FC236}">
                  <a16:creationId xmlns:a16="http://schemas.microsoft.com/office/drawing/2014/main" id="{619B2B02-0EE3-4455-8593-7B9F9A2A03E4}"/>
                </a:ext>
              </a:extLst>
            </p:cNvPr>
            <p:cNvSpPr>
              <a:spLocks noChangeArrowheads="1"/>
            </p:cNvSpPr>
            <p:nvPr/>
          </p:nvSpPr>
          <p:spPr bwMode="auto">
            <a:xfrm>
              <a:off x="3347415" y="2830851"/>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47" name="Text Box 1128">
              <a:extLst>
                <a:ext uri="{FF2B5EF4-FFF2-40B4-BE49-F238E27FC236}">
                  <a16:creationId xmlns:a16="http://schemas.microsoft.com/office/drawing/2014/main" id="{A12030EE-1714-41F9-8748-4F0CFBB0636B}"/>
                </a:ext>
              </a:extLst>
            </p:cNvPr>
            <p:cNvSpPr txBox="1">
              <a:spLocks noChangeArrowheads="1"/>
            </p:cNvSpPr>
            <p:nvPr/>
          </p:nvSpPr>
          <p:spPr bwMode="auto">
            <a:xfrm>
              <a:off x="3385376" y="2766885"/>
              <a:ext cx="32412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2800" dirty="0">
                  <a:solidFill>
                    <a:schemeClr val="bg1"/>
                  </a:solidFill>
                  <a:latin typeface="Times New Roman" panose="02020603050405020304" pitchFamily="18" charset="0"/>
                </a:rPr>
                <a:t>s</a:t>
              </a:r>
              <a:endParaRPr lang="en-US" altLang="zh-CN" sz="2400" dirty="0">
                <a:latin typeface="Times New Roman" panose="02020603050405020304" pitchFamily="18" charset="0"/>
              </a:endParaRPr>
            </a:p>
          </p:txBody>
        </p:sp>
        <p:sp>
          <p:nvSpPr>
            <p:cNvPr id="28" name="Line 1026">
              <a:extLst>
                <a:ext uri="{FF2B5EF4-FFF2-40B4-BE49-F238E27FC236}">
                  <a16:creationId xmlns:a16="http://schemas.microsoft.com/office/drawing/2014/main" id="{5DC3096E-6E18-41FD-8227-337055479646}"/>
                </a:ext>
              </a:extLst>
            </p:cNvPr>
            <p:cNvSpPr>
              <a:spLocks noChangeShapeType="1"/>
            </p:cNvSpPr>
            <p:nvPr/>
          </p:nvSpPr>
          <p:spPr bwMode="auto">
            <a:xfrm>
              <a:off x="7419105" y="3324696"/>
              <a:ext cx="228600" cy="381000"/>
            </a:xfrm>
            <a:prstGeom prst="line">
              <a:avLst/>
            </a:prstGeom>
            <a:noFill/>
            <a:ln w="38100" cap="rnd">
              <a:solidFill>
                <a:schemeClr val="bg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 name="Line 1062">
              <a:extLst>
                <a:ext uri="{FF2B5EF4-FFF2-40B4-BE49-F238E27FC236}">
                  <a16:creationId xmlns:a16="http://schemas.microsoft.com/office/drawing/2014/main" id="{918F1888-4D8F-42DF-A7D3-84EFA6F8570A}"/>
                </a:ext>
              </a:extLst>
            </p:cNvPr>
            <p:cNvSpPr>
              <a:spLocks noChangeShapeType="1"/>
            </p:cNvSpPr>
            <p:nvPr/>
          </p:nvSpPr>
          <p:spPr bwMode="auto">
            <a:xfrm flipH="1">
              <a:off x="5655869" y="3858096"/>
              <a:ext cx="1077436" cy="3810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 name="Line 1063">
              <a:extLst>
                <a:ext uri="{FF2B5EF4-FFF2-40B4-BE49-F238E27FC236}">
                  <a16:creationId xmlns:a16="http://schemas.microsoft.com/office/drawing/2014/main" id="{47178D7C-E2E1-4809-A54E-613AEC0A09FF}"/>
                </a:ext>
              </a:extLst>
            </p:cNvPr>
            <p:cNvSpPr>
              <a:spLocks noChangeShapeType="1"/>
            </p:cNvSpPr>
            <p:nvPr/>
          </p:nvSpPr>
          <p:spPr bwMode="auto">
            <a:xfrm flipH="1">
              <a:off x="6775417" y="3152791"/>
              <a:ext cx="1868716" cy="398452"/>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 name="Line 1067">
              <a:extLst>
                <a:ext uri="{FF2B5EF4-FFF2-40B4-BE49-F238E27FC236}">
                  <a16:creationId xmlns:a16="http://schemas.microsoft.com/office/drawing/2014/main" id="{59704005-C823-4AF2-A4B7-79D60EE6C705}"/>
                </a:ext>
              </a:extLst>
            </p:cNvPr>
            <p:cNvSpPr>
              <a:spLocks noChangeShapeType="1"/>
            </p:cNvSpPr>
            <p:nvPr/>
          </p:nvSpPr>
          <p:spPr bwMode="auto">
            <a:xfrm>
              <a:off x="6885704" y="3934296"/>
              <a:ext cx="189652" cy="1090007"/>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 name="Oval 1127">
              <a:extLst>
                <a:ext uri="{FF2B5EF4-FFF2-40B4-BE49-F238E27FC236}">
                  <a16:creationId xmlns:a16="http://schemas.microsoft.com/office/drawing/2014/main" id="{BDB42ABB-961E-452D-83D9-EEE31F1B9C51}"/>
                </a:ext>
              </a:extLst>
            </p:cNvPr>
            <p:cNvSpPr>
              <a:spLocks noChangeArrowheads="1"/>
            </p:cNvSpPr>
            <p:nvPr/>
          </p:nvSpPr>
          <p:spPr bwMode="auto">
            <a:xfrm>
              <a:off x="6580905" y="3553296"/>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34" name="Text Box 1128">
              <a:extLst>
                <a:ext uri="{FF2B5EF4-FFF2-40B4-BE49-F238E27FC236}">
                  <a16:creationId xmlns:a16="http://schemas.microsoft.com/office/drawing/2014/main" id="{C15EC0D9-610E-48CE-BA49-CEA869772A8F}"/>
                </a:ext>
              </a:extLst>
            </p:cNvPr>
            <p:cNvSpPr txBox="1">
              <a:spLocks noChangeArrowheads="1"/>
            </p:cNvSpPr>
            <p:nvPr/>
          </p:nvSpPr>
          <p:spPr bwMode="auto">
            <a:xfrm>
              <a:off x="6638904" y="3489330"/>
              <a:ext cx="28405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2800" dirty="0">
                  <a:solidFill>
                    <a:schemeClr val="bg1"/>
                  </a:solidFill>
                  <a:latin typeface="Times New Roman" panose="02020603050405020304" pitchFamily="18" charset="0"/>
                </a:rPr>
                <a:t>t</a:t>
              </a:r>
              <a:endParaRPr lang="en-US" altLang="zh-CN" sz="2400" dirty="0">
                <a:latin typeface="Times New Roman" panose="02020603050405020304" pitchFamily="18" charset="0"/>
              </a:endParaRPr>
            </a:p>
          </p:txBody>
        </p:sp>
        <p:sp>
          <p:nvSpPr>
            <p:cNvPr id="35" name="Oval 1129">
              <a:extLst>
                <a:ext uri="{FF2B5EF4-FFF2-40B4-BE49-F238E27FC236}">
                  <a16:creationId xmlns:a16="http://schemas.microsoft.com/office/drawing/2014/main" id="{D9AB346A-1804-4AE1-9E81-AF7227613DCD}"/>
                </a:ext>
              </a:extLst>
            </p:cNvPr>
            <p:cNvSpPr>
              <a:spLocks noChangeArrowheads="1"/>
            </p:cNvSpPr>
            <p:nvPr/>
          </p:nvSpPr>
          <p:spPr bwMode="auto">
            <a:xfrm>
              <a:off x="5198669" y="4158526"/>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36" name="Oval 1131">
              <a:extLst>
                <a:ext uri="{FF2B5EF4-FFF2-40B4-BE49-F238E27FC236}">
                  <a16:creationId xmlns:a16="http://schemas.microsoft.com/office/drawing/2014/main" id="{2B425C86-9247-4C93-966C-100F4CFA6D27}"/>
                </a:ext>
              </a:extLst>
            </p:cNvPr>
            <p:cNvSpPr>
              <a:spLocks noChangeArrowheads="1"/>
            </p:cNvSpPr>
            <p:nvPr/>
          </p:nvSpPr>
          <p:spPr bwMode="auto">
            <a:xfrm>
              <a:off x="7791430" y="4202950"/>
              <a:ext cx="457200" cy="457200"/>
            </a:xfrm>
            <a:prstGeom prst="ellipse">
              <a:avLst/>
            </a:prstGeom>
            <a:solidFill>
              <a:schemeClr val="tx1"/>
            </a:solidFill>
            <a:ln>
              <a:noFill/>
            </a:ln>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37" name="Text Box 1132">
              <a:extLst>
                <a:ext uri="{FF2B5EF4-FFF2-40B4-BE49-F238E27FC236}">
                  <a16:creationId xmlns:a16="http://schemas.microsoft.com/office/drawing/2014/main" id="{19B2A03B-F9C5-41D0-AFF2-68FFA6256756}"/>
                </a:ext>
              </a:extLst>
            </p:cNvPr>
            <p:cNvSpPr txBox="1">
              <a:spLocks noChangeArrowheads="1"/>
            </p:cNvSpPr>
            <p:nvPr/>
          </p:nvSpPr>
          <p:spPr bwMode="auto">
            <a:xfrm>
              <a:off x="7839009" y="4124697"/>
              <a:ext cx="30489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2800" dirty="0">
                  <a:solidFill>
                    <a:schemeClr val="bg1"/>
                  </a:solidFill>
                  <a:latin typeface="Times New Roman" panose="02020603050405020304" pitchFamily="18" charset="0"/>
                </a:rPr>
                <a:t>r</a:t>
              </a:r>
              <a:endParaRPr lang="en-US" altLang="zh-CN" sz="2400" dirty="0">
                <a:latin typeface="Times New Roman" panose="02020603050405020304" pitchFamily="18" charset="0"/>
              </a:endParaRPr>
            </a:p>
          </p:txBody>
        </p:sp>
        <p:sp>
          <p:nvSpPr>
            <p:cNvPr id="38" name="Line 1138">
              <a:extLst>
                <a:ext uri="{FF2B5EF4-FFF2-40B4-BE49-F238E27FC236}">
                  <a16:creationId xmlns:a16="http://schemas.microsoft.com/office/drawing/2014/main" id="{FA498413-91A3-426A-A1A5-0A0D8FCF4A1B}"/>
                </a:ext>
              </a:extLst>
            </p:cNvPr>
            <p:cNvSpPr>
              <a:spLocks noChangeShapeType="1"/>
            </p:cNvSpPr>
            <p:nvPr/>
          </p:nvSpPr>
          <p:spPr bwMode="auto">
            <a:xfrm flipH="1">
              <a:off x="7571505" y="4010496"/>
              <a:ext cx="76200" cy="228600"/>
            </a:xfrm>
            <a:prstGeom prst="line">
              <a:avLst/>
            </a:prstGeom>
            <a:noFill/>
            <a:ln w="38100" cap="rnd">
              <a:solidFill>
                <a:schemeClr val="bg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 name="Line 1062">
              <a:extLst>
                <a:ext uri="{FF2B5EF4-FFF2-40B4-BE49-F238E27FC236}">
                  <a16:creationId xmlns:a16="http://schemas.microsoft.com/office/drawing/2014/main" id="{6D8CD2C6-1D76-40DF-859F-44E9856D1F5A}"/>
                </a:ext>
              </a:extLst>
            </p:cNvPr>
            <p:cNvSpPr>
              <a:spLocks noChangeShapeType="1"/>
            </p:cNvSpPr>
            <p:nvPr/>
          </p:nvSpPr>
          <p:spPr bwMode="auto">
            <a:xfrm flipH="1">
              <a:off x="6723023" y="5331157"/>
              <a:ext cx="304800" cy="5334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 name="Line 1067">
              <a:extLst>
                <a:ext uri="{FF2B5EF4-FFF2-40B4-BE49-F238E27FC236}">
                  <a16:creationId xmlns:a16="http://schemas.microsoft.com/office/drawing/2014/main" id="{927B4112-5841-4535-B1CC-1F696F7B712D}"/>
                </a:ext>
              </a:extLst>
            </p:cNvPr>
            <p:cNvSpPr>
              <a:spLocks noChangeShapeType="1"/>
            </p:cNvSpPr>
            <p:nvPr/>
          </p:nvSpPr>
          <p:spPr bwMode="auto">
            <a:xfrm>
              <a:off x="7180223" y="5407357"/>
              <a:ext cx="138112" cy="414338"/>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 name="Oval 1127">
              <a:extLst>
                <a:ext uri="{FF2B5EF4-FFF2-40B4-BE49-F238E27FC236}">
                  <a16:creationId xmlns:a16="http://schemas.microsoft.com/office/drawing/2014/main" id="{331A0FEA-A5BC-47E7-BDE3-A67B40675718}"/>
                </a:ext>
              </a:extLst>
            </p:cNvPr>
            <p:cNvSpPr>
              <a:spLocks noChangeArrowheads="1"/>
            </p:cNvSpPr>
            <p:nvPr/>
          </p:nvSpPr>
          <p:spPr bwMode="auto">
            <a:xfrm>
              <a:off x="6875423" y="5026357"/>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cxnSp>
          <p:nvCxnSpPr>
            <p:cNvPr id="44" name="连接符: 肘形 43">
              <a:extLst>
                <a:ext uri="{FF2B5EF4-FFF2-40B4-BE49-F238E27FC236}">
                  <a16:creationId xmlns:a16="http://schemas.microsoft.com/office/drawing/2014/main" id="{E0C48C30-6E30-46E4-B40C-825C5478E52B}"/>
                </a:ext>
              </a:extLst>
            </p:cNvPr>
            <p:cNvCxnSpPr>
              <a:cxnSpLocks/>
              <a:stCxn id="45" idx="6"/>
            </p:cNvCxnSpPr>
            <p:nvPr/>
          </p:nvCxnSpPr>
          <p:spPr>
            <a:xfrm flipV="1">
              <a:off x="7599462" y="3367087"/>
              <a:ext cx="975985" cy="2663856"/>
            </a:xfrm>
            <a:prstGeom prst="bentConnector2">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45" name="Oval 1118">
              <a:extLst>
                <a:ext uri="{FF2B5EF4-FFF2-40B4-BE49-F238E27FC236}">
                  <a16:creationId xmlns:a16="http://schemas.microsoft.com/office/drawing/2014/main" id="{803A38A6-7AFE-4D56-A0B8-61C0F026AFCC}"/>
                </a:ext>
              </a:extLst>
            </p:cNvPr>
            <p:cNvSpPr>
              <a:spLocks noChangeArrowheads="1"/>
            </p:cNvSpPr>
            <p:nvPr/>
          </p:nvSpPr>
          <p:spPr bwMode="auto">
            <a:xfrm>
              <a:off x="7142262" y="5802343"/>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48" name="Text Box 1121">
              <a:extLst>
                <a:ext uri="{FF2B5EF4-FFF2-40B4-BE49-F238E27FC236}">
                  <a16:creationId xmlns:a16="http://schemas.microsoft.com/office/drawing/2014/main" id="{23335650-A9AA-4271-A5C3-6C43609076AF}"/>
                </a:ext>
              </a:extLst>
            </p:cNvPr>
            <p:cNvSpPr txBox="1">
              <a:spLocks noChangeArrowheads="1"/>
            </p:cNvSpPr>
            <p:nvPr/>
          </p:nvSpPr>
          <p:spPr bwMode="auto">
            <a:xfrm>
              <a:off x="7160186" y="5738377"/>
              <a:ext cx="3642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2800" dirty="0">
                  <a:solidFill>
                    <a:schemeClr val="bg1"/>
                  </a:solidFill>
                  <a:latin typeface="Times New Roman" panose="02020603050405020304" pitchFamily="18" charset="0"/>
                </a:rPr>
                <a:t>p</a:t>
              </a:r>
              <a:endParaRPr lang="en-US" altLang="zh-CN" sz="2400" dirty="0">
                <a:latin typeface="Times New Roman" panose="02020603050405020304" pitchFamily="18" charset="0"/>
              </a:endParaRPr>
            </a:p>
          </p:txBody>
        </p:sp>
        <p:sp>
          <p:nvSpPr>
            <p:cNvPr id="49" name="Oval 1129">
              <a:extLst>
                <a:ext uri="{FF2B5EF4-FFF2-40B4-BE49-F238E27FC236}">
                  <a16:creationId xmlns:a16="http://schemas.microsoft.com/office/drawing/2014/main" id="{1A96B62C-E008-41E4-B63E-AD0F11AF117C}"/>
                </a:ext>
              </a:extLst>
            </p:cNvPr>
            <p:cNvSpPr>
              <a:spLocks noChangeArrowheads="1"/>
            </p:cNvSpPr>
            <p:nvPr/>
          </p:nvSpPr>
          <p:spPr bwMode="auto">
            <a:xfrm>
              <a:off x="6389579" y="5793258"/>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50" name="Oval 1127">
              <a:extLst>
                <a:ext uri="{FF2B5EF4-FFF2-40B4-BE49-F238E27FC236}">
                  <a16:creationId xmlns:a16="http://schemas.microsoft.com/office/drawing/2014/main" id="{FEA56C04-F10B-4A22-B568-E155797ED754}"/>
                </a:ext>
              </a:extLst>
            </p:cNvPr>
            <p:cNvSpPr>
              <a:spLocks noChangeArrowheads="1"/>
            </p:cNvSpPr>
            <p:nvPr/>
          </p:nvSpPr>
          <p:spPr bwMode="auto">
            <a:xfrm>
              <a:off x="8238902" y="2953094"/>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51" name="Text Box 1128">
              <a:extLst>
                <a:ext uri="{FF2B5EF4-FFF2-40B4-BE49-F238E27FC236}">
                  <a16:creationId xmlns:a16="http://schemas.microsoft.com/office/drawing/2014/main" id="{B08DD3A0-22FB-4985-AC36-B375B15989F6}"/>
                </a:ext>
              </a:extLst>
            </p:cNvPr>
            <p:cNvSpPr txBox="1">
              <a:spLocks noChangeArrowheads="1"/>
            </p:cNvSpPr>
            <p:nvPr/>
          </p:nvSpPr>
          <p:spPr bwMode="auto">
            <a:xfrm>
              <a:off x="8276863" y="2889128"/>
              <a:ext cx="32412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2800" dirty="0">
                  <a:solidFill>
                    <a:schemeClr val="bg1"/>
                  </a:solidFill>
                  <a:latin typeface="Times New Roman" panose="02020603050405020304" pitchFamily="18" charset="0"/>
                </a:rPr>
                <a:t>s</a:t>
              </a:r>
              <a:endParaRPr lang="en-US" altLang="zh-CN" sz="2400" dirty="0">
                <a:latin typeface="Times New Roman" panose="02020603050405020304" pitchFamily="18" charset="0"/>
              </a:endParaRPr>
            </a:p>
          </p:txBody>
        </p:sp>
        <p:sp>
          <p:nvSpPr>
            <p:cNvPr id="52" name="箭头: 右 51">
              <a:extLst>
                <a:ext uri="{FF2B5EF4-FFF2-40B4-BE49-F238E27FC236}">
                  <a16:creationId xmlns:a16="http://schemas.microsoft.com/office/drawing/2014/main" id="{7346EC0A-0D13-4774-BA32-148617D8691F}"/>
                </a:ext>
              </a:extLst>
            </p:cNvPr>
            <p:cNvSpPr/>
            <p:nvPr/>
          </p:nvSpPr>
          <p:spPr>
            <a:xfrm>
              <a:off x="4166072" y="4044237"/>
              <a:ext cx="710407" cy="6841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905502995"/>
      </p:ext>
    </p:extLst>
  </p:cSld>
  <p:clrMapOvr>
    <a:masterClrMapping/>
  </p:clrMapOvr>
  <p:transition>
    <p:split/>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标题 1">
            <a:extLst>
              <a:ext uri="{FF2B5EF4-FFF2-40B4-BE49-F238E27FC236}">
                <a16:creationId xmlns:a16="http://schemas.microsoft.com/office/drawing/2014/main" id="{F40EBE2D-9410-4D70-BBE9-B145FDC552F0}"/>
              </a:ext>
            </a:extLst>
          </p:cNvPr>
          <p:cNvSpPr>
            <a:spLocks noGrp="1"/>
          </p:cNvSpPr>
          <p:nvPr>
            <p:ph type="title"/>
          </p:nvPr>
        </p:nvSpPr>
        <p:spPr/>
        <p:txBody>
          <a:bodyPr/>
          <a:lstStyle/>
          <a:p>
            <a:pPr eaLnBrk="1" hangingPunct="1"/>
            <a:r>
              <a:rPr lang="zh-CN" altLang="en-US" dirty="0"/>
              <a:t>删除结点</a:t>
            </a:r>
            <a:r>
              <a:rPr lang="en-US" altLang="zh-CN" dirty="0"/>
              <a:t>r</a:t>
            </a:r>
            <a:r>
              <a:rPr lang="zh-CN" altLang="en-US" dirty="0"/>
              <a:t>，</a:t>
            </a:r>
            <a:r>
              <a:rPr lang="en-US" altLang="zh-CN" dirty="0"/>
              <a:t>r</a:t>
            </a:r>
            <a:r>
              <a:rPr lang="zh-CN" altLang="en-US" dirty="0"/>
              <a:t>同时有左右子树</a:t>
            </a:r>
          </a:p>
        </p:txBody>
      </p:sp>
      <p:sp>
        <p:nvSpPr>
          <p:cNvPr id="108547" name="内容占位符 2">
            <a:extLst>
              <a:ext uri="{FF2B5EF4-FFF2-40B4-BE49-F238E27FC236}">
                <a16:creationId xmlns:a16="http://schemas.microsoft.com/office/drawing/2014/main" id="{EE206CD3-BB62-43D5-8E46-6B1474AFF6F3}"/>
              </a:ext>
            </a:extLst>
          </p:cNvPr>
          <p:cNvSpPr>
            <a:spLocks noGrp="1"/>
          </p:cNvSpPr>
          <p:nvPr>
            <p:ph idx="1"/>
          </p:nvPr>
        </p:nvSpPr>
        <p:spPr>
          <a:xfrm>
            <a:off x="174625" y="1450975"/>
            <a:ext cx="8794750" cy="2410788"/>
          </a:xfrm>
        </p:spPr>
        <p:txBody>
          <a:bodyPr>
            <a:normAutofit fontScale="92500" lnSpcReduction="10000"/>
          </a:bodyPr>
          <a:lstStyle/>
          <a:p>
            <a:pPr defTabSz="912813" eaLnBrk="1" hangingPunct="1"/>
            <a:r>
              <a:rPr lang="zh-CN" altLang="en-US" sz="2800" dirty="0"/>
              <a:t>把</a:t>
            </a:r>
            <a:r>
              <a:rPr lang="en-US" altLang="zh-CN" sz="2800" dirty="0"/>
              <a:t>r</a:t>
            </a:r>
            <a:r>
              <a:rPr lang="zh-CN" altLang="en-US" sz="2800" dirty="0"/>
              <a:t>的右子树接到</a:t>
            </a:r>
            <a:r>
              <a:rPr lang="en-US" altLang="zh-CN" sz="2800" dirty="0"/>
              <a:t>r</a:t>
            </a:r>
            <a:r>
              <a:rPr lang="zh-CN" altLang="en-US" sz="2800" dirty="0"/>
              <a:t>的左子树中序最后结点</a:t>
            </a:r>
            <a:r>
              <a:rPr lang="en-US" altLang="zh-CN" sz="2800" dirty="0"/>
              <a:t>p</a:t>
            </a:r>
            <a:r>
              <a:rPr lang="zh-CN" altLang="en-US" sz="2800" dirty="0"/>
              <a:t>之后（作为</a:t>
            </a:r>
            <a:r>
              <a:rPr lang="en-US" altLang="zh-CN" sz="2800" dirty="0"/>
              <a:t>p</a:t>
            </a:r>
            <a:r>
              <a:rPr lang="zh-CN" altLang="en-US" sz="2800" dirty="0"/>
              <a:t>的右子树），让</a:t>
            </a:r>
            <a:r>
              <a:rPr lang="en-US" altLang="zh-CN" sz="2800" dirty="0"/>
              <a:t>r</a:t>
            </a:r>
            <a:r>
              <a:rPr lang="zh-CN" altLang="en-US" sz="2800" dirty="0"/>
              <a:t>的右子树中序第一个结点</a:t>
            </a:r>
            <a:r>
              <a:rPr lang="en-US" altLang="zh-CN" sz="2800" dirty="0"/>
              <a:t>q</a:t>
            </a:r>
            <a:r>
              <a:rPr lang="zh-CN" altLang="en-US" sz="2800" dirty="0"/>
              <a:t>的左线索指回</a:t>
            </a:r>
            <a:r>
              <a:rPr lang="en-US" altLang="zh-CN" sz="2800" dirty="0"/>
              <a:t>p</a:t>
            </a:r>
            <a:r>
              <a:rPr lang="zh-CN" altLang="en-US" sz="2800" dirty="0"/>
              <a:t>。 </a:t>
            </a:r>
            <a:endParaRPr lang="en-US" altLang="zh-CN" sz="2800" dirty="0"/>
          </a:p>
          <a:p>
            <a:pPr marL="342900" lvl="1" indent="0" defTabSz="912813" eaLnBrk="1" hangingPunct="1">
              <a:buNone/>
            </a:pPr>
            <a:r>
              <a:rPr lang="en-US" altLang="zh-CN" sz="2400" dirty="0" err="1"/>
              <a:t>ThreadNode</a:t>
            </a:r>
            <a:r>
              <a:rPr lang="en-US" altLang="zh-CN" sz="2400" dirty="0"/>
              <a:t>&lt;T&gt; *p = last(r-&gt;</a:t>
            </a:r>
            <a:r>
              <a:rPr lang="en-US" altLang="zh-CN" sz="2400" dirty="0" err="1"/>
              <a:t>leftChild</a:t>
            </a:r>
            <a:r>
              <a:rPr lang="en-US" altLang="zh-CN" sz="2400" dirty="0"/>
              <a:t>); </a:t>
            </a:r>
          </a:p>
          <a:p>
            <a:pPr marL="342900" lvl="1" indent="0" defTabSz="912813" eaLnBrk="1" hangingPunct="1">
              <a:buNone/>
            </a:pPr>
            <a:r>
              <a:rPr lang="en-US" altLang="zh-CN" sz="2400" dirty="0"/>
              <a:t>p-&gt;</a:t>
            </a:r>
            <a:r>
              <a:rPr lang="en-US" altLang="zh-CN" sz="2400" dirty="0" err="1"/>
              <a:t>rightChild</a:t>
            </a:r>
            <a:r>
              <a:rPr lang="en-US" altLang="zh-CN" sz="2400" dirty="0"/>
              <a:t> = r-&gt;</a:t>
            </a:r>
            <a:r>
              <a:rPr lang="en-US" altLang="zh-CN" sz="2400" dirty="0" err="1"/>
              <a:t>rightChild</a:t>
            </a:r>
            <a:r>
              <a:rPr lang="en-US" altLang="zh-CN" sz="2400" dirty="0"/>
              <a:t>; p-&gt;</a:t>
            </a:r>
            <a:r>
              <a:rPr lang="en-US" altLang="zh-CN" sz="2400" dirty="0" err="1"/>
              <a:t>rtag</a:t>
            </a:r>
            <a:r>
              <a:rPr lang="en-US" altLang="zh-CN" sz="2400" dirty="0"/>
              <a:t> = r-&gt;</a:t>
            </a:r>
            <a:r>
              <a:rPr lang="en-US" altLang="zh-CN" sz="2400" dirty="0" err="1"/>
              <a:t>rtag</a:t>
            </a:r>
            <a:r>
              <a:rPr lang="en-US" altLang="zh-CN" sz="2400" dirty="0"/>
              <a:t>; </a:t>
            </a:r>
          </a:p>
          <a:p>
            <a:pPr marL="342900" lvl="1" indent="0" defTabSz="912813" eaLnBrk="1" hangingPunct="1">
              <a:buNone/>
            </a:pPr>
            <a:r>
              <a:rPr lang="en-US" altLang="zh-CN" sz="2400" dirty="0"/>
              <a:t>t-&gt;</a:t>
            </a:r>
            <a:r>
              <a:rPr lang="en-US" altLang="zh-CN" sz="2400" dirty="0" err="1"/>
              <a:t>rightChild</a:t>
            </a:r>
            <a:r>
              <a:rPr lang="en-US" altLang="zh-CN" sz="2400" dirty="0"/>
              <a:t> = r-&gt;</a:t>
            </a:r>
            <a:r>
              <a:rPr lang="en-US" altLang="zh-CN" sz="2400" dirty="0" err="1"/>
              <a:t>leftChild</a:t>
            </a:r>
            <a:r>
              <a:rPr lang="en-US" altLang="zh-CN" sz="2400" dirty="0"/>
              <a:t>; </a:t>
            </a:r>
          </a:p>
          <a:p>
            <a:pPr marL="342900" lvl="1" indent="0" defTabSz="912813" eaLnBrk="1" hangingPunct="1">
              <a:buNone/>
            </a:pPr>
            <a:r>
              <a:rPr lang="en-US" altLang="zh-CN" sz="2400" dirty="0" err="1"/>
              <a:t>ThreadNode</a:t>
            </a:r>
            <a:r>
              <a:rPr lang="en-US" altLang="zh-CN" sz="2400" dirty="0"/>
              <a:t>&lt;T&gt; </a:t>
            </a:r>
            <a:r>
              <a:rPr lang="zh-CN" altLang="en-US" sz="2400" dirty="0"/>
              <a:t>*</a:t>
            </a:r>
            <a:r>
              <a:rPr lang="en-US" altLang="zh-CN" sz="2400" dirty="0"/>
              <a:t>q = first(r-&gt;</a:t>
            </a:r>
            <a:r>
              <a:rPr lang="en-US" altLang="zh-CN" sz="2400" dirty="0" err="1"/>
              <a:t>rightChild</a:t>
            </a:r>
            <a:r>
              <a:rPr lang="en-US" altLang="zh-CN" sz="2400" dirty="0"/>
              <a:t>); q-&gt;</a:t>
            </a:r>
            <a:r>
              <a:rPr lang="en-US" altLang="zh-CN" sz="2400" dirty="0" err="1"/>
              <a:t>leftChild</a:t>
            </a:r>
            <a:r>
              <a:rPr lang="en-US" altLang="zh-CN" sz="2400" dirty="0"/>
              <a:t> = p</a:t>
            </a:r>
          </a:p>
        </p:txBody>
      </p:sp>
      <p:sp>
        <p:nvSpPr>
          <p:cNvPr id="2" name="灯片编号占位符 1">
            <a:extLst>
              <a:ext uri="{FF2B5EF4-FFF2-40B4-BE49-F238E27FC236}">
                <a16:creationId xmlns:a16="http://schemas.microsoft.com/office/drawing/2014/main" id="{6DB77809-1D8D-4152-9C2A-6C742DFB6549}"/>
              </a:ext>
            </a:extLst>
          </p:cNvPr>
          <p:cNvSpPr>
            <a:spLocks noGrp="1"/>
          </p:cNvSpPr>
          <p:nvPr>
            <p:ph type="sldNum" sz="quarter" idx="12"/>
          </p:nvPr>
        </p:nvSpPr>
        <p:spPr/>
        <p:txBody>
          <a:bodyPr/>
          <a:lstStyle/>
          <a:p>
            <a:pPr>
              <a:defRPr/>
            </a:pPr>
            <a:fld id="{04B9363C-368A-45A4-8D49-31EC94012550}" type="slidenum">
              <a:rPr lang="en-US" altLang="zh-CN" smtClean="0"/>
              <a:pPr>
                <a:defRPr/>
              </a:pPr>
              <a:t>89</a:t>
            </a:fld>
            <a:endParaRPr lang="en-US" altLang="zh-CN"/>
          </a:p>
        </p:txBody>
      </p:sp>
      <p:grpSp>
        <p:nvGrpSpPr>
          <p:cNvPr id="3" name="组合 2">
            <a:extLst>
              <a:ext uri="{FF2B5EF4-FFF2-40B4-BE49-F238E27FC236}">
                <a16:creationId xmlns:a16="http://schemas.microsoft.com/office/drawing/2014/main" id="{EFB8EA83-9108-D3BD-5D19-28E907EA467C}"/>
              </a:ext>
            </a:extLst>
          </p:cNvPr>
          <p:cNvGrpSpPr/>
          <p:nvPr/>
        </p:nvGrpSpPr>
        <p:grpSpPr>
          <a:xfrm>
            <a:off x="1182309" y="4054794"/>
            <a:ext cx="6779382" cy="2298919"/>
            <a:chOff x="168882" y="3722369"/>
            <a:chExt cx="8168408" cy="2937224"/>
          </a:xfrm>
        </p:grpSpPr>
        <p:sp>
          <p:nvSpPr>
            <p:cNvPr id="5" name="Line 1026">
              <a:extLst>
                <a:ext uri="{FF2B5EF4-FFF2-40B4-BE49-F238E27FC236}">
                  <a16:creationId xmlns:a16="http://schemas.microsoft.com/office/drawing/2014/main" id="{041AB5FD-8F2D-475C-8681-D3805B2F3EC6}"/>
                </a:ext>
              </a:extLst>
            </p:cNvPr>
            <p:cNvSpPr>
              <a:spLocks noChangeShapeType="1"/>
            </p:cNvSpPr>
            <p:nvPr/>
          </p:nvSpPr>
          <p:spPr bwMode="auto">
            <a:xfrm>
              <a:off x="1777472" y="4189454"/>
              <a:ext cx="228600" cy="381000"/>
            </a:xfrm>
            <a:prstGeom prst="line">
              <a:avLst/>
            </a:prstGeom>
            <a:noFill/>
            <a:ln w="38100" cap="rnd">
              <a:solidFill>
                <a:schemeClr val="bg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 name="Line 1062">
              <a:extLst>
                <a:ext uri="{FF2B5EF4-FFF2-40B4-BE49-F238E27FC236}">
                  <a16:creationId xmlns:a16="http://schemas.microsoft.com/office/drawing/2014/main" id="{E427FE3A-A2C6-4AF2-846D-EEF7BC7CB449}"/>
                </a:ext>
              </a:extLst>
            </p:cNvPr>
            <p:cNvSpPr>
              <a:spLocks noChangeShapeType="1"/>
            </p:cNvSpPr>
            <p:nvPr/>
          </p:nvSpPr>
          <p:spPr bwMode="auto">
            <a:xfrm flipH="1">
              <a:off x="557034" y="4782864"/>
              <a:ext cx="556769" cy="283456"/>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 name="Line 1063">
              <a:extLst>
                <a:ext uri="{FF2B5EF4-FFF2-40B4-BE49-F238E27FC236}">
                  <a16:creationId xmlns:a16="http://schemas.microsoft.com/office/drawing/2014/main" id="{6DBB0904-6F11-44C7-9C70-C204FD9D18D4}"/>
                </a:ext>
              </a:extLst>
            </p:cNvPr>
            <p:cNvSpPr>
              <a:spLocks noChangeShapeType="1"/>
            </p:cNvSpPr>
            <p:nvPr/>
          </p:nvSpPr>
          <p:spPr bwMode="auto">
            <a:xfrm flipH="1">
              <a:off x="1263859" y="4285333"/>
              <a:ext cx="1343981" cy="358711"/>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 name="Line 1067">
              <a:extLst>
                <a:ext uri="{FF2B5EF4-FFF2-40B4-BE49-F238E27FC236}">
                  <a16:creationId xmlns:a16="http://schemas.microsoft.com/office/drawing/2014/main" id="{4F71891E-CA73-4E4E-A4E2-0C55EE566EB1}"/>
                </a:ext>
              </a:extLst>
            </p:cNvPr>
            <p:cNvSpPr>
              <a:spLocks noChangeShapeType="1"/>
            </p:cNvSpPr>
            <p:nvPr/>
          </p:nvSpPr>
          <p:spPr bwMode="auto">
            <a:xfrm>
              <a:off x="1230336" y="4813265"/>
              <a:ext cx="1047752" cy="313115"/>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 name="Oval 1118">
              <a:extLst>
                <a:ext uri="{FF2B5EF4-FFF2-40B4-BE49-F238E27FC236}">
                  <a16:creationId xmlns:a16="http://schemas.microsoft.com/office/drawing/2014/main" id="{8910B176-AE7D-43FD-87B9-28F47AB74FCC}"/>
                </a:ext>
              </a:extLst>
            </p:cNvPr>
            <p:cNvSpPr>
              <a:spLocks noChangeArrowheads="1"/>
            </p:cNvSpPr>
            <p:nvPr/>
          </p:nvSpPr>
          <p:spPr bwMode="auto">
            <a:xfrm>
              <a:off x="2557941" y="3901725"/>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11" name="Oval 1127">
              <a:extLst>
                <a:ext uri="{FF2B5EF4-FFF2-40B4-BE49-F238E27FC236}">
                  <a16:creationId xmlns:a16="http://schemas.microsoft.com/office/drawing/2014/main" id="{D6C38A4A-F28B-4A55-9D2C-B8170B86DCAD}"/>
                </a:ext>
              </a:extLst>
            </p:cNvPr>
            <p:cNvSpPr>
              <a:spLocks noChangeArrowheads="1"/>
            </p:cNvSpPr>
            <p:nvPr/>
          </p:nvSpPr>
          <p:spPr bwMode="auto">
            <a:xfrm>
              <a:off x="939272" y="4418054"/>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12" name="Text Box 1128">
              <a:extLst>
                <a:ext uri="{FF2B5EF4-FFF2-40B4-BE49-F238E27FC236}">
                  <a16:creationId xmlns:a16="http://schemas.microsoft.com/office/drawing/2014/main" id="{9B1133E7-B513-4588-97E8-D5790A373449}"/>
                </a:ext>
              </a:extLst>
            </p:cNvPr>
            <p:cNvSpPr txBox="1">
              <a:spLocks noChangeArrowheads="1"/>
            </p:cNvSpPr>
            <p:nvPr/>
          </p:nvSpPr>
          <p:spPr bwMode="auto">
            <a:xfrm>
              <a:off x="997271" y="4354088"/>
              <a:ext cx="28405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2800" dirty="0">
                  <a:solidFill>
                    <a:schemeClr val="bg1"/>
                  </a:solidFill>
                  <a:latin typeface="Times New Roman" panose="02020603050405020304" pitchFamily="18" charset="0"/>
                </a:rPr>
                <a:t>t</a:t>
              </a:r>
              <a:endParaRPr lang="en-US" altLang="zh-CN" sz="2400" dirty="0">
                <a:latin typeface="Times New Roman" panose="02020603050405020304" pitchFamily="18" charset="0"/>
              </a:endParaRPr>
            </a:p>
          </p:txBody>
        </p:sp>
        <p:sp>
          <p:nvSpPr>
            <p:cNvPr id="13" name="Oval 1129">
              <a:extLst>
                <a:ext uri="{FF2B5EF4-FFF2-40B4-BE49-F238E27FC236}">
                  <a16:creationId xmlns:a16="http://schemas.microsoft.com/office/drawing/2014/main" id="{44AC9068-04BE-48A3-9D51-E3BD8650000B}"/>
                </a:ext>
              </a:extLst>
            </p:cNvPr>
            <p:cNvSpPr>
              <a:spLocks noChangeArrowheads="1"/>
            </p:cNvSpPr>
            <p:nvPr/>
          </p:nvSpPr>
          <p:spPr bwMode="auto">
            <a:xfrm>
              <a:off x="168882" y="4944306"/>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14" name="Oval 1131">
              <a:extLst>
                <a:ext uri="{FF2B5EF4-FFF2-40B4-BE49-F238E27FC236}">
                  <a16:creationId xmlns:a16="http://schemas.microsoft.com/office/drawing/2014/main" id="{6EED5E54-4121-4BBA-A426-A9ECF665DCC8}"/>
                </a:ext>
              </a:extLst>
            </p:cNvPr>
            <p:cNvSpPr>
              <a:spLocks noChangeArrowheads="1"/>
            </p:cNvSpPr>
            <p:nvPr/>
          </p:nvSpPr>
          <p:spPr bwMode="auto">
            <a:xfrm>
              <a:off x="2150640" y="4929973"/>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15" name="Text Box 1132">
              <a:extLst>
                <a:ext uri="{FF2B5EF4-FFF2-40B4-BE49-F238E27FC236}">
                  <a16:creationId xmlns:a16="http://schemas.microsoft.com/office/drawing/2014/main" id="{5BAD85E6-5658-478E-A671-BFC1D67FD15E}"/>
                </a:ext>
              </a:extLst>
            </p:cNvPr>
            <p:cNvSpPr txBox="1">
              <a:spLocks noChangeArrowheads="1"/>
            </p:cNvSpPr>
            <p:nvPr/>
          </p:nvSpPr>
          <p:spPr bwMode="auto">
            <a:xfrm>
              <a:off x="2198219" y="4851720"/>
              <a:ext cx="30489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2800" dirty="0">
                  <a:solidFill>
                    <a:schemeClr val="bg1"/>
                  </a:solidFill>
                  <a:latin typeface="Times New Roman" panose="02020603050405020304" pitchFamily="18" charset="0"/>
                </a:rPr>
                <a:t>r</a:t>
              </a:r>
              <a:endParaRPr lang="en-US" altLang="zh-CN" sz="2400" dirty="0">
                <a:latin typeface="Times New Roman" panose="02020603050405020304" pitchFamily="18" charset="0"/>
              </a:endParaRPr>
            </a:p>
          </p:txBody>
        </p:sp>
        <p:sp>
          <p:nvSpPr>
            <p:cNvPr id="16" name="Line 1138">
              <a:extLst>
                <a:ext uri="{FF2B5EF4-FFF2-40B4-BE49-F238E27FC236}">
                  <a16:creationId xmlns:a16="http://schemas.microsoft.com/office/drawing/2014/main" id="{66C42DEB-7922-4E70-A911-F743D8DEB370}"/>
                </a:ext>
              </a:extLst>
            </p:cNvPr>
            <p:cNvSpPr>
              <a:spLocks noChangeShapeType="1"/>
            </p:cNvSpPr>
            <p:nvPr/>
          </p:nvSpPr>
          <p:spPr bwMode="auto">
            <a:xfrm flipH="1">
              <a:off x="1931520" y="4799283"/>
              <a:ext cx="76200" cy="228600"/>
            </a:xfrm>
            <a:prstGeom prst="line">
              <a:avLst/>
            </a:prstGeom>
            <a:noFill/>
            <a:ln w="38100" cap="rnd">
              <a:solidFill>
                <a:schemeClr val="bg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 name="Line 1062">
              <a:extLst>
                <a:ext uri="{FF2B5EF4-FFF2-40B4-BE49-F238E27FC236}">
                  <a16:creationId xmlns:a16="http://schemas.microsoft.com/office/drawing/2014/main" id="{CE4743A0-6D53-49AF-BBF4-E87FD7DCF08C}"/>
                </a:ext>
              </a:extLst>
            </p:cNvPr>
            <p:cNvSpPr>
              <a:spLocks noChangeShapeType="1"/>
            </p:cNvSpPr>
            <p:nvPr/>
          </p:nvSpPr>
          <p:spPr bwMode="auto">
            <a:xfrm flipH="1">
              <a:off x="997271" y="5696057"/>
              <a:ext cx="266589" cy="396615"/>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Line 1063">
              <a:extLst>
                <a:ext uri="{FF2B5EF4-FFF2-40B4-BE49-F238E27FC236}">
                  <a16:creationId xmlns:a16="http://schemas.microsoft.com/office/drawing/2014/main" id="{9D0D8045-9A03-4B9D-BA03-6938EDEC9B6C}"/>
                </a:ext>
              </a:extLst>
            </p:cNvPr>
            <p:cNvSpPr>
              <a:spLocks noChangeShapeType="1"/>
            </p:cNvSpPr>
            <p:nvPr/>
          </p:nvSpPr>
          <p:spPr bwMode="auto">
            <a:xfrm flipH="1">
              <a:off x="1331239" y="5334055"/>
              <a:ext cx="933590" cy="217341"/>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Line 1067">
              <a:extLst>
                <a:ext uri="{FF2B5EF4-FFF2-40B4-BE49-F238E27FC236}">
                  <a16:creationId xmlns:a16="http://schemas.microsoft.com/office/drawing/2014/main" id="{040A0C7D-74DA-4F7E-8EDF-6AA7C0394BF6}"/>
                </a:ext>
              </a:extLst>
            </p:cNvPr>
            <p:cNvSpPr>
              <a:spLocks noChangeShapeType="1"/>
            </p:cNvSpPr>
            <p:nvPr/>
          </p:nvSpPr>
          <p:spPr bwMode="auto">
            <a:xfrm>
              <a:off x="1464936" y="5720310"/>
              <a:ext cx="312535" cy="3403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Oval 1127">
              <a:extLst>
                <a:ext uri="{FF2B5EF4-FFF2-40B4-BE49-F238E27FC236}">
                  <a16:creationId xmlns:a16="http://schemas.microsoft.com/office/drawing/2014/main" id="{BBA92923-C236-4A3F-AA1A-2450A40E9636}"/>
                </a:ext>
              </a:extLst>
            </p:cNvPr>
            <p:cNvSpPr>
              <a:spLocks noChangeArrowheads="1"/>
            </p:cNvSpPr>
            <p:nvPr/>
          </p:nvSpPr>
          <p:spPr bwMode="auto">
            <a:xfrm>
              <a:off x="1111461" y="5391257"/>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cxnSp>
          <p:nvCxnSpPr>
            <p:cNvPr id="22" name="连接符: 肘形 21">
              <a:extLst>
                <a:ext uri="{FF2B5EF4-FFF2-40B4-BE49-F238E27FC236}">
                  <a16:creationId xmlns:a16="http://schemas.microsoft.com/office/drawing/2014/main" id="{F870C2C1-E038-452B-9981-A6FB90EADC80}"/>
                </a:ext>
              </a:extLst>
            </p:cNvPr>
            <p:cNvCxnSpPr>
              <a:cxnSpLocks/>
              <a:endCxn id="15" idx="2"/>
            </p:cNvCxnSpPr>
            <p:nvPr/>
          </p:nvCxnSpPr>
          <p:spPr>
            <a:xfrm rot="5400000" flipH="1" flipV="1">
              <a:off x="1521692" y="5751781"/>
              <a:ext cx="1205814" cy="452132"/>
            </a:xfrm>
            <a:prstGeom prst="bentConnector3">
              <a:avLst>
                <a:gd name="adj1" fmla="val 1973"/>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23" name="Oval 1118">
              <a:extLst>
                <a:ext uri="{FF2B5EF4-FFF2-40B4-BE49-F238E27FC236}">
                  <a16:creationId xmlns:a16="http://schemas.microsoft.com/office/drawing/2014/main" id="{B8DF7620-8E2E-44C4-9B3C-909726139E60}"/>
                </a:ext>
              </a:extLst>
            </p:cNvPr>
            <p:cNvSpPr>
              <a:spLocks noChangeArrowheads="1"/>
            </p:cNvSpPr>
            <p:nvPr/>
          </p:nvSpPr>
          <p:spPr bwMode="auto">
            <a:xfrm>
              <a:off x="1698508" y="6007532"/>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24" name="Text Box 1121">
              <a:extLst>
                <a:ext uri="{FF2B5EF4-FFF2-40B4-BE49-F238E27FC236}">
                  <a16:creationId xmlns:a16="http://schemas.microsoft.com/office/drawing/2014/main" id="{9A563C3B-8B91-4F60-9913-EE98C19F926A}"/>
                </a:ext>
              </a:extLst>
            </p:cNvPr>
            <p:cNvSpPr txBox="1">
              <a:spLocks noChangeArrowheads="1"/>
            </p:cNvSpPr>
            <p:nvPr/>
          </p:nvSpPr>
          <p:spPr bwMode="auto">
            <a:xfrm>
              <a:off x="1716432" y="5943566"/>
              <a:ext cx="3642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2800" dirty="0">
                  <a:solidFill>
                    <a:schemeClr val="bg1"/>
                  </a:solidFill>
                  <a:latin typeface="Times New Roman" panose="02020603050405020304" pitchFamily="18" charset="0"/>
                </a:rPr>
                <a:t>p</a:t>
              </a:r>
              <a:endParaRPr lang="en-US" altLang="zh-CN" sz="2400" dirty="0">
                <a:latin typeface="Times New Roman" panose="02020603050405020304" pitchFamily="18" charset="0"/>
              </a:endParaRPr>
            </a:p>
          </p:txBody>
        </p:sp>
        <p:sp>
          <p:nvSpPr>
            <p:cNvPr id="25" name="Oval 1129">
              <a:extLst>
                <a:ext uri="{FF2B5EF4-FFF2-40B4-BE49-F238E27FC236}">
                  <a16:creationId xmlns:a16="http://schemas.microsoft.com/office/drawing/2014/main" id="{975CA8EB-96B1-44E4-868F-C229BE50A0A9}"/>
                </a:ext>
              </a:extLst>
            </p:cNvPr>
            <p:cNvSpPr>
              <a:spLocks noChangeArrowheads="1"/>
            </p:cNvSpPr>
            <p:nvPr/>
          </p:nvSpPr>
          <p:spPr bwMode="auto">
            <a:xfrm>
              <a:off x="628701" y="6060610"/>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29" name="Line 1062">
              <a:extLst>
                <a:ext uri="{FF2B5EF4-FFF2-40B4-BE49-F238E27FC236}">
                  <a16:creationId xmlns:a16="http://schemas.microsoft.com/office/drawing/2014/main" id="{6E485E66-D131-4F5C-BD65-134321F8A27D}"/>
                </a:ext>
              </a:extLst>
            </p:cNvPr>
            <p:cNvSpPr>
              <a:spLocks noChangeShapeType="1"/>
            </p:cNvSpPr>
            <p:nvPr/>
          </p:nvSpPr>
          <p:spPr bwMode="auto">
            <a:xfrm flipH="1">
              <a:off x="3044175" y="5728119"/>
              <a:ext cx="739447" cy="39624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 name="Line 1063">
              <a:extLst>
                <a:ext uri="{FF2B5EF4-FFF2-40B4-BE49-F238E27FC236}">
                  <a16:creationId xmlns:a16="http://schemas.microsoft.com/office/drawing/2014/main" id="{5F461C77-3ED8-4D3F-BBE5-0A1EBE159DED}"/>
                </a:ext>
              </a:extLst>
            </p:cNvPr>
            <p:cNvSpPr>
              <a:spLocks noChangeShapeType="1"/>
            </p:cNvSpPr>
            <p:nvPr/>
          </p:nvSpPr>
          <p:spPr bwMode="auto">
            <a:xfrm>
              <a:off x="2541164" y="5334055"/>
              <a:ext cx="1309836" cy="249403"/>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 name="Line 1067">
              <a:extLst>
                <a:ext uri="{FF2B5EF4-FFF2-40B4-BE49-F238E27FC236}">
                  <a16:creationId xmlns:a16="http://schemas.microsoft.com/office/drawing/2014/main" id="{86E93D66-96B2-4590-B6DB-9773EEE9B4C2}"/>
                </a:ext>
              </a:extLst>
            </p:cNvPr>
            <p:cNvSpPr>
              <a:spLocks noChangeShapeType="1"/>
            </p:cNvSpPr>
            <p:nvPr/>
          </p:nvSpPr>
          <p:spPr bwMode="auto">
            <a:xfrm>
              <a:off x="3984697" y="5752372"/>
              <a:ext cx="312535" cy="3403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 name="Oval 1127">
              <a:extLst>
                <a:ext uri="{FF2B5EF4-FFF2-40B4-BE49-F238E27FC236}">
                  <a16:creationId xmlns:a16="http://schemas.microsoft.com/office/drawing/2014/main" id="{40AC603C-2676-4EDF-AB79-D798B3D018AC}"/>
                </a:ext>
              </a:extLst>
            </p:cNvPr>
            <p:cNvSpPr>
              <a:spLocks noChangeArrowheads="1"/>
            </p:cNvSpPr>
            <p:nvPr/>
          </p:nvSpPr>
          <p:spPr bwMode="auto">
            <a:xfrm>
              <a:off x="3631222" y="5423319"/>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cxnSp>
          <p:nvCxnSpPr>
            <p:cNvPr id="33" name="连接符: 肘形 32">
              <a:extLst>
                <a:ext uri="{FF2B5EF4-FFF2-40B4-BE49-F238E27FC236}">
                  <a16:creationId xmlns:a16="http://schemas.microsoft.com/office/drawing/2014/main" id="{1EEFA030-F421-45F1-A5CC-519FFD562570}"/>
                </a:ext>
              </a:extLst>
            </p:cNvPr>
            <p:cNvCxnSpPr>
              <a:cxnSpLocks/>
              <a:stCxn id="35" idx="2"/>
            </p:cNvCxnSpPr>
            <p:nvPr/>
          </p:nvCxnSpPr>
          <p:spPr>
            <a:xfrm rot="5400000" flipH="1">
              <a:off x="2195088" y="5637372"/>
              <a:ext cx="1155287" cy="548660"/>
            </a:xfrm>
            <a:prstGeom prst="bentConnector3">
              <a:avLst>
                <a:gd name="adj1" fmla="val -7915"/>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34" name="Oval 1118">
              <a:extLst>
                <a:ext uri="{FF2B5EF4-FFF2-40B4-BE49-F238E27FC236}">
                  <a16:creationId xmlns:a16="http://schemas.microsoft.com/office/drawing/2014/main" id="{C3122289-89E5-48E7-80CD-9ACCAF923943}"/>
                </a:ext>
              </a:extLst>
            </p:cNvPr>
            <p:cNvSpPr>
              <a:spLocks noChangeArrowheads="1"/>
            </p:cNvSpPr>
            <p:nvPr/>
          </p:nvSpPr>
          <p:spPr bwMode="auto">
            <a:xfrm>
              <a:off x="2847037" y="6030091"/>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35" name="Text Box 1121">
              <a:extLst>
                <a:ext uri="{FF2B5EF4-FFF2-40B4-BE49-F238E27FC236}">
                  <a16:creationId xmlns:a16="http://schemas.microsoft.com/office/drawing/2014/main" id="{2DA009E8-51E7-4BB0-9CE2-AFF6689968A0}"/>
                </a:ext>
              </a:extLst>
            </p:cNvPr>
            <p:cNvSpPr txBox="1">
              <a:spLocks noChangeArrowheads="1"/>
            </p:cNvSpPr>
            <p:nvPr/>
          </p:nvSpPr>
          <p:spPr bwMode="auto">
            <a:xfrm>
              <a:off x="2864961" y="5966125"/>
              <a:ext cx="3642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2800" dirty="0">
                  <a:solidFill>
                    <a:schemeClr val="bg1"/>
                  </a:solidFill>
                  <a:latin typeface="Times New Roman" panose="02020603050405020304" pitchFamily="18" charset="0"/>
                </a:rPr>
                <a:t>q</a:t>
              </a:r>
              <a:endParaRPr lang="en-US" altLang="zh-CN" sz="2400" dirty="0">
                <a:latin typeface="Times New Roman" panose="02020603050405020304" pitchFamily="18" charset="0"/>
              </a:endParaRPr>
            </a:p>
          </p:txBody>
        </p:sp>
        <p:sp>
          <p:nvSpPr>
            <p:cNvPr id="38" name="Oval 1118">
              <a:extLst>
                <a:ext uri="{FF2B5EF4-FFF2-40B4-BE49-F238E27FC236}">
                  <a16:creationId xmlns:a16="http://schemas.microsoft.com/office/drawing/2014/main" id="{AC30F2B8-D02E-4395-BD2F-4810FC28E2F1}"/>
                </a:ext>
              </a:extLst>
            </p:cNvPr>
            <p:cNvSpPr>
              <a:spLocks noChangeArrowheads="1"/>
            </p:cNvSpPr>
            <p:nvPr/>
          </p:nvSpPr>
          <p:spPr bwMode="auto">
            <a:xfrm>
              <a:off x="4056885" y="6007532"/>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36" name="Line 1026">
              <a:extLst>
                <a:ext uri="{FF2B5EF4-FFF2-40B4-BE49-F238E27FC236}">
                  <a16:creationId xmlns:a16="http://schemas.microsoft.com/office/drawing/2014/main" id="{73B38432-10B5-477F-9213-43109F8AC7DE}"/>
                </a:ext>
              </a:extLst>
            </p:cNvPr>
            <p:cNvSpPr>
              <a:spLocks noChangeShapeType="1"/>
            </p:cNvSpPr>
            <p:nvPr/>
          </p:nvSpPr>
          <p:spPr bwMode="auto">
            <a:xfrm>
              <a:off x="5936345" y="4010098"/>
              <a:ext cx="228600" cy="381000"/>
            </a:xfrm>
            <a:prstGeom prst="line">
              <a:avLst/>
            </a:prstGeom>
            <a:noFill/>
            <a:ln w="38100" cap="rnd">
              <a:solidFill>
                <a:schemeClr val="bg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7" name="Line 1062">
              <a:extLst>
                <a:ext uri="{FF2B5EF4-FFF2-40B4-BE49-F238E27FC236}">
                  <a16:creationId xmlns:a16="http://schemas.microsoft.com/office/drawing/2014/main" id="{B034025E-D972-420B-A22C-7EED8B1F6953}"/>
                </a:ext>
              </a:extLst>
            </p:cNvPr>
            <p:cNvSpPr>
              <a:spLocks noChangeShapeType="1"/>
            </p:cNvSpPr>
            <p:nvPr/>
          </p:nvSpPr>
          <p:spPr bwMode="auto">
            <a:xfrm flipH="1">
              <a:off x="4755370" y="4421543"/>
              <a:ext cx="517211" cy="163199"/>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 name="Line 1063">
              <a:extLst>
                <a:ext uri="{FF2B5EF4-FFF2-40B4-BE49-F238E27FC236}">
                  <a16:creationId xmlns:a16="http://schemas.microsoft.com/office/drawing/2014/main" id="{B850C261-D916-4756-80DD-38B3E61160E4}"/>
                </a:ext>
              </a:extLst>
            </p:cNvPr>
            <p:cNvSpPr>
              <a:spLocks noChangeShapeType="1"/>
            </p:cNvSpPr>
            <p:nvPr/>
          </p:nvSpPr>
          <p:spPr bwMode="auto">
            <a:xfrm flipH="1">
              <a:off x="5555344" y="4105978"/>
              <a:ext cx="1211368" cy="179356"/>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 name="Line 1067">
              <a:extLst>
                <a:ext uri="{FF2B5EF4-FFF2-40B4-BE49-F238E27FC236}">
                  <a16:creationId xmlns:a16="http://schemas.microsoft.com/office/drawing/2014/main" id="{D9054F22-9037-4414-B9C9-B64160650C92}"/>
                </a:ext>
              </a:extLst>
            </p:cNvPr>
            <p:cNvSpPr>
              <a:spLocks noChangeShapeType="1"/>
            </p:cNvSpPr>
            <p:nvPr/>
          </p:nvSpPr>
          <p:spPr bwMode="auto">
            <a:xfrm>
              <a:off x="5389114" y="4451945"/>
              <a:ext cx="33619" cy="33092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 name="Oval 1118">
              <a:extLst>
                <a:ext uri="{FF2B5EF4-FFF2-40B4-BE49-F238E27FC236}">
                  <a16:creationId xmlns:a16="http://schemas.microsoft.com/office/drawing/2014/main" id="{CB419ABE-B9CC-4A6C-8046-CDFC3A10DACE}"/>
                </a:ext>
              </a:extLst>
            </p:cNvPr>
            <p:cNvSpPr>
              <a:spLocks noChangeArrowheads="1"/>
            </p:cNvSpPr>
            <p:nvPr/>
          </p:nvSpPr>
          <p:spPr bwMode="auto">
            <a:xfrm>
              <a:off x="6716814" y="3722369"/>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42" name="Oval 1127">
              <a:extLst>
                <a:ext uri="{FF2B5EF4-FFF2-40B4-BE49-F238E27FC236}">
                  <a16:creationId xmlns:a16="http://schemas.microsoft.com/office/drawing/2014/main" id="{DCCA57F7-9670-453F-A071-4F5F7D38B57A}"/>
                </a:ext>
              </a:extLst>
            </p:cNvPr>
            <p:cNvSpPr>
              <a:spLocks noChangeArrowheads="1"/>
            </p:cNvSpPr>
            <p:nvPr/>
          </p:nvSpPr>
          <p:spPr bwMode="auto">
            <a:xfrm>
              <a:off x="5098050" y="4056733"/>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43" name="Text Box 1128">
              <a:extLst>
                <a:ext uri="{FF2B5EF4-FFF2-40B4-BE49-F238E27FC236}">
                  <a16:creationId xmlns:a16="http://schemas.microsoft.com/office/drawing/2014/main" id="{0E5EA664-6335-45D4-9768-D2D2509EFBF3}"/>
                </a:ext>
              </a:extLst>
            </p:cNvPr>
            <p:cNvSpPr txBox="1">
              <a:spLocks noChangeArrowheads="1"/>
            </p:cNvSpPr>
            <p:nvPr/>
          </p:nvSpPr>
          <p:spPr bwMode="auto">
            <a:xfrm>
              <a:off x="5156049" y="3992767"/>
              <a:ext cx="28405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2800" dirty="0">
                  <a:solidFill>
                    <a:schemeClr val="bg1"/>
                  </a:solidFill>
                  <a:latin typeface="Times New Roman" panose="02020603050405020304" pitchFamily="18" charset="0"/>
                </a:rPr>
                <a:t>t</a:t>
              </a:r>
              <a:endParaRPr lang="en-US" altLang="zh-CN" sz="2400" dirty="0">
                <a:latin typeface="Times New Roman" panose="02020603050405020304" pitchFamily="18" charset="0"/>
              </a:endParaRPr>
            </a:p>
          </p:txBody>
        </p:sp>
        <p:sp>
          <p:nvSpPr>
            <p:cNvPr id="44" name="Oval 1129">
              <a:extLst>
                <a:ext uri="{FF2B5EF4-FFF2-40B4-BE49-F238E27FC236}">
                  <a16:creationId xmlns:a16="http://schemas.microsoft.com/office/drawing/2014/main" id="{F3391A19-8B14-435D-8938-78EB2C1B9BB2}"/>
                </a:ext>
              </a:extLst>
            </p:cNvPr>
            <p:cNvSpPr>
              <a:spLocks noChangeArrowheads="1"/>
            </p:cNvSpPr>
            <p:nvPr/>
          </p:nvSpPr>
          <p:spPr bwMode="auto">
            <a:xfrm>
              <a:off x="4298171" y="4435810"/>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47" name="Line 1138">
              <a:extLst>
                <a:ext uri="{FF2B5EF4-FFF2-40B4-BE49-F238E27FC236}">
                  <a16:creationId xmlns:a16="http://schemas.microsoft.com/office/drawing/2014/main" id="{7088C2CD-D029-439D-BCE9-24AFF6A7258E}"/>
                </a:ext>
              </a:extLst>
            </p:cNvPr>
            <p:cNvSpPr>
              <a:spLocks noChangeShapeType="1"/>
            </p:cNvSpPr>
            <p:nvPr/>
          </p:nvSpPr>
          <p:spPr bwMode="auto">
            <a:xfrm flipH="1">
              <a:off x="6090393" y="4619927"/>
              <a:ext cx="76200" cy="228600"/>
            </a:xfrm>
            <a:prstGeom prst="line">
              <a:avLst/>
            </a:prstGeom>
            <a:noFill/>
            <a:ln w="38100" cap="rnd">
              <a:solidFill>
                <a:schemeClr val="bg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 name="Line 1062">
              <a:extLst>
                <a:ext uri="{FF2B5EF4-FFF2-40B4-BE49-F238E27FC236}">
                  <a16:creationId xmlns:a16="http://schemas.microsoft.com/office/drawing/2014/main" id="{28C9D7C5-250E-4192-9EE4-BFD739106656}"/>
                </a:ext>
              </a:extLst>
            </p:cNvPr>
            <p:cNvSpPr>
              <a:spLocks noChangeShapeType="1"/>
            </p:cNvSpPr>
            <p:nvPr/>
          </p:nvSpPr>
          <p:spPr bwMode="auto">
            <a:xfrm flipH="1">
              <a:off x="5040612" y="5200320"/>
              <a:ext cx="294714" cy="133736"/>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 name="Line 1067">
              <a:extLst>
                <a:ext uri="{FF2B5EF4-FFF2-40B4-BE49-F238E27FC236}">
                  <a16:creationId xmlns:a16="http://schemas.microsoft.com/office/drawing/2014/main" id="{A95C24D5-DC7F-4B6D-B0C3-5AEBAAE32673}"/>
                </a:ext>
              </a:extLst>
            </p:cNvPr>
            <p:cNvSpPr>
              <a:spLocks noChangeShapeType="1"/>
            </p:cNvSpPr>
            <p:nvPr/>
          </p:nvSpPr>
          <p:spPr bwMode="auto">
            <a:xfrm>
              <a:off x="5571287" y="5126381"/>
              <a:ext cx="299004" cy="207674"/>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 name="Oval 1127">
              <a:extLst>
                <a:ext uri="{FF2B5EF4-FFF2-40B4-BE49-F238E27FC236}">
                  <a16:creationId xmlns:a16="http://schemas.microsoft.com/office/drawing/2014/main" id="{C783154A-78F7-49D9-8AD9-BC67A7D5C9CF}"/>
                </a:ext>
              </a:extLst>
            </p:cNvPr>
            <p:cNvSpPr>
              <a:spLocks noChangeArrowheads="1"/>
            </p:cNvSpPr>
            <p:nvPr/>
          </p:nvSpPr>
          <p:spPr bwMode="auto">
            <a:xfrm>
              <a:off x="5224859" y="4770403"/>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53" name="Oval 1118">
              <a:extLst>
                <a:ext uri="{FF2B5EF4-FFF2-40B4-BE49-F238E27FC236}">
                  <a16:creationId xmlns:a16="http://schemas.microsoft.com/office/drawing/2014/main" id="{0F120B54-CB27-46C1-A45E-CEF08A4E588A}"/>
                </a:ext>
              </a:extLst>
            </p:cNvPr>
            <p:cNvSpPr>
              <a:spLocks noChangeArrowheads="1"/>
            </p:cNvSpPr>
            <p:nvPr/>
          </p:nvSpPr>
          <p:spPr bwMode="auto">
            <a:xfrm>
              <a:off x="5715688" y="5232374"/>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54" name="Text Box 1121">
              <a:extLst>
                <a:ext uri="{FF2B5EF4-FFF2-40B4-BE49-F238E27FC236}">
                  <a16:creationId xmlns:a16="http://schemas.microsoft.com/office/drawing/2014/main" id="{F95ED0C4-8A08-4696-8EB7-2FE52792D435}"/>
                </a:ext>
              </a:extLst>
            </p:cNvPr>
            <p:cNvSpPr txBox="1">
              <a:spLocks noChangeArrowheads="1"/>
            </p:cNvSpPr>
            <p:nvPr/>
          </p:nvSpPr>
          <p:spPr bwMode="auto">
            <a:xfrm>
              <a:off x="5733612" y="5168408"/>
              <a:ext cx="3642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2800" dirty="0">
                  <a:solidFill>
                    <a:schemeClr val="bg1"/>
                  </a:solidFill>
                  <a:latin typeface="Times New Roman" panose="02020603050405020304" pitchFamily="18" charset="0"/>
                </a:rPr>
                <a:t>p</a:t>
              </a:r>
              <a:endParaRPr lang="en-US" altLang="zh-CN" sz="2400" dirty="0">
                <a:latin typeface="Times New Roman" panose="02020603050405020304" pitchFamily="18" charset="0"/>
              </a:endParaRPr>
            </a:p>
          </p:txBody>
        </p:sp>
        <p:sp>
          <p:nvSpPr>
            <p:cNvPr id="55" name="Oval 1129">
              <a:extLst>
                <a:ext uri="{FF2B5EF4-FFF2-40B4-BE49-F238E27FC236}">
                  <a16:creationId xmlns:a16="http://schemas.microsoft.com/office/drawing/2014/main" id="{98CB46AC-E792-4DF3-964E-D3D41726E74C}"/>
                </a:ext>
              </a:extLst>
            </p:cNvPr>
            <p:cNvSpPr>
              <a:spLocks noChangeArrowheads="1"/>
            </p:cNvSpPr>
            <p:nvPr/>
          </p:nvSpPr>
          <p:spPr bwMode="auto">
            <a:xfrm>
              <a:off x="4618735" y="5269075"/>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56" name="Line 1062">
              <a:extLst>
                <a:ext uri="{FF2B5EF4-FFF2-40B4-BE49-F238E27FC236}">
                  <a16:creationId xmlns:a16="http://schemas.microsoft.com/office/drawing/2014/main" id="{331493E5-610B-4200-9B02-2EA88DA613C0}"/>
                </a:ext>
              </a:extLst>
            </p:cNvPr>
            <p:cNvSpPr>
              <a:spLocks noChangeShapeType="1"/>
            </p:cNvSpPr>
            <p:nvPr/>
          </p:nvSpPr>
          <p:spPr bwMode="auto">
            <a:xfrm flipH="1">
              <a:off x="6867380" y="5898367"/>
              <a:ext cx="739447" cy="39624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 name="Line 1063">
              <a:extLst>
                <a:ext uri="{FF2B5EF4-FFF2-40B4-BE49-F238E27FC236}">
                  <a16:creationId xmlns:a16="http://schemas.microsoft.com/office/drawing/2014/main" id="{6E343140-A1B0-42BE-9A77-538DE2076BEB}"/>
                </a:ext>
              </a:extLst>
            </p:cNvPr>
            <p:cNvSpPr>
              <a:spLocks noChangeShapeType="1"/>
            </p:cNvSpPr>
            <p:nvPr/>
          </p:nvSpPr>
          <p:spPr bwMode="auto">
            <a:xfrm>
              <a:off x="6110529" y="5551396"/>
              <a:ext cx="1563675" cy="20231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 name="Line 1067">
              <a:extLst>
                <a:ext uri="{FF2B5EF4-FFF2-40B4-BE49-F238E27FC236}">
                  <a16:creationId xmlns:a16="http://schemas.microsoft.com/office/drawing/2014/main" id="{059975E5-6A36-4AE8-9A74-EE6E801A794F}"/>
                </a:ext>
              </a:extLst>
            </p:cNvPr>
            <p:cNvSpPr>
              <a:spLocks noChangeShapeType="1"/>
            </p:cNvSpPr>
            <p:nvPr/>
          </p:nvSpPr>
          <p:spPr bwMode="auto">
            <a:xfrm>
              <a:off x="7807902" y="5922620"/>
              <a:ext cx="312535" cy="3403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 name="Oval 1127">
              <a:extLst>
                <a:ext uri="{FF2B5EF4-FFF2-40B4-BE49-F238E27FC236}">
                  <a16:creationId xmlns:a16="http://schemas.microsoft.com/office/drawing/2014/main" id="{DC367EBE-B42D-474E-A802-37AB9B15C92C}"/>
                </a:ext>
              </a:extLst>
            </p:cNvPr>
            <p:cNvSpPr>
              <a:spLocks noChangeArrowheads="1"/>
            </p:cNvSpPr>
            <p:nvPr/>
          </p:nvSpPr>
          <p:spPr bwMode="auto">
            <a:xfrm>
              <a:off x="7454427" y="5593567"/>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cxnSp>
          <p:nvCxnSpPr>
            <p:cNvPr id="60" name="连接符: 肘形 59">
              <a:extLst>
                <a:ext uri="{FF2B5EF4-FFF2-40B4-BE49-F238E27FC236}">
                  <a16:creationId xmlns:a16="http://schemas.microsoft.com/office/drawing/2014/main" id="{2BF17DC3-65E9-41BE-8310-AC912928DCF5}"/>
                </a:ext>
              </a:extLst>
            </p:cNvPr>
            <p:cNvCxnSpPr>
              <a:cxnSpLocks/>
              <a:stCxn id="62" idx="2"/>
            </p:cNvCxnSpPr>
            <p:nvPr/>
          </p:nvCxnSpPr>
          <p:spPr>
            <a:xfrm rot="5400000" flipH="1">
              <a:off x="5891715" y="5681042"/>
              <a:ext cx="1014725" cy="942378"/>
            </a:xfrm>
            <a:prstGeom prst="bentConnector3">
              <a:avLst>
                <a:gd name="adj1" fmla="val -6007"/>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61" name="Oval 1118">
              <a:extLst>
                <a:ext uri="{FF2B5EF4-FFF2-40B4-BE49-F238E27FC236}">
                  <a16:creationId xmlns:a16="http://schemas.microsoft.com/office/drawing/2014/main" id="{1141DB2B-5541-4FB2-98D1-ECDA9E63D957}"/>
                </a:ext>
              </a:extLst>
            </p:cNvPr>
            <p:cNvSpPr>
              <a:spLocks noChangeArrowheads="1"/>
            </p:cNvSpPr>
            <p:nvPr/>
          </p:nvSpPr>
          <p:spPr bwMode="auto">
            <a:xfrm>
              <a:off x="6670242" y="6200339"/>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62" name="Text Box 1121">
              <a:extLst>
                <a:ext uri="{FF2B5EF4-FFF2-40B4-BE49-F238E27FC236}">
                  <a16:creationId xmlns:a16="http://schemas.microsoft.com/office/drawing/2014/main" id="{5DB9ACB9-1215-4CA5-824F-8EFBB4DECC41}"/>
                </a:ext>
              </a:extLst>
            </p:cNvPr>
            <p:cNvSpPr txBox="1">
              <a:spLocks noChangeArrowheads="1"/>
            </p:cNvSpPr>
            <p:nvPr/>
          </p:nvSpPr>
          <p:spPr bwMode="auto">
            <a:xfrm>
              <a:off x="6688166" y="6136373"/>
              <a:ext cx="3642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2800" dirty="0">
                  <a:solidFill>
                    <a:schemeClr val="bg1"/>
                  </a:solidFill>
                  <a:latin typeface="Times New Roman" panose="02020603050405020304" pitchFamily="18" charset="0"/>
                </a:rPr>
                <a:t>q</a:t>
              </a:r>
              <a:endParaRPr lang="en-US" altLang="zh-CN" sz="2400" dirty="0">
                <a:latin typeface="Times New Roman" panose="02020603050405020304" pitchFamily="18" charset="0"/>
              </a:endParaRPr>
            </a:p>
          </p:txBody>
        </p:sp>
        <p:sp>
          <p:nvSpPr>
            <p:cNvPr id="63" name="Oval 1118">
              <a:extLst>
                <a:ext uri="{FF2B5EF4-FFF2-40B4-BE49-F238E27FC236}">
                  <a16:creationId xmlns:a16="http://schemas.microsoft.com/office/drawing/2014/main" id="{84C8103C-52F8-4402-97F0-F5BF6759D609}"/>
                </a:ext>
              </a:extLst>
            </p:cNvPr>
            <p:cNvSpPr>
              <a:spLocks noChangeArrowheads="1"/>
            </p:cNvSpPr>
            <p:nvPr/>
          </p:nvSpPr>
          <p:spPr bwMode="auto">
            <a:xfrm>
              <a:off x="7880090" y="6177780"/>
              <a:ext cx="457200" cy="457200"/>
            </a:xfrm>
            <a:prstGeom prst="ellipse">
              <a:avLst/>
            </a:prstGeom>
            <a:gradFill rotWithShape="0">
              <a:gsLst>
                <a:gs pos="0">
                  <a:srgbClr val="FF6600"/>
                </a:gs>
                <a:gs pos="100000">
                  <a:srgbClr val="762F0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64" name="箭头: 右 63">
              <a:extLst>
                <a:ext uri="{FF2B5EF4-FFF2-40B4-BE49-F238E27FC236}">
                  <a16:creationId xmlns:a16="http://schemas.microsoft.com/office/drawing/2014/main" id="{10E90CF6-4680-4DA3-B3BF-731B38C62151}"/>
                </a:ext>
              </a:extLst>
            </p:cNvPr>
            <p:cNvSpPr/>
            <p:nvPr/>
          </p:nvSpPr>
          <p:spPr>
            <a:xfrm>
              <a:off x="3298823" y="4484268"/>
              <a:ext cx="710407" cy="6841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Oval 1131">
              <a:extLst>
                <a:ext uri="{FF2B5EF4-FFF2-40B4-BE49-F238E27FC236}">
                  <a16:creationId xmlns:a16="http://schemas.microsoft.com/office/drawing/2014/main" id="{FA15B38B-F72E-4058-9411-57F4004F416C}"/>
                </a:ext>
              </a:extLst>
            </p:cNvPr>
            <p:cNvSpPr>
              <a:spLocks noChangeArrowheads="1"/>
            </p:cNvSpPr>
            <p:nvPr/>
          </p:nvSpPr>
          <p:spPr bwMode="auto">
            <a:xfrm>
              <a:off x="6611509" y="4746254"/>
              <a:ext cx="457200" cy="457200"/>
            </a:xfrm>
            <a:prstGeom prst="ellipse">
              <a:avLst/>
            </a:prstGeom>
            <a:solidFill>
              <a:schemeClr val="tx1"/>
            </a:solidFill>
            <a:ln>
              <a:noFill/>
            </a:ln>
          </p:spPr>
          <p:txBody>
            <a:bodyPr wrap="none" anchor="ct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ndParaRPr>
            </a:p>
          </p:txBody>
        </p:sp>
        <p:sp>
          <p:nvSpPr>
            <p:cNvPr id="66" name="Text Box 1132">
              <a:extLst>
                <a:ext uri="{FF2B5EF4-FFF2-40B4-BE49-F238E27FC236}">
                  <a16:creationId xmlns:a16="http://schemas.microsoft.com/office/drawing/2014/main" id="{B9C82961-348E-4F48-9CDA-67290BDC13E3}"/>
                </a:ext>
              </a:extLst>
            </p:cNvPr>
            <p:cNvSpPr txBox="1">
              <a:spLocks noChangeArrowheads="1"/>
            </p:cNvSpPr>
            <p:nvPr/>
          </p:nvSpPr>
          <p:spPr bwMode="auto">
            <a:xfrm>
              <a:off x="6659088" y="4668001"/>
              <a:ext cx="30489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912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912813">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912813">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912813"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2800" dirty="0">
                  <a:solidFill>
                    <a:schemeClr val="bg1"/>
                  </a:solidFill>
                  <a:latin typeface="Times New Roman" panose="02020603050405020304" pitchFamily="18" charset="0"/>
                </a:rPr>
                <a:t>r</a:t>
              </a:r>
              <a:endParaRPr lang="en-US" altLang="zh-CN" sz="2400" dirty="0">
                <a:latin typeface="Times New Roman" panose="02020603050405020304" pitchFamily="18" charset="0"/>
              </a:endParaRPr>
            </a:p>
          </p:txBody>
        </p:sp>
      </p:grpSp>
    </p:spTree>
    <p:extLst>
      <p:ext uri="{BB962C8B-B14F-4D97-AF65-F5344CB8AC3E}">
        <p14:creationId xmlns:p14="http://schemas.microsoft.com/office/powerpoint/2010/main" val="744071050"/>
      </p:ext>
    </p:extLst>
  </p:cSld>
  <p:clrMapOvr>
    <a:masterClrMapping/>
  </p:clrMapOvr>
  <p:transition>
    <p:split/>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B2C324-91F3-4B7B-FFA9-E861DFF5868B}"/>
              </a:ext>
            </a:extLst>
          </p:cNvPr>
          <p:cNvSpPr>
            <a:spLocks noGrp="1"/>
          </p:cNvSpPr>
          <p:nvPr>
            <p:ph type="title"/>
          </p:nvPr>
        </p:nvSpPr>
        <p:spPr/>
        <p:txBody>
          <a:bodyPr/>
          <a:lstStyle/>
          <a:p>
            <a:r>
              <a:rPr lang="en-US" altLang="zh-CN" dirty="0"/>
              <a:t>5.5.4 </a:t>
            </a:r>
            <a:r>
              <a:rPr lang="zh-CN" altLang="en-US" dirty="0"/>
              <a:t>前序与后序的线索二叉树</a:t>
            </a:r>
          </a:p>
        </p:txBody>
      </p:sp>
      <p:sp>
        <p:nvSpPr>
          <p:cNvPr id="3" name="内容占位符 2">
            <a:extLst>
              <a:ext uri="{FF2B5EF4-FFF2-40B4-BE49-F238E27FC236}">
                <a16:creationId xmlns:a16="http://schemas.microsoft.com/office/drawing/2014/main" id="{7D7E3E5B-6AFA-58AA-F729-D3A5A65DD0E2}"/>
              </a:ext>
            </a:extLst>
          </p:cNvPr>
          <p:cNvSpPr>
            <a:spLocks noGrp="1"/>
          </p:cNvSpPr>
          <p:nvPr>
            <p:ph idx="1"/>
          </p:nvPr>
        </p:nvSpPr>
        <p:spPr/>
        <p:txBody>
          <a:bodyPr/>
          <a:lstStyle/>
          <a:p>
            <a:r>
              <a:rPr lang="zh-CN" altLang="en-US" dirty="0"/>
              <a:t>与中序线索二叉树一样，前序线索二叉树与后序线索二叉树部分前驱、后继信息隐藏在树的结构中。</a:t>
            </a:r>
          </a:p>
        </p:txBody>
      </p:sp>
      <p:sp>
        <p:nvSpPr>
          <p:cNvPr id="4" name="灯片编号占位符 3">
            <a:extLst>
              <a:ext uri="{FF2B5EF4-FFF2-40B4-BE49-F238E27FC236}">
                <a16:creationId xmlns:a16="http://schemas.microsoft.com/office/drawing/2014/main" id="{69C04959-DF3D-85B5-FB27-8EEA8ADC8C3A}"/>
              </a:ext>
            </a:extLst>
          </p:cNvPr>
          <p:cNvSpPr>
            <a:spLocks noGrp="1"/>
          </p:cNvSpPr>
          <p:nvPr>
            <p:ph type="sldNum" sz="quarter" idx="12"/>
          </p:nvPr>
        </p:nvSpPr>
        <p:spPr/>
        <p:txBody>
          <a:bodyPr/>
          <a:lstStyle/>
          <a:p>
            <a:pPr>
              <a:defRPr/>
            </a:pPr>
            <a:fld id="{A598D83B-EE2A-4F12-B129-1EDE84DF129B}" type="slidenum">
              <a:rPr lang="en-US" altLang="zh-CN" smtClean="0"/>
              <a:pPr>
                <a:defRPr/>
              </a:pPr>
              <a:t>90</a:t>
            </a:fld>
            <a:endParaRPr lang="en-US" altLang="zh-CN"/>
          </a:p>
        </p:txBody>
      </p:sp>
    </p:spTree>
    <p:extLst>
      <p:ext uri="{BB962C8B-B14F-4D97-AF65-F5344CB8AC3E}">
        <p14:creationId xmlns:p14="http://schemas.microsoft.com/office/powerpoint/2010/main" val="3936175278"/>
      </p:ext>
    </p:extLst>
  </p:cSld>
  <p:clrMapOvr>
    <a:masterClrMapping/>
  </p:clrMapOvr>
  <p:transition>
    <p:split/>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Line 15">
            <a:extLst>
              <a:ext uri="{FF2B5EF4-FFF2-40B4-BE49-F238E27FC236}">
                <a16:creationId xmlns:a16="http://schemas.microsoft.com/office/drawing/2014/main" id="{7AA7F317-3EDA-E51D-629C-31DAB8C3BEE4}"/>
              </a:ext>
            </a:extLst>
          </p:cNvPr>
          <p:cNvSpPr>
            <a:spLocks noChangeShapeType="1"/>
          </p:cNvSpPr>
          <p:nvPr/>
        </p:nvSpPr>
        <p:spPr bwMode="auto">
          <a:xfrm flipH="1">
            <a:off x="2406389" y="2865512"/>
            <a:ext cx="228600" cy="6096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7283" name="Line 14">
            <a:extLst>
              <a:ext uri="{FF2B5EF4-FFF2-40B4-BE49-F238E27FC236}">
                <a16:creationId xmlns:a16="http://schemas.microsoft.com/office/drawing/2014/main" id="{80B45821-976D-958E-21AF-E3366D74BA5F}"/>
              </a:ext>
            </a:extLst>
          </p:cNvPr>
          <p:cNvSpPr>
            <a:spLocks noChangeShapeType="1"/>
          </p:cNvSpPr>
          <p:nvPr/>
        </p:nvSpPr>
        <p:spPr bwMode="auto">
          <a:xfrm>
            <a:off x="1187189" y="2789312"/>
            <a:ext cx="228600" cy="6858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7284" name="Line 13">
            <a:extLst>
              <a:ext uri="{FF2B5EF4-FFF2-40B4-BE49-F238E27FC236}">
                <a16:creationId xmlns:a16="http://schemas.microsoft.com/office/drawing/2014/main" id="{2635892A-F74E-148C-9870-6A7E4EA131CB}"/>
              </a:ext>
            </a:extLst>
          </p:cNvPr>
          <p:cNvSpPr>
            <a:spLocks noChangeShapeType="1"/>
          </p:cNvSpPr>
          <p:nvPr/>
        </p:nvSpPr>
        <p:spPr bwMode="auto">
          <a:xfrm>
            <a:off x="1949189" y="1951112"/>
            <a:ext cx="685800" cy="6858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7285" name="Line 12">
            <a:extLst>
              <a:ext uri="{FF2B5EF4-FFF2-40B4-BE49-F238E27FC236}">
                <a16:creationId xmlns:a16="http://schemas.microsoft.com/office/drawing/2014/main" id="{76C2F1A4-0310-6589-6125-6051FEACDFC4}"/>
              </a:ext>
            </a:extLst>
          </p:cNvPr>
          <p:cNvSpPr>
            <a:spLocks noChangeShapeType="1"/>
          </p:cNvSpPr>
          <p:nvPr/>
        </p:nvSpPr>
        <p:spPr bwMode="auto">
          <a:xfrm flipH="1">
            <a:off x="1187189" y="2027312"/>
            <a:ext cx="609600" cy="6096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1301" name="Text Box 5">
            <a:extLst>
              <a:ext uri="{FF2B5EF4-FFF2-40B4-BE49-F238E27FC236}">
                <a16:creationId xmlns:a16="http://schemas.microsoft.com/office/drawing/2014/main" id="{3D248281-B2ED-04C8-8FC9-07579083B801}"/>
              </a:ext>
            </a:extLst>
          </p:cNvPr>
          <p:cNvSpPr txBox="1">
            <a:spLocks noChangeArrowheads="1"/>
          </p:cNvSpPr>
          <p:nvPr/>
        </p:nvSpPr>
        <p:spPr bwMode="auto">
          <a:xfrm>
            <a:off x="660139" y="4160912"/>
            <a:ext cx="2127250" cy="1189038"/>
          </a:xfrm>
          <a:prstGeom prst="rect">
            <a:avLst/>
          </a:prstGeom>
          <a:noFill/>
          <a:ln w="9525">
            <a:noFill/>
            <a:miter lim="800000"/>
            <a:headEnd/>
            <a:tailEnd/>
          </a:ln>
          <a:effectLst/>
        </p:spPr>
        <p:txBody>
          <a:bodyPr wrap="none">
            <a:spAutoFit/>
          </a:bodyPr>
          <a:lstStyle/>
          <a:p>
            <a:pPr eaLnBrk="1" fontAlgn="auto" hangingPunct="1">
              <a:spcBef>
                <a:spcPts val="0"/>
              </a:spcBef>
              <a:spcAft>
                <a:spcPts val="0"/>
              </a:spcAft>
              <a:defRPr/>
            </a:pPr>
            <a:r>
              <a:rPr lang="zh-CN" altLang="en-US" sz="3200" u="sng">
                <a:solidFill>
                  <a:schemeClr val="hlink"/>
                </a:solidFill>
                <a:effectLst>
                  <a:outerShdw blurRad="38100" dist="38100" dir="2700000" algn="tl">
                    <a:srgbClr val="C0C0C0"/>
                  </a:outerShdw>
                </a:effectLst>
                <a:latin typeface="Arial" charset="0"/>
                <a:ea typeface="仿宋_GB2312" pitchFamily="49" charset="-122"/>
              </a:rPr>
              <a:t>前序序列</a:t>
            </a:r>
            <a:endParaRPr lang="zh-CN" altLang="en-US" sz="3600">
              <a:latin typeface="Arial" charset="0"/>
              <a:ea typeface="隶书" pitchFamily="49" charset="-122"/>
            </a:endParaRPr>
          </a:p>
          <a:p>
            <a:pPr eaLnBrk="1" fontAlgn="auto" hangingPunct="1">
              <a:spcBef>
                <a:spcPts val="0"/>
              </a:spcBef>
              <a:spcAft>
                <a:spcPts val="0"/>
              </a:spcAft>
              <a:defRPr/>
            </a:pPr>
            <a:endParaRPr lang="zh-CN" altLang="en-US" sz="800">
              <a:latin typeface="Arial" charset="0"/>
              <a:ea typeface="黑体" pitchFamily="2" charset="-122"/>
            </a:endParaRPr>
          </a:p>
          <a:p>
            <a:pPr eaLnBrk="1" fontAlgn="auto" hangingPunct="1">
              <a:spcBef>
                <a:spcPts val="0"/>
              </a:spcBef>
              <a:spcAft>
                <a:spcPts val="0"/>
              </a:spcAft>
              <a:defRPr/>
            </a:pPr>
            <a:r>
              <a:rPr lang="zh-CN" altLang="en-US" sz="3200">
                <a:latin typeface="Arial" charset="0"/>
                <a:ea typeface="黑体" pitchFamily="2" charset="-122"/>
              </a:rPr>
              <a:t> </a:t>
            </a:r>
            <a:r>
              <a:rPr lang="en-US" altLang="zh-CN" sz="3200">
                <a:solidFill>
                  <a:srgbClr val="008000"/>
                </a:solidFill>
                <a:effectLst>
                  <a:outerShdw blurRad="38100" dist="38100" dir="2700000" algn="tl">
                    <a:srgbClr val="C0C0C0"/>
                  </a:outerShdw>
                </a:effectLst>
                <a:latin typeface="Times New Roman" charset="0"/>
                <a:ea typeface="黑体" pitchFamily="2" charset="-122"/>
              </a:rPr>
              <a:t>A B D C E</a:t>
            </a:r>
            <a:endParaRPr lang="en-US" altLang="zh-CN" sz="3200">
              <a:latin typeface="Arial" charset="0"/>
              <a:ea typeface="黑体" pitchFamily="2" charset="-122"/>
            </a:endParaRPr>
          </a:p>
        </p:txBody>
      </p:sp>
      <p:sp>
        <p:nvSpPr>
          <p:cNvPr id="311302" name="Text Box 6">
            <a:extLst>
              <a:ext uri="{FF2B5EF4-FFF2-40B4-BE49-F238E27FC236}">
                <a16:creationId xmlns:a16="http://schemas.microsoft.com/office/drawing/2014/main" id="{22D17F0D-6F20-06F0-64EF-199AFF2B721E}"/>
              </a:ext>
            </a:extLst>
          </p:cNvPr>
          <p:cNvSpPr txBox="1">
            <a:spLocks noChangeArrowheads="1"/>
          </p:cNvSpPr>
          <p:nvPr/>
        </p:nvSpPr>
        <p:spPr bwMode="auto">
          <a:xfrm>
            <a:off x="304800" y="5715000"/>
            <a:ext cx="8229600" cy="579438"/>
          </a:xfrm>
          <a:prstGeom prst="rect">
            <a:avLst/>
          </a:prstGeom>
          <a:noFill/>
          <a:ln w="9525">
            <a:noFill/>
            <a:miter lim="800000"/>
            <a:headEnd/>
            <a:tailEnd/>
          </a:ln>
          <a:effectLst/>
        </p:spPr>
        <p:txBody>
          <a:bodyPr>
            <a:spAutoFit/>
          </a:bodyPr>
          <a:lstStyle/>
          <a:p>
            <a:pPr eaLnBrk="1" fontAlgn="auto" hangingPunct="1">
              <a:spcBef>
                <a:spcPts val="0"/>
              </a:spcBef>
              <a:spcAft>
                <a:spcPts val="0"/>
              </a:spcAft>
              <a:defRPr/>
            </a:pPr>
            <a:r>
              <a:rPr lang="zh-CN" altLang="en-US" sz="3200" dirty="0">
                <a:solidFill>
                  <a:schemeClr val="accent2"/>
                </a:solidFill>
                <a:effectLst>
                  <a:outerShdw blurRad="38100" dist="38100" dir="2700000" algn="tl">
                    <a:srgbClr val="C0C0C0"/>
                  </a:outerShdw>
                </a:effectLst>
                <a:latin typeface="仿宋_GB2312" pitchFamily="49" charset="-122"/>
                <a:ea typeface="仿宋_GB2312" pitchFamily="49" charset="-122"/>
              </a:rPr>
              <a:t>类似方法找当前结点的前驱</a:t>
            </a:r>
          </a:p>
        </p:txBody>
      </p:sp>
      <p:sp>
        <p:nvSpPr>
          <p:cNvPr id="97289" name="Oval 7">
            <a:extLst>
              <a:ext uri="{FF2B5EF4-FFF2-40B4-BE49-F238E27FC236}">
                <a16:creationId xmlns:a16="http://schemas.microsoft.com/office/drawing/2014/main" id="{50D902A5-D3D3-9590-612D-4F7C1FDDB2AC}"/>
              </a:ext>
            </a:extLst>
          </p:cNvPr>
          <p:cNvSpPr>
            <a:spLocks noChangeArrowheads="1"/>
          </p:cNvSpPr>
          <p:nvPr/>
        </p:nvSpPr>
        <p:spPr bwMode="auto">
          <a:xfrm>
            <a:off x="1720589" y="1722512"/>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97290" name="Oval 8">
            <a:extLst>
              <a:ext uri="{FF2B5EF4-FFF2-40B4-BE49-F238E27FC236}">
                <a16:creationId xmlns:a16="http://schemas.microsoft.com/office/drawing/2014/main" id="{9DFE89E9-88BF-077C-7FDF-9A9CB69664A9}"/>
              </a:ext>
            </a:extLst>
          </p:cNvPr>
          <p:cNvSpPr>
            <a:spLocks noChangeArrowheads="1"/>
          </p:cNvSpPr>
          <p:nvPr/>
        </p:nvSpPr>
        <p:spPr bwMode="auto">
          <a:xfrm>
            <a:off x="958589" y="2484512"/>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97291" name="Oval 9">
            <a:extLst>
              <a:ext uri="{FF2B5EF4-FFF2-40B4-BE49-F238E27FC236}">
                <a16:creationId xmlns:a16="http://schemas.microsoft.com/office/drawing/2014/main" id="{4FD2B537-C7A9-849D-3CFB-32E9178E3DD8}"/>
              </a:ext>
            </a:extLst>
          </p:cNvPr>
          <p:cNvSpPr>
            <a:spLocks noChangeArrowheads="1"/>
          </p:cNvSpPr>
          <p:nvPr/>
        </p:nvSpPr>
        <p:spPr bwMode="auto">
          <a:xfrm>
            <a:off x="2482589" y="2484512"/>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97292" name="Oval 10">
            <a:extLst>
              <a:ext uri="{FF2B5EF4-FFF2-40B4-BE49-F238E27FC236}">
                <a16:creationId xmlns:a16="http://schemas.microsoft.com/office/drawing/2014/main" id="{B70EC7D0-7C73-38E5-10BC-31FE379DF25D}"/>
              </a:ext>
            </a:extLst>
          </p:cNvPr>
          <p:cNvSpPr>
            <a:spLocks noChangeArrowheads="1"/>
          </p:cNvSpPr>
          <p:nvPr/>
        </p:nvSpPr>
        <p:spPr bwMode="auto">
          <a:xfrm>
            <a:off x="1263389" y="3398912"/>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97293" name="Oval 11">
            <a:extLst>
              <a:ext uri="{FF2B5EF4-FFF2-40B4-BE49-F238E27FC236}">
                <a16:creationId xmlns:a16="http://schemas.microsoft.com/office/drawing/2014/main" id="{F880E846-5FEE-915E-413D-0B3843786443}"/>
              </a:ext>
            </a:extLst>
          </p:cNvPr>
          <p:cNvSpPr>
            <a:spLocks noChangeArrowheads="1"/>
          </p:cNvSpPr>
          <p:nvPr/>
        </p:nvSpPr>
        <p:spPr bwMode="auto">
          <a:xfrm>
            <a:off x="2177789" y="3398912"/>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97294" name="Freeform 17">
            <a:extLst>
              <a:ext uri="{FF2B5EF4-FFF2-40B4-BE49-F238E27FC236}">
                <a16:creationId xmlns:a16="http://schemas.microsoft.com/office/drawing/2014/main" id="{1AEFCD2A-F1BE-28A5-6DD1-DC390D4C9EA4}"/>
              </a:ext>
            </a:extLst>
          </p:cNvPr>
          <p:cNvSpPr>
            <a:spLocks/>
          </p:cNvSpPr>
          <p:nvPr/>
        </p:nvSpPr>
        <p:spPr bwMode="auto">
          <a:xfrm>
            <a:off x="2482589" y="3779912"/>
            <a:ext cx="381000" cy="88900"/>
          </a:xfrm>
          <a:custGeom>
            <a:avLst/>
            <a:gdLst>
              <a:gd name="T0" fmla="*/ 0 w 240"/>
              <a:gd name="T1" fmla="*/ 0 h 56"/>
              <a:gd name="T2" fmla="*/ 2147483646 w 240"/>
              <a:gd name="T3" fmla="*/ 2147483646 h 56"/>
              <a:gd name="T4" fmla="*/ 2147483646 w 240"/>
              <a:gd name="T5" fmla="*/ 2147483646 h 56"/>
              <a:gd name="T6" fmla="*/ 2147483646 w 240"/>
              <a:gd name="T7" fmla="*/ 0 h 56"/>
              <a:gd name="T8" fmla="*/ 0 60000 65536"/>
              <a:gd name="T9" fmla="*/ 0 60000 65536"/>
              <a:gd name="T10" fmla="*/ 0 60000 65536"/>
              <a:gd name="T11" fmla="*/ 0 60000 65536"/>
              <a:gd name="T12" fmla="*/ 0 w 240"/>
              <a:gd name="T13" fmla="*/ 0 h 56"/>
              <a:gd name="T14" fmla="*/ 240 w 240"/>
              <a:gd name="T15" fmla="*/ 56 h 56"/>
            </a:gdLst>
            <a:ahLst/>
            <a:cxnLst>
              <a:cxn ang="T8">
                <a:pos x="T0" y="T1"/>
              </a:cxn>
              <a:cxn ang="T9">
                <a:pos x="T2" y="T3"/>
              </a:cxn>
              <a:cxn ang="T10">
                <a:pos x="T4" y="T5"/>
              </a:cxn>
              <a:cxn ang="T11">
                <a:pos x="T6" y="T7"/>
              </a:cxn>
            </a:cxnLst>
            <a:rect l="T12" t="T13" r="T14" b="T15"/>
            <a:pathLst>
              <a:path w="240" h="56">
                <a:moveTo>
                  <a:pt x="0" y="0"/>
                </a:moveTo>
                <a:cubicBezTo>
                  <a:pt x="12" y="20"/>
                  <a:pt x="24" y="40"/>
                  <a:pt x="48" y="48"/>
                </a:cubicBezTo>
                <a:cubicBezTo>
                  <a:pt x="72" y="56"/>
                  <a:pt x="112" y="56"/>
                  <a:pt x="144" y="48"/>
                </a:cubicBezTo>
                <a:cubicBezTo>
                  <a:pt x="176" y="40"/>
                  <a:pt x="224" y="8"/>
                  <a:pt x="240" y="0"/>
                </a:cubicBezTo>
              </a:path>
            </a:pathLst>
          </a:custGeom>
          <a:noFill/>
          <a:ln w="28575">
            <a:solidFill>
              <a:schemeClr val="tx2"/>
            </a:solidFill>
            <a:prstDash val="sysDot"/>
            <a:round/>
            <a:headEnd/>
            <a:tailEnd type="triangl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7295" name="Freeform 20">
            <a:extLst>
              <a:ext uri="{FF2B5EF4-FFF2-40B4-BE49-F238E27FC236}">
                <a16:creationId xmlns:a16="http://schemas.microsoft.com/office/drawing/2014/main" id="{6AF98B64-F159-D2E3-590B-FE4656FB4313}"/>
              </a:ext>
            </a:extLst>
          </p:cNvPr>
          <p:cNvSpPr>
            <a:spLocks/>
          </p:cNvSpPr>
          <p:nvPr/>
        </p:nvSpPr>
        <p:spPr bwMode="auto">
          <a:xfrm>
            <a:off x="1949189" y="2865512"/>
            <a:ext cx="609600" cy="1016000"/>
          </a:xfrm>
          <a:custGeom>
            <a:avLst/>
            <a:gdLst>
              <a:gd name="T0" fmla="*/ 2147483646 w 384"/>
              <a:gd name="T1" fmla="*/ 2147483646 h 640"/>
              <a:gd name="T2" fmla="*/ 2147483646 w 384"/>
              <a:gd name="T3" fmla="*/ 2147483646 h 640"/>
              <a:gd name="T4" fmla="*/ 2147483646 w 384"/>
              <a:gd name="T5" fmla="*/ 2147483646 h 640"/>
              <a:gd name="T6" fmla="*/ 0 w 384"/>
              <a:gd name="T7" fmla="*/ 2147483646 h 640"/>
              <a:gd name="T8" fmla="*/ 2147483646 w 384"/>
              <a:gd name="T9" fmla="*/ 2147483646 h 640"/>
              <a:gd name="T10" fmla="*/ 2147483646 w 384"/>
              <a:gd name="T11" fmla="*/ 2147483646 h 640"/>
              <a:gd name="T12" fmla="*/ 2147483646 w 384"/>
              <a:gd name="T13" fmla="*/ 2147483646 h 640"/>
              <a:gd name="T14" fmla="*/ 2147483646 w 384"/>
              <a:gd name="T15" fmla="*/ 0 h 640"/>
              <a:gd name="T16" fmla="*/ 0 60000 65536"/>
              <a:gd name="T17" fmla="*/ 0 60000 65536"/>
              <a:gd name="T18" fmla="*/ 0 60000 65536"/>
              <a:gd name="T19" fmla="*/ 0 60000 65536"/>
              <a:gd name="T20" fmla="*/ 0 60000 65536"/>
              <a:gd name="T21" fmla="*/ 0 60000 65536"/>
              <a:gd name="T22" fmla="*/ 0 60000 65536"/>
              <a:gd name="T23" fmla="*/ 0 60000 65536"/>
              <a:gd name="T24" fmla="*/ 0 w 384"/>
              <a:gd name="T25" fmla="*/ 0 h 640"/>
              <a:gd name="T26" fmla="*/ 384 w 384"/>
              <a:gd name="T27" fmla="*/ 640 h 6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4" h="640">
                <a:moveTo>
                  <a:pt x="192" y="576"/>
                </a:moveTo>
                <a:cubicBezTo>
                  <a:pt x="180" y="596"/>
                  <a:pt x="168" y="616"/>
                  <a:pt x="144" y="624"/>
                </a:cubicBezTo>
                <a:cubicBezTo>
                  <a:pt x="120" y="632"/>
                  <a:pt x="72" y="640"/>
                  <a:pt x="48" y="624"/>
                </a:cubicBezTo>
                <a:cubicBezTo>
                  <a:pt x="24" y="608"/>
                  <a:pt x="0" y="568"/>
                  <a:pt x="0" y="528"/>
                </a:cubicBezTo>
                <a:cubicBezTo>
                  <a:pt x="0" y="488"/>
                  <a:pt x="24" y="432"/>
                  <a:pt x="48" y="384"/>
                </a:cubicBezTo>
                <a:cubicBezTo>
                  <a:pt x="72" y="336"/>
                  <a:pt x="112" y="280"/>
                  <a:pt x="144" y="240"/>
                </a:cubicBezTo>
                <a:cubicBezTo>
                  <a:pt x="176" y="200"/>
                  <a:pt x="200" y="184"/>
                  <a:pt x="240" y="144"/>
                </a:cubicBezTo>
                <a:cubicBezTo>
                  <a:pt x="280" y="104"/>
                  <a:pt x="360" y="24"/>
                  <a:pt x="384" y="0"/>
                </a:cubicBezTo>
              </a:path>
            </a:pathLst>
          </a:custGeom>
          <a:noFill/>
          <a:ln w="28575">
            <a:solidFill>
              <a:srgbClr val="009900"/>
            </a:solidFill>
            <a:prstDash val="sysDot"/>
            <a:round/>
            <a:headEnd/>
            <a:tailEnd type="triangl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7296" name="Freeform 21">
            <a:extLst>
              <a:ext uri="{FF2B5EF4-FFF2-40B4-BE49-F238E27FC236}">
                <a16:creationId xmlns:a16="http://schemas.microsoft.com/office/drawing/2014/main" id="{8C67BFFA-1199-915B-2427-DD43DD7EDE4F}"/>
              </a:ext>
            </a:extLst>
          </p:cNvPr>
          <p:cNvSpPr>
            <a:spLocks/>
          </p:cNvSpPr>
          <p:nvPr/>
        </p:nvSpPr>
        <p:spPr bwMode="auto">
          <a:xfrm>
            <a:off x="1568189" y="2865512"/>
            <a:ext cx="914400" cy="990600"/>
          </a:xfrm>
          <a:custGeom>
            <a:avLst/>
            <a:gdLst>
              <a:gd name="T0" fmla="*/ 0 w 576"/>
              <a:gd name="T1" fmla="*/ 2147483646 h 624"/>
              <a:gd name="T2" fmla="*/ 2147483646 w 576"/>
              <a:gd name="T3" fmla="*/ 2147483646 h 624"/>
              <a:gd name="T4" fmla="*/ 2147483646 w 576"/>
              <a:gd name="T5" fmla="*/ 2147483646 h 624"/>
              <a:gd name="T6" fmla="*/ 2147483646 w 576"/>
              <a:gd name="T7" fmla="*/ 2147483646 h 624"/>
              <a:gd name="T8" fmla="*/ 2147483646 w 576"/>
              <a:gd name="T9" fmla="*/ 2147483646 h 624"/>
              <a:gd name="T10" fmla="*/ 2147483646 w 576"/>
              <a:gd name="T11" fmla="*/ 2147483646 h 624"/>
              <a:gd name="T12" fmla="*/ 2147483646 w 576"/>
              <a:gd name="T13" fmla="*/ 2147483646 h 624"/>
              <a:gd name="T14" fmla="*/ 2147483646 w 576"/>
              <a:gd name="T15" fmla="*/ 2147483646 h 624"/>
              <a:gd name="T16" fmla="*/ 2147483646 w 576"/>
              <a:gd name="T17" fmla="*/ 0 h 6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76"/>
              <a:gd name="T28" fmla="*/ 0 h 624"/>
              <a:gd name="T29" fmla="*/ 576 w 576"/>
              <a:gd name="T30" fmla="*/ 624 h 62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76" h="624">
                <a:moveTo>
                  <a:pt x="0" y="576"/>
                </a:moveTo>
                <a:cubicBezTo>
                  <a:pt x="16" y="600"/>
                  <a:pt x="32" y="624"/>
                  <a:pt x="48" y="624"/>
                </a:cubicBezTo>
                <a:cubicBezTo>
                  <a:pt x="64" y="624"/>
                  <a:pt x="80" y="608"/>
                  <a:pt x="96" y="576"/>
                </a:cubicBezTo>
                <a:cubicBezTo>
                  <a:pt x="112" y="544"/>
                  <a:pt x="128" y="480"/>
                  <a:pt x="144" y="432"/>
                </a:cubicBezTo>
                <a:cubicBezTo>
                  <a:pt x="160" y="384"/>
                  <a:pt x="176" y="328"/>
                  <a:pt x="192" y="288"/>
                </a:cubicBezTo>
                <a:cubicBezTo>
                  <a:pt x="208" y="248"/>
                  <a:pt x="216" y="224"/>
                  <a:pt x="240" y="192"/>
                </a:cubicBezTo>
                <a:cubicBezTo>
                  <a:pt x="264" y="160"/>
                  <a:pt x="304" y="120"/>
                  <a:pt x="336" y="96"/>
                </a:cubicBezTo>
                <a:cubicBezTo>
                  <a:pt x="368" y="72"/>
                  <a:pt x="392" y="64"/>
                  <a:pt x="432" y="48"/>
                </a:cubicBezTo>
                <a:cubicBezTo>
                  <a:pt x="472" y="32"/>
                  <a:pt x="552" y="8"/>
                  <a:pt x="576" y="0"/>
                </a:cubicBezTo>
              </a:path>
            </a:pathLst>
          </a:custGeom>
          <a:noFill/>
          <a:ln w="28575">
            <a:solidFill>
              <a:schemeClr val="tx2"/>
            </a:solidFill>
            <a:prstDash val="sysDot"/>
            <a:round/>
            <a:headEnd/>
            <a:tailEnd type="triangl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7297" name="Freeform 24">
            <a:extLst>
              <a:ext uri="{FF2B5EF4-FFF2-40B4-BE49-F238E27FC236}">
                <a16:creationId xmlns:a16="http://schemas.microsoft.com/office/drawing/2014/main" id="{EBF93B28-D398-66D3-76DF-FD60DDDCEF93}"/>
              </a:ext>
            </a:extLst>
          </p:cNvPr>
          <p:cNvSpPr>
            <a:spLocks/>
          </p:cNvSpPr>
          <p:nvPr/>
        </p:nvSpPr>
        <p:spPr bwMode="auto">
          <a:xfrm>
            <a:off x="704589" y="1951112"/>
            <a:ext cx="1016000" cy="990600"/>
          </a:xfrm>
          <a:custGeom>
            <a:avLst/>
            <a:gdLst>
              <a:gd name="T0" fmla="*/ 2147483646 w 640"/>
              <a:gd name="T1" fmla="*/ 2147483646 h 624"/>
              <a:gd name="T2" fmla="*/ 2147483646 w 640"/>
              <a:gd name="T3" fmla="*/ 2147483646 h 624"/>
              <a:gd name="T4" fmla="*/ 2147483646 w 640"/>
              <a:gd name="T5" fmla="*/ 2147483646 h 624"/>
              <a:gd name="T6" fmla="*/ 2147483646 w 640"/>
              <a:gd name="T7" fmla="*/ 2147483646 h 624"/>
              <a:gd name="T8" fmla="*/ 2147483646 w 640"/>
              <a:gd name="T9" fmla="*/ 2147483646 h 624"/>
              <a:gd name="T10" fmla="*/ 2147483646 w 640"/>
              <a:gd name="T11" fmla="*/ 2147483646 h 624"/>
              <a:gd name="T12" fmla="*/ 2147483646 w 640"/>
              <a:gd name="T13" fmla="*/ 2147483646 h 624"/>
              <a:gd name="T14" fmla="*/ 2147483646 w 640"/>
              <a:gd name="T15" fmla="*/ 2147483646 h 624"/>
              <a:gd name="T16" fmla="*/ 2147483646 w 640"/>
              <a:gd name="T17" fmla="*/ 0 h 6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40"/>
              <a:gd name="T28" fmla="*/ 0 h 624"/>
              <a:gd name="T29" fmla="*/ 640 w 640"/>
              <a:gd name="T30" fmla="*/ 624 h 62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 h="624">
                <a:moveTo>
                  <a:pt x="208" y="576"/>
                </a:moveTo>
                <a:cubicBezTo>
                  <a:pt x="176" y="600"/>
                  <a:pt x="144" y="624"/>
                  <a:pt x="112" y="624"/>
                </a:cubicBezTo>
                <a:cubicBezTo>
                  <a:pt x="80" y="624"/>
                  <a:pt x="32" y="600"/>
                  <a:pt x="16" y="576"/>
                </a:cubicBezTo>
                <a:cubicBezTo>
                  <a:pt x="0" y="552"/>
                  <a:pt x="0" y="520"/>
                  <a:pt x="16" y="480"/>
                </a:cubicBezTo>
                <a:cubicBezTo>
                  <a:pt x="32" y="440"/>
                  <a:pt x="80" y="376"/>
                  <a:pt x="112" y="336"/>
                </a:cubicBezTo>
                <a:cubicBezTo>
                  <a:pt x="144" y="296"/>
                  <a:pt x="168" y="272"/>
                  <a:pt x="208" y="240"/>
                </a:cubicBezTo>
                <a:cubicBezTo>
                  <a:pt x="248" y="208"/>
                  <a:pt x="296" y="176"/>
                  <a:pt x="352" y="144"/>
                </a:cubicBezTo>
                <a:cubicBezTo>
                  <a:pt x="408" y="112"/>
                  <a:pt x="496" y="72"/>
                  <a:pt x="544" y="48"/>
                </a:cubicBezTo>
                <a:cubicBezTo>
                  <a:pt x="592" y="24"/>
                  <a:pt x="624" y="8"/>
                  <a:pt x="640" y="0"/>
                </a:cubicBezTo>
              </a:path>
            </a:pathLst>
          </a:custGeom>
          <a:noFill/>
          <a:ln w="28575">
            <a:solidFill>
              <a:srgbClr val="009900"/>
            </a:solidFill>
            <a:prstDash val="sysDot"/>
            <a:round/>
            <a:headEnd/>
            <a:tailEnd type="triangl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7298" name="Freeform 25">
            <a:extLst>
              <a:ext uri="{FF2B5EF4-FFF2-40B4-BE49-F238E27FC236}">
                <a16:creationId xmlns:a16="http://schemas.microsoft.com/office/drawing/2014/main" id="{1D9EA158-40D6-A28E-5627-FF888A288DFB}"/>
              </a:ext>
            </a:extLst>
          </p:cNvPr>
          <p:cNvSpPr>
            <a:spLocks/>
          </p:cNvSpPr>
          <p:nvPr/>
        </p:nvSpPr>
        <p:spPr bwMode="auto">
          <a:xfrm>
            <a:off x="1009389" y="2865512"/>
            <a:ext cx="406400" cy="1016000"/>
          </a:xfrm>
          <a:custGeom>
            <a:avLst/>
            <a:gdLst>
              <a:gd name="T0" fmla="*/ 2147483646 w 256"/>
              <a:gd name="T1" fmla="*/ 2147483646 h 640"/>
              <a:gd name="T2" fmla="*/ 2147483646 w 256"/>
              <a:gd name="T3" fmla="*/ 2147483646 h 640"/>
              <a:gd name="T4" fmla="*/ 2147483646 w 256"/>
              <a:gd name="T5" fmla="*/ 2147483646 h 640"/>
              <a:gd name="T6" fmla="*/ 2147483646 w 256"/>
              <a:gd name="T7" fmla="*/ 2147483646 h 640"/>
              <a:gd name="T8" fmla="*/ 2147483646 w 256"/>
              <a:gd name="T9" fmla="*/ 2147483646 h 640"/>
              <a:gd name="T10" fmla="*/ 2147483646 w 256"/>
              <a:gd name="T11" fmla="*/ 0 h 640"/>
              <a:gd name="T12" fmla="*/ 0 60000 65536"/>
              <a:gd name="T13" fmla="*/ 0 60000 65536"/>
              <a:gd name="T14" fmla="*/ 0 60000 65536"/>
              <a:gd name="T15" fmla="*/ 0 60000 65536"/>
              <a:gd name="T16" fmla="*/ 0 60000 65536"/>
              <a:gd name="T17" fmla="*/ 0 60000 65536"/>
              <a:gd name="T18" fmla="*/ 0 w 256"/>
              <a:gd name="T19" fmla="*/ 0 h 640"/>
              <a:gd name="T20" fmla="*/ 256 w 256"/>
              <a:gd name="T21" fmla="*/ 640 h 640"/>
            </a:gdLst>
            <a:ahLst/>
            <a:cxnLst>
              <a:cxn ang="T12">
                <a:pos x="T0" y="T1"/>
              </a:cxn>
              <a:cxn ang="T13">
                <a:pos x="T2" y="T3"/>
              </a:cxn>
              <a:cxn ang="T14">
                <a:pos x="T4" y="T5"/>
              </a:cxn>
              <a:cxn ang="T15">
                <a:pos x="T6" y="T7"/>
              </a:cxn>
              <a:cxn ang="T16">
                <a:pos x="T8" y="T9"/>
              </a:cxn>
              <a:cxn ang="T17">
                <a:pos x="T10" y="T11"/>
              </a:cxn>
            </a:cxnLst>
            <a:rect l="T18" t="T19" r="T20" b="T21"/>
            <a:pathLst>
              <a:path w="256" h="640">
                <a:moveTo>
                  <a:pt x="256" y="576"/>
                </a:moveTo>
                <a:cubicBezTo>
                  <a:pt x="244" y="596"/>
                  <a:pt x="232" y="616"/>
                  <a:pt x="208" y="624"/>
                </a:cubicBezTo>
                <a:cubicBezTo>
                  <a:pt x="184" y="632"/>
                  <a:pt x="144" y="640"/>
                  <a:pt x="112" y="624"/>
                </a:cubicBezTo>
                <a:cubicBezTo>
                  <a:pt x="80" y="608"/>
                  <a:pt x="32" y="584"/>
                  <a:pt x="16" y="528"/>
                </a:cubicBezTo>
                <a:cubicBezTo>
                  <a:pt x="0" y="472"/>
                  <a:pt x="0" y="376"/>
                  <a:pt x="16" y="288"/>
                </a:cubicBezTo>
                <a:cubicBezTo>
                  <a:pt x="32" y="200"/>
                  <a:pt x="96" y="48"/>
                  <a:pt x="112" y="0"/>
                </a:cubicBezTo>
              </a:path>
            </a:pathLst>
          </a:custGeom>
          <a:noFill/>
          <a:ln w="28575">
            <a:solidFill>
              <a:srgbClr val="009900"/>
            </a:solidFill>
            <a:prstDash val="sysDot"/>
            <a:round/>
            <a:headEnd/>
            <a:tailEnd type="triangl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7299" name="Text Box 26">
            <a:extLst>
              <a:ext uri="{FF2B5EF4-FFF2-40B4-BE49-F238E27FC236}">
                <a16:creationId xmlns:a16="http://schemas.microsoft.com/office/drawing/2014/main" id="{50819ED0-8375-ECFC-D252-A4C6F5AA5DB2}"/>
              </a:ext>
            </a:extLst>
          </p:cNvPr>
          <p:cNvSpPr txBox="1">
            <a:spLocks noChangeArrowheads="1"/>
          </p:cNvSpPr>
          <p:nvPr/>
        </p:nvSpPr>
        <p:spPr bwMode="auto">
          <a:xfrm>
            <a:off x="4828914" y="1508200"/>
            <a:ext cx="20732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dirty="0">
                <a:solidFill>
                  <a:srgbClr val="CC3300"/>
                </a:solidFill>
                <a:latin typeface="Times New Roman" panose="02020603050405020304" pitchFamily="18" charset="0"/>
                <a:ea typeface="宋体" panose="02010600030101010101" pitchFamily="2" charset="-122"/>
              </a:rPr>
              <a:t>p</a:t>
            </a:r>
            <a:r>
              <a:rPr kumimoji="1" lang="en-US" altLang="zh-CN" sz="2800" b="1" dirty="0">
                <a:solidFill>
                  <a:srgbClr val="CC3300"/>
                </a:solidFill>
                <a:latin typeface="楷体_GB2312" pitchFamily="49" charset="-122"/>
                <a:ea typeface="楷体_GB2312" pitchFamily="49" charset="-122"/>
              </a:rPr>
              <a:t>-&gt;</a:t>
            </a:r>
            <a:r>
              <a:rPr kumimoji="1" lang="en-US" altLang="zh-CN" sz="2800" b="1" dirty="0" err="1">
                <a:solidFill>
                  <a:srgbClr val="CC3300"/>
                </a:solidFill>
                <a:latin typeface="Times New Roman" panose="02020603050405020304" pitchFamily="18" charset="0"/>
                <a:ea typeface="宋体" panose="02010600030101010101" pitchFamily="2" charset="-122"/>
              </a:rPr>
              <a:t>ltag</a:t>
            </a:r>
            <a:r>
              <a:rPr kumimoji="1" lang="en-US" altLang="zh-CN" sz="2800" b="1" dirty="0">
                <a:solidFill>
                  <a:srgbClr val="CC3300"/>
                </a:solidFill>
                <a:latin typeface="Times New Roman" panose="02020603050405020304" pitchFamily="18" charset="0"/>
                <a:ea typeface="宋体" panose="02010600030101010101" pitchFamily="2" charset="-122"/>
              </a:rPr>
              <a:t>==1?</a:t>
            </a:r>
            <a:endParaRPr kumimoji="1" lang="en-US" altLang="zh-CN" sz="2400" dirty="0">
              <a:latin typeface="Times New Roman" panose="02020603050405020304" pitchFamily="18" charset="0"/>
              <a:ea typeface="宋体" panose="02010600030101010101" pitchFamily="2" charset="-122"/>
            </a:endParaRPr>
          </a:p>
        </p:txBody>
      </p:sp>
      <p:sp>
        <p:nvSpPr>
          <p:cNvPr id="97300" name="Line 27">
            <a:extLst>
              <a:ext uri="{FF2B5EF4-FFF2-40B4-BE49-F238E27FC236}">
                <a16:creationId xmlns:a16="http://schemas.microsoft.com/office/drawing/2014/main" id="{337E7965-EBDF-DC8E-8B8A-617A5787D9CF}"/>
              </a:ext>
            </a:extLst>
          </p:cNvPr>
          <p:cNvSpPr>
            <a:spLocks noChangeShapeType="1"/>
          </p:cNvSpPr>
          <p:nvPr/>
        </p:nvSpPr>
        <p:spPr bwMode="auto">
          <a:xfrm flipH="1">
            <a:off x="4311389" y="2027312"/>
            <a:ext cx="685800" cy="6858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7301" name="Line 28">
            <a:extLst>
              <a:ext uri="{FF2B5EF4-FFF2-40B4-BE49-F238E27FC236}">
                <a16:creationId xmlns:a16="http://schemas.microsoft.com/office/drawing/2014/main" id="{30BE3046-C84D-A6D5-4E0C-60C2AFCCFF5E}"/>
              </a:ext>
            </a:extLst>
          </p:cNvPr>
          <p:cNvSpPr>
            <a:spLocks noChangeShapeType="1"/>
          </p:cNvSpPr>
          <p:nvPr/>
        </p:nvSpPr>
        <p:spPr bwMode="auto">
          <a:xfrm>
            <a:off x="6216389" y="2027312"/>
            <a:ext cx="685800" cy="6858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7302" name="Text Box 29">
            <a:extLst>
              <a:ext uri="{FF2B5EF4-FFF2-40B4-BE49-F238E27FC236}">
                <a16:creationId xmlns:a16="http://schemas.microsoft.com/office/drawing/2014/main" id="{B6EA104C-FB07-3644-F2FD-9025B4A0957C}"/>
              </a:ext>
            </a:extLst>
          </p:cNvPr>
          <p:cNvSpPr txBox="1">
            <a:spLocks noChangeArrowheads="1"/>
          </p:cNvSpPr>
          <p:nvPr/>
        </p:nvSpPr>
        <p:spPr bwMode="auto">
          <a:xfrm>
            <a:off x="2977889" y="2041600"/>
            <a:ext cx="2165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zh-CN" altLang="en-US" sz="2800">
                <a:latin typeface="Times New Roman" panose="02020603050405020304" pitchFamily="18" charset="0"/>
                <a:ea typeface="隶书" panose="02010509060101010101" pitchFamily="49" charset="-122"/>
              </a:rPr>
              <a:t>找右孩子</a:t>
            </a:r>
            <a:r>
              <a:rPr kumimoji="1" lang="zh-CN" altLang="en-US" sz="2800" b="1">
                <a:latin typeface="Times New Roman" panose="02020603050405020304" pitchFamily="18" charset="0"/>
                <a:ea typeface="宋体" panose="02010600030101010101" pitchFamily="2" charset="-122"/>
              </a:rPr>
              <a:t>    </a:t>
            </a:r>
            <a:r>
              <a:rPr kumimoji="1" lang="en-US" altLang="zh-CN" sz="2800" b="1">
                <a:solidFill>
                  <a:schemeClr val="accent2"/>
                </a:solidFill>
                <a:latin typeface="Times New Roman" panose="02020603050405020304" pitchFamily="18" charset="0"/>
                <a:ea typeface="宋体" panose="02010600030101010101" pitchFamily="2" charset="-122"/>
              </a:rPr>
              <a:t>=</a:t>
            </a:r>
            <a:endParaRPr kumimoji="1" lang="en-US" altLang="zh-CN" sz="2400">
              <a:latin typeface="Times New Roman" panose="02020603050405020304" pitchFamily="18" charset="0"/>
              <a:ea typeface="宋体" panose="02010600030101010101" pitchFamily="2" charset="-122"/>
            </a:endParaRPr>
          </a:p>
        </p:txBody>
      </p:sp>
      <p:sp>
        <p:nvSpPr>
          <p:cNvPr id="97303" name="Text Box 30">
            <a:extLst>
              <a:ext uri="{FF2B5EF4-FFF2-40B4-BE49-F238E27FC236}">
                <a16:creationId xmlns:a16="http://schemas.microsoft.com/office/drawing/2014/main" id="{FC780DBC-9700-18BD-0EC6-6FF4BA80451A}"/>
              </a:ext>
            </a:extLst>
          </p:cNvPr>
          <p:cNvSpPr txBox="1">
            <a:spLocks noChangeArrowheads="1"/>
          </p:cNvSpPr>
          <p:nvPr/>
        </p:nvSpPr>
        <p:spPr bwMode="auto">
          <a:xfrm>
            <a:off x="6063989" y="2027312"/>
            <a:ext cx="26908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dirty="0">
                <a:solidFill>
                  <a:schemeClr val="accent2"/>
                </a:solidFill>
                <a:latin typeface="Times New Roman" panose="02020603050405020304" pitchFamily="18" charset="0"/>
                <a:ea typeface="宋体" panose="02010600030101010101" pitchFamily="2" charset="-122"/>
                <a:sym typeface="Symbol" panose="05050102010706020507" pitchFamily="18" charset="2"/>
              </a:rPr>
              <a:t>  </a:t>
            </a:r>
            <a:r>
              <a:rPr kumimoji="1" lang="zh-CN" altLang="en-US" sz="2800" dirty="0">
                <a:latin typeface="Times New Roman" panose="02020603050405020304" pitchFamily="18" charset="0"/>
                <a:ea typeface="隶书" panose="02010509060101010101" pitchFamily="49" charset="-122"/>
                <a:sym typeface="Symbol" panose="05050102010706020507" pitchFamily="18" charset="2"/>
              </a:rPr>
              <a:t>说明有左孩子</a:t>
            </a:r>
          </a:p>
        </p:txBody>
      </p:sp>
      <p:sp>
        <p:nvSpPr>
          <p:cNvPr id="311328" name="Text Box 32">
            <a:extLst>
              <a:ext uri="{FF2B5EF4-FFF2-40B4-BE49-F238E27FC236}">
                <a16:creationId xmlns:a16="http://schemas.microsoft.com/office/drawing/2014/main" id="{B54A92D8-8E76-0883-50B1-12FE25AA6446}"/>
              </a:ext>
            </a:extLst>
          </p:cNvPr>
          <p:cNvSpPr txBox="1">
            <a:spLocks noChangeArrowheads="1"/>
          </p:cNvSpPr>
          <p:nvPr/>
        </p:nvSpPr>
        <p:spPr bwMode="auto">
          <a:xfrm>
            <a:off x="3396989" y="2605162"/>
            <a:ext cx="2339975" cy="946150"/>
          </a:xfrm>
          <a:prstGeom prst="rect">
            <a:avLst/>
          </a:prstGeom>
          <a:noFill/>
          <a:ln w="38100">
            <a:noFill/>
            <a:miter lim="800000"/>
            <a:headEnd/>
            <a:tailEnd/>
          </a:ln>
          <a:effectLst/>
        </p:spPr>
        <p:txBody>
          <a:bodyPr wrap="none" anchor="ctr">
            <a:spAutoFit/>
          </a:bodyPr>
          <a:lstStyle/>
          <a:p>
            <a:pPr eaLnBrk="1" fontAlgn="auto" hangingPunct="1">
              <a:spcBef>
                <a:spcPts val="0"/>
              </a:spcBef>
              <a:spcAft>
                <a:spcPts val="0"/>
              </a:spcAft>
              <a:defRPr/>
            </a:pPr>
            <a:r>
              <a:rPr lang="en-US" altLang="zh-CN" sz="2800">
                <a:solidFill>
                  <a:srgbClr val="CC3300"/>
                </a:solidFill>
                <a:effectLst>
                  <a:outerShdw blurRad="38100" dist="38100" dir="2700000" algn="tl">
                    <a:srgbClr val="C0C0C0"/>
                  </a:outerShdw>
                </a:effectLst>
                <a:latin typeface="Times New Roman" charset="0"/>
                <a:ea typeface="+mn-ea"/>
              </a:rPr>
              <a:t>p</a:t>
            </a:r>
            <a:r>
              <a:rPr lang="en-US" altLang="zh-CN" sz="2800">
                <a:solidFill>
                  <a:srgbClr val="CC3300"/>
                </a:solidFill>
                <a:effectLst>
                  <a:outerShdw blurRad="38100" dist="38100" dir="2700000" algn="tl">
                    <a:srgbClr val="C0C0C0"/>
                  </a:outerShdw>
                </a:effectLst>
                <a:latin typeface="楷体_GB2312" pitchFamily="49" charset="-122"/>
                <a:ea typeface="楷体_GB2312" pitchFamily="49" charset="-122"/>
              </a:rPr>
              <a:t>-&gt;</a:t>
            </a:r>
            <a:r>
              <a:rPr lang="en-US" altLang="zh-CN" sz="2800">
                <a:solidFill>
                  <a:srgbClr val="CC3300"/>
                </a:solidFill>
                <a:effectLst>
                  <a:outerShdw blurRad="38100" dist="38100" dir="2700000" algn="tl">
                    <a:srgbClr val="C0C0C0"/>
                  </a:outerShdw>
                </a:effectLst>
                <a:latin typeface="Times New Roman" charset="0"/>
                <a:ea typeface="+mn-ea"/>
              </a:rPr>
              <a:t>rightChild</a:t>
            </a:r>
          </a:p>
          <a:p>
            <a:pPr eaLnBrk="1" fontAlgn="auto" hangingPunct="1">
              <a:spcBef>
                <a:spcPts val="0"/>
              </a:spcBef>
              <a:spcAft>
                <a:spcPts val="0"/>
              </a:spcAft>
              <a:defRPr/>
            </a:pPr>
            <a:r>
              <a:rPr lang="en-US" altLang="zh-CN" sz="2800">
                <a:solidFill>
                  <a:srgbClr val="CC3300"/>
                </a:solidFill>
                <a:effectLst>
                  <a:outerShdw blurRad="38100" dist="38100" dir="2700000" algn="tl">
                    <a:srgbClr val="C0C0C0"/>
                  </a:outerShdw>
                </a:effectLst>
                <a:latin typeface="Times New Roman" charset="0"/>
                <a:ea typeface="+mn-ea"/>
              </a:rPr>
              <a:t>   == NULL</a:t>
            </a:r>
            <a:endParaRPr lang="en-US" altLang="zh-CN">
              <a:latin typeface="Times New Roman" charset="0"/>
              <a:ea typeface="+mn-ea"/>
            </a:endParaRPr>
          </a:p>
        </p:txBody>
      </p:sp>
      <p:sp>
        <p:nvSpPr>
          <p:cNvPr id="97305" name="Text Box 33">
            <a:extLst>
              <a:ext uri="{FF2B5EF4-FFF2-40B4-BE49-F238E27FC236}">
                <a16:creationId xmlns:a16="http://schemas.microsoft.com/office/drawing/2014/main" id="{00530D6A-CD26-7433-BD6E-6824C52D7156}"/>
              </a:ext>
            </a:extLst>
          </p:cNvPr>
          <p:cNvSpPr txBox="1">
            <a:spLocks noChangeArrowheads="1"/>
          </p:cNvSpPr>
          <p:nvPr/>
        </p:nvSpPr>
        <p:spPr bwMode="auto">
          <a:xfrm>
            <a:off x="6140189" y="2636912"/>
            <a:ext cx="20828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zh-CN" altLang="en-US" sz="2800">
                <a:latin typeface="Times New Roman" panose="02020603050405020304" pitchFamily="18" charset="0"/>
                <a:ea typeface="隶书" panose="02010509060101010101" pitchFamily="49" charset="-122"/>
              </a:rPr>
              <a:t>后继为</a:t>
            </a:r>
            <a:endParaRPr kumimoji="1" lang="zh-CN" altLang="en-US" sz="2800" b="1">
              <a:latin typeface="Times New Roman" panose="02020603050405020304" pitchFamily="18" charset="0"/>
              <a:ea typeface="宋体" panose="02010600030101010101" pitchFamily="2" charset="-122"/>
            </a:endParaRPr>
          </a:p>
          <a:p>
            <a:pPr eaLnBrk="1" hangingPunct="1"/>
            <a:r>
              <a:rPr kumimoji="1" lang="en-US" altLang="zh-CN" sz="2800" b="1">
                <a:solidFill>
                  <a:srgbClr val="CC3300"/>
                </a:solidFill>
                <a:latin typeface="Times New Roman" panose="02020603050405020304" pitchFamily="18" charset="0"/>
                <a:ea typeface="宋体" panose="02010600030101010101" pitchFamily="2" charset="-122"/>
              </a:rPr>
              <a:t>p</a:t>
            </a:r>
            <a:r>
              <a:rPr kumimoji="1" lang="en-US" altLang="zh-CN" sz="2800" b="1">
                <a:solidFill>
                  <a:srgbClr val="CC3300"/>
                </a:solidFill>
                <a:latin typeface="楷体_GB2312" pitchFamily="49" charset="-122"/>
                <a:ea typeface="楷体_GB2312" pitchFamily="49" charset="-122"/>
              </a:rPr>
              <a:t>-&gt;</a:t>
            </a:r>
            <a:r>
              <a:rPr kumimoji="1" lang="en-US" altLang="zh-CN" sz="2800" b="1">
                <a:solidFill>
                  <a:srgbClr val="CC3300"/>
                </a:solidFill>
                <a:latin typeface="Times New Roman" panose="02020603050405020304" pitchFamily="18" charset="0"/>
                <a:ea typeface="宋体" panose="02010600030101010101" pitchFamily="2" charset="-122"/>
              </a:rPr>
              <a:t>leftChild</a:t>
            </a:r>
            <a:endParaRPr kumimoji="1" lang="en-US" altLang="zh-CN" sz="2400">
              <a:latin typeface="Times New Roman" panose="02020603050405020304" pitchFamily="18" charset="0"/>
              <a:ea typeface="宋体" panose="02010600030101010101" pitchFamily="2" charset="-122"/>
            </a:endParaRPr>
          </a:p>
        </p:txBody>
      </p:sp>
      <p:sp>
        <p:nvSpPr>
          <p:cNvPr id="97306" name="Line 34">
            <a:extLst>
              <a:ext uri="{FF2B5EF4-FFF2-40B4-BE49-F238E27FC236}">
                <a16:creationId xmlns:a16="http://schemas.microsoft.com/office/drawing/2014/main" id="{304D851A-FEE5-D02A-83E5-DF8B47F9C550}"/>
              </a:ext>
            </a:extLst>
          </p:cNvPr>
          <p:cNvSpPr>
            <a:spLocks noChangeShapeType="1"/>
          </p:cNvSpPr>
          <p:nvPr/>
        </p:nvSpPr>
        <p:spPr bwMode="auto">
          <a:xfrm flipH="1">
            <a:off x="3320789" y="3551312"/>
            <a:ext cx="685800" cy="6858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7307" name="Line 35">
            <a:extLst>
              <a:ext uri="{FF2B5EF4-FFF2-40B4-BE49-F238E27FC236}">
                <a16:creationId xmlns:a16="http://schemas.microsoft.com/office/drawing/2014/main" id="{CB58E94B-A74F-48F3-6DEF-888A8961AE10}"/>
              </a:ext>
            </a:extLst>
          </p:cNvPr>
          <p:cNvSpPr>
            <a:spLocks noChangeShapeType="1"/>
          </p:cNvSpPr>
          <p:nvPr/>
        </p:nvSpPr>
        <p:spPr bwMode="auto">
          <a:xfrm>
            <a:off x="4920989" y="3551312"/>
            <a:ext cx="685800" cy="6858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7308" name="Text Box 36">
            <a:extLst>
              <a:ext uri="{FF2B5EF4-FFF2-40B4-BE49-F238E27FC236}">
                <a16:creationId xmlns:a16="http://schemas.microsoft.com/office/drawing/2014/main" id="{6C50DE14-BD4E-615E-197A-DCFFB79D9E49}"/>
              </a:ext>
            </a:extLst>
          </p:cNvPr>
          <p:cNvSpPr txBox="1">
            <a:spLocks noChangeArrowheads="1"/>
          </p:cNvSpPr>
          <p:nvPr/>
        </p:nvSpPr>
        <p:spPr bwMode="auto">
          <a:xfrm>
            <a:off x="3244589" y="3597350"/>
            <a:ext cx="387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accent2"/>
                </a:solidFill>
                <a:latin typeface="Times New Roman" panose="02020603050405020304" pitchFamily="18" charset="0"/>
                <a:ea typeface="宋体" panose="02010600030101010101" pitchFamily="2" charset="-122"/>
              </a:rPr>
              <a:t>=</a:t>
            </a:r>
            <a:endParaRPr kumimoji="1" lang="en-US" altLang="zh-CN" sz="2400">
              <a:latin typeface="Times New Roman" panose="02020603050405020304" pitchFamily="18" charset="0"/>
              <a:ea typeface="宋体" panose="02010600030101010101" pitchFamily="2" charset="-122"/>
            </a:endParaRPr>
          </a:p>
        </p:txBody>
      </p:sp>
      <p:sp>
        <p:nvSpPr>
          <p:cNvPr id="97309" name="Text Box 37">
            <a:extLst>
              <a:ext uri="{FF2B5EF4-FFF2-40B4-BE49-F238E27FC236}">
                <a16:creationId xmlns:a16="http://schemas.microsoft.com/office/drawing/2014/main" id="{3B18AFC5-96D9-51D2-C006-0BAD4E13FD01}"/>
              </a:ext>
            </a:extLst>
          </p:cNvPr>
          <p:cNvSpPr txBox="1">
            <a:spLocks noChangeArrowheads="1"/>
          </p:cNvSpPr>
          <p:nvPr/>
        </p:nvSpPr>
        <p:spPr bwMode="auto">
          <a:xfrm>
            <a:off x="4844789" y="3627512"/>
            <a:ext cx="3794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latin typeface="Times New Roman" panose="02020603050405020304" pitchFamily="18" charset="0"/>
              <a:ea typeface="宋体" panose="02010600030101010101" pitchFamily="2" charset="-122"/>
            </a:endParaRPr>
          </a:p>
        </p:txBody>
      </p:sp>
      <p:sp>
        <p:nvSpPr>
          <p:cNvPr id="97310" name="Text Box 38">
            <a:extLst>
              <a:ext uri="{FF2B5EF4-FFF2-40B4-BE49-F238E27FC236}">
                <a16:creationId xmlns:a16="http://schemas.microsoft.com/office/drawing/2014/main" id="{A3D2C8A2-021B-AD2C-06C7-1B0FA4FA62AD}"/>
              </a:ext>
            </a:extLst>
          </p:cNvPr>
          <p:cNvSpPr txBox="1">
            <a:spLocks noChangeArrowheads="1"/>
          </p:cNvSpPr>
          <p:nvPr/>
        </p:nvSpPr>
        <p:spPr bwMode="auto">
          <a:xfrm>
            <a:off x="2711189" y="4175200"/>
            <a:ext cx="1428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zh-CN" altLang="en-US" sz="2800">
                <a:latin typeface="隶书" panose="02010509060101010101" pitchFamily="49" charset="-122"/>
                <a:ea typeface="隶书" panose="02010509060101010101" pitchFamily="49" charset="-122"/>
              </a:rPr>
              <a:t>无后继</a:t>
            </a:r>
            <a:r>
              <a:rPr kumimoji="1" lang="zh-CN" altLang="en-US" sz="2800" b="1">
                <a:solidFill>
                  <a:srgbClr val="009900"/>
                </a:solidFill>
                <a:latin typeface="仿宋_GB2312" pitchFamily="49" charset="-122"/>
                <a:ea typeface="仿宋_GB2312" pitchFamily="49" charset="-122"/>
              </a:rPr>
              <a:t> </a:t>
            </a:r>
          </a:p>
        </p:txBody>
      </p:sp>
      <p:sp>
        <p:nvSpPr>
          <p:cNvPr id="97311" name="Text Box 39">
            <a:extLst>
              <a:ext uri="{FF2B5EF4-FFF2-40B4-BE49-F238E27FC236}">
                <a16:creationId xmlns:a16="http://schemas.microsoft.com/office/drawing/2014/main" id="{34ABB0C7-E475-BFF0-13B5-9D2FED96B2C5}"/>
              </a:ext>
            </a:extLst>
          </p:cNvPr>
          <p:cNvSpPr txBox="1">
            <a:spLocks noChangeArrowheads="1"/>
          </p:cNvSpPr>
          <p:nvPr/>
        </p:nvSpPr>
        <p:spPr bwMode="auto">
          <a:xfrm>
            <a:off x="4844789" y="4160912"/>
            <a:ext cx="233997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zh-CN" altLang="en-US" sz="2800">
                <a:latin typeface="Times New Roman" panose="02020603050405020304" pitchFamily="18" charset="0"/>
                <a:ea typeface="隶书" panose="02010509060101010101" pitchFamily="49" charset="-122"/>
              </a:rPr>
              <a:t>后继为</a:t>
            </a:r>
            <a:endParaRPr kumimoji="1" lang="zh-CN" altLang="en-US" sz="2800" b="1">
              <a:latin typeface="Times New Roman" panose="02020603050405020304" pitchFamily="18" charset="0"/>
              <a:ea typeface="宋体" panose="02010600030101010101" pitchFamily="2" charset="-122"/>
            </a:endParaRPr>
          </a:p>
          <a:p>
            <a:pPr eaLnBrk="1" hangingPunct="1"/>
            <a:r>
              <a:rPr kumimoji="1" lang="en-US" altLang="zh-CN" sz="2800" b="1">
                <a:solidFill>
                  <a:srgbClr val="CC3300"/>
                </a:solidFill>
                <a:latin typeface="Times New Roman" panose="02020603050405020304" pitchFamily="18" charset="0"/>
                <a:ea typeface="宋体" panose="02010600030101010101" pitchFamily="2" charset="-122"/>
              </a:rPr>
              <a:t>p</a:t>
            </a:r>
            <a:r>
              <a:rPr kumimoji="1" lang="en-US" altLang="zh-CN" sz="2800" b="1">
                <a:solidFill>
                  <a:srgbClr val="CC3300"/>
                </a:solidFill>
                <a:latin typeface="楷体_GB2312" pitchFamily="49" charset="-122"/>
                <a:ea typeface="楷体_GB2312" pitchFamily="49" charset="-122"/>
              </a:rPr>
              <a:t>-&gt;</a:t>
            </a:r>
            <a:r>
              <a:rPr kumimoji="1" lang="en-US" altLang="zh-CN" sz="2800" b="1">
                <a:solidFill>
                  <a:srgbClr val="CC3300"/>
                </a:solidFill>
                <a:latin typeface="Times New Roman" panose="02020603050405020304" pitchFamily="18" charset="0"/>
                <a:ea typeface="宋体" panose="02010600030101010101" pitchFamily="2" charset="-122"/>
              </a:rPr>
              <a:t>rightChild</a:t>
            </a:r>
            <a:endParaRPr kumimoji="1" lang="en-US" altLang="zh-CN" sz="2400">
              <a:latin typeface="Times New Roman" panose="02020603050405020304" pitchFamily="18" charset="0"/>
              <a:ea typeface="宋体" panose="02010600030101010101" pitchFamily="2" charset="-122"/>
            </a:endParaRPr>
          </a:p>
        </p:txBody>
      </p:sp>
      <p:sp>
        <p:nvSpPr>
          <p:cNvPr id="97312" name="Text Box 41">
            <a:extLst>
              <a:ext uri="{FF2B5EF4-FFF2-40B4-BE49-F238E27FC236}">
                <a16:creationId xmlns:a16="http://schemas.microsoft.com/office/drawing/2014/main" id="{A166C0D6-F1E9-3016-E689-1F508C9DDD92}"/>
              </a:ext>
            </a:extLst>
          </p:cNvPr>
          <p:cNvSpPr txBox="1">
            <a:spLocks noChangeArrowheads="1"/>
          </p:cNvSpPr>
          <p:nvPr/>
        </p:nvSpPr>
        <p:spPr bwMode="auto">
          <a:xfrm>
            <a:off x="1720589" y="1616150"/>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009900"/>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97313" name="Text Box 42">
            <a:extLst>
              <a:ext uri="{FF2B5EF4-FFF2-40B4-BE49-F238E27FC236}">
                <a16:creationId xmlns:a16="http://schemas.microsoft.com/office/drawing/2014/main" id="{4F280FF0-36DD-0DD2-910D-00056685DF1F}"/>
              </a:ext>
            </a:extLst>
          </p:cNvPr>
          <p:cNvSpPr txBox="1">
            <a:spLocks noChangeArrowheads="1"/>
          </p:cNvSpPr>
          <p:nvPr/>
        </p:nvSpPr>
        <p:spPr bwMode="auto">
          <a:xfrm>
            <a:off x="968114" y="2408312"/>
            <a:ext cx="4206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009900"/>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97314" name="Text Box 43">
            <a:extLst>
              <a:ext uri="{FF2B5EF4-FFF2-40B4-BE49-F238E27FC236}">
                <a16:creationId xmlns:a16="http://schemas.microsoft.com/office/drawing/2014/main" id="{0D06B1F3-D960-C0B4-405F-1421D1BBF311}"/>
              </a:ext>
            </a:extLst>
          </p:cNvPr>
          <p:cNvSpPr txBox="1">
            <a:spLocks noChangeArrowheads="1"/>
          </p:cNvSpPr>
          <p:nvPr/>
        </p:nvSpPr>
        <p:spPr bwMode="auto">
          <a:xfrm>
            <a:off x="2422264" y="2422600"/>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009900"/>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97315" name="Text Box 44">
            <a:extLst>
              <a:ext uri="{FF2B5EF4-FFF2-40B4-BE49-F238E27FC236}">
                <a16:creationId xmlns:a16="http://schemas.microsoft.com/office/drawing/2014/main" id="{079CAAD0-29CA-50B7-F27D-83E2D49E8966}"/>
              </a:ext>
            </a:extLst>
          </p:cNvPr>
          <p:cNvSpPr txBox="1">
            <a:spLocks noChangeArrowheads="1"/>
          </p:cNvSpPr>
          <p:nvPr/>
        </p:nvSpPr>
        <p:spPr bwMode="auto">
          <a:xfrm>
            <a:off x="2187314" y="3337000"/>
            <a:ext cx="420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009900"/>
                </a:solidFill>
                <a:latin typeface="Times New Roman" panose="02020603050405020304" pitchFamily="18"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97316" name="Text Box 45">
            <a:extLst>
              <a:ext uri="{FF2B5EF4-FFF2-40B4-BE49-F238E27FC236}">
                <a16:creationId xmlns:a16="http://schemas.microsoft.com/office/drawing/2014/main" id="{AF3BEEEA-C654-EBBA-F683-78EB8B65F06F}"/>
              </a:ext>
            </a:extLst>
          </p:cNvPr>
          <p:cNvSpPr txBox="1">
            <a:spLocks noChangeArrowheads="1"/>
          </p:cNvSpPr>
          <p:nvPr/>
        </p:nvSpPr>
        <p:spPr bwMode="auto">
          <a:xfrm>
            <a:off x="1279264" y="3337000"/>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009900"/>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cxnSp>
        <p:nvCxnSpPr>
          <p:cNvPr id="97317" name="AutoShape 46">
            <a:extLst>
              <a:ext uri="{FF2B5EF4-FFF2-40B4-BE49-F238E27FC236}">
                <a16:creationId xmlns:a16="http://schemas.microsoft.com/office/drawing/2014/main" id="{5CC0985C-8142-08F8-D49A-8EB9E1DE733B}"/>
              </a:ext>
            </a:extLst>
          </p:cNvPr>
          <p:cNvCxnSpPr>
            <a:cxnSpLocks noChangeShapeType="1"/>
            <a:stCxn id="97314" idx="3"/>
            <a:endCxn id="97315" idx="3"/>
          </p:cNvCxnSpPr>
          <p:nvPr/>
        </p:nvCxnSpPr>
        <p:spPr bwMode="auto">
          <a:xfrm flipH="1">
            <a:off x="2608002" y="2682950"/>
            <a:ext cx="255587" cy="914400"/>
          </a:xfrm>
          <a:prstGeom prst="curvedConnector3">
            <a:avLst>
              <a:gd name="adj1" fmla="val -89440"/>
            </a:avLst>
          </a:prstGeom>
          <a:noFill/>
          <a:ln w="19050">
            <a:solidFill>
              <a:schemeClr val="tx2"/>
            </a:solidFill>
            <a:prstDash val="sysDot"/>
            <a:round/>
            <a:headEnd/>
            <a:tailEnd type="triangle" w="med" len="med"/>
          </a:ln>
          <a:extLst>
            <a:ext uri="{909E8E84-426E-40DD-AFC4-6F175D3DCCD1}">
              <a14:hiddenFill xmlns:a14="http://schemas.microsoft.com/office/drawing/2010/main">
                <a:noFill/>
              </a14:hiddenFill>
            </a:ext>
          </a:extLst>
        </p:spPr>
      </p:cxnSp>
      <p:sp>
        <p:nvSpPr>
          <p:cNvPr id="2" name="标题 1">
            <a:extLst>
              <a:ext uri="{FF2B5EF4-FFF2-40B4-BE49-F238E27FC236}">
                <a16:creationId xmlns:a16="http://schemas.microsoft.com/office/drawing/2014/main" id="{A7F1EAE4-8238-4FD5-8721-C1FF9E1C61B6}"/>
              </a:ext>
            </a:extLst>
          </p:cNvPr>
          <p:cNvSpPr>
            <a:spLocks noGrp="1"/>
          </p:cNvSpPr>
          <p:nvPr>
            <p:ph type="title"/>
          </p:nvPr>
        </p:nvSpPr>
        <p:spPr/>
        <p:txBody>
          <a:bodyPr/>
          <a:lstStyle/>
          <a:p>
            <a:r>
              <a:rPr lang="zh-CN" altLang="en-US" dirty="0"/>
              <a:t>前序线索化二叉树中找当前结点的后继</a:t>
            </a:r>
          </a:p>
        </p:txBody>
      </p:sp>
      <p:sp>
        <p:nvSpPr>
          <p:cNvPr id="3" name="灯片编号占位符 2">
            <a:extLst>
              <a:ext uri="{FF2B5EF4-FFF2-40B4-BE49-F238E27FC236}">
                <a16:creationId xmlns:a16="http://schemas.microsoft.com/office/drawing/2014/main" id="{1F3FC283-1DC8-AC73-F99A-2E03803E873F}"/>
              </a:ext>
            </a:extLst>
          </p:cNvPr>
          <p:cNvSpPr>
            <a:spLocks noGrp="1"/>
          </p:cNvSpPr>
          <p:nvPr>
            <p:ph type="sldNum" sz="quarter" idx="12"/>
          </p:nvPr>
        </p:nvSpPr>
        <p:spPr/>
        <p:txBody>
          <a:bodyPr/>
          <a:lstStyle/>
          <a:p>
            <a:pPr>
              <a:defRPr/>
            </a:pPr>
            <a:fld id="{6DFA40DF-1FC0-4A1B-B86F-E962D94EFA14}" type="slidenum">
              <a:rPr lang="en-US" altLang="zh-CN" smtClean="0"/>
              <a:pPr>
                <a:defRPr/>
              </a:pPr>
              <a:t>91</a:t>
            </a:fld>
            <a:endParaRPr lang="en-US" altLang="zh-CN"/>
          </a:p>
        </p:txBody>
      </p:sp>
    </p:spTree>
  </p:cSld>
  <p:clrMapOvr>
    <a:masterClrMapping/>
  </p:clrMapOvr>
  <p:transition>
    <p:split/>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Line 2">
            <a:extLst>
              <a:ext uri="{FF2B5EF4-FFF2-40B4-BE49-F238E27FC236}">
                <a16:creationId xmlns:a16="http://schemas.microsoft.com/office/drawing/2014/main" id="{F4EEF0F0-E99D-E987-5AF5-6449A99754A6}"/>
              </a:ext>
            </a:extLst>
          </p:cNvPr>
          <p:cNvSpPr>
            <a:spLocks noChangeShapeType="1"/>
          </p:cNvSpPr>
          <p:nvPr/>
        </p:nvSpPr>
        <p:spPr bwMode="auto">
          <a:xfrm flipH="1">
            <a:off x="2226885" y="2788444"/>
            <a:ext cx="228600" cy="6096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307" name="Line 3">
            <a:extLst>
              <a:ext uri="{FF2B5EF4-FFF2-40B4-BE49-F238E27FC236}">
                <a16:creationId xmlns:a16="http://schemas.microsoft.com/office/drawing/2014/main" id="{254D3026-A669-60D4-A59B-71914FBB45BC}"/>
              </a:ext>
            </a:extLst>
          </p:cNvPr>
          <p:cNvSpPr>
            <a:spLocks noChangeShapeType="1"/>
          </p:cNvSpPr>
          <p:nvPr/>
        </p:nvSpPr>
        <p:spPr bwMode="auto">
          <a:xfrm>
            <a:off x="1017210" y="2712244"/>
            <a:ext cx="228600" cy="6858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308" name="Line 4">
            <a:extLst>
              <a:ext uri="{FF2B5EF4-FFF2-40B4-BE49-F238E27FC236}">
                <a16:creationId xmlns:a16="http://schemas.microsoft.com/office/drawing/2014/main" id="{1A446F9D-2691-C5D9-FBEF-30CB8EF53755}"/>
              </a:ext>
            </a:extLst>
          </p:cNvPr>
          <p:cNvSpPr>
            <a:spLocks noChangeShapeType="1"/>
          </p:cNvSpPr>
          <p:nvPr/>
        </p:nvSpPr>
        <p:spPr bwMode="auto">
          <a:xfrm>
            <a:off x="1753810" y="1874044"/>
            <a:ext cx="685800" cy="6858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309" name="Line 5">
            <a:extLst>
              <a:ext uri="{FF2B5EF4-FFF2-40B4-BE49-F238E27FC236}">
                <a16:creationId xmlns:a16="http://schemas.microsoft.com/office/drawing/2014/main" id="{1A0E619F-276A-145E-DA71-5F3F894E7D89}"/>
              </a:ext>
            </a:extLst>
          </p:cNvPr>
          <p:cNvSpPr>
            <a:spLocks noChangeShapeType="1"/>
          </p:cNvSpPr>
          <p:nvPr/>
        </p:nvSpPr>
        <p:spPr bwMode="auto">
          <a:xfrm flipH="1">
            <a:off x="991810" y="1950244"/>
            <a:ext cx="609600" cy="6096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2327" name="Text Box 7">
            <a:extLst>
              <a:ext uri="{FF2B5EF4-FFF2-40B4-BE49-F238E27FC236}">
                <a16:creationId xmlns:a16="http://schemas.microsoft.com/office/drawing/2014/main" id="{2B11096C-E9CC-355D-BC5E-1FE44EB5526A}"/>
              </a:ext>
            </a:extLst>
          </p:cNvPr>
          <p:cNvSpPr txBox="1">
            <a:spLocks noChangeArrowheads="1"/>
          </p:cNvSpPr>
          <p:nvPr/>
        </p:nvSpPr>
        <p:spPr bwMode="auto">
          <a:xfrm>
            <a:off x="644148" y="3955257"/>
            <a:ext cx="2127250" cy="1189037"/>
          </a:xfrm>
          <a:prstGeom prst="rect">
            <a:avLst/>
          </a:prstGeom>
          <a:noFill/>
          <a:ln w="9525">
            <a:noFill/>
            <a:miter lim="800000"/>
            <a:headEnd/>
            <a:tailEnd/>
          </a:ln>
          <a:effectLst/>
        </p:spPr>
        <p:txBody>
          <a:bodyPr wrap="none">
            <a:spAutoFit/>
          </a:bodyPr>
          <a:lstStyle/>
          <a:p>
            <a:pPr eaLnBrk="1" fontAlgn="auto" hangingPunct="1">
              <a:spcBef>
                <a:spcPts val="0"/>
              </a:spcBef>
              <a:spcAft>
                <a:spcPts val="0"/>
              </a:spcAft>
              <a:defRPr/>
            </a:pPr>
            <a:r>
              <a:rPr lang="zh-CN" altLang="en-US" sz="3200" u="sng">
                <a:solidFill>
                  <a:schemeClr val="hlink"/>
                </a:solidFill>
                <a:effectLst>
                  <a:outerShdw blurRad="38100" dist="38100" dir="2700000" algn="tl">
                    <a:srgbClr val="C0C0C0"/>
                  </a:outerShdw>
                </a:effectLst>
                <a:latin typeface="Arial" charset="0"/>
                <a:ea typeface="仿宋_GB2312" pitchFamily="49" charset="-122"/>
              </a:rPr>
              <a:t>后序序列</a:t>
            </a:r>
            <a:endParaRPr lang="zh-CN" altLang="en-US" sz="3200">
              <a:latin typeface="Arial" charset="0"/>
              <a:ea typeface="隶书" pitchFamily="49" charset="-122"/>
            </a:endParaRPr>
          </a:p>
          <a:p>
            <a:pPr eaLnBrk="1" fontAlgn="auto" hangingPunct="1">
              <a:spcBef>
                <a:spcPts val="0"/>
              </a:spcBef>
              <a:spcAft>
                <a:spcPts val="0"/>
              </a:spcAft>
              <a:defRPr/>
            </a:pPr>
            <a:endParaRPr lang="zh-CN" altLang="en-US" sz="800">
              <a:latin typeface="Arial" charset="0"/>
              <a:ea typeface="黑体" pitchFamily="2" charset="-122"/>
            </a:endParaRPr>
          </a:p>
          <a:p>
            <a:pPr eaLnBrk="1" fontAlgn="auto" hangingPunct="1">
              <a:spcBef>
                <a:spcPts val="0"/>
              </a:spcBef>
              <a:spcAft>
                <a:spcPts val="0"/>
              </a:spcAft>
              <a:defRPr/>
            </a:pPr>
            <a:r>
              <a:rPr lang="zh-CN" altLang="en-US" sz="3200">
                <a:latin typeface="Arial" charset="0"/>
                <a:ea typeface="黑体" pitchFamily="2" charset="-122"/>
              </a:rPr>
              <a:t> </a:t>
            </a:r>
            <a:r>
              <a:rPr lang="en-US" altLang="zh-CN" sz="3200">
                <a:solidFill>
                  <a:srgbClr val="008000"/>
                </a:solidFill>
                <a:effectLst>
                  <a:outerShdw blurRad="38100" dist="38100" dir="2700000" algn="tl">
                    <a:srgbClr val="C0C0C0"/>
                  </a:outerShdw>
                </a:effectLst>
                <a:latin typeface="Times New Roman" charset="0"/>
                <a:ea typeface="黑体" pitchFamily="2" charset="-122"/>
              </a:rPr>
              <a:t>D B E C A</a:t>
            </a:r>
            <a:endParaRPr lang="en-US" altLang="zh-CN" sz="3200">
              <a:latin typeface="Arial" charset="0"/>
              <a:ea typeface="黑体" pitchFamily="2" charset="-122"/>
            </a:endParaRPr>
          </a:p>
        </p:txBody>
      </p:sp>
      <p:sp>
        <p:nvSpPr>
          <p:cNvPr id="312328" name="Text Box 8">
            <a:extLst>
              <a:ext uri="{FF2B5EF4-FFF2-40B4-BE49-F238E27FC236}">
                <a16:creationId xmlns:a16="http://schemas.microsoft.com/office/drawing/2014/main" id="{1DAE0085-F6B8-6E40-C100-419E57DDDF26}"/>
              </a:ext>
            </a:extLst>
          </p:cNvPr>
          <p:cNvSpPr txBox="1">
            <a:spLocks noChangeArrowheads="1"/>
          </p:cNvSpPr>
          <p:nvPr/>
        </p:nvSpPr>
        <p:spPr bwMode="auto">
          <a:xfrm>
            <a:off x="75406" y="6126957"/>
            <a:ext cx="5202654" cy="584775"/>
          </a:xfrm>
          <a:prstGeom prst="rect">
            <a:avLst/>
          </a:prstGeom>
          <a:noFill/>
          <a:ln w="9525">
            <a:noFill/>
            <a:miter lim="800000"/>
            <a:headEnd/>
            <a:tailEnd/>
          </a:ln>
          <a:effectLst/>
        </p:spPr>
        <p:txBody>
          <a:bodyPr wrap="square">
            <a:spAutoFit/>
          </a:bodyPr>
          <a:lstStyle/>
          <a:p>
            <a:pPr eaLnBrk="1" fontAlgn="auto" hangingPunct="1">
              <a:spcBef>
                <a:spcPts val="0"/>
              </a:spcBef>
              <a:spcAft>
                <a:spcPts val="0"/>
              </a:spcAft>
              <a:defRPr/>
            </a:pPr>
            <a:r>
              <a:rPr lang="zh-CN" altLang="en-US" sz="3200" dirty="0">
                <a:solidFill>
                  <a:schemeClr val="accent2"/>
                </a:solidFill>
                <a:effectLst>
                  <a:outerShdw blurRad="38100" dist="38100" dir="2700000" algn="tl">
                    <a:srgbClr val="C0C0C0"/>
                  </a:outerShdw>
                </a:effectLst>
                <a:latin typeface="仿宋_GB2312" pitchFamily="49" charset="-122"/>
                <a:ea typeface="仿宋_GB2312" pitchFamily="49" charset="-122"/>
              </a:rPr>
              <a:t>类似方法找当前结点的前驱</a:t>
            </a:r>
          </a:p>
        </p:txBody>
      </p:sp>
      <p:sp>
        <p:nvSpPr>
          <p:cNvPr id="98313" name="Oval 9">
            <a:extLst>
              <a:ext uri="{FF2B5EF4-FFF2-40B4-BE49-F238E27FC236}">
                <a16:creationId xmlns:a16="http://schemas.microsoft.com/office/drawing/2014/main" id="{0DA6C88A-B9CF-9129-C2FD-8DE4B0BDCAEF}"/>
              </a:ext>
            </a:extLst>
          </p:cNvPr>
          <p:cNvSpPr>
            <a:spLocks noChangeArrowheads="1"/>
          </p:cNvSpPr>
          <p:nvPr/>
        </p:nvSpPr>
        <p:spPr bwMode="auto">
          <a:xfrm>
            <a:off x="1525210" y="1645444"/>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98314" name="Oval 10">
            <a:extLst>
              <a:ext uri="{FF2B5EF4-FFF2-40B4-BE49-F238E27FC236}">
                <a16:creationId xmlns:a16="http://schemas.microsoft.com/office/drawing/2014/main" id="{BDC33614-07B9-FE6C-DCDF-0CC296DD6E8A}"/>
              </a:ext>
            </a:extLst>
          </p:cNvPr>
          <p:cNvSpPr>
            <a:spLocks noChangeArrowheads="1"/>
          </p:cNvSpPr>
          <p:nvPr/>
        </p:nvSpPr>
        <p:spPr bwMode="auto">
          <a:xfrm>
            <a:off x="763210" y="2407444"/>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98315" name="Oval 11">
            <a:extLst>
              <a:ext uri="{FF2B5EF4-FFF2-40B4-BE49-F238E27FC236}">
                <a16:creationId xmlns:a16="http://schemas.microsoft.com/office/drawing/2014/main" id="{46BFBB0F-8FE7-CA3F-65C8-7812784DD60A}"/>
              </a:ext>
            </a:extLst>
          </p:cNvPr>
          <p:cNvSpPr>
            <a:spLocks noChangeArrowheads="1"/>
          </p:cNvSpPr>
          <p:nvPr/>
        </p:nvSpPr>
        <p:spPr bwMode="auto">
          <a:xfrm>
            <a:off x="2287210" y="2407444"/>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98316" name="Oval 12">
            <a:extLst>
              <a:ext uri="{FF2B5EF4-FFF2-40B4-BE49-F238E27FC236}">
                <a16:creationId xmlns:a16="http://schemas.microsoft.com/office/drawing/2014/main" id="{6FCB7119-BCC6-40BD-C549-7C27B010CCC1}"/>
              </a:ext>
            </a:extLst>
          </p:cNvPr>
          <p:cNvSpPr>
            <a:spLocks noChangeArrowheads="1"/>
          </p:cNvSpPr>
          <p:nvPr/>
        </p:nvSpPr>
        <p:spPr bwMode="auto">
          <a:xfrm>
            <a:off x="1068010" y="3321844"/>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98317" name="Oval 13">
            <a:extLst>
              <a:ext uri="{FF2B5EF4-FFF2-40B4-BE49-F238E27FC236}">
                <a16:creationId xmlns:a16="http://schemas.microsoft.com/office/drawing/2014/main" id="{7CC693C3-36B7-8CAA-F374-EAD9FBE29752}"/>
              </a:ext>
            </a:extLst>
          </p:cNvPr>
          <p:cNvSpPr>
            <a:spLocks noChangeArrowheads="1"/>
          </p:cNvSpPr>
          <p:nvPr/>
        </p:nvSpPr>
        <p:spPr bwMode="auto">
          <a:xfrm>
            <a:off x="1982410" y="3321844"/>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98318" name="Freeform 14">
            <a:extLst>
              <a:ext uri="{FF2B5EF4-FFF2-40B4-BE49-F238E27FC236}">
                <a16:creationId xmlns:a16="http://schemas.microsoft.com/office/drawing/2014/main" id="{C3CB71C0-A0E5-A7BA-1547-C0526BFBCC7A}"/>
              </a:ext>
            </a:extLst>
          </p:cNvPr>
          <p:cNvSpPr>
            <a:spLocks/>
          </p:cNvSpPr>
          <p:nvPr/>
        </p:nvSpPr>
        <p:spPr bwMode="auto">
          <a:xfrm flipH="1">
            <a:off x="839410" y="3702844"/>
            <a:ext cx="381000" cy="88900"/>
          </a:xfrm>
          <a:custGeom>
            <a:avLst/>
            <a:gdLst>
              <a:gd name="T0" fmla="*/ 0 w 240"/>
              <a:gd name="T1" fmla="*/ 0 h 56"/>
              <a:gd name="T2" fmla="*/ 2147483646 w 240"/>
              <a:gd name="T3" fmla="*/ 2147483646 h 56"/>
              <a:gd name="T4" fmla="*/ 2147483646 w 240"/>
              <a:gd name="T5" fmla="*/ 2147483646 h 56"/>
              <a:gd name="T6" fmla="*/ 2147483646 w 240"/>
              <a:gd name="T7" fmla="*/ 0 h 56"/>
              <a:gd name="T8" fmla="*/ 0 60000 65536"/>
              <a:gd name="T9" fmla="*/ 0 60000 65536"/>
              <a:gd name="T10" fmla="*/ 0 60000 65536"/>
              <a:gd name="T11" fmla="*/ 0 60000 65536"/>
              <a:gd name="T12" fmla="*/ 0 w 240"/>
              <a:gd name="T13" fmla="*/ 0 h 56"/>
              <a:gd name="T14" fmla="*/ 240 w 240"/>
              <a:gd name="T15" fmla="*/ 56 h 56"/>
            </a:gdLst>
            <a:ahLst/>
            <a:cxnLst>
              <a:cxn ang="T8">
                <a:pos x="T0" y="T1"/>
              </a:cxn>
              <a:cxn ang="T9">
                <a:pos x="T2" y="T3"/>
              </a:cxn>
              <a:cxn ang="T10">
                <a:pos x="T4" y="T5"/>
              </a:cxn>
              <a:cxn ang="T11">
                <a:pos x="T6" y="T7"/>
              </a:cxn>
            </a:cxnLst>
            <a:rect l="T12" t="T13" r="T14" b="T15"/>
            <a:pathLst>
              <a:path w="240" h="56">
                <a:moveTo>
                  <a:pt x="0" y="0"/>
                </a:moveTo>
                <a:cubicBezTo>
                  <a:pt x="12" y="20"/>
                  <a:pt x="24" y="40"/>
                  <a:pt x="48" y="48"/>
                </a:cubicBezTo>
                <a:cubicBezTo>
                  <a:pt x="72" y="56"/>
                  <a:pt x="112" y="56"/>
                  <a:pt x="144" y="48"/>
                </a:cubicBezTo>
                <a:cubicBezTo>
                  <a:pt x="176" y="40"/>
                  <a:pt x="224" y="8"/>
                  <a:pt x="240" y="0"/>
                </a:cubicBezTo>
              </a:path>
            </a:pathLst>
          </a:custGeom>
          <a:noFill/>
          <a:ln w="28575">
            <a:solidFill>
              <a:srgbClr val="009900"/>
            </a:solidFill>
            <a:prstDash val="sysDot"/>
            <a:round/>
            <a:headEnd/>
            <a:tailEnd type="triangl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8319" name="Freeform 15">
            <a:extLst>
              <a:ext uri="{FF2B5EF4-FFF2-40B4-BE49-F238E27FC236}">
                <a16:creationId xmlns:a16="http://schemas.microsoft.com/office/drawing/2014/main" id="{DA64EDC4-ED60-1E5F-25EE-646B384B57C3}"/>
              </a:ext>
            </a:extLst>
          </p:cNvPr>
          <p:cNvSpPr>
            <a:spLocks/>
          </p:cNvSpPr>
          <p:nvPr/>
        </p:nvSpPr>
        <p:spPr bwMode="auto">
          <a:xfrm flipH="1">
            <a:off x="1093410" y="2788444"/>
            <a:ext cx="609600" cy="1016000"/>
          </a:xfrm>
          <a:custGeom>
            <a:avLst/>
            <a:gdLst>
              <a:gd name="T0" fmla="*/ 2147483646 w 384"/>
              <a:gd name="T1" fmla="*/ 2147483646 h 640"/>
              <a:gd name="T2" fmla="*/ 2147483646 w 384"/>
              <a:gd name="T3" fmla="*/ 2147483646 h 640"/>
              <a:gd name="T4" fmla="*/ 2147483646 w 384"/>
              <a:gd name="T5" fmla="*/ 2147483646 h 640"/>
              <a:gd name="T6" fmla="*/ 0 w 384"/>
              <a:gd name="T7" fmla="*/ 2147483646 h 640"/>
              <a:gd name="T8" fmla="*/ 2147483646 w 384"/>
              <a:gd name="T9" fmla="*/ 2147483646 h 640"/>
              <a:gd name="T10" fmla="*/ 2147483646 w 384"/>
              <a:gd name="T11" fmla="*/ 2147483646 h 640"/>
              <a:gd name="T12" fmla="*/ 2147483646 w 384"/>
              <a:gd name="T13" fmla="*/ 2147483646 h 640"/>
              <a:gd name="T14" fmla="*/ 2147483646 w 384"/>
              <a:gd name="T15" fmla="*/ 0 h 640"/>
              <a:gd name="T16" fmla="*/ 0 60000 65536"/>
              <a:gd name="T17" fmla="*/ 0 60000 65536"/>
              <a:gd name="T18" fmla="*/ 0 60000 65536"/>
              <a:gd name="T19" fmla="*/ 0 60000 65536"/>
              <a:gd name="T20" fmla="*/ 0 60000 65536"/>
              <a:gd name="T21" fmla="*/ 0 60000 65536"/>
              <a:gd name="T22" fmla="*/ 0 60000 65536"/>
              <a:gd name="T23" fmla="*/ 0 60000 65536"/>
              <a:gd name="T24" fmla="*/ 0 w 384"/>
              <a:gd name="T25" fmla="*/ 0 h 640"/>
              <a:gd name="T26" fmla="*/ 384 w 384"/>
              <a:gd name="T27" fmla="*/ 640 h 6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4" h="640">
                <a:moveTo>
                  <a:pt x="192" y="576"/>
                </a:moveTo>
                <a:cubicBezTo>
                  <a:pt x="180" y="596"/>
                  <a:pt x="168" y="616"/>
                  <a:pt x="144" y="624"/>
                </a:cubicBezTo>
                <a:cubicBezTo>
                  <a:pt x="120" y="632"/>
                  <a:pt x="72" y="640"/>
                  <a:pt x="48" y="624"/>
                </a:cubicBezTo>
                <a:cubicBezTo>
                  <a:pt x="24" y="608"/>
                  <a:pt x="0" y="568"/>
                  <a:pt x="0" y="528"/>
                </a:cubicBezTo>
                <a:cubicBezTo>
                  <a:pt x="0" y="488"/>
                  <a:pt x="24" y="432"/>
                  <a:pt x="48" y="384"/>
                </a:cubicBezTo>
                <a:cubicBezTo>
                  <a:pt x="72" y="336"/>
                  <a:pt x="112" y="280"/>
                  <a:pt x="144" y="240"/>
                </a:cubicBezTo>
                <a:cubicBezTo>
                  <a:pt x="176" y="200"/>
                  <a:pt x="200" y="184"/>
                  <a:pt x="240" y="144"/>
                </a:cubicBezTo>
                <a:cubicBezTo>
                  <a:pt x="280" y="104"/>
                  <a:pt x="360" y="24"/>
                  <a:pt x="384" y="0"/>
                </a:cubicBezTo>
              </a:path>
            </a:pathLst>
          </a:custGeom>
          <a:noFill/>
          <a:ln w="28575">
            <a:solidFill>
              <a:schemeClr val="tx2"/>
            </a:solidFill>
            <a:prstDash val="sysDot"/>
            <a:round/>
            <a:headEnd/>
            <a:tailEnd type="triangl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8320" name="Freeform 16">
            <a:extLst>
              <a:ext uri="{FF2B5EF4-FFF2-40B4-BE49-F238E27FC236}">
                <a16:creationId xmlns:a16="http://schemas.microsoft.com/office/drawing/2014/main" id="{3B11554F-E70D-FB86-1F84-6619EACED00C}"/>
              </a:ext>
            </a:extLst>
          </p:cNvPr>
          <p:cNvSpPr>
            <a:spLocks/>
          </p:cNvSpPr>
          <p:nvPr/>
        </p:nvSpPr>
        <p:spPr bwMode="auto">
          <a:xfrm flipH="1">
            <a:off x="1144210" y="2788444"/>
            <a:ext cx="914400" cy="990600"/>
          </a:xfrm>
          <a:custGeom>
            <a:avLst/>
            <a:gdLst>
              <a:gd name="T0" fmla="*/ 0 w 576"/>
              <a:gd name="T1" fmla="*/ 2147483646 h 624"/>
              <a:gd name="T2" fmla="*/ 2147483646 w 576"/>
              <a:gd name="T3" fmla="*/ 2147483646 h 624"/>
              <a:gd name="T4" fmla="*/ 2147483646 w 576"/>
              <a:gd name="T5" fmla="*/ 2147483646 h 624"/>
              <a:gd name="T6" fmla="*/ 2147483646 w 576"/>
              <a:gd name="T7" fmla="*/ 2147483646 h 624"/>
              <a:gd name="T8" fmla="*/ 2147483646 w 576"/>
              <a:gd name="T9" fmla="*/ 2147483646 h 624"/>
              <a:gd name="T10" fmla="*/ 2147483646 w 576"/>
              <a:gd name="T11" fmla="*/ 2147483646 h 624"/>
              <a:gd name="T12" fmla="*/ 2147483646 w 576"/>
              <a:gd name="T13" fmla="*/ 2147483646 h 624"/>
              <a:gd name="T14" fmla="*/ 2147483646 w 576"/>
              <a:gd name="T15" fmla="*/ 2147483646 h 624"/>
              <a:gd name="T16" fmla="*/ 2147483646 w 576"/>
              <a:gd name="T17" fmla="*/ 0 h 6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76"/>
              <a:gd name="T28" fmla="*/ 0 h 624"/>
              <a:gd name="T29" fmla="*/ 576 w 576"/>
              <a:gd name="T30" fmla="*/ 624 h 62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76" h="624">
                <a:moveTo>
                  <a:pt x="0" y="576"/>
                </a:moveTo>
                <a:cubicBezTo>
                  <a:pt x="16" y="600"/>
                  <a:pt x="32" y="624"/>
                  <a:pt x="48" y="624"/>
                </a:cubicBezTo>
                <a:cubicBezTo>
                  <a:pt x="64" y="624"/>
                  <a:pt x="80" y="608"/>
                  <a:pt x="96" y="576"/>
                </a:cubicBezTo>
                <a:cubicBezTo>
                  <a:pt x="112" y="544"/>
                  <a:pt x="128" y="480"/>
                  <a:pt x="144" y="432"/>
                </a:cubicBezTo>
                <a:cubicBezTo>
                  <a:pt x="160" y="384"/>
                  <a:pt x="176" y="328"/>
                  <a:pt x="192" y="288"/>
                </a:cubicBezTo>
                <a:cubicBezTo>
                  <a:pt x="208" y="248"/>
                  <a:pt x="216" y="224"/>
                  <a:pt x="240" y="192"/>
                </a:cubicBezTo>
                <a:cubicBezTo>
                  <a:pt x="264" y="160"/>
                  <a:pt x="304" y="120"/>
                  <a:pt x="336" y="96"/>
                </a:cubicBezTo>
                <a:cubicBezTo>
                  <a:pt x="368" y="72"/>
                  <a:pt x="392" y="64"/>
                  <a:pt x="432" y="48"/>
                </a:cubicBezTo>
                <a:cubicBezTo>
                  <a:pt x="472" y="32"/>
                  <a:pt x="552" y="8"/>
                  <a:pt x="576" y="0"/>
                </a:cubicBezTo>
              </a:path>
            </a:pathLst>
          </a:custGeom>
          <a:noFill/>
          <a:ln w="28575">
            <a:solidFill>
              <a:srgbClr val="009900"/>
            </a:solidFill>
            <a:prstDash val="sysDot"/>
            <a:round/>
            <a:headEnd/>
            <a:tailEnd type="triangl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8321" name="Freeform 17">
            <a:extLst>
              <a:ext uri="{FF2B5EF4-FFF2-40B4-BE49-F238E27FC236}">
                <a16:creationId xmlns:a16="http://schemas.microsoft.com/office/drawing/2014/main" id="{D65D6BE0-B217-BDEB-48C5-4057C9305916}"/>
              </a:ext>
            </a:extLst>
          </p:cNvPr>
          <p:cNvSpPr>
            <a:spLocks/>
          </p:cNvSpPr>
          <p:nvPr/>
        </p:nvSpPr>
        <p:spPr bwMode="auto">
          <a:xfrm flipH="1">
            <a:off x="1906210" y="1874044"/>
            <a:ext cx="1016000" cy="990600"/>
          </a:xfrm>
          <a:custGeom>
            <a:avLst/>
            <a:gdLst>
              <a:gd name="T0" fmla="*/ 2147483646 w 640"/>
              <a:gd name="T1" fmla="*/ 2147483646 h 624"/>
              <a:gd name="T2" fmla="*/ 2147483646 w 640"/>
              <a:gd name="T3" fmla="*/ 2147483646 h 624"/>
              <a:gd name="T4" fmla="*/ 2147483646 w 640"/>
              <a:gd name="T5" fmla="*/ 2147483646 h 624"/>
              <a:gd name="T6" fmla="*/ 2147483646 w 640"/>
              <a:gd name="T7" fmla="*/ 2147483646 h 624"/>
              <a:gd name="T8" fmla="*/ 2147483646 w 640"/>
              <a:gd name="T9" fmla="*/ 2147483646 h 624"/>
              <a:gd name="T10" fmla="*/ 2147483646 w 640"/>
              <a:gd name="T11" fmla="*/ 2147483646 h 624"/>
              <a:gd name="T12" fmla="*/ 2147483646 w 640"/>
              <a:gd name="T13" fmla="*/ 2147483646 h 624"/>
              <a:gd name="T14" fmla="*/ 2147483646 w 640"/>
              <a:gd name="T15" fmla="*/ 2147483646 h 624"/>
              <a:gd name="T16" fmla="*/ 2147483646 w 640"/>
              <a:gd name="T17" fmla="*/ 0 h 6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40"/>
              <a:gd name="T28" fmla="*/ 0 h 624"/>
              <a:gd name="T29" fmla="*/ 640 w 640"/>
              <a:gd name="T30" fmla="*/ 624 h 62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 h="624">
                <a:moveTo>
                  <a:pt x="208" y="576"/>
                </a:moveTo>
                <a:cubicBezTo>
                  <a:pt x="176" y="600"/>
                  <a:pt x="144" y="624"/>
                  <a:pt x="112" y="624"/>
                </a:cubicBezTo>
                <a:cubicBezTo>
                  <a:pt x="80" y="624"/>
                  <a:pt x="32" y="600"/>
                  <a:pt x="16" y="576"/>
                </a:cubicBezTo>
                <a:cubicBezTo>
                  <a:pt x="0" y="552"/>
                  <a:pt x="0" y="520"/>
                  <a:pt x="16" y="480"/>
                </a:cubicBezTo>
                <a:cubicBezTo>
                  <a:pt x="32" y="440"/>
                  <a:pt x="80" y="376"/>
                  <a:pt x="112" y="336"/>
                </a:cubicBezTo>
                <a:cubicBezTo>
                  <a:pt x="144" y="296"/>
                  <a:pt x="168" y="272"/>
                  <a:pt x="208" y="240"/>
                </a:cubicBezTo>
                <a:cubicBezTo>
                  <a:pt x="248" y="208"/>
                  <a:pt x="296" y="176"/>
                  <a:pt x="352" y="144"/>
                </a:cubicBezTo>
                <a:cubicBezTo>
                  <a:pt x="408" y="112"/>
                  <a:pt x="496" y="72"/>
                  <a:pt x="544" y="48"/>
                </a:cubicBezTo>
                <a:cubicBezTo>
                  <a:pt x="592" y="24"/>
                  <a:pt x="624" y="8"/>
                  <a:pt x="640" y="0"/>
                </a:cubicBezTo>
              </a:path>
            </a:pathLst>
          </a:custGeom>
          <a:noFill/>
          <a:ln w="28575">
            <a:solidFill>
              <a:schemeClr val="tx2"/>
            </a:solidFill>
            <a:prstDash val="sysDot"/>
            <a:round/>
            <a:headEnd/>
            <a:tailEnd type="triangl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8322" name="Freeform 18">
            <a:extLst>
              <a:ext uri="{FF2B5EF4-FFF2-40B4-BE49-F238E27FC236}">
                <a16:creationId xmlns:a16="http://schemas.microsoft.com/office/drawing/2014/main" id="{07E3008B-CFDD-423A-F04E-85DDF16679D9}"/>
              </a:ext>
            </a:extLst>
          </p:cNvPr>
          <p:cNvSpPr>
            <a:spLocks/>
          </p:cNvSpPr>
          <p:nvPr/>
        </p:nvSpPr>
        <p:spPr bwMode="auto">
          <a:xfrm flipH="1">
            <a:off x="2277685" y="2763044"/>
            <a:ext cx="406400" cy="1016000"/>
          </a:xfrm>
          <a:custGeom>
            <a:avLst/>
            <a:gdLst>
              <a:gd name="T0" fmla="*/ 2147483646 w 256"/>
              <a:gd name="T1" fmla="*/ 2147483646 h 640"/>
              <a:gd name="T2" fmla="*/ 2147483646 w 256"/>
              <a:gd name="T3" fmla="*/ 2147483646 h 640"/>
              <a:gd name="T4" fmla="*/ 2147483646 w 256"/>
              <a:gd name="T5" fmla="*/ 2147483646 h 640"/>
              <a:gd name="T6" fmla="*/ 2147483646 w 256"/>
              <a:gd name="T7" fmla="*/ 2147483646 h 640"/>
              <a:gd name="T8" fmla="*/ 2147483646 w 256"/>
              <a:gd name="T9" fmla="*/ 2147483646 h 640"/>
              <a:gd name="T10" fmla="*/ 2147483646 w 256"/>
              <a:gd name="T11" fmla="*/ 0 h 640"/>
              <a:gd name="T12" fmla="*/ 0 60000 65536"/>
              <a:gd name="T13" fmla="*/ 0 60000 65536"/>
              <a:gd name="T14" fmla="*/ 0 60000 65536"/>
              <a:gd name="T15" fmla="*/ 0 60000 65536"/>
              <a:gd name="T16" fmla="*/ 0 60000 65536"/>
              <a:gd name="T17" fmla="*/ 0 60000 65536"/>
              <a:gd name="T18" fmla="*/ 0 w 256"/>
              <a:gd name="T19" fmla="*/ 0 h 640"/>
              <a:gd name="T20" fmla="*/ 256 w 256"/>
              <a:gd name="T21" fmla="*/ 640 h 640"/>
            </a:gdLst>
            <a:ahLst/>
            <a:cxnLst>
              <a:cxn ang="T12">
                <a:pos x="T0" y="T1"/>
              </a:cxn>
              <a:cxn ang="T13">
                <a:pos x="T2" y="T3"/>
              </a:cxn>
              <a:cxn ang="T14">
                <a:pos x="T4" y="T5"/>
              </a:cxn>
              <a:cxn ang="T15">
                <a:pos x="T6" y="T7"/>
              </a:cxn>
              <a:cxn ang="T16">
                <a:pos x="T8" y="T9"/>
              </a:cxn>
              <a:cxn ang="T17">
                <a:pos x="T10" y="T11"/>
              </a:cxn>
            </a:cxnLst>
            <a:rect l="T18" t="T19" r="T20" b="T21"/>
            <a:pathLst>
              <a:path w="256" h="640">
                <a:moveTo>
                  <a:pt x="256" y="576"/>
                </a:moveTo>
                <a:cubicBezTo>
                  <a:pt x="244" y="596"/>
                  <a:pt x="232" y="616"/>
                  <a:pt x="208" y="624"/>
                </a:cubicBezTo>
                <a:cubicBezTo>
                  <a:pt x="184" y="632"/>
                  <a:pt x="144" y="640"/>
                  <a:pt x="112" y="624"/>
                </a:cubicBezTo>
                <a:cubicBezTo>
                  <a:pt x="80" y="608"/>
                  <a:pt x="32" y="584"/>
                  <a:pt x="16" y="528"/>
                </a:cubicBezTo>
                <a:cubicBezTo>
                  <a:pt x="0" y="472"/>
                  <a:pt x="0" y="376"/>
                  <a:pt x="16" y="288"/>
                </a:cubicBezTo>
                <a:cubicBezTo>
                  <a:pt x="32" y="200"/>
                  <a:pt x="96" y="48"/>
                  <a:pt x="112" y="0"/>
                </a:cubicBezTo>
              </a:path>
            </a:pathLst>
          </a:custGeom>
          <a:noFill/>
          <a:ln w="28575">
            <a:solidFill>
              <a:schemeClr val="tx2"/>
            </a:solidFill>
            <a:prstDash val="sysDot"/>
            <a:round/>
            <a:headEnd/>
            <a:tailEnd type="triangl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8323" name="Text Box 19">
            <a:extLst>
              <a:ext uri="{FF2B5EF4-FFF2-40B4-BE49-F238E27FC236}">
                <a16:creationId xmlns:a16="http://schemas.microsoft.com/office/drawing/2014/main" id="{BA70BFBA-9A54-7DA3-978B-F1BC151F1B23}"/>
              </a:ext>
            </a:extLst>
          </p:cNvPr>
          <p:cNvSpPr txBox="1">
            <a:spLocks noChangeArrowheads="1"/>
          </p:cNvSpPr>
          <p:nvPr/>
        </p:nvSpPr>
        <p:spPr bwMode="auto">
          <a:xfrm>
            <a:off x="4446210" y="1431132"/>
            <a:ext cx="21320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rgbClr val="CC3300"/>
                </a:solidFill>
                <a:latin typeface="Times New Roman" panose="02020603050405020304" pitchFamily="18" charset="0"/>
                <a:ea typeface="宋体" panose="02010600030101010101" pitchFamily="2" charset="-122"/>
              </a:rPr>
              <a:t>p</a:t>
            </a:r>
            <a:r>
              <a:rPr kumimoji="1" lang="en-US" altLang="zh-CN" sz="2800" b="1">
                <a:solidFill>
                  <a:srgbClr val="CC3300"/>
                </a:solidFill>
                <a:latin typeface="楷体_GB2312" pitchFamily="49" charset="-122"/>
                <a:ea typeface="楷体_GB2312" pitchFamily="49" charset="-122"/>
              </a:rPr>
              <a:t>-&gt;</a:t>
            </a:r>
            <a:r>
              <a:rPr kumimoji="1" lang="en-US" altLang="zh-CN" sz="2800" b="1">
                <a:solidFill>
                  <a:srgbClr val="CC3300"/>
                </a:solidFill>
                <a:latin typeface="Times New Roman" panose="02020603050405020304" pitchFamily="18" charset="0"/>
                <a:ea typeface="宋体" panose="02010600030101010101" pitchFamily="2" charset="-122"/>
              </a:rPr>
              <a:t>rtag==1?</a:t>
            </a:r>
            <a:endParaRPr kumimoji="1" lang="en-US" altLang="zh-CN" sz="2400">
              <a:latin typeface="Times New Roman" panose="02020603050405020304" pitchFamily="18" charset="0"/>
              <a:ea typeface="宋体" panose="02010600030101010101" pitchFamily="2" charset="-122"/>
            </a:endParaRPr>
          </a:p>
        </p:txBody>
      </p:sp>
      <p:sp>
        <p:nvSpPr>
          <p:cNvPr id="98324" name="Line 20">
            <a:extLst>
              <a:ext uri="{FF2B5EF4-FFF2-40B4-BE49-F238E27FC236}">
                <a16:creationId xmlns:a16="http://schemas.microsoft.com/office/drawing/2014/main" id="{56C2C955-DBBB-0FA0-6CE1-EFD65CF2CE63}"/>
              </a:ext>
            </a:extLst>
          </p:cNvPr>
          <p:cNvSpPr>
            <a:spLocks noChangeShapeType="1"/>
          </p:cNvSpPr>
          <p:nvPr/>
        </p:nvSpPr>
        <p:spPr bwMode="auto">
          <a:xfrm flipH="1">
            <a:off x="4446210" y="1950244"/>
            <a:ext cx="685800" cy="6858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325" name="Line 21">
            <a:extLst>
              <a:ext uri="{FF2B5EF4-FFF2-40B4-BE49-F238E27FC236}">
                <a16:creationId xmlns:a16="http://schemas.microsoft.com/office/drawing/2014/main" id="{085E90C4-641E-0023-0E80-CCA5B6DC4427}"/>
              </a:ext>
            </a:extLst>
          </p:cNvPr>
          <p:cNvSpPr>
            <a:spLocks noChangeShapeType="1"/>
          </p:cNvSpPr>
          <p:nvPr/>
        </p:nvSpPr>
        <p:spPr bwMode="auto">
          <a:xfrm>
            <a:off x="6351210" y="1950244"/>
            <a:ext cx="685800" cy="6858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326" name="Text Box 22">
            <a:extLst>
              <a:ext uri="{FF2B5EF4-FFF2-40B4-BE49-F238E27FC236}">
                <a16:creationId xmlns:a16="http://schemas.microsoft.com/office/drawing/2014/main" id="{DA465C6E-8D6C-5D74-332E-DFE601F3FF5B}"/>
              </a:ext>
            </a:extLst>
          </p:cNvPr>
          <p:cNvSpPr txBox="1">
            <a:spLocks noChangeArrowheads="1"/>
          </p:cNvSpPr>
          <p:nvPr/>
        </p:nvSpPr>
        <p:spPr bwMode="auto">
          <a:xfrm>
            <a:off x="3112710" y="1964532"/>
            <a:ext cx="2165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zh-CN" altLang="en-US" sz="2800">
                <a:latin typeface="Times New Roman" panose="02020603050405020304" pitchFamily="18" charset="0"/>
                <a:ea typeface="隶书" panose="02010509060101010101" pitchFamily="49" charset="-122"/>
              </a:rPr>
              <a:t>后继线索</a:t>
            </a:r>
            <a:r>
              <a:rPr kumimoji="1" lang="zh-CN" altLang="en-US" sz="2800" b="1">
                <a:latin typeface="Times New Roman" panose="02020603050405020304" pitchFamily="18" charset="0"/>
                <a:ea typeface="宋体" panose="02010600030101010101" pitchFamily="2" charset="-122"/>
              </a:rPr>
              <a:t>    </a:t>
            </a:r>
            <a:r>
              <a:rPr kumimoji="1" lang="en-US" altLang="zh-CN" sz="2800" b="1">
                <a:solidFill>
                  <a:schemeClr val="accent2"/>
                </a:solidFill>
                <a:latin typeface="Times New Roman" panose="02020603050405020304" pitchFamily="18" charset="0"/>
                <a:ea typeface="宋体" panose="02010600030101010101" pitchFamily="2" charset="-122"/>
              </a:rPr>
              <a:t>=</a:t>
            </a:r>
          </a:p>
        </p:txBody>
      </p:sp>
      <p:sp>
        <p:nvSpPr>
          <p:cNvPr id="98327" name="Text Box 23">
            <a:extLst>
              <a:ext uri="{FF2B5EF4-FFF2-40B4-BE49-F238E27FC236}">
                <a16:creationId xmlns:a16="http://schemas.microsoft.com/office/drawing/2014/main" id="{7B38E551-4B6A-D2DF-5E0B-3CA23BA7090B}"/>
              </a:ext>
            </a:extLst>
          </p:cNvPr>
          <p:cNvSpPr txBox="1">
            <a:spLocks noChangeArrowheads="1"/>
          </p:cNvSpPr>
          <p:nvPr/>
        </p:nvSpPr>
        <p:spPr bwMode="auto">
          <a:xfrm>
            <a:off x="6198810" y="1950244"/>
            <a:ext cx="18018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accent2"/>
                </a:solidFill>
                <a:latin typeface="Times New Roman" panose="02020603050405020304" pitchFamily="18" charset="0"/>
                <a:ea typeface="宋体" panose="02010600030101010101" pitchFamily="2" charset="-122"/>
                <a:sym typeface="Symbol" panose="05050102010706020507" pitchFamily="18" charset="2"/>
              </a:rPr>
              <a:t>    </a:t>
            </a:r>
            <a:r>
              <a:rPr kumimoji="1" lang="zh-CN" altLang="en-US" sz="2800">
                <a:latin typeface="Times New Roman" panose="02020603050405020304" pitchFamily="18" charset="0"/>
                <a:ea typeface="隶书" panose="02010509060101010101" pitchFamily="49" charset="-122"/>
                <a:sym typeface="Symbol" panose="05050102010706020507" pitchFamily="18" charset="2"/>
              </a:rPr>
              <a:t>要回溯</a:t>
            </a:r>
            <a:endParaRPr kumimoji="1" lang="zh-CN" altLang="en-US" sz="2400">
              <a:latin typeface="Times New Roman" panose="02020603050405020304" pitchFamily="18" charset="0"/>
              <a:ea typeface="宋体" panose="02010600030101010101" pitchFamily="2" charset="-122"/>
            </a:endParaRPr>
          </a:p>
        </p:txBody>
      </p:sp>
      <p:sp>
        <p:nvSpPr>
          <p:cNvPr id="312344" name="Text Box 24">
            <a:extLst>
              <a:ext uri="{FF2B5EF4-FFF2-40B4-BE49-F238E27FC236}">
                <a16:creationId xmlns:a16="http://schemas.microsoft.com/office/drawing/2014/main" id="{CFA0B228-7D87-B5E1-5840-E43E9B240C87}"/>
              </a:ext>
            </a:extLst>
          </p:cNvPr>
          <p:cNvSpPr txBox="1">
            <a:spLocks noChangeArrowheads="1"/>
          </p:cNvSpPr>
          <p:nvPr/>
        </p:nvSpPr>
        <p:spPr bwMode="auto">
          <a:xfrm>
            <a:off x="5360610" y="5607844"/>
            <a:ext cx="3227388" cy="946150"/>
          </a:xfrm>
          <a:prstGeom prst="rect">
            <a:avLst/>
          </a:prstGeom>
          <a:noFill/>
          <a:ln w="38100">
            <a:noFill/>
            <a:miter lim="800000"/>
            <a:headEnd/>
            <a:tailEnd/>
          </a:ln>
          <a:effectLst/>
        </p:spPr>
        <p:txBody>
          <a:bodyPr wrap="none" anchor="ctr">
            <a:spAutoFit/>
          </a:bodyPr>
          <a:lstStyle/>
          <a:p>
            <a:pPr eaLnBrk="1" fontAlgn="auto" hangingPunct="1">
              <a:spcBef>
                <a:spcPts val="0"/>
              </a:spcBef>
              <a:spcAft>
                <a:spcPts val="0"/>
              </a:spcAft>
              <a:defRPr/>
            </a:pPr>
            <a:r>
              <a:rPr lang="zh-CN" altLang="en-US" sz="2800">
                <a:effectLst>
                  <a:outerShdw blurRad="38100" dist="38100" dir="2700000" algn="tl">
                    <a:srgbClr val="C0C0C0"/>
                  </a:outerShdw>
                </a:effectLst>
                <a:latin typeface="+mn-lt"/>
                <a:ea typeface="隶书" pitchFamily="49" charset="-122"/>
              </a:rPr>
              <a:t>后继为</a:t>
            </a:r>
            <a:r>
              <a:rPr lang="en-US" altLang="zh-CN" sz="2800">
                <a:solidFill>
                  <a:srgbClr val="CC3300"/>
                </a:solidFill>
                <a:effectLst>
                  <a:outerShdw blurRad="38100" dist="38100" dir="2700000" algn="tl">
                    <a:srgbClr val="C0C0C0"/>
                  </a:outerShdw>
                </a:effectLst>
                <a:latin typeface="+mn-lt"/>
                <a:ea typeface="+mn-ea"/>
              </a:rPr>
              <a:t>q</a:t>
            </a:r>
            <a:r>
              <a:rPr lang="zh-CN" altLang="en-US" sz="2800">
                <a:effectLst>
                  <a:outerShdw blurRad="38100" dist="38100" dir="2700000" algn="tl">
                    <a:srgbClr val="C0C0C0"/>
                  </a:outerShdw>
                </a:effectLst>
                <a:latin typeface="+mn-lt"/>
                <a:ea typeface="隶书" pitchFamily="49" charset="-122"/>
              </a:rPr>
              <a:t>的右子树中</a:t>
            </a:r>
          </a:p>
          <a:p>
            <a:pPr eaLnBrk="1" fontAlgn="auto" hangingPunct="1">
              <a:spcBef>
                <a:spcPts val="0"/>
              </a:spcBef>
              <a:spcAft>
                <a:spcPts val="0"/>
              </a:spcAft>
              <a:defRPr/>
            </a:pPr>
            <a:r>
              <a:rPr lang="zh-CN" altLang="en-US" sz="2800">
                <a:effectLst>
                  <a:outerShdw blurRad="38100" dist="38100" dir="2700000" algn="tl">
                    <a:srgbClr val="C0C0C0"/>
                  </a:outerShdw>
                </a:effectLst>
                <a:latin typeface="+mn-lt"/>
                <a:ea typeface="隶书" pitchFamily="49" charset="-122"/>
              </a:rPr>
              <a:t>后序第一个结点</a:t>
            </a:r>
            <a:endParaRPr lang="zh-CN" altLang="en-US">
              <a:latin typeface="+mn-lt"/>
              <a:ea typeface="+mn-ea"/>
            </a:endParaRPr>
          </a:p>
        </p:txBody>
      </p:sp>
      <p:sp>
        <p:nvSpPr>
          <p:cNvPr id="98329" name="Text Box 25">
            <a:extLst>
              <a:ext uri="{FF2B5EF4-FFF2-40B4-BE49-F238E27FC236}">
                <a16:creationId xmlns:a16="http://schemas.microsoft.com/office/drawing/2014/main" id="{2901093C-4E15-DF80-5EA3-BC4ADDCD2A57}"/>
              </a:ext>
            </a:extLst>
          </p:cNvPr>
          <p:cNvSpPr txBox="1">
            <a:spLocks noChangeArrowheads="1"/>
          </p:cNvSpPr>
          <p:nvPr/>
        </p:nvSpPr>
        <p:spPr bwMode="auto">
          <a:xfrm>
            <a:off x="3379410" y="2613819"/>
            <a:ext cx="2339975"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90000"/>
              </a:lnSpc>
            </a:pPr>
            <a:r>
              <a:rPr kumimoji="1" lang="en-US" altLang="zh-CN" sz="2800" b="1">
                <a:solidFill>
                  <a:srgbClr val="009900"/>
                </a:solidFill>
                <a:latin typeface="Times New Roman" panose="02020603050405020304" pitchFamily="18" charset="0"/>
                <a:ea typeface="仿宋_GB2312" pitchFamily="49" charset="-122"/>
              </a:rPr>
              <a:t>    </a:t>
            </a:r>
            <a:r>
              <a:rPr kumimoji="1" lang="zh-CN" altLang="en-US" sz="2800">
                <a:latin typeface="Times New Roman" panose="02020603050405020304" pitchFamily="18" charset="0"/>
                <a:ea typeface="隶书" panose="02010509060101010101" pitchFamily="49" charset="-122"/>
              </a:rPr>
              <a:t>后继为</a:t>
            </a:r>
            <a:endParaRPr kumimoji="1" lang="zh-CN" altLang="en-US" sz="2800" b="1">
              <a:latin typeface="Times New Roman" panose="02020603050405020304" pitchFamily="18" charset="0"/>
              <a:ea typeface="宋体" panose="02010600030101010101" pitchFamily="2" charset="-122"/>
            </a:endParaRPr>
          </a:p>
          <a:p>
            <a:pPr eaLnBrk="1" hangingPunct="1">
              <a:lnSpc>
                <a:spcPct val="90000"/>
              </a:lnSpc>
            </a:pPr>
            <a:r>
              <a:rPr kumimoji="1" lang="en-US" altLang="zh-CN" sz="2800" b="1">
                <a:solidFill>
                  <a:srgbClr val="CC3300"/>
                </a:solidFill>
                <a:latin typeface="Times New Roman" panose="02020603050405020304" pitchFamily="18" charset="0"/>
                <a:ea typeface="宋体" panose="02010600030101010101" pitchFamily="2" charset="-122"/>
              </a:rPr>
              <a:t>p</a:t>
            </a:r>
            <a:r>
              <a:rPr kumimoji="1" lang="en-US" altLang="zh-CN" sz="2800" b="1">
                <a:solidFill>
                  <a:srgbClr val="CC3300"/>
                </a:solidFill>
                <a:latin typeface="楷体_GB2312" pitchFamily="49" charset="-122"/>
                <a:ea typeface="楷体_GB2312" pitchFamily="49" charset="-122"/>
              </a:rPr>
              <a:t>-&gt;</a:t>
            </a:r>
            <a:r>
              <a:rPr kumimoji="1" lang="en-US" altLang="zh-CN" sz="2800" b="1">
                <a:solidFill>
                  <a:srgbClr val="CC3300"/>
                </a:solidFill>
                <a:latin typeface="Times New Roman" panose="02020603050405020304" pitchFamily="18" charset="0"/>
                <a:ea typeface="宋体" panose="02010600030101010101" pitchFamily="2" charset="-122"/>
              </a:rPr>
              <a:t>rightChild</a:t>
            </a:r>
            <a:endParaRPr kumimoji="1" lang="en-US" altLang="zh-CN" sz="2400">
              <a:latin typeface="Times New Roman" panose="02020603050405020304" pitchFamily="18" charset="0"/>
              <a:ea typeface="宋体" panose="02010600030101010101" pitchFamily="2" charset="-122"/>
            </a:endParaRPr>
          </a:p>
        </p:txBody>
      </p:sp>
      <p:sp>
        <p:nvSpPr>
          <p:cNvPr id="98330" name="Line 26">
            <a:extLst>
              <a:ext uri="{FF2B5EF4-FFF2-40B4-BE49-F238E27FC236}">
                <a16:creationId xmlns:a16="http://schemas.microsoft.com/office/drawing/2014/main" id="{3632BBE3-A85C-9A80-F992-3D4D7A6EA103}"/>
              </a:ext>
            </a:extLst>
          </p:cNvPr>
          <p:cNvSpPr>
            <a:spLocks noChangeShapeType="1"/>
          </p:cNvSpPr>
          <p:nvPr/>
        </p:nvSpPr>
        <p:spPr bwMode="auto">
          <a:xfrm flipH="1">
            <a:off x="5894010" y="3398044"/>
            <a:ext cx="685800" cy="6858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331" name="Line 27">
            <a:extLst>
              <a:ext uri="{FF2B5EF4-FFF2-40B4-BE49-F238E27FC236}">
                <a16:creationId xmlns:a16="http://schemas.microsoft.com/office/drawing/2014/main" id="{073F64D1-B4E0-75E0-673C-3888496DEB16}"/>
              </a:ext>
            </a:extLst>
          </p:cNvPr>
          <p:cNvSpPr>
            <a:spLocks noChangeShapeType="1"/>
          </p:cNvSpPr>
          <p:nvPr/>
        </p:nvSpPr>
        <p:spPr bwMode="auto">
          <a:xfrm>
            <a:off x="7494210" y="3398044"/>
            <a:ext cx="685800" cy="6858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332" name="Text Box 28">
            <a:extLst>
              <a:ext uri="{FF2B5EF4-FFF2-40B4-BE49-F238E27FC236}">
                <a16:creationId xmlns:a16="http://schemas.microsoft.com/office/drawing/2014/main" id="{6CC72949-EB4C-810E-42B2-D0A13FCDD5EE}"/>
              </a:ext>
            </a:extLst>
          </p:cNvPr>
          <p:cNvSpPr txBox="1">
            <a:spLocks noChangeArrowheads="1"/>
          </p:cNvSpPr>
          <p:nvPr/>
        </p:nvSpPr>
        <p:spPr bwMode="auto">
          <a:xfrm>
            <a:off x="7494210" y="3550444"/>
            <a:ext cx="387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accent2"/>
                </a:solidFill>
                <a:latin typeface="Times New Roman" panose="02020603050405020304" pitchFamily="18" charset="0"/>
                <a:ea typeface="宋体" panose="02010600030101010101" pitchFamily="2" charset="-122"/>
              </a:rPr>
              <a:t>=</a:t>
            </a:r>
            <a:endParaRPr kumimoji="1" lang="en-US" altLang="zh-CN" sz="2400">
              <a:latin typeface="Times New Roman" panose="02020603050405020304" pitchFamily="18" charset="0"/>
              <a:ea typeface="宋体" panose="02010600030101010101" pitchFamily="2" charset="-122"/>
            </a:endParaRPr>
          </a:p>
        </p:txBody>
      </p:sp>
      <p:sp>
        <p:nvSpPr>
          <p:cNvPr id="98333" name="Text Box 29">
            <a:extLst>
              <a:ext uri="{FF2B5EF4-FFF2-40B4-BE49-F238E27FC236}">
                <a16:creationId xmlns:a16="http://schemas.microsoft.com/office/drawing/2014/main" id="{2117C102-F3D3-EAE8-9170-66B2C4639ECA}"/>
              </a:ext>
            </a:extLst>
          </p:cNvPr>
          <p:cNvSpPr txBox="1">
            <a:spLocks noChangeArrowheads="1"/>
          </p:cNvSpPr>
          <p:nvPr/>
        </p:nvSpPr>
        <p:spPr bwMode="auto">
          <a:xfrm>
            <a:off x="5819398" y="3398044"/>
            <a:ext cx="3794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latin typeface="Times New Roman" panose="02020603050405020304" pitchFamily="18" charset="0"/>
              <a:ea typeface="宋体" panose="02010600030101010101" pitchFamily="2" charset="-122"/>
            </a:endParaRPr>
          </a:p>
        </p:txBody>
      </p:sp>
      <p:sp>
        <p:nvSpPr>
          <p:cNvPr id="98334" name="Text Box 30">
            <a:extLst>
              <a:ext uri="{FF2B5EF4-FFF2-40B4-BE49-F238E27FC236}">
                <a16:creationId xmlns:a16="http://schemas.microsoft.com/office/drawing/2014/main" id="{2C7F4D60-9DA1-6DB9-8847-67839A302E37}"/>
              </a:ext>
            </a:extLst>
          </p:cNvPr>
          <p:cNvSpPr txBox="1">
            <a:spLocks noChangeArrowheads="1"/>
          </p:cNvSpPr>
          <p:nvPr/>
        </p:nvSpPr>
        <p:spPr bwMode="auto">
          <a:xfrm>
            <a:off x="7576760" y="4021932"/>
            <a:ext cx="1428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zh-CN" altLang="en-US" sz="2800">
                <a:latin typeface="隶书" panose="02010509060101010101" pitchFamily="49" charset="-122"/>
                <a:ea typeface="隶书" panose="02010509060101010101" pitchFamily="49" charset="-122"/>
              </a:rPr>
              <a:t>无后继</a:t>
            </a:r>
            <a:r>
              <a:rPr kumimoji="1" lang="zh-CN" altLang="en-US" sz="2800" b="1">
                <a:solidFill>
                  <a:srgbClr val="009900"/>
                </a:solidFill>
                <a:latin typeface="仿宋_GB2312" pitchFamily="49" charset="-122"/>
                <a:ea typeface="仿宋_GB2312" pitchFamily="49" charset="-122"/>
              </a:rPr>
              <a:t> </a:t>
            </a:r>
          </a:p>
        </p:txBody>
      </p:sp>
      <p:sp>
        <p:nvSpPr>
          <p:cNvPr id="98335" name="Text Box 31">
            <a:extLst>
              <a:ext uri="{FF2B5EF4-FFF2-40B4-BE49-F238E27FC236}">
                <a16:creationId xmlns:a16="http://schemas.microsoft.com/office/drawing/2014/main" id="{973438C8-D829-ED41-A75C-5F54DC19BD2D}"/>
              </a:ext>
            </a:extLst>
          </p:cNvPr>
          <p:cNvSpPr txBox="1">
            <a:spLocks noChangeArrowheads="1"/>
          </p:cNvSpPr>
          <p:nvPr/>
        </p:nvSpPr>
        <p:spPr bwMode="auto">
          <a:xfrm>
            <a:off x="3608010" y="5607844"/>
            <a:ext cx="1600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zh-CN" altLang="en-US" sz="2800">
                <a:latin typeface="Times New Roman" panose="02020603050405020304" pitchFamily="18" charset="0"/>
                <a:ea typeface="隶书" panose="02010509060101010101" pitchFamily="49" charset="-122"/>
              </a:rPr>
              <a:t>后继为</a:t>
            </a:r>
            <a:r>
              <a:rPr kumimoji="1" lang="en-US" altLang="zh-CN" sz="2800" b="1">
                <a:solidFill>
                  <a:srgbClr val="CC3300"/>
                </a:solidFill>
                <a:latin typeface="Times New Roman" panose="02020603050405020304" pitchFamily="18" charset="0"/>
                <a:ea typeface="宋体" panose="02010600030101010101" pitchFamily="2" charset="-122"/>
              </a:rPr>
              <a:t>q</a:t>
            </a:r>
            <a:endParaRPr kumimoji="1" lang="en-US" altLang="zh-CN" sz="2400">
              <a:latin typeface="Times New Roman" panose="02020603050405020304" pitchFamily="18" charset="0"/>
              <a:ea typeface="宋体" panose="02010600030101010101" pitchFamily="2" charset="-122"/>
            </a:endParaRPr>
          </a:p>
        </p:txBody>
      </p:sp>
      <p:sp>
        <p:nvSpPr>
          <p:cNvPr id="98336" name="Text Box 32">
            <a:extLst>
              <a:ext uri="{FF2B5EF4-FFF2-40B4-BE49-F238E27FC236}">
                <a16:creationId xmlns:a16="http://schemas.microsoft.com/office/drawing/2014/main" id="{69CF086D-AA7B-5370-6FE6-ED4C8BE7F758}"/>
              </a:ext>
            </a:extLst>
          </p:cNvPr>
          <p:cNvSpPr txBox="1">
            <a:spLocks noChangeArrowheads="1"/>
          </p:cNvSpPr>
          <p:nvPr/>
        </p:nvSpPr>
        <p:spPr bwMode="auto">
          <a:xfrm>
            <a:off x="1490285" y="1539082"/>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009900"/>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98337" name="Text Box 33">
            <a:extLst>
              <a:ext uri="{FF2B5EF4-FFF2-40B4-BE49-F238E27FC236}">
                <a16:creationId xmlns:a16="http://schemas.microsoft.com/office/drawing/2014/main" id="{591C9FCC-8F65-8793-24EE-682D6CE0F99E}"/>
              </a:ext>
            </a:extLst>
          </p:cNvPr>
          <p:cNvSpPr txBox="1">
            <a:spLocks noChangeArrowheads="1"/>
          </p:cNvSpPr>
          <p:nvPr/>
        </p:nvSpPr>
        <p:spPr bwMode="auto">
          <a:xfrm>
            <a:off x="747335" y="2331244"/>
            <a:ext cx="4206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009900"/>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98338" name="Text Box 34">
            <a:extLst>
              <a:ext uri="{FF2B5EF4-FFF2-40B4-BE49-F238E27FC236}">
                <a16:creationId xmlns:a16="http://schemas.microsoft.com/office/drawing/2014/main" id="{635A4A7A-C906-14BB-5D2C-F26279091EB5}"/>
              </a:ext>
            </a:extLst>
          </p:cNvPr>
          <p:cNvSpPr txBox="1">
            <a:spLocks noChangeArrowheads="1"/>
          </p:cNvSpPr>
          <p:nvPr/>
        </p:nvSpPr>
        <p:spPr bwMode="auto">
          <a:xfrm>
            <a:off x="2226885" y="2345532"/>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009900"/>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98339" name="Text Box 35">
            <a:extLst>
              <a:ext uri="{FF2B5EF4-FFF2-40B4-BE49-F238E27FC236}">
                <a16:creationId xmlns:a16="http://schemas.microsoft.com/office/drawing/2014/main" id="{C55BF0CE-B545-860A-27B6-5DC82C25D29D}"/>
              </a:ext>
            </a:extLst>
          </p:cNvPr>
          <p:cNvSpPr txBox="1">
            <a:spLocks noChangeArrowheads="1"/>
          </p:cNvSpPr>
          <p:nvPr/>
        </p:nvSpPr>
        <p:spPr bwMode="auto">
          <a:xfrm>
            <a:off x="2007810" y="3259932"/>
            <a:ext cx="420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009900"/>
                </a:solidFill>
                <a:latin typeface="Times New Roman" panose="02020603050405020304" pitchFamily="18"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98340" name="Text Box 36">
            <a:extLst>
              <a:ext uri="{FF2B5EF4-FFF2-40B4-BE49-F238E27FC236}">
                <a16:creationId xmlns:a16="http://schemas.microsoft.com/office/drawing/2014/main" id="{EF8435AE-27EC-1907-F04B-EDCE7B4751B2}"/>
              </a:ext>
            </a:extLst>
          </p:cNvPr>
          <p:cNvSpPr txBox="1">
            <a:spLocks noChangeArrowheads="1"/>
          </p:cNvSpPr>
          <p:nvPr/>
        </p:nvSpPr>
        <p:spPr bwMode="auto">
          <a:xfrm>
            <a:off x="1058485" y="3259932"/>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009900"/>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98341" name="Text Box 38">
            <a:extLst>
              <a:ext uri="{FF2B5EF4-FFF2-40B4-BE49-F238E27FC236}">
                <a16:creationId xmlns:a16="http://schemas.microsoft.com/office/drawing/2014/main" id="{8C05B973-D67E-E9C3-A4EA-D99B9F5FDA29}"/>
              </a:ext>
            </a:extLst>
          </p:cNvPr>
          <p:cNvSpPr txBox="1">
            <a:spLocks noChangeArrowheads="1"/>
          </p:cNvSpPr>
          <p:nvPr/>
        </p:nvSpPr>
        <p:spPr bwMode="auto">
          <a:xfrm>
            <a:off x="5955923" y="2537619"/>
            <a:ext cx="214788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lnSpc>
                <a:spcPct val="90000"/>
              </a:lnSpc>
            </a:pPr>
            <a:r>
              <a:rPr kumimoji="1" lang="en-US" altLang="zh-CN" sz="2800" b="1">
                <a:solidFill>
                  <a:srgbClr val="CC3300"/>
                </a:solidFill>
                <a:latin typeface="Times New Roman" panose="02020603050405020304" pitchFamily="18" charset="0"/>
                <a:ea typeface="宋体" panose="02010600030101010101" pitchFamily="2" charset="-122"/>
              </a:rPr>
              <a:t>q=p</a:t>
            </a:r>
            <a:r>
              <a:rPr kumimoji="1" lang="en-US" altLang="zh-CN" sz="2800" b="1">
                <a:solidFill>
                  <a:srgbClr val="CC3300"/>
                </a:solidFill>
                <a:latin typeface="楷体_GB2312" pitchFamily="49" charset="-122"/>
                <a:ea typeface="楷体_GB2312" pitchFamily="49" charset="-122"/>
              </a:rPr>
              <a:t>-&gt;</a:t>
            </a:r>
            <a:r>
              <a:rPr kumimoji="1" lang="en-US" altLang="zh-CN" sz="2800" b="1">
                <a:solidFill>
                  <a:srgbClr val="CC3300"/>
                </a:solidFill>
                <a:latin typeface="Times New Roman" panose="02020603050405020304" pitchFamily="18" charset="0"/>
                <a:ea typeface="宋体" panose="02010600030101010101" pitchFamily="2" charset="-122"/>
              </a:rPr>
              <a:t>parent</a:t>
            </a:r>
          </a:p>
          <a:p>
            <a:pPr algn="ctr" eaLnBrk="1" hangingPunct="1">
              <a:lnSpc>
                <a:spcPct val="90000"/>
              </a:lnSpc>
            </a:pPr>
            <a:r>
              <a:rPr kumimoji="1" lang="en-US" altLang="zh-CN" sz="2800" b="1">
                <a:solidFill>
                  <a:srgbClr val="CC3300"/>
                </a:solidFill>
                <a:latin typeface="Times New Roman" panose="02020603050405020304" pitchFamily="18" charset="0"/>
                <a:ea typeface="宋体" panose="02010600030101010101" pitchFamily="2" charset="-122"/>
              </a:rPr>
              <a:t>q==NULL?</a:t>
            </a:r>
            <a:endParaRPr kumimoji="1" lang="en-US" altLang="zh-CN" sz="2800">
              <a:latin typeface="Times New Roman" panose="02020603050405020304" pitchFamily="18" charset="0"/>
              <a:ea typeface="宋体" panose="02010600030101010101" pitchFamily="2" charset="-122"/>
            </a:endParaRPr>
          </a:p>
        </p:txBody>
      </p:sp>
      <p:sp>
        <p:nvSpPr>
          <p:cNvPr id="98342" name="Text Box 39">
            <a:extLst>
              <a:ext uri="{FF2B5EF4-FFF2-40B4-BE49-F238E27FC236}">
                <a16:creationId xmlns:a16="http://schemas.microsoft.com/office/drawing/2014/main" id="{86300BFC-9CE1-B0DD-F214-9F67FD5FABF3}"/>
              </a:ext>
            </a:extLst>
          </p:cNvPr>
          <p:cNvSpPr txBox="1">
            <a:spLocks noChangeArrowheads="1"/>
          </p:cNvSpPr>
          <p:nvPr/>
        </p:nvSpPr>
        <p:spPr bwMode="auto">
          <a:xfrm>
            <a:off x="4035048" y="3975894"/>
            <a:ext cx="3122612"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q</a:t>
            </a:r>
            <a:r>
              <a:rPr kumimoji="1" lang="en-US" altLang="zh-CN" sz="2800" b="1">
                <a:solidFill>
                  <a:srgbClr val="CC3300"/>
                </a:solidFill>
                <a:latin typeface="楷体_GB2312" pitchFamily="49" charset="-122"/>
                <a:ea typeface="楷体_GB2312" pitchFamily="49" charset="-122"/>
              </a:rPr>
              <a:t>-&gt;</a:t>
            </a:r>
            <a:r>
              <a:rPr kumimoji="1" lang="en-US" altLang="zh-CN" sz="2800" b="1">
                <a:solidFill>
                  <a:srgbClr val="CC3300"/>
                </a:solidFill>
                <a:latin typeface="Times New Roman" panose="02020603050405020304" pitchFamily="18" charset="0"/>
                <a:ea typeface="宋体" panose="02010600030101010101" pitchFamily="2" charset="-122"/>
              </a:rPr>
              <a:t>rtag==1 ||</a:t>
            </a:r>
          </a:p>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q</a:t>
            </a:r>
            <a:r>
              <a:rPr kumimoji="1" lang="en-US" altLang="zh-CN" sz="2800" b="1">
                <a:solidFill>
                  <a:srgbClr val="CC3300"/>
                </a:solidFill>
                <a:latin typeface="楷体_GB2312" pitchFamily="49" charset="-122"/>
                <a:ea typeface="楷体_GB2312" pitchFamily="49" charset="-122"/>
              </a:rPr>
              <a:t>-&gt;</a:t>
            </a:r>
            <a:r>
              <a:rPr kumimoji="1" lang="en-US" altLang="zh-CN" sz="2800" b="1">
                <a:solidFill>
                  <a:srgbClr val="CC3300"/>
                </a:solidFill>
                <a:latin typeface="Times New Roman" panose="02020603050405020304" pitchFamily="18" charset="0"/>
                <a:ea typeface="宋体" panose="02010600030101010101" pitchFamily="2" charset="-122"/>
              </a:rPr>
              <a:t>rightChild==p?</a:t>
            </a:r>
            <a:endParaRPr kumimoji="1" lang="en-US" altLang="zh-CN" sz="2400">
              <a:latin typeface="Times New Roman" panose="02020603050405020304" pitchFamily="18" charset="0"/>
              <a:ea typeface="宋体" panose="02010600030101010101" pitchFamily="2" charset="-122"/>
            </a:endParaRPr>
          </a:p>
        </p:txBody>
      </p:sp>
      <p:sp>
        <p:nvSpPr>
          <p:cNvPr id="98343" name="Line 40">
            <a:extLst>
              <a:ext uri="{FF2B5EF4-FFF2-40B4-BE49-F238E27FC236}">
                <a16:creationId xmlns:a16="http://schemas.microsoft.com/office/drawing/2014/main" id="{FAC82C82-BAB8-AC72-3AD5-F22C0CD0F3E7}"/>
              </a:ext>
            </a:extLst>
          </p:cNvPr>
          <p:cNvSpPr>
            <a:spLocks noChangeShapeType="1"/>
          </p:cNvSpPr>
          <p:nvPr/>
        </p:nvSpPr>
        <p:spPr bwMode="auto">
          <a:xfrm flipH="1">
            <a:off x="4597023" y="4922044"/>
            <a:ext cx="685800" cy="6858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344" name="Line 41">
            <a:extLst>
              <a:ext uri="{FF2B5EF4-FFF2-40B4-BE49-F238E27FC236}">
                <a16:creationId xmlns:a16="http://schemas.microsoft.com/office/drawing/2014/main" id="{4FACFCF4-C415-E1F3-3511-D4C10C3C989B}"/>
              </a:ext>
            </a:extLst>
          </p:cNvPr>
          <p:cNvSpPr>
            <a:spLocks noChangeShapeType="1"/>
          </p:cNvSpPr>
          <p:nvPr/>
        </p:nvSpPr>
        <p:spPr bwMode="auto">
          <a:xfrm>
            <a:off x="6197223" y="4922044"/>
            <a:ext cx="685800" cy="6858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345" name="Text Box 42">
            <a:extLst>
              <a:ext uri="{FF2B5EF4-FFF2-40B4-BE49-F238E27FC236}">
                <a16:creationId xmlns:a16="http://schemas.microsoft.com/office/drawing/2014/main" id="{BF02323C-8C34-22D6-1303-AAAC59FD95A7}"/>
              </a:ext>
            </a:extLst>
          </p:cNvPr>
          <p:cNvSpPr txBox="1">
            <a:spLocks noChangeArrowheads="1"/>
          </p:cNvSpPr>
          <p:nvPr/>
        </p:nvSpPr>
        <p:spPr bwMode="auto">
          <a:xfrm>
            <a:off x="4516060" y="4922044"/>
            <a:ext cx="387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accent2"/>
                </a:solidFill>
                <a:latin typeface="Times New Roman" panose="02020603050405020304" pitchFamily="18" charset="0"/>
                <a:ea typeface="宋体" panose="02010600030101010101" pitchFamily="2" charset="-122"/>
              </a:rPr>
              <a:t>=</a:t>
            </a:r>
            <a:endParaRPr kumimoji="1" lang="en-US" altLang="zh-CN" sz="2400">
              <a:latin typeface="Times New Roman" panose="02020603050405020304" pitchFamily="18" charset="0"/>
              <a:ea typeface="宋体" panose="02010600030101010101" pitchFamily="2" charset="-122"/>
            </a:endParaRPr>
          </a:p>
        </p:txBody>
      </p:sp>
      <p:sp>
        <p:nvSpPr>
          <p:cNvPr id="98346" name="Text Box 43">
            <a:extLst>
              <a:ext uri="{FF2B5EF4-FFF2-40B4-BE49-F238E27FC236}">
                <a16:creationId xmlns:a16="http://schemas.microsoft.com/office/drawing/2014/main" id="{D0B9CD9F-4DB8-4D26-E33E-F2DC6A86AEEC}"/>
              </a:ext>
            </a:extLst>
          </p:cNvPr>
          <p:cNvSpPr txBox="1">
            <a:spLocks noChangeArrowheads="1"/>
          </p:cNvSpPr>
          <p:nvPr/>
        </p:nvSpPr>
        <p:spPr bwMode="auto">
          <a:xfrm>
            <a:off x="6046410" y="4922044"/>
            <a:ext cx="3794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latin typeface="Times New Roman" panose="02020603050405020304" pitchFamily="18" charset="0"/>
              <a:ea typeface="宋体" panose="02010600030101010101" pitchFamily="2" charset="-122"/>
            </a:endParaRPr>
          </a:p>
        </p:txBody>
      </p:sp>
      <p:cxnSp>
        <p:nvCxnSpPr>
          <p:cNvPr id="98348" name="AutoShape 45">
            <a:extLst>
              <a:ext uri="{FF2B5EF4-FFF2-40B4-BE49-F238E27FC236}">
                <a16:creationId xmlns:a16="http://schemas.microsoft.com/office/drawing/2014/main" id="{0B304F0A-414F-9FB5-E319-22F45B623E27}"/>
              </a:ext>
            </a:extLst>
          </p:cNvPr>
          <p:cNvCxnSpPr>
            <a:cxnSpLocks noChangeShapeType="1"/>
            <a:stCxn id="98337" idx="1"/>
            <a:endCxn id="98340" idx="1"/>
          </p:cNvCxnSpPr>
          <p:nvPr/>
        </p:nvCxnSpPr>
        <p:spPr bwMode="auto">
          <a:xfrm rot="10800000" flipH="1" flipV="1">
            <a:off x="747335" y="2591594"/>
            <a:ext cx="311150" cy="928688"/>
          </a:xfrm>
          <a:prstGeom prst="curvedConnector3">
            <a:avLst>
              <a:gd name="adj1" fmla="val -73468"/>
            </a:avLst>
          </a:prstGeom>
          <a:noFill/>
          <a:ln w="19050" cap="rnd">
            <a:solidFill>
              <a:srgbClr val="009900"/>
            </a:solidFill>
            <a:prstDash val="sysDot"/>
            <a:round/>
            <a:headEnd/>
            <a:tailEnd type="triangle" w="med" len="med"/>
          </a:ln>
          <a:extLst>
            <a:ext uri="{909E8E84-426E-40DD-AFC4-6F175D3DCCD1}">
              <a14:hiddenFill xmlns:a14="http://schemas.microsoft.com/office/drawing/2010/main">
                <a:noFill/>
              </a14:hiddenFill>
            </a:ext>
          </a:extLst>
        </p:spPr>
      </p:cxnSp>
      <p:sp>
        <p:nvSpPr>
          <p:cNvPr id="2" name="标题 1">
            <a:extLst>
              <a:ext uri="{FF2B5EF4-FFF2-40B4-BE49-F238E27FC236}">
                <a16:creationId xmlns:a16="http://schemas.microsoft.com/office/drawing/2014/main" id="{86BC60AE-5BC5-4E08-966B-EA1616C020D0}"/>
              </a:ext>
            </a:extLst>
          </p:cNvPr>
          <p:cNvSpPr>
            <a:spLocks noGrp="1"/>
          </p:cNvSpPr>
          <p:nvPr>
            <p:ph type="title"/>
          </p:nvPr>
        </p:nvSpPr>
        <p:spPr/>
        <p:txBody>
          <a:bodyPr/>
          <a:lstStyle/>
          <a:p>
            <a:r>
              <a:rPr lang="zh-CN" altLang="en-US" dirty="0"/>
              <a:t>后序线索化二叉树中寻找当前结点的后继</a:t>
            </a:r>
          </a:p>
        </p:txBody>
      </p:sp>
      <p:sp>
        <p:nvSpPr>
          <p:cNvPr id="3" name="灯片编号占位符 2">
            <a:extLst>
              <a:ext uri="{FF2B5EF4-FFF2-40B4-BE49-F238E27FC236}">
                <a16:creationId xmlns:a16="http://schemas.microsoft.com/office/drawing/2014/main" id="{D4DD7B69-33F1-D2C2-6155-40810390B813}"/>
              </a:ext>
            </a:extLst>
          </p:cNvPr>
          <p:cNvSpPr>
            <a:spLocks noGrp="1"/>
          </p:cNvSpPr>
          <p:nvPr>
            <p:ph type="sldNum" sz="quarter" idx="12"/>
          </p:nvPr>
        </p:nvSpPr>
        <p:spPr/>
        <p:txBody>
          <a:bodyPr/>
          <a:lstStyle/>
          <a:p>
            <a:pPr>
              <a:defRPr/>
            </a:pPr>
            <a:fld id="{6DFA40DF-1FC0-4A1B-B86F-E962D94EFA14}" type="slidenum">
              <a:rPr lang="en-US" altLang="zh-CN" smtClean="0"/>
              <a:pPr>
                <a:defRPr/>
              </a:pPr>
              <a:t>92</a:t>
            </a:fld>
            <a:endParaRPr lang="en-US" altLang="zh-CN"/>
          </a:p>
        </p:txBody>
      </p:sp>
    </p:spTree>
  </p:cSld>
  <p:clrMapOvr>
    <a:masterClrMapping/>
  </p:clrMapOvr>
  <p:transition>
    <p:split/>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Line 1026">
            <a:extLst>
              <a:ext uri="{FF2B5EF4-FFF2-40B4-BE49-F238E27FC236}">
                <a16:creationId xmlns:a16="http://schemas.microsoft.com/office/drawing/2014/main" id="{4C621804-0739-A210-B07B-990BEAC6750A}"/>
              </a:ext>
            </a:extLst>
          </p:cNvPr>
          <p:cNvSpPr>
            <a:spLocks noChangeShapeType="1"/>
          </p:cNvSpPr>
          <p:nvPr/>
        </p:nvSpPr>
        <p:spPr bwMode="auto">
          <a:xfrm>
            <a:off x="2514600" y="4038600"/>
            <a:ext cx="0" cy="533400"/>
          </a:xfrm>
          <a:prstGeom prst="line">
            <a:avLst/>
          </a:prstGeom>
          <a:noFill/>
          <a:ln w="19050">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31" name="Line 1027">
            <a:extLst>
              <a:ext uri="{FF2B5EF4-FFF2-40B4-BE49-F238E27FC236}">
                <a16:creationId xmlns:a16="http://schemas.microsoft.com/office/drawing/2014/main" id="{A609457E-3565-4157-396D-1C9CDDC8ECB8}"/>
              </a:ext>
            </a:extLst>
          </p:cNvPr>
          <p:cNvSpPr>
            <a:spLocks noChangeShapeType="1"/>
          </p:cNvSpPr>
          <p:nvPr/>
        </p:nvSpPr>
        <p:spPr bwMode="auto">
          <a:xfrm>
            <a:off x="1981200" y="3200400"/>
            <a:ext cx="533400" cy="685800"/>
          </a:xfrm>
          <a:prstGeom prst="line">
            <a:avLst/>
          </a:prstGeom>
          <a:noFill/>
          <a:ln w="19050">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32" name="Line 1028">
            <a:extLst>
              <a:ext uri="{FF2B5EF4-FFF2-40B4-BE49-F238E27FC236}">
                <a16:creationId xmlns:a16="http://schemas.microsoft.com/office/drawing/2014/main" id="{A5A9DCBB-589F-CBE5-026D-A34D4FE2F8DD}"/>
              </a:ext>
            </a:extLst>
          </p:cNvPr>
          <p:cNvSpPr>
            <a:spLocks noChangeShapeType="1"/>
          </p:cNvSpPr>
          <p:nvPr/>
        </p:nvSpPr>
        <p:spPr bwMode="auto">
          <a:xfrm>
            <a:off x="1219200" y="4038600"/>
            <a:ext cx="228600" cy="457200"/>
          </a:xfrm>
          <a:prstGeom prst="line">
            <a:avLst/>
          </a:prstGeom>
          <a:noFill/>
          <a:ln w="19050">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33" name="Line 1029">
            <a:extLst>
              <a:ext uri="{FF2B5EF4-FFF2-40B4-BE49-F238E27FC236}">
                <a16:creationId xmlns:a16="http://schemas.microsoft.com/office/drawing/2014/main" id="{44DDB92B-2492-9512-ED1B-AD48AB68A33F}"/>
              </a:ext>
            </a:extLst>
          </p:cNvPr>
          <p:cNvSpPr>
            <a:spLocks noChangeShapeType="1"/>
          </p:cNvSpPr>
          <p:nvPr/>
        </p:nvSpPr>
        <p:spPr bwMode="auto">
          <a:xfrm flipH="1">
            <a:off x="838200" y="4038600"/>
            <a:ext cx="228600" cy="533400"/>
          </a:xfrm>
          <a:prstGeom prst="line">
            <a:avLst/>
          </a:prstGeom>
          <a:noFill/>
          <a:ln w="19050">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34" name="Line 1030">
            <a:extLst>
              <a:ext uri="{FF2B5EF4-FFF2-40B4-BE49-F238E27FC236}">
                <a16:creationId xmlns:a16="http://schemas.microsoft.com/office/drawing/2014/main" id="{0561F8CA-B42D-25AD-648A-E085C604230C}"/>
              </a:ext>
            </a:extLst>
          </p:cNvPr>
          <p:cNvSpPr>
            <a:spLocks noChangeShapeType="1"/>
          </p:cNvSpPr>
          <p:nvPr/>
        </p:nvSpPr>
        <p:spPr bwMode="auto">
          <a:xfrm flipH="1">
            <a:off x="1219200" y="3276600"/>
            <a:ext cx="457200" cy="457200"/>
          </a:xfrm>
          <a:prstGeom prst="line">
            <a:avLst/>
          </a:prstGeom>
          <a:noFill/>
          <a:ln w="19050">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35" name="Line 1031">
            <a:extLst>
              <a:ext uri="{FF2B5EF4-FFF2-40B4-BE49-F238E27FC236}">
                <a16:creationId xmlns:a16="http://schemas.microsoft.com/office/drawing/2014/main" id="{418896E3-3EF5-5105-E40F-ED7D3A48651F}"/>
              </a:ext>
            </a:extLst>
          </p:cNvPr>
          <p:cNvSpPr>
            <a:spLocks noChangeShapeType="1"/>
          </p:cNvSpPr>
          <p:nvPr/>
        </p:nvSpPr>
        <p:spPr bwMode="auto">
          <a:xfrm>
            <a:off x="1828800" y="3276600"/>
            <a:ext cx="0" cy="457200"/>
          </a:xfrm>
          <a:prstGeom prst="line">
            <a:avLst/>
          </a:prstGeom>
          <a:noFill/>
          <a:ln w="19050">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1353" name="Text Box 1033">
            <a:extLst>
              <a:ext uri="{FF2B5EF4-FFF2-40B4-BE49-F238E27FC236}">
                <a16:creationId xmlns:a16="http://schemas.microsoft.com/office/drawing/2014/main" id="{9F8C2406-CB34-DEEB-BE29-6B07FC9B0249}"/>
              </a:ext>
            </a:extLst>
          </p:cNvPr>
          <p:cNvSpPr txBox="1">
            <a:spLocks noChangeArrowheads="1"/>
          </p:cNvSpPr>
          <p:nvPr/>
        </p:nvSpPr>
        <p:spPr bwMode="auto">
          <a:xfrm>
            <a:off x="251520" y="5334000"/>
            <a:ext cx="8640960" cy="954107"/>
          </a:xfrm>
          <a:prstGeom prst="rect">
            <a:avLst/>
          </a:prstGeom>
          <a:noFill/>
          <a:ln w="9525">
            <a:noFill/>
            <a:miter lim="800000"/>
            <a:headEnd/>
            <a:tailEnd/>
          </a:ln>
          <a:effectLst/>
        </p:spPr>
        <p:txBody>
          <a:bodyPr wrap="square">
            <a:spAutoFit/>
          </a:bodyPr>
          <a:lstStyle/>
          <a:p>
            <a:pPr algn="ctr" eaLnBrk="1" fontAlgn="auto" hangingPunct="1">
              <a:spcBef>
                <a:spcPts val="0"/>
              </a:spcBef>
              <a:spcAft>
                <a:spcPts val="0"/>
              </a:spcAft>
              <a:defRPr/>
            </a:pPr>
            <a:r>
              <a:rPr lang="zh-CN" altLang="en-US" sz="2800" dirty="0">
                <a:latin typeface="+mn-lt"/>
                <a:ea typeface="仿宋_GB2312" pitchFamily="49" charset="-122"/>
              </a:rPr>
              <a:t>三种结点：（</a:t>
            </a:r>
            <a:r>
              <a:rPr lang="en-US" altLang="zh-CN" sz="2800" dirty="0">
                <a:latin typeface="+mn-lt"/>
                <a:ea typeface="仿宋_GB2312" pitchFamily="49" charset="-122"/>
              </a:rPr>
              <a:t>1</a:t>
            </a:r>
            <a:r>
              <a:rPr lang="zh-CN" altLang="en-US" sz="2800" dirty="0">
                <a:latin typeface="+mn-lt"/>
                <a:ea typeface="仿宋_GB2312" pitchFamily="49" charset="-122"/>
              </a:rPr>
              <a:t>）表头，如</a:t>
            </a:r>
            <a:r>
              <a:rPr lang="en-US" altLang="zh-CN" sz="2800" dirty="0">
                <a:latin typeface="+mn-lt"/>
                <a:ea typeface="仿宋_GB2312" pitchFamily="49" charset="-122"/>
              </a:rPr>
              <a:t>A</a:t>
            </a:r>
            <a:r>
              <a:rPr lang="zh-CN" altLang="en-US" sz="2800" dirty="0">
                <a:latin typeface="+mn-lt"/>
                <a:ea typeface="仿宋_GB2312" pitchFamily="49" charset="-122"/>
              </a:rPr>
              <a:t>、</a:t>
            </a:r>
            <a:r>
              <a:rPr lang="en-US" altLang="zh-CN" sz="2800" dirty="0">
                <a:latin typeface="+mn-lt"/>
                <a:ea typeface="仿宋_GB2312" pitchFamily="49" charset="-122"/>
              </a:rPr>
              <a:t>B</a:t>
            </a:r>
            <a:r>
              <a:rPr lang="zh-CN" altLang="en-US" sz="2800" dirty="0">
                <a:latin typeface="+mn-lt"/>
                <a:ea typeface="仿宋_GB2312" pitchFamily="49" charset="-122"/>
              </a:rPr>
              <a:t>等；（</a:t>
            </a:r>
            <a:r>
              <a:rPr lang="en-US" altLang="zh-CN" sz="2800" dirty="0">
                <a:latin typeface="+mn-lt"/>
                <a:ea typeface="仿宋_GB2312" pitchFamily="49" charset="-122"/>
              </a:rPr>
              <a:t>2</a:t>
            </a:r>
            <a:r>
              <a:rPr lang="zh-CN" altLang="en-US" sz="2800" dirty="0">
                <a:latin typeface="+mn-lt"/>
                <a:ea typeface="仿宋_GB2312" pitchFamily="49" charset="-122"/>
              </a:rPr>
              <a:t>）分支结点：如</a:t>
            </a:r>
            <a:r>
              <a:rPr lang="en-US" altLang="zh-CN" sz="2800" dirty="0">
                <a:latin typeface="+mn-lt"/>
                <a:ea typeface="仿宋_GB2312" pitchFamily="49" charset="-122"/>
              </a:rPr>
              <a:t>A</a:t>
            </a:r>
            <a:r>
              <a:rPr lang="zh-CN" altLang="en-US" sz="2800" dirty="0">
                <a:latin typeface="+mn-lt"/>
                <a:ea typeface="仿宋_GB2312" pitchFamily="49" charset="-122"/>
              </a:rPr>
              <a:t>表中表示对</a:t>
            </a:r>
            <a:r>
              <a:rPr lang="en-US" altLang="zh-CN" sz="2800" dirty="0">
                <a:latin typeface="+mn-lt"/>
                <a:ea typeface="仿宋_GB2312" pitchFamily="49" charset="-122"/>
              </a:rPr>
              <a:t>B</a:t>
            </a:r>
            <a:r>
              <a:rPr lang="zh-CN" altLang="en-US" sz="2800" dirty="0">
                <a:latin typeface="+mn-lt"/>
                <a:ea typeface="仿宋_GB2312" pitchFamily="49" charset="-122"/>
              </a:rPr>
              <a:t>引用的结点；（</a:t>
            </a:r>
            <a:r>
              <a:rPr lang="en-US" altLang="zh-CN" sz="2800" dirty="0">
                <a:latin typeface="+mn-lt"/>
                <a:ea typeface="仿宋_GB2312" pitchFamily="49" charset="-122"/>
              </a:rPr>
              <a:t>3</a:t>
            </a:r>
            <a:r>
              <a:rPr lang="zh-CN" altLang="en-US" sz="2800" dirty="0">
                <a:latin typeface="+mn-lt"/>
                <a:ea typeface="仿宋_GB2312" pitchFamily="49" charset="-122"/>
              </a:rPr>
              <a:t>）叶结点。</a:t>
            </a:r>
            <a:endParaRPr lang="en-US" altLang="zh-CN" sz="2800" dirty="0">
              <a:latin typeface="+mn-lt"/>
              <a:ea typeface="仿宋_GB2312" pitchFamily="49" charset="-122"/>
            </a:endParaRPr>
          </a:p>
        </p:txBody>
      </p:sp>
      <p:sp>
        <p:nvSpPr>
          <p:cNvPr id="99339" name="Oval 1035">
            <a:extLst>
              <a:ext uri="{FF2B5EF4-FFF2-40B4-BE49-F238E27FC236}">
                <a16:creationId xmlns:a16="http://schemas.microsoft.com/office/drawing/2014/main" id="{54C2BF75-4777-D174-8986-14C9449243FB}"/>
              </a:ext>
            </a:extLst>
          </p:cNvPr>
          <p:cNvSpPr>
            <a:spLocks noChangeArrowheads="1"/>
          </p:cNvSpPr>
          <p:nvPr/>
        </p:nvSpPr>
        <p:spPr bwMode="auto">
          <a:xfrm>
            <a:off x="1600200" y="2895600"/>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99340" name="Oval 1036">
            <a:extLst>
              <a:ext uri="{FF2B5EF4-FFF2-40B4-BE49-F238E27FC236}">
                <a16:creationId xmlns:a16="http://schemas.microsoft.com/office/drawing/2014/main" id="{79C481E1-4825-A79E-DC5E-68E33F97DB5F}"/>
              </a:ext>
            </a:extLst>
          </p:cNvPr>
          <p:cNvSpPr>
            <a:spLocks noChangeArrowheads="1"/>
          </p:cNvSpPr>
          <p:nvPr/>
        </p:nvSpPr>
        <p:spPr bwMode="auto">
          <a:xfrm>
            <a:off x="1600200" y="3657600"/>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99341" name="Oval 1037">
            <a:extLst>
              <a:ext uri="{FF2B5EF4-FFF2-40B4-BE49-F238E27FC236}">
                <a16:creationId xmlns:a16="http://schemas.microsoft.com/office/drawing/2014/main" id="{2677247C-5D37-BC0B-839D-AE00FC4BB1C7}"/>
              </a:ext>
            </a:extLst>
          </p:cNvPr>
          <p:cNvSpPr>
            <a:spLocks noChangeArrowheads="1"/>
          </p:cNvSpPr>
          <p:nvPr/>
        </p:nvSpPr>
        <p:spPr bwMode="auto">
          <a:xfrm>
            <a:off x="1219200" y="4419600"/>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99342" name="Oval 1038">
            <a:extLst>
              <a:ext uri="{FF2B5EF4-FFF2-40B4-BE49-F238E27FC236}">
                <a16:creationId xmlns:a16="http://schemas.microsoft.com/office/drawing/2014/main" id="{6EAE00CE-B207-AC8A-4064-9B7CCFD7524C}"/>
              </a:ext>
            </a:extLst>
          </p:cNvPr>
          <p:cNvSpPr>
            <a:spLocks noChangeArrowheads="1"/>
          </p:cNvSpPr>
          <p:nvPr/>
        </p:nvSpPr>
        <p:spPr bwMode="auto">
          <a:xfrm>
            <a:off x="609600" y="4419600"/>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99343" name="Oval 1039">
            <a:extLst>
              <a:ext uri="{FF2B5EF4-FFF2-40B4-BE49-F238E27FC236}">
                <a16:creationId xmlns:a16="http://schemas.microsoft.com/office/drawing/2014/main" id="{9F8F9B92-93B8-5396-BAC8-45C3A64313D0}"/>
              </a:ext>
            </a:extLst>
          </p:cNvPr>
          <p:cNvSpPr>
            <a:spLocks noChangeArrowheads="1"/>
          </p:cNvSpPr>
          <p:nvPr/>
        </p:nvSpPr>
        <p:spPr bwMode="auto">
          <a:xfrm>
            <a:off x="914400" y="3657600"/>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99344" name="Oval 1040">
            <a:extLst>
              <a:ext uri="{FF2B5EF4-FFF2-40B4-BE49-F238E27FC236}">
                <a16:creationId xmlns:a16="http://schemas.microsoft.com/office/drawing/2014/main" id="{1E1B3866-FB14-F18D-3E44-B96C6E08462E}"/>
              </a:ext>
            </a:extLst>
          </p:cNvPr>
          <p:cNvSpPr>
            <a:spLocks noChangeArrowheads="1"/>
          </p:cNvSpPr>
          <p:nvPr/>
        </p:nvSpPr>
        <p:spPr bwMode="auto">
          <a:xfrm>
            <a:off x="2286000" y="3657600"/>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99345" name="Oval 1041">
            <a:extLst>
              <a:ext uri="{FF2B5EF4-FFF2-40B4-BE49-F238E27FC236}">
                <a16:creationId xmlns:a16="http://schemas.microsoft.com/office/drawing/2014/main" id="{C198597A-1A7D-4496-9DBC-C4F58F743436}"/>
              </a:ext>
            </a:extLst>
          </p:cNvPr>
          <p:cNvSpPr>
            <a:spLocks noChangeArrowheads="1"/>
          </p:cNvSpPr>
          <p:nvPr/>
        </p:nvSpPr>
        <p:spPr bwMode="auto">
          <a:xfrm>
            <a:off x="2286000" y="4419600"/>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99346" name="Text Box 1042">
            <a:extLst>
              <a:ext uri="{FF2B5EF4-FFF2-40B4-BE49-F238E27FC236}">
                <a16:creationId xmlns:a16="http://schemas.microsoft.com/office/drawing/2014/main" id="{0E0539F8-CF91-29A6-A5E6-8A5D4E2B83A8}"/>
              </a:ext>
            </a:extLst>
          </p:cNvPr>
          <p:cNvSpPr txBox="1">
            <a:spLocks noChangeArrowheads="1"/>
          </p:cNvSpPr>
          <p:nvPr/>
        </p:nvSpPr>
        <p:spPr bwMode="auto">
          <a:xfrm>
            <a:off x="1616075" y="28336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99347" name="Text Box 1043">
            <a:extLst>
              <a:ext uri="{FF2B5EF4-FFF2-40B4-BE49-F238E27FC236}">
                <a16:creationId xmlns:a16="http://schemas.microsoft.com/office/drawing/2014/main" id="{5A7BCABE-FB9D-5CF6-0EED-EC90CA50DF25}"/>
              </a:ext>
            </a:extLst>
          </p:cNvPr>
          <p:cNvSpPr txBox="1">
            <a:spLocks noChangeArrowheads="1"/>
          </p:cNvSpPr>
          <p:nvPr/>
        </p:nvSpPr>
        <p:spPr bwMode="auto">
          <a:xfrm>
            <a:off x="939800" y="3595688"/>
            <a:ext cx="420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99348" name="Text Box 1044">
            <a:extLst>
              <a:ext uri="{FF2B5EF4-FFF2-40B4-BE49-F238E27FC236}">
                <a16:creationId xmlns:a16="http://schemas.microsoft.com/office/drawing/2014/main" id="{E8F67718-A5C8-BC36-F73A-E29A0D3DC34F}"/>
              </a:ext>
            </a:extLst>
          </p:cNvPr>
          <p:cNvSpPr txBox="1">
            <a:spLocks noChangeArrowheads="1"/>
          </p:cNvSpPr>
          <p:nvPr/>
        </p:nvSpPr>
        <p:spPr bwMode="auto">
          <a:xfrm>
            <a:off x="1616075" y="35956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99349" name="Text Box 1045">
            <a:extLst>
              <a:ext uri="{FF2B5EF4-FFF2-40B4-BE49-F238E27FC236}">
                <a16:creationId xmlns:a16="http://schemas.microsoft.com/office/drawing/2014/main" id="{201980BE-BD1F-EC65-D953-1C68D2275ED2}"/>
              </a:ext>
            </a:extLst>
          </p:cNvPr>
          <p:cNvSpPr txBox="1">
            <a:spLocks noChangeArrowheads="1"/>
          </p:cNvSpPr>
          <p:nvPr/>
        </p:nvSpPr>
        <p:spPr bwMode="auto">
          <a:xfrm>
            <a:off x="2362200" y="35956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99350" name="Text Box 1046">
            <a:extLst>
              <a:ext uri="{FF2B5EF4-FFF2-40B4-BE49-F238E27FC236}">
                <a16:creationId xmlns:a16="http://schemas.microsoft.com/office/drawing/2014/main" id="{D2CA945D-B9B1-D3A4-9565-33A658FC2B9B}"/>
              </a:ext>
            </a:extLst>
          </p:cNvPr>
          <p:cNvSpPr txBox="1">
            <a:spLocks noChangeArrowheads="1"/>
          </p:cNvSpPr>
          <p:nvPr/>
        </p:nvSpPr>
        <p:spPr bwMode="auto">
          <a:xfrm>
            <a:off x="635000" y="4357688"/>
            <a:ext cx="420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99351" name="Text Box 1047">
            <a:extLst>
              <a:ext uri="{FF2B5EF4-FFF2-40B4-BE49-F238E27FC236}">
                <a16:creationId xmlns:a16="http://schemas.microsoft.com/office/drawing/2014/main" id="{88F70267-3915-B7D8-E262-1CDF9F7DB1A4}"/>
              </a:ext>
            </a:extLst>
          </p:cNvPr>
          <p:cNvSpPr txBox="1">
            <a:spLocks noChangeArrowheads="1"/>
          </p:cNvSpPr>
          <p:nvPr/>
        </p:nvSpPr>
        <p:spPr bwMode="auto">
          <a:xfrm>
            <a:off x="1254125" y="4357688"/>
            <a:ext cx="4016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99352" name="Text Box 1048">
            <a:extLst>
              <a:ext uri="{FF2B5EF4-FFF2-40B4-BE49-F238E27FC236}">
                <a16:creationId xmlns:a16="http://schemas.microsoft.com/office/drawing/2014/main" id="{BAD2788C-50B6-9462-9720-E61FADDD4173}"/>
              </a:ext>
            </a:extLst>
          </p:cNvPr>
          <p:cNvSpPr txBox="1">
            <a:spLocks noChangeArrowheads="1"/>
          </p:cNvSpPr>
          <p:nvPr/>
        </p:nvSpPr>
        <p:spPr bwMode="auto">
          <a:xfrm>
            <a:off x="2292350" y="4357688"/>
            <a:ext cx="4603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G</a:t>
            </a:r>
            <a:endParaRPr kumimoji="1" lang="en-US" altLang="zh-CN" sz="2400">
              <a:latin typeface="Times New Roman" panose="02020603050405020304" pitchFamily="18" charset="0"/>
              <a:ea typeface="宋体" panose="02010600030101010101" pitchFamily="2" charset="-122"/>
            </a:endParaRPr>
          </a:p>
        </p:txBody>
      </p:sp>
      <p:sp>
        <p:nvSpPr>
          <p:cNvPr id="99353" name="Rectangle 1049">
            <a:extLst>
              <a:ext uri="{FF2B5EF4-FFF2-40B4-BE49-F238E27FC236}">
                <a16:creationId xmlns:a16="http://schemas.microsoft.com/office/drawing/2014/main" id="{5C53241B-69CF-C691-905E-2BE3A29C6C2A}"/>
              </a:ext>
            </a:extLst>
          </p:cNvPr>
          <p:cNvSpPr>
            <a:spLocks noChangeArrowheads="1"/>
          </p:cNvSpPr>
          <p:nvPr/>
        </p:nvSpPr>
        <p:spPr bwMode="auto">
          <a:xfrm>
            <a:off x="3810000" y="2819400"/>
            <a:ext cx="609600" cy="457200"/>
          </a:xfrm>
          <a:prstGeom prst="rect">
            <a:avLst/>
          </a:prstGeom>
          <a:solidFill>
            <a:srgbClr val="FFFFCC"/>
          </a:solidFill>
          <a:ln w="19050">
            <a:solidFill>
              <a:srgbClr val="CC33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99354" name="Line 1050">
            <a:extLst>
              <a:ext uri="{FF2B5EF4-FFF2-40B4-BE49-F238E27FC236}">
                <a16:creationId xmlns:a16="http://schemas.microsoft.com/office/drawing/2014/main" id="{5ABB711F-1610-04FD-4876-FFB2501DE0AC}"/>
              </a:ext>
            </a:extLst>
          </p:cNvPr>
          <p:cNvSpPr>
            <a:spLocks noChangeShapeType="1"/>
          </p:cNvSpPr>
          <p:nvPr/>
        </p:nvSpPr>
        <p:spPr bwMode="auto">
          <a:xfrm>
            <a:off x="4191000" y="2819400"/>
            <a:ext cx="0" cy="457200"/>
          </a:xfrm>
          <a:prstGeom prst="line">
            <a:avLst/>
          </a:prstGeom>
          <a:noFill/>
          <a:ln w="19050">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55" name="Line 1051">
            <a:extLst>
              <a:ext uri="{FF2B5EF4-FFF2-40B4-BE49-F238E27FC236}">
                <a16:creationId xmlns:a16="http://schemas.microsoft.com/office/drawing/2014/main" id="{6E9EEEEB-0D1F-5BB1-FD04-9FFED661CB36}"/>
              </a:ext>
            </a:extLst>
          </p:cNvPr>
          <p:cNvSpPr>
            <a:spLocks noChangeShapeType="1"/>
          </p:cNvSpPr>
          <p:nvPr/>
        </p:nvSpPr>
        <p:spPr bwMode="auto">
          <a:xfrm>
            <a:off x="4343400" y="3048000"/>
            <a:ext cx="381000" cy="0"/>
          </a:xfrm>
          <a:prstGeom prst="line">
            <a:avLst/>
          </a:prstGeom>
          <a:noFill/>
          <a:ln w="38100">
            <a:solidFill>
              <a:srgbClr val="CC3300"/>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56" name="Rectangle 1052">
            <a:extLst>
              <a:ext uri="{FF2B5EF4-FFF2-40B4-BE49-F238E27FC236}">
                <a16:creationId xmlns:a16="http://schemas.microsoft.com/office/drawing/2014/main" id="{301F346B-1800-5889-3CD4-261B3B185CF5}"/>
              </a:ext>
            </a:extLst>
          </p:cNvPr>
          <p:cNvSpPr>
            <a:spLocks noChangeArrowheads="1"/>
          </p:cNvSpPr>
          <p:nvPr/>
        </p:nvSpPr>
        <p:spPr bwMode="auto">
          <a:xfrm>
            <a:off x="4724400" y="2819400"/>
            <a:ext cx="609600" cy="457200"/>
          </a:xfrm>
          <a:prstGeom prst="rect">
            <a:avLst/>
          </a:prstGeom>
          <a:solidFill>
            <a:srgbClr val="FFFFCC"/>
          </a:solidFill>
          <a:ln w="19050">
            <a:solidFill>
              <a:srgbClr val="CC33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99357" name="Line 1053">
            <a:extLst>
              <a:ext uri="{FF2B5EF4-FFF2-40B4-BE49-F238E27FC236}">
                <a16:creationId xmlns:a16="http://schemas.microsoft.com/office/drawing/2014/main" id="{47FD7775-4032-9D81-55B5-4F667BC91C4B}"/>
              </a:ext>
            </a:extLst>
          </p:cNvPr>
          <p:cNvSpPr>
            <a:spLocks noChangeShapeType="1"/>
          </p:cNvSpPr>
          <p:nvPr/>
        </p:nvSpPr>
        <p:spPr bwMode="auto">
          <a:xfrm>
            <a:off x="5105400" y="2819400"/>
            <a:ext cx="0" cy="457200"/>
          </a:xfrm>
          <a:prstGeom prst="line">
            <a:avLst/>
          </a:prstGeom>
          <a:noFill/>
          <a:ln w="19050">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58" name="Line 1054">
            <a:extLst>
              <a:ext uri="{FF2B5EF4-FFF2-40B4-BE49-F238E27FC236}">
                <a16:creationId xmlns:a16="http://schemas.microsoft.com/office/drawing/2014/main" id="{8A863441-B77F-752D-95A9-78EA8C6A5D0E}"/>
              </a:ext>
            </a:extLst>
          </p:cNvPr>
          <p:cNvSpPr>
            <a:spLocks noChangeShapeType="1"/>
          </p:cNvSpPr>
          <p:nvPr/>
        </p:nvSpPr>
        <p:spPr bwMode="auto">
          <a:xfrm>
            <a:off x="5257800" y="3048000"/>
            <a:ext cx="381000" cy="0"/>
          </a:xfrm>
          <a:prstGeom prst="line">
            <a:avLst/>
          </a:prstGeom>
          <a:noFill/>
          <a:ln w="38100">
            <a:solidFill>
              <a:srgbClr val="CC3300"/>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59" name="Rectangle 1055">
            <a:extLst>
              <a:ext uri="{FF2B5EF4-FFF2-40B4-BE49-F238E27FC236}">
                <a16:creationId xmlns:a16="http://schemas.microsoft.com/office/drawing/2014/main" id="{03772DB9-415F-3D8C-3A93-C1EB700EBCC1}"/>
              </a:ext>
            </a:extLst>
          </p:cNvPr>
          <p:cNvSpPr>
            <a:spLocks noChangeArrowheads="1"/>
          </p:cNvSpPr>
          <p:nvPr/>
        </p:nvSpPr>
        <p:spPr bwMode="auto">
          <a:xfrm>
            <a:off x="5638800" y="2819400"/>
            <a:ext cx="609600" cy="457200"/>
          </a:xfrm>
          <a:prstGeom prst="rect">
            <a:avLst/>
          </a:prstGeom>
          <a:solidFill>
            <a:srgbClr val="FFFFCC"/>
          </a:solidFill>
          <a:ln w="19050">
            <a:solidFill>
              <a:srgbClr val="CC33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99360" name="Line 1056">
            <a:extLst>
              <a:ext uri="{FF2B5EF4-FFF2-40B4-BE49-F238E27FC236}">
                <a16:creationId xmlns:a16="http://schemas.microsoft.com/office/drawing/2014/main" id="{580FB367-DAA4-A559-1927-58E092ADE5DA}"/>
              </a:ext>
            </a:extLst>
          </p:cNvPr>
          <p:cNvSpPr>
            <a:spLocks noChangeShapeType="1"/>
          </p:cNvSpPr>
          <p:nvPr/>
        </p:nvSpPr>
        <p:spPr bwMode="auto">
          <a:xfrm>
            <a:off x="6019800" y="2819400"/>
            <a:ext cx="0" cy="457200"/>
          </a:xfrm>
          <a:prstGeom prst="line">
            <a:avLst/>
          </a:prstGeom>
          <a:noFill/>
          <a:ln w="19050">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61" name="Line 1057">
            <a:extLst>
              <a:ext uri="{FF2B5EF4-FFF2-40B4-BE49-F238E27FC236}">
                <a16:creationId xmlns:a16="http://schemas.microsoft.com/office/drawing/2014/main" id="{98CEF816-3E45-603A-D9E2-BA80AE3DBB47}"/>
              </a:ext>
            </a:extLst>
          </p:cNvPr>
          <p:cNvSpPr>
            <a:spLocks noChangeShapeType="1"/>
          </p:cNvSpPr>
          <p:nvPr/>
        </p:nvSpPr>
        <p:spPr bwMode="auto">
          <a:xfrm>
            <a:off x="6172200" y="3048000"/>
            <a:ext cx="381000" cy="0"/>
          </a:xfrm>
          <a:prstGeom prst="line">
            <a:avLst/>
          </a:prstGeom>
          <a:noFill/>
          <a:ln w="38100">
            <a:solidFill>
              <a:srgbClr val="CC3300"/>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62" name="Rectangle 1058">
            <a:extLst>
              <a:ext uri="{FF2B5EF4-FFF2-40B4-BE49-F238E27FC236}">
                <a16:creationId xmlns:a16="http://schemas.microsoft.com/office/drawing/2014/main" id="{176EB8C2-7AF9-BB97-A068-63B3F9FCF7E6}"/>
              </a:ext>
            </a:extLst>
          </p:cNvPr>
          <p:cNvSpPr>
            <a:spLocks noChangeArrowheads="1"/>
          </p:cNvSpPr>
          <p:nvPr/>
        </p:nvSpPr>
        <p:spPr bwMode="auto">
          <a:xfrm>
            <a:off x="6553200" y="2819400"/>
            <a:ext cx="609600" cy="457200"/>
          </a:xfrm>
          <a:prstGeom prst="rect">
            <a:avLst/>
          </a:prstGeom>
          <a:solidFill>
            <a:srgbClr val="FFFFCC"/>
          </a:solidFill>
          <a:ln w="19050">
            <a:solidFill>
              <a:srgbClr val="CC33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99363" name="Line 1059">
            <a:extLst>
              <a:ext uri="{FF2B5EF4-FFF2-40B4-BE49-F238E27FC236}">
                <a16:creationId xmlns:a16="http://schemas.microsoft.com/office/drawing/2014/main" id="{D26B54B0-D3B1-1AB1-8E35-5AD09FAEA0FE}"/>
              </a:ext>
            </a:extLst>
          </p:cNvPr>
          <p:cNvSpPr>
            <a:spLocks noChangeShapeType="1"/>
          </p:cNvSpPr>
          <p:nvPr/>
        </p:nvSpPr>
        <p:spPr bwMode="auto">
          <a:xfrm>
            <a:off x="6934200" y="2819400"/>
            <a:ext cx="0" cy="457200"/>
          </a:xfrm>
          <a:prstGeom prst="line">
            <a:avLst/>
          </a:prstGeom>
          <a:noFill/>
          <a:ln w="19050">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64" name="Rectangle 1060">
            <a:extLst>
              <a:ext uri="{FF2B5EF4-FFF2-40B4-BE49-F238E27FC236}">
                <a16:creationId xmlns:a16="http://schemas.microsoft.com/office/drawing/2014/main" id="{B4B9278A-9DC6-4E91-0228-16101485026F}"/>
              </a:ext>
            </a:extLst>
          </p:cNvPr>
          <p:cNvSpPr>
            <a:spLocks noChangeArrowheads="1"/>
          </p:cNvSpPr>
          <p:nvPr/>
        </p:nvSpPr>
        <p:spPr bwMode="auto">
          <a:xfrm>
            <a:off x="6553200" y="3657600"/>
            <a:ext cx="609600" cy="457200"/>
          </a:xfrm>
          <a:prstGeom prst="rect">
            <a:avLst/>
          </a:prstGeom>
          <a:solidFill>
            <a:srgbClr val="FFFFCC"/>
          </a:solidFill>
          <a:ln w="19050">
            <a:solidFill>
              <a:srgbClr val="CC33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99365" name="Line 1061">
            <a:extLst>
              <a:ext uri="{FF2B5EF4-FFF2-40B4-BE49-F238E27FC236}">
                <a16:creationId xmlns:a16="http://schemas.microsoft.com/office/drawing/2014/main" id="{C4ECA2A9-8F61-6361-1D84-13862D4F1FC6}"/>
              </a:ext>
            </a:extLst>
          </p:cNvPr>
          <p:cNvSpPr>
            <a:spLocks noChangeShapeType="1"/>
          </p:cNvSpPr>
          <p:nvPr/>
        </p:nvSpPr>
        <p:spPr bwMode="auto">
          <a:xfrm>
            <a:off x="6934200" y="3657600"/>
            <a:ext cx="0" cy="457200"/>
          </a:xfrm>
          <a:prstGeom prst="line">
            <a:avLst/>
          </a:prstGeom>
          <a:noFill/>
          <a:ln w="19050">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66" name="Line 1062">
            <a:extLst>
              <a:ext uri="{FF2B5EF4-FFF2-40B4-BE49-F238E27FC236}">
                <a16:creationId xmlns:a16="http://schemas.microsoft.com/office/drawing/2014/main" id="{CAA16EA6-D8F5-BDD2-C893-1296FF438529}"/>
              </a:ext>
            </a:extLst>
          </p:cNvPr>
          <p:cNvSpPr>
            <a:spLocks noChangeShapeType="1"/>
          </p:cNvSpPr>
          <p:nvPr/>
        </p:nvSpPr>
        <p:spPr bwMode="auto">
          <a:xfrm>
            <a:off x="7086600" y="3886200"/>
            <a:ext cx="381000" cy="0"/>
          </a:xfrm>
          <a:prstGeom prst="line">
            <a:avLst/>
          </a:prstGeom>
          <a:noFill/>
          <a:ln w="38100">
            <a:solidFill>
              <a:srgbClr val="CC3300"/>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67" name="Rectangle 1063">
            <a:extLst>
              <a:ext uri="{FF2B5EF4-FFF2-40B4-BE49-F238E27FC236}">
                <a16:creationId xmlns:a16="http://schemas.microsoft.com/office/drawing/2014/main" id="{41F07014-5F3F-F2AD-C5AA-3F8248E75F04}"/>
              </a:ext>
            </a:extLst>
          </p:cNvPr>
          <p:cNvSpPr>
            <a:spLocks noChangeArrowheads="1"/>
          </p:cNvSpPr>
          <p:nvPr/>
        </p:nvSpPr>
        <p:spPr bwMode="auto">
          <a:xfrm>
            <a:off x="7467600" y="3657600"/>
            <a:ext cx="609600" cy="457200"/>
          </a:xfrm>
          <a:prstGeom prst="rect">
            <a:avLst/>
          </a:prstGeom>
          <a:solidFill>
            <a:srgbClr val="FFFFCC"/>
          </a:solidFill>
          <a:ln w="19050">
            <a:solidFill>
              <a:srgbClr val="CC33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99368" name="Line 1064">
            <a:extLst>
              <a:ext uri="{FF2B5EF4-FFF2-40B4-BE49-F238E27FC236}">
                <a16:creationId xmlns:a16="http://schemas.microsoft.com/office/drawing/2014/main" id="{FB1ADA3B-C970-6764-98DF-D9DF63DBD84A}"/>
              </a:ext>
            </a:extLst>
          </p:cNvPr>
          <p:cNvSpPr>
            <a:spLocks noChangeShapeType="1"/>
          </p:cNvSpPr>
          <p:nvPr/>
        </p:nvSpPr>
        <p:spPr bwMode="auto">
          <a:xfrm>
            <a:off x="7848600" y="3657600"/>
            <a:ext cx="0" cy="457200"/>
          </a:xfrm>
          <a:prstGeom prst="line">
            <a:avLst/>
          </a:prstGeom>
          <a:noFill/>
          <a:ln w="19050">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69" name="Rectangle 1065">
            <a:extLst>
              <a:ext uri="{FF2B5EF4-FFF2-40B4-BE49-F238E27FC236}">
                <a16:creationId xmlns:a16="http://schemas.microsoft.com/office/drawing/2014/main" id="{16633D56-2CD6-61E2-8CBD-0886ADD0CE92}"/>
              </a:ext>
            </a:extLst>
          </p:cNvPr>
          <p:cNvSpPr>
            <a:spLocks noChangeArrowheads="1"/>
          </p:cNvSpPr>
          <p:nvPr/>
        </p:nvSpPr>
        <p:spPr bwMode="auto">
          <a:xfrm>
            <a:off x="4724400" y="4495800"/>
            <a:ext cx="609600" cy="457200"/>
          </a:xfrm>
          <a:prstGeom prst="rect">
            <a:avLst/>
          </a:prstGeom>
          <a:solidFill>
            <a:srgbClr val="FFFFCC"/>
          </a:solidFill>
          <a:ln w="19050">
            <a:solidFill>
              <a:srgbClr val="CC33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99370" name="Line 1066">
            <a:extLst>
              <a:ext uri="{FF2B5EF4-FFF2-40B4-BE49-F238E27FC236}">
                <a16:creationId xmlns:a16="http://schemas.microsoft.com/office/drawing/2014/main" id="{1C426318-D896-34F3-FFDA-96E84A4B65EC}"/>
              </a:ext>
            </a:extLst>
          </p:cNvPr>
          <p:cNvSpPr>
            <a:spLocks noChangeShapeType="1"/>
          </p:cNvSpPr>
          <p:nvPr/>
        </p:nvSpPr>
        <p:spPr bwMode="auto">
          <a:xfrm>
            <a:off x="5105400" y="4495800"/>
            <a:ext cx="0" cy="457200"/>
          </a:xfrm>
          <a:prstGeom prst="line">
            <a:avLst/>
          </a:prstGeom>
          <a:noFill/>
          <a:ln w="19050">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71" name="Line 1067">
            <a:extLst>
              <a:ext uri="{FF2B5EF4-FFF2-40B4-BE49-F238E27FC236}">
                <a16:creationId xmlns:a16="http://schemas.microsoft.com/office/drawing/2014/main" id="{104B8772-C172-47D1-E97D-0B56F3B4FACE}"/>
              </a:ext>
            </a:extLst>
          </p:cNvPr>
          <p:cNvSpPr>
            <a:spLocks noChangeShapeType="1"/>
          </p:cNvSpPr>
          <p:nvPr/>
        </p:nvSpPr>
        <p:spPr bwMode="auto">
          <a:xfrm>
            <a:off x="4953000" y="3048000"/>
            <a:ext cx="0" cy="1447800"/>
          </a:xfrm>
          <a:prstGeom prst="line">
            <a:avLst/>
          </a:prstGeom>
          <a:noFill/>
          <a:ln w="28575">
            <a:solidFill>
              <a:schemeClr val="hlink"/>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72" name="Line 1068">
            <a:extLst>
              <a:ext uri="{FF2B5EF4-FFF2-40B4-BE49-F238E27FC236}">
                <a16:creationId xmlns:a16="http://schemas.microsoft.com/office/drawing/2014/main" id="{9F72D42F-A782-8427-3EA5-DA8D9C771FF0}"/>
              </a:ext>
            </a:extLst>
          </p:cNvPr>
          <p:cNvSpPr>
            <a:spLocks noChangeShapeType="1"/>
          </p:cNvSpPr>
          <p:nvPr/>
        </p:nvSpPr>
        <p:spPr bwMode="auto">
          <a:xfrm>
            <a:off x="6781800" y="3048000"/>
            <a:ext cx="0" cy="609600"/>
          </a:xfrm>
          <a:prstGeom prst="line">
            <a:avLst/>
          </a:prstGeom>
          <a:noFill/>
          <a:ln w="28575">
            <a:solidFill>
              <a:schemeClr val="hlink"/>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73" name="Rectangle 1069">
            <a:extLst>
              <a:ext uri="{FF2B5EF4-FFF2-40B4-BE49-F238E27FC236}">
                <a16:creationId xmlns:a16="http://schemas.microsoft.com/office/drawing/2014/main" id="{38039759-83CE-5852-5A31-45D9F5091387}"/>
              </a:ext>
            </a:extLst>
          </p:cNvPr>
          <p:cNvSpPr>
            <a:spLocks noChangeArrowheads="1"/>
          </p:cNvSpPr>
          <p:nvPr/>
        </p:nvSpPr>
        <p:spPr bwMode="auto">
          <a:xfrm>
            <a:off x="5638800" y="4495800"/>
            <a:ext cx="609600" cy="457200"/>
          </a:xfrm>
          <a:prstGeom prst="rect">
            <a:avLst/>
          </a:prstGeom>
          <a:solidFill>
            <a:srgbClr val="FFFFCC"/>
          </a:solidFill>
          <a:ln w="19050">
            <a:solidFill>
              <a:srgbClr val="CC33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99374" name="Line 1070">
            <a:extLst>
              <a:ext uri="{FF2B5EF4-FFF2-40B4-BE49-F238E27FC236}">
                <a16:creationId xmlns:a16="http://schemas.microsoft.com/office/drawing/2014/main" id="{46E2190B-6550-1A01-2CDC-06E70C24F741}"/>
              </a:ext>
            </a:extLst>
          </p:cNvPr>
          <p:cNvSpPr>
            <a:spLocks noChangeShapeType="1"/>
          </p:cNvSpPr>
          <p:nvPr/>
        </p:nvSpPr>
        <p:spPr bwMode="auto">
          <a:xfrm>
            <a:off x="6019800" y="4495800"/>
            <a:ext cx="0" cy="457200"/>
          </a:xfrm>
          <a:prstGeom prst="line">
            <a:avLst/>
          </a:prstGeom>
          <a:noFill/>
          <a:ln w="19050">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75" name="Line 1071">
            <a:extLst>
              <a:ext uri="{FF2B5EF4-FFF2-40B4-BE49-F238E27FC236}">
                <a16:creationId xmlns:a16="http://schemas.microsoft.com/office/drawing/2014/main" id="{71E2AF3F-AAC2-CAF0-C70D-8F25E28728E3}"/>
              </a:ext>
            </a:extLst>
          </p:cNvPr>
          <p:cNvSpPr>
            <a:spLocks noChangeShapeType="1"/>
          </p:cNvSpPr>
          <p:nvPr/>
        </p:nvSpPr>
        <p:spPr bwMode="auto">
          <a:xfrm>
            <a:off x="6172200" y="4724400"/>
            <a:ext cx="381000" cy="0"/>
          </a:xfrm>
          <a:prstGeom prst="line">
            <a:avLst/>
          </a:prstGeom>
          <a:noFill/>
          <a:ln w="38100">
            <a:solidFill>
              <a:srgbClr val="CC3300"/>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76" name="Rectangle 1072">
            <a:extLst>
              <a:ext uri="{FF2B5EF4-FFF2-40B4-BE49-F238E27FC236}">
                <a16:creationId xmlns:a16="http://schemas.microsoft.com/office/drawing/2014/main" id="{69E83C29-A5CA-0946-356D-06DA6DFD59B5}"/>
              </a:ext>
            </a:extLst>
          </p:cNvPr>
          <p:cNvSpPr>
            <a:spLocks noChangeArrowheads="1"/>
          </p:cNvSpPr>
          <p:nvPr/>
        </p:nvSpPr>
        <p:spPr bwMode="auto">
          <a:xfrm>
            <a:off x="6553200" y="4495800"/>
            <a:ext cx="609600" cy="457200"/>
          </a:xfrm>
          <a:prstGeom prst="rect">
            <a:avLst/>
          </a:prstGeom>
          <a:solidFill>
            <a:srgbClr val="FFFFCC"/>
          </a:solidFill>
          <a:ln w="19050">
            <a:solidFill>
              <a:srgbClr val="CC33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99377" name="Line 1073">
            <a:extLst>
              <a:ext uri="{FF2B5EF4-FFF2-40B4-BE49-F238E27FC236}">
                <a16:creationId xmlns:a16="http://schemas.microsoft.com/office/drawing/2014/main" id="{BDED538A-6C6D-8BA3-AC1A-DB98CC28A67D}"/>
              </a:ext>
            </a:extLst>
          </p:cNvPr>
          <p:cNvSpPr>
            <a:spLocks noChangeShapeType="1"/>
          </p:cNvSpPr>
          <p:nvPr/>
        </p:nvSpPr>
        <p:spPr bwMode="auto">
          <a:xfrm>
            <a:off x="6934200" y="4495800"/>
            <a:ext cx="0" cy="457200"/>
          </a:xfrm>
          <a:prstGeom prst="line">
            <a:avLst/>
          </a:prstGeom>
          <a:noFill/>
          <a:ln w="19050">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78" name="Line 1074">
            <a:extLst>
              <a:ext uri="{FF2B5EF4-FFF2-40B4-BE49-F238E27FC236}">
                <a16:creationId xmlns:a16="http://schemas.microsoft.com/office/drawing/2014/main" id="{A5ED7D39-3EAF-ECD8-0D53-3E4118480263}"/>
              </a:ext>
            </a:extLst>
          </p:cNvPr>
          <p:cNvSpPr>
            <a:spLocks noChangeShapeType="1"/>
          </p:cNvSpPr>
          <p:nvPr/>
        </p:nvSpPr>
        <p:spPr bwMode="auto">
          <a:xfrm>
            <a:off x="5257800" y="4724400"/>
            <a:ext cx="381000" cy="0"/>
          </a:xfrm>
          <a:prstGeom prst="line">
            <a:avLst/>
          </a:prstGeom>
          <a:noFill/>
          <a:ln w="38100">
            <a:solidFill>
              <a:srgbClr val="CC3300"/>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79" name="Text Box 1075">
            <a:extLst>
              <a:ext uri="{FF2B5EF4-FFF2-40B4-BE49-F238E27FC236}">
                <a16:creationId xmlns:a16="http://schemas.microsoft.com/office/drawing/2014/main" id="{B0909AF2-3B3E-561C-BE1D-C3761628F979}"/>
              </a:ext>
            </a:extLst>
          </p:cNvPr>
          <p:cNvSpPr txBox="1">
            <a:spLocks noChangeArrowheads="1"/>
          </p:cNvSpPr>
          <p:nvPr/>
        </p:nvSpPr>
        <p:spPr bwMode="auto">
          <a:xfrm>
            <a:off x="3792538" y="2727325"/>
            <a:ext cx="47783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99380" name="Text Box 1076">
            <a:extLst>
              <a:ext uri="{FF2B5EF4-FFF2-40B4-BE49-F238E27FC236}">
                <a16:creationId xmlns:a16="http://schemas.microsoft.com/office/drawing/2014/main" id="{A4EF99F4-BA15-5C8A-86FF-A6407F0D584D}"/>
              </a:ext>
            </a:extLst>
          </p:cNvPr>
          <p:cNvSpPr txBox="1">
            <a:spLocks noChangeArrowheads="1"/>
          </p:cNvSpPr>
          <p:nvPr/>
        </p:nvSpPr>
        <p:spPr bwMode="auto">
          <a:xfrm>
            <a:off x="4706938" y="4403725"/>
            <a:ext cx="45561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99381" name="Text Box 1077">
            <a:extLst>
              <a:ext uri="{FF2B5EF4-FFF2-40B4-BE49-F238E27FC236}">
                <a16:creationId xmlns:a16="http://schemas.microsoft.com/office/drawing/2014/main" id="{03E51A3C-61F5-34CE-F639-C6C9827454B0}"/>
              </a:ext>
            </a:extLst>
          </p:cNvPr>
          <p:cNvSpPr txBox="1">
            <a:spLocks noChangeArrowheads="1"/>
          </p:cNvSpPr>
          <p:nvPr/>
        </p:nvSpPr>
        <p:spPr bwMode="auto">
          <a:xfrm>
            <a:off x="5640388" y="4419600"/>
            <a:ext cx="45561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99382" name="Text Box 1078">
            <a:extLst>
              <a:ext uri="{FF2B5EF4-FFF2-40B4-BE49-F238E27FC236}">
                <a16:creationId xmlns:a16="http://schemas.microsoft.com/office/drawing/2014/main" id="{7033FF5F-E99B-96E7-B22E-6D8DD54587B7}"/>
              </a:ext>
            </a:extLst>
          </p:cNvPr>
          <p:cNvSpPr txBox="1">
            <a:spLocks noChangeArrowheads="1"/>
          </p:cNvSpPr>
          <p:nvPr/>
        </p:nvSpPr>
        <p:spPr bwMode="auto">
          <a:xfrm>
            <a:off x="6518275" y="4419600"/>
            <a:ext cx="431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99383" name="Text Box 1079">
            <a:extLst>
              <a:ext uri="{FF2B5EF4-FFF2-40B4-BE49-F238E27FC236}">
                <a16:creationId xmlns:a16="http://schemas.microsoft.com/office/drawing/2014/main" id="{BDE9D484-4B5C-79F1-563A-EB11FC66215A}"/>
              </a:ext>
            </a:extLst>
          </p:cNvPr>
          <p:cNvSpPr txBox="1">
            <a:spLocks noChangeArrowheads="1"/>
          </p:cNvSpPr>
          <p:nvPr/>
        </p:nvSpPr>
        <p:spPr bwMode="auto">
          <a:xfrm>
            <a:off x="5618163" y="2743200"/>
            <a:ext cx="47783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99384" name="Text Box 1080">
            <a:extLst>
              <a:ext uri="{FF2B5EF4-FFF2-40B4-BE49-F238E27FC236}">
                <a16:creationId xmlns:a16="http://schemas.microsoft.com/office/drawing/2014/main" id="{05553F18-1CFB-37D2-34AC-D23D66A583E7}"/>
              </a:ext>
            </a:extLst>
          </p:cNvPr>
          <p:cNvSpPr txBox="1">
            <a:spLocks noChangeArrowheads="1"/>
          </p:cNvSpPr>
          <p:nvPr/>
        </p:nvSpPr>
        <p:spPr bwMode="auto">
          <a:xfrm>
            <a:off x="6532563" y="3565525"/>
            <a:ext cx="47783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99385" name="Text Box 1081">
            <a:extLst>
              <a:ext uri="{FF2B5EF4-FFF2-40B4-BE49-F238E27FC236}">
                <a16:creationId xmlns:a16="http://schemas.microsoft.com/office/drawing/2014/main" id="{C44DFC0E-284B-4A60-AEB4-5D860509DCB5}"/>
              </a:ext>
            </a:extLst>
          </p:cNvPr>
          <p:cNvSpPr txBox="1">
            <a:spLocks noChangeArrowheads="1"/>
          </p:cNvSpPr>
          <p:nvPr/>
        </p:nvSpPr>
        <p:spPr bwMode="auto">
          <a:xfrm>
            <a:off x="7391400" y="3551238"/>
            <a:ext cx="5000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G</a:t>
            </a:r>
            <a:endParaRPr kumimoji="1" lang="en-US" altLang="zh-CN" sz="2400">
              <a:latin typeface="Times New Roman" panose="02020603050405020304" pitchFamily="18" charset="0"/>
              <a:ea typeface="宋体" panose="02010600030101010101" pitchFamily="2" charset="-122"/>
            </a:endParaRPr>
          </a:p>
        </p:txBody>
      </p:sp>
      <p:sp>
        <p:nvSpPr>
          <p:cNvPr id="2" name="标题 1">
            <a:extLst>
              <a:ext uri="{FF2B5EF4-FFF2-40B4-BE49-F238E27FC236}">
                <a16:creationId xmlns:a16="http://schemas.microsoft.com/office/drawing/2014/main" id="{E16299D3-D06E-4578-820B-5DBBA1630ED3}"/>
              </a:ext>
            </a:extLst>
          </p:cNvPr>
          <p:cNvSpPr>
            <a:spLocks noGrp="1"/>
          </p:cNvSpPr>
          <p:nvPr>
            <p:ph type="title"/>
          </p:nvPr>
        </p:nvSpPr>
        <p:spPr/>
        <p:txBody>
          <a:bodyPr/>
          <a:lstStyle/>
          <a:p>
            <a:r>
              <a:rPr lang="en-US" altLang="zh-CN" dirty="0"/>
              <a:t>5.6 </a:t>
            </a:r>
            <a:r>
              <a:rPr lang="zh-CN" altLang="en-US" dirty="0"/>
              <a:t>树与森林</a:t>
            </a:r>
          </a:p>
        </p:txBody>
      </p:sp>
      <p:sp>
        <p:nvSpPr>
          <p:cNvPr id="3" name="内容占位符 2">
            <a:extLst>
              <a:ext uri="{FF2B5EF4-FFF2-40B4-BE49-F238E27FC236}">
                <a16:creationId xmlns:a16="http://schemas.microsoft.com/office/drawing/2014/main" id="{B3C57854-CE32-42EE-89F5-567D19DF4AE3}"/>
              </a:ext>
            </a:extLst>
          </p:cNvPr>
          <p:cNvSpPr>
            <a:spLocks noGrp="1"/>
          </p:cNvSpPr>
          <p:nvPr>
            <p:ph idx="1"/>
          </p:nvPr>
        </p:nvSpPr>
        <p:spPr>
          <a:xfrm>
            <a:off x="628650" y="1825625"/>
            <a:ext cx="7886700" cy="977900"/>
          </a:xfrm>
        </p:spPr>
        <p:txBody>
          <a:bodyPr>
            <a:normAutofit fontScale="92500" lnSpcReduction="20000"/>
          </a:bodyPr>
          <a:lstStyle/>
          <a:p>
            <a:r>
              <a:rPr lang="en-US" altLang="zh-CN" dirty="0"/>
              <a:t>5.6.1 </a:t>
            </a:r>
            <a:r>
              <a:rPr lang="zh-CN" altLang="en-US" dirty="0"/>
              <a:t>树的存储表示</a:t>
            </a:r>
          </a:p>
          <a:p>
            <a:pPr lvl="1"/>
            <a:r>
              <a:rPr lang="zh-CN" altLang="en-US" dirty="0"/>
              <a:t>广义表表示</a:t>
            </a:r>
          </a:p>
        </p:txBody>
      </p:sp>
      <p:sp>
        <p:nvSpPr>
          <p:cNvPr id="4" name="灯片编号占位符 3">
            <a:extLst>
              <a:ext uri="{FF2B5EF4-FFF2-40B4-BE49-F238E27FC236}">
                <a16:creationId xmlns:a16="http://schemas.microsoft.com/office/drawing/2014/main" id="{A46E2E16-E28C-7DA1-A78D-9514E72DE1EE}"/>
              </a:ext>
            </a:extLst>
          </p:cNvPr>
          <p:cNvSpPr>
            <a:spLocks noGrp="1"/>
          </p:cNvSpPr>
          <p:nvPr>
            <p:ph type="sldNum" sz="quarter" idx="12"/>
          </p:nvPr>
        </p:nvSpPr>
        <p:spPr/>
        <p:txBody>
          <a:bodyPr/>
          <a:lstStyle/>
          <a:p>
            <a:pPr>
              <a:defRPr/>
            </a:pPr>
            <a:fld id="{A598D83B-EE2A-4F12-B129-1EDE84DF129B}" type="slidenum">
              <a:rPr lang="en-US" altLang="zh-CN" smtClean="0"/>
              <a:pPr>
                <a:defRPr/>
              </a:pPr>
              <a:t>93</a:t>
            </a:fld>
            <a:endParaRPr lang="en-US" altLang="zh-CN"/>
          </a:p>
        </p:txBody>
      </p:sp>
    </p:spTree>
  </p:cSld>
  <p:clrMapOvr>
    <a:masterClrMapping/>
  </p:clrMapOvr>
  <p:transition>
    <p:split/>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5" name="Line 3">
            <a:extLst>
              <a:ext uri="{FF2B5EF4-FFF2-40B4-BE49-F238E27FC236}">
                <a16:creationId xmlns:a16="http://schemas.microsoft.com/office/drawing/2014/main" id="{AA7096ED-B5BC-CB1A-727D-63F361992E08}"/>
              </a:ext>
            </a:extLst>
          </p:cNvPr>
          <p:cNvSpPr>
            <a:spLocks noChangeShapeType="1"/>
          </p:cNvSpPr>
          <p:nvPr/>
        </p:nvSpPr>
        <p:spPr bwMode="auto">
          <a:xfrm>
            <a:off x="2759075" y="3352800"/>
            <a:ext cx="0" cy="533400"/>
          </a:xfrm>
          <a:prstGeom prst="line">
            <a:avLst/>
          </a:prstGeom>
          <a:noFill/>
          <a:ln w="19050">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56" name="Line 4">
            <a:extLst>
              <a:ext uri="{FF2B5EF4-FFF2-40B4-BE49-F238E27FC236}">
                <a16:creationId xmlns:a16="http://schemas.microsoft.com/office/drawing/2014/main" id="{8C9152B2-A1D7-339D-D76B-840F3E51C862}"/>
              </a:ext>
            </a:extLst>
          </p:cNvPr>
          <p:cNvSpPr>
            <a:spLocks noChangeShapeType="1"/>
          </p:cNvSpPr>
          <p:nvPr/>
        </p:nvSpPr>
        <p:spPr bwMode="auto">
          <a:xfrm>
            <a:off x="2225675" y="2514600"/>
            <a:ext cx="533400" cy="685800"/>
          </a:xfrm>
          <a:prstGeom prst="line">
            <a:avLst/>
          </a:prstGeom>
          <a:noFill/>
          <a:ln w="19050">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57" name="Line 5">
            <a:extLst>
              <a:ext uri="{FF2B5EF4-FFF2-40B4-BE49-F238E27FC236}">
                <a16:creationId xmlns:a16="http://schemas.microsoft.com/office/drawing/2014/main" id="{45986C8D-3D6E-6B92-0E4A-33B0F5EC5420}"/>
              </a:ext>
            </a:extLst>
          </p:cNvPr>
          <p:cNvSpPr>
            <a:spLocks noChangeShapeType="1"/>
          </p:cNvSpPr>
          <p:nvPr/>
        </p:nvSpPr>
        <p:spPr bwMode="auto">
          <a:xfrm>
            <a:off x="1463675" y="3352800"/>
            <a:ext cx="228600" cy="457200"/>
          </a:xfrm>
          <a:prstGeom prst="line">
            <a:avLst/>
          </a:prstGeom>
          <a:noFill/>
          <a:ln w="19050">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58" name="Line 6">
            <a:extLst>
              <a:ext uri="{FF2B5EF4-FFF2-40B4-BE49-F238E27FC236}">
                <a16:creationId xmlns:a16="http://schemas.microsoft.com/office/drawing/2014/main" id="{C5F318F1-098E-4865-B142-8073900E65A4}"/>
              </a:ext>
            </a:extLst>
          </p:cNvPr>
          <p:cNvSpPr>
            <a:spLocks noChangeShapeType="1"/>
          </p:cNvSpPr>
          <p:nvPr/>
        </p:nvSpPr>
        <p:spPr bwMode="auto">
          <a:xfrm flipH="1">
            <a:off x="1082675" y="3352800"/>
            <a:ext cx="228600" cy="533400"/>
          </a:xfrm>
          <a:prstGeom prst="line">
            <a:avLst/>
          </a:prstGeom>
          <a:noFill/>
          <a:ln w="19050">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59" name="Line 7">
            <a:extLst>
              <a:ext uri="{FF2B5EF4-FFF2-40B4-BE49-F238E27FC236}">
                <a16:creationId xmlns:a16="http://schemas.microsoft.com/office/drawing/2014/main" id="{D1BDBC03-AA47-DA82-6564-4D6D6061B0EB}"/>
              </a:ext>
            </a:extLst>
          </p:cNvPr>
          <p:cNvSpPr>
            <a:spLocks noChangeShapeType="1"/>
          </p:cNvSpPr>
          <p:nvPr/>
        </p:nvSpPr>
        <p:spPr bwMode="auto">
          <a:xfrm flipH="1">
            <a:off x="1463675" y="2590800"/>
            <a:ext cx="457200" cy="457200"/>
          </a:xfrm>
          <a:prstGeom prst="line">
            <a:avLst/>
          </a:prstGeom>
          <a:noFill/>
          <a:ln w="19050">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60" name="Line 8">
            <a:extLst>
              <a:ext uri="{FF2B5EF4-FFF2-40B4-BE49-F238E27FC236}">
                <a16:creationId xmlns:a16="http://schemas.microsoft.com/office/drawing/2014/main" id="{6E6F7802-2F04-7D13-4132-91A48C255DF1}"/>
              </a:ext>
            </a:extLst>
          </p:cNvPr>
          <p:cNvSpPr>
            <a:spLocks noChangeShapeType="1"/>
          </p:cNvSpPr>
          <p:nvPr/>
        </p:nvSpPr>
        <p:spPr bwMode="auto">
          <a:xfrm>
            <a:off x="2073275" y="2590800"/>
            <a:ext cx="0" cy="457200"/>
          </a:xfrm>
          <a:prstGeom prst="line">
            <a:avLst/>
          </a:prstGeom>
          <a:noFill/>
          <a:ln w="19050">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61" name="Oval 9">
            <a:extLst>
              <a:ext uri="{FF2B5EF4-FFF2-40B4-BE49-F238E27FC236}">
                <a16:creationId xmlns:a16="http://schemas.microsoft.com/office/drawing/2014/main" id="{ABB60D2A-C8C0-FDB6-CC6D-DA71EE50D386}"/>
              </a:ext>
            </a:extLst>
          </p:cNvPr>
          <p:cNvSpPr>
            <a:spLocks noChangeArrowheads="1"/>
          </p:cNvSpPr>
          <p:nvPr/>
        </p:nvSpPr>
        <p:spPr bwMode="auto">
          <a:xfrm>
            <a:off x="1844675" y="2209800"/>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0362" name="Oval 10">
            <a:extLst>
              <a:ext uri="{FF2B5EF4-FFF2-40B4-BE49-F238E27FC236}">
                <a16:creationId xmlns:a16="http://schemas.microsoft.com/office/drawing/2014/main" id="{5C00D8AB-F8E2-FC08-5D39-65BCEAED0FC8}"/>
              </a:ext>
            </a:extLst>
          </p:cNvPr>
          <p:cNvSpPr>
            <a:spLocks noChangeArrowheads="1"/>
          </p:cNvSpPr>
          <p:nvPr/>
        </p:nvSpPr>
        <p:spPr bwMode="auto">
          <a:xfrm>
            <a:off x="1844675" y="2971800"/>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0363" name="Oval 11">
            <a:extLst>
              <a:ext uri="{FF2B5EF4-FFF2-40B4-BE49-F238E27FC236}">
                <a16:creationId xmlns:a16="http://schemas.microsoft.com/office/drawing/2014/main" id="{A576A2E1-E278-EA66-F374-BD3BCCFF4C55}"/>
              </a:ext>
            </a:extLst>
          </p:cNvPr>
          <p:cNvSpPr>
            <a:spLocks noChangeArrowheads="1"/>
          </p:cNvSpPr>
          <p:nvPr/>
        </p:nvSpPr>
        <p:spPr bwMode="auto">
          <a:xfrm>
            <a:off x="1463675" y="3733800"/>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0364" name="Oval 12">
            <a:extLst>
              <a:ext uri="{FF2B5EF4-FFF2-40B4-BE49-F238E27FC236}">
                <a16:creationId xmlns:a16="http://schemas.microsoft.com/office/drawing/2014/main" id="{8BE4DEBC-7FF4-ACF4-5936-7A43C8D37FCB}"/>
              </a:ext>
            </a:extLst>
          </p:cNvPr>
          <p:cNvSpPr>
            <a:spLocks noChangeArrowheads="1"/>
          </p:cNvSpPr>
          <p:nvPr/>
        </p:nvSpPr>
        <p:spPr bwMode="auto">
          <a:xfrm>
            <a:off x="854075" y="3733800"/>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0365" name="Oval 13">
            <a:extLst>
              <a:ext uri="{FF2B5EF4-FFF2-40B4-BE49-F238E27FC236}">
                <a16:creationId xmlns:a16="http://schemas.microsoft.com/office/drawing/2014/main" id="{DFEAC5D4-A803-86D2-9898-742A1EA0F84A}"/>
              </a:ext>
            </a:extLst>
          </p:cNvPr>
          <p:cNvSpPr>
            <a:spLocks noChangeArrowheads="1"/>
          </p:cNvSpPr>
          <p:nvPr/>
        </p:nvSpPr>
        <p:spPr bwMode="auto">
          <a:xfrm>
            <a:off x="1158875" y="2971800"/>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0366" name="Oval 14">
            <a:extLst>
              <a:ext uri="{FF2B5EF4-FFF2-40B4-BE49-F238E27FC236}">
                <a16:creationId xmlns:a16="http://schemas.microsoft.com/office/drawing/2014/main" id="{7A044886-4FBF-8424-EC1D-9253A5BCCD18}"/>
              </a:ext>
            </a:extLst>
          </p:cNvPr>
          <p:cNvSpPr>
            <a:spLocks noChangeArrowheads="1"/>
          </p:cNvSpPr>
          <p:nvPr/>
        </p:nvSpPr>
        <p:spPr bwMode="auto">
          <a:xfrm>
            <a:off x="2530475" y="2971800"/>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0367" name="Oval 15">
            <a:extLst>
              <a:ext uri="{FF2B5EF4-FFF2-40B4-BE49-F238E27FC236}">
                <a16:creationId xmlns:a16="http://schemas.microsoft.com/office/drawing/2014/main" id="{03BBCB4D-E4C4-EB3F-BD0F-33DE7D8BFCB6}"/>
              </a:ext>
            </a:extLst>
          </p:cNvPr>
          <p:cNvSpPr>
            <a:spLocks noChangeArrowheads="1"/>
          </p:cNvSpPr>
          <p:nvPr/>
        </p:nvSpPr>
        <p:spPr bwMode="auto">
          <a:xfrm>
            <a:off x="2530475" y="3733800"/>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0368" name="Text Box 16">
            <a:extLst>
              <a:ext uri="{FF2B5EF4-FFF2-40B4-BE49-F238E27FC236}">
                <a16:creationId xmlns:a16="http://schemas.microsoft.com/office/drawing/2014/main" id="{21E25A46-1F82-1BE3-E047-7DEC7AEC32DE}"/>
              </a:ext>
            </a:extLst>
          </p:cNvPr>
          <p:cNvSpPr txBox="1">
            <a:spLocks noChangeArrowheads="1"/>
          </p:cNvSpPr>
          <p:nvPr/>
        </p:nvSpPr>
        <p:spPr bwMode="auto">
          <a:xfrm>
            <a:off x="1860550" y="21478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100369" name="Text Box 17">
            <a:extLst>
              <a:ext uri="{FF2B5EF4-FFF2-40B4-BE49-F238E27FC236}">
                <a16:creationId xmlns:a16="http://schemas.microsoft.com/office/drawing/2014/main" id="{0433B8D2-CE34-CD70-4837-C1D7F9497CB3}"/>
              </a:ext>
            </a:extLst>
          </p:cNvPr>
          <p:cNvSpPr txBox="1">
            <a:spLocks noChangeArrowheads="1"/>
          </p:cNvSpPr>
          <p:nvPr/>
        </p:nvSpPr>
        <p:spPr bwMode="auto">
          <a:xfrm>
            <a:off x="1184275" y="2909888"/>
            <a:ext cx="420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100370" name="Text Box 18">
            <a:extLst>
              <a:ext uri="{FF2B5EF4-FFF2-40B4-BE49-F238E27FC236}">
                <a16:creationId xmlns:a16="http://schemas.microsoft.com/office/drawing/2014/main" id="{B31FF783-4D85-947D-5A83-E40D89F0933A}"/>
              </a:ext>
            </a:extLst>
          </p:cNvPr>
          <p:cNvSpPr txBox="1">
            <a:spLocks noChangeArrowheads="1"/>
          </p:cNvSpPr>
          <p:nvPr/>
        </p:nvSpPr>
        <p:spPr bwMode="auto">
          <a:xfrm>
            <a:off x="1860550" y="29098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100371" name="Text Box 19">
            <a:extLst>
              <a:ext uri="{FF2B5EF4-FFF2-40B4-BE49-F238E27FC236}">
                <a16:creationId xmlns:a16="http://schemas.microsoft.com/office/drawing/2014/main" id="{D750CB15-2757-F1FF-3B28-B6501B1F717F}"/>
              </a:ext>
            </a:extLst>
          </p:cNvPr>
          <p:cNvSpPr txBox="1">
            <a:spLocks noChangeArrowheads="1"/>
          </p:cNvSpPr>
          <p:nvPr/>
        </p:nvSpPr>
        <p:spPr bwMode="auto">
          <a:xfrm>
            <a:off x="2606675" y="29098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100372" name="Text Box 20">
            <a:extLst>
              <a:ext uri="{FF2B5EF4-FFF2-40B4-BE49-F238E27FC236}">
                <a16:creationId xmlns:a16="http://schemas.microsoft.com/office/drawing/2014/main" id="{3BA1FF63-9E4E-0ADF-70A4-12D1F587E45D}"/>
              </a:ext>
            </a:extLst>
          </p:cNvPr>
          <p:cNvSpPr txBox="1">
            <a:spLocks noChangeArrowheads="1"/>
          </p:cNvSpPr>
          <p:nvPr/>
        </p:nvSpPr>
        <p:spPr bwMode="auto">
          <a:xfrm>
            <a:off x="879475" y="3671888"/>
            <a:ext cx="420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100373" name="Text Box 21">
            <a:extLst>
              <a:ext uri="{FF2B5EF4-FFF2-40B4-BE49-F238E27FC236}">
                <a16:creationId xmlns:a16="http://schemas.microsoft.com/office/drawing/2014/main" id="{A6881269-4C58-B446-1B43-3F4A3B4B2559}"/>
              </a:ext>
            </a:extLst>
          </p:cNvPr>
          <p:cNvSpPr txBox="1">
            <a:spLocks noChangeArrowheads="1"/>
          </p:cNvSpPr>
          <p:nvPr/>
        </p:nvSpPr>
        <p:spPr bwMode="auto">
          <a:xfrm>
            <a:off x="1498600" y="3671888"/>
            <a:ext cx="4016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100374" name="Text Box 22">
            <a:extLst>
              <a:ext uri="{FF2B5EF4-FFF2-40B4-BE49-F238E27FC236}">
                <a16:creationId xmlns:a16="http://schemas.microsoft.com/office/drawing/2014/main" id="{671AE989-B83D-0C4E-D1A6-04003ED2C060}"/>
              </a:ext>
            </a:extLst>
          </p:cNvPr>
          <p:cNvSpPr txBox="1">
            <a:spLocks noChangeArrowheads="1"/>
          </p:cNvSpPr>
          <p:nvPr/>
        </p:nvSpPr>
        <p:spPr bwMode="auto">
          <a:xfrm>
            <a:off x="2536825" y="3671888"/>
            <a:ext cx="4603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G</a:t>
            </a:r>
            <a:endParaRPr kumimoji="1" lang="en-US" altLang="zh-CN" sz="2400">
              <a:latin typeface="Times New Roman" panose="02020603050405020304" pitchFamily="18" charset="0"/>
              <a:ea typeface="宋体" panose="02010600030101010101" pitchFamily="2" charset="-122"/>
            </a:endParaRPr>
          </a:p>
        </p:txBody>
      </p:sp>
      <p:sp>
        <p:nvSpPr>
          <p:cNvPr id="100375" name="Rectangle 23">
            <a:extLst>
              <a:ext uri="{FF2B5EF4-FFF2-40B4-BE49-F238E27FC236}">
                <a16:creationId xmlns:a16="http://schemas.microsoft.com/office/drawing/2014/main" id="{C22E362B-CAAF-750A-33D0-F08FAB050BA7}"/>
              </a:ext>
            </a:extLst>
          </p:cNvPr>
          <p:cNvSpPr>
            <a:spLocks noChangeArrowheads="1"/>
          </p:cNvSpPr>
          <p:nvPr/>
        </p:nvSpPr>
        <p:spPr bwMode="auto">
          <a:xfrm>
            <a:off x="4419600" y="2438400"/>
            <a:ext cx="3810000" cy="1066800"/>
          </a:xfrm>
          <a:prstGeom prst="rect">
            <a:avLst/>
          </a:prstGeom>
          <a:solidFill>
            <a:srgbClr val="FFFFCC"/>
          </a:solidFill>
          <a:ln w="19050">
            <a:solidFill>
              <a:srgbClr val="009900"/>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00376" name="Line 24">
            <a:extLst>
              <a:ext uri="{FF2B5EF4-FFF2-40B4-BE49-F238E27FC236}">
                <a16:creationId xmlns:a16="http://schemas.microsoft.com/office/drawing/2014/main" id="{44678200-C7E9-3ECA-4B1E-D0A8B2113659}"/>
              </a:ext>
            </a:extLst>
          </p:cNvPr>
          <p:cNvSpPr>
            <a:spLocks noChangeShapeType="1"/>
          </p:cNvSpPr>
          <p:nvPr/>
        </p:nvSpPr>
        <p:spPr bwMode="auto">
          <a:xfrm>
            <a:off x="4419600" y="2971800"/>
            <a:ext cx="3810000" cy="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77" name="Text Box 25">
            <a:extLst>
              <a:ext uri="{FF2B5EF4-FFF2-40B4-BE49-F238E27FC236}">
                <a16:creationId xmlns:a16="http://schemas.microsoft.com/office/drawing/2014/main" id="{3B8447F0-D620-ECF9-561B-5635849E26D3}"/>
              </a:ext>
            </a:extLst>
          </p:cNvPr>
          <p:cNvSpPr txBox="1">
            <a:spLocks noChangeArrowheads="1"/>
          </p:cNvSpPr>
          <p:nvPr/>
        </p:nvSpPr>
        <p:spPr bwMode="auto">
          <a:xfrm>
            <a:off x="3562350" y="2438400"/>
            <a:ext cx="8572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Times New Roman" panose="02020603050405020304" pitchFamily="18" charset="0"/>
                <a:ea typeface="宋体" panose="02010600030101010101" pitchFamily="2" charset="-122"/>
              </a:rPr>
              <a:t>data</a:t>
            </a:r>
            <a:endParaRPr kumimoji="1" lang="en-US" altLang="zh-CN" sz="2400">
              <a:latin typeface="Times New Roman" panose="02020603050405020304" pitchFamily="18" charset="0"/>
              <a:ea typeface="宋体" panose="02010600030101010101" pitchFamily="2" charset="-122"/>
            </a:endParaRPr>
          </a:p>
        </p:txBody>
      </p:sp>
      <p:sp>
        <p:nvSpPr>
          <p:cNvPr id="100378" name="Text Box 26">
            <a:extLst>
              <a:ext uri="{FF2B5EF4-FFF2-40B4-BE49-F238E27FC236}">
                <a16:creationId xmlns:a16="http://schemas.microsoft.com/office/drawing/2014/main" id="{22D7B7B5-5D27-6239-B7C9-6A705959A641}"/>
              </a:ext>
            </a:extLst>
          </p:cNvPr>
          <p:cNvSpPr txBox="1">
            <a:spLocks noChangeArrowheads="1"/>
          </p:cNvSpPr>
          <p:nvPr/>
        </p:nvSpPr>
        <p:spPr bwMode="auto">
          <a:xfrm>
            <a:off x="3276600" y="2971800"/>
            <a:ext cx="11922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Times New Roman" panose="02020603050405020304" pitchFamily="18" charset="0"/>
                <a:ea typeface="宋体" panose="02010600030101010101" pitchFamily="2" charset="-122"/>
              </a:rPr>
              <a:t>parent</a:t>
            </a:r>
            <a:endParaRPr kumimoji="1" lang="en-US" altLang="zh-CN" sz="2400">
              <a:latin typeface="Times New Roman" panose="02020603050405020304" pitchFamily="18" charset="0"/>
              <a:ea typeface="宋体" panose="02010600030101010101" pitchFamily="2" charset="-122"/>
            </a:endParaRPr>
          </a:p>
        </p:txBody>
      </p:sp>
      <p:sp>
        <p:nvSpPr>
          <p:cNvPr id="100379" name="Text Box 27">
            <a:extLst>
              <a:ext uri="{FF2B5EF4-FFF2-40B4-BE49-F238E27FC236}">
                <a16:creationId xmlns:a16="http://schemas.microsoft.com/office/drawing/2014/main" id="{61E4949B-F542-5210-AC26-7386E2CC79AC}"/>
              </a:ext>
            </a:extLst>
          </p:cNvPr>
          <p:cNvSpPr txBox="1">
            <a:spLocks noChangeArrowheads="1"/>
          </p:cNvSpPr>
          <p:nvPr/>
        </p:nvSpPr>
        <p:spPr bwMode="auto">
          <a:xfrm>
            <a:off x="4497388" y="2438400"/>
            <a:ext cx="36115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Times New Roman" panose="02020603050405020304" pitchFamily="18" charset="0"/>
                <a:ea typeface="宋体" panose="02010600030101010101" pitchFamily="2" charset="-122"/>
              </a:rPr>
              <a:t>A    B    C   D   E   F  G</a:t>
            </a:r>
            <a:endParaRPr kumimoji="1" lang="en-US" altLang="zh-CN" sz="2400">
              <a:latin typeface="Times New Roman" panose="02020603050405020304" pitchFamily="18" charset="0"/>
              <a:ea typeface="宋体" panose="02010600030101010101" pitchFamily="2" charset="-122"/>
            </a:endParaRPr>
          </a:p>
        </p:txBody>
      </p:sp>
      <p:sp>
        <p:nvSpPr>
          <p:cNvPr id="100380" name="Text Box 28">
            <a:extLst>
              <a:ext uri="{FF2B5EF4-FFF2-40B4-BE49-F238E27FC236}">
                <a16:creationId xmlns:a16="http://schemas.microsoft.com/office/drawing/2014/main" id="{FA4D83D8-CFE3-40AC-805B-84B6E2924CD5}"/>
              </a:ext>
            </a:extLst>
          </p:cNvPr>
          <p:cNvSpPr txBox="1">
            <a:spLocks noChangeArrowheads="1"/>
          </p:cNvSpPr>
          <p:nvPr/>
        </p:nvSpPr>
        <p:spPr bwMode="auto">
          <a:xfrm>
            <a:off x="4495800" y="2986088"/>
            <a:ext cx="36544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仿宋_GB2312" pitchFamily="49" charset="-122"/>
                <a:ea typeface="仿宋_GB2312" pitchFamily="49" charset="-122"/>
              </a:rPr>
              <a:t>-</a:t>
            </a:r>
            <a:r>
              <a:rPr kumimoji="1" lang="en-US" altLang="zh-CN" sz="2800" b="1">
                <a:solidFill>
                  <a:schemeClr val="accent2"/>
                </a:solidFill>
                <a:latin typeface="Times New Roman" panose="02020603050405020304" pitchFamily="18" charset="0"/>
                <a:ea typeface="宋体" panose="02010600030101010101" pitchFamily="2" charset="-122"/>
              </a:rPr>
              <a:t>1   0    0    0    1    1    3</a:t>
            </a:r>
            <a:endParaRPr kumimoji="1" lang="en-US" altLang="zh-CN" sz="2400">
              <a:latin typeface="Times New Roman" panose="02020603050405020304" pitchFamily="18" charset="0"/>
              <a:ea typeface="宋体" panose="02010600030101010101" pitchFamily="2" charset="-122"/>
            </a:endParaRPr>
          </a:p>
        </p:txBody>
      </p:sp>
      <p:sp>
        <p:nvSpPr>
          <p:cNvPr id="100381" name="Line 29">
            <a:extLst>
              <a:ext uri="{FF2B5EF4-FFF2-40B4-BE49-F238E27FC236}">
                <a16:creationId xmlns:a16="http://schemas.microsoft.com/office/drawing/2014/main" id="{FDB277F2-3961-F9CD-5BBF-FB83DBB755F3}"/>
              </a:ext>
            </a:extLst>
          </p:cNvPr>
          <p:cNvSpPr>
            <a:spLocks noChangeShapeType="1"/>
          </p:cNvSpPr>
          <p:nvPr/>
        </p:nvSpPr>
        <p:spPr bwMode="auto">
          <a:xfrm>
            <a:off x="7696200" y="2438400"/>
            <a:ext cx="0" cy="1066800"/>
          </a:xfrm>
          <a:prstGeom prst="line">
            <a:avLst/>
          </a:prstGeom>
          <a:noFill/>
          <a:ln w="1905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82" name="Line 30">
            <a:extLst>
              <a:ext uri="{FF2B5EF4-FFF2-40B4-BE49-F238E27FC236}">
                <a16:creationId xmlns:a16="http://schemas.microsoft.com/office/drawing/2014/main" id="{F1FAF8E6-CD02-C0AC-93A0-D0208D53746D}"/>
              </a:ext>
            </a:extLst>
          </p:cNvPr>
          <p:cNvSpPr>
            <a:spLocks noChangeShapeType="1"/>
          </p:cNvSpPr>
          <p:nvPr/>
        </p:nvSpPr>
        <p:spPr bwMode="auto">
          <a:xfrm>
            <a:off x="7162800" y="2438400"/>
            <a:ext cx="0" cy="1066800"/>
          </a:xfrm>
          <a:prstGeom prst="line">
            <a:avLst/>
          </a:prstGeom>
          <a:noFill/>
          <a:ln w="1905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83" name="Line 31">
            <a:extLst>
              <a:ext uri="{FF2B5EF4-FFF2-40B4-BE49-F238E27FC236}">
                <a16:creationId xmlns:a16="http://schemas.microsoft.com/office/drawing/2014/main" id="{404A6DB7-0145-5888-BE62-095C5D25B8D6}"/>
              </a:ext>
            </a:extLst>
          </p:cNvPr>
          <p:cNvSpPr>
            <a:spLocks noChangeShapeType="1"/>
          </p:cNvSpPr>
          <p:nvPr/>
        </p:nvSpPr>
        <p:spPr bwMode="auto">
          <a:xfrm>
            <a:off x="6629400" y="2438400"/>
            <a:ext cx="0" cy="1066800"/>
          </a:xfrm>
          <a:prstGeom prst="line">
            <a:avLst/>
          </a:prstGeom>
          <a:noFill/>
          <a:ln w="1905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84" name="Line 32">
            <a:extLst>
              <a:ext uri="{FF2B5EF4-FFF2-40B4-BE49-F238E27FC236}">
                <a16:creationId xmlns:a16="http://schemas.microsoft.com/office/drawing/2014/main" id="{18C082F5-C6D5-EEF2-8F1C-6453E0646AAE}"/>
              </a:ext>
            </a:extLst>
          </p:cNvPr>
          <p:cNvSpPr>
            <a:spLocks noChangeShapeType="1"/>
          </p:cNvSpPr>
          <p:nvPr/>
        </p:nvSpPr>
        <p:spPr bwMode="auto">
          <a:xfrm>
            <a:off x="6096000" y="2438400"/>
            <a:ext cx="0" cy="1066800"/>
          </a:xfrm>
          <a:prstGeom prst="line">
            <a:avLst/>
          </a:prstGeom>
          <a:noFill/>
          <a:ln w="1905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85" name="Line 33">
            <a:extLst>
              <a:ext uri="{FF2B5EF4-FFF2-40B4-BE49-F238E27FC236}">
                <a16:creationId xmlns:a16="http://schemas.microsoft.com/office/drawing/2014/main" id="{3F140767-B795-4541-98C4-D48D0E1AE1B8}"/>
              </a:ext>
            </a:extLst>
          </p:cNvPr>
          <p:cNvSpPr>
            <a:spLocks noChangeShapeType="1"/>
          </p:cNvSpPr>
          <p:nvPr/>
        </p:nvSpPr>
        <p:spPr bwMode="auto">
          <a:xfrm>
            <a:off x="5562600" y="2438400"/>
            <a:ext cx="0" cy="1066800"/>
          </a:xfrm>
          <a:prstGeom prst="line">
            <a:avLst/>
          </a:prstGeom>
          <a:noFill/>
          <a:ln w="1905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86" name="Line 34">
            <a:extLst>
              <a:ext uri="{FF2B5EF4-FFF2-40B4-BE49-F238E27FC236}">
                <a16:creationId xmlns:a16="http://schemas.microsoft.com/office/drawing/2014/main" id="{1736D92A-3BB0-3A40-D84B-6E15D46809D0}"/>
              </a:ext>
            </a:extLst>
          </p:cNvPr>
          <p:cNvSpPr>
            <a:spLocks noChangeShapeType="1"/>
          </p:cNvSpPr>
          <p:nvPr/>
        </p:nvSpPr>
        <p:spPr bwMode="auto">
          <a:xfrm>
            <a:off x="5029200" y="2438400"/>
            <a:ext cx="0" cy="1066800"/>
          </a:xfrm>
          <a:prstGeom prst="line">
            <a:avLst/>
          </a:prstGeom>
          <a:noFill/>
          <a:ln w="1905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87" name="Text Box 35">
            <a:extLst>
              <a:ext uri="{FF2B5EF4-FFF2-40B4-BE49-F238E27FC236}">
                <a16:creationId xmlns:a16="http://schemas.microsoft.com/office/drawing/2014/main" id="{36F6B2C4-2983-E311-5C5B-5E0ED08D98F2}"/>
              </a:ext>
            </a:extLst>
          </p:cNvPr>
          <p:cNvSpPr txBox="1">
            <a:spLocks noChangeArrowheads="1"/>
          </p:cNvSpPr>
          <p:nvPr/>
        </p:nvSpPr>
        <p:spPr bwMode="auto">
          <a:xfrm>
            <a:off x="4489450" y="1951038"/>
            <a:ext cx="3562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rgbClr val="009900"/>
                </a:solidFill>
                <a:latin typeface="Times New Roman" panose="02020603050405020304" pitchFamily="18" charset="0"/>
                <a:ea typeface="宋体" panose="02010600030101010101" pitchFamily="2" charset="-122"/>
              </a:rPr>
              <a:t>0    1    2    3    4    5    6</a:t>
            </a:r>
            <a:endParaRPr kumimoji="1" lang="en-US" altLang="zh-CN" sz="2400">
              <a:latin typeface="Times New Roman" panose="02020603050405020304" pitchFamily="18" charset="0"/>
              <a:ea typeface="宋体" panose="02010600030101010101" pitchFamily="2" charset="-122"/>
            </a:endParaRPr>
          </a:p>
        </p:txBody>
      </p:sp>
      <p:sp>
        <p:nvSpPr>
          <p:cNvPr id="2" name="标题 1">
            <a:extLst>
              <a:ext uri="{FF2B5EF4-FFF2-40B4-BE49-F238E27FC236}">
                <a16:creationId xmlns:a16="http://schemas.microsoft.com/office/drawing/2014/main" id="{62C0D96B-32C1-422B-BCB6-F617F59AAE02}"/>
              </a:ext>
            </a:extLst>
          </p:cNvPr>
          <p:cNvSpPr>
            <a:spLocks noGrp="1"/>
          </p:cNvSpPr>
          <p:nvPr>
            <p:ph type="title"/>
          </p:nvPr>
        </p:nvSpPr>
        <p:spPr/>
        <p:txBody>
          <a:bodyPr/>
          <a:lstStyle/>
          <a:p>
            <a:r>
              <a:rPr lang="zh-CN" altLang="en-US" dirty="0"/>
              <a:t>双亲表示</a:t>
            </a:r>
          </a:p>
        </p:txBody>
      </p:sp>
      <p:sp>
        <p:nvSpPr>
          <p:cNvPr id="3" name="灯片编号占位符 2">
            <a:extLst>
              <a:ext uri="{FF2B5EF4-FFF2-40B4-BE49-F238E27FC236}">
                <a16:creationId xmlns:a16="http://schemas.microsoft.com/office/drawing/2014/main" id="{08D27702-716E-D8E5-700F-4239AFC2060C}"/>
              </a:ext>
            </a:extLst>
          </p:cNvPr>
          <p:cNvSpPr>
            <a:spLocks noGrp="1"/>
          </p:cNvSpPr>
          <p:nvPr>
            <p:ph type="sldNum" sz="quarter" idx="12"/>
          </p:nvPr>
        </p:nvSpPr>
        <p:spPr/>
        <p:txBody>
          <a:bodyPr/>
          <a:lstStyle/>
          <a:p>
            <a:pPr>
              <a:defRPr/>
            </a:pPr>
            <a:fld id="{6DFA40DF-1FC0-4A1B-B86F-E962D94EFA14}" type="slidenum">
              <a:rPr lang="en-US" altLang="zh-CN" smtClean="0"/>
              <a:pPr>
                <a:defRPr/>
              </a:pPr>
              <a:t>94</a:t>
            </a:fld>
            <a:endParaRPr lang="en-US" altLang="zh-CN"/>
          </a:p>
        </p:txBody>
      </p:sp>
      <p:sp>
        <p:nvSpPr>
          <p:cNvPr id="4" name="Rectangle 50">
            <a:extLst>
              <a:ext uri="{FF2B5EF4-FFF2-40B4-BE49-F238E27FC236}">
                <a16:creationId xmlns:a16="http://schemas.microsoft.com/office/drawing/2014/main" id="{63087DC6-1DDC-74FA-0C62-4FF7B2BE24F1}"/>
              </a:ext>
            </a:extLst>
          </p:cNvPr>
          <p:cNvSpPr txBox="1">
            <a:spLocks noChangeArrowheads="1"/>
          </p:cNvSpPr>
          <p:nvPr/>
        </p:nvSpPr>
        <p:spPr>
          <a:xfrm>
            <a:off x="755582" y="4619625"/>
            <a:ext cx="7812156" cy="1581150"/>
          </a:xfrm>
          <a:prstGeom prst="rect">
            <a:avLst/>
          </a:prstGeom>
        </p:spPr>
        <p:txBody>
          <a:bodyPr>
            <a:normAutofit fontScale="77500" lnSpcReduction="20000"/>
          </a:bodyPr>
          <a:lstStyle>
            <a:lvl1pPr marL="171450" indent="-171450" algn="l" defTabSz="685800" rtl="0" eaLnBrk="0" fontAlgn="base" hangingPunct="0">
              <a:lnSpc>
                <a:spcPct val="10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10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10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10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10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buClr>
                <a:srgbClr val="800080"/>
              </a:buClr>
              <a:buSzPct val="55000"/>
            </a:pPr>
            <a:r>
              <a:rPr lang="zh-CN" altLang="en-US" sz="3300" dirty="0"/>
              <a:t>树中结点的存放顺序一般不做特殊要求，但为了操作方便，有时也会规定结点的存放顺序。例如，可以规定按树的前序次序存放树中的各个结点，或规定按树的层次次序安排所有结点。 </a:t>
            </a:r>
          </a:p>
        </p:txBody>
      </p:sp>
    </p:spTree>
  </p:cSld>
  <p:clrMapOvr>
    <a:masterClrMapping/>
  </p:clrMapOvr>
  <p:transition>
    <p:split/>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6E6AD480-F61A-49E0-94D9-DD6175663B7E}"/>
              </a:ext>
            </a:extLst>
          </p:cNvPr>
          <p:cNvGrpSpPr/>
          <p:nvPr/>
        </p:nvGrpSpPr>
        <p:grpSpPr>
          <a:xfrm>
            <a:off x="554831" y="1556792"/>
            <a:ext cx="8034337" cy="4922837"/>
            <a:chOff x="598488" y="563563"/>
            <a:chExt cx="8034337" cy="4922837"/>
          </a:xfrm>
        </p:grpSpPr>
        <p:sp>
          <p:nvSpPr>
            <p:cNvPr id="101378" name="Line 2">
              <a:extLst>
                <a:ext uri="{FF2B5EF4-FFF2-40B4-BE49-F238E27FC236}">
                  <a16:creationId xmlns:a16="http://schemas.microsoft.com/office/drawing/2014/main" id="{C7B33FBE-D848-EEF4-BF6B-F20DE8377B2A}"/>
                </a:ext>
              </a:extLst>
            </p:cNvPr>
            <p:cNvSpPr>
              <a:spLocks noChangeShapeType="1"/>
            </p:cNvSpPr>
            <p:nvPr/>
          </p:nvSpPr>
          <p:spPr bwMode="auto">
            <a:xfrm>
              <a:off x="2759075" y="2438400"/>
              <a:ext cx="0" cy="533400"/>
            </a:xfrm>
            <a:prstGeom prst="line">
              <a:avLst/>
            </a:prstGeom>
            <a:noFill/>
            <a:ln w="19050">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379" name="Line 3">
              <a:extLst>
                <a:ext uri="{FF2B5EF4-FFF2-40B4-BE49-F238E27FC236}">
                  <a16:creationId xmlns:a16="http://schemas.microsoft.com/office/drawing/2014/main" id="{E7C6E35A-C6EE-589A-2E74-9AEFC0E29AC3}"/>
                </a:ext>
              </a:extLst>
            </p:cNvPr>
            <p:cNvSpPr>
              <a:spLocks noChangeShapeType="1"/>
            </p:cNvSpPr>
            <p:nvPr/>
          </p:nvSpPr>
          <p:spPr bwMode="auto">
            <a:xfrm>
              <a:off x="2225675" y="1600200"/>
              <a:ext cx="533400" cy="685800"/>
            </a:xfrm>
            <a:prstGeom prst="line">
              <a:avLst/>
            </a:prstGeom>
            <a:noFill/>
            <a:ln w="19050">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380" name="Line 4">
              <a:extLst>
                <a:ext uri="{FF2B5EF4-FFF2-40B4-BE49-F238E27FC236}">
                  <a16:creationId xmlns:a16="http://schemas.microsoft.com/office/drawing/2014/main" id="{BADE05F4-79A1-CC3C-F55B-B2311FE0F4AA}"/>
                </a:ext>
              </a:extLst>
            </p:cNvPr>
            <p:cNvSpPr>
              <a:spLocks noChangeShapeType="1"/>
            </p:cNvSpPr>
            <p:nvPr/>
          </p:nvSpPr>
          <p:spPr bwMode="auto">
            <a:xfrm>
              <a:off x="1463675" y="2438400"/>
              <a:ext cx="228600" cy="457200"/>
            </a:xfrm>
            <a:prstGeom prst="line">
              <a:avLst/>
            </a:prstGeom>
            <a:noFill/>
            <a:ln w="19050">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381" name="Line 5">
              <a:extLst>
                <a:ext uri="{FF2B5EF4-FFF2-40B4-BE49-F238E27FC236}">
                  <a16:creationId xmlns:a16="http://schemas.microsoft.com/office/drawing/2014/main" id="{F905B24C-E267-3D2D-5EC2-18313B5BCEFE}"/>
                </a:ext>
              </a:extLst>
            </p:cNvPr>
            <p:cNvSpPr>
              <a:spLocks noChangeShapeType="1"/>
            </p:cNvSpPr>
            <p:nvPr/>
          </p:nvSpPr>
          <p:spPr bwMode="auto">
            <a:xfrm flipH="1">
              <a:off x="1082675" y="2438400"/>
              <a:ext cx="228600" cy="533400"/>
            </a:xfrm>
            <a:prstGeom prst="line">
              <a:avLst/>
            </a:prstGeom>
            <a:noFill/>
            <a:ln w="19050">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382" name="Line 6">
              <a:extLst>
                <a:ext uri="{FF2B5EF4-FFF2-40B4-BE49-F238E27FC236}">
                  <a16:creationId xmlns:a16="http://schemas.microsoft.com/office/drawing/2014/main" id="{50E6EEDD-DB63-2D61-888C-3C4D6FC5B048}"/>
                </a:ext>
              </a:extLst>
            </p:cNvPr>
            <p:cNvSpPr>
              <a:spLocks noChangeShapeType="1"/>
            </p:cNvSpPr>
            <p:nvPr/>
          </p:nvSpPr>
          <p:spPr bwMode="auto">
            <a:xfrm flipH="1">
              <a:off x="1463675" y="1676400"/>
              <a:ext cx="457200" cy="457200"/>
            </a:xfrm>
            <a:prstGeom prst="line">
              <a:avLst/>
            </a:prstGeom>
            <a:noFill/>
            <a:ln w="19050">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383" name="Line 7">
              <a:extLst>
                <a:ext uri="{FF2B5EF4-FFF2-40B4-BE49-F238E27FC236}">
                  <a16:creationId xmlns:a16="http://schemas.microsoft.com/office/drawing/2014/main" id="{C290AE9D-9C81-BD97-28D0-F7A9C904EE85}"/>
                </a:ext>
              </a:extLst>
            </p:cNvPr>
            <p:cNvSpPr>
              <a:spLocks noChangeShapeType="1"/>
            </p:cNvSpPr>
            <p:nvPr/>
          </p:nvSpPr>
          <p:spPr bwMode="auto">
            <a:xfrm>
              <a:off x="2073275" y="1676400"/>
              <a:ext cx="0" cy="457200"/>
            </a:xfrm>
            <a:prstGeom prst="line">
              <a:avLst/>
            </a:prstGeom>
            <a:noFill/>
            <a:ln w="19050">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384" name="Oval 8">
              <a:extLst>
                <a:ext uri="{FF2B5EF4-FFF2-40B4-BE49-F238E27FC236}">
                  <a16:creationId xmlns:a16="http://schemas.microsoft.com/office/drawing/2014/main" id="{BF9D1A98-1599-5AB2-03C2-A1AA228E4D48}"/>
                </a:ext>
              </a:extLst>
            </p:cNvPr>
            <p:cNvSpPr>
              <a:spLocks noChangeArrowheads="1"/>
            </p:cNvSpPr>
            <p:nvPr/>
          </p:nvSpPr>
          <p:spPr bwMode="auto">
            <a:xfrm>
              <a:off x="1844675" y="1295400"/>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1385" name="Oval 9">
              <a:extLst>
                <a:ext uri="{FF2B5EF4-FFF2-40B4-BE49-F238E27FC236}">
                  <a16:creationId xmlns:a16="http://schemas.microsoft.com/office/drawing/2014/main" id="{F00531B2-4565-40FF-1347-F0C7A503FE76}"/>
                </a:ext>
              </a:extLst>
            </p:cNvPr>
            <p:cNvSpPr>
              <a:spLocks noChangeArrowheads="1"/>
            </p:cNvSpPr>
            <p:nvPr/>
          </p:nvSpPr>
          <p:spPr bwMode="auto">
            <a:xfrm>
              <a:off x="1844675" y="2057400"/>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1386" name="Oval 10">
              <a:extLst>
                <a:ext uri="{FF2B5EF4-FFF2-40B4-BE49-F238E27FC236}">
                  <a16:creationId xmlns:a16="http://schemas.microsoft.com/office/drawing/2014/main" id="{62B74C0F-9299-DBAD-1047-47D9854F0728}"/>
                </a:ext>
              </a:extLst>
            </p:cNvPr>
            <p:cNvSpPr>
              <a:spLocks noChangeArrowheads="1"/>
            </p:cNvSpPr>
            <p:nvPr/>
          </p:nvSpPr>
          <p:spPr bwMode="auto">
            <a:xfrm>
              <a:off x="1463675" y="2819400"/>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1387" name="Oval 11">
              <a:extLst>
                <a:ext uri="{FF2B5EF4-FFF2-40B4-BE49-F238E27FC236}">
                  <a16:creationId xmlns:a16="http://schemas.microsoft.com/office/drawing/2014/main" id="{9F0BBCC3-72C4-17EC-D683-E097692170FF}"/>
                </a:ext>
              </a:extLst>
            </p:cNvPr>
            <p:cNvSpPr>
              <a:spLocks noChangeArrowheads="1"/>
            </p:cNvSpPr>
            <p:nvPr/>
          </p:nvSpPr>
          <p:spPr bwMode="auto">
            <a:xfrm>
              <a:off x="854075" y="2819400"/>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1388" name="Oval 12">
              <a:extLst>
                <a:ext uri="{FF2B5EF4-FFF2-40B4-BE49-F238E27FC236}">
                  <a16:creationId xmlns:a16="http://schemas.microsoft.com/office/drawing/2014/main" id="{0C36C93F-EF2E-6B1D-FE62-5DF3534CFC3A}"/>
                </a:ext>
              </a:extLst>
            </p:cNvPr>
            <p:cNvSpPr>
              <a:spLocks noChangeArrowheads="1"/>
            </p:cNvSpPr>
            <p:nvPr/>
          </p:nvSpPr>
          <p:spPr bwMode="auto">
            <a:xfrm>
              <a:off x="1158875" y="2057400"/>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1389" name="Oval 13">
              <a:extLst>
                <a:ext uri="{FF2B5EF4-FFF2-40B4-BE49-F238E27FC236}">
                  <a16:creationId xmlns:a16="http://schemas.microsoft.com/office/drawing/2014/main" id="{D78CD5A4-D35B-AB15-3F56-82C5DF62B584}"/>
                </a:ext>
              </a:extLst>
            </p:cNvPr>
            <p:cNvSpPr>
              <a:spLocks noChangeArrowheads="1"/>
            </p:cNvSpPr>
            <p:nvPr/>
          </p:nvSpPr>
          <p:spPr bwMode="auto">
            <a:xfrm>
              <a:off x="2530475" y="2057400"/>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1390" name="Oval 14">
              <a:extLst>
                <a:ext uri="{FF2B5EF4-FFF2-40B4-BE49-F238E27FC236}">
                  <a16:creationId xmlns:a16="http://schemas.microsoft.com/office/drawing/2014/main" id="{9AAC6C8A-B791-8F39-2864-A49F32F18B2D}"/>
                </a:ext>
              </a:extLst>
            </p:cNvPr>
            <p:cNvSpPr>
              <a:spLocks noChangeArrowheads="1"/>
            </p:cNvSpPr>
            <p:nvPr/>
          </p:nvSpPr>
          <p:spPr bwMode="auto">
            <a:xfrm>
              <a:off x="2530475" y="2819400"/>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1391" name="Text Box 15">
              <a:extLst>
                <a:ext uri="{FF2B5EF4-FFF2-40B4-BE49-F238E27FC236}">
                  <a16:creationId xmlns:a16="http://schemas.microsoft.com/office/drawing/2014/main" id="{BEC960FC-7E2D-FC26-E5D8-C6069E4E423B}"/>
                </a:ext>
              </a:extLst>
            </p:cNvPr>
            <p:cNvSpPr txBox="1">
              <a:spLocks noChangeArrowheads="1"/>
            </p:cNvSpPr>
            <p:nvPr/>
          </p:nvSpPr>
          <p:spPr bwMode="auto">
            <a:xfrm>
              <a:off x="1860550" y="12334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101392" name="Text Box 16">
              <a:extLst>
                <a:ext uri="{FF2B5EF4-FFF2-40B4-BE49-F238E27FC236}">
                  <a16:creationId xmlns:a16="http://schemas.microsoft.com/office/drawing/2014/main" id="{8DABD945-F47B-4FA5-1437-A58FD6BFD4A9}"/>
                </a:ext>
              </a:extLst>
            </p:cNvPr>
            <p:cNvSpPr txBox="1">
              <a:spLocks noChangeArrowheads="1"/>
            </p:cNvSpPr>
            <p:nvPr/>
          </p:nvSpPr>
          <p:spPr bwMode="auto">
            <a:xfrm>
              <a:off x="1184275" y="1995488"/>
              <a:ext cx="420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101393" name="Text Box 17">
              <a:extLst>
                <a:ext uri="{FF2B5EF4-FFF2-40B4-BE49-F238E27FC236}">
                  <a16:creationId xmlns:a16="http://schemas.microsoft.com/office/drawing/2014/main" id="{8F344A3E-1F93-A7DC-72AE-627A8FE979E2}"/>
                </a:ext>
              </a:extLst>
            </p:cNvPr>
            <p:cNvSpPr txBox="1">
              <a:spLocks noChangeArrowheads="1"/>
            </p:cNvSpPr>
            <p:nvPr/>
          </p:nvSpPr>
          <p:spPr bwMode="auto">
            <a:xfrm>
              <a:off x="1860550" y="19954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101394" name="Text Box 18">
              <a:extLst>
                <a:ext uri="{FF2B5EF4-FFF2-40B4-BE49-F238E27FC236}">
                  <a16:creationId xmlns:a16="http://schemas.microsoft.com/office/drawing/2014/main" id="{01AEEF48-D6E0-3A8A-4727-46F03D7165DD}"/>
                </a:ext>
              </a:extLst>
            </p:cNvPr>
            <p:cNvSpPr txBox="1">
              <a:spLocks noChangeArrowheads="1"/>
            </p:cNvSpPr>
            <p:nvPr/>
          </p:nvSpPr>
          <p:spPr bwMode="auto">
            <a:xfrm>
              <a:off x="2606675" y="19954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101395" name="Text Box 19">
              <a:extLst>
                <a:ext uri="{FF2B5EF4-FFF2-40B4-BE49-F238E27FC236}">
                  <a16:creationId xmlns:a16="http://schemas.microsoft.com/office/drawing/2014/main" id="{2A839C9A-F8BA-4107-932C-9C5680D88B75}"/>
                </a:ext>
              </a:extLst>
            </p:cNvPr>
            <p:cNvSpPr txBox="1">
              <a:spLocks noChangeArrowheads="1"/>
            </p:cNvSpPr>
            <p:nvPr/>
          </p:nvSpPr>
          <p:spPr bwMode="auto">
            <a:xfrm>
              <a:off x="879475" y="2757488"/>
              <a:ext cx="420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101396" name="Text Box 20">
              <a:extLst>
                <a:ext uri="{FF2B5EF4-FFF2-40B4-BE49-F238E27FC236}">
                  <a16:creationId xmlns:a16="http://schemas.microsoft.com/office/drawing/2014/main" id="{E39E6CE9-0B56-1FEB-D134-93A404DC25CE}"/>
                </a:ext>
              </a:extLst>
            </p:cNvPr>
            <p:cNvSpPr txBox="1">
              <a:spLocks noChangeArrowheads="1"/>
            </p:cNvSpPr>
            <p:nvPr/>
          </p:nvSpPr>
          <p:spPr bwMode="auto">
            <a:xfrm>
              <a:off x="1498600" y="2757488"/>
              <a:ext cx="4016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101397" name="Text Box 21">
              <a:extLst>
                <a:ext uri="{FF2B5EF4-FFF2-40B4-BE49-F238E27FC236}">
                  <a16:creationId xmlns:a16="http://schemas.microsoft.com/office/drawing/2014/main" id="{DE08B3DD-10C0-C97B-C7F8-20524BF2C076}"/>
                </a:ext>
              </a:extLst>
            </p:cNvPr>
            <p:cNvSpPr txBox="1">
              <a:spLocks noChangeArrowheads="1"/>
            </p:cNvSpPr>
            <p:nvPr/>
          </p:nvSpPr>
          <p:spPr bwMode="auto">
            <a:xfrm>
              <a:off x="2536825" y="2757488"/>
              <a:ext cx="4603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G</a:t>
              </a:r>
              <a:endParaRPr kumimoji="1" lang="en-US" altLang="zh-CN" sz="2400">
                <a:latin typeface="Times New Roman" panose="02020603050405020304" pitchFamily="18" charset="0"/>
                <a:ea typeface="宋体" panose="02010600030101010101" pitchFamily="2" charset="-122"/>
              </a:endParaRPr>
            </a:p>
          </p:txBody>
        </p:sp>
        <p:sp>
          <p:nvSpPr>
            <p:cNvPr id="443414" name="Text Box 22">
              <a:extLst>
                <a:ext uri="{FF2B5EF4-FFF2-40B4-BE49-F238E27FC236}">
                  <a16:creationId xmlns:a16="http://schemas.microsoft.com/office/drawing/2014/main" id="{5A46893D-3A7B-3140-C977-EBF0544FF1CA}"/>
                </a:ext>
              </a:extLst>
            </p:cNvPr>
            <p:cNvSpPr txBox="1">
              <a:spLocks noChangeArrowheads="1"/>
            </p:cNvSpPr>
            <p:nvPr/>
          </p:nvSpPr>
          <p:spPr bwMode="auto">
            <a:xfrm>
              <a:off x="1087265" y="4267200"/>
              <a:ext cx="7200800" cy="584775"/>
            </a:xfrm>
            <a:prstGeom prst="rect">
              <a:avLst/>
            </a:prstGeom>
            <a:noFill/>
            <a:ln w="9525">
              <a:noFill/>
              <a:miter lim="800000"/>
              <a:headEnd/>
              <a:tailEnd/>
            </a:ln>
            <a:effectLst/>
          </p:spPr>
          <p:txBody>
            <a:bodyPr wrap="square">
              <a:spAutoFit/>
            </a:bodyPr>
            <a:lstStyle/>
            <a:p>
              <a:pPr eaLnBrk="1" fontAlgn="auto" hangingPunct="1">
                <a:spcBef>
                  <a:spcPct val="50000"/>
                </a:spcBef>
                <a:spcAft>
                  <a:spcPts val="0"/>
                </a:spcAft>
                <a:defRPr/>
              </a:pPr>
              <a:r>
                <a:rPr lang="zh-CN" altLang="en-US" sz="3200" dirty="0">
                  <a:solidFill>
                    <a:srgbClr val="000099"/>
                  </a:solidFill>
                  <a:effectLst>
                    <a:outerShdw blurRad="38100" dist="38100" dir="2700000" algn="tl">
                      <a:srgbClr val="C0C0C0"/>
                    </a:outerShdw>
                  </a:effectLst>
                  <a:latin typeface="Times New Roman" charset="0"/>
                  <a:ea typeface="隶书" pitchFamily="49" charset="-122"/>
                </a:rPr>
                <a:t>等数量的孩子指针，要么浪费要么不够</a:t>
              </a:r>
              <a:endParaRPr lang="zh-CN" altLang="en-US" sz="2100" dirty="0">
                <a:latin typeface="Times New Roman" charset="0"/>
                <a:ea typeface="+mn-ea"/>
              </a:endParaRPr>
            </a:p>
          </p:txBody>
        </p:sp>
        <p:sp>
          <p:nvSpPr>
            <p:cNvPr id="101399" name="Rectangle 23">
              <a:extLst>
                <a:ext uri="{FF2B5EF4-FFF2-40B4-BE49-F238E27FC236}">
                  <a16:creationId xmlns:a16="http://schemas.microsoft.com/office/drawing/2014/main" id="{CE0A8AFA-FCC2-EB5E-BEBC-543FBE73A554}"/>
                </a:ext>
              </a:extLst>
            </p:cNvPr>
            <p:cNvSpPr>
              <a:spLocks noChangeArrowheads="1"/>
            </p:cNvSpPr>
            <p:nvPr/>
          </p:nvSpPr>
          <p:spPr bwMode="auto">
            <a:xfrm>
              <a:off x="1104900" y="4953000"/>
              <a:ext cx="7048500" cy="533400"/>
            </a:xfrm>
            <a:prstGeom prst="rect">
              <a:avLst/>
            </a:prstGeom>
            <a:solidFill>
              <a:srgbClr val="FFFFCC"/>
            </a:solidFill>
            <a:ln w="19050">
              <a:solidFill>
                <a:srgbClr val="FF0000"/>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2800" i="1">
                  <a:latin typeface="Times New Roman" panose="02020603050405020304" pitchFamily="18" charset="0"/>
                  <a:ea typeface="黑体" panose="02010609060101010101" pitchFamily="49" charset="-122"/>
                </a:rPr>
                <a:t> </a:t>
              </a:r>
              <a:r>
                <a:rPr lang="en-US" altLang="zh-CN" sz="2800">
                  <a:solidFill>
                    <a:schemeClr val="accent2"/>
                  </a:solidFill>
                  <a:latin typeface="Times New Roman" panose="02020603050405020304" pitchFamily="18" charset="0"/>
                  <a:ea typeface="黑体" panose="02010609060101010101" pitchFamily="49" charset="-122"/>
                </a:rPr>
                <a:t>data</a:t>
              </a:r>
              <a:r>
                <a:rPr lang="en-US" altLang="zh-CN" sz="2800">
                  <a:latin typeface="Times New Roman" panose="02020603050405020304" pitchFamily="18" charset="0"/>
                  <a:ea typeface="黑体" panose="02010609060101010101" pitchFamily="49" charset="-122"/>
                </a:rPr>
                <a:t> </a:t>
              </a:r>
            </a:p>
          </p:txBody>
        </p:sp>
        <p:sp>
          <p:nvSpPr>
            <p:cNvPr id="101400" name="Text Box 24">
              <a:extLst>
                <a:ext uri="{FF2B5EF4-FFF2-40B4-BE49-F238E27FC236}">
                  <a16:creationId xmlns:a16="http://schemas.microsoft.com/office/drawing/2014/main" id="{623327B2-9692-0AA9-4ED0-852D1E682119}"/>
                </a:ext>
              </a:extLst>
            </p:cNvPr>
            <p:cNvSpPr txBox="1">
              <a:spLocks noChangeArrowheads="1"/>
            </p:cNvSpPr>
            <p:nvPr/>
          </p:nvSpPr>
          <p:spPr bwMode="auto">
            <a:xfrm>
              <a:off x="2193925" y="4967288"/>
              <a:ext cx="10826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accent2"/>
                  </a:solidFill>
                  <a:latin typeface="Times New Roman" panose="02020603050405020304" pitchFamily="18" charset="0"/>
                  <a:ea typeface="黑体" panose="02010609060101010101" pitchFamily="49" charset="-122"/>
                </a:rPr>
                <a:t>child</a:t>
              </a:r>
              <a:r>
                <a:rPr kumimoji="1" lang="en-US" altLang="zh-CN" sz="2800" b="1" baseline="-25000">
                  <a:solidFill>
                    <a:schemeClr val="accent2"/>
                  </a:solidFill>
                  <a:latin typeface="Times New Roman" panose="02020603050405020304" pitchFamily="18" charset="0"/>
                  <a:ea typeface="黑体" panose="02010609060101010101" pitchFamily="49" charset="-122"/>
                </a:rPr>
                <a:t>1</a:t>
              </a:r>
              <a:endParaRPr kumimoji="1" lang="en-US" altLang="zh-CN" sz="2400">
                <a:latin typeface="Arial" panose="020B0604020202020204" pitchFamily="34" charset="0"/>
                <a:ea typeface="黑体" panose="02010609060101010101" pitchFamily="49" charset="-122"/>
              </a:endParaRPr>
            </a:p>
          </p:txBody>
        </p:sp>
        <p:sp>
          <p:nvSpPr>
            <p:cNvPr id="101401" name="Line 25">
              <a:extLst>
                <a:ext uri="{FF2B5EF4-FFF2-40B4-BE49-F238E27FC236}">
                  <a16:creationId xmlns:a16="http://schemas.microsoft.com/office/drawing/2014/main" id="{6C6062F1-349D-F0AF-A8B8-FA2B1D90EE87}"/>
                </a:ext>
              </a:extLst>
            </p:cNvPr>
            <p:cNvSpPr>
              <a:spLocks noChangeShapeType="1"/>
            </p:cNvSpPr>
            <p:nvPr/>
          </p:nvSpPr>
          <p:spPr bwMode="auto">
            <a:xfrm>
              <a:off x="2133600" y="4953000"/>
              <a:ext cx="0" cy="5334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02" name="Line 26">
              <a:extLst>
                <a:ext uri="{FF2B5EF4-FFF2-40B4-BE49-F238E27FC236}">
                  <a16:creationId xmlns:a16="http://schemas.microsoft.com/office/drawing/2014/main" id="{BDB19797-8968-458A-7873-4567842AE58F}"/>
                </a:ext>
              </a:extLst>
            </p:cNvPr>
            <p:cNvSpPr>
              <a:spLocks noChangeShapeType="1"/>
            </p:cNvSpPr>
            <p:nvPr/>
          </p:nvSpPr>
          <p:spPr bwMode="auto">
            <a:xfrm>
              <a:off x="3276600" y="4953000"/>
              <a:ext cx="0" cy="5334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03" name="Line 27">
              <a:extLst>
                <a:ext uri="{FF2B5EF4-FFF2-40B4-BE49-F238E27FC236}">
                  <a16:creationId xmlns:a16="http://schemas.microsoft.com/office/drawing/2014/main" id="{07A9D4D3-6DFE-B9D8-B22A-A0BC3BF85603}"/>
                </a:ext>
              </a:extLst>
            </p:cNvPr>
            <p:cNvSpPr>
              <a:spLocks noChangeShapeType="1"/>
            </p:cNvSpPr>
            <p:nvPr/>
          </p:nvSpPr>
          <p:spPr bwMode="auto">
            <a:xfrm>
              <a:off x="6934200" y="4953000"/>
              <a:ext cx="0" cy="5334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04" name="Text Box 28">
              <a:extLst>
                <a:ext uri="{FF2B5EF4-FFF2-40B4-BE49-F238E27FC236}">
                  <a16:creationId xmlns:a16="http://schemas.microsoft.com/office/drawing/2014/main" id="{30A7E62A-9395-CA9E-C01F-51DD0755902E}"/>
                </a:ext>
              </a:extLst>
            </p:cNvPr>
            <p:cNvSpPr txBox="1">
              <a:spLocks noChangeArrowheads="1"/>
            </p:cNvSpPr>
            <p:nvPr/>
          </p:nvSpPr>
          <p:spPr bwMode="auto">
            <a:xfrm>
              <a:off x="3352800" y="4967288"/>
              <a:ext cx="1055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accent2"/>
                  </a:solidFill>
                  <a:latin typeface="Times New Roman" panose="02020603050405020304" pitchFamily="18" charset="0"/>
                  <a:ea typeface="黑体" panose="02010609060101010101" pitchFamily="49" charset="-122"/>
                </a:rPr>
                <a:t>child</a:t>
              </a:r>
              <a:r>
                <a:rPr kumimoji="1" lang="en-US" altLang="zh-CN" sz="2800" b="1" baseline="-25000">
                  <a:solidFill>
                    <a:schemeClr val="accent2"/>
                  </a:solidFill>
                  <a:latin typeface="Times New Roman" panose="02020603050405020304" pitchFamily="18" charset="0"/>
                  <a:ea typeface="黑体" panose="02010609060101010101" pitchFamily="49" charset="-122"/>
                </a:rPr>
                <a:t>2</a:t>
              </a:r>
              <a:endParaRPr kumimoji="1" lang="en-US" altLang="zh-CN" sz="2400">
                <a:solidFill>
                  <a:schemeClr val="accent2"/>
                </a:solidFill>
                <a:latin typeface="Arial" panose="020B0604020202020204" pitchFamily="34" charset="0"/>
                <a:ea typeface="黑体" panose="02010609060101010101" pitchFamily="49" charset="-122"/>
              </a:endParaRPr>
            </a:p>
          </p:txBody>
        </p:sp>
        <p:sp>
          <p:nvSpPr>
            <p:cNvPr id="101405" name="Text Box 29">
              <a:extLst>
                <a:ext uri="{FF2B5EF4-FFF2-40B4-BE49-F238E27FC236}">
                  <a16:creationId xmlns:a16="http://schemas.microsoft.com/office/drawing/2014/main" id="{A1D155F9-ACAA-0D60-D40C-0B043AF611B0}"/>
                </a:ext>
              </a:extLst>
            </p:cNvPr>
            <p:cNvSpPr txBox="1">
              <a:spLocks noChangeArrowheads="1"/>
            </p:cNvSpPr>
            <p:nvPr/>
          </p:nvSpPr>
          <p:spPr bwMode="auto">
            <a:xfrm>
              <a:off x="4495800" y="4967288"/>
              <a:ext cx="1055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accent2"/>
                  </a:solidFill>
                  <a:latin typeface="Times New Roman" panose="02020603050405020304" pitchFamily="18" charset="0"/>
                  <a:ea typeface="黑体" panose="02010609060101010101" pitchFamily="49" charset="-122"/>
                </a:rPr>
                <a:t>child</a:t>
              </a:r>
              <a:r>
                <a:rPr kumimoji="1" lang="en-US" altLang="zh-CN" sz="2800" b="1" baseline="-25000">
                  <a:solidFill>
                    <a:schemeClr val="accent2"/>
                  </a:solidFill>
                  <a:latin typeface="Times New Roman" panose="02020603050405020304" pitchFamily="18" charset="0"/>
                  <a:ea typeface="黑体" panose="02010609060101010101" pitchFamily="49" charset="-122"/>
                </a:rPr>
                <a:t>3</a:t>
              </a:r>
              <a:endParaRPr kumimoji="1" lang="en-US" altLang="zh-CN" sz="2400">
                <a:solidFill>
                  <a:schemeClr val="accent2"/>
                </a:solidFill>
                <a:latin typeface="Arial" panose="020B0604020202020204" pitchFamily="34" charset="0"/>
                <a:ea typeface="黑体" panose="02010609060101010101" pitchFamily="49" charset="-122"/>
              </a:endParaRPr>
            </a:p>
          </p:txBody>
        </p:sp>
        <p:sp>
          <p:nvSpPr>
            <p:cNvPr id="101406" name="Line 30">
              <a:extLst>
                <a:ext uri="{FF2B5EF4-FFF2-40B4-BE49-F238E27FC236}">
                  <a16:creationId xmlns:a16="http://schemas.microsoft.com/office/drawing/2014/main" id="{CA0E20D2-3B45-CF2A-7A99-81616D863FFC}"/>
                </a:ext>
              </a:extLst>
            </p:cNvPr>
            <p:cNvSpPr>
              <a:spLocks noChangeShapeType="1"/>
            </p:cNvSpPr>
            <p:nvPr/>
          </p:nvSpPr>
          <p:spPr bwMode="auto">
            <a:xfrm>
              <a:off x="5943600" y="5257800"/>
              <a:ext cx="762000" cy="0"/>
            </a:xfrm>
            <a:prstGeom prst="line">
              <a:avLst/>
            </a:prstGeom>
            <a:noFill/>
            <a:ln w="76200">
              <a:solidFill>
                <a:schemeClr val="accent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07" name="Text Box 31">
              <a:extLst>
                <a:ext uri="{FF2B5EF4-FFF2-40B4-BE49-F238E27FC236}">
                  <a16:creationId xmlns:a16="http://schemas.microsoft.com/office/drawing/2014/main" id="{1C6DBDA2-83D5-FFCC-1EC7-AF13089B14A7}"/>
                </a:ext>
              </a:extLst>
            </p:cNvPr>
            <p:cNvSpPr txBox="1">
              <a:spLocks noChangeArrowheads="1"/>
            </p:cNvSpPr>
            <p:nvPr/>
          </p:nvSpPr>
          <p:spPr bwMode="auto">
            <a:xfrm>
              <a:off x="7010400" y="4967288"/>
              <a:ext cx="1055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accent2"/>
                  </a:solidFill>
                  <a:latin typeface="Times New Roman" panose="02020603050405020304" pitchFamily="18" charset="0"/>
                  <a:ea typeface="黑体" panose="02010609060101010101" pitchFamily="49" charset="-122"/>
                </a:rPr>
                <a:t>child</a:t>
              </a:r>
              <a:r>
                <a:rPr kumimoji="1" lang="en-US" altLang="zh-CN" sz="2800" b="1" i="1" baseline="-25000">
                  <a:solidFill>
                    <a:schemeClr val="accent2"/>
                  </a:solidFill>
                  <a:latin typeface="Times New Roman" panose="02020603050405020304" pitchFamily="18" charset="0"/>
                  <a:ea typeface="黑体" panose="02010609060101010101" pitchFamily="49" charset="-122"/>
                </a:rPr>
                <a:t>d</a:t>
              </a:r>
              <a:endParaRPr kumimoji="1" lang="en-US" altLang="zh-CN" sz="2400">
                <a:solidFill>
                  <a:schemeClr val="accent2"/>
                </a:solidFill>
                <a:latin typeface="Arial" panose="020B0604020202020204" pitchFamily="34" charset="0"/>
                <a:ea typeface="黑体" panose="02010609060101010101" pitchFamily="49" charset="-122"/>
              </a:endParaRPr>
            </a:p>
          </p:txBody>
        </p:sp>
        <p:sp>
          <p:nvSpPr>
            <p:cNvPr id="101408" name="Line 32">
              <a:extLst>
                <a:ext uri="{FF2B5EF4-FFF2-40B4-BE49-F238E27FC236}">
                  <a16:creationId xmlns:a16="http://schemas.microsoft.com/office/drawing/2014/main" id="{89070D51-D4F5-6A46-4203-E9B991CFB5D9}"/>
                </a:ext>
              </a:extLst>
            </p:cNvPr>
            <p:cNvSpPr>
              <a:spLocks noChangeShapeType="1"/>
            </p:cNvSpPr>
            <p:nvPr/>
          </p:nvSpPr>
          <p:spPr bwMode="auto">
            <a:xfrm>
              <a:off x="4419600" y="4953000"/>
              <a:ext cx="0" cy="5334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09" name="Line 33">
              <a:extLst>
                <a:ext uri="{FF2B5EF4-FFF2-40B4-BE49-F238E27FC236}">
                  <a16:creationId xmlns:a16="http://schemas.microsoft.com/office/drawing/2014/main" id="{361FF80F-E80D-4B00-E51D-89D4E24383F6}"/>
                </a:ext>
              </a:extLst>
            </p:cNvPr>
            <p:cNvSpPr>
              <a:spLocks noChangeShapeType="1"/>
            </p:cNvSpPr>
            <p:nvPr/>
          </p:nvSpPr>
          <p:spPr bwMode="auto">
            <a:xfrm>
              <a:off x="5638800" y="4953000"/>
              <a:ext cx="0" cy="5334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10" name="Rectangle 34">
              <a:extLst>
                <a:ext uri="{FF2B5EF4-FFF2-40B4-BE49-F238E27FC236}">
                  <a16:creationId xmlns:a16="http://schemas.microsoft.com/office/drawing/2014/main" id="{610F80A0-3600-B216-56FC-32E934E87C55}"/>
                </a:ext>
              </a:extLst>
            </p:cNvPr>
            <p:cNvSpPr>
              <a:spLocks noChangeArrowheads="1"/>
            </p:cNvSpPr>
            <p:nvPr/>
          </p:nvSpPr>
          <p:spPr bwMode="auto">
            <a:xfrm>
              <a:off x="5181600" y="944563"/>
              <a:ext cx="1600200" cy="457200"/>
            </a:xfrm>
            <a:prstGeom prst="rect">
              <a:avLst/>
            </a:prstGeom>
            <a:solidFill>
              <a:srgbClr val="FFFFFF"/>
            </a:solidFill>
            <a:ln w="19050">
              <a:solidFill>
                <a:srgbClr val="009900"/>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1411" name="Line 35">
              <a:extLst>
                <a:ext uri="{FF2B5EF4-FFF2-40B4-BE49-F238E27FC236}">
                  <a16:creationId xmlns:a16="http://schemas.microsoft.com/office/drawing/2014/main" id="{4D8D9DE5-F204-9776-0B60-6EA4994668EF}"/>
                </a:ext>
              </a:extLst>
            </p:cNvPr>
            <p:cNvSpPr>
              <a:spLocks noChangeShapeType="1"/>
            </p:cNvSpPr>
            <p:nvPr/>
          </p:nvSpPr>
          <p:spPr bwMode="auto">
            <a:xfrm>
              <a:off x="6019800" y="944563"/>
              <a:ext cx="0" cy="4572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12" name="Line 36">
              <a:extLst>
                <a:ext uri="{FF2B5EF4-FFF2-40B4-BE49-F238E27FC236}">
                  <a16:creationId xmlns:a16="http://schemas.microsoft.com/office/drawing/2014/main" id="{628709F9-3838-4107-4B6A-BD1DC6676FE5}"/>
                </a:ext>
              </a:extLst>
            </p:cNvPr>
            <p:cNvSpPr>
              <a:spLocks noChangeShapeType="1"/>
            </p:cNvSpPr>
            <p:nvPr/>
          </p:nvSpPr>
          <p:spPr bwMode="auto">
            <a:xfrm>
              <a:off x="5638800" y="944563"/>
              <a:ext cx="0" cy="4572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13" name="Line 37">
              <a:extLst>
                <a:ext uri="{FF2B5EF4-FFF2-40B4-BE49-F238E27FC236}">
                  <a16:creationId xmlns:a16="http://schemas.microsoft.com/office/drawing/2014/main" id="{43382B89-F701-E8C7-8EC6-DFF90F30ADE8}"/>
                </a:ext>
              </a:extLst>
            </p:cNvPr>
            <p:cNvSpPr>
              <a:spLocks noChangeShapeType="1"/>
            </p:cNvSpPr>
            <p:nvPr/>
          </p:nvSpPr>
          <p:spPr bwMode="auto">
            <a:xfrm>
              <a:off x="6400800" y="944563"/>
              <a:ext cx="0" cy="4572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14" name="Rectangle 38">
              <a:extLst>
                <a:ext uri="{FF2B5EF4-FFF2-40B4-BE49-F238E27FC236}">
                  <a16:creationId xmlns:a16="http://schemas.microsoft.com/office/drawing/2014/main" id="{6EB5B2AF-CE52-DD2A-27CF-87BDC263206D}"/>
                </a:ext>
              </a:extLst>
            </p:cNvPr>
            <p:cNvSpPr>
              <a:spLocks noChangeArrowheads="1"/>
            </p:cNvSpPr>
            <p:nvPr/>
          </p:nvSpPr>
          <p:spPr bwMode="auto">
            <a:xfrm>
              <a:off x="7010400" y="2163763"/>
              <a:ext cx="1600200" cy="457200"/>
            </a:xfrm>
            <a:prstGeom prst="rect">
              <a:avLst/>
            </a:prstGeom>
            <a:solidFill>
              <a:srgbClr val="FFFFFF"/>
            </a:solidFill>
            <a:ln w="19050">
              <a:solidFill>
                <a:srgbClr val="009900"/>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1415" name="Line 39">
              <a:extLst>
                <a:ext uri="{FF2B5EF4-FFF2-40B4-BE49-F238E27FC236}">
                  <a16:creationId xmlns:a16="http://schemas.microsoft.com/office/drawing/2014/main" id="{E05F5DB7-1F35-ABBA-8A64-1B19BC38E971}"/>
                </a:ext>
              </a:extLst>
            </p:cNvPr>
            <p:cNvSpPr>
              <a:spLocks noChangeShapeType="1"/>
            </p:cNvSpPr>
            <p:nvPr/>
          </p:nvSpPr>
          <p:spPr bwMode="auto">
            <a:xfrm>
              <a:off x="7467600" y="2163763"/>
              <a:ext cx="0" cy="4572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16" name="Line 40">
              <a:extLst>
                <a:ext uri="{FF2B5EF4-FFF2-40B4-BE49-F238E27FC236}">
                  <a16:creationId xmlns:a16="http://schemas.microsoft.com/office/drawing/2014/main" id="{F5E03AFF-3092-37EA-EAB6-AF7F0EAC0694}"/>
                </a:ext>
              </a:extLst>
            </p:cNvPr>
            <p:cNvSpPr>
              <a:spLocks noChangeShapeType="1"/>
            </p:cNvSpPr>
            <p:nvPr/>
          </p:nvSpPr>
          <p:spPr bwMode="auto">
            <a:xfrm>
              <a:off x="8229600" y="2163763"/>
              <a:ext cx="0" cy="4572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17" name="Rectangle 41">
              <a:extLst>
                <a:ext uri="{FF2B5EF4-FFF2-40B4-BE49-F238E27FC236}">
                  <a16:creationId xmlns:a16="http://schemas.microsoft.com/office/drawing/2014/main" id="{0AB719D1-5468-D1F6-3750-3287D2EAF07C}"/>
                </a:ext>
              </a:extLst>
            </p:cNvPr>
            <p:cNvSpPr>
              <a:spLocks noChangeArrowheads="1"/>
            </p:cNvSpPr>
            <p:nvPr/>
          </p:nvSpPr>
          <p:spPr bwMode="auto">
            <a:xfrm>
              <a:off x="7010400" y="3306763"/>
              <a:ext cx="1600200" cy="457200"/>
            </a:xfrm>
            <a:prstGeom prst="rect">
              <a:avLst/>
            </a:prstGeom>
            <a:solidFill>
              <a:srgbClr val="FFFFFF"/>
            </a:solidFill>
            <a:ln w="19050">
              <a:solidFill>
                <a:srgbClr val="009900"/>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1418" name="Line 42">
              <a:extLst>
                <a:ext uri="{FF2B5EF4-FFF2-40B4-BE49-F238E27FC236}">
                  <a16:creationId xmlns:a16="http://schemas.microsoft.com/office/drawing/2014/main" id="{24EC2FD7-453C-4136-FE3F-5B65E811D1F6}"/>
                </a:ext>
              </a:extLst>
            </p:cNvPr>
            <p:cNvSpPr>
              <a:spLocks noChangeShapeType="1"/>
            </p:cNvSpPr>
            <p:nvPr/>
          </p:nvSpPr>
          <p:spPr bwMode="auto">
            <a:xfrm>
              <a:off x="7467600" y="3306763"/>
              <a:ext cx="0" cy="4572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19" name="Line 43">
              <a:extLst>
                <a:ext uri="{FF2B5EF4-FFF2-40B4-BE49-F238E27FC236}">
                  <a16:creationId xmlns:a16="http://schemas.microsoft.com/office/drawing/2014/main" id="{568C7117-8112-C573-9966-C67120DF6232}"/>
                </a:ext>
              </a:extLst>
            </p:cNvPr>
            <p:cNvSpPr>
              <a:spLocks noChangeShapeType="1"/>
            </p:cNvSpPr>
            <p:nvPr/>
          </p:nvSpPr>
          <p:spPr bwMode="auto">
            <a:xfrm>
              <a:off x="8229600" y="3306763"/>
              <a:ext cx="0" cy="4572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20" name="Line 44">
              <a:extLst>
                <a:ext uri="{FF2B5EF4-FFF2-40B4-BE49-F238E27FC236}">
                  <a16:creationId xmlns:a16="http://schemas.microsoft.com/office/drawing/2014/main" id="{D372F72F-42F8-7A13-220E-A37B903FFDB0}"/>
                </a:ext>
              </a:extLst>
            </p:cNvPr>
            <p:cNvSpPr>
              <a:spLocks noChangeShapeType="1"/>
            </p:cNvSpPr>
            <p:nvPr/>
          </p:nvSpPr>
          <p:spPr bwMode="auto">
            <a:xfrm>
              <a:off x="7848600" y="2163763"/>
              <a:ext cx="0" cy="4572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21" name="Line 45">
              <a:extLst>
                <a:ext uri="{FF2B5EF4-FFF2-40B4-BE49-F238E27FC236}">
                  <a16:creationId xmlns:a16="http://schemas.microsoft.com/office/drawing/2014/main" id="{9AC8FB4C-98A1-0AC1-EF07-68FA74B42275}"/>
                </a:ext>
              </a:extLst>
            </p:cNvPr>
            <p:cNvSpPr>
              <a:spLocks noChangeShapeType="1"/>
            </p:cNvSpPr>
            <p:nvPr/>
          </p:nvSpPr>
          <p:spPr bwMode="auto">
            <a:xfrm>
              <a:off x="7848600" y="3306763"/>
              <a:ext cx="0" cy="4572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22" name="Rectangle 46">
              <a:extLst>
                <a:ext uri="{FF2B5EF4-FFF2-40B4-BE49-F238E27FC236}">
                  <a16:creationId xmlns:a16="http://schemas.microsoft.com/office/drawing/2014/main" id="{F6C01FF3-622E-5FF1-2F77-3BCD7C5948FE}"/>
                </a:ext>
              </a:extLst>
            </p:cNvPr>
            <p:cNvSpPr>
              <a:spLocks noChangeArrowheads="1"/>
            </p:cNvSpPr>
            <p:nvPr/>
          </p:nvSpPr>
          <p:spPr bwMode="auto">
            <a:xfrm>
              <a:off x="5181600" y="2163763"/>
              <a:ext cx="1600200" cy="457200"/>
            </a:xfrm>
            <a:prstGeom prst="rect">
              <a:avLst/>
            </a:prstGeom>
            <a:solidFill>
              <a:srgbClr val="FFFFFF"/>
            </a:solidFill>
            <a:ln w="19050">
              <a:solidFill>
                <a:srgbClr val="009900"/>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1423" name="Line 47">
              <a:extLst>
                <a:ext uri="{FF2B5EF4-FFF2-40B4-BE49-F238E27FC236}">
                  <a16:creationId xmlns:a16="http://schemas.microsoft.com/office/drawing/2014/main" id="{9DE41CD4-196C-4227-7C61-6C896C28A5FF}"/>
                </a:ext>
              </a:extLst>
            </p:cNvPr>
            <p:cNvSpPr>
              <a:spLocks noChangeShapeType="1"/>
            </p:cNvSpPr>
            <p:nvPr/>
          </p:nvSpPr>
          <p:spPr bwMode="auto">
            <a:xfrm>
              <a:off x="6019800" y="2163763"/>
              <a:ext cx="0" cy="4572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24" name="Line 48">
              <a:extLst>
                <a:ext uri="{FF2B5EF4-FFF2-40B4-BE49-F238E27FC236}">
                  <a16:creationId xmlns:a16="http://schemas.microsoft.com/office/drawing/2014/main" id="{7B4FBDA3-0270-A002-37AF-BEC7A8A3D4BE}"/>
                </a:ext>
              </a:extLst>
            </p:cNvPr>
            <p:cNvSpPr>
              <a:spLocks noChangeShapeType="1"/>
            </p:cNvSpPr>
            <p:nvPr/>
          </p:nvSpPr>
          <p:spPr bwMode="auto">
            <a:xfrm>
              <a:off x="5638800" y="2163763"/>
              <a:ext cx="0" cy="4572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25" name="Line 49">
              <a:extLst>
                <a:ext uri="{FF2B5EF4-FFF2-40B4-BE49-F238E27FC236}">
                  <a16:creationId xmlns:a16="http://schemas.microsoft.com/office/drawing/2014/main" id="{76337426-029F-B23E-9855-7E7588C54E3F}"/>
                </a:ext>
              </a:extLst>
            </p:cNvPr>
            <p:cNvSpPr>
              <a:spLocks noChangeShapeType="1"/>
            </p:cNvSpPr>
            <p:nvPr/>
          </p:nvSpPr>
          <p:spPr bwMode="auto">
            <a:xfrm>
              <a:off x="6400800" y="2163763"/>
              <a:ext cx="0" cy="4572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26" name="Rectangle 50">
              <a:extLst>
                <a:ext uri="{FF2B5EF4-FFF2-40B4-BE49-F238E27FC236}">
                  <a16:creationId xmlns:a16="http://schemas.microsoft.com/office/drawing/2014/main" id="{AB263E77-B820-1127-1F6F-2E5CBA5C03C7}"/>
                </a:ext>
              </a:extLst>
            </p:cNvPr>
            <p:cNvSpPr>
              <a:spLocks noChangeArrowheads="1"/>
            </p:cNvSpPr>
            <p:nvPr/>
          </p:nvSpPr>
          <p:spPr bwMode="auto">
            <a:xfrm>
              <a:off x="3352800" y="2163763"/>
              <a:ext cx="1600200" cy="457200"/>
            </a:xfrm>
            <a:prstGeom prst="rect">
              <a:avLst/>
            </a:prstGeom>
            <a:solidFill>
              <a:srgbClr val="FFFFFF"/>
            </a:solidFill>
            <a:ln w="19050">
              <a:solidFill>
                <a:srgbClr val="009900"/>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1427" name="Line 51">
              <a:extLst>
                <a:ext uri="{FF2B5EF4-FFF2-40B4-BE49-F238E27FC236}">
                  <a16:creationId xmlns:a16="http://schemas.microsoft.com/office/drawing/2014/main" id="{961CFE39-A4A7-3D7C-5BCF-EC949A384CD7}"/>
                </a:ext>
              </a:extLst>
            </p:cNvPr>
            <p:cNvSpPr>
              <a:spLocks noChangeShapeType="1"/>
            </p:cNvSpPr>
            <p:nvPr/>
          </p:nvSpPr>
          <p:spPr bwMode="auto">
            <a:xfrm>
              <a:off x="4191000" y="2163763"/>
              <a:ext cx="0" cy="4572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28" name="Line 52">
              <a:extLst>
                <a:ext uri="{FF2B5EF4-FFF2-40B4-BE49-F238E27FC236}">
                  <a16:creationId xmlns:a16="http://schemas.microsoft.com/office/drawing/2014/main" id="{8522446D-6398-AD7F-5873-437D3E6D8C02}"/>
                </a:ext>
              </a:extLst>
            </p:cNvPr>
            <p:cNvSpPr>
              <a:spLocks noChangeShapeType="1"/>
            </p:cNvSpPr>
            <p:nvPr/>
          </p:nvSpPr>
          <p:spPr bwMode="auto">
            <a:xfrm>
              <a:off x="3810000" y="2163763"/>
              <a:ext cx="0" cy="4572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29" name="Line 53">
              <a:extLst>
                <a:ext uri="{FF2B5EF4-FFF2-40B4-BE49-F238E27FC236}">
                  <a16:creationId xmlns:a16="http://schemas.microsoft.com/office/drawing/2014/main" id="{E44EBD63-D5E5-5D5D-E3F5-BEBF0237EDF7}"/>
                </a:ext>
              </a:extLst>
            </p:cNvPr>
            <p:cNvSpPr>
              <a:spLocks noChangeShapeType="1"/>
            </p:cNvSpPr>
            <p:nvPr/>
          </p:nvSpPr>
          <p:spPr bwMode="auto">
            <a:xfrm>
              <a:off x="4572000" y="2163763"/>
              <a:ext cx="0" cy="4572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30" name="Rectangle 54">
              <a:extLst>
                <a:ext uri="{FF2B5EF4-FFF2-40B4-BE49-F238E27FC236}">
                  <a16:creationId xmlns:a16="http://schemas.microsoft.com/office/drawing/2014/main" id="{9449D76A-A692-7686-6D93-F1A844FF7354}"/>
                </a:ext>
              </a:extLst>
            </p:cNvPr>
            <p:cNvSpPr>
              <a:spLocks noChangeArrowheads="1"/>
            </p:cNvSpPr>
            <p:nvPr/>
          </p:nvSpPr>
          <p:spPr bwMode="auto">
            <a:xfrm>
              <a:off x="5029200" y="3306763"/>
              <a:ext cx="1600200" cy="457200"/>
            </a:xfrm>
            <a:prstGeom prst="rect">
              <a:avLst/>
            </a:prstGeom>
            <a:solidFill>
              <a:srgbClr val="FFFFFF"/>
            </a:solidFill>
            <a:ln w="19050">
              <a:solidFill>
                <a:srgbClr val="009900"/>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1431" name="Line 55">
              <a:extLst>
                <a:ext uri="{FF2B5EF4-FFF2-40B4-BE49-F238E27FC236}">
                  <a16:creationId xmlns:a16="http://schemas.microsoft.com/office/drawing/2014/main" id="{DE30872A-E565-CD86-CA9D-4CC04975E22A}"/>
                </a:ext>
              </a:extLst>
            </p:cNvPr>
            <p:cNvSpPr>
              <a:spLocks noChangeShapeType="1"/>
            </p:cNvSpPr>
            <p:nvPr/>
          </p:nvSpPr>
          <p:spPr bwMode="auto">
            <a:xfrm>
              <a:off x="5867400" y="3306763"/>
              <a:ext cx="0" cy="4572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32" name="Line 56">
              <a:extLst>
                <a:ext uri="{FF2B5EF4-FFF2-40B4-BE49-F238E27FC236}">
                  <a16:creationId xmlns:a16="http://schemas.microsoft.com/office/drawing/2014/main" id="{01C227AA-012D-76CE-80B6-12E304C6FA5F}"/>
                </a:ext>
              </a:extLst>
            </p:cNvPr>
            <p:cNvSpPr>
              <a:spLocks noChangeShapeType="1"/>
            </p:cNvSpPr>
            <p:nvPr/>
          </p:nvSpPr>
          <p:spPr bwMode="auto">
            <a:xfrm>
              <a:off x="5486400" y="3306763"/>
              <a:ext cx="0" cy="4572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33" name="Line 57">
              <a:extLst>
                <a:ext uri="{FF2B5EF4-FFF2-40B4-BE49-F238E27FC236}">
                  <a16:creationId xmlns:a16="http://schemas.microsoft.com/office/drawing/2014/main" id="{0F3B9EA9-54AF-5D56-0FDB-54F4B37C9F78}"/>
                </a:ext>
              </a:extLst>
            </p:cNvPr>
            <p:cNvSpPr>
              <a:spLocks noChangeShapeType="1"/>
            </p:cNvSpPr>
            <p:nvPr/>
          </p:nvSpPr>
          <p:spPr bwMode="auto">
            <a:xfrm>
              <a:off x="6248400" y="3306763"/>
              <a:ext cx="0" cy="4572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34" name="Rectangle 58">
              <a:extLst>
                <a:ext uri="{FF2B5EF4-FFF2-40B4-BE49-F238E27FC236}">
                  <a16:creationId xmlns:a16="http://schemas.microsoft.com/office/drawing/2014/main" id="{CF7DD23A-551E-2CD3-A11E-8C0C74E1B499}"/>
                </a:ext>
              </a:extLst>
            </p:cNvPr>
            <p:cNvSpPr>
              <a:spLocks noChangeArrowheads="1"/>
            </p:cNvSpPr>
            <p:nvPr/>
          </p:nvSpPr>
          <p:spPr bwMode="auto">
            <a:xfrm>
              <a:off x="3200400" y="3306763"/>
              <a:ext cx="1600200" cy="457200"/>
            </a:xfrm>
            <a:prstGeom prst="rect">
              <a:avLst/>
            </a:prstGeom>
            <a:solidFill>
              <a:srgbClr val="FFFFFF"/>
            </a:solidFill>
            <a:ln w="19050">
              <a:solidFill>
                <a:srgbClr val="009900"/>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1435" name="Line 59">
              <a:extLst>
                <a:ext uri="{FF2B5EF4-FFF2-40B4-BE49-F238E27FC236}">
                  <a16:creationId xmlns:a16="http://schemas.microsoft.com/office/drawing/2014/main" id="{B43164E6-A23B-7131-9C39-1F23F47507E2}"/>
                </a:ext>
              </a:extLst>
            </p:cNvPr>
            <p:cNvSpPr>
              <a:spLocks noChangeShapeType="1"/>
            </p:cNvSpPr>
            <p:nvPr/>
          </p:nvSpPr>
          <p:spPr bwMode="auto">
            <a:xfrm>
              <a:off x="4038600" y="3306763"/>
              <a:ext cx="0" cy="4572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36" name="Line 60">
              <a:extLst>
                <a:ext uri="{FF2B5EF4-FFF2-40B4-BE49-F238E27FC236}">
                  <a16:creationId xmlns:a16="http://schemas.microsoft.com/office/drawing/2014/main" id="{CCDE2ACA-8D1D-611F-BCB0-14B34A23F759}"/>
                </a:ext>
              </a:extLst>
            </p:cNvPr>
            <p:cNvSpPr>
              <a:spLocks noChangeShapeType="1"/>
            </p:cNvSpPr>
            <p:nvPr/>
          </p:nvSpPr>
          <p:spPr bwMode="auto">
            <a:xfrm>
              <a:off x="3657600" y="3306763"/>
              <a:ext cx="0" cy="4572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37" name="Line 61">
              <a:extLst>
                <a:ext uri="{FF2B5EF4-FFF2-40B4-BE49-F238E27FC236}">
                  <a16:creationId xmlns:a16="http://schemas.microsoft.com/office/drawing/2014/main" id="{A67E399F-8D49-CBCD-18E6-177EDDBAD87B}"/>
                </a:ext>
              </a:extLst>
            </p:cNvPr>
            <p:cNvSpPr>
              <a:spLocks noChangeShapeType="1"/>
            </p:cNvSpPr>
            <p:nvPr/>
          </p:nvSpPr>
          <p:spPr bwMode="auto">
            <a:xfrm>
              <a:off x="4419600" y="3306763"/>
              <a:ext cx="0" cy="4572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38" name="Text Box 62">
              <a:extLst>
                <a:ext uri="{FF2B5EF4-FFF2-40B4-BE49-F238E27FC236}">
                  <a16:creationId xmlns:a16="http://schemas.microsoft.com/office/drawing/2014/main" id="{7ADDF866-1741-D66A-AC0A-99F0C2CA66C6}"/>
                </a:ext>
              </a:extLst>
            </p:cNvPr>
            <p:cNvSpPr txBox="1">
              <a:spLocks noChangeArrowheads="1"/>
            </p:cNvSpPr>
            <p:nvPr/>
          </p:nvSpPr>
          <p:spPr bwMode="auto">
            <a:xfrm>
              <a:off x="5197475" y="88265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101439" name="Text Box 63">
              <a:extLst>
                <a:ext uri="{FF2B5EF4-FFF2-40B4-BE49-F238E27FC236}">
                  <a16:creationId xmlns:a16="http://schemas.microsoft.com/office/drawing/2014/main" id="{51DDCA9D-42B1-B9D1-3D34-A03E02F3DA20}"/>
                </a:ext>
              </a:extLst>
            </p:cNvPr>
            <p:cNvSpPr txBox="1">
              <a:spLocks noChangeArrowheads="1"/>
            </p:cNvSpPr>
            <p:nvPr/>
          </p:nvSpPr>
          <p:spPr bwMode="auto">
            <a:xfrm>
              <a:off x="3352800" y="2101850"/>
              <a:ext cx="4206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101440" name="Text Box 64">
              <a:extLst>
                <a:ext uri="{FF2B5EF4-FFF2-40B4-BE49-F238E27FC236}">
                  <a16:creationId xmlns:a16="http://schemas.microsoft.com/office/drawing/2014/main" id="{D6F43AB9-DE70-FC1E-1B8D-77529E8A15F4}"/>
                </a:ext>
              </a:extLst>
            </p:cNvPr>
            <p:cNvSpPr txBox="1">
              <a:spLocks noChangeArrowheads="1"/>
            </p:cNvSpPr>
            <p:nvPr/>
          </p:nvSpPr>
          <p:spPr bwMode="auto">
            <a:xfrm>
              <a:off x="5197475" y="210185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101441" name="Text Box 65">
              <a:extLst>
                <a:ext uri="{FF2B5EF4-FFF2-40B4-BE49-F238E27FC236}">
                  <a16:creationId xmlns:a16="http://schemas.microsoft.com/office/drawing/2014/main" id="{B54C28C0-ADA6-122D-4860-6D40C26EC22F}"/>
                </a:ext>
              </a:extLst>
            </p:cNvPr>
            <p:cNvSpPr txBox="1">
              <a:spLocks noChangeArrowheads="1"/>
            </p:cNvSpPr>
            <p:nvPr/>
          </p:nvSpPr>
          <p:spPr bwMode="auto">
            <a:xfrm>
              <a:off x="7026275" y="210185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101442" name="Text Box 66">
              <a:extLst>
                <a:ext uri="{FF2B5EF4-FFF2-40B4-BE49-F238E27FC236}">
                  <a16:creationId xmlns:a16="http://schemas.microsoft.com/office/drawing/2014/main" id="{C2EA9258-D02F-C745-CDA2-8FA984C02E50}"/>
                </a:ext>
              </a:extLst>
            </p:cNvPr>
            <p:cNvSpPr txBox="1">
              <a:spLocks noChangeArrowheads="1"/>
            </p:cNvSpPr>
            <p:nvPr/>
          </p:nvSpPr>
          <p:spPr bwMode="auto">
            <a:xfrm>
              <a:off x="3216275" y="3244850"/>
              <a:ext cx="4206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101443" name="Text Box 67">
              <a:extLst>
                <a:ext uri="{FF2B5EF4-FFF2-40B4-BE49-F238E27FC236}">
                  <a16:creationId xmlns:a16="http://schemas.microsoft.com/office/drawing/2014/main" id="{DAC1AE65-5164-1A6F-2762-F48BB8C8E134}"/>
                </a:ext>
              </a:extLst>
            </p:cNvPr>
            <p:cNvSpPr txBox="1">
              <a:spLocks noChangeArrowheads="1"/>
            </p:cNvSpPr>
            <p:nvPr/>
          </p:nvSpPr>
          <p:spPr bwMode="auto">
            <a:xfrm>
              <a:off x="5029200" y="3244850"/>
              <a:ext cx="4016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101444" name="Text Box 68">
              <a:extLst>
                <a:ext uri="{FF2B5EF4-FFF2-40B4-BE49-F238E27FC236}">
                  <a16:creationId xmlns:a16="http://schemas.microsoft.com/office/drawing/2014/main" id="{888C7A1D-8B60-0B1D-06AD-4D037EB95BE7}"/>
                </a:ext>
              </a:extLst>
            </p:cNvPr>
            <p:cNvSpPr txBox="1">
              <a:spLocks noChangeArrowheads="1"/>
            </p:cNvSpPr>
            <p:nvPr/>
          </p:nvSpPr>
          <p:spPr bwMode="auto">
            <a:xfrm>
              <a:off x="7007225" y="3244850"/>
              <a:ext cx="4603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G</a:t>
              </a:r>
              <a:endParaRPr kumimoji="1" lang="en-US" altLang="zh-CN" sz="2400">
                <a:latin typeface="Times New Roman" panose="02020603050405020304" pitchFamily="18" charset="0"/>
                <a:ea typeface="宋体" panose="02010600030101010101" pitchFamily="2" charset="-122"/>
              </a:endParaRPr>
            </a:p>
          </p:txBody>
        </p:sp>
        <p:sp>
          <p:nvSpPr>
            <p:cNvPr id="101445" name="Line 69">
              <a:extLst>
                <a:ext uri="{FF2B5EF4-FFF2-40B4-BE49-F238E27FC236}">
                  <a16:creationId xmlns:a16="http://schemas.microsoft.com/office/drawing/2014/main" id="{940DB714-C7DA-1AB8-1F01-CA27A626FD01}"/>
                </a:ext>
              </a:extLst>
            </p:cNvPr>
            <p:cNvSpPr>
              <a:spLocks noChangeShapeType="1"/>
            </p:cNvSpPr>
            <p:nvPr/>
          </p:nvSpPr>
          <p:spPr bwMode="auto">
            <a:xfrm flipH="1">
              <a:off x="3505200" y="2392363"/>
              <a:ext cx="533400" cy="914400"/>
            </a:xfrm>
            <a:prstGeom prst="line">
              <a:avLst/>
            </a:prstGeom>
            <a:noFill/>
            <a:ln w="28575">
              <a:solidFill>
                <a:srgbClr val="0000FF"/>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46" name="Line 70">
              <a:extLst>
                <a:ext uri="{FF2B5EF4-FFF2-40B4-BE49-F238E27FC236}">
                  <a16:creationId xmlns:a16="http://schemas.microsoft.com/office/drawing/2014/main" id="{9F21AB2F-1499-B04D-F50B-103A0CD44B9B}"/>
                </a:ext>
              </a:extLst>
            </p:cNvPr>
            <p:cNvSpPr>
              <a:spLocks noChangeShapeType="1"/>
            </p:cNvSpPr>
            <p:nvPr/>
          </p:nvSpPr>
          <p:spPr bwMode="auto">
            <a:xfrm>
              <a:off x="4419600" y="2392363"/>
              <a:ext cx="838200" cy="914400"/>
            </a:xfrm>
            <a:prstGeom prst="line">
              <a:avLst/>
            </a:prstGeom>
            <a:noFill/>
            <a:ln w="28575">
              <a:solidFill>
                <a:srgbClr val="0000FF"/>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47" name="Line 71">
              <a:extLst>
                <a:ext uri="{FF2B5EF4-FFF2-40B4-BE49-F238E27FC236}">
                  <a16:creationId xmlns:a16="http://schemas.microsoft.com/office/drawing/2014/main" id="{E6BCBC93-379F-CEE4-D468-E46783F44E51}"/>
                </a:ext>
              </a:extLst>
            </p:cNvPr>
            <p:cNvSpPr>
              <a:spLocks noChangeShapeType="1"/>
            </p:cNvSpPr>
            <p:nvPr/>
          </p:nvSpPr>
          <p:spPr bwMode="auto">
            <a:xfrm flipH="1">
              <a:off x="7315200" y="2392363"/>
              <a:ext cx="381000" cy="914400"/>
            </a:xfrm>
            <a:prstGeom prst="line">
              <a:avLst/>
            </a:prstGeom>
            <a:noFill/>
            <a:ln w="28575">
              <a:solidFill>
                <a:srgbClr val="0000FF"/>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48" name="Line 72">
              <a:extLst>
                <a:ext uri="{FF2B5EF4-FFF2-40B4-BE49-F238E27FC236}">
                  <a16:creationId xmlns:a16="http://schemas.microsoft.com/office/drawing/2014/main" id="{C536652D-B314-7ADA-0A02-48C56949778B}"/>
                </a:ext>
              </a:extLst>
            </p:cNvPr>
            <p:cNvSpPr>
              <a:spLocks noChangeShapeType="1"/>
            </p:cNvSpPr>
            <p:nvPr/>
          </p:nvSpPr>
          <p:spPr bwMode="auto">
            <a:xfrm flipH="1">
              <a:off x="3733800" y="1173163"/>
              <a:ext cx="2133600" cy="990600"/>
            </a:xfrm>
            <a:prstGeom prst="line">
              <a:avLst/>
            </a:prstGeom>
            <a:noFill/>
            <a:ln w="28575">
              <a:solidFill>
                <a:srgbClr val="0000FF"/>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49" name="Line 73">
              <a:extLst>
                <a:ext uri="{FF2B5EF4-FFF2-40B4-BE49-F238E27FC236}">
                  <a16:creationId xmlns:a16="http://schemas.microsoft.com/office/drawing/2014/main" id="{071C9501-221D-A9CA-2CC5-0BB4EEF2D15E}"/>
                </a:ext>
              </a:extLst>
            </p:cNvPr>
            <p:cNvSpPr>
              <a:spLocks noChangeShapeType="1"/>
            </p:cNvSpPr>
            <p:nvPr/>
          </p:nvSpPr>
          <p:spPr bwMode="auto">
            <a:xfrm flipH="1">
              <a:off x="5410200" y="1173163"/>
              <a:ext cx="838200" cy="990600"/>
            </a:xfrm>
            <a:prstGeom prst="line">
              <a:avLst/>
            </a:prstGeom>
            <a:noFill/>
            <a:ln w="28575">
              <a:solidFill>
                <a:srgbClr val="0000FF"/>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50" name="Line 74">
              <a:extLst>
                <a:ext uri="{FF2B5EF4-FFF2-40B4-BE49-F238E27FC236}">
                  <a16:creationId xmlns:a16="http://schemas.microsoft.com/office/drawing/2014/main" id="{C1B10EF7-182B-F609-07FA-A9AD14DC03A7}"/>
                </a:ext>
              </a:extLst>
            </p:cNvPr>
            <p:cNvSpPr>
              <a:spLocks noChangeShapeType="1"/>
            </p:cNvSpPr>
            <p:nvPr/>
          </p:nvSpPr>
          <p:spPr bwMode="auto">
            <a:xfrm>
              <a:off x="6553200" y="1173163"/>
              <a:ext cx="685800" cy="990600"/>
            </a:xfrm>
            <a:prstGeom prst="line">
              <a:avLst/>
            </a:prstGeom>
            <a:noFill/>
            <a:ln w="28575">
              <a:solidFill>
                <a:srgbClr val="0000FF"/>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51" name="Line 75">
              <a:extLst>
                <a:ext uri="{FF2B5EF4-FFF2-40B4-BE49-F238E27FC236}">
                  <a16:creationId xmlns:a16="http://schemas.microsoft.com/office/drawing/2014/main" id="{0753A6CD-C856-8B56-3409-5C61F8179FFE}"/>
                </a:ext>
              </a:extLst>
            </p:cNvPr>
            <p:cNvSpPr>
              <a:spLocks noChangeShapeType="1"/>
            </p:cNvSpPr>
            <p:nvPr/>
          </p:nvSpPr>
          <p:spPr bwMode="auto">
            <a:xfrm flipH="1">
              <a:off x="5562600" y="563563"/>
              <a:ext cx="304800" cy="381000"/>
            </a:xfrm>
            <a:prstGeom prst="line">
              <a:avLst/>
            </a:prstGeom>
            <a:noFill/>
            <a:ln w="28575">
              <a:solidFill>
                <a:srgbClr val="0000FF"/>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52" name="Text Box 76">
              <a:extLst>
                <a:ext uri="{FF2B5EF4-FFF2-40B4-BE49-F238E27FC236}">
                  <a16:creationId xmlns:a16="http://schemas.microsoft.com/office/drawing/2014/main" id="{05A3F785-7370-E8A1-6603-3D1F35D619E7}"/>
                </a:ext>
              </a:extLst>
            </p:cNvPr>
            <p:cNvSpPr txBox="1">
              <a:spLocks noChangeArrowheads="1"/>
            </p:cNvSpPr>
            <p:nvPr/>
          </p:nvSpPr>
          <p:spPr bwMode="auto">
            <a:xfrm>
              <a:off x="5581650" y="1981200"/>
              <a:ext cx="12414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600" b="1">
                  <a:solidFill>
                    <a:schemeClr val="tx2"/>
                  </a:solidFill>
                  <a:latin typeface="Times New Roman" panose="02020603050405020304" pitchFamily="18" charset="0"/>
                  <a:ea typeface="宋体" panose="02010600030101010101" pitchFamily="2" charset="-122"/>
                  <a:sym typeface="Symbol" panose="05050102010706020507" pitchFamily="18" charset="2"/>
                </a:rPr>
                <a:t>  </a:t>
              </a:r>
              <a:endParaRPr kumimoji="1" lang="en-US" altLang="zh-CN" sz="3200" b="1">
                <a:solidFill>
                  <a:schemeClr val="tx2"/>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01453" name="Text Box 77">
              <a:extLst>
                <a:ext uri="{FF2B5EF4-FFF2-40B4-BE49-F238E27FC236}">
                  <a16:creationId xmlns:a16="http://schemas.microsoft.com/office/drawing/2014/main" id="{405A539F-3EB8-5E62-667B-2B9EAA42ABE2}"/>
                </a:ext>
              </a:extLst>
            </p:cNvPr>
            <p:cNvSpPr txBox="1">
              <a:spLocks noChangeArrowheads="1"/>
            </p:cNvSpPr>
            <p:nvPr/>
          </p:nvSpPr>
          <p:spPr bwMode="auto">
            <a:xfrm>
              <a:off x="5410200" y="3122613"/>
              <a:ext cx="12414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600" b="1">
                  <a:solidFill>
                    <a:schemeClr val="tx2"/>
                  </a:solidFill>
                  <a:latin typeface="Times New Roman" panose="02020603050405020304" pitchFamily="18" charset="0"/>
                  <a:ea typeface="宋体" panose="02010600030101010101" pitchFamily="2" charset="-122"/>
                  <a:sym typeface="Symbol" panose="05050102010706020507" pitchFamily="18" charset="2"/>
                </a:rPr>
                <a:t>  </a:t>
              </a:r>
              <a:endParaRPr kumimoji="1" lang="en-US" altLang="zh-CN" sz="3200" b="1">
                <a:solidFill>
                  <a:schemeClr val="tx2"/>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01454" name="Text Box 78">
              <a:extLst>
                <a:ext uri="{FF2B5EF4-FFF2-40B4-BE49-F238E27FC236}">
                  <a16:creationId xmlns:a16="http://schemas.microsoft.com/office/drawing/2014/main" id="{A07C3BC9-A578-693E-3760-89B323C55265}"/>
                </a:ext>
              </a:extLst>
            </p:cNvPr>
            <p:cNvSpPr txBox="1">
              <a:spLocks noChangeArrowheads="1"/>
            </p:cNvSpPr>
            <p:nvPr/>
          </p:nvSpPr>
          <p:spPr bwMode="auto">
            <a:xfrm>
              <a:off x="3581400" y="3122613"/>
              <a:ext cx="12414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600" b="1">
                  <a:solidFill>
                    <a:schemeClr val="tx2"/>
                  </a:solidFill>
                  <a:latin typeface="Times New Roman" panose="02020603050405020304" pitchFamily="18" charset="0"/>
                  <a:ea typeface="宋体" panose="02010600030101010101" pitchFamily="2" charset="-122"/>
                  <a:sym typeface="Symbol" panose="05050102010706020507" pitchFamily="18" charset="2"/>
                </a:rPr>
                <a:t>  </a:t>
              </a:r>
              <a:endParaRPr kumimoji="1" lang="en-US" altLang="zh-CN" sz="3200" b="1">
                <a:solidFill>
                  <a:schemeClr val="tx2"/>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01455" name="Text Box 79">
              <a:extLst>
                <a:ext uri="{FF2B5EF4-FFF2-40B4-BE49-F238E27FC236}">
                  <a16:creationId xmlns:a16="http://schemas.microsoft.com/office/drawing/2014/main" id="{4238F5DB-90B7-1E19-8E5E-2E2F73EC9931}"/>
                </a:ext>
              </a:extLst>
            </p:cNvPr>
            <p:cNvSpPr txBox="1">
              <a:spLocks noChangeArrowheads="1"/>
            </p:cNvSpPr>
            <p:nvPr/>
          </p:nvSpPr>
          <p:spPr bwMode="auto">
            <a:xfrm>
              <a:off x="7391400" y="3122613"/>
              <a:ext cx="12414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600" b="1">
                  <a:solidFill>
                    <a:schemeClr val="tx2"/>
                  </a:solidFill>
                  <a:latin typeface="Times New Roman" panose="02020603050405020304" pitchFamily="18" charset="0"/>
                  <a:ea typeface="宋体" panose="02010600030101010101" pitchFamily="2" charset="-122"/>
                  <a:sym typeface="Symbol" panose="05050102010706020507" pitchFamily="18" charset="2"/>
                </a:rPr>
                <a:t>  </a:t>
              </a:r>
              <a:endParaRPr kumimoji="1" lang="en-US" altLang="zh-CN" sz="3200" b="1">
                <a:solidFill>
                  <a:schemeClr val="tx2"/>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01456" name="Text Box 80">
              <a:extLst>
                <a:ext uri="{FF2B5EF4-FFF2-40B4-BE49-F238E27FC236}">
                  <a16:creationId xmlns:a16="http://schemas.microsoft.com/office/drawing/2014/main" id="{DFEB6256-E5D1-92C5-7A4D-95FC35031399}"/>
                </a:ext>
              </a:extLst>
            </p:cNvPr>
            <p:cNvSpPr txBox="1">
              <a:spLocks noChangeArrowheads="1"/>
            </p:cNvSpPr>
            <p:nvPr/>
          </p:nvSpPr>
          <p:spPr bwMode="auto">
            <a:xfrm>
              <a:off x="7772400" y="2011363"/>
              <a:ext cx="8509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600" b="1">
                  <a:solidFill>
                    <a:schemeClr val="tx2"/>
                  </a:solidFill>
                  <a:latin typeface="Times New Roman" panose="02020603050405020304" pitchFamily="18" charset="0"/>
                  <a:ea typeface="宋体" panose="02010600030101010101" pitchFamily="2" charset="-122"/>
                  <a:sym typeface="Symbol" panose="05050102010706020507" pitchFamily="18" charset="2"/>
                </a:rPr>
                <a:t> </a:t>
              </a:r>
              <a:endParaRPr kumimoji="1" lang="en-US" altLang="zh-CN" sz="3200" b="1">
                <a:solidFill>
                  <a:schemeClr val="tx2"/>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01457" name="Text Box 81">
              <a:extLst>
                <a:ext uri="{FF2B5EF4-FFF2-40B4-BE49-F238E27FC236}">
                  <a16:creationId xmlns:a16="http://schemas.microsoft.com/office/drawing/2014/main" id="{B9068508-7C9C-62E2-2E0B-97ED2F8C07FF}"/>
                </a:ext>
              </a:extLst>
            </p:cNvPr>
            <p:cNvSpPr txBox="1">
              <a:spLocks noChangeArrowheads="1"/>
            </p:cNvSpPr>
            <p:nvPr/>
          </p:nvSpPr>
          <p:spPr bwMode="auto">
            <a:xfrm>
              <a:off x="4495800" y="2011363"/>
              <a:ext cx="4603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600" b="1">
                  <a:solidFill>
                    <a:schemeClr val="tx2"/>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3200" b="1">
                <a:solidFill>
                  <a:schemeClr val="tx2"/>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01458" name="Text Box 82" descr="白色大理石">
              <a:extLst>
                <a:ext uri="{FF2B5EF4-FFF2-40B4-BE49-F238E27FC236}">
                  <a16:creationId xmlns:a16="http://schemas.microsoft.com/office/drawing/2014/main" id="{0E030339-9124-B1CD-4791-0759C2D96614}"/>
                </a:ext>
              </a:extLst>
            </p:cNvPr>
            <p:cNvSpPr txBox="1">
              <a:spLocks noChangeArrowheads="1"/>
            </p:cNvSpPr>
            <p:nvPr/>
          </p:nvSpPr>
          <p:spPr bwMode="auto">
            <a:xfrm>
              <a:off x="598488" y="3489325"/>
              <a:ext cx="2216150" cy="579438"/>
            </a:xfrm>
            <a:prstGeom prst="rect">
              <a:avLst/>
            </a:prstGeom>
            <a:blipFill dpi="0" rotWithShape="0">
              <a:blip r:embed="rId2"/>
              <a:srcRect/>
              <a:tile tx="0" ty="0" sx="100000" sy="100000" flip="none" algn="tl"/>
            </a:blipFill>
            <a:ln>
              <a:noFill/>
            </a:ln>
            <a:effectLst>
              <a:outerShdw dist="107763"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lang="zh-CN" altLang="en-US" sz="3200">
                  <a:latin typeface="Times New Roman" panose="02020603050405020304" pitchFamily="18" charset="0"/>
                  <a:ea typeface="隶书" panose="02010509060101010101" pitchFamily="49" charset="-122"/>
                </a:rPr>
                <a:t>多个空链域</a:t>
              </a:r>
              <a:endParaRPr lang="zh-CN" altLang="en-US">
                <a:latin typeface="Times New Roman" panose="02020603050405020304" pitchFamily="18" charset="0"/>
              </a:endParaRPr>
            </a:p>
          </p:txBody>
        </p:sp>
      </p:grpSp>
      <p:sp>
        <p:nvSpPr>
          <p:cNvPr id="3" name="标题 2">
            <a:extLst>
              <a:ext uri="{FF2B5EF4-FFF2-40B4-BE49-F238E27FC236}">
                <a16:creationId xmlns:a16="http://schemas.microsoft.com/office/drawing/2014/main" id="{1C451E1C-19B9-441D-A297-3E790E9F5A03}"/>
              </a:ext>
            </a:extLst>
          </p:cNvPr>
          <p:cNvSpPr>
            <a:spLocks noGrp="1"/>
          </p:cNvSpPr>
          <p:nvPr>
            <p:ph type="title"/>
          </p:nvPr>
        </p:nvSpPr>
        <p:spPr/>
        <p:txBody>
          <a:bodyPr/>
          <a:lstStyle/>
          <a:p>
            <a:r>
              <a:rPr lang="zh-CN" altLang="en-US" dirty="0"/>
              <a:t>孩子链表表示法</a:t>
            </a:r>
          </a:p>
        </p:txBody>
      </p:sp>
      <p:sp>
        <p:nvSpPr>
          <p:cNvPr id="4" name="灯片编号占位符 3">
            <a:extLst>
              <a:ext uri="{FF2B5EF4-FFF2-40B4-BE49-F238E27FC236}">
                <a16:creationId xmlns:a16="http://schemas.microsoft.com/office/drawing/2014/main" id="{4ED0E5DE-FC76-90BE-8669-69D113838C28}"/>
              </a:ext>
            </a:extLst>
          </p:cNvPr>
          <p:cNvSpPr>
            <a:spLocks noGrp="1"/>
          </p:cNvSpPr>
          <p:nvPr>
            <p:ph type="sldNum" sz="quarter" idx="12"/>
          </p:nvPr>
        </p:nvSpPr>
        <p:spPr/>
        <p:txBody>
          <a:bodyPr/>
          <a:lstStyle/>
          <a:p>
            <a:pPr>
              <a:defRPr/>
            </a:pPr>
            <a:fld id="{6DFA40DF-1FC0-4A1B-B86F-E962D94EFA14}" type="slidenum">
              <a:rPr lang="en-US" altLang="zh-CN" smtClean="0"/>
              <a:pPr>
                <a:defRPr/>
              </a:pPr>
              <a:t>95</a:t>
            </a:fld>
            <a:endParaRPr lang="en-US" altLang="zh-CN"/>
          </a:p>
        </p:txBody>
      </p:sp>
    </p:spTree>
  </p:cSld>
  <p:clrMapOvr>
    <a:masterClrMapping/>
  </p:clrMapOvr>
  <p:transition>
    <p:split/>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78" name="Rectangle 2">
            <a:extLst>
              <a:ext uri="{FF2B5EF4-FFF2-40B4-BE49-F238E27FC236}">
                <a16:creationId xmlns:a16="http://schemas.microsoft.com/office/drawing/2014/main" id="{E82048DF-66DA-C764-AB01-BAE9D1311FF6}"/>
              </a:ext>
            </a:extLst>
          </p:cNvPr>
          <p:cNvSpPr>
            <a:spLocks noGrp="1" noChangeArrowheads="1"/>
          </p:cNvSpPr>
          <p:nvPr>
            <p:ph type="title"/>
          </p:nvPr>
        </p:nvSpPr>
        <p:spPr>
          <a:xfrm>
            <a:off x="628650" y="365125"/>
            <a:ext cx="7886700" cy="1325563"/>
          </a:xfrm>
        </p:spPr>
        <p:txBody>
          <a:bodyPr/>
          <a:lstStyle/>
          <a:p>
            <a:r>
              <a:rPr lang="zh-CN" altLang="en-US" dirty="0"/>
              <a:t>改进：孩子链表表示</a:t>
            </a:r>
            <a:r>
              <a:rPr lang="en-US" altLang="zh-CN" dirty="0"/>
              <a:t>—</a:t>
            </a:r>
            <a:r>
              <a:rPr lang="zh-CN" altLang="en-US" dirty="0"/>
              <a:t>结点大小固定</a:t>
            </a:r>
          </a:p>
        </p:txBody>
      </p:sp>
      <p:sp>
        <p:nvSpPr>
          <p:cNvPr id="382979" name="Rectangle 3">
            <a:extLst>
              <a:ext uri="{FF2B5EF4-FFF2-40B4-BE49-F238E27FC236}">
                <a16:creationId xmlns:a16="http://schemas.microsoft.com/office/drawing/2014/main" id="{C238D113-B79A-3470-8C6F-68997A27268D}"/>
              </a:ext>
            </a:extLst>
          </p:cNvPr>
          <p:cNvSpPr>
            <a:spLocks noGrp="1" noChangeArrowheads="1"/>
          </p:cNvSpPr>
          <p:nvPr>
            <p:ph idx="1"/>
          </p:nvPr>
        </p:nvSpPr>
        <p:spPr>
          <a:xfrm>
            <a:off x="690563" y="5312569"/>
            <a:ext cx="7886700" cy="1033462"/>
          </a:xfrm>
        </p:spPr>
        <p:txBody>
          <a:bodyPr>
            <a:normAutofit fontScale="92500" lnSpcReduction="10000"/>
          </a:bodyPr>
          <a:lstStyle/>
          <a:p>
            <a:r>
              <a:rPr lang="zh-CN" altLang="en-US" dirty="0"/>
              <a:t>无序树情形链表中各结点顺序任意，有序树必须自左向右链接各个孩子结点。</a:t>
            </a:r>
          </a:p>
        </p:txBody>
      </p:sp>
      <p:sp>
        <p:nvSpPr>
          <p:cNvPr id="3" name="灯片编号占位符 4">
            <a:extLst>
              <a:ext uri="{FF2B5EF4-FFF2-40B4-BE49-F238E27FC236}">
                <a16:creationId xmlns:a16="http://schemas.microsoft.com/office/drawing/2014/main" id="{9CBBDBB2-0B93-93F0-3116-DF375FC6F86F}"/>
              </a:ext>
            </a:extLst>
          </p:cNvPr>
          <p:cNvSpPr>
            <a:spLocks noGrp="1"/>
          </p:cNvSpPr>
          <p:nvPr>
            <p:ph type="ftr" sz="quarter" idx="11"/>
          </p:nvPr>
        </p:nvSpPr>
        <p:spPr>
          <a:xfrm>
            <a:off x="3028950" y="6356350"/>
            <a:ext cx="3086100" cy="365125"/>
          </a:xfrm>
        </p:spPr>
        <p:txBody>
          <a:bodyPr/>
          <a:lstStyle/>
          <a:p>
            <a:fld id="{BFDD6027-EEDD-41A1-8E9F-64194AAF19AF}" type="slidenum">
              <a:rPr lang="en-US" altLang="zh-CN"/>
              <a:pPr/>
              <a:t>96</a:t>
            </a:fld>
            <a:endParaRPr lang="en-US" altLang="zh-CN"/>
          </a:p>
        </p:txBody>
      </p:sp>
      <p:grpSp>
        <p:nvGrpSpPr>
          <p:cNvPr id="382980" name="Group 4">
            <a:extLst>
              <a:ext uri="{FF2B5EF4-FFF2-40B4-BE49-F238E27FC236}">
                <a16:creationId xmlns:a16="http://schemas.microsoft.com/office/drawing/2014/main" id="{F228CC9A-AF23-D8B4-A47C-5C79CDA58B58}"/>
              </a:ext>
            </a:extLst>
          </p:cNvPr>
          <p:cNvGrpSpPr>
            <a:grpSpLocks/>
          </p:cNvGrpSpPr>
          <p:nvPr/>
        </p:nvGrpSpPr>
        <p:grpSpPr bwMode="auto">
          <a:xfrm>
            <a:off x="971600" y="1725216"/>
            <a:ext cx="2143125" cy="2057400"/>
            <a:chOff x="538" y="873"/>
            <a:chExt cx="1350" cy="1296"/>
          </a:xfrm>
        </p:grpSpPr>
        <p:sp>
          <p:nvSpPr>
            <p:cNvPr id="382981" name="Line 5">
              <a:extLst>
                <a:ext uri="{FF2B5EF4-FFF2-40B4-BE49-F238E27FC236}">
                  <a16:creationId xmlns:a16="http://schemas.microsoft.com/office/drawing/2014/main" id="{03CD55B4-5535-7732-E21A-A8B1D1FFBC3F}"/>
                </a:ext>
              </a:extLst>
            </p:cNvPr>
            <p:cNvSpPr>
              <a:spLocks noChangeShapeType="1"/>
            </p:cNvSpPr>
            <p:nvPr/>
          </p:nvSpPr>
          <p:spPr bwMode="auto">
            <a:xfrm>
              <a:off x="1738" y="1632"/>
              <a:ext cx="0" cy="336"/>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2982" name="Line 6">
              <a:extLst>
                <a:ext uri="{FF2B5EF4-FFF2-40B4-BE49-F238E27FC236}">
                  <a16:creationId xmlns:a16="http://schemas.microsoft.com/office/drawing/2014/main" id="{7FFEBFE4-3DCF-7DCE-34D7-1E1FC1BCEBD4}"/>
                </a:ext>
              </a:extLst>
            </p:cNvPr>
            <p:cNvSpPr>
              <a:spLocks noChangeShapeType="1"/>
            </p:cNvSpPr>
            <p:nvPr/>
          </p:nvSpPr>
          <p:spPr bwMode="auto">
            <a:xfrm>
              <a:off x="1402" y="1104"/>
              <a:ext cx="336" cy="432"/>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2983" name="Line 7">
              <a:extLst>
                <a:ext uri="{FF2B5EF4-FFF2-40B4-BE49-F238E27FC236}">
                  <a16:creationId xmlns:a16="http://schemas.microsoft.com/office/drawing/2014/main" id="{72F0E39D-81D6-A349-35E2-A2C60DE05EB6}"/>
                </a:ext>
              </a:extLst>
            </p:cNvPr>
            <p:cNvSpPr>
              <a:spLocks noChangeShapeType="1"/>
            </p:cNvSpPr>
            <p:nvPr/>
          </p:nvSpPr>
          <p:spPr bwMode="auto">
            <a:xfrm>
              <a:off x="922" y="1632"/>
              <a:ext cx="144" cy="288"/>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2984" name="Line 8">
              <a:extLst>
                <a:ext uri="{FF2B5EF4-FFF2-40B4-BE49-F238E27FC236}">
                  <a16:creationId xmlns:a16="http://schemas.microsoft.com/office/drawing/2014/main" id="{824932CC-464C-F9D3-5105-65C00F5117C5}"/>
                </a:ext>
              </a:extLst>
            </p:cNvPr>
            <p:cNvSpPr>
              <a:spLocks noChangeShapeType="1"/>
            </p:cNvSpPr>
            <p:nvPr/>
          </p:nvSpPr>
          <p:spPr bwMode="auto">
            <a:xfrm flipH="1">
              <a:off x="682" y="1632"/>
              <a:ext cx="144" cy="336"/>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2985" name="Line 9">
              <a:extLst>
                <a:ext uri="{FF2B5EF4-FFF2-40B4-BE49-F238E27FC236}">
                  <a16:creationId xmlns:a16="http://schemas.microsoft.com/office/drawing/2014/main" id="{21F96B8D-485E-8BCE-5976-3C4DEEA2B593}"/>
                </a:ext>
              </a:extLst>
            </p:cNvPr>
            <p:cNvSpPr>
              <a:spLocks noChangeShapeType="1"/>
            </p:cNvSpPr>
            <p:nvPr/>
          </p:nvSpPr>
          <p:spPr bwMode="auto">
            <a:xfrm flipH="1">
              <a:off x="922" y="1152"/>
              <a:ext cx="288" cy="288"/>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2986" name="Line 10">
              <a:extLst>
                <a:ext uri="{FF2B5EF4-FFF2-40B4-BE49-F238E27FC236}">
                  <a16:creationId xmlns:a16="http://schemas.microsoft.com/office/drawing/2014/main" id="{0FFEECBC-D6F0-962F-0DD0-7174436E8265}"/>
                </a:ext>
              </a:extLst>
            </p:cNvPr>
            <p:cNvSpPr>
              <a:spLocks noChangeShapeType="1"/>
            </p:cNvSpPr>
            <p:nvPr/>
          </p:nvSpPr>
          <p:spPr bwMode="auto">
            <a:xfrm>
              <a:off x="1306" y="1152"/>
              <a:ext cx="0" cy="288"/>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2987" name="Oval 11">
              <a:extLst>
                <a:ext uri="{FF2B5EF4-FFF2-40B4-BE49-F238E27FC236}">
                  <a16:creationId xmlns:a16="http://schemas.microsoft.com/office/drawing/2014/main" id="{E6434EBA-E9FA-453E-8FA0-041A3B290D1C}"/>
                </a:ext>
              </a:extLst>
            </p:cNvPr>
            <p:cNvSpPr>
              <a:spLocks noChangeArrowheads="1"/>
            </p:cNvSpPr>
            <p:nvPr/>
          </p:nvSpPr>
          <p:spPr bwMode="auto">
            <a:xfrm>
              <a:off x="1162" y="912"/>
              <a:ext cx="288" cy="288"/>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p>
              <a:endParaRPr lang="zh-CN" altLang="en-US"/>
            </a:p>
          </p:txBody>
        </p:sp>
        <p:sp>
          <p:nvSpPr>
            <p:cNvPr id="382988" name="Oval 12">
              <a:extLst>
                <a:ext uri="{FF2B5EF4-FFF2-40B4-BE49-F238E27FC236}">
                  <a16:creationId xmlns:a16="http://schemas.microsoft.com/office/drawing/2014/main" id="{AD9BE637-BD16-C67D-4BDD-ADB9B2979B2E}"/>
                </a:ext>
              </a:extLst>
            </p:cNvPr>
            <p:cNvSpPr>
              <a:spLocks noChangeArrowheads="1"/>
            </p:cNvSpPr>
            <p:nvPr/>
          </p:nvSpPr>
          <p:spPr bwMode="auto">
            <a:xfrm>
              <a:off x="1162" y="1392"/>
              <a:ext cx="288" cy="288"/>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p>
              <a:endParaRPr lang="zh-CN" altLang="en-US"/>
            </a:p>
          </p:txBody>
        </p:sp>
        <p:sp>
          <p:nvSpPr>
            <p:cNvPr id="382989" name="Oval 13">
              <a:extLst>
                <a:ext uri="{FF2B5EF4-FFF2-40B4-BE49-F238E27FC236}">
                  <a16:creationId xmlns:a16="http://schemas.microsoft.com/office/drawing/2014/main" id="{34EB27F7-0799-E1D8-B184-6B60250547F5}"/>
                </a:ext>
              </a:extLst>
            </p:cNvPr>
            <p:cNvSpPr>
              <a:spLocks noChangeArrowheads="1"/>
            </p:cNvSpPr>
            <p:nvPr/>
          </p:nvSpPr>
          <p:spPr bwMode="auto">
            <a:xfrm>
              <a:off x="922" y="1872"/>
              <a:ext cx="288" cy="288"/>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p>
              <a:endParaRPr lang="zh-CN" altLang="en-US"/>
            </a:p>
          </p:txBody>
        </p:sp>
        <p:sp>
          <p:nvSpPr>
            <p:cNvPr id="382990" name="Oval 14">
              <a:extLst>
                <a:ext uri="{FF2B5EF4-FFF2-40B4-BE49-F238E27FC236}">
                  <a16:creationId xmlns:a16="http://schemas.microsoft.com/office/drawing/2014/main" id="{6B1C32C6-2191-44D3-90EC-1CD174E472FE}"/>
                </a:ext>
              </a:extLst>
            </p:cNvPr>
            <p:cNvSpPr>
              <a:spLocks noChangeArrowheads="1"/>
            </p:cNvSpPr>
            <p:nvPr/>
          </p:nvSpPr>
          <p:spPr bwMode="auto">
            <a:xfrm>
              <a:off x="538" y="1872"/>
              <a:ext cx="288" cy="288"/>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p>
              <a:endParaRPr lang="zh-CN" altLang="en-US"/>
            </a:p>
          </p:txBody>
        </p:sp>
        <p:sp>
          <p:nvSpPr>
            <p:cNvPr id="382991" name="Oval 15">
              <a:extLst>
                <a:ext uri="{FF2B5EF4-FFF2-40B4-BE49-F238E27FC236}">
                  <a16:creationId xmlns:a16="http://schemas.microsoft.com/office/drawing/2014/main" id="{7F572B72-A2A3-9652-C840-E9505C0A0E53}"/>
                </a:ext>
              </a:extLst>
            </p:cNvPr>
            <p:cNvSpPr>
              <a:spLocks noChangeArrowheads="1"/>
            </p:cNvSpPr>
            <p:nvPr/>
          </p:nvSpPr>
          <p:spPr bwMode="auto">
            <a:xfrm>
              <a:off x="730" y="1392"/>
              <a:ext cx="288" cy="288"/>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p>
              <a:endParaRPr lang="zh-CN" altLang="en-US"/>
            </a:p>
          </p:txBody>
        </p:sp>
        <p:sp>
          <p:nvSpPr>
            <p:cNvPr id="382992" name="Oval 16">
              <a:extLst>
                <a:ext uri="{FF2B5EF4-FFF2-40B4-BE49-F238E27FC236}">
                  <a16:creationId xmlns:a16="http://schemas.microsoft.com/office/drawing/2014/main" id="{B90580C3-F51F-EB5B-4992-481055EB33B6}"/>
                </a:ext>
              </a:extLst>
            </p:cNvPr>
            <p:cNvSpPr>
              <a:spLocks noChangeArrowheads="1"/>
            </p:cNvSpPr>
            <p:nvPr/>
          </p:nvSpPr>
          <p:spPr bwMode="auto">
            <a:xfrm>
              <a:off x="1594" y="1392"/>
              <a:ext cx="288" cy="288"/>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p>
              <a:endParaRPr lang="zh-CN" altLang="en-US"/>
            </a:p>
          </p:txBody>
        </p:sp>
        <p:sp>
          <p:nvSpPr>
            <p:cNvPr id="382993" name="Oval 17">
              <a:extLst>
                <a:ext uri="{FF2B5EF4-FFF2-40B4-BE49-F238E27FC236}">
                  <a16:creationId xmlns:a16="http://schemas.microsoft.com/office/drawing/2014/main" id="{8FE3490C-FA37-71C5-670E-2216B3826288}"/>
                </a:ext>
              </a:extLst>
            </p:cNvPr>
            <p:cNvSpPr>
              <a:spLocks noChangeArrowheads="1"/>
            </p:cNvSpPr>
            <p:nvPr/>
          </p:nvSpPr>
          <p:spPr bwMode="auto">
            <a:xfrm>
              <a:off x="1594" y="1872"/>
              <a:ext cx="288" cy="288"/>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p>
              <a:endParaRPr lang="zh-CN" altLang="en-US"/>
            </a:p>
          </p:txBody>
        </p:sp>
        <p:sp>
          <p:nvSpPr>
            <p:cNvPr id="382994" name="Text Box 18">
              <a:extLst>
                <a:ext uri="{FF2B5EF4-FFF2-40B4-BE49-F238E27FC236}">
                  <a16:creationId xmlns:a16="http://schemas.microsoft.com/office/drawing/2014/main" id="{36580EB2-7738-82D4-F81C-60F39485FE40}"/>
                </a:ext>
              </a:extLst>
            </p:cNvPr>
            <p:cNvSpPr txBox="1">
              <a:spLocks noChangeArrowheads="1"/>
            </p:cNvSpPr>
            <p:nvPr/>
          </p:nvSpPr>
          <p:spPr bwMode="auto">
            <a:xfrm>
              <a:off x="1172" y="873"/>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kumimoji="1" lang="en-US" altLang="zh-CN" sz="2800" b="1">
                  <a:solidFill>
                    <a:schemeClr val="tx2"/>
                  </a:solidFill>
                  <a:latin typeface="Times New Roman" panose="02020603050405020304" pitchFamily="18" charset="0"/>
                </a:rPr>
                <a:t>A</a:t>
              </a:r>
              <a:endParaRPr kumimoji="1" lang="en-US" altLang="zh-CN" sz="2400">
                <a:latin typeface="Times New Roman" panose="02020603050405020304" pitchFamily="18" charset="0"/>
              </a:endParaRPr>
            </a:p>
          </p:txBody>
        </p:sp>
        <p:sp>
          <p:nvSpPr>
            <p:cNvPr id="382995" name="Text Box 19">
              <a:extLst>
                <a:ext uri="{FF2B5EF4-FFF2-40B4-BE49-F238E27FC236}">
                  <a16:creationId xmlns:a16="http://schemas.microsoft.com/office/drawing/2014/main" id="{D9B101C4-A4A7-A7CE-7755-8836B5757B38}"/>
                </a:ext>
              </a:extLst>
            </p:cNvPr>
            <p:cNvSpPr txBox="1">
              <a:spLocks noChangeArrowheads="1"/>
            </p:cNvSpPr>
            <p:nvPr/>
          </p:nvSpPr>
          <p:spPr bwMode="auto">
            <a:xfrm>
              <a:off x="746" y="1353"/>
              <a:ext cx="26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kumimoji="1" lang="en-US" altLang="zh-CN" sz="2800" b="1">
                  <a:solidFill>
                    <a:schemeClr val="tx2"/>
                  </a:solidFill>
                  <a:latin typeface="Times New Roman" panose="02020603050405020304" pitchFamily="18" charset="0"/>
                </a:rPr>
                <a:t>B</a:t>
              </a:r>
              <a:endParaRPr kumimoji="1" lang="en-US" altLang="zh-CN" sz="2400">
                <a:latin typeface="Times New Roman" panose="02020603050405020304" pitchFamily="18" charset="0"/>
              </a:endParaRPr>
            </a:p>
          </p:txBody>
        </p:sp>
        <p:sp>
          <p:nvSpPr>
            <p:cNvPr id="382996" name="Text Box 20">
              <a:extLst>
                <a:ext uri="{FF2B5EF4-FFF2-40B4-BE49-F238E27FC236}">
                  <a16:creationId xmlns:a16="http://schemas.microsoft.com/office/drawing/2014/main" id="{BCBB8CDB-E8CD-4294-BC41-9DA3D58AFF7B}"/>
                </a:ext>
              </a:extLst>
            </p:cNvPr>
            <p:cNvSpPr txBox="1">
              <a:spLocks noChangeArrowheads="1"/>
            </p:cNvSpPr>
            <p:nvPr/>
          </p:nvSpPr>
          <p:spPr bwMode="auto">
            <a:xfrm>
              <a:off x="1172" y="1353"/>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kumimoji="1" lang="en-US" altLang="zh-CN" sz="2800" b="1">
                  <a:solidFill>
                    <a:schemeClr val="tx2"/>
                  </a:solidFill>
                  <a:latin typeface="Times New Roman" panose="02020603050405020304" pitchFamily="18" charset="0"/>
                </a:rPr>
                <a:t>C</a:t>
              </a:r>
              <a:endParaRPr kumimoji="1" lang="en-US" altLang="zh-CN" sz="2400">
                <a:latin typeface="Times New Roman" panose="02020603050405020304" pitchFamily="18" charset="0"/>
              </a:endParaRPr>
            </a:p>
          </p:txBody>
        </p:sp>
        <p:sp>
          <p:nvSpPr>
            <p:cNvPr id="382997" name="Text Box 21">
              <a:extLst>
                <a:ext uri="{FF2B5EF4-FFF2-40B4-BE49-F238E27FC236}">
                  <a16:creationId xmlns:a16="http://schemas.microsoft.com/office/drawing/2014/main" id="{124F9ABD-1285-42FA-F02A-F9907C1BFE13}"/>
                </a:ext>
              </a:extLst>
            </p:cNvPr>
            <p:cNvSpPr txBox="1">
              <a:spLocks noChangeArrowheads="1"/>
            </p:cNvSpPr>
            <p:nvPr/>
          </p:nvSpPr>
          <p:spPr bwMode="auto">
            <a:xfrm>
              <a:off x="1610" y="1357"/>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kumimoji="1" lang="en-US" altLang="zh-CN" sz="2800" b="1">
                  <a:solidFill>
                    <a:schemeClr val="tx2"/>
                  </a:solidFill>
                  <a:latin typeface="Times New Roman" panose="02020603050405020304" pitchFamily="18" charset="0"/>
                </a:rPr>
                <a:t>D</a:t>
              </a:r>
              <a:endParaRPr kumimoji="1" lang="en-US" altLang="zh-CN" sz="2400">
                <a:latin typeface="Times New Roman" panose="02020603050405020304" pitchFamily="18" charset="0"/>
              </a:endParaRPr>
            </a:p>
          </p:txBody>
        </p:sp>
        <p:sp>
          <p:nvSpPr>
            <p:cNvPr id="382998" name="Text Box 22">
              <a:extLst>
                <a:ext uri="{FF2B5EF4-FFF2-40B4-BE49-F238E27FC236}">
                  <a16:creationId xmlns:a16="http://schemas.microsoft.com/office/drawing/2014/main" id="{1FC0D331-8E26-5531-B9C6-DAF334E0534A}"/>
                </a:ext>
              </a:extLst>
            </p:cNvPr>
            <p:cNvSpPr txBox="1">
              <a:spLocks noChangeArrowheads="1"/>
            </p:cNvSpPr>
            <p:nvPr/>
          </p:nvSpPr>
          <p:spPr bwMode="auto">
            <a:xfrm>
              <a:off x="554" y="1833"/>
              <a:ext cx="26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kumimoji="1" lang="en-US" altLang="zh-CN" sz="2800" b="1">
                  <a:solidFill>
                    <a:schemeClr val="tx2"/>
                  </a:solidFill>
                  <a:latin typeface="Times New Roman" panose="02020603050405020304" pitchFamily="18" charset="0"/>
                </a:rPr>
                <a:t>E</a:t>
              </a:r>
              <a:endParaRPr kumimoji="1" lang="en-US" altLang="zh-CN" sz="2400">
                <a:latin typeface="Times New Roman" panose="02020603050405020304" pitchFamily="18" charset="0"/>
              </a:endParaRPr>
            </a:p>
          </p:txBody>
        </p:sp>
        <p:sp>
          <p:nvSpPr>
            <p:cNvPr id="382999" name="Text Box 23">
              <a:extLst>
                <a:ext uri="{FF2B5EF4-FFF2-40B4-BE49-F238E27FC236}">
                  <a16:creationId xmlns:a16="http://schemas.microsoft.com/office/drawing/2014/main" id="{B66E1EFB-CD26-92BD-31DD-9F7E5FC43AF5}"/>
                </a:ext>
              </a:extLst>
            </p:cNvPr>
            <p:cNvSpPr txBox="1">
              <a:spLocks noChangeArrowheads="1"/>
            </p:cNvSpPr>
            <p:nvPr/>
          </p:nvSpPr>
          <p:spPr bwMode="auto">
            <a:xfrm>
              <a:off x="944" y="1842"/>
              <a:ext cx="253"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kumimoji="1" lang="en-US" altLang="zh-CN" sz="2800" b="1">
                  <a:solidFill>
                    <a:schemeClr val="tx2"/>
                  </a:solidFill>
                  <a:latin typeface="Times New Roman" panose="02020603050405020304" pitchFamily="18" charset="0"/>
                </a:rPr>
                <a:t>F</a:t>
              </a:r>
              <a:endParaRPr kumimoji="1" lang="en-US" altLang="zh-CN" sz="2400">
                <a:latin typeface="Times New Roman" panose="02020603050405020304" pitchFamily="18" charset="0"/>
              </a:endParaRPr>
            </a:p>
          </p:txBody>
        </p:sp>
        <p:sp>
          <p:nvSpPr>
            <p:cNvPr id="383000" name="Text Box 24">
              <a:extLst>
                <a:ext uri="{FF2B5EF4-FFF2-40B4-BE49-F238E27FC236}">
                  <a16:creationId xmlns:a16="http://schemas.microsoft.com/office/drawing/2014/main" id="{2382DD97-E101-39DD-3F31-6A74A4B92861}"/>
                </a:ext>
              </a:extLst>
            </p:cNvPr>
            <p:cNvSpPr txBox="1">
              <a:spLocks noChangeArrowheads="1"/>
            </p:cNvSpPr>
            <p:nvPr/>
          </p:nvSpPr>
          <p:spPr bwMode="auto">
            <a:xfrm>
              <a:off x="1592" y="1842"/>
              <a:ext cx="29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kumimoji="1" lang="en-US" altLang="zh-CN" sz="2800" b="1">
                  <a:solidFill>
                    <a:schemeClr val="tx2"/>
                  </a:solidFill>
                  <a:latin typeface="Times New Roman" panose="02020603050405020304" pitchFamily="18" charset="0"/>
                </a:rPr>
                <a:t>G</a:t>
              </a:r>
              <a:endParaRPr kumimoji="1" lang="en-US" altLang="zh-CN" sz="2400">
                <a:latin typeface="Times New Roman" panose="02020603050405020304" pitchFamily="18" charset="0"/>
              </a:endParaRPr>
            </a:p>
          </p:txBody>
        </p:sp>
      </p:grpSp>
      <p:grpSp>
        <p:nvGrpSpPr>
          <p:cNvPr id="383067" name="Group 91">
            <a:extLst>
              <a:ext uri="{FF2B5EF4-FFF2-40B4-BE49-F238E27FC236}">
                <a16:creationId xmlns:a16="http://schemas.microsoft.com/office/drawing/2014/main" id="{ACC67B76-137E-0C30-BFE2-562DEE50B7D7}"/>
              </a:ext>
            </a:extLst>
          </p:cNvPr>
          <p:cNvGrpSpPr>
            <a:grpSpLocks/>
          </p:cNvGrpSpPr>
          <p:nvPr/>
        </p:nvGrpSpPr>
        <p:grpSpPr bwMode="auto">
          <a:xfrm>
            <a:off x="3762425" y="1658541"/>
            <a:ext cx="4464050" cy="3552825"/>
            <a:chOff x="2449" y="1192"/>
            <a:chExt cx="2812" cy="2238"/>
          </a:xfrm>
        </p:grpSpPr>
        <p:sp>
          <p:nvSpPr>
            <p:cNvPr id="383041" name="Rectangle 65">
              <a:extLst>
                <a:ext uri="{FF2B5EF4-FFF2-40B4-BE49-F238E27FC236}">
                  <a16:creationId xmlns:a16="http://schemas.microsoft.com/office/drawing/2014/main" id="{646E2FC1-44EB-4F5A-8F3C-478A4F3B88D5}"/>
                </a:ext>
              </a:extLst>
            </p:cNvPr>
            <p:cNvSpPr>
              <a:spLocks noChangeArrowheads="1"/>
            </p:cNvSpPr>
            <p:nvPr/>
          </p:nvSpPr>
          <p:spPr bwMode="auto">
            <a:xfrm>
              <a:off x="2699" y="1207"/>
              <a:ext cx="521" cy="2223"/>
            </a:xfrm>
            <a:prstGeom prst="rect">
              <a:avLst/>
            </a:prstGeom>
            <a:solidFill>
              <a:srgbClr val="FFFFCC"/>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a:p>
          </p:txBody>
        </p:sp>
        <p:grpSp>
          <p:nvGrpSpPr>
            <p:cNvPr id="383006" name="Group 30">
              <a:extLst>
                <a:ext uri="{FF2B5EF4-FFF2-40B4-BE49-F238E27FC236}">
                  <a16:creationId xmlns:a16="http://schemas.microsoft.com/office/drawing/2014/main" id="{FA60DCAD-789B-BCD9-52AE-485C54C00552}"/>
                </a:ext>
              </a:extLst>
            </p:cNvPr>
            <p:cNvGrpSpPr>
              <a:grpSpLocks/>
            </p:cNvGrpSpPr>
            <p:nvPr/>
          </p:nvGrpSpPr>
          <p:grpSpPr bwMode="auto">
            <a:xfrm>
              <a:off x="3424" y="1194"/>
              <a:ext cx="658" cy="308"/>
              <a:chOff x="3424" y="1194"/>
              <a:chExt cx="658" cy="308"/>
            </a:xfrm>
          </p:grpSpPr>
          <p:grpSp>
            <p:nvGrpSpPr>
              <p:cNvPr id="383003" name="Group 27">
                <a:extLst>
                  <a:ext uri="{FF2B5EF4-FFF2-40B4-BE49-F238E27FC236}">
                    <a16:creationId xmlns:a16="http://schemas.microsoft.com/office/drawing/2014/main" id="{4B00034C-605B-0B55-B824-0AF234DB0C9B}"/>
                  </a:ext>
                </a:extLst>
              </p:cNvPr>
              <p:cNvGrpSpPr>
                <a:grpSpLocks/>
              </p:cNvGrpSpPr>
              <p:nvPr/>
            </p:nvGrpSpPr>
            <p:grpSpPr bwMode="auto">
              <a:xfrm>
                <a:off x="3424" y="1230"/>
                <a:ext cx="477" cy="250"/>
                <a:chOff x="3424" y="1230"/>
                <a:chExt cx="477" cy="250"/>
              </a:xfrm>
            </p:grpSpPr>
            <p:sp>
              <p:nvSpPr>
                <p:cNvPr id="383001" name="Rectangle 25">
                  <a:extLst>
                    <a:ext uri="{FF2B5EF4-FFF2-40B4-BE49-F238E27FC236}">
                      <a16:creationId xmlns:a16="http://schemas.microsoft.com/office/drawing/2014/main" id="{4FD83E21-2F6C-F1FC-2514-B2BFEF790913}"/>
                    </a:ext>
                  </a:extLst>
                </p:cNvPr>
                <p:cNvSpPr>
                  <a:spLocks noChangeArrowheads="1"/>
                </p:cNvSpPr>
                <p:nvPr/>
              </p:nvSpPr>
              <p:spPr bwMode="auto">
                <a:xfrm>
                  <a:off x="3424" y="1230"/>
                  <a:ext cx="477" cy="250"/>
                </a:xfrm>
                <a:prstGeom prst="rect">
                  <a:avLst/>
                </a:prstGeom>
                <a:solidFill>
                  <a:srgbClr val="FFFFCC"/>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a:p>
              </p:txBody>
            </p:sp>
            <p:sp>
              <p:nvSpPr>
                <p:cNvPr id="383002" name="Line 26">
                  <a:extLst>
                    <a:ext uri="{FF2B5EF4-FFF2-40B4-BE49-F238E27FC236}">
                      <a16:creationId xmlns:a16="http://schemas.microsoft.com/office/drawing/2014/main" id="{80D157EC-63AD-0322-2D7D-02E11EFA9E54}"/>
                    </a:ext>
                  </a:extLst>
                </p:cNvPr>
                <p:cNvSpPr>
                  <a:spLocks noChangeShapeType="1"/>
                </p:cNvSpPr>
                <p:nvPr/>
              </p:nvSpPr>
              <p:spPr bwMode="auto">
                <a:xfrm>
                  <a:off x="3674" y="1230"/>
                  <a:ext cx="0" cy="2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83004" name="Line 28">
                <a:extLst>
                  <a:ext uri="{FF2B5EF4-FFF2-40B4-BE49-F238E27FC236}">
                    <a16:creationId xmlns:a16="http://schemas.microsoft.com/office/drawing/2014/main" id="{B02647F0-5081-5A5E-B447-C1DD819DDFDB}"/>
                  </a:ext>
                </a:extLst>
              </p:cNvPr>
              <p:cNvSpPr>
                <a:spLocks noChangeShapeType="1"/>
              </p:cNvSpPr>
              <p:nvPr/>
            </p:nvSpPr>
            <p:spPr bwMode="auto">
              <a:xfrm>
                <a:off x="3765" y="1344"/>
                <a:ext cx="317"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3005" name="Text Box 29">
                <a:extLst>
                  <a:ext uri="{FF2B5EF4-FFF2-40B4-BE49-F238E27FC236}">
                    <a16:creationId xmlns:a16="http://schemas.microsoft.com/office/drawing/2014/main" id="{216AFECA-084A-3AA0-1047-E8793DB36926}"/>
                  </a:ext>
                </a:extLst>
              </p:cNvPr>
              <p:cNvSpPr txBox="1">
                <a:spLocks noChangeArrowheads="1"/>
              </p:cNvSpPr>
              <p:nvPr/>
            </p:nvSpPr>
            <p:spPr bwMode="auto">
              <a:xfrm>
                <a:off x="3442" y="1194"/>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600" b="1"/>
                  <a:t>1</a:t>
                </a:r>
              </a:p>
            </p:txBody>
          </p:sp>
        </p:grpSp>
        <p:grpSp>
          <p:nvGrpSpPr>
            <p:cNvPr id="383007" name="Group 31">
              <a:extLst>
                <a:ext uri="{FF2B5EF4-FFF2-40B4-BE49-F238E27FC236}">
                  <a16:creationId xmlns:a16="http://schemas.microsoft.com/office/drawing/2014/main" id="{03B9BEE6-13C4-6ACE-FB44-715217BB91C3}"/>
                </a:ext>
              </a:extLst>
            </p:cNvPr>
            <p:cNvGrpSpPr>
              <a:grpSpLocks/>
            </p:cNvGrpSpPr>
            <p:nvPr/>
          </p:nvGrpSpPr>
          <p:grpSpPr bwMode="auto">
            <a:xfrm>
              <a:off x="4082" y="1194"/>
              <a:ext cx="658" cy="308"/>
              <a:chOff x="3424" y="1194"/>
              <a:chExt cx="658" cy="308"/>
            </a:xfrm>
          </p:grpSpPr>
          <p:grpSp>
            <p:nvGrpSpPr>
              <p:cNvPr id="383008" name="Group 32">
                <a:extLst>
                  <a:ext uri="{FF2B5EF4-FFF2-40B4-BE49-F238E27FC236}">
                    <a16:creationId xmlns:a16="http://schemas.microsoft.com/office/drawing/2014/main" id="{6876C246-C7B7-CEF1-C8B5-BB1CCB0D8ACE}"/>
                  </a:ext>
                </a:extLst>
              </p:cNvPr>
              <p:cNvGrpSpPr>
                <a:grpSpLocks/>
              </p:cNvGrpSpPr>
              <p:nvPr/>
            </p:nvGrpSpPr>
            <p:grpSpPr bwMode="auto">
              <a:xfrm>
                <a:off x="3424" y="1230"/>
                <a:ext cx="477" cy="250"/>
                <a:chOff x="3424" y="1230"/>
                <a:chExt cx="477" cy="250"/>
              </a:xfrm>
            </p:grpSpPr>
            <p:sp>
              <p:nvSpPr>
                <p:cNvPr id="383009" name="Rectangle 33">
                  <a:extLst>
                    <a:ext uri="{FF2B5EF4-FFF2-40B4-BE49-F238E27FC236}">
                      <a16:creationId xmlns:a16="http://schemas.microsoft.com/office/drawing/2014/main" id="{D9825E13-0246-9535-B345-3900C70A6827}"/>
                    </a:ext>
                  </a:extLst>
                </p:cNvPr>
                <p:cNvSpPr>
                  <a:spLocks noChangeArrowheads="1"/>
                </p:cNvSpPr>
                <p:nvPr/>
              </p:nvSpPr>
              <p:spPr bwMode="auto">
                <a:xfrm>
                  <a:off x="3424" y="1230"/>
                  <a:ext cx="477" cy="250"/>
                </a:xfrm>
                <a:prstGeom prst="rect">
                  <a:avLst/>
                </a:prstGeom>
                <a:solidFill>
                  <a:srgbClr val="FFFFCC"/>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a:p>
              </p:txBody>
            </p:sp>
            <p:sp>
              <p:nvSpPr>
                <p:cNvPr id="383010" name="Line 34">
                  <a:extLst>
                    <a:ext uri="{FF2B5EF4-FFF2-40B4-BE49-F238E27FC236}">
                      <a16:creationId xmlns:a16="http://schemas.microsoft.com/office/drawing/2014/main" id="{A5D3F022-538B-083E-F777-250667558FF0}"/>
                    </a:ext>
                  </a:extLst>
                </p:cNvPr>
                <p:cNvSpPr>
                  <a:spLocks noChangeShapeType="1"/>
                </p:cNvSpPr>
                <p:nvPr/>
              </p:nvSpPr>
              <p:spPr bwMode="auto">
                <a:xfrm>
                  <a:off x="3674" y="1230"/>
                  <a:ext cx="0" cy="2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83011" name="Line 35">
                <a:extLst>
                  <a:ext uri="{FF2B5EF4-FFF2-40B4-BE49-F238E27FC236}">
                    <a16:creationId xmlns:a16="http://schemas.microsoft.com/office/drawing/2014/main" id="{D4C1521C-9476-2A8A-B3D2-0F8EE93D2003}"/>
                  </a:ext>
                </a:extLst>
              </p:cNvPr>
              <p:cNvSpPr>
                <a:spLocks noChangeShapeType="1"/>
              </p:cNvSpPr>
              <p:nvPr/>
            </p:nvSpPr>
            <p:spPr bwMode="auto">
              <a:xfrm>
                <a:off x="3765" y="1344"/>
                <a:ext cx="317"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3012" name="Text Box 36">
                <a:extLst>
                  <a:ext uri="{FF2B5EF4-FFF2-40B4-BE49-F238E27FC236}">
                    <a16:creationId xmlns:a16="http://schemas.microsoft.com/office/drawing/2014/main" id="{3D1D843B-3BB4-E492-7EBF-E6D890F6EEC1}"/>
                  </a:ext>
                </a:extLst>
              </p:cNvPr>
              <p:cNvSpPr txBox="1">
                <a:spLocks noChangeArrowheads="1"/>
              </p:cNvSpPr>
              <p:nvPr/>
            </p:nvSpPr>
            <p:spPr bwMode="auto">
              <a:xfrm>
                <a:off x="3442" y="1194"/>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600" b="1"/>
                  <a:t>2</a:t>
                </a:r>
              </a:p>
            </p:txBody>
          </p:sp>
        </p:grpSp>
        <p:sp>
          <p:nvSpPr>
            <p:cNvPr id="383017" name="Line 41">
              <a:extLst>
                <a:ext uri="{FF2B5EF4-FFF2-40B4-BE49-F238E27FC236}">
                  <a16:creationId xmlns:a16="http://schemas.microsoft.com/office/drawing/2014/main" id="{179673BB-B558-B266-D0AB-FC0DA3E54DD2}"/>
                </a:ext>
              </a:extLst>
            </p:cNvPr>
            <p:cNvSpPr>
              <a:spLocks noChangeShapeType="1"/>
            </p:cNvSpPr>
            <p:nvPr/>
          </p:nvSpPr>
          <p:spPr bwMode="auto">
            <a:xfrm>
              <a:off x="3107" y="1344"/>
              <a:ext cx="317"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383020" name="Group 44">
              <a:extLst>
                <a:ext uri="{FF2B5EF4-FFF2-40B4-BE49-F238E27FC236}">
                  <a16:creationId xmlns:a16="http://schemas.microsoft.com/office/drawing/2014/main" id="{B779FF52-8436-35FA-7C92-D490446730B0}"/>
                </a:ext>
              </a:extLst>
            </p:cNvPr>
            <p:cNvGrpSpPr>
              <a:grpSpLocks/>
            </p:cNvGrpSpPr>
            <p:nvPr/>
          </p:nvGrpSpPr>
          <p:grpSpPr bwMode="auto">
            <a:xfrm>
              <a:off x="4740" y="1192"/>
              <a:ext cx="521" cy="310"/>
              <a:chOff x="4740" y="1192"/>
              <a:chExt cx="521" cy="310"/>
            </a:xfrm>
          </p:grpSpPr>
          <p:grpSp>
            <p:nvGrpSpPr>
              <p:cNvPr id="383014" name="Group 38">
                <a:extLst>
                  <a:ext uri="{FF2B5EF4-FFF2-40B4-BE49-F238E27FC236}">
                    <a16:creationId xmlns:a16="http://schemas.microsoft.com/office/drawing/2014/main" id="{A1616DAD-AE28-6E3A-7835-71073ADFD568}"/>
                  </a:ext>
                </a:extLst>
              </p:cNvPr>
              <p:cNvGrpSpPr>
                <a:grpSpLocks/>
              </p:cNvGrpSpPr>
              <p:nvPr/>
            </p:nvGrpSpPr>
            <p:grpSpPr bwMode="auto">
              <a:xfrm>
                <a:off x="4740" y="1230"/>
                <a:ext cx="477" cy="250"/>
                <a:chOff x="3424" y="1230"/>
                <a:chExt cx="477" cy="250"/>
              </a:xfrm>
            </p:grpSpPr>
            <p:sp>
              <p:nvSpPr>
                <p:cNvPr id="383015" name="Rectangle 39">
                  <a:extLst>
                    <a:ext uri="{FF2B5EF4-FFF2-40B4-BE49-F238E27FC236}">
                      <a16:creationId xmlns:a16="http://schemas.microsoft.com/office/drawing/2014/main" id="{75745C6C-28AB-005A-6D8F-944A4C5FDABC}"/>
                    </a:ext>
                  </a:extLst>
                </p:cNvPr>
                <p:cNvSpPr>
                  <a:spLocks noChangeArrowheads="1"/>
                </p:cNvSpPr>
                <p:nvPr/>
              </p:nvSpPr>
              <p:spPr bwMode="auto">
                <a:xfrm>
                  <a:off x="3424" y="1230"/>
                  <a:ext cx="477" cy="250"/>
                </a:xfrm>
                <a:prstGeom prst="rect">
                  <a:avLst/>
                </a:prstGeom>
                <a:solidFill>
                  <a:srgbClr val="FFFFCC"/>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a:p>
              </p:txBody>
            </p:sp>
            <p:sp>
              <p:nvSpPr>
                <p:cNvPr id="383016" name="Line 40">
                  <a:extLst>
                    <a:ext uri="{FF2B5EF4-FFF2-40B4-BE49-F238E27FC236}">
                      <a16:creationId xmlns:a16="http://schemas.microsoft.com/office/drawing/2014/main" id="{B4738F33-C71B-5C23-51F5-67A920602346}"/>
                    </a:ext>
                  </a:extLst>
                </p:cNvPr>
                <p:cNvSpPr>
                  <a:spLocks noChangeShapeType="1"/>
                </p:cNvSpPr>
                <p:nvPr/>
              </p:nvSpPr>
              <p:spPr bwMode="auto">
                <a:xfrm>
                  <a:off x="3674" y="1230"/>
                  <a:ext cx="0" cy="2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83018" name="Text Box 42">
                <a:extLst>
                  <a:ext uri="{FF2B5EF4-FFF2-40B4-BE49-F238E27FC236}">
                    <a16:creationId xmlns:a16="http://schemas.microsoft.com/office/drawing/2014/main" id="{B9C10841-6B50-0FEE-6D9E-907A5C583F06}"/>
                  </a:ext>
                </a:extLst>
              </p:cNvPr>
              <p:cNvSpPr txBox="1">
                <a:spLocks noChangeArrowheads="1"/>
              </p:cNvSpPr>
              <p:nvPr/>
            </p:nvSpPr>
            <p:spPr bwMode="auto">
              <a:xfrm>
                <a:off x="4758" y="1194"/>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600" b="1"/>
                  <a:t>3</a:t>
                </a:r>
              </a:p>
            </p:txBody>
          </p:sp>
          <p:sp>
            <p:nvSpPr>
              <p:cNvPr id="383019" name="Text Box 43">
                <a:extLst>
                  <a:ext uri="{FF2B5EF4-FFF2-40B4-BE49-F238E27FC236}">
                    <a16:creationId xmlns:a16="http://schemas.microsoft.com/office/drawing/2014/main" id="{0B1B0EBD-B3DE-A57A-2D33-77E39157D439}"/>
                  </a:ext>
                </a:extLst>
              </p:cNvPr>
              <p:cNvSpPr txBox="1">
                <a:spLocks noChangeArrowheads="1"/>
              </p:cNvSpPr>
              <p:nvPr/>
            </p:nvSpPr>
            <p:spPr bwMode="auto">
              <a:xfrm>
                <a:off x="4953" y="1192"/>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a:latin typeface="宋体" panose="02010600030101010101" pitchFamily="2" charset="-122"/>
                  </a:rPr>
                  <a:t>∧</a:t>
                </a:r>
              </a:p>
            </p:txBody>
          </p:sp>
        </p:grpSp>
        <p:grpSp>
          <p:nvGrpSpPr>
            <p:cNvPr id="383021" name="Group 45">
              <a:extLst>
                <a:ext uri="{FF2B5EF4-FFF2-40B4-BE49-F238E27FC236}">
                  <a16:creationId xmlns:a16="http://schemas.microsoft.com/office/drawing/2014/main" id="{F01E0300-AE19-8ACC-38DE-AB9C894E7648}"/>
                </a:ext>
              </a:extLst>
            </p:cNvPr>
            <p:cNvGrpSpPr>
              <a:grpSpLocks/>
            </p:cNvGrpSpPr>
            <p:nvPr/>
          </p:nvGrpSpPr>
          <p:grpSpPr bwMode="auto">
            <a:xfrm>
              <a:off x="3424" y="1504"/>
              <a:ext cx="658" cy="308"/>
              <a:chOff x="3424" y="1194"/>
              <a:chExt cx="658" cy="308"/>
            </a:xfrm>
          </p:grpSpPr>
          <p:grpSp>
            <p:nvGrpSpPr>
              <p:cNvPr id="383022" name="Group 46">
                <a:extLst>
                  <a:ext uri="{FF2B5EF4-FFF2-40B4-BE49-F238E27FC236}">
                    <a16:creationId xmlns:a16="http://schemas.microsoft.com/office/drawing/2014/main" id="{B36B4598-9D5C-21FD-51FB-435F7F504ABF}"/>
                  </a:ext>
                </a:extLst>
              </p:cNvPr>
              <p:cNvGrpSpPr>
                <a:grpSpLocks/>
              </p:cNvGrpSpPr>
              <p:nvPr/>
            </p:nvGrpSpPr>
            <p:grpSpPr bwMode="auto">
              <a:xfrm>
                <a:off x="3424" y="1230"/>
                <a:ext cx="477" cy="250"/>
                <a:chOff x="3424" y="1230"/>
                <a:chExt cx="477" cy="250"/>
              </a:xfrm>
            </p:grpSpPr>
            <p:sp>
              <p:nvSpPr>
                <p:cNvPr id="383023" name="Rectangle 47">
                  <a:extLst>
                    <a:ext uri="{FF2B5EF4-FFF2-40B4-BE49-F238E27FC236}">
                      <a16:creationId xmlns:a16="http://schemas.microsoft.com/office/drawing/2014/main" id="{91E4E0B9-4C1E-37B6-E1EE-2D51435FBFED}"/>
                    </a:ext>
                  </a:extLst>
                </p:cNvPr>
                <p:cNvSpPr>
                  <a:spLocks noChangeArrowheads="1"/>
                </p:cNvSpPr>
                <p:nvPr/>
              </p:nvSpPr>
              <p:spPr bwMode="auto">
                <a:xfrm>
                  <a:off x="3424" y="1230"/>
                  <a:ext cx="477" cy="250"/>
                </a:xfrm>
                <a:prstGeom prst="rect">
                  <a:avLst/>
                </a:prstGeom>
                <a:solidFill>
                  <a:srgbClr val="FFFFCC"/>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a:p>
              </p:txBody>
            </p:sp>
            <p:sp>
              <p:nvSpPr>
                <p:cNvPr id="383024" name="Line 48">
                  <a:extLst>
                    <a:ext uri="{FF2B5EF4-FFF2-40B4-BE49-F238E27FC236}">
                      <a16:creationId xmlns:a16="http://schemas.microsoft.com/office/drawing/2014/main" id="{94D0EEC0-4DE7-6F9B-A5F2-76D97930A02E}"/>
                    </a:ext>
                  </a:extLst>
                </p:cNvPr>
                <p:cNvSpPr>
                  <a:spLocks noChangeShapeType="1"/>
                </p:cNvSpPr>
                <p:nvPr/>
              </p:nvSpPr>
              <p:spPr bwMode="auto">
                <a:xfrm>
                  <a:off x="3674" y="1230"/>
                  <a:ext cx="0" cy="2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83025" name="Line 49">
                <a:extLst>
                  <a:ext uri="{FF2B5EF4-FFF2-40B4-BE49-F238E27FC236}">
                    <a16:creationId xmlns:a16="http://schemas.microsoft.com/office/drawing/2014/main" id="{EF413334-82B6-9C85-2460-D2441A9A3056}"/>
                  </a:ext>
                </a:extLst>
              </p:cNvPr>
              <p:cNvSpPr>
                <a:spLocks noChangeShapeType="1"/>
              </p:cNvSpPr>
              <p:nvPr/>
            </p:nvSpPr>
            <p:spPr bwMode="auto">
              <a:xfrm>
                <a:off x="3765" y="1344"/>
                <a:ext cx="317"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3026" name="Text Box 50">
                <a:extLst>
                  <a:ext uri="{FF2B5EF4-FFF2-40B4-BE49-F238E27FC236}">
                    <a16:creationId xmlns:a16="http://schemas.microsoft.com/office/drawing/2014/main" id="{8C2FA97B-DFCC-5CAD-E01A-06495AE153DD}"/>
                  </a:ext>
                </a:extLst>
              </p:cNvPr>
              <p:cNvSpPr txBox="1">
                <a:spLocks noChangeArrowheads="1"/>
              </p:cNvSpPr>
              <p:nvPr/>
            </p:nvSpPr>
            <p:spPr bwMode="auto">
              <a:xfrm>
                <a:off x="3442" y="1194"/>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600" b="1"/>
                  <a:t>4</a:t>
                </a:r>
              </a:p>
            </p:txBody>
          </p:sp>
        </p:grpSp>
        <p:sp>
          <p:nvSpPr>
            <p:cNvPr id="383027" name="Line 51">
              <a:extLst>
                <a:ext uri="{FF2B5EF4-FFF2-40B4-BE49-F238E27FC236}">
                  <a16:creationId xmlns:a16="http://schemas.microsoft.com/office/drawing/2014/main" id="{88714177-09AB-8048-A10E-793E26535FD8}"/>
                </a:ext>
              </a:extLst>
            </p:cNvPr>
            <p:cNvSpPr>
              <a:spLocks noChangeShapeType="1"/>
            </p:cNvSpPr>
            <p:nvPr/>
          </p:nvSpPr>
          <p:spPr bwMode="auto">
            <a:xfrm>
              <a:off x="3107" y="1654"/>
              <a:ext cx="317"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383028" name="Group 52">
              <a:extLst>
                <a:ext uri="{FF2B5EF4-FFF2-40B4-BE49-F238E27FC236}">
                  <a16:creationId xmlns:a16="http://schemas.microsoft.com/office/drawing/2014/main" id="{7E3A9817-6D1D-CAF4-CC1F-66B3FE87DB1B}"/>
                </a:ext>
              </a:extLst>
            </p:cNvPr>
            <p:cNvGrpSpPr>
              <a:grpSpLocks/>
            </p:cNvGrpSpPr>
            <p:nvPr/>
          </p:nvGrpSpPr>
          <p:grpSpPr bwMode="auto">
            <a:xfrm>
              <a:off x="4082" y="1502"/>
              <a:ext cx="521" cy="310"/>
              <a:chOff x="4740" y="1192"/>
              <a:chExt cx="521" cy="310"/>
            </a:xfrm>
          </p:grpSpPr>
          <p:grpSp>
            <p:nvGrpSpPr>
              <p:cNvPr id="383029" name="Group 53">
                <a:extLst>
                  <a:ext uri="{FF2B5EF4-FFF2-40B4-BE49-F238E27FC236}">
                    <a16:creationId xmlns:a16="http://schemas.microsoft.com/office/drawing/2014/main" id="{007189E4-3653-57CC-7BA4-EECCAEA38F24}"/>
                  </a:ext>
                </a:extLst>
              </p:cNvPr>
              <p:cNvGrpSpPr>
                <a:grpSpLocks/>
              </p:cNvGrpSpPr>
              <p:nvPr/>
            </p:nvGrpSpPr>
            <p:grpSpPr bwMode="auto">
              <a:xfrm>
                <a:off x="4740" y="1230"/>
                <a:ext cx="477" cy="250"/>
                <a:chOff x="3424" y="1230"/>
                <a:chExt cx="477" cy="250"/>
              </a:xfrm>
            </p:grpSpPr>
            <p:sp>
              <p:nvSpPr>
                <p:cNvPr id="383030" name="Rectangle 54">
                  <a:extLst>
                    <a:ext uri="{FF2B5EF4-FFF2-40B4-BE49-F238E27FC236}">
                      <a16:creationId xmlns:a16="http://schemas.microsoft.com/office/drawing/2014/main" id="{3B57F173-4186-CBC0-5A4C-B7FDE710D974}"/>
                    </a:ext>
                  </a:extLst>
                </p:cNvPr>
                <p:cNvSpPr>
                  <a:spLocks noChangeArrowheads="1"/>
                </p:cNvSpPr>
                <p:nvPr/>
              </p:nvSpPr>
              <p:spPr bwMode="auto">
                <a:xfrm>
                  <a:off x="3424" y="1230"/>
                  <a:ext cx="477" cy="250"/>
                </a:xfrm>
                <a:prstGeom prst="rect">
                  <a:avLst/>
                </a:prstGeom>
                <a:solidFill>
                  <a:srgbClr val="FFFFCC"/>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a:p>
              </p:txBody>
            </p:sp>
            <p:sp>
              <p:nvSpPr>
                <p:cNvPr id="383031" name="Line 55">
                  <a:extLst>
                    <a:ext uri="{FF2B5EF4-FFF2-40B4-BE49-F238E27FC236}">
                      <a16:creationId xmlns:a16="http://schemas.microsoft.com/office/drawing/2014/main" id="{23C3B3F8-7C80-56F0-7C24-95A54CC8926C}"/>
                    </a:ext>
                  </a:extLst>
                </p:cNvPr>
                <p:cNvSpPr>
                  <a:spLocks noChangeShapeType="1"/>
                </p:cNvSpPr>
                <p:nvPr/>
              </p:nvSpPr>
              <p:spPr bwMode="auto">
                <a:xfrm>
                  <a:off x="3674" y="1230"/>
                  <a:ext cx="0" cy="2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83032" name="Text Box 56">
                <a:extLst>
                  <a:ext uri="{FF2B5EF4-FFF2-40B4-BE49-F238E27FC236}">
                    <a16:creationId xmlns:a16="http://schemas.microsoft.com/office/drawing/2014/main" id="{EEE8959C-3138-7B90-BD87-42FAEB7FF7AC}"/>
                  </a:ext>
                </a:extLst>
              </p:cNvPr>
              <p:cNvSpPr txBox="1">
                <a:spLocks noChangeArrowheads="1"/>
              </p:cNvSpPr>
              <p:nvPr/>
            </p:nvSpPr>
            <p:spPr bwMode="auto">
              <a:xfrm>
                <a:off x="4758" y="1194"/>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600" b="1"/>
                  <a:t>5</a:t>
                </a:r>
              </a:p>
            </p:txBody>
          </p:sp>
          <p:sp>
            <p:nvSpPr>
              <p:cNvPr id="383033" name="Text Box 57">
                <a:extLst>
                  <a:ext uri="{FF2B5EF4-FFF2-40B4-BE49-F238E27FC236}">
                    <a16:creationId xmlns:a16="http://schemas.microsoft.com/office/drawing/2014/main" id="{89EE1924-58BD-8E37-06AD-5E526A0C16A9}"/>
                  </a:ext>
                </a:extLst>
              </p:cNvPr>
              <p:cNvSpPr txBox="1">
                <a:spLocks noChangeArrowheads="1"/>
              </p:cNvSpPr>
              <p:nvPr/>
            </p:nvSpPr>
            <p:spPr bwMode="auto">
              <a:xfrm>
                <a:off x="4953" y="1192"/>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a:latin typeface="宋体" panose="02010600030101010101" pitchFamily="2" charset="-122"/>
                  </a:rPr>
                  <a:t>∧</a:t>
                </a:r>
              </a:p>
            </p:txBody>
          </p:sp>
        </p:grpSp>
        <p:sp>
          <p:nvSpPr>
            <p:cNvPr id="383034" name="Line 58">
              <a:extLst>
                <a:ext uri="{FF2B5EF4-FFF2-40B4-BE49-F238E27FC236}">
                  <a16:creationId xmlns:a16="http://schemas.microsoft.com/office/drawing/2014/main" id="{CE56B0F0-9F5A-3671-8DCF-603EC6EDD42F}"/>
                </a:ext>
              </a:extLst>
            </p:cNvPr>
            <p:cNvSpPr>
              <a:spLocks noChangeShapeType="1"/>
            </p:cNvSpPr>
            <p:nvPr/>
          </p:nvSpPr>
          <p:spPr bwMode="auto">
            <a:xfrm>
              <a:off x="3107" y="2289"/>
              <a:ext cx="317"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383035" name="Group 59">
              <a:extLst>
                <a:ext uri="{FF2B5EF4-FFF2-40B4-BE49-F238E27FC236}">
                  <a16:creationId xmlns:a16="http://schemas.microsoft.com/office/drawing/2014/main" id="{A3751529-3C14-56B5-38C5-9D84715B7EA6}"/>
                </a:ext>
              </a:extLst>
            </p:cNvPr>
            <p:cNvGrpSpPr>
              <a:grpSpLocks/>
            </p:cNvGrpSpPr>
            <p:nvPr/>
          </p:nvGrpSpPr>
          <p:grpSpPr bwMode="auto">
            <a:xfrm>
              <a:off x="3424" y="2137"/>
              <a:ext cx="521" cy="310"/>
              <a:chOff x="4740" y="1192"/>
              <a:chExt cx="521" cy="310"/>
            </a:xfrm>
          </p:grpSpPr>
          <p:grpSp>
            <p:nvGrpSpPr>
              <p:cNvPr id="383036" name="Group 60">
                <a:extLst>
                  <a:ext uri="{FF2B5EF4-FFF2-40B4-BE49-F238E27FC236}">
                    <a16:creationId xmlns:a16="http://schemas.microsoft.com/office/drawing/2014/main" id="{37964D21-C65B-E9A0-9684-4A733D9902B2}"/>
                  </a:ext>
                </a:extLst>
              </p:cNvPr>
              <p:cNvGrpSpPr>
                <a:grpSpLocks/>
              </p:cNvGrpSpPr>
              <p:nvPr/>
            </p:nvGrpSpPr>
            <p:grpSpPr bwMode="auto">
              <a:xfrm>
                <a:off x="4740" y="1230"/>
                <a:ext cx="477" cy="250"/>
                <a:chOff x="3424" y="1230"/>
                <a:chExt cx="477" cy="250"/>
              </a:xfrm>
            </p:grpSpPr>
            <p:sp>
              <p:nvSpPr>
                <p:cNvPr id="383037" name="Rectangle 61">
                  <a:extLst>
                    <a:ext uri="{FF2B5EF4-FFF2-40B4-BE49-F238E27FC236}">
                      <a16:creationId xmlns:a16="http://schemas.microsoft.com/office/drawing/2014/main" id="{F67CD460-C151-974E-F3EA-8E135E88401A}"/>
                    </a:ext>
                  </a:extLst>
                </p:cNvPr>
                <p:cNvSpPr>
                  <a:spLocks noChangeArrowheads="1"/>
                </p:cNvSpPr>
                <p:nvPr/>
              </p:nvSpPr>
              <p:spPr bwMode="auto">
                <a:xfrm>
                  <a:off x="3424" y="1230"/>
                  <a:ext cx="477" cy="250"/>
                </a:xfrm>
                <a:prstGeom prst="rect">
                  <a:avLst/>
                </a:prstGeom>
                <a:solidFill>
                  <a:srgbClr val="FFFFCC"/>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a:p>
              </p:txBody>
            </p:sp>
            <p:sp>
              <p:nvSpPr>
                <p:cNvPr id="383038" name="Line 62">
                  <a:extLst>
                    <a:ext uri="{FF2B5EF4-FFF2-40B4-BE49-F238E27FC236}">
                      <a16:creationId xmlns:a16="http://schemas.microsoft.com/office/drawing/2014/main" id="{90C5C9DA-F74A-50BA-1291-F451991C9A51}"/>
                    </a:ext>
                  </a:extLst>
                </p:cNvPr>
                <p:cNvSpPr>
                  <a:spLocks noChangeShapeType="1"/>
                </p:cNvSpPr>
                <p:nvPr/>
              </p:nvSpPr>
              <p:spPr bwMode="auto">
                <a:xfrm>
                  <a:off x="3674" y="1230"/>
                  <a:ext cx="0" cy="2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83039" name="Text Box 63">
                <a:extLst>
                  <a:ext uri="{FF2B5EF4-FFF2-40B4-BE49-F238E27FC236}">
                    <a16:creationId xmlns:a16="http://schemas.microsoft.com/office/drawing/2014/main" id="{B9CFFF5A-0256-0E78-9EAB-A39D6473FF82}"/>
                  </a:ext>
                </a:extLst>
              </p:cNvPr>
              <p:cNvSpPr txBox="1">
                <a:spLocks noChangeArrowheads="1"/>
              </p:cNvSpPr>
              <p:nvPr/>
            </p:nvSpPr>
            <p:spPr bwMode="auto">
              <a:xfrm>
                <a:off x="4758" y="1194"/>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600" b="1"/>
                  <a:t>6</a:t>
                </a:r>
              </a:p>
            </p:txBody>
          </p:sp>
          <p:sp>
            <p:nvSpPr>
              <p:cNvPr id="383040" name="Text Box 64">
                <a:extLst>
                  <a:ext uri="{FF2B5EF4-FFF2-40B4-BE49-F238E27FC236}">
                    <a16:creationId xmlns:a16="http://schemas.microsoft.com/office/drawing/2014/main" id="{9AE074E3-6A6A-7A72-52BB-56D8223ACB1F}"/>
                  </a:ext>
                </a:extLst>
              </p:cNvPr>
              <p:cNvSpPr txBox="1">
                <a:spLocks noChangeArrowheads="1"/>
              </p:cNvSpPr>
              <p:nvPr/>
            </p:nvSpPr>
            <p:spPr bwMode="auto">
              <a:xfrm>
                <a:off x="4953" y="1192"/>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a:latin typeface="宋体" panose="02010600030101010101" pitchFamily="2" charset="-122"/>
                  </a:rPr>
                  <a:t>∧</a:t>
                </a:r>
              </a:p>
            </p:txBody>
          </p:sp>
        </p:grpSp>
        <p:sp>
          <p:nvSpPr>
            <p:cNvPr id="383042" name="Line 66">
              <a:extLst>
                <a:ext uri="{FF2B5EF4-FFF2-40B4-BE49-F238E27FC236}">
                  <a16:creationId xmlns:a16="http://schemas.microsoft.com/office/drawing/2014/main" id="{45B7E1C6-6F7A-E5B5-0579-4EC86C0C9774}"/>
                </a:ext>
              </a:extLst>
            </p:cNvPr>
            <p:cNvSpPr>
              <a:spLocks noChangeShapeType="1"/>
            </p:cNvSpPr>
            <p:nvPr/>
          </p:nvSpPr>
          <p:spPr bwMode="auto">
            <a:xfrm flipH="1">
              <a:off x="2699" y="1502"/>
              <a:ext cx="52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3043" name="Line 67">
              <a:extLst>
                <a:ext uri="{FF2B5EF4-FFF2-40B4-BE49-F238E27FC236}">
                  <a16:creationId xmlns:a16="http://schemas.microsoft.com/office/drawing/2014/main" id="{823FAE92-00F9-2B23-E764-60697CF829DF}"/>
                </a:ext>
              </a:extLst>
            </p:cNvPr>
            <p:cNvSpPr>
              <a:spLocks noChangeShapeType="1"/>
            </p:cNvSpPr>
            <p:nvPr/>
          </p:nvSpPr>
          <p:spPr bwMode="auto">
            <a:xfrm flipH="1">
              <a:off x="2699" y="1820"/>
              <a:ext cx="52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3044" name="Line 68">
              <a:extLst>
                <a:ext uri="{FF2B5EF4-FFF2-40B4-BE49-F238E27FC236}">
                  <a16:creationId xmlns:a16="http://schemas.microsoft.com/office/drawing/2014/main" id="{C0E8C31F-F2C9-658D-CA2D-FF3F85CD21BB}"/>
                </a:ext>
              </a:extLst>
            </p:cNvPr>
            <p:cNvSpPr>
              <a:spLocks noChangeShapeType="1"/>
            </p:cNvSpPr>
            <p:nvPr/>
          </p:nvSpPr>
          <p:spPr bwMode="auto">
            <a:xfrm flipH="1">
              <a:off x="2699" y="2137"/>
              <a:ext cx="52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3045" name="Line 69">
              <a:extLst>
                <a:ext uri="{FF2B5EF4-FFF2-40B4-BE49-F238E27FC236}">
                  <a16:creationId xmlns:a16="http://schemas.microsoft.com/office/drawing/2014/main" id="{8D983C90-1937-C260-13B9-BAD4633CBEA8}"/>
                </a:ext>
              </a:extLst>
            </p:cNvPr>
            <p:cNvSpPr>
              <a:spLocks noChangeShapeType="1"/>
            </p:cNvSpPr>
            <p:nvPr/>
          </p:nvSpPr>
          <p:spPr bwMode="auto">
            <a:xfrm flipH="1">
              <a:off x="2699" y="2455"/>
              <a:ext cx="52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3046" name="Line 70">
              <a:extLst>
                <a:ext uri="{FF2B5EF4-FFF2-40B4-BE49-F238E27FC236}">
                  <a16:creationId xmlns:a16="http://schemas.microsoft.com/office/drawing/2014/main" id="{E3C2C646-4CED-D87D-F82F-4DC7E13604B3}"/>
                </a:ext>
              </a:extLst>
            </p:cNvPr>
            <p:cNvSpPr>
              <a:spLocks noChangeShapeType="1"/>
            </p:cNvSpPr>
            <p:nvPr/>
          </p:nvSpPr>
          <p:spPr bwMode="auto">
            <a:xfrm flipH="1">
              <a:off x="2699" y="2772"/>
              <a:ext cx="52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3047" name="Line 71">
              <a:extLst>
                <a:ext uri="{FF2B5EF4-FFF2-40B4-BE49-F238E27FC236}">
                  <a16:creationId xmlns:a16="http://schemas.microsoft.com/office/drawing/2014/main" id="{9C8E87B7-91AA-CBA6-6705-3695AE7270B3}"/>
                </a:ext>
              </a:extLst>
            </p:cNvPr>
            <p:cNvSpPr>
              <a:spLocks noChangeShapeType="1"/>
            </p:cNvSpPr>
            <p:nvPr/>
          </p:nvSpPr>
          <p:spPr bwMode="auto">
            <a:xfrm flipH="1">
              <a:off x="2699" y="3090"/>
              <a:ext cx="52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3048" name="Line 72">
              <a:extLst>
                <a:ext uri="{FF2B5EF4-FFF2-40B4-BE49-F238E27FC236}">
                  <a16:creationId xmlns:a16="http://schemas.microsoft.com/office/drawing/2014/main" id="{382BA004-F1B9-4E32-9E15-C176496377AB}"/>
                </a:ext>
              </a:extLst>
            </p:cNvPr>
            <p:cNvSpPr>
              <a:spLocks noChangeShapeType="1"/>
            </p:cNvSpPr>
            <p:nvPr/>
          </p:nvSpPr>
          <p:spPr bwMode="auto">
            <a:xfrm>
              <a:off x="2971" y="1207"/>
              <a:ext cx="0" cy="222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3049" name="Text Box 73">
              <a:extLst>
                <a:ext uri="{FF2B5EF4-FFF2-40B4-BE49-F238E27FC236}">
                  <a16:creationId xmlns:a16="http://schemas.microsoft.com/office/drawing/2014/main" id="{7DE0A6FB-0195-9134-6744-5021E9C0A8A7}"/>
                </a:ext>
              </a:extLst>
            </p:cNvPr>
            <p:cNvSpPr txBox="1">
              <a:spLocks noChangeArrowheads="1"/>
            </p:cNvSpPr>
            <p:nvPr/>
          </p:nvSpPr>
          <p:spPr bwMode="auto">
            <a:xfrm>
              <a:off x="2948" y="2455"/>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a:latin typeface="宋体" panose="02010600030101010101" pitchFamily="2" charset="-122"/>
                </a:rPr>
                <a:t>∧</a:t>
              </a:r>
            </a:p>
          </p:txBody>
        </p:sp>
        <p:sp>
          <p:nvSpPr>
            <p:cNvPr id="383050" name="Text Box 74">
              <a:extLst>
                <a:ext uri="{FF2B5EF4-FFF2-40B4-BE49-F238E27FC236}">
                  <a16:creationId xmlns:a16="http://schemas.microsoft.com/office/drawing/2014/main" id="{BF454957-0080-29C5-C57D-B97738201C50}"/>
                </a:ext>
              </a:extLst>
            </p:cNvPr>
            <p:cNvSpPr txBox="1">
              <a:spLocks noChangeArrowheads="1"/>
            </p:cNvSpPr>
            <p:nvPr/>
          </p:nvSpPr>
          <p:spPr bwMode="auto">
            <a:xfrm>
              <a:off x="2948" y="1820"/>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a:latin typeface="宋体" panose="02010600030101010101" pitchFamily="2" charset="-122"/>
                </a:rPr>
                <a:t>∧</a:t>
              </a:r>
            </a:p>
          </p:txBody>
        </p:sp>
        <p:sp>
          <p:nvSpPr>
            <p:cNvPr id="383051" name="Text Box 75">
              <a:extLst>
                <a:ext uri="{FF2B5EF4-FFF2-40B4-BE49-F238E27FC236}">
                  <a16:creationId xmlns:a16="http://schemas.microsoft.com/office/drawing/2014/main" id="{66CA44E7-C284-0F67-2985-3C4B1B8A1AD0}"/>
                </a:ext>
              </a:extLst>
            </p:cNvPr>
            <p:cNvSpPr txBox="1">
              <a:spLocks noChangeArrowheads="1"/>
            </p:cNvSpPr>
            <p:nvPr/>
          </p:nvSpPr>
          <p:spPr bwMode="auto">
            <a:xfrm>
              <a:off x="2948" y="2757"/>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a:latin typeface="宋体" panose="02010600030101010101" pitchFamily="2" charset="-122"/>
                </a:rPr>
                <a:t>∧</a:t>
              </a:r>
            </a:p>
          </p:txBody>
        </p:sp>
        <p:sp>
          <p:nvSpPr>
            <p:cNvPr id="383052" name="Text Box 76">
              <a:extLst>
                <a:ext uri="{FF2B5EF4-FFF2-40B4-BE49-F238E27FC236}">
                  <a16:creationId xmlns:a16="http://schemas.microsoft.com/office/drawing/2014/main" id="{F7452B75-7822-D7B5-C3AD-9384AFF8B21D}"/>
                </a:ext>
              </a:extLst>
            </p:cNvPr>
            <p:cNvSpPr txBox="1">
              <a:spLocks noChangeArrowheads="1"/>
            </p:cNvSpPr>
            <p:nvPr/>
          </p:nvSpPr>
          <p:spPr bwMode="auto">
            <a:xfrm>
              <a:off x="2948" y="3074"/>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a:latin typeface="宋体" panose="02010600030101010101" pitchFamily="2" charset="-122"/>
                </a:rPr>
                <a:t>∧</a:t>
              </a:r>
            </a:p>
          </p:txBody>
        </p:sp>
        <p:sp>
          <p:nvSpPr>
            <p:cNvPr id="383053" name="Text Box 77">
              <a:extLst>
                <a:ext uri="{FF2B5EF4-FFF2-40B4-BE49-F238E27FC236}">
                  <a16:creationId xmlns:a16="http://schemas.microsoft.com/office/drawing/2014/main" id="{C26D7271-F27D-8F08-330D-FF1ADEC23304}"/>
                </a:ext>
              </a:extLst>
            </p:cNvPr>
            <p:cNvSpPr txBox="1">
              <a:spLocks noChangeArrowheads="1"/>
            </p:cNvSpPr>
            <p:nvPr/>
          </p:nvSpPr>
          <p:spPr bwMode="auto">
            <a:xfrm>
              <a:off x="2699" y="1194"/>
              <a:ext cx="266"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600" b="1"/>
                <a:t>A</a:t>
              </a:r>
            </a:p>
          </p:txBody>
        </p:sp>
        <p:sp>
          <p:nvSpPr>
            <p:cNvPr id="383054" name="Text Box 78">
              <a:extLst>
                <a:ext uri="{FF2B5EF4-FFF2-40B4-BE49-F238E27FC236}">
                  <a16:creationId xmlns:a16="http://schemas.microsoft.com/office/drawing/2014/main" id="{495D9A70-1028-ABE6-1D2C-28F3768755B0}"/>
                </a:ext>
              </a:extLst>
            </p:cNvPr>
            <p:cNvSpPr txBox="1">
              <a:spLocks noChangeArrowheads="1"/>
            </p:cNvSpPr>
            <p:nvPr/>
          </p:nvSpPr>
          <p:spPr bwMode="auto">
            <a:xfrm>
              <a:off x="2699" y="1489"/>
              <a:ext cx="266"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600" b="1"/>
                <a:t>B</a:t>
              </a:r>
            </a:p>
          </p:txBody>
        </p:sp>
        <p:sp>
          <p:nvSpPr>
            <p:cNvPr id="383055" name="Text Box 79">
              <a:extLst>
                <a:ext uri="{FF2B5EF4-FFF2-40B4-BE49-F238E27FC236}">
                  <a16:creationId xmlns:a16="http://schemas.microsoft.com/office/drawing/2014/main" id="{115B94CA-15FE-4EAE-AE7F-6CB8D598771B}"/>
                </a:ext>
              </a:extLst>
            </p:cNvPr>
            <p:cNvSpPr txBox="1">
              <a:spLocks noChangeArrowheads="1"/>
            </p:cNvSpPr>
            <p:nvPr/>
          </p:nvSpPr>
          <p:spPr bwMode="auto">
            <a:xfrm>
              <a:off x="2699" y="1820"/>
              <a:ext cx="266"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600" b="1"/>
                <a:t>C</a:t>
              </a:r>
            </a:p>
          </p:txBody>
        </p:sp>
        <p:sp>
          <p:nvSpPr>
            <p:cNvPr id="383056" name="Text Box 80">
              <a:extLst>
                <a:ext uri="{FF2B5EF4-FFF2-40B4-BE49-F238E27FC236}">
                  <a16:creationId xmlns:a16="http://schemas.microsoft.com/office/drawing/2014/main" id="{2F038F84-F137-1986-1A05-885BC2A13BC2}"/>
                </a:ext>
              </a:extLst>
            </p:cNvPr>
            <p:cNvSpPr txBox="1">
              <a:spLocks noChangeArrowheads="1"/>
            </p:cNvSpPr>
            <p:nvPr/>
          </p:nvSpPr>
          <p:spPr bwMode="auto">
            <a:xfrm>
              <a:off x="2699" y="2137"/>
              <a:ext cx="266"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600" b="1"/>
                <a:t>D</a:t>
              </a:r>
            </a:p>
          </p:txBody>
        </p:sp>
        <p:sp>
          <p:nvSpPr>
            <p:cNvPr id="383057" name="Text Box 81">
              <a:extLst>
                <a:ext uri="{FF2B5EF4-FFF2-40B4-BE49-F238E27FC236}">
                  <a16:creationId xmlns:a16="http://schemas.microsoft.com/office/drawing/2014/main" id="{1FBC9CBC-AB6E-6B22-74F2-DE5719BABBC6}"/>
                </a:ext>
              </a:extLst>
            </p:cNvPr>
            <p:cNvSpPr txBox="1">
              <a:spLocks noChangeArrowheads="1"/>
            </p:cNvSpPr>
            <p:nvPr/>
          </p:nvSpPr>
          <p:spPr bwMode="auto">
            <a:xfrm>
              <a:off x="2699" y="2455"/>
              <a:ext cx="266"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600" b="1"/>
                <a:t>E</a:t>
              </a:r>
            </a:p>
          </p:txBody>
        </p:sp>
        <p:sp>
          <p:nvSpPr>
            <p:cNvPr id="383058" name="Text Box 82">
              <a:extLst>
                <a:ext uri="{FF2B5EF4-FFF2-40B4-BE49-F238E27FC236}">
                  <a16:creationId xmlns:a16="http://schemas.microsoft.com/office/drawing/2014/main" id="{155EE389-610B-CBBF-5384-955877D6144F}"/>
                </a:ext>
              </a:extLst>
            </p:cNvPr>
            <p:cNvSpPr txBox="1">
              <a:spLocks noChangeArrowheads="1"/>
            </p:cNvSpPr>
            <p:nvPr/>
          </p:nvSpPr>
          <p:spPr bwMode="auto">
            <a:xfrm>
              <a:off x="2721" y="2782"/>
              <a:ext cx="266"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600" b="1"/>
                <a:t>F</a:t>
              </a:r>
            </a:p>
          </p:txBody>
        </p:sp>
        <p:sp>
          <p:nvSpPr>
            <p:cNvPr id="383059" name="Text Box 83">
              <a:extLst>
                <a:ext uri="{FF2B5EF4-FFF2-40B4-BE49-F238E27FC236}">
                  <a16:creationId xmlns:a16="http://schemas.microsoft.com/office/drawing/2014/main" id="{0847942B-AEC7-4A7C-70DA-5668D91D2D8B}"/>
                </a:ext>
              </a:extLst>
            </p:cNvPr>
            <p:cNvSpPr txBox="1">
              <a:spLocks noChangeArrowheads="1"/>
            </p:cNvSpPr>
            <p:nvPr/>
          </p:nvSpPr>
          <p:spPr bwMode="auto">
            <a:xfrm>
              <a:off x="2699" y="3077"/>
              <a:ext cx="266"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600" b="1"/>
                <a:t>G</a:t>
              </a:r>
            </a:p>
          </p:txBody>
        </p:sp>
        <p:sp>
          <p:nvSpPr>
            <p:cNvPr id="383060" name="Text Box 84">
              <a:extLst>
                <a:ext uri="{FF2B5EF4-FFF2-40B4-BE49-F238E27FC236}">
                  <a16:creationId xmlns:a16="http://schemas.microsoft.com/office/drawing/2014/main" id="{BBBBD413-E267-3E0B-5B52-9BAF56BDA742}"/>
                </a:ext>
              </a:extLst>
            </p:cNvPr>
            <p:cNvSpPr txBox="1">
              <a:spLocks noChangeArrowheads="1"/>
            </p:cNvSpPr>
            <p:nvPr/>
          </p:nvSpPr>
          <p:spPr bwMode="auto">
            <a:xfrm>
              <a:off x="2479" y="1204"/>
              <a:ext cx="220"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600" b="1">
                  <a:solidFill>
                    <a:schemeClr val="tx2"/>
                  </a:solidFill>
                  <a:latin typeface="Times New Roman" panose="02020603050405020304" pitchFamily="18" charset="0"/>
                </a:rPr>
                <a:t>0</a:t>
              </a:r>
            </a:p>
          </p:txBody>
        </p:sp>
        <p:sp>
          <p:nvSpPr>
            <p:cNvPr id="383061" name="Text Box 85">
              <a:extLst>
                <a:ext uri="{FF2B5EF4-FFF2-40B4-BE49-F238E27FC236}">
                  <a16:creationId xmlns:a16="http://schemas.microsoft.com/office/drawing/2014/main" id="{D2D57B66-C417-2E74-D0E3-643CFDC1C9D9}"/>
                </a:ext>
              </a:extLst>
            </p:cNvPr>
            <p:cNvSpPr txBox="1">
              <a:spLocks noChangeArrowheads="1"/>
            </p:cNvSpPr>
            <p:nvPr/>
          </p:nvSpPr>
          <p:spPr bwMode="auto">
            <a:xfrm>
              <a:off x="2479" y="1489"/>
              <a:ext cx="220"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600" b="1">
                  <a:solidFill>
                    <a:schemeClr val="tx2"/>
                  </a:solidFill>
                  <a:latin typeface="Times New Roman" panose="02020603050405020304" pitchFamily="18" charset="0"/>
                </a:rPr>
                <a:t>1</a:t>
              </a:r>
            </a:p>
          </p:txBody>
        </p:sp>
        <p:sp>
          <p:nvSpPr>
            <p:cNvPr id="383062" name="Text Box 86">
              <a:extLst>
                <a:ext uri="{FF2B5EF4-FFF2-40B4-BE49-F238E27FC236}">
                  <a16:creationId xmlns:a16="http://schemas.microsoft.com/office/drawing/2014/main" id="{57BBBB9F-8979-B801-5F14-CCC3B75D0D33}"/>
                </a:ext>
              </a:extLst>
            </p:cNvPr>
            <p:cNvSpPr txBox="1">
              <a:spLocks noChangeArrowheads="1"/>
            </p:cNvSpPr>
            <p:nvPr/>
          </p:nvSpPr>
          <p:spPr bwMode="auto">
            <a:xfrm>
              <a:off x="2472" y="1807"/>
              <a:ext cx="220"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600" b="1" dirty="0">
                  <a:solidFill>
                    <a:schemeClr val="tx2"/>
                  </a:solidFill>
                  <a:latin typeface="Times New Roman" panose="02020603050405020304" pitchFamily="18" charset="0"/>
                </a:rPr>
                <a:t>2</a:t>
              </a:r>
            </a:p>
          </p:txBody>
        </p:sp>
        <p:sp>
          <p:nvSpPr>
            <p:cNvPr id="383063" name="Text Box 87">
              <a:extLst>
                <a:ext uri="{FF2B5EF4-FFF2-40B4-BE49-F238E27FC236}">
                  <a16:creationId xmlns:a16="http://schemas.microsoft.com/office/drawing/2014/main" id="{42DD0A1B-4452-5391-825D-F349CA51296F}"/>
                </a:ext>
              </a:extLst>
            </p:cNvPr>
            <p:cNvSpPr txBox="1">
              <a:spLocks noChangeArrowheads="1"/>
            </p:cNvSpPr>
            <p:nvPr/>
          </p:nvSpPr>
          <p:spPr bwMode="auto">
            <a:xfrm>
              <a:off x="2479" y="2147"/>
              <a:ext cx="220"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600" b="1">
                  <a:solidFill>
                    <a:schemeClr val="tx2"/>
                  </a:solidFill>
                  <a:latin typeface="Times New Roman" panose="02020603050405020304" pitchFamily="18" charset="0"/>
                </a:rPr>
                <a:t>3</a:t>
              </a:r>
            </a:p>
          </p:txBody>
        </p:sp>
        <p:sp>
          <p:nvSpPr>
            <p:cNvPr id="383064" name="Text Box 88">
              <a:extLst>
                <a:ext uri="{FF2B5EF4-FFF2-40B4-BE49-F238E27FC236}">
                  <a16:creationId xmlns:a16="http://schemas.microsoft.com/office/drawing/2014/main" id="{D9223F50-94B1-F17F-E2A2-8587A5E49285}"/>
                </a:ext>
              </a:extLst>
            </p:cNvPr>
            <p:cNvSpPr txBox="1">
              <a:spLocks noChangeArrowheads="1"/>
            </p:cNvSpPr>
            <p:nvPr/>
          </p:nvSpPr>
          <p:spPr bwMode="auto">
            <a:xfrm>
              <a:off x="2449" y="2455"/>
              <a:ext cx="220"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600" b="1">
                  <a:solidFill>
                    <a:schemeClr val="tx2"/>
                  </a:solidFill>
                  <a:latin typeface="Times New Roman" panose="02020603050405020304" pitchFamily="18" charset="0"/>
                </a:rPr>
                <a:t>4</a:t>
              </a:r>
            </a:p>
          </p:txBody>
        </p:sp>
        <p:sp>
          <p:nvSpPr>
            <p:cNvPr id="383065" name="Text Box 89">
              <a:extLst>
                <a:ext uri="{FF2B5EF4-FFF2-40B4-BE49-F238E27FC236}">
                  <a16:creationId xmlns:a16="http://schemas.microsoft.com/office/drawing/2014/main" id="{F7FA6E27-EF5E-1FD4-65D1-721A184845F1}"/>
                </a:ext>
              </a:extLst>
            </p:cNvPr>
            <p:cNvSpPr txBox="1">
              <a:spLocks noChangeArrowheads="1"/>
            </p:cNvSpPr>
            <p:nvPr/>
          </p:nvSpPr>
          <p:spPr bwMode="auto">
            <a:xfrm>
              <a:off x="2456" y="2772"/>
              <a:ext cx="220"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600" b="1">
                  <a:solidFill>
                    <a:schemeClr val="tx2"/>
                  </a:solidFill>
                  <a:latin typeface="Times New Roman" panose="02020603050405020304" pitchFamily="18" charset="0"/>
                </a:rPr>
                <a:t>5</a:t>
              </a:r>
            </a:p>
          </p:txBody>
        </p:sp>
        <p:sp>
          <p:nvSpPr>
            <p:cNvPr id="383066" name="Text Box 90">
              <a:extLst>
                <a:ext uri="{FF2B5EF4-FFF2-40B4-BE49-F238E27FC236}">
                  <a16:creationId xmlns:a16="http://schemas.microsoft.com/office/drawing/2014/main" id="{1AC87553-2A04-5EEA-8CAE-C0829F953DA2}"/>
                </a:ext>
              </a:extLst>
            </p:cNvPr>
            <p:cNvSpPr txBox="1">
              <a:spLocks noChangeArrowheads="1"/>
            </p:cNvSpPr>
            <p:nvPr/>
          </p:nvSpPr>
          <p:spPr bwMode="auto">
            <a:xfrm>
              <a:off x="2449" y="3077"/>
              <a:ext cx="220"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600" b="1">
                  <a:solidFill>
                    <a:schemeClr val="tx2"/>
                  </a:solidFill>
                  <a:latin typeface="Times New Roman" panose="02020603050405020304" pitchFamily="18" charset="0"/>
                </a:rPr>
                <a:t>6</a:t>
              </a:r>
            </a:p>
          </p:txBody>
        </p:sp>
      </p:grpSp>
    </p:spTree>
  </p:cSld>
  <p:clrMapOvr>
    <a:masterClrMapping/>
  </p:clrMapOvr>
  <p:transition>
    <p:split/>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419" name="Text Box 3">
            <a:extLst>
              <a:ext uri="{FF2B5EF4-FFF2-40B4-BE49-F238E27FC236}">
                <a16:creationId xmlns:a16="http://schemas.microsoft.com/office/drawing/2014/main" id="{7EF7F9FC-37CD-6654-FF21-4B3D775AD607}"/>
              </a:ext>
            </a:extLst>
          </p:cNvPr>
          <p:cNvSpPr txBox="1">
            <a:spLocks noChangeArrowheads="1"/>
          </p:cNvSpPr>
          <p:nvPr/>
        </p:nvSpPr>
        <p:spPr bwMode="auto">
          <a:xfrm>
            <a:off x="685800" y="2209800"/>
            <a:ext cx="3124200" cy="1066800"/>
          </a:xfrm>
          <a:prstGeom prst="rect">
            <a:avLst/>
          </a:prstGeom>
          <a:noFill/>
          <a:ln w="9525">
            <a:noFill/>
            <a:miter lim="800000"/>
            <a:headEnd/>
            <a:tailEnd/>
          </a:ln>
          <a:effectLst/>
        </p:spPr>
        <p:txBody>
          <a:bodyPr>
            <a:spAutoFit/>
          </a:bodyPr>
          <a:lstStyle/>
          <a:p>
            <a:pPr eaLnBrk="1" fontAlgn="auto" hangingPunct="1">
              <a:spcBef>
                <a:spcPts val="0"/>
              </a:spcBef>
              <a:spcAft>
                <a:spcPts val="0"/>
              </a:spcAft>
              <a:defRPr/>
            </a:pPr>
            <a:r>
              <a:rPr lang="zh-CN" altLang="en-US" sz="3200" dirty="0">
                <a:solidFill>
                  <a:srgbClr val="009900"/>
                </a:solidFill>
                <a:effectLst>
                  <a:outerShdw blurRad="38100" dist="38100" dir="2700000" algn="tl">
                    <a:srgbClr val="C0C0C0"/>
                  </a:outerShdw>
                </a:effectLst>
                <a:latin typeface="隶书" pitchFamily="49" charset="-122"/>
                <a:ea typeface="隶书" pitchFamily="49" charset="-122"/>
              </a:rPr>
              <a:t>树的左孩子 </a:t>
            </a:r>
            <a:r>
              <a:rPr lang="en-US" altLang="zh-CN" sz="3200" dirty="0">
                <a:solidFill>
                  <a:srgbClr val="009900"/>
                </a:solidFill>
                <a:effectLst>
                  <a:outerShdw blurRad="38100" dist="38100" dir="2700000" algn="tl">
                    <a:srgbClr val="C0C0C0"/>
                  </a:outerShdw>
                </a:effectLst>
                <a:latin typeface="隶书" pitchFamily="49" charset="-122"/>
                <a:ea typeface="隶书" pitchFamily="49" charset="-122"/>
              </a:rPr>
              <a:t>-</a:t>
            </a:r>
          </a:p>
          <a:p>
            <a:pPr eaLnBrk="1" fontAlgn="auto" hangingPunct="1">
              <a:spcBef>
                <a:spcPts val="0"/>
              </a:spcBef>
              <a:spcAft>
                <a:spcPts val="0"/>
              </a:spcAft>
              <a:defRPr/>
            </a:pPr>
            <a:r>
              <a:rPr lang="en-US" altLang="zh-CN" sz="3200" dirty="0">
                <a:solidFill>
                  <a:srgbClr val="009900"/>
                </a:solidFill>
                <a:effectLst>
                  <a:outerShdw blurRad="38100" dist="38100" dir="2700000" algn="tl">
                    <a:srgbClr val="C0C0C0"/>
                  </a:outerShdw>
                </a:effectLst>
                <a:latin typeface="隶书" pitchFamily="49" charset="-122"/>
                <a:ea typeface="隶书" pitchFamily="49" charset="-122"/>
              </a:rPr>
              <a:t>    </a:t>
            </a:r>
            <a:r>
              <a:rPr lang="zh-CN" altLang="en-US" sz="3200" dirty="0">
                <a:solidFill>
                  <a:srgbClr val="009900"/>
                </a:solidFill>
                <a:effectLst>
                  <a:outerShdw blurRad="38100" dist="38100" dir="2700000" algn="tl">
                    <a:srgbClr val="C0C0C0"/>
                  </a:outerShdw>
                </a:effectLst>
                <a:latin typeface="隶书" pitchFamily="49" charset="-122"/>
                <a:ea typeface="隶书" pitchFamily="49" charset="-122"/>
              </a:rPr>
              <a:t>右兄弟表示</a:t>
            </a:r>
            <a:endParaRPr lang="zh-CN" altLang="en-US" sz="2000" dirty="0">
              <a:latin typeface="Times New Roman" charset="0"/>
              <a:ea typeface="+mn-ea"/>
            </a:endParaRPr>
          </a:p>
        </p:txBody>
      </p:sp>
      <p:sp>
        <p:nvSpPr>
          <p:cNvPr id="102403" name="Rectangle 4">
            <a:extLst>
              <a:ext uri="{FF2B5EF4-FFF2-40B4-BE49-F238E27FC236}">
                <a16:creationId xmlns:a16="http://schemas.microsoft.com/office/drawing/2014/main" id="{90BACEEA-57E4-335D-2B2A-9C5C73BF0ECD}"/>
              </a:ext>
            </a:extLst>
          </p:cNvPr>
          <p:cNvSpPr>
            <a:spLocks noChangeArrowheads="1"/>
          </p:cNvSpPr>
          <p:nvPr/>
        </p:nvSpPr>
        <p:spPr bwMode="auto">
          <a:xfrm>
            <a:off x="1851509" y="1684338"/>
            <a:ext cx="5181600" cy="533400"/>
          </a:xfrm>
          <a:prstGeom prst="rect">
            <a:avLst/>
          </a:prstGeom>
          <a:solidFill>
            <a:srgbClr val="FFFFCC"/>
          </a:solidFill>
          <a:ln w="19050">
            <a:solidFill>
              <a:srgbClr val="FF0000"/>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en-US" i="1">
                <a:latin typeface="Times New Roman" panose="02020603050405020304" pitchFamily="18" charset="0"/>
                <a:ea typeface="黑体" panose="02010609060101010101" pitchFamily="49" charset="-122"/>
              </a:rPr>
              <a:t>  </a:t>
            </a:r>
            <a:r>
              <a:rPr lang="en-US" altLang="zh-CN" sz="2800">
                <a:solidFill>
                  <a:schemeClr val="accent2"/>
                </a:solidFill>
                <a:latin typeface="Times New Roman" panose="02020603050405020304" pitchFamily="18" charset="0"/>
                <a:ea typeface="黑体" panose="02010609060101010101" pitchFamily="49" charset="-122"/>
              </a:rPr>
              <a:t>data</a:t>
            </a:r>
            <a:endParaRPr lang="en-US" altLang="zh-CN">
              <a:latin typeface="Arial" panose="020B0604020202020204" pitchFamily="34" charset="0"/>
              <a:ea typeface="黑体" panose="02010609060101010101" pitchFamily="49" charset="-122"/>
            </a:endParaRPr>
          </a:p>
        </p:txBody>
      </p:sp>
      <p:sp>
        <p:nvSpPr>
          <p:cNvPr id="102404" name="Line 5">
            <a:extLst>
              <a:ext uri="{FF2B5EF4-FFF2-40B4-BE49-F238E27FC236}">
                <a16:creationId xmlns:a16="http://schemas.microsoft.com/office/drawing/2014/main" id="{293A4479-3A8C-D831-1258-EF3873B28DCB}"/>
              </a:ext>
            </a:extLst>
          </p:cNvPr>
          <p:cNvSpPr>
            <a:spLocks noChangeShapeType="1"/>
          </p:cNvSpPr>
          <p:nvPr/>
        </p:nvSpPr>
        <p:spPr bwMode="auto">
          <a:xfrm>
            <a:off x="2994509" y="1684338"/>
            <a:ext cx="0" cy="533400"/>
          </a:xfrm>
          <a:prstGeom prst="line">
            <a:avLst/>
          </a:prstGeom>
          <a:noFill/>
          <a:ln w="19050">
            <a:solidFill>
              <a:srgbClr val="FF0000"/>
            </a:solidFill>
            <a:round/>
            <a:headEnd/>
            <a:tailEnd/>
          </a:ln>
          <a:effectLst>
            <a:outerShdw dist="107763"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102405" name="Text Box 6">
            <a:extLst>
              <a:ext uri="{FF2B5EF4-FFF2-40B4-BE49-F238E27FC236}">
                <a16:creationId xmlns:a16="http://schemas.microsoft.com/office/drawing/2014/main" id="{1914AB8C-9D33-CB03-2C1C-0BE76C6A2582}"/>
              </a:ext>
            </a:extLst>
          </p:cNvPr>
          <p:cNvSpPr txBox="1">
            <a:spLocks noChangeArrowheads="1"/>
          </p:cNvSpPr>
          <p:nvPr/>
        </p:nvSpPr>
        <p:spPr bwMode="auto">
          <a:xfrm>
            <a:off x="3156434" y="1684338"/>
            <a:ext cx="16668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accent2"/>
                </a:solidFill>
                <a:latin typeface="Times New Roman" panose="02020603050405020304" pitchFamily="18" charset="0"/>
                <a:ea typeface="黑体" panose="02010609060101010101" pitchFamily="49" charset="-122"/>
              </a:rPr>
              <a:t>firstChild</a:t>
            </a:r>
            <a:endParaRPr kumimoji="1" lang="en-US" altLang="zh-CN" sz="2400">
              <a:latin typeface="Arial" panose="020B0604020202020204" pitchFamily="34" charset="0"/>
              <a:ea typeface="黑体" panose="02010609060101010101" pitchFamily="49" charset="-122"/>
            </a:endParaRPr>
          </a:p>
        </p:txBody>
      </p:sp>
      <p:sp>
        <p:nvSpPr>
          <p:cNvPr id="102406" name="Line 7">
            <a:extLst>
              <a:ext uri="{FF2B5EF4-FFF2-40B4-BE49-F238E27FC236}">
                <a16:creationId xmlns:a16="http://schemas.microsoft.com/office/drawing/2014/main" id="{C46CEF36-49B8-D863-65EE-E1A04E000999}"/>
              </a:ext>
            </a:extLst>
          </p:cNvPr>
          <p:cNvSpPr>
            <a:spLocks noChangeShapeType="1"/>
          </p:cNvSpPr>
          <p:nvPr/>
        </p:nvSpPr>
        <p:spPr bwMode="auto">
          <a:xfrm>
            <a:off x="4899509" y="1684338"/>
            <a:ext cx="0" cy="533400"/>
          </a:xfrm>
          <a:prstGeom prst="line">
            <a:avLst/>
          </a:prstGeom>
          <a:noFill/>
          <a:ln w="19050">
            <a:solidFill>
              <a:srgbClr val="FF0000"/>
            </a:solidFill>
            <a:round/>
            <a:headEnd/>
            <a:tailEnd/>
          </a:ln>
          <a:effectLst>
            <a:outerShdw dist="107763"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102407" name="Text Box 8">
            <a:extLst>
              <a:ext uri="{FF2B5EF4-FFF2-40B4-BE49-F238E27FC236}">
                <a16:creationId xmlns:a16="http://schemas.microsoft.com/office/drawing/2014/main" id="{9617DAA6-7C3B-51BB-AEFC-EB8C8AC10A90}"/>
              </a:ext>
            </a:extLst>
          </p:cNvPr>
          <p:cNvSpPr txBox="1">
            <a:spLocks noChangeArrowheads="1"/>
          </p:cNvSpPr>
          <p:nvPr/>
        </p:nvSpPr>
        <p:spPr bwMode="auto">
          <a:xfrm>
            <a:off x="5036034" y="1684338"/>
            <a:ext cx="1905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chemeClr val="accent2"/>
                </a:solidFill>
                <a:latin typeface="Times New Roman" panose="02020603050405020304" pitchFamily="18" charset="0"/>
                <a:ea typeface="黑体" panose="02010609060101010101" pitchFamily="49" charset="-122"/>
              </a:rPr>
              <a:t>nextSibling</a:t>
            </a:r>
            <a:endParaRPr kumimoji="1" lang="en-US" altLang="zh-CN" sz="2400">
              <a:latin typeface="Arial" panose="020B0604020202020204" pitchFamily="34" charset="0"/>
              <a:ea typeface="黑体" panose="02010609060101010101" pitchFamily="49" charset="-122"/>
            </a:endParaRPr>
          </a:p>
        </p:txBody>
      </p:sp>
      <p:sp>
        <p:nvSpPr>
          <p:cNvPr id="102408" name="Line 9">
            <a:extLst>
              <a:ext uri="{FF2B5EF4-FFF2-40B4-BE49-F238E27FC236}">
                <a16:creationId xmlns:a16="http://schemas.microsoft.com/office/drawing/2014/main" id="{594C4635-DA9D-D8B9-FDC7-C3690AFCFCDD}"/>
              </a:ext>
            </a:extLst>
          </p:cNvPr>
          <p:cNvSpPr>
            <a:spLocks noChangeShapeType="1"/>
          </p:cNvSpPr>
          <p:nvPr/>
        </p:nvSpPr>
        <p:spPr bwMode="auto">
          <a:xfrm>
            <a:off x="2454275" y="4876800"/>
            <a:ext cx="0" cy="533400"/>
          </a:xfrm>
          <a:prstGeom prst="line">
            <a:avLst/>
          </a:prstGeom>
          <a:noFill/>
          <a:ln w="19050">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09" name="Line 10">
            <a:extLst>
              <a:ext uri="{FF2B5EF4-FFF2-40B4-BE49-F238E27FC236}">
                <a16:creationId xmlns:a16="http://schemas.microsoft.com/office/drawing/2014/main" id="{201F12A6-5E18-9F95-8B75-920CC8989DC9}"/>
              </a:ext>
            </a:extLst>
          </p:cNvPr>
          <p:cNvSpPr>
            <a:spLocks noChangeShapeType="1"/>
          </p:cNvSpPr>
          <p:nvPr/>
        </p:nvSpPr>
        <p:spPr bwMode="auto">
          <a:xfrm>
            <a:off x="1920875" y="4038600"/>
            <a:ext cx="533400" cy="685800"/>
          </a:xfrm>
          <a:prstGeom prst="line">
            <a:avLst/>
          </a:prstGeom>
          <a:noFill/>
          <a:ln w="19050">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10" name="Line 11">
            <a:extLst>
              <a:ext uri="{FF2B5EF4-FFF2-40B4-BE49-F238E27FC236}">
                <a16:creationId xmlns:a16="http://schemas.microsoft.com/office/drawing/2014/main" id="{EA9A30BE-06A7-93B6-C32D-8679047D0963}"/>
              </a:ext>
            </a:extLst>
          </p:cNvPr>
          <p:cNvSpPr>
            <a:spLocks noChangeShapeType="1"/>
          </p:cNvSpPr>
          <p:nvPr/>
        </p:nvSpPr>
        <p:spPr bwMode="auto">
          <a:xfrm>
            <a:off x="1158875" y="4876800"/>
            <a:ext cx="228600" cy="457200"/>
          </a:xfrm>
          <a:prstGeom prst="line">
            <a:avLst/>
          </a:prstGeom>
          <a:noFill/>
          <a:ln w="19050">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11" name="Line 12">
            <a:extLst>
              <a:ext uri="{FF2B5EF4-FFF2-40B4-BE49-F238E27FC236}">
                <a16:creationId xmlns:a16="http://schemas.microsoft.com/office/drawing/2014/main" id="{0CC083C9-602D-3987-64DF-E2F64660C902}"/>
              </a:ext>
            </a:extLst>
          </p:cNvPr>
          <p:cNvSpPr>
            <a:spLocks noChangeShapeType="1"/>
          </p:cNvSpPr>
          <p:nvPr/>
        </p:nvSpPr>
        <p:spPr bwMode="auto">
          <a:xfrm flipH="1">
            <a:off x="811213" y="4876800"/>
            <a:ext cx="195262" cy="457200"/>
          </a:xfrm>
          <a:prstGeom prst="line">
            <a:avLst/>
          </a:prstGeom>
          <a:noFill/>
          <a:ln w="19050">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12" name="Line 13">
            <a:extLst>
              <a:ext uri="{FF2B5EF4-FFF2-40B4-BE49-F238E27FC236}">
                <a16:creationId xmlns:a16="http://schemas.microsoft.com/office/drawing/2014/main" id="{077B6BB3-B30A-F4CA-3ECF-768408227E15}"/>
              </a:ext>
            </a:extLst>
          </p:cNvPr>
          <p:cNvSpPr>
            <a:spLocks noChangeShapeType="1"/>
          </p:cNvSpPr>
          <p:nvPr/>
        </p:nvSpPr>
        <p:spPr bwMode="auto">
          <a:xfrm flipH="1">
            <a:off x="1158875" y="4114800"/>
            <a:ext cx="457200" cy="457200"/>
          </a:xfrm>
          <a:prstGeom prst="line">
            <a:avLst/>
          </a:prstGeom>
          <a:noFill/>
          <a:ln w="19050">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13" name="Line 14">
            <a:extLst>
              <a:ext uri="{FF2B5EF4-FFF2-40B4-BE49-F238E27FC236}">
                <a16:creationId xmlns:a16="http://schemas.microsoft.com/office/drawing/2014/main" id="{38F8F5D9-7773-0E34-9CDD-7ADD406B290E}"/>
              </a:ext>
            </a:extLst>
          </p:cNvPr>
          <p:cNvSpPr>
            <a:spLocks noChangeShapeType="1"/>
          </p:cNvSpPr>
          <p:nvPr/>
        </p:nvSpPr>
        <p:spPr bwMode="auto">
          <a:xfrm>
            <a:off x="1768475" y="4114800"/>
            <a:ext cx="0" cy="457200"/>
          </a:xfrm>
          <a:prstGeom prst="line">
            <a:avLst/>
          </a:prstGeom>
          <a:noFill/>
          <a:ln w="19050">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14" name="Oval 15">
            <a:extLst>
              <a:ext uri="{FF2B5EF4-FFF2-40B4-BE49-F238E27FC236}">
                <a16:creationId xmlns:a16="http://schemas.microsoft.com/office/drawing/2014/main" id="{80F0C26E-2EE1-E3A7-CFA1-A2FA00D20B43}"/>
              </a:ext>
            </a:extLst>
          </p:cNvPr>
          <p:cNvSpPr>
            <a:spLocks noChangeArrowheads="1"/>
          </p:cNvSpPr>
          <p:nvPr/>
        </p:nvSpPr>
        <p:spPr bwMode="auto">
          <a:xfrm>
            <a:off x="1539875" y="3733800"/>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2415" name="Oval 16">
            <a:extLst>
              <a:ext uri="{FF2B5EF4-FFF2-40B4-BE49-F238E27FC236}">
                <a16:creationId xmlns:a16="http://schemas.microsoft.com/office/drawing/2014/main" id="{16DE1BA4-5FF0-72F7-DE69-D7C4469E8F3C}"/>
              </a:ext>
            </a:extLst>
          </p:cNvPr>
          <p:cNvSpPr>
            <a:spLocks noChangeArrowheads="1"/>
          </p:cNvSpPr>
          <p:nvPr/>
        </p:nvSpPr>
        <p:spPr bwMode="auto">
          <a:xfrm>
            <a:off x="1539875" y="4495800"/>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2416" name="Oval 17">
            <a:extLst>
              <a:ext uri="{FF2B5EF4-FFF2-40B4-BE49-F238E27FC236}">
                <a16:creationId xmlns:a16="http://schemas.microsoft.com/office/drawing/2014/main" id="{CDC001D5-158F-DD75-B63E-034FCB4F966A}"/>
              </a:ext>
            </a:extLst>
          </p:cNvPr>
          <p:cNvSpPr>
            <a:spLocks noChangeArrowheads="1"/>
          </p:cNvSpPr>
          <p:nvPr/>
        </p:nvSpPr>
        <p:spPr bwMode="auto">
          <a:xfrm>
            <a:off x="1158875" y="5257800"/>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2417" name="Oval 18">
            <a:extLst>
              <a:ext uri="{FF2B5EF4-FFF2-40B4-BE49-F238E27FC236}">
                <a16:creationId xmlns:a16="http://schemas.microsoft.com/office/drawing/2014/main" id="{A4ED12AA-1F39-C903-7090-5BB8E9471699}"/>
              </a:ext>
            </a:extLst>
          </p:cNvPr>
          <p:cNvSpPr>
            <a:spLocks noChangeArrowheads="1"/>
          </p:cNvSpPr>
          <p:nvPr/>
        </p:nvSpPr>
        <p:spPr bwMode="auto">
          <a:xfrm>
            <a:off x="549275" y="5257800"/>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2418" name="Oval 19">
            <a:extLst>
              <a:ext uri="{FF2B5EF4-FFF2-40B4-BE49-F238E27FC236}">
                <a16:creationId xmlns:a16="http://schemas.microsoft.com/office/drawing/2014/main" id="{A96FB47D-C92C-397E-BCEC-1E476AF7A657}"/>
              </a:ext>
            </a:extLst>
          </p:cNvPr>
          <p:cNvSpPr>
            <a:spLocks noChangeArrowheads="1"/>
          </p:cNvSpPr>
          <p:nvPr/>
        </p:nvSpPr>
        <p:spPr bwMode="auto">
          <a:xfrm>
            <a:off x="854075" y="4495800"/>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2419" name="Oval 20">
            <a:extLst>
              <a:ext uri="{FF2B5EF4-FFF2-40B4-BE49-F238E27FC236}">
                <a16:creationId xmlns:a16="http://schemas.microsoft.com/office/drawing/2014/main" id="{C111A667-3E41-60DE-CAEB-50AE224FBFB2}"/>
              </a:ext>
            </a:extLst>
          </p:cNvPr>
          <p:cNvSpPr>
            <a:spLocks noChangeArrowheads="1"/>
          </p:cNvSpPr>
          <p:nvPr/>
        </p:nvSpPr>
        <p:spPr bwMode="auto">
          <a:xfrm>
            <a:off x="2225675" y="4495800"/>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2420" name="Oval 21">
            <a:extLst>
              <a:ext uri="{FF2B5EF4-FFF2-40B4-BE49-F238E27FC236}">
                <a16:creationId xmlns:a16="http://schemas.microsoft.com/office/drawing/2014/main" id="{012FCBD0-FC39-743F-8237-B95D33BA3565}"/>
              </a:ext>
            </a:extLst>
          </p:cNvPr>
          <p:cNvSpPr>
            <a:spLocks noChangeArrowheads="1"/>
          </p:cNvSpPr>
          <p:nvPr/>
        </p:nvSpPr>
        <p:spPr bwMode="auto">
          <a:xfrm>
            <a:off x="2225675" y="5257800"/>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2421" name="Text Box 22">
            <a:extLst>
              <a:ext uri="{FF2B5EF4-FFF2-40B4-BE49-F238E27FC236}">
                <a16:creationId xmlns:a16="http://schemas.microsoft.com/office/drawing/2014/main" id="{A60590C6-E2C3-215A-0974-A81BE40561BD}"/>
              </a:ext>
            </a:extLst>
          </p:cNvPr>
          <p:cNvSpPr txBox="1">
            <a:spLocks noChangeArrowheads="1"/>
          </p:cNvSpPr>
          <p:nvPr/>
        </p:nvSpPr>
        <p:spPr bwMode="auto">
          <a:xfrm>
            <a:off x="1555750" y="36718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102422" name="Text Box 23">
            <a:extLst>
              <a:ext uri="{FF2B5EF4-FFF2-40B4-BE49-F238E27FC236}">
                <a16:creationId xmlns:a16="http://schemas.microsoft.com/office/drawing/2014/main" id="{AE9C7CCD-F04B-C523-68C9-05246A8CE3AD}"/>
              </a:ext>
            </a:extLst>
          </p:cNvPr>
          <p:cNvSpPr txBox="1">
            <a:spLocks noChangeArrowheads="1"/>
          </p:cNvSpPr>
          <p:nvPr/>
        </p:nvSpPr>
        <p:spPr bwMode="auto">
          <a:xfrm>
            <a:off x="879475" y="4433888"/>
            <a:ext cx="420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102423" name="Text Box 24">
            <a:extLst>
              <a:ext uri="{FF2B5EF4-FFF2-40B4-BE49-F238E27FC236}">
                <a16:creationId xmlns:a16="http://schemas.microsoft.com/office/drawing/2014/main" id="{2FC2D6F0-C3F8-696E-521C-A8AAD6F24A44}"/>
              </a:ext>
            </a:extLst>
          </p:cNvPr>
          <p:cNvSpPr txBox="1">
            <a:spLocks noChangeArrowheads="1"/>
          </p:cNvSpPr>
          <p:nvPr/>
        </p:nvSpPr>
        <p:spPr bwMode="auto">
          <a:xfrm>
            <a:off x="1555750" y="44338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102424" name="Text Box 25">
            <a:extLst>
              <a:ext uri="{FF2B5EF4-FFF2-40B4-BE49-F238E27FC236}">
                <a16:creationId xmlns:a16="http://schemas.microsoft.com/office/drawing/2014/main" id="{1248D4E4-CF5A-FB0D-A388-93E31EDCC02C}"/>
              </a:ext>
            </a:extLst>
          </p:cNvPr>
          <p:cNvSpPr txBox="1">
            <a:spLocks noChangeArrowheads="1"/>
          </p:cNvSpPr>
          <p:nvPr/>
        </p:nvSpPr>
        <p:spPr bwMode="auto">
          <a:xfrm>
            <a:off x="2301875" y="44338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102425" name="Text Box 26">
            <a:extLst>
              <a:ext uri="{FF2B5EF4-FFF2-40B4-BE49-F238E27FC236}">
                <a16:creationId xmlns:a16="http://schemas.microsoft.com/office/drawing/2014/main" id="{8E2DF095-4E91-74BE-2FE5-8F77DFADE0FB}"/>
              </a:ext>
            </a:extLst>
          </p:cNvPr>
          <p:cNvSpPr txBox="1">
            <a:spLocks noChangeArrowheads="1"/>
          </p:cNvSpPr>
          <p:nvPr/>
        </p:nvSpPr>
        <p:spPr bwMode="auto">
          <a:xfrm>
            <a:off x="574675" y="5195888"/>
            <a:ext cx="420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102426" name="Text Box 27">
            <a:extLst>
              <a:ext uri="{FF2B5EF4-FFF2-40B4-BE49-F238E27FC236}">
                <a16:creationId xmlns:a16="http://schemas.microsoft.com/office/drawing/2014/main" id="{8751BBD1-476C-BA3E-CD79-765A89C6BEF6}"/>
              </a:ext>
            </a:extLst>
          </p:cNvPr>
          <p:cNvSpPr txBox="1">
            <a:spLocks noChangeArrowheads="1"/>
          </p:cNvSpPr>
          <p:nvPr/>
        </p:nvSpPr>
        <p:spPr bwMode="auto">
          <a:xfrm>
            <a:off x="1193800" y="5195888"/>
            <a:ext cx="4016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102427" name="Text Box 28">
            <a:extLst>
              <a:ext uri="{FF2B5EF4-FFF2-40B4-BE49-F238E27FC236}">
                <a16:creationId xmlns:a16="http://schemas.microsoft.com/office/drawing/2014/main" id="{A4EAE659-0AA8-341C-F18E-6470A4A40403}"/>
              </a:ext>
            </a:extLst>
          </p:cNvPr>
          <p:cNvSpPr txBox="1">
            <a:spLocks noChangeArrowheads="1"/>
          </p:cNvSpPr>
          <p:nvPr/>
        </p:nvSpPr>
        <p:spPr bwMode="auto">
          <a:xfrm>
            <a:off x="2232025" y="5195888"/>
            <a:ext cx="4603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G</a:t>
            </a:r>
            <a:endParaRPr kumimoji="1" lang="en-US" altLang="zh-CN" sz="2400">
              <a:latin typeface="Times New Roman" panose="02020603050405020304" pitchFamily="18" charset="0"/>
              <a:ea typeface="宋体" panose="02010600030101010101" pitchFamily="2" charset="-122"/>
            </a:endParaRPr>
          </a:p>
        </p:txBody>
      </p:sp>
      <p:sp>
        <p:nvSpPr>
          <p:cNvPr id="102428" name="Rectangle 29">
            <a:extLst>
              <a:ext uri="{FF2B5EF4-FFF2-40B4-BE49-F238E27FC236}">
                <a16:creationId xmlns:a16="http://schemas.microsoft.com/office/drawing/2014/main" id="{EF5D17FE-4DE5-DDDC-5075-E11F3422970A}"/>
              </a:ext>
            </a:extLst>
          </p:cNvPr>
          <p:cNvSpPr>
            <a:spLocks noChangeArrowheads="1"/>
          </p:cNvSpPr>
          <p:nvPr/>
        </p:nvSpPr>
        <p:spPr bwMode="auto">
          <a:xfrm>
            <a:off x="5257800" y="2362200"/>
            <a:ext cx="1143000" cy="457200"/>
          </a:xfrm>
          <a:prstGeom prst="rect">
            <a:avLst/>
          </a:prstGeom>
          <a:solidFill>
            <a:srgbClr val="FFFFCC"/>
          </a:solidFill>
          <a:ln w="19050">
            <a:solidFill>
              <a:srgbClr val="009900"/>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2429" name="Line 30">
            <a:extLst>
              <a:ext uri="{FF2B5EF4-FFF2-40B4-BE49-F238E27FC236}">
                <a16:creationId xmlns:a16="http://schemas.microsoft.com/office/drawing/2014/main" id="{6481390E-5B50-A153-364C-C186036B30B6}"/>
              </a:ext>
            </a:extLst>
          </p:cNvPr>
          <p:cNvSpPr>
            <a:spLocks noChangeShapeType="1"/>
          </p:cNvSpPr>
          <p:nvPr/>
        </p:nvSpPr>
        <p:spPr bwMode="auto">
          <a:xfrm>
            <a:off x="5638800" y="2362200"/>
            <a:ext cx="0" cy="4572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30" name="Line 31">
            <a:extLst>
              <a:ext uri="{FF2B5EF4-FFF2-40B4-BE49-F238E27FC236}">
                <a16:creationId xmlns:a16="http://schemas.microsoft.com/office/drawing/2014/main" id="{865FD551-1FD3-1AC0-7DD0-4BDE2DE1EEC0}"/>
              </a:ext>
            </a:extLst>
          </p:cNvPr>
          <p:cNvSpPr>
            <a:spLocks noChangeShapeType="1"/>
          </p:cNvSpPr>
          <p:nvPr/>
        </p:nvSpPr>
        <p:spPr bwMode="auto">
          <a:xfrm>
            <a:off x="6019800" y="2362200"/>
            <a:ext cx="0" cy="4572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31" name="Rectangle 32">
            <a:extLst>
              <a:ext uri="{FF2B5EF4-FFF2-40B4-BE49-F238E27FC236}">
                <a16:creationId xmlns:a16="http://schemas.microsoft.com/office/drawing/2014/main" id="{891C8864-A2D5-841C-3A53-D534AF981528}"/>
              </a:ext>
            </a:extLst>
          </p:cNvPr>
          <p:cNvSpPr>
            <a:spLocks noChangeArrowheads="1"/>
          </p:cNvSpPr>
          <p:nvPr/>
        </p:nvSpPr>
        <p:spPr bwMode="auto">
          <a:xfrm>
            <a:off x="4267200" y="3124200"/>
            <a:ext cx="1143000" cy="457200"/>
          </a:xfrm>
          <a:prstGeom prst="rect">
            <a:avLst/>
          </a:prstGeom>
          <a:solidFill>
            <a:srgbClr val="FFFFCC"/>
          </a:solidFill>
          <a:ln w="19050">
            <a:solidFill>
              <a:srgbClr val="009900"/>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2432" name="Line 33">
            <a:extLst>
              <a:ext uri="{FF2B5EF4-FFF2-40B4-BE49-F238E27FC236}">
                <a16:creationId xmlns:a16="http://schemas.microsoft.com/office/drawing/2014/main" id="{66645FFC-9D61-3002-411E-9F6C7E306A99}"/>
              </a:ext>
            </a:extLst>
          </p:cNvPr>
          <p:cNvSpPr>
            <a:spLocks noChangeShapeType="1"/>
          </p:cNvSpPr>
          <p:nvPr/>
        </p:nvSpPr>
        <p:spPr bwMode="auto">
          <a:xfrm>
            <a:off x="4648200" y="3124200"/>
            <a:ext cx="0" cy="4572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33" name="Line 34">
            <a:extLst>
              <a:ext uri="{FF2B5EF4-FFF2-40B4-BE49-F238E27FC236}">
                <a16:creationId xmlns:a16="http://schemas.microsoft.com/office/drawing/2014/main" id="{C1A94A32-A2CE-CF46-306E-287FF602C2FD}"/>
              </a:ext>
            </a:extLst>
          </p:cNvPr>
          <p:cNvSpPr>
            <a:spLocks noChangeShapeType="1"/>
          </p:cNvSpPr>
          <p:nvPr/>
        </p:nvSpPr>
        <p:spPr bwMode="auto">
          <a:xfrm>
            <a:off x="5029200" y="3124200"/>
            <a:ext cx="0" cy="4572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34" name="Rectangle 35">
            <a:extLst>
              <a:ext uri="{FF2B5EF4-FFF2-40B4-BE49-F238E27FC236}">
                <a16:creationId xmlns:a16="http://schemas.microsoft.com/office/drawing/2014/main" id="{F0661244-ECED-3592-A08A-D60BBE9C0511}"/>
              </a:ext>
            </a:extLst>
          </p:cNvPr>
          <p:cNvSpPr>
            <a:spLocks noChangeArrowheads="1"/>
          </p:cNvSpPr>
          <p:nvPr/>
        </p:nvSpPr>
        <p:spPr bwMode="auto">
          <a:xfrm>
            <a:off x="3276600" y="3962400"/>
            <a:ext cx="1143000" cy="457200"/>
          </a:xfrm>
          <a:prstGeom prst="rect">
            <a:avLst/>
          </a:prstGeom>
          <a:solidFill>
            <a:srgbClr val="FFFFCC"/>
          </a:solidFill>
          <a:ln w="19050">
            <a:solidFill>
              <a:srgbClr val="009900"/>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2435" name="Line 36">
            <a:extLst>
              <a:ext uri="{FF2B5EF4-FFF2-40B4-BE49-F238E27FC236}">
                <a16:creationId xmlns:a16="http://schemas.microsoft.com/office/drawing/2014/main" id="{2A9AB3BF-FB9E-28F2-1EF2-7FB492FE57B9}"/>
              </a:ext>
            </a:extLst>
          </p:cNvPr>
          <p:cNvSpPr>
            <a:spLocks noChangeShapeType="1"/>
          </p:cNvSpPr>
          <p:nvPr/>
        </p:nvSpPr>
        <p:spPr bwMode="auto">
          <a:xfrm>
            <a:off x="3657600" y="3962400"/>
            <a:ext cx="0" cy="4572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36" name="Line 37">
            <a:extLst>
              <a:ext uri="{FF2B5EF4-FFF2-40B4-BE49-F238E27FC236}">
                <a16:creationId xmlns:a16="http://schemas.microsoft.com/office/drawing/2014/main" id="{B69E5A87-5FA0-DB26-7884-6B0DABB39D12}"/>
              </a:ext>
            </a:extLst>
          </p:cNvPr>
          <p:cNvSpPr>
            <a:spLocks noChangeShapeType="1"/>
          </p:cNvSpPr>
          <p:nvPr/>
        </p:nvSpPr>
        <p:spPr bwMode="auto">
          <a:xfrm>
            <a:off x="4038600" y="3962400"/>
            <a:ext cx="0" cy="4572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37" name="Line 38">
            <a:extLst>
              <a:ext uri="{FF2B5EF4-FFF2-40B4-BE49-F238E27FC236}">
                <a16:creationId xmlns:a16="http://schemas.microsoft.com/office/drawing/2014/main" id="{4452B80C-DB80-954A-D5B0-B74A8B48BE4E}"/>
              </a:ext>
            </a:extLst>
          </p:cNvPr>
          <p:cNvSpPr>
            <a:spLocks noChangeShapeType="1"/>
          </p:cNvSpPr>
          <p:nvPr/>
        </p:nvSpPr>
        <p:spPr bwMode="auto">
          <a:xfrm flipH="1">
            <a:off x="4800600" y="2590800"/>
            <a:ext cx="685800" cy="533400"/>
          </a:xfrm>
          <a:prstGeom prst="line">
            <a:avLst/>
          </a:prstGeom>
          <a:noFill/>
          <a:ln w="28575">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38" name="Line 39">
            <a:extLst>
              <a:ext uri="{FF2B5EF4-FFF2-40B4-BE49-F238E27FC236}">
                <a16:creationId xmlns:a16="http://schemas.microsoft.com/office/drawing/2014/main" id="{609BA168-0A6A-61D5-2107-4D8D064FD1F5}"/>
              </a:ext>
            </a:extLst>
          </p:cNvPr>
          <p:cNvSpPr>
            <a:spLocks noChangeShapeType="1"/>
          </p:cNvSpPr>
          <p:nvPr/>
        </p:nvSpPr>
        <p:spPr bwMode="auto">
          <a:xfrm flipH="1">
            <a:off x="3810000" y="3352800"/>
            <a:ext cx="685800" cy="609600"/>
          </a:xfrm>
          <a:prstGeom prst="line">
            <a:avLst/>
          </a:prstGeom>
          <a:noFill/>
          <a:ln w="28575">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39" name="Rectangle 40">
            <a:extLst>
              <a:ext uri="{FF2B5EF4-FFF2-40B4-BE49-F238E27FC236}">
                <a16:creationId xmlns:a16="http://schemas.microsoft.com/office/drawing/2014/main" id="{D872D32A-F21D-6E04-A953-E1968355964E}"/>
              </a:ext>
            </a:extLst>
          </p:cNvPr>
          <p:cNvSpPr>
            <a:spLocks noChangeArrowheads="1"/>
          </p:cNvSpPr>
          <p:nvPr/>
        </p:nvSpPr>
        <p:spPr bwMode="auto">
          <a:xfrm>
            <a:off x="5638800" y="3962400"/>
            <a:ext cx="1143000" cy="457200"/>
          </a:xfrm>
          <a:prstGeom prst="rect">
            <a:avLst/>
          </a:prstGeom>
          <a:solidFill>
            <a:srgbClr val="FFFFCC"/>
          </a:solidFill>
          <a:ln w="19050">
            <a:solidFill>
              <a:srgbClr val="009900"/>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2440" name="Line 41">
            <a:extLst>
              <a:ext uri="{FF2B5EF4-FFF2-40B4-BE49-F238E27FC236}">
                <a16:creationId xmlns:a16="http://schemas.microsoft.com/office/drawing/2014/main" id="{BC81052E-6212-9F16-F11A-4A27C0C47970}"/>
              </a:ext>
            </a:extLst>
          </p:cNvPr>
          <p:cNvSpPr>
            <a:spLocks noChangeShapeType="1"/>
          </p:cNvSpPr>
          <p:nvPr/>
        </p:nvSpPr>
        <p:spPr bwMode="auto">
          <a:xfrm>
            <a:off x="6019800" y="3962400"/>
            <a:ext cx="0" cy="4572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41" name="Line 42">
            <a:extLst>
              <a:ext uri="{FF2B5EF4-FFF2-40B4-BE49-F238E27FC236}">
                <a16:creationId xmlns:a16="http://schemas.microsoft.com/office/drawing/2014/main" id="{9D23F6AB-DC79-2CCA-08D4-D897E6C3CC69}"/>
              </a:ext>
            </a:extLst>
          </p:cNvPr>
          <p:cNvSpPr>
            <a:spLocks noChangeShapeType="1"/>
          </p:cNvSpPr>
          <p:nvPr/>
        </p:nvSpPr>
        <p:spPr bwMode="auto">
          <a:xfrm>
            <a:off x="6400800" y="3962400"/>
            <a:ext cx="0" cy="4572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42" name="Rectangle 43">
            <a:extLst>
              <a:ext uri="{FF2B5EF4-FFF2-40B4-BE49-F238E27FC236}">
                <a16:creationId xmlns:a16="http://schemas.microsoft.com/office/drawing/2014/main" id="{9BA06628-6F0A-8C87-ACB6-6633A7EA231F}"/>
              </a:ext>
            </a:extLst>
          </p:cNvPr>
          <p:cNvSpPr>
            <a:spLocks noChangeArrowheads="1"/>
          </p:cNvSpPr>
          <p:nvPr/>
        </p:nvSpPr>
        <p:spPr bwMode="auto">
          <a:xfrm>
            <a:off x="7239000" y="4724400"/>
            <a:ext cx="1143000" cy="457200"/>
          </a:xfrm>
          <a:prstGeom prst="rect">
            <a:avLst/>
          </a:prstGeom>
          <a:solidFill>
            <a:srgbClr val="FFFFCC"/>
          </a:solidFill>
          <a:ln w="19050">
            <a:solidFill>
              <a:srgbClr val="009900"/>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2443" name="Line 44">
            <a:extLst>
              <a:ext uri="{FF2B5EF4-FFF2-40B4-BE49-F238E27FC236}">
                <a16:creationId xmlns:a16="http://schemas.microsoft.com/office/drawing/2014/main" id="{A582870A-E80F-A891-0724-F25204AA6274}"/>
              </a:ext>
            </a:extLst>
          </p:cNvPr>
          <p:cNvSpPr>
            <a:spLocks noChangeShapeType="1"/>
          </p:cNvSpPr>
          <p:nvPr/>
        </p:nvSpPr>
        <p:spPr bwMode="auto">
          <a:xfrm>
            <a:off x="7620000" y="4724400"/>
            <a:ext cx="0" cy="4572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44" name="Line 45">
            <a:extLst>
              <a:ext uri="{FF2B5EF4-FFF2-40B4-BE49-F238E27FC236}">
                <a16:creationId xmlns:a16="http://schemas.microsoft.com/office/drawing/2014/main" id="{6EB2F88B-4642-DD5A-C8AB-6CB65CFE089E}"/>
              </a:ext>
            </a:extLst>
          </p:cNvPr>
          <p:cNvSpPr>
            <a:spLocks noChangeShapeType="1"/>
          </p:cNvSpPr>
          <p:nvPr/>
        </p:nvSpPr>
        <p:spPr bwMode="auto">
          <a:xfrm>
            <a:off x="8001000" y="4724400"/>
            <a:ext cx="0" cy="4572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45" name="Rectangle 46">
            <a:extLst>
              <a:ext uri="{FF2B5EF4-FFF2-40B4-BE49-F238E27FC236}">
                <a16:creationId xmlns:a16="http://schemas.microsoft.com/office/drawing/2014/main" id="{DF50865C-DE9C-58F0-421E-4BD31C31B0AB}"/>
              </a:ext>
            </a:extLst>
          </p:cNvPr>
          <p:cNvSpPr>
            <a:spLocks noChangeArrowheads="1"/>
          </p:cNvSpPr>
          <p:nvPr/>
        </p:nvSpPr>
        <p:spPr bwMode="auto">
          <a:xfrm>
            <a:off x="6019800" y="5486400"/>
            <a:ext cx="1143000" cy="457200"/>
          </a:xfrm>
          <a:prstGeom prst="rect">
            <a:avLst/>
          </a:prstGeom>
          <a:solidFill>
            <a:srgbClr val="FFFFCC"/>
          </a:solidFill>
          <a:ln w="19050">
            <a:solidFill>
              <a:srgbClr val="009900"/>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2446" name="Line 47">
            <a:extLst>
              <a:ext uri="{FF2B5EF4-FFF2-40B4-BE49-F238E27FC236}">
                <a16:creationId xmlns:a16="http://schemas.microsoft.com/office/drawing/2014/main" id="{1F6B5005-7924-6E5A-8970-E047FDE11612}"/>
              </a:ext>
            </a:extLst>
          </p:cNvPr>
          <p:cNvSpPr>
            <a:spLocks noChangeShapeType="1"/>
          </p:cNvSpPr>
          <p:nvPr/>
        </p:nvSpPr>
        <p:spPr bwMode="auto">
          <a:xfrm>
            <a:off x="6400800" y="5486400"/>
            <a:ext cx="0" cy="4572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47" name="Line 48">
            <a:extLst>
              <a:ext uri="{FF2B5EF4-FFF2-40B4-BE49-F238E27FC236}">
                <a16:creationId xmlns:a16="http://schemas.microsoft.com/office/drawing/2014/main" id="{7B8D42AE-2DA6-420C-A39B-A0372595CB7B}"/>
              </a:ext>
            </a:extLst>
          </p:cNvPr>
          <p:cNvSpPr>
            <a:spLocks noChangeShapeType="1"/>
          </p:cNvSpPr>
          <p:nvPr/>
        </p:nvSpPr>
        <p:spPr bwMode="auto">
          <a:xfrm>
            <a:off x="6781800" y="5486400"/>
            <a:ext cx="0" cy="4572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48" name="Rectangle 49">
            <a:extLst>
              <a:ext uri="{FF2B5EF4-FFF2-40B4-BE49-F238E27FC236}">
                <a16:creationId xmlns:a16="http://schemas.microsoft.com/office/drawing/2014/main" id="{BAA9CBCE-16FD-9B62-C3C5-D820A1E81BAC}"/>
              </a:ext>
            </a:extLst>
          </p:cNvPr>
          <p:cNvSpPr>
            <a:spLocks noChangeArrowheads="1"/>
          </p:cNvSpPr>
          <p:nvPr/>
        </p:nvSpPr>
        <p:spPr bwMode="auto">
          <a:xfrm>
            <a:off x="4267200" y="4800600"/>
            <a:ext cx="1143000" cy="457200"/>
          </a:xfrm>
          <a:prstGeom prst="rect">
            <a:avLst/>
          </a:prstGeom>
          <a:solidFill>
            <a:srgbClr val="FFFFCC"/>
          </a:solidFill>
          <a:ln w="19050">
            <a:solidFill>
              <a:srgbClr val="009900"/>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02449" name="Line 50">
            <a:extLst>
              <a:ext uri="{FF2B5EF4-FFF2-40B4-BE49-F238E27FC236}">
                <a16:creationId xmlns:a16="http://schemas.microsoft.com/office/drawing/2014/main" id="{C20F434A-92B2-2C4B-2B08-A585DA301488}"/>
              </a:ext>
            </a:extLst>
          </p:cNvPr>
          <p:cNvSpPr>
            <a:spLocks noChangeShapeType="1"/>
          </p:cNvSpPr>
          <p:nvPr/>
        </p:nvSpPr>
        <p:spPr bwMode="auto">
          <a:xfrm>
            <a:off x="4648200" y="4800600"/>
            <a:ext cx="0" cy="4572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50" name="Line 51">
            <a:extLst>
              <a:ext uri="{FF2B5EF4-FFF2-40B4-BE49-F238E27FC236}">
                <a16:creationId xmlns:a16="http://schemas.microsoft.com/office/drawing/2014/main" id="{59265AA3-3532-F596-82D8-28D5CB617207}"/>
              </a:ext>
            </a:extLst>
          </p:cNvPr>
          <p:cNvSpPr>
            <a:spLocks noChangeShapeType="1"/>
          </p:cNvSpPr>
          <p:nvPr/>
        </p:nvSpPr>
        <p:spPr bwMode="auto">
          <a:xfrm>
            <a:off x="5029200" y="4800600"/>
            <a:ext cx="0" cy="45720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51" name="Line 52">
            <a:extLst>
              <a:ext uri="{FF2B5EF4-FFF2-40B4-BE49-F238E27FC236}">
                <a16:creationId xmlns:a16="http://schemas.microsoft.com/office/drawing/2014/main" id="{0B11EB8A-39B0-7203-4DF7-C0199C67BD75}"/>
              </a:ext>
            </a:extLst>
          </p:cNvPr>
          <p:cNvSpPr>
            <a:spLocks noChangeShapeType="1"/>
          </p:cNvSpPr>
          <p:nvPr/>
        </p:nvSpPr>
        <p:spPr bwMode="auto">
          <a:xfrm flipH="1">
            <a:off x="6705600" y="4953000"/>
            <a:ext cx="762000" cy="533400"/>
          </a:xfrm>
          <a:prstGeom prst="line">
            <a:avLst/>
          </a:prstGeom>
          <a:noFill/>
          <a:ln w="28575">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52" name="Line 53">
            <a:extLst>
              <a:ext uri="{FF2B5EF4-FFF2-40B4-BE49-F238E27FC236}">
                <a16:creationId xmlns:a16="http://schemas.microsoft.com/office/drawing/2014/main" id="{5C834717-D7D7-326F-D533-D671613BC8B1}"/>
              </a:ext>
            </a:extLst>
          </p:cNvPr>
          <p:cNvSpPr>
            <a:spLocks noChangeShapeType="1"/>
          </p:cNvSpPr>
          <p:nvPr/>
        </p:nvSpPr>
        <p:spPr bwMode="auto">
          <a:xfrm>
            <a:off x="4267200" y="4191000"/>
            <a:ext cx="533400" cy="609600"/>
          </a:xfrm>
          <a:prstGeom prst="line">
            <a:avLst/>
          </a:prstGeom>
          <a:noFill/>
          <a:ln w="28575">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53" name="Line 54">
            <a:extLst>
              <a:ext uri="{FF2B5EF4-FFF2-40B4-BE49-F238E27FC236}">
                <a16:creationId xmlns:a16="http://schemas.microsoft.com/office/drawing/2014/main" id="{5EB80E5B-8CBF-4D39-CCE6-A58756CA0758}"/>
              </a:ext>
            </a:extLst>
          </p:cNvPr>
          <p:cNvSpPr>
            <a:spLocks noChangeShapeType="1"/>
          </p:cNvSpPr>
          <p:nvPr/>
        </p:nvSpPr>
        <p:spPr bwMode="auto">
          <a:xfrm>
            <a:off x="5257800" y="3352800"/>
            <a:ext cx="914400" cy="609600"/>
          </a:xfrm>
          <a:prstGeom prst="line">
            <a:avLst/>
          </a:prstGeom>
          <a:noFill/>
          <a:ln w="28575">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54" name="Line 55">
            <a:extLst>
              <a:ext uri="{FF2B5EF4-FFF2-40B4-BE49-F238E27FC236}">
                <a16:creationId xmlns:a16="http://schemas.microsoft.com/office/drawing/2014/main" id="{93A119C1-E3B2-204B-00F8-F5F5449E35F9}"/>
              </a:ext>
            </a:extLst>
          </p:cNvPr>
          <p:cNvSpPr>
            <a:spLocks noChangeShapeType="1"/>
          </p:cNvSpPr>
          <p:nvPr/>
        </p:nvSpPr>
        <p:spPr bwMode="auto">
          <a:xfrm>
            <a:off x="6629400" y="4191000"/>
            <a:ext cx="990600" cy="533400"/>
          </a:xfrm>
          <a:prstGeom prst="line">
            <a:avLst/>
          </a:prstGeom>
          <a:noFill/>
          <a:ln w="28575">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55" name="Text Box 56">
            <a:extLst>
              <a:ext uri="{FF2B5EF4-FFF2-40B4-BE49-F238E27FC236}">
                <a16:creationId xmlns:a16="http://schemas.microsoft.com/office/drawing/2014/main" id="{13F844BB-EBFA-3728-9187-4CD4F143F673}"/>
              </a:ext>
            </a:extLst>
          </p:cNvPr>
          <p:cNvSpPr txBox="1">
            <a:spLocks noChangeArrowheads="1"/>
          </p:cNvSpPr>
          <p:nvPr/>
        </p:nvSpPr>
        <p:spPr bwMode="auto">
          <a:xfrm>
            <a:off x="5618163" y="2286000"/>
            <a:ext cx="47783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102456" name="Text Box 57">
            <a:extLst>
              <a:ext uri="{FF2B5EF4-FFF2-40B4-BE49-F238E27FC236}">
                <a16:creationId xmlns:a16="http://schemas.microsoft.com/office/drawing/2014/main" id="{275C51CD-F1D2-7243-9C6F-AA1A53EEBCDD}"/>
              </a:ext>
            </a:extLst>
          </p:cNvPr>
          <p:cNvSpPr txBox="1">
            <a:spLocks noChangeArrowheads="1"/>
          </p:cNvSpPr>
          <p:nvPr/>
        </p:nvSpPr>
        <p:spPr bwMode="auto">
          <a:xfrm>
            <a:off x="4572000" y="3048000"/>
            <a:ext cx="4556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102457" name="Text Box 58">
            <a:extLst>
              <a:ext uri="{FF2B5EF4-FFF2-40B4-BE49-F238E27FC236}">
                <a16:creationId xmlns:a16="http://schemas.microsoft.com/office/drawing/2014/main" id="{E7CA6F22-8DE8-E356-FE2D-62B859F7A29E}"/>
              </a:ext>
            </a:extLst>
          </p:cNvPr>
          <p:cNvSpPr txBox="1">
            <a:spLocks noChangeArrowheads="1"/>
          </p:cNvSpPr>
          <p:nvPr/>
        </p:nvSpPr>
        <p:spPr bwMode="auto">
          <a:xfrm>
            <a:off x="5999163" y="3916363"/>
            <a:ext cx="47783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102458" name="Text Box 59">
            <a:extLst>
              <a:ext uri="{FF2B5EF4-FFF2-40B4-BE49-F238E27FC236}">
                <a16:creationId xmlns:a16="http://schemas.microsoft.com/office/drawing/2014/main" id="{B99179C3-01A0-1B90-6334-C12DA6F22D51}"/>
              </a:ext>
            </a:extLst>
          </p:cNvPr>
          <p:cNvSpPr txBox="1">
            <a:spLocks noChangeArrowheads="1"/>
          </p:cNvSpPr>
          <p:nvPr/>
        </p:nvSpPr>
        <p:spPr bwMode="auto">
          <a:xfrm>
            <a:off x="7543800" y="4678363"/>
            <a:ext cx="47783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102459" name="Text Box 60">
            <a:extLst>
              <a:ext uri="{FF2B5EF4-FFF2-40B4-BE49-F238E27FC236}">
                <a16:creationId xmlns:a16="http://schemas.microsoft.com/office/drawing/2014/main" id="{863811D3-DD5B-4CC4-4037-F19785242A6D}"/>
              </a:ext>
            </a:extLst>
          </p:cNvPr>
          <p:cNvSpPr txBox="1">
            <a:spLocks noChangeArrowheads="1"/>
          </p:cNvSpPr>
          <p:nvPr/>
        </p:nvSpPr>
        <p:spPr bwMode="auto">
          <a:xfrm>
            <a:off x="6324600" y="5440363"/>
            <a:ext cx="5000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G</a:t>
            </a:r>
            <a:endParaRPr kumimoji="1" lang="en-US" altLang="zh-CN" sz="2400">
              <a:latin typeface="Times New Roman" panose="02020603050405020304" pitchFamily="18" charset="0"/>
              <a:ea typeface="宋体" panose="02010600030101010101" pitchFamily="2" charset="-122"/>
            </a:endParaRPr>
          </a:p>
        </p:txBody>
      </p:sp>
      <p:sp>
        <p:nvSpPr>
          <p:cNvPr id="102460" name="Text Box 61">
            <a:extLst>
              <a:ext uri="{FF2B5EF4-FFF2-40B4-BE49-F238E27FC236}">
                <a16:creationId xmlns:a16="http://schemas.microsoft.com/office/drawing/2014/main" id="{A950D008-80FC-15AF-A99C-F450DA1F8E3F}"/>
              </a:ext>
            </a:extLst>
          </p:cNvPr>
          <p:cNvSpPr txBox="1">
            <a:spLocks noChangeArrowheads="1"/>
          </p:cNvSpPr>
          <p:nvPr/>
        </p:nvSpPr>
        <p:spPr bwMode="auto">
          <a:xfrm>
            <a:off x="4597400" y="4724400"/>
            <a:ext cx="431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102461" name="Text Box 62">
            <a:extLst>
              <a:ext uri="{FF2B5EF4-FFF2-40B4-BE49-F238E27FC236}">
                <a16:creationId xmlns:a16="http://schemas.microsoft.com/office/drawing/2014/main" id="{79589B6D-619C-2EC1-FCBC-CC013C2D007B}"/>
              </a:ext>
            </a:extLst>
          </p:cNvPr>
          <p:cNvSpPr txBox="1">
            <a:spLocks noChangeArrowheads="1"/>
          </p:cNvSpPr>
          <p:nvPr/>
        </p:nvSpPr>
        <p:spPr bwMode="auto">
          <a:xfrm>
            <a:off x="3581400" y="3916363"/>
            <a:ext cx="45561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2" name="标题 1">
            <a:extLst>
              <a:ext uri="{FF2B5EF4-FFF2-40B4-BE49-F238E27FC236}">
                <a16:creationId xmlns:a16="http://schemas.microsoft.com/office/drawing/2014/main" id="{A050BAE0-6A61-4042-A384-3B01D8201E74}"/>
              </a:ext>
            </a:extLst>
          </p:cNvPr>
          <p:cNvSpPr>
            <a:spLocks noGrp="1"/>
          </p:cNvSpPr>
          <p:nvPr>
            <p:ph type="title"/>
          </p:nvPr>
        </p:nvSpPr>
        <p:spPr/>
        <p:txBody>
          <a:bodyPr/>
          <a:lstStyle/>
          <a:p>
            <a:r>
              <a:rPr lang="zh-CN" altLang="en-US" dirty="0"/>
              <a:t>孩子</a:t>
            </a:r>
            <a:r>
              <a:rPr lang="en-US" altLang="zh-CN" dirty="0"/>
              <a:t>-</a:t>
            </a:r>
            <a:r>
              <a:rPr lang="zh-CN" altLang="en-US" dirty="0"/>
              <a:t>兄弟链表示法</a:t>
            </a:r>
          </a:p>
        </p:txBody>
      </p:sp>
      <p:sp>
        <p:nvSpPr>
          <p:cNvPr id="3" name="灯片编号占位符 2">
            <a:extLst>
              <a:ext uri="{FF2B5EF4-FFF2-40B4-BE49-F238E27FC236}">
                <a16:creationId xmlns:a16="http://schemas.microsoft.com/office/drawing/2014/main" id="{D4E90D8F-5B96-6F3E-8684-D4DDBEC45D03}"/>
              </a:ext>
            </a:extLst>
          </p:cNvPr>
          <p:cNvSpPr>
            <a:spLocks noGrp="1"/>
          </p:cNvSpPr>
          <p:nvPr>
            <p:ph type="sldNum" sz="quarter" idx="12"/>
          </p:nvPr>
        </p:nvSpPr>
        <p:spPr/>
        <p:txBody>
          <a:bodyPr/>
          <a:lstStyle/>
          <a:p>
            <a:pPr>
              <a:defRPr/>
            </a:pPr>
            <a:fld id="{6DFA40DF-1FC0-4A1B-B86F-E962D94EFA14}" type="slidenum">
              <a:rPr lang="en-US" altLang="zh-CN" smtClean="0"/>
              <a:pPr>
                <a:defRPr/>
              </a:pPr>
              <a:t>97</a:t>
            </a:fld>
            <a:endParaRPr lang="en-US" altLang="zh-CN"/>
          </a:p>
        </p:txBody>
      </p:sp>
    </p:spTree>
  </p:cSld>
  <p:clrMapOvr>
    <a:masterClrMapping/>
  </p:clrMapOvr>
  <p:transition>
    <p:split/>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94E983-08DA-457F-BAFA-DBED3D9593B1}"/>
              </a:ext>
            </a:extLst>
          </p:cNvPr>
          <p:cNvSpPr>
            <a:spLocks noGrp="1"/>
          </p:cNvSpPr>
          <p:nvPr>
            <p:ph type="title"/>
          </p:nvPr>
        </p:nvSpPr>
        <p:spPr/>
        <p:txBody>
          <a:bodyPr>
            <a:normAutofit/>
          </a:bodyPr>
          <a:lstStyle/>
          <a:p>
            <a:r>
              <a:rPr lang="zh-CN" altLang="en-US" dirty="0"/>
              <a:t>用左孩子</a:t>
            </a:r>
            <a:r>
              <a:rPr lang="en-US" altLang="zh-CN" dirty="0"/>
              <a:t>-</a:t>
            </a:r>
            <a:r>
              <a:rPr lang="zh-CN" altLang="en-US" dirty="0"/>
              <a:t>右兄弟表示实现的树的类定义</a:t>
            </a:r>
          </a:p>
        </p:txBody>
      </p:sp>
      <p:sp>
        <p:nvSpPr>
          <p:cNvPr id="3" name="内容占位符 2">
            <a:extLst>
              <a:ext uri="{FF2B5EF4-FFF2-40B4-BE49-F238E27FC236}">
                <a16:creationId xmlns:a16="http://schemas.microsoft.com/office/drawing/2014/main" id="{8DB04474-4F8A-402A-AD4C-3F0215191011}"/>
              </a:ext>
            </a:extLst>
          </p:cNvPr>
          <p:cNvSpPr>
            <a:spLocks noGrp="1"/>
          </p:cNvSpPr>
          <p:nvPr>
            <p:ph idx="1"/>
          </p:nvPr>
        </p:nvSpPr>
        <p:spPr>
          <a:xfrm>
            <a:off x="251520" y="1825625"/>
            <a:ext cx="8640960" cy="4351338"/>
          </a:xfrm>
        </p:spPr>
        <p:txBody>
          <a:bodyPr>
            <a:normAutofit fontScale="92500" lnSpcReduction="20000"/>
          </a:bodyPr>
          <a:lstStyle/>
          <a:p>
            <a:pPr marL="0" indent="0">
              <a:buNone/>
            </a:pPr>
            <a:r>
              <a:rPr lang="en-US" altLang="zh-CN" dirty="0"/>
              <a:t>template &lt;class T&gt; struct </a:t>
            </a:r>
            <a:r>
              <a:rPr lang="en-US" altLang="zh-CN" dirty="0" err="1"/>
              <a:t>TreeNode</a:t>
            </a:r>
            <a:r>
              <a:rPr lang="en-US" altLang="zh-CN" dirty="0"/>
              <a:t> {</a:t>
            </a:r>
          </a:p>
          <a:p>
            <a:pPr marL="0" indent="0">
              <a:buNone/>
            </a:pPr>
            <a:r>
              <a:rPr lang="en-US" altLang="zh-CN" dirty="0"/>
              <a:t>    T data;</a:t>
            </a:r>
          </a:p>
          <a:p>
            <a:pPr marL="0" indent="0">
              <a:buNone/>
            </a:pPr>
            <a:r>
              <a:rPr lang="en-US" altLang="zh-CN" dirty="0"/>
              <a:t>    </a:t>
            </a:r>
            <a:r>
              <a:rPr lang="en-US" altLang="zh-CN" dirty="0" err="1"/>
              <a:t>TreeNode</a:t>
            </a:r>
            <a:r>
              <a:rPr lang="en-US" altLang="zh-CN" dirty="0"/>
              <a:t>&lt;T&gt; *</a:t>
            </a:r>
            <a:r>
              <a:rPr lang="en-US" altLang="zh-CN" dirty="0" err="1"/>
              <a:t>firstChild</a:t>
            </a:r>
            <a:r>
              <a:rPr lang="en-US" altLang="zh-CN" dirty="0"/>
              <a:t>, *</a:t>
            </a:r>
            <a:r>
              <a:rPr lang="en-US" altLang="zh-CN" dirty="0" err="1"/>
              <a:t>nextSibling</a:t>
            </a:r>
            <a:r>
              <a:rPr lang="en-US" altLang="zh-CN" dirty="0"/>
              <a:t>;</a:t>
            </a:r>
          </a:p>
          <a:p>
            <a:pPr marL="0" indent="0">
              <a:buNone/>
            </a:pPr>
            <a:r>
              <a:rPr lang="en-US" altLang="zh-CN" dirty="0"/>
              <a:t>    </a:t>
            </a:r>
            <a:r>
              <a:rPr lang="en-US" altLang="zh-CN" dirty="0" err="1"/>
              <a:t>TreeNode</a:t>
            </a:r>
            <a:r>
              <a:rPr lang="en-US" altLang="zh-CN" dirty="0"/>
              <a:t> ( T value=0, </a:t>
            </a:r>
            <a:r>
              <a:rPr lang="en-US" altLang="zh-CN" dirty="0" err="1"/>
              <a:t>TreeNode</a:t>
            </a:r>
            <a:r>
              <a:rPr lang="en-US" altLang="zh-CN" dirty="0"/>
              <a:t>&lt;T&gt; </a:t>
            </a:r>
          </a:p>
          <a:p>
            <a:pPr marL="0" indent="0">
              <a:buNone/>
            </a:pPr>
            <a:r>
              <a:rPr lang="en-US" altLang="zh-CN" dirty="0"/>
              <a:t>        *fc=NULL,  </a:t>
            </a:r>
            <a:r>
              <a:rPr lang="en-US" altLang="zh-CN" dirty="0" err="1"/>
              <a:t>TreeNode</a:t>
            </a:r>
            <a:r>
              <a:rPr lang="en-US" altLang="zh-CN" dirty="0"/>
              <a:t>&lt;T&gt; *ns=NULL ) : </a:t>
            </a:r>
          </a:p>
          <a:p>
            <a:pPr marL="0" indent="0">
              <a:buNone/>
            </a:pPr>
            <a:r>
              <a:rPr lang="en-US" altLang="zh-CN" dirty="0"/>
              <a:t>        data (value), </a:t>
            </a:r>
            <a:r>
              <a:rPr lang="en-US" altLang="zh-CN" dirty="0" err="1"/>
              <a:t>firstChild</a:t>
            </a:r>
            <a:r>
              <a:rPr lang="en-US" altLang="zh-CN" dirty="0"/>
              <a:t> (fc), </a:t>
            </a:r>
          </a:p>
          <a:p>
            <a:pPr marL="0" indent="0">
              <a:buNone/>
            </a:pPr>
            <a:r>
              <a:rPr lang="en-US" altLang="zh-CN" dirty="0"/>
              <a:t>        </a:t>
            </a:r>
            <a:r>
              <a:rPr lang="en-US" altLang="zh-CN" dirty="0" err="1"/>
              <a:t>nextSibling</a:t>
            </a:r>
            <a:r>
              <a:rPr lang="en-US" altLang="zh-CN" dirty="0"/>
              <a:t> (ns){ }</a:t>
            </a:r>
          </a:p>
          <a:p>
            <a:pPr marL="0" indent="0">
              <a:buNone/>
            </a:pPr>
            <a:r>
              <a:rPr lang="en-US" altLang="zh-CN" dirty="0"/>
              <a:t>};</a:t>
            </a:r>
          </a:p>
        </p:txBody>
      </p:sp>
      <p:sp>
        <p:nvSpPr>
          <p:cNvPr id="4" name="灯片编号占位符 3">
            <a:extLst>
              <a:ext uri="{FF2B5EF4-FFF2-40B4-BE49-F238E27FC236}">
                <a16:creationId xmlns:a16="http://schemas.microsoft.com/office/drawing/2014/main" id="{607EC9E6-7021-8654-8F16-A39618AF0C6E}"/>
              </a:ext>
            </a:extLst>
          </p:cNvPr>
          <p:cNvSpPr>
            <a:spLocks noGrp="1"/>
          </p:cNvSpPr>
          <p:nvPr>
            <p:ph type="sldNum" sz="quarter" idx="12"/>
          </p:nvPr>
        </p:nvSpPr>
        <p:spPr/>
        <p:txBody>
          <a:bodyPr/>
          <a:lstStyle/>
          <a:p>
            <a:pPr>
              <a:defRPr/>
            </a:pPr>
            <a:fld id="{A598D83B-EE2A-4F12-B129-1EDE84DF129B}" type="slidenum">
              <a:rPr lang="en-US" altLang="zh-CN" smtClean="0"/>
              <a:pPr>
                <a:defRPr/>
              </a:pPr>
              <a:t>98</a:t>
            </a:fld>
            <a:endParaRPr lang="en-US" altLang="zh-CN"/>
          </a:p>
        </p:txBody>
      </p:sp>
    </p:spTree>
  </p:cSld>
  <p:clrMapOvr>
    <a:masterClrMapping/>
  </p:clrMapOvr>
  <p:transition>
    <p:split/>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A15DF25-381E-40EB-84AF-08C866F6AA61}"/>
              </a:ext>
            </a:extLst>
          </p:cNvPr>
          <p:cNvSpPr>
            <a:spLocks noGrp="1"/>
          </p:cNvSpPr>
          <p:nvPr>
            <p:ph idx="1"/>
          </p:nvPr>
        </p:nvSpPr>
        <p:spPr>
          <a:xfrm>
            <a:off x="628650" y="260648"/>
            <a:ext cx="7886700" cy="5916315"/>
          </a:xfrm>
        </p:spPr>
        <p:txBody>
          <a:bodyPr>
            <a:normAutofit fontScale="55000" lnSpcReduction="20000"/>
          </a:bodyPr>
          <a:lstStyle/>
          <a:p>
            <a:pPr marL="0" indent="0">
              <a:buNone/>
            </a:pPr>
            <a:r>
              <a:rPr lang="en-US" altLang="zh-CN" dirty="0"/>
              <a:t>template &lt;class T&gt; class Tree {</a:t>
            </a:r>
          </a:p>
          <a:p>
            <a:pPr marL="0" indent="0">
              <a:buNone/>
            </a:pPr>
            <a:r>
              <a:rPr lang="en-US" altLang="zh-CN" dirty="0"/>
              <a:t>private:</a:t>
            </a:r>
          </a:p>
          <a:p>
            <a:pPr marL="0" indent="0">
              <a:buNone/>
            </a:pPr>
            <a:r>
              <a:rPr lang="en-US" altLang="zh-CN" dirty="0"/>
              <a:t>   </a:t>
            </a:r>
            <a:r>
              <a:rPr lang="en-US" altLang="zh-CN" dirty="0" err="1"/>
              <a:t>TreeNode</a:t>
            </a:r>
            <a:r>
              <a:rPr lang="en-US" altLang="zh-CN" dirty="0"/>
              <a:t>&lt;T&gt; *root, *current;      //</a:t>
            </a:r>
            <a:r>
              <a:rPr lang="zh-CN" altLang="en-US" dirty="0"/>
              <a:t>根指针及当前指针</a:t>
            </a:r>
          </a:p>
          <a:p>
            <a:pPr marL="0" indent="0">
              <a:buNone/>
            </a:pPr>
            <a:r>
              <a:rPr lang="zh-CN" altLang="en-US" dirty="0"/>
              <a:t>   </a:t>
            </a:r>
            <a:r>
              <a:rPr lang="en-US" altLang="zh-CN" dirty="0"/>
              <a:t>bool Find ( </a:t>
            </a:r>
            <a:r>
              <a:rPr lang="en-US" altLang="zh-CN" dirty="0" err="1"/>
              <a:t>TreeNode</a:t>
            </a:r>
            <a:r>
              <a:rPr lang="en-US" altLang="zh-CN" dirty="0"/>
              <a:t>&lt;T&gt; *p, T value );</a:t>
            </a:r>
          </a:p>
          <a:p>
            <a:pPr marL="0" indent="0">
              <a:buNone/>
            </a:pPr>
            <a:r>
              <a:rPr lang="en-US" altLang="zh-CN" dirty="0"/>
              <a:t>   void </a:t>
            </a:r>
            <a:r>
              <a:rPr lang="en-US" altLang="zh-CN" dirty="0" err="1"/>
              <a:t>RemovesubTree</a:t>
            </a:r>
            <a:r>
              <a:rPr lang="en-US" altLang="zh-CN" dirty="0"/>
              <a:t> ( </a:t>
            </a:r>
            <a:r>
              <a:rPr lang="en-US" altLang="zh-CN" dirty="0" err="1"/>
              <a:t>TreeNode</a:t>
            </a:r>
            <a:r>
              <a:rPr lang="en-US" altLang="zh-CN" dirty="0"/>
              <a:t>&lt;T&gt; * p);  </a:t>
            </a:r>
          </a:p>
          <a:p>
            <a:pPr marL="0" indent="0">
              <a:buNone/>
            </a:pPr>
            <a:r>
              <a:rPr lang="en-US" altLang="zh-CN" dirty="0"/>
              <a:t>         //</a:t>
            </a:r>
            <a:r>
              <a:rPr lang="zh-CN" altLang="en-US" dirty="0"/>
              <a:t>删除 </a:t>
            </a:r>
            <a:r>
              <a:rPr lang="en-US" altLang="zh-CN" dirty="0"/>
              <a:t>p </a:t>
            </a:r>
            <a:r>
              <a:rPr lang="zh-CN" altLang="en-US" dirty="0"/>
              <a:t>为根的子树</a:t>
            </a:r>
          </a:p>
          <a:p>
            <a:pPr marL="0" indent="0">
              <a:buNone/>
            </a:pPr>
            <a:r>
              <a:rPr lang="zh-CN" altLang="en-US" dirty="0"/>
              <a:t>   </a:t>
            </a:r>
            <a:r>
              <a:rPr lang="en-US" altLang="zh-CN" dirty="0"/>
              <a:t>bool </a:t>
            </a:r>
            <a:r>
              <a:rPr lang="en-US" altLang="zh-CN" dirty="0" err="1"/>
              <a:t>FindParent</a:t>
            </a:r>
            <a:r>
              <a:rPr lang="en-US" altLang="zh-CN" dirty="0"/>
              <a:t> ( </a:t>
            </a:r>
            <a:r>
              <a:rPr lang="en-US" altLang="zh-CN" dirty="0" err="1"/>
              <a:t>TreeNode</a:t>
            </a:r>
            <a:r>
              <a:rPr lang="en-US" altLang="zh-CN" dirty="0"/>
              <a:t>&lt;T&gt; * t, </a:t>
            </a:r>
            <a:r>
              <a:rPr lang="en-US" altLang="zh-CN" dirty="0" err="1"/>
              <a:t>TreeNode</a:t>
            </a:r>
            <a:r>
              <a:rPr lang="en-US" altLang="zh-CN" dirty="0"/>
              <a:t>&lt;T&gt; * p );	</a:t>
            </a:r>
          </a:p>
          <a:p>
            <a:pPr marL="0" indent="0">
              <a:buNone/>
            </a:pPr>
            <a:r>
              <a:rPr lang="en-US" altLang="zh-CN" dirty="0"/>
              <a:t>public:</a:t>
            </a:r>
          </a:p>
          <a:p>
            <a:pPr marL="0" indent="0">
              <a:buNone/>
            </a:pPr>
            <a:r>
              <a:rPr lang="en-US" altLang="zh-CN" dirty="0"/>
              <a:t>   Tree ( ) { root = current = NULL; }</a:t>
            </a:r>
          </a:p>
          <a:p>
            <a:pPr marL="0" indent="0">
              <a:buNone/>
            </a:pPr>
            <a:r>
              <a:rPr lang="en-US" altLang="zh-CN" dirty="0"/>
              <a:t>   bool Root ( );	//</a:t>
            </a:r>
            <a:r>
              <a:rPr lang="zh-CN" altLang="en-US" dirty="0"/>
              <a:t>代码见本页备注</a:t>
            </a:r>
            <a:endParaRPr lang="en-US" altLang="zh-CN" dirty="0"/>
          </a:p>
          <a:p>
            <a:pPr marL="0" indent="0">
              <a:buNone/>
            </a:pPr>
            <a:r>
              <a:rPr lang="en-US" altLang="zh-CN" dirty="0"/>
              <a:t>   bool </a:t>
            </a:r>
            <a:r>
              <a:rPr lang="en-US" altLang="zh-CN" dirty="0" err="1"/>
              <a:t>IsEmpty</a:t>
            </a:r>
            <a:r>
              <a:rPr lang="en-US" altLang="zh-CN" dirty="0"/>
              <a:t>( ) {return root == NULL;}</a:t>
            </a:r>
          </a:p>
          <a:p>
            <a:pPr marL="0" indent="0">
              <a:buNone/>
            </a:pPr>
            <a:r>
              <a:rPr lang="en-US" altLang="zh-CN" dirty="0"/>
              <a:t>   bool </a:t>
            </a:r>
            <a:r>
              <a:rPr lang="en-US" altLang="zh-CN" dirty="0" err="1"/>
              <a:t>FirstChild</a:t>
            </a:r>
            <a:r>
              <a:rPr lang="en-US" altLang="zh-CN" dirty="0"/>
              <a:t> ( );	 //</a:t>
            </a:r>
            <a:r>
              <a:rPr lang="zh-CN" altLang="en-US" dirty="0"/>
              <a:t>代码见本页备注</a:t>
            </a:r>
            <a:endParaRPr lang="en-US" altLang="zh-CN" dirty="0"/>
          </a:p>
          <a:p>
            <a:pPr marL="0" indent="0">
              <a:buNone/>
            </a:pPr>
            <a:r>
              <a:rPr lang="en-US" altLang="zh-CN" dirty="0"/>
              <a:t>   bool </a:t>
            </a:r>
            <a:r>
              <a:rPr lang="en-US" altLang="zh-CN" dirty="0" err="1"/>
              <a:t>NextSibling</a:t>
            </a:r>
            <a:r>
              <a:rPr lang="en-US" altLang="zh-CN" dirty="0"/>
              <a:t> ( );</a:t>
            </a:r>
          </a:p>
          <a:p>
            <a:pPr marL="0" indent="0">
              <a:buNone/>
            </a:pPr>
            <a:r>
              <a:rPr lang="en-US" altLang="zh-CN" dirty="0"/>
              <a:t>   bool Parent ( );  //</a:t>
            </a:r>
            <a:r>
              <a:rPr lang="zh-CN" altLang="en-US" dirty="0"/>
              <a:t>代码见本页备注</a:t>
            </a:r>
            <a:endParaRPr lang="en-US" altLang="zh-CN" dirty="0"/>
          </a:p>
          <a:p>
            <a:pPr marL="0" indent="0">
              <a:buNone/>
            </a:pPr>
            <a:r>
              <a:rPr lang="en-US" altLang="zh-CN" dirty="0"/>
              <a:t>   bool Find ( T target );</a:t>
            </a:r>
          </a:p>
          <a:p>
            <a:pPr marL="0" indent="0">
              <a:buNone/>
            </a:pPr>
            <a:r>
              <a:rPr lang="en-US" altLang="zh-CN" dirty="0"/>
              <a:t>   …  //</a:t>
            </a:r>
            <a:r>
              <a:rPr lang="zh-CN" altLang="en-US" dirty="0"/>
              <a:t>树的其它公共操作</a:t>
            </a:r>
          </a:p>
          <a:p>
            <a:pPr marL="0" indent="0">
              <a:buNone/>
            </a:pPr>
            <a:r>
              <a:rPr lang="en-US" altLang="zh-CN" dirty="0"/>
              <a:t>}</a:t>
            </a:r>
          </a:p>
          <a:p>
            <a:pPr marL="0" indent="0">
              <a:buNone/>
            </a:pPr>
            <a:endParaRPr lang="zh-CN" altLang="en-US" dirty="0"/>
          </a:p>
        </p:txBody>
      </p:sp>
      <p:sp>
        <p:nvSpPr>
          <p:cNvPr id="2" name="灯片编号占位符 1">
            <a:extLst>
              <a:ext uri="{FF2B5EF4-FFF2-40B4-BE49-F238E27FC236}">
                <a16:creationId xmlns:a16="http://schemas.microsoft.com/office/drawing/2014/main" id="{512E4E75-351C-99EA-7DE8-77759DABE763}"/>
              </a:ext>
            </a:extLst>
          </p:cNvPr>
          <p:cNvSpPr>
            <a:spLocks noGrp="1"/>
          </p:cNvSpPr>
          <p:nvPr>
            <p:ph type="sldNum" sz="quarter" idx="12"/>
          </p:nvPr>
        </p:nvSpPr>
        <p:spPr/>
        <p:txBody>
          <a:bodyPr/>
          <a:lstStyle/>
          <a:p>
            <a:pPr>
              <a:defRPr/>
            </a:pPr>
            <a:fld id="{A598D83B-EE2A-4F12-B129-1EDE84DF129B}" type="slidenum">
              <a:rPr lang="en-US" altLang="zh-CN" smtClean="0"/>
              <a:pPr>
                <a:defRPr/>
              </a:pPr>
              <a:t>99</a:t>
            </a:fld>
            <a:endParaRPr lang="en-US" altLang="zh-CN"/>
          </a:p>
        </p:txBody>
      </p:sp>
    </p:spTree>
  </p:cSld>
  <p:clrMapOvr>
    <a:masterClrMapping/>
  </p:clrMapOvr>
  <p:transition>
    <p:split/>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DD0C1315-D9A7-E0CF-9098-E04BFA5E4756}"/>
              </a:ext>
            </a:extLst>
          </p:cNvPr>
          <p:cNvSpPr>
            <a:spLocks noGrp="1"/>
          </p:cNvSpPr>
          <p:nvPr>
            <p:ph type="title"/>
          </p:nvPr>
        </p:nvSpPr>
        <p:spPr/>
        <p:txBody>
          <a:bodyPr>
            <a:normAutofit/>
          </a:bodyPr>
          <a:lstStyle/>
          <a:p>
            <a:r>
              <a:rPr lang="zh-CN" altLang="en-US" dirty="0"/>
              <a:t>根为 </a:t>
            </a:r>
            <a:r>
              <a:rPr lang="en-US" altLang="zh-CN" dirty="0"/>
              <a:t>t </a:t>
            </a:r>
            <a:r>
              <a:rPr lang="zh-CN" altLang="en-US" dirty="0"/>
              <a:t>的树中找</a:t>
            </a:r>
            <a:r>
              <a:rPr lang="en-US" altLang="zh-CN" dirty="0"/>
              <a:t>p</a:t>
            </a:r>
            <a:r>
              <a:rPr lang="zh-CN" altLang="en-US" dirty="0"/>
              <a:t>的双亲</a:t>
            </a:r>
            <a:r>
              <a:rPr lang="en-US" altLang="zh-CN" dirty="0"/>
              <a:t>, </a:t>
            </a:r>
            <a:r>
              <a:rPr lang="zh-CN" altLang="en-US" dirty="0"/>
              <a:t>设为当前结点（已知</a:t>
            </a:r>
            <a:r>
              <a:rPr lang="en-US" altLang="zh-CN" dirty="0"/>
              <a:t>t!=p</a:t>
            </a:r>
            <a:r>
              <a:rPr lang="zh-CN" altLang="en-US" dirty="0"/>
              <a:t>）</a:t>
            </a:r>
          </a:p>
        </p:txBody>
      </p:sp>
      <p:sp>
        <p:nvSpPr>
          <p:cNvPr id="3" name="内容占位符 2">
            <a:extLst>
              <a:ext uri="{FF2B5EF4-FFF2-40B4-BE49-F238E27FC236}">
                <a16:creationId xmlns:a16="http://schemas.microsoft.com/office/drawing/2014/main" id="{F25BD3A4-97CA-494B-8A94-A719B97185EC}"/>
              </a:ext>
            </a:extLst>
          </p:cNvPr>
          <p:cNvSpPr>
            <a:spLocks noGrp="1"/>
          </p:cNvSpPr>
          <p:nvPr>
            <p:ph idx="1"/>
          </p:nvPr>
        </p:nvSpPr>
        <p:spPr>
          <a:xfrm>
            <a:off x="628650" y="1825625"/>
            <a:ext cx="8263830" cy="4351338"/>
          </a:xfrm>
        </p:spPr>
        <p:txBody>
          <a:bodyPr>
            <a:normAutofit fontScale="62500" lnSpcReduction="20000"/>
          </a:bodyPr>
          <a:lstStyle/>
          <a:p>
            <a:pPr marL="0" indent="0">
              <a:buNone/>
            </a:pPr>
            <a:r>
              <a:rPr lang="en-US" altLang="zh-CN" dirty="0"/>
              <a:t>template &lt;class T&gt;  bool Tree&lt;T&gt; :: </a:t>
            </a:r>
            <a:r>
              <a:rPr lang="en-US" altLang="zh-CN" dirty="0" err="1"/>
              <a:t>FindParent</a:t>
            </a:r>
            <a:r>
              <a:rPr lang="en-US" altLang="zh-CN" dirty="0"/>
              <a:t> </a:t>
            </a:r>
          </a:p>
          <a:p>
            <a:pPr marL="0" indent="0">
              <a:buNone/>
            </a:pPr>
            <a:r>
              <a:rPr lang="en-US" altLang="zh-CN" dirty="0"/>
              <a:t>( </a:t>
            </a:r>
            <a:r>
              <a:rPr lang="en-US" altLang="zh-CN" dirty="0" err="1"/>
              <a:t>TreeNode</a:t>
            </a:r>
            <a:r>
              <a:rPr lang="en-US" altLang="zh-CN" dirty="0"/>
              <a:t>&lt;T&gt; *t, </a:t>
            </a:r>
            <a:r>
              <a:rPr lang="en-US" altLang="zh-CN" dirty="0" err="1"/>
              <a:t>TreeNode</a:t>
            </a:r>
            <a:r>
              <a:rPr lang="en-US" altLang="zh-CN" dirty="0"/>
              <a:t>&lt;T&gt; *p ) {</a:t>
            </a:r>
          </a:p>
          <a:p>
            <a:pPr marL="0" indent="0">
              <a:buNone/>
            </a:pPr>
            <a:r>
              <a:rPr lang="en-US" altLang="zh-CN" dirty="0"/>
              <a:t>    </a:t>
            </a:r>
            <a:r>
              <a:rPr lang="en-US" altLang="zh-CN" dirty="0" err="1"/>
              <a:t>TreeNode</a:t>
            </a:r>
            <a:r>
              <a:rPr lang="en-US" altLang="zh-CN" dirty="0"/>
              <a:t>&lt;T&gt; *q = t-&gt;</a:t>
            </a:r>
            <a:r>
              <a:rPr lang="en-US" altLang="zh-CN" dirty="0" err="1"/>
              <a:t>firstChild</a:t>
            </a:r>
            <a:r>
              <a:rPr lang="en-US" altLang="zh-CN" dirty="0"/>
              <a:t>;   </a:t>
            </a:r>
          </a:p>
          <a:p>
            <a:pPr marL="0" indent="0">
              <a:buNone/>
            </a:pPr>
            <a:r>
              <a:rPr lang="en-US" altLang="zh-CN" dirty="0"/>
              <a:t>    while ( q != NULL &amp;&amp; q != p ) { </a:t>
            </a:r>
          </a:p>
          <a:p>
            <a:pPr marL="0" indent="0">
              <a:buNone/>
            </a:pPr>
            <a:r>
              <a:rPr lang="en-US" altLang="zh-CN" dirty="0"/>
              <a:t>        if ( </a:t>
            </a:r>
            <a:r>
              <a:rPr lang="en-US" altLang="zh-CN" dirty="0" err="1"/>
              <a:t>FindParent</a:t>
            </a:r>
            <a:r>
              <a:rPr lang="en-US" altLang="zh-CN" dirty="0"/>
              <a:t> (q, p) )  return true;    </a:t>
            </a:r>
          </a:p>
          <a:p>
            <a:pPr marL="0" indent="0">
              <a:buNone/>
            </a:pPr>
            <a:r>
              <a:rPr lang="en-US" altLang="zh-CN" dirty="0"/>
              <a:t>        q = q-&gt;</a:t>
            </a:r>
            <a:r>
              <a:rPr lang="en-US" altLang="zh-CN" dirty="0" err="1"/>
              <a:t>nextSibling</a:t>
            </a:r>
            <a:r>
              <a:rPr lang="en-US" altLang="zh-CN" dirty="0"/>
              <a:t>;</a:t>
            </a:r>
          </a:p>
          <a:p>
            <a:pPr marL="0" indent="0">
              <a:buNone/>
            </a:pPr>
            <a:r>
              <a:rPr lang="en-US" altLang="zh-CN" dirty="0"/>
              <a:t>              //</a:t>
            </a:r>
            <a:r>
              <a:rPr lang="zh-CN" altLang="en-US" dirty="0"/>
              <a:t>循根的长子的兄弟链</a:t>
            </a:r>
            <a:r>
              <a:rPr lang="en-US" altLang="zh-CN" dirty="0"/>
              <a:t>,</a:t>
            </a:r>
            <a:r>
              <a:rPr lang="zh-CN" altLang="en-US" dirty="0"/>
              <a:t>递归在子树中搜索</a:t>
            </a:r>
          </a:p>
          <a:p>
            <a:pPr marL="0" indent="0">
              <a:buNone/>
            </a:pPr>
            <a:r>
              <a:rPr lang="zh-CN" altLang="en-US" dirty="0"/>
              <a:t>    </a:t>
            </a:r>
            <a:r>
              <a:rPr lang="en-US" altLang="zh-CN" dirty="0"/>
              <a:t>}   </a:t>
            </a:r>
          </a:p>
          <a:p>
            <a:pPr marL="0" indent="0">
              <a:buNone/>
            </a:pPr>
            <a:r>
              <a:rPr lang="en-US" altLang="zh-CN" dirty="0"/>
              <a:t>    if ( q != NULL &amp;&amp; q == p ) { current = t;  return true; }</a:t>
            </a:r>
          </a:p>
          <a:p>
            <a:pPr marL="0" indent="0">
              <a:buNone/>
            </a:pPr>
            <a:r>
              <a:rPr lang="en-US" altLang="zh-CN" dirty="0"/>
              <a:t>    else { current = NULL;  return false; };   //</a:t>
            </a:r>
            <a:r>
              <a:rPr lang="zh-CN" altLang="en-US" dirty="0"/>
              <a:t>未找到</a:t>
            </a:r>
          </a:p>
          <a:p>
            <a:pPr marL="0" indent="0">
              <a:buNone/>
            </a:pPr>
            <a:r>
              <a:rPr lang="en-US" altLang="zh-CN" dirty="0"/>
              <a:t>}</a:t>
            </a:r>
          </a:p>
          <a:p>
            <a:pPr marL="0" indent="0">
              <a:buNone/>
            </a:pPr>
            <a:endParaRPr lang="zh-CN" altLang="en-US" dirty="0"/>
          </a:p>
        </p:txBody>
      </p:sp>
      <p:sp>
        <p:nvSpPr>
          <p:cNvPr id="2" name="灯片编号占位符 1">
            <a:extLst>
              <a:ext uri="{FF2B5EF4-FFF2-40B4-BE49-F238E27FC236}">
                <a16:creationId xmlns:a16="http://schemas.microsoft.com/office/drawing/2014/main" id="{B443CC0A-8D3A-F40A-C173-F6BDF952C47C}"/>
              </a:ext>
            </a:extLst>
          </p:cNvPr>
          <p:cNvSpPr>
            <a:spLocks noGrp="1"/>
          </p:cNvSpPr>
          <p:nvPr>
            <p:ph type="sldNum" sz="quarter" idx="12"/>
          </p:nvPr>
        </p:nvSpPr>
        <p:spPr/>
        <p:txBody>
          <a:bodyPr/>
          <a:lstStyle/>
          <a:p>
            <a:pPr>
              <a:defRPr/>
            </a:pPr>
            <a:fld id="{A598D83B-EE2A-4F12-B129-1EDE84DF129B}" type="slidenum">
              <a:rPr lang="en-US" altLang="zh-CN" smtClean="0"/>
              <a:pPr>
                <a:defRPr/>
              </a:pPr>
              <a:t>100</a:t>
            </a:fld>
            <a:endParaRPr lang="en-US" altLang="zh-CN"/>
          </a:p>
        </p:txBody>
      </p:sp>
    </p:spTree>
  </p:cSld>
  <p:clrMapOvr>
    <a:masterClrMapping/>
  </p:clrMapOvr>
  <p:transition>
    <p:split/>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AFEB221-88B0-412F-A030-8565838391E2}"/>
              </a:ext>
            </a:extLst>
          </p:cNvPr>
          <p:cNvSpPr>
            <a:spLocks noGrp="1"/>
          </p:cNvSpPr>
          <p:nvPr>
            <p:ph idx="1"/>
          </p:nvPr>
        </p:nvSpPr>
        <p:spPr>
          <a:xfrm>
            <a:off x="251520" y="404664"/>
            <a:ext cx="8640960" cy="5772299"/>
          </a:xfrm>
        </p:spPr>
        <p:txBody>
          <a:bodyPr>
            <a:normAutofit fontScale="62500" lnSpcReduction="20000"/>
          </a:bodyPr>
          <a:lstStyle/>
          <a:p>
            <a:pPr marL="0" indent="0">
              <a:buNone/>
            </a:pPr>
            <a:r>
              <a:rPr lang="en-US" altLang="zh-CN" dirty="0"/>
              <a:t>template &lt;class T&gt; </a:t>
            </a:r>
          </a:p>
          <a:p>
            <a:pPr marL="0" indent="0">
              <a:buNone/>
            </a:pPr>
            <a:r>
              <a:rPr lang="en-US" altLang="zh-CN" dirty="0"/>
              <a:t>bool Tree &lt;T&gt; :: </a:t>
            </a:r>
            <a:r>
              <a:rPr lang="en-US" altLang="zh-CN" dirty="0" err="1"/>
              <a:t>NextSibling</a:t>
            </a:r>
            <a:r>
              <a:rPr lang="en-US" altLang="zh-CN" dirty="0"/>
              <a:t> ( ) {</a:t>
            </a:r>
          </a:p>
          <a:p>
            <a:pPr marL="0" indent="0">
              <a:buNone/>
            </a:pPr>
            <a:r>
              <a:rPr lang="en-US" altLang="zh-CN" dirty="0"/>
              <a:t>//</a:t>
            </a:r>
            <a:r>
              <a:rPr lang="zh-CN" altLang="en-US" dirty="0"/>
              <a:t>在树中找当前结点的兄弟</a:t>
            </a:r>
            <a:r>
              <a:rPr lang="en-US" altLang="zh-CN" dirty="0"/>
              <a:t>,</a:t>
            </a:r>
            <a:r>
              <a:rPr lang="zh-CN" altLang="en-US" dirty="0"/>
              <a:t>成为当前结点</a:t>
            </a:r>
          </a:p>
          <a:p>
            <a:pPr marL="0" indent="0">
              <a:buNone/>
            </a:pPr>
            <a:r>
              <a:rPr lang="zh-CN" altLang="en-US" dirty="0"/>
              <a:t>    </a:t>
            </a:r>
            <a:r>
              <a:rPr lang="en-US" altLang="zh-CN" dirty="0"/>
              <a:t>if ( current != NULL &amp;&amp; current-&gt;</a:t>
            </a:r>
            <a:r>
              <a:rPr lang="en-US" altLang="zh-CN" dirty="0" err="1"/>
              <a:t>nextSibling</a:t>
            </a:r>
            <a:r>
              <a:rPr lang="en-US" altLang="zh-CN" dirty="0"/>
              <a:t> != NULL ) { </a:t>
            </a:r>
          </a:p>
          <a:p>
            <a:pPr marL="0" indent="0">
              <a:buNone/>
            </a:pPr>
            <a:r>
              <a:rPr lang="en-US" altLang="zh-CN" dirty="0"/>
              <a:t>        current = current-&gt;</a:t>
            </a:r>
            <a:r>
              <a:rPr lang="en-US" altLang="zh-CN" dirty="0" err="1"/>
              <a:t>nextSibling</a:t>
            </a:r>
            <a:r>
              <a:rPr lang="en-US" altLang="zh-CN" dirty="0"/>
              <a:t>;  return true; </a:t>
            </a:r>
          </a:p>
          <a:p>
            <a:pPr marL="0" indent="0">
              <a:buNone/>
            </a:pPr>
            <a:r>
              <a:rPr lang="en-US" altLang="zh-CN" dirty="0"/>
              <a:t>    }</a:t>
            </a:r>
          </a:p>
          <a:p>
            <a:pPr marL="0" indent="0">
              <a:buNone/>
            </a:pPr>
            <a:r>
              <a:rPr lang="en-US" altLang="zh-CN" dirty="0"/>
              <a:t>    current = NULL;  return false;</a:t>
            </a:r>
          </a:p>
          <a:p>
            <a:pPr marL="0" indent="0">
              <a:buNone/>
            </a:pPr>
            <a:r>
              <a:rPr lang="en-US" altLang="zh-CN" dirty="0"/>
              <a:t>}</a:t>
            </a:r>
          </a:p>
          <a:p>
            <a:pPr marL="0" indent="0">
              <a:buNone/>
            </a:pPr>
            <a:endParaRPr lang="en-US" altLang="zh-CN" dirty="0"/>
          </a:p>
          <a:p>
            <a:pPr marL="0" indent="0">
              <a:buNone/>
            </a:pPr>
            <a:r>
              <a:rPr lang="en-US" altLang="zh-CN" dirty="0"/>
              <a:t>template &lt;class T&gt; </a:t>
            </a:r>
          </a:p>
          <a:p>
            <a:pPr marL="0" indent="0">
              <a:buNone/>
            </a:pPr>
            <a:r>
              <a:rPr lang="en-US" altLang="zh-CN" dirty="0"/>
              <a:t>bool Tree&lt;T&gt; :: Find ( T value ) {</a:t>
            </a:r>
          </a:p>
          <a:p>
            <a:pPr marL="0" indent="0">
              <a:buNone/>
            </a:pPr>
            <a:r>
              <a:rPr lang="en-US" altLang="zh-CN" dirty="0"/>
              <a:t>//</a:t>
            </a:r>
            <a:r>
              <a:rPr lang="zh-CN" altLang="en-US" dirty="0"/>
              <a:t>在树中找给定值的结点，成为当前结点</a:t>
            </a:r>
            <a:endParaRPr lang="en-US" altLang="zh-CN" dirty="0"/>
          </a:p>
          <a:p>
            <a:pPr marL="0" indent="0">
              <a:buNone/>
            </a:pPr>
            <a:r>
              <a:rPr lang="en-US" altLang="zh-CN" dirty="0"/>
              <a:t>    if ( </a:t>
            </a:r>
            <a:r>
              <a:rPr lang="en-US" altLang="zh-CN" dirty="0" err="1"/>
              <a:t>IsEmpty</a:t>
            </a:r>
            <a:r>
              <a:rPr lang="en-US" altLang="zh-CN" dirty="0"/>
              <a:t> ( ) ) return false;    </a:t>
            </a:r>
          </a:p>
          <a:p>
            <a:pPr marL="0" indent="0">
              <a:buNone/>
            </a:pPr>
            <a:r>
              <a:rPr lang="en-US" altLang="zh-CN" dirty="0"/>
              <a:t>    return Find ( root, value );</a:t>
            </a:r>
          </a:p>
          <a:p>
            <a:pPr marL="0" indent="0">
              <a:buNone/>
            </a:pPr>
            <a:r>
              <a:rPr lang="en-US" altLang="zh-CN" dirty="0"/>
              <a:t>}</a:t>
            </a:r>
          </a:p>
          <a:p>
            <a:pPr marL="0" indent="0">
              <a:buNone/>
            </a:pPr>
            <a:endParaRPr lang="zh-CN" altLang="en-US" dirty="0"/>
          </a:p>
        </p:txBody>
      </p:sp>
      <p:sp>
        <p:nvSpPr>
          <p:cNvPr id="2" name="灯片编号占位符 1">
            <a:extLst>
              <a:ext uri="{FF2B5EF4-FFF2-40B4-BE49-F238E27FC236}">
                <a16:creationId xmlns:a16="http://schemas.microsoft.com/office/drawing/2014/main" id="{AB72CE1D-7928-14C5-3E54-C5143E9675F4}"/>
              </a:ext>
            </a:extLst>
          </p:cNvPr>
          <p:cNvSpPr>
            <a:spLocks noGrp="1"/>
          </p:cNvSpPr>
          <p:nvPr>
            <p:ph type="sldNum" sz="quarter" idx="12"/>
          </p:nvPr>
        </p:nvSpPr>
        <p:spPr/>
        <p:txBody>
          <a:bodyPr/>
          <a:lstStyle/>
          <a:p>
            <a:pPr>
              <a:defRPr/>
            </a:pPr>
            <a:fld id="{A598D83B-EE2A-4F12-B129-1EDE84DF129B}" type="slidenum">
              <a:rPr lang="en-US" altLang="zh-CN" smtClean="0"/>
              <a:pPr>
                <a:defRPr/>
              </a:pPr>
              <a:t>101</a:t>
            </a:fld>
            <a:endParaRPr lang="en-US" altLang="zh-CN"/>
          </a:p>
        </p:txBody>
      </p:sp>
    </p:spTree>
  </p:cSld>
  <p:clrMapOvr>
    <a:masterClrMapping/>
  </p:clrMapOvr>
  <p:transition>
    <p:split/>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9AD9B97-2299-4537-A52B-4F5872C3685D}"/>
              </a:ext>
            </a:extLst>
          </p:cNvPr>
          <p:cNvSpPr>
            <a:spLocks noGrp="1"/>
          </p:cNvSpPr>
          <p:nvPr>
            <p:ph idx="1"/>
          </p:nvPr>
        </p:nvSpPr>
        <p:spPr>
          <a:xfrm>
            <a:off x="251520" y="260648"/>
            <a:ext cx="8568952" cy="6336704"/>
          </a:xfrm>
        </p:spPr>
        <p:txBody>
          <a:bodyPr>
            <a:normAutofit fontScale="70000" lnSpcReduction="20000"/>
          </a:bodyPr>
          <a:lstStyle/>
          <a:p>
            <a:pPr marL="0" indent="0">
              <a:buNone/>
            </a:pPr>
            <a:r>
              <a:rPr lang="en-US" altLang="zh-CN" dirty="0"/>
              <a:t>//</a:t>
            </a:r>
            <a:r>
              <a:rPr lang="zh-CN" altLang="en-US" dirty="0"/>
              <a:t>在根为 </a:t>
            </a:r>
            <a:r>
              <a:rPr lang="en-US" altLang="zh-CN" dirty="0"/>
              <a:t>p </a:t>
            </a:r>
            <a:r>
              <a:rPr lang="zh-CN" altLang="en-US" dirty="0"/>
              <a:t>的树中找值为 </a:t>
            </a:r>
            <a:r>
              <a:rPr lang="en-US" altLang="zh-CN" dirty="0"/>
              <a:t>value </a:t>
            </a:r>
            <a:r>
              <a:rPr lang="zh-CN" altLang="en-US" dirty="0"/>
              <a:t>的结点</a:t>
            </a:r>
            <a:r>
              <a:rPr lang="en-US" altLang="zh-CN" dirty="0"/>
              <a:t>, </a:t>
            </a:r>
            <a:r>
              <a:rPr lang="zh-CN" altLang="en-US" dirty="0"/>
              <a:t>找到</a:t>
            </a:r>
          </a:p>
          <a:p>
            <a:pPr marL="0" indent="0">
              <a:buNone/>
            </a:pPr>
            <a:r>
              <a:rPr lang="en-US" altLang="zh-CN" dirty="0"/>
              <a:t>//</a:t>
            </a:r>
            <a:r>
              <a:rPr lang="zh-CN" altLang="en-US" dirty="0"/>
              <a:t>后该结点成为当前结点</a:t>
            </a:r>
            <a:r>
              <a:rPr lang="en-US" altLang="zh-CN" dirty="0"/>
              <a:t>,</a:t>
            </a:r>
            <a:r>
              <a:rPr lang="zh-CN" altLang="en-US" dirty="0"/>
              <a:t>否则当前结点不变。</a:t>
            </a:r>
          </a:p>
          <a:p>
            <a:pPr marL="0" indent="0">
              <a:buNone/>
            </a:pPr>
            <a:r>
              <a:rPr lang="en-US" altLang="zh-CN" dirty="0"/>
              <a:t>template &lt;class T&gt; bool Tree &lt;T&gt;::</a:t>
            </a:r>
          </a:p>
          <a:p>
            <a:pPr marL="0" indent="0">
              <a:buNone/>
            </a:pPr>
            <a:r>
              <a:rPr lang="en-US" altLang="zh-CN" dirty="0"/>
              <a:t>Find ( </a:t>
            </a:r>
            <a:r>
              <a:rPr lang="en-US" altLang="zh-CN" dirty="0" err="1"/>
              <a:t>TreeNode</a:t>
            </a:r>
            <a:r>
              <a:rPr lang="en-US" altLang="zh-CN" dirty="0"/>
              <a:t> &lt;T&gt; * p, T value ) {</a:t>
            </a:r>
          </a:p>
          <a:p>
            <a:pPr marL="0" indent="0">
              <a:buNone/>
            </a:pPr>
            <a:r>
              <a:rPr lang="en-US" altLang="zh-CN" dirty="0"/>
              <a:t>    bool result = false;</a:t>
            </a:r>
          </a:p>
          <a:p>
            <a:pPr marL="0" indent="0">
              <a:buNone/>
            </a:pPr>
            <a:r>
              <a:rPr lang="en-US" altLang="zh-CN" dirty="0"/>
              <a:t>    if ( p-&gt;data == value ) {             //</a:t>
            </a:r>
            <a:r>
              <a:rPr lang="zh-CN" altLang="en-US" dirty="0"/>
              <a:t>搜索成功</a:t>
            </a:r>
            <a:endParaRPr lang="en-US" altLang="zh-CN" dirty="0"/>
          </a:p>
          <a:p>
            <a:pPr marL="0" indent="0">
              <a:buNone/>
            </a:pPr>
            <a:r>
              <a:rPr lang="en-US" altLang="zh-CN" dirty="0"/>
              <a:t>         result = true;  current = p; </a:t>
            </a:r>
          </a:p>
          <a:p>
            <a:pPr marL="0" indent="0">
              <a:buNone/>
            </a:pPr>
            <a:r>
              <a:rPr lang="en-US" altLang="zh-CN" dirty="0"/>
              <a:t>    }</a:t>
            </a:r>
            <a:endParaRPr lang="zh-CN" altLang="en-US" dirty="0"/>
          </a:p>
          <a:p>
            <a:pPr marL="0" indent="0">
              <a:buNone/>
            </a:pPr>
            <a:r>
              <a:rPr lang="zh-CN" altLang="en-US" dirty="0"/>
              <a:t>    </a:t>
            </a:r>
            <a:r>
              <a:rPr lang="en-US" altLang="zh-CN" dirty="0"/>
              <a:t>else {                                           //</a:t>
            </a:r>
            <a:r>
              <a:rPr lang="zh-CN" altLang="en-US" dirty="0"/>
              <a:t>继续搜索</a:t>
            </a:r>
          </a:p>
          <a:p>
            <a:pPr marL="0" indent="0">
              <a:buNone/>
            </a:pPr>
            <a:r>
              <a:rPr lang="en-US" altLang="zh-CN" dirty="0"/>
              <a:t>         </a:t>
            </a:r>
            <a:r>
              <a:rPr lang="en-US" altLang="zh-CN" dirty="0" err="1"/>
              <a:t>TreeNode</a:t>
            </a:r>
            <a:r>
              <a:rPr lang="en-US" altLang="zh-CN" dirty="0"/>
              <a:t>&lt;T&gt; *q = p-&gt;</a:t>
            </a:r>
            <a:r>
              <a:rPr lang="en-US" altLang="zh-CN" dirty="0" err="1"/>
              <a:t>firstChild</a:t>
            </a:r>
            <a:r>
              <a:rPr lang="en-US" altLang="zh-CN" dirty="0"/>
              <a:t>;</a:t>
            </a:r>
          </a:p>
          <a:p>
            <a:pPr marL="0" indent="0">
              <a:buNone/>
            </a:pPr>
            <a:r>
              <a:rPr lang="en-US" altLang="zh-CN" dirty="0"/>
              <a:t>         while ( q != NULL &amp;&amp; ! ( result = Find ( q, value ) ) )   q = q-&gt;</a:t>
            </a:r>
            <a:r>
              <a:rPr lang="en-US" altLang="zh-CN" dirty="0" err="1"/>
              <a:t>nextSibling</a:t>
            </a:r>
            <a:r>
              <a:rPr lang="en-US" altLang="zh-CN" dirty="0"/>
              <a:t>;      </a:t>
            </a:r>
          </a:p>
          <a:p>
            <a:pPr marL="0" indent="0">
              <a:buNone/>
            </a:pPr>
            <a:r>
              <a:rPr lang="en-US" altLang="zh-CN" dirty="0"/>
              <a:t>    }</a:t>
            </a:r>
          </a:p>
          <a:p>
            <a:pPr marL="0" indent="0">
              <a:buNone/>
            </a:pPr>
            <a:r>
              <a:rPr lang="en-US" altLang="zh-CN" dirty="0"/>
              <a:t>    return result;</a:t>
            </a:r>
          </a:p>
          <a:p>
            <a:pPr marL="0" indent="0">
              <a:buNone/>
            </a:pPr>
            <a:r>
              <a:rPr lang="en-US" altLang="zh-CN" dirty="0"/>
              <a:t>}</a:t>
            </a:r>
          </a:p>
          <a:p>
            <a:pPr marL="0" indent="0">
              <a:buNone/>
            </a:pPr>
            <a:endParaRPr lang="zh-CN" altLang="en-US" dirty="0"/>
          </a:p>
        </p:txBody>
      </p:sp>
      <p:sp>
        <p:nvSpPr>
          <p:cNvPr id="2" name="灯片编号占位符 1">
            <a:extLst>
              <a:ext uri="{FF2B5EF4-FFF2-40B4-BE49-F238E27FC236}">
                <a16:creationId xmlns:a16="http://schemas.microsoft.com/office/drawing/2014/main" id="{7FDAD843-C94C-97AB-FFE6-60E603F89A30}"/>
              </a:ext>
            </a:extLst>
          </p:cNvPr>
          <p:cNvSpPr>
            <a:spLocks noGrp="1"/>
          </p:cNvSpPr>
          <p:nvPr>
            <p:ph type="sldNum" sz="quarter" idx="12"/>
          </p:nvPr>
        </p:nvSpPr>
        <p:spPr/>
        <p:txBody>
          <a:bodyPr/>
          <a:lstStyle/>
          <a:p>
            <a:pPr>
              <a:defRPr/>
            </a:pPr>
            <a:fld id="{A598D83B-EE2A-4F12-B129-1EDE84DF129B}" type="slidenum">
              <a:rPr lang="en-US" altLang="zh-CN" smtClean="0"/>
              <a:pPr>
                <a:defRPr/>
              </a:pPr>
              <a:t>102</a:t>
            </a:fld>
            <a:endParaRPr lang="en-US" altLang="zh-CN"/>
          </a:p>
        </p:txBody>
      </p:sp>
    </p:spTree>
  </p:cSld>
  <p:clrMapOvr>
    <a:masterClrMapping/>
  </p:clrMapOvr>
  <p:transition>
    <p:split/>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Line 2">
            <a:extLst>
              <a:ext uri="{FF2B5EF4-FFF2-40B4-BE49-F238E27FC236}">
                <a16:creationId xmlns:a16="http://schemas.microsoft.com/office/drawing/2014/main" id="{76AD4949-6FC2-F5B3-CF4B-FAF92748EF65}"/>
              </a:ext>
            </a:extLst>
          </p:cNvPr>
          <p:cNvSpPr>
            <a:spLocks noChangeShapeType="1"/>
          </p:cNvSpPr>
          <p:nvPr/>
        </p:nvSpPr>
        <p:spPr bwMode="auto">
          <a:xfrm>
            <a:off x="5791200" y="2071688"/>
            <a:ext cx="2133600" cy="17526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19" name="Line 3">
            <a:extLst>
              <a:ext uri="{FF2B5EF4-FFF2-40B4-BE49-F238E27FC236}">
                <a16:creationId xmlns:a16="http://schemas.microsoft.com/office/drawing/2014/main" id="{92689FAB-091C-0364-BE85-E735C04910F5}"/>
              </a:ext>
            </a:extLst>
          </p:cNvPr>
          <p:cNvSpPr>
            <a:spLocks noChangeShapeType="1"/>
          </p:cNvSpPr>
          <p:nvPr/>
        </p:nvSpPr>
        <p:spPr bwMode="auto">
          <a:xfrm flipH="1">
            <a:off x="5715000" y="3581400"/>
            <a:ext cx="381000" cy="3810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20" name="Line 4">
            <a:extLst>
              <a:ext uri="{FF2B5EF4-FFF2-40B4-BE49-F238E27FC236}">
                <a16:creationId xmlns:a16="http://schemas.microsoft.com/office/drawing/2014/main" id="{5B5689BE-5C80-84FD-1963-97638BCF7907}"/>
              </a:ext>
            </a:extLst>
          </p:cNvPr>
          <p:cNvSpPr>
            <a:spLocks noChangeShapeType="1"/>
          </p:cNvSpPr>
          <p:nvPr/>
        </p:nvSpPr>
        <p:spPr bwMode="auto">
          <a:xfrm>
            <a:off x="3489325" y="1662113"/>
            <a:ext cx="228600" cy="5334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21" name="Line 5">
            <a:extLst>
              <a:ext uri="{FF2B5EF4-FFF2-40B4-BE49-F238E27FC236}">
                <a16:creationId xmlns:a16="http://schemas.microsoft.com/office/drawing/2014/main" id="{AC2402F9-25F2-E1E1-FB4A-48AC1EFC447A}"/>
              </a:ext>
            </a:extLst>
          </p:cNvPr>
          <p:cNvSpPr>
            <a:spLocks noChangeShapeType="1"/>
          </p:cNvSpPr>
          <p:nvPr/>
        </p:nvSpPr>
        <p:spPr bwMode="auto">
          <a:xfrm flipH="1">
            <a:off x="3108325" y="1662113"/>
            <a:ext cx="228600" cy="5334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22" name="Line 6">
            <a:extLst>
              <a:ext uri="{FF2B5EF4-FFF2-40B4-BE49-F238E27FC236}">
                <a16:creationId xmlns:a16="http://schemas.microsoft.com/office/drawing/2014/main" id="{35285EA6-DCA5-125E-3A2B-6E48A542D697}"/>
              </a:ext>
            </a:extLst>
          </p:cNvPr>
          <p:cNvSpPr>
            <a:spLocks noChangeShapeType="1"/>
          </p:cNvSpPr>
          <p:nvPr/>
        </p:nvSpPr>
        <p:spPr bwMode="auto">
          <a:xfrm>
            <a:off x="1431925" y="1662113"/>
            <a:ext cx="381000" cy="4572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23" name="Line 7">
            <a:extLst>
              <a:ext uri="{FF2B5EF4-FFF2-40B4-BE49-F238E27FC236}">
                <a16:creationId xmlns:a16="http://schemas.microsoft.com/office/drawing/2014/main" id="{545BB61F-95C1-71B3-BA48-930834699118}"/>
              </a:ext>
            </a:extLst>
          </p:cNvPr>
          <p:cNvSpPr>
            <a:spLocks noChangeShapeType="1"/>
          </p:cNvSpPr>
          <p:nvPr/>
        </p:nvSpPr>
        <p:spPr bwMode="auto">
          <a:xfrm flipH="1">
            <a:off x="898525" y="1662113"/>
            <a:ext cx="381000" cy="4572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24" name="Line 8">
            <a:extLst>
              <a:ext uri="{FF2B5EF4-FFF2-40B4-BE49-F238E27FC236}">
                <a16:creationId xmlns:a16="http://schemas.microsoft.com/office/drawing/2014/main" id="{DCC569D4-CF43-700C-BA98-DBC565940B91}"/>
              </a:ext>
            </a:extLst>
          </p:cNvPr>
          <p:cNvSpPr>
            <a:spLocks noChangeShapeType="1"/>
          </p:cNvSpPr>
          <p:nvPr/>
        </p:nvSpPr>
        <p:spPr bwMode="auto">
          <a:xfrm>
            <a:off x="3108325" y="2424113"/>
            <a:ext cx="0" cy="4572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25" name="Line 9">
            <a:extLst>
              <a:ext uri="{FF2B5EF4-FFF2-40B4-BE49-F238E27FC236}">
                <a16:creationId xmlns:a16="http://schemas.microsoft.com/office/drawing/2014/main" id="{67F431E6-386D-5984-2319-A3903B69286C}"/>
              </a:ext>
            </a:extLst>
          </p:cNvPr>
          <p:cNvSpPr>
            <a:spLocks noChangeShapeType="1"/>
          </p:cNvSpPr>
          <p:nvPr/>
        </p:nvSpPr>
        <p:spPr bwMode="auto">
          <a:xfrm>
            <a:off x="1889125" y="2424113"/>
            <a:ext cx="0" cy="4572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26" name="Line 10">
            <a:extLst>
              <a:ext uri="{FF2B5EF4-FFF2-40B4-BE49-F238E27FC236}">
                <a16:creationId xmlns:a16="http://schemas.microsoft.com/office/drawing/2014/main" id="{142B5F05-FECF-37BD-56B4-9245957B44BD}"/>
              </a:ext>
            </a:extLst>
          </p:cNvPr>
          <p:cNvSpPr>
            <a:spLocks noChangeShapeType="1"/>
          </p:cNvSpPr>
          <p:nvPr/>
        </p:nvSpPr>
        <p:spPr bwMode="auto">
          <a:xfrm>
            <a:off x="2498725" y="1662113"/>
            <a:ext cx="0" cy="4572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27" name="Line 11">
            <a:extLst>
              <a:ext uri="{FF2B5EF4-FFF2-40B4-BE49-F238E27FC236}">
                <a16:creationId xmlns:a16="http://schemas.microsoft.com/office/drawing/2014/main" id="{8AE789AE-3AE1-DA5D-3E28-4B7A5D34E0EB}"/>
              </a:ext>
            </a:extLst>
          </p:cNvPr>
          <p:cNvSpPr>
            <a:spLocks noChangeShapeType="1"/>
          </p:cNvSpPr>
          <p:nvPr/>
        </p:nvSpPr>
        <p:spPr bwMode="auto">
          <a:xfrm>
            <a:off x="1355725" y="1662113"/>
            <a:ext cx="0" cy="4572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28" name="Line 12">
            <a:extLst>
              <a:ext uri="{FF2B5EF4-FFF2-40B4-BE49-F238E27FC236}">
                <a16:creationId xmlns:a16="http://schemas.microsoft.com/office/drawing/2014/main" id="{88FDE339-1F38-3B35-6160-A402BA83317D}"/>
              </a:ext>
            </a:extLst>
          </p:cNvPr>
          <p:cNvSpPr>
            <a:spLocks noChangeShapeType="1"/>
          </p:cNvSpPr>
          <p:nvPr/>
        </p:nvSpPr>
        <p:spPr bwMode="auto">
          <a:xfrm>
            <a:off x="836613" y="4724400"/>
            <a:ext cx="990600" cy="9144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29" name="Line 13">
            <a:extLst>
              <a:ext uri="{FF2B5EF4-FFF2-40B4-BE49-F238E27FC236}">
                <a16:creationId xmlns:a16="http://schemas.microsoft.com/office/drawing/2014/main" id="{8394F973-26F2-44A8-8454-8BC19F8049F8}"/>
              </a:ext>
            </a:extLst>
          </p:cNvPr>
          <p:cNvSpPr>
            <a:spLocks noChangeShapeType="1"/>
          </p:cNvSpPr>
          <p:nvPr/>
        </p:nvSpPr>
        <p:spPr bwMode="auto">
          <a:xfrm flipH="1">
            <a:off x="1446213" y="5791200"/>
            <a:ext cx="381000" cy="3810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30" name="Line 14">
            <a:extLst>
              <a:ext uri="{FF2B5EF4-FFF2-40B4-BE49-F238E27FC236}">
                <a16:creationId xmlns:a16="http://schemas.microsoft.com/office/drawing/2014/main" id="{906DED7A-D3CF-0565-B5EE-2023C9367BB3}"/>
              </a:ext>
            </a:extLst>
          </p:cNvPr>
          <p:cNvSpPr>
            <a:spLocks noChangeShapeType="1"/>
          </p:cNvSpPr>
          <p:nvPr/>
        </p:nvSpPr>
        <p:spPr bwMode="auto">
          <a:xfrm>
            <a:off x="3351213" y="4876800"/>
            <a:ext cx="381000" cy="3048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31" name="Line 15">
            <a:extLst>
              <a:ext uri="{FF2B5EF4-FFF2-40B4-BE49-F238E27FC236}">
                <a16:creationId xmlns:a16="http://schemas.microsoft.com/office/drawing/2014/main" id="{8C099ECB-21B2-D255-0728-0341231C63A3}"/>
              </a:ext>
            </a:extLst>
          </p:cNvPr>
          <p:cNvSpPr>
            <a:spLocks noChangeShapeType="1"/>
          </p:cNvSpPr>
          <p:nvPr/>
        </p:nvSpPr>
        <p:spPr bwMode="auto">
          <a:xfrm flipH="1">
            <a:off x="836613" y="4267200"/>
            <a:ext cx="457200" cy="3810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32" name="Oval 16">
            <a:extLst>
              <a:ext uri="{FF2B5EF4-FFF2-40B4-BE49-F238E27FC236}">
                <a16:creationId xmlns:a16="http://schemas.microsoft.com/office/drawing/2014/main" id="{F66FE650-C076-A8D4-13A1-EF1FEB739D32}"/>
              </a:ext>
            </a:extLst>
          </p:cNvPr>
          <p:cNvSpPr>
            <a:spLocks noChangeArrowheads="1"/>
          </p:cNvSpPr>
          <p:nvPr/>
        </p:nvSpPr>
        <p:spPr bwMode="auto">
          <a:xfrm>
            <a:off x="593725" y="2043113"/>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33" name="Oval 17">
            <a:extLst>
              <a:ext uri="{FF2B5EF4-FFF2-40B4-BE49-F238E27FC236}">
                <a16:creationId xmlns:a16="http://schemas.microsoft.com/office/drawing/2014/main" id="{57A55CC2-ACDC-FF4E-4EE9-F06F38D4B76C}"/>
              </a:ext>
            </a:extLst>
          </p:cNvPr>
          <p:cNvSpPr>
            <a:spLocks noChangeArrowheads="1"/>
          </p:cNvSpPr>
          <p:nvPr/>
        </p:nvSpPr>
        <p:spPr bwMode="auto">
          <a:xfrm>
            <a:off x="1127125" y="2043113"/>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34" name="Oval 18">
            <a:extLst>
              <a:ext uri="{FF2B5EF4-FFF2-40B4-BE49-F238E27FC236}">
                <a16:creationId xmlns:a16="http://schemas.microsoft.com/office/drawing/2014/main" id="{5B8630E9-42CC-8C6B-5793-CA6895F225D3}"/>
              </a:ext>
            </a:extLst>
          </p:cNvPr>
          <p:cNvSpPr>
            <a:spLocks noChangeArrowheads="1"/>
          </p:cNvSpPr>
          <p:nvPr/>
        </p:nvSpPr>
        <p:spPr bwMode="auto">
          <a:xfrm>
            <a:off x="1660525" y="2043113"/>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35" name="Oval 19">
            <a:extLst>
              <a:ext uri="{FF2B5EF4-FFF2-40B4-BE49-F238E27FC236}">
                <a16:creationId xmlns:a16="http://schemas.microsoft.com/office/drawing/2014/main" id="{81FC7C33-4605-E284-DECD-48A9C62D3367}"/>
              </a:ext>
            </a:extLst>
          </p:cNvPr>
          <p:cNvSpPr>
            <a:spLocks noChangeArrowheads="1"/>
          </p:cNvSpPr>
          <p:nvPr/>
        </p:nvSpPr>
        <p:spPr bwMode="auto">
          <a:xfrm>
            <a:off x="2270125" y="2043113"/>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36" name="Oval 20">
            <a:extLst>
              <a:ext uri="{FF2B5EF4-FFF2-40B4-BE49-F238E27FC236}">
                <a16:creationId xmlns:a16="http://schemas.microsoft.com/office/drawing/2014/main" id="{E9CF4CE1-1F19-7067-B90A-3F02E691B874}"/>
              </a:ext>
            </a:extLst>
          </p:cNvPr>
          <p:cNvSpPr>
            <a:spLocks noChangeArrowheads="1"/>
          </p:cNvSpPr>
          <p:nvPr/>
        </p:nvSpPr>
        <p:spPr bwMode="auto">
          <a:xfrm>
            <a:off x="2879725" y="2043113"/>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37" name="Oval 21">
            <a:extLst>
              <a:ext uri="{FF2B5EF4-FFF2-40B4-BE49-F238E27FC236}">
                <a16:creationId xmlns:a16="http://schemas.microsoft.com/office/drawing/2014/main" id="{814C0211-FCD4-0206-B30B-538BAF54C6CE}"/>
              </a:ext>
            </a:extLst>
          </p:cNvPr>
          <p:cNvSpPr>
            <a:spLocks noChangeArrowheads="1"/>
          </p:cNvSpPr>
          <p:nvPr/>
        </p:nvSpPr>
        <p:spPr bwMode="auto">
          <a:xfrm>
            <a:off x="3489325" y="2043113"/>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38" name="Oval 22">
            <a:extLst>
              <a:ext uri="{FF2B5EF4-FFF2-40B4-BE49-F238E27FC236}">
                <a16:creationId xmlns:a16="http://schemas.microsoft.com/office/drawing/2014/main" id="{4E6C32B4-8761-F55D-2449-880F2C138041}"/>
              </a:ext>
            </a:extLst>
          </p:cNvPr>
          <p:cNvSpPr>
            <a:spLocks noChangeArrowheads="1"/>
          </p:cNvSpPr>
          <p:nvPr/>
        </p:nvSpPr>
        <p:spPr bwMode="auto">
          <a:xfrm>
            <a:off x="1660525" y="2805113"/>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39" name="Oval 23">
            <a:extLst>
              <a:ext uri="{FF2B5EF4-FFF2-40B4-BE49-F238E27FC236}">
                <a16:creationId xmlns:a16="http://schemas.microsoft.com/office/drawing/2014/main" id="{8D5DF066-BA55-3EF2-D92F-448CD80394F3}"/>
              </a:ext>
            </a:extLst>
          </p:cNvPr>
          <p:cNvSpPr>
            <a:spLocks noChangeArrowheads="1"/>
          </p:cNvSpPr>
          <p:nvPr/>
        </p:nvSpPr>
        <p:spPr bwMode="auto">
          <a:xfrm>
            <a:off x="2879725" y="2805113"/>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40" name="Oval 24">
            <a:extLst>
              <a:ext uri="{FF2B5EF4-FFF2-40B4-BE49-F238E27FC236}">
                <a16:creationId xmlns:a16="http://schemas.microsoft.com/office/drawing/2014/main" id="{5C188BF3-A483-5C34-7FB3-970B725A0D65}"/>
              </a:ext>
            </a:extLst>
          </p:cNvPr>
          <p:cNvSpPr>
            <a:spLocks noChangeArrowheads="1"/>
          </p:cNvSpPr>
          <p:nvPr/>
        </p:nvSpPr>
        <p:spPr bwMode="auto">
          <a:xfrm>
            <a:off x="1127125" y="1281113"/>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41" name="Oval 25">
            <a:extLst>
              <a:ext uri="{FF2B5EF4-FFF2-40B4-BE49-F238E27FC236}">
                <a16:creationId xmlns:a16="http://schemas.microsoft.com/office/drawing/2014/main" id="{C5801601-0E15-ECDD-EA81-20C2FD4B4475}"/>
              </a:ext>
            </a:extLst>
          </p:cNvPr>
          <p:cNvSpPr>
            <a:spLocks noChangeArrowheads="1"/>
          </p:cNvSpPr>
          <p:nvPr/>
        </p:nvSpPr>
        <p:spPr bwMode="auto">
          <a:xfrm>
            <a:off x="2270125" y="1281113"/>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42" name="Oval 26">
            <a:extLst>
              <a:ext uri="{FF2B5EF4-FFF2-40B4-BE49-F238E27FC236}">
                <a16:creationId xmlns:a16="http://schemas.microsoft.com/office/drawing/2014/main" id="{EF83A6D1-3A9D-66D1-2D45-F9927BA6B699}"/>
              </a:ext>
            </a:extLst>
          </p:cNvPr>
          <p:cNvSpPr>
            <a:spLocks noChangeArrowheads="1"/>
          </p:cNvSpPr>
          <p:nvPr/>
        </p:nvSpPr>
        <p:spPr bwMode="auto">
          <a:xfrm>
            <a:off x="3184525" y="1281113"/>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43" name="Text Box 27">
            <a:extLst>
              <a:ext uri="{FF2B5EF4-FFF2-40B4-BE49-F238E27FC236}">
                <a16:creationId xmlns:a16="http://schemas.microsoft.com/office/drawing/2014/main" id="{703E0A7F-5636-9F72-FAEE-307CA3B7170D}"/>
              </a:ext>
            </a:extLst>
          </p:cNvPr>
          <p:cNvSpPr txBox="1">
            <a:spLocks noChangeArrowheads="1"/>
          </p:cNvSpPr>
          <p:nvPr/>
        </p:nvSpPr>
        <p:spPr bwMode="auto">
          <a:xfrm>
            <a:off x="728663" y="914400"/>
            <a:ext cx="25892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rgbClr val="CC0099"/>
                </a:solidFill>
                <a:latin typeface="Times New Roman" panose="02020603050405020304" pitchFamily="18" charset="0"/>
                <a:ea typeface="宋体" panose="02010600030101010101" pitchFamily="2" charset="-122"/>
              </a:rPr>
              <a:t>T</a:t>
            </a:r>
            <a:r>
              <a:rPr kumimoji="1" lang="en-US" altLang="zh-CN" sz="2800" b="1" baseline="-25000">
                <a:solidFill>
                  <a:srgbClr val="CC0099"/>
                </a:solidFill>
                <a:latin typeface="Times New Roman" panose="02020603050405020304" pitchFamily="18" charset="0"/>
                <a:ea typeface="宋体" panose="02010600030101010101" pitchFamily="2" charset="-122"/>
              </a:rPr>
              <a:t>1</a:t>
            </a:r>
            <a:r>
              <a:rPr kumimoji="1" lang="en-US" altLang="zh-CN" sz="2800" b="1">
                <a:solidFill>
                  <a:srgbClr val="CC0099"/>
                </a:solidFill>
                <a:latin typeface="Times New Roman" panose="02020603050405020304" pitchFamily="18" charset="0"/>
                <a:ea typeface="宋体" panose="02010600030101010101" pitchFamily="2" charset="-122"/>
              </a:rPr>
              <a:t>        T</a:t>
            </a:r>
            <a:r>
              <a:rPr kumimoji="1" lang="en-US" altLang="zh-CN" sz="2800" b="1" baseline="-25000">
                <a:solidFill>
                  <a:srgbClr val="CC0099"/>
                </a:solidFill>
                <a:latin typeface="Times New Roman" panose="02020603050405020304" pitchFamily="18" charset="0"/>
                <a:ea typeface="宋体" panose="02010600030101010101" pitchFamily="2" charset="-122"/>
              </a:rPr>
              <a:t>2</a:t>
            </a:r>
            <a:r>
              <a:rPr kumimoji="1" lang="en-US" altLang="zh-CN" sz="2800" b="1">
                <a:solidFill>
                  <a:srgbClr val="CC0099"/>
                </a:solidFill>
                <a:latin typeface="Times New Roman" panose="02020603050405020304" pitchFamily="18" charset="0"/>
                <a:ea typeface="宋体" panose="02010600030101010101" pitchFamily="2" charset="-122"/>
              </a:rPr>
              <a:t>       T</a:t>
            </a:r>
            <a:r>
              <a:rPr kumimoji="1" lang="en-US" altLang="zh-CN" sz="2800" b="1" baseline="-25000">
                <a:solidFill>
                  <a:srgbClr val="CC0099"/>
                </a:solidFill>
                <a:latin typeface="Times New Roman" panose="02020603050405020304" pitchFamily="18" charset="0"/>
                <a:ea typeface="宋体" panose="02010600030101010101" pitchFamily="2" charset="-122"/>
              </a:rPr>
              <a:t>3</a:t>
            </a:r>
            <a:endParaRPr kumimoji="1" lang="en-US" altLang="zh-CN" sz="2800" b="1">
              <a:solidFill>
                <a:srgbClr val="CC0099"/>
              </a:solidFill>
              <a:latin typeface="Times New Roman" panose="02020603050405020304" pitchFamily="18" charset="0"/>
              <a:ea typeface="宋体" panose="02010600030101010101" pitchFamily="2" charset="-122"/>
            </a:endParaRPr>
          </a:p>
        </p:txBody>
      </p:sp>
      <p:sp>
        <p:nvSpPr>
          <p:cNvPr id="111644" name="Text Box 28">
            <a:extLst>
              <a:ext uri="{FF2B5EF4-FFF2-40B4-BE49-F238E27FC236}">
                <a16:creationId xmlns:a16="http://schemas.microsoft.com/office/drawing/2014/main" id="{60C5BF6B-59CB-35F2-F7B4-5AE75AA16406}"/>
              </a:ext>
            </a:extLst>
          </p:cNvPr>
          <p:cNvSpPr txBox="1">
            <a:spLocks noChangeArrowheads="1"/>
          </p:cNvSpPr>
          <p:nvPr/>
        </p:nvSpPr>
        <p:spPr bwMode="auto">
          <a:xfrm>
            <a:off x="1143000" y="12192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111645" name="Text Box 29">
            <a:extLst>
              <a:ext uri="{FF2B5EF4-FFF2-40B4-BE49-F238E27FC236}">
                <a16:creationId xmlns:a16="http://schemas.microsoft.com/office/drawing/2014/main" id="{C08F3469-0301-4C7E-11DF-658C59B33611}"/>
              </a:ext>
            </a:extLst>
          </p:cNvPr>
          <p:cNvSpPr txBox="1">
            <a:spLocks noChangeArrowheads="1"/>
          </p:cNvSpPr>
          <p:nvPr/>
        </p:nvSpPr>
        <p:spPr bwMode="auto">
          <a:xfrm>
            <a:off x="2325688" y="1204913"/>
            <a:ext cx="4016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111646" name="Text Box 30">
            <a:extLst>
              <a:ext uri="{FF2B5EF4-FFF2-40B4-BE49-F238E27FC236}">
                <a16:creationId xmlns:a16="http://schemas.microsoft.com/office/drawing/2014/main" id="{0DE0B831-FD97-4473-7093-22640B99C569}"/>
              </a:ext>
            </a:extLst>
          </p:cNvPr>
          <p:cNvSpPr txBox="1">
            <a:spLocks noChangeArrowheads="1"/>
          </p:cNvSpPr>
          <p:nvPr/>
        </p:nvSpPr>
        <p:spPr bwMode="auto">
          <a:xfrm>
            <a:off x="3190875" y="1204913"/>
            <a:ext cx="4603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H</a:t>
            </a:r>
            <a:endParaRPr kumimoji="1" lang="en-US" altLang="zh-CN" sz="2400">
              <a:latin typeface="Times New Roman" panose="02020603050405020304" pitchFamily="18" charset="0"/>
              <a:ea typeface="宋体" panose="02010600030101010101" pitchFamily="2" charset="-122"/>
            </a:endParaRPr>
          </a:p>
        </p:txBody>
      </p:sp>
      <p:sp>
        <p:nvSpPr>
          <p:cNvPr id="111647" name="Oval 31">
            <a:extLst>
              <a:ext uri="{FF2B5EF4-FFF2-40B4-BE49-F238E27FC236}">
                <a16:creationId xmlns:a16="http://schemas.microsoft.com/office/drawing/2014/main" id="{5E384862-CF9F-DF19-DFE7-F3CCA8B8C692}"/>
              </a:ext>
            </a:extLst>
          </p:cNvPr>
          <p:cNvSpPr>
            <a:spLocks noChangeArrowheads="1"/>
          </p:cNvSpPr>
          <p:nvPr/>
        </p:nvSpPr>
        <p:spPr bwMode="auto">
          <a:xfrm>
            <a:off x="1141413" y="39624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48" name="Oval 32">
            <a:extLst>
              <a:ext uri="{FF2B5EF4-FFF2-40B4-BE49-F238E27FC236}">
                <a16:creationId xmlns:a16="http://schemas.microsoft.com/office/drawing/2014/main" id="{17FB2733-EF25-03C1-A082-54D45DC0E916}"/>
              </a:ext>
            </a:extLst>
          </p:cNvPr>
          <p:cNvSpPr>
            <a:spLocks noChangeArrowheads="1"/>
          </p:cNvSpPr>
          <p:nvPr/>
        </p:nvSpPr>
        <p:spPr bwMode="auto">
          <a:xfrm>
            <a:off x="531813" y="44958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49" name="Oval 33">
            <a:extLst>
              <a:ext uri="{FF2B5EF4-FFF2-40B4-BE49-F238E27FC236}">
                <a16:creationId xmlns:a16="http://schemas.microsoft.com/office/drawing/2014/main" id="{8C464A43-00E3-DC23-711A-27A8EBDB9D44}"/>
              </a:ext>
            </a:extLst>
          </p:cNvPr>
          <p:cNvSpPr>
            <a:spLocks noChangeArrowheads="1"/>
          </p:cNvSpPr>
          <p:nvPr/>
        </p:nvSpPr>
        <p:spPr bwMode="auto">
          <a:xfrm>
            <a:off x="1674813" y="54864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50" name="Oval 34">
            <a:extLst>
              <a:ext uri="{FF2B5EF4-FFF2-40B4-BE49-F238E27FC236}">
                <a16:creationId xmlns:a16="http://schemas.microsoft.com/office/drawing/2014/main" id="{D8912C28-F8E7-01C0-A274-FA97CBAF0810}"/>
              </a:ext>
            </a:extLst>
          </p:cNvPr>
          <p:cNvSpPr>
            <a:spLocks noChangeArrowheads="1"/>
          </p:cNvSpPr>
          <p:nvPr/>
        </p:nvSpPr>
        <p:spPr bwMode="auto">
          <a:xfrm>
            <a:off x="1141413" y="49530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51" name="Oval 35">
            <a:extLst>
              <a:ext uri="{FF2B5EF4-FFF2-40B4-BE49-F238E27FC236}">
                <a16:creationId xmlns:a16="http://schemas.microsoft.com/office/drawing/2014/main" id="{F5958BE4-97FF-5DAC-817F-99F3BAD7BF8D}"/>
              </a:ext>
            </a:extLst>
          </p:cNvPr>
          <p:cNvSpPr>
            <a:spLocks noChangeArrowheads="1"/>
          </p:cNvSpPr>
          <p:nvPr/>
        </p:nvSpPr>
        <p:spPr bwMode="auto">
          <a:xfrm>
            <a:off x="1141413" y="60198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52" name="Line 36">
            <a:extLst>
              <a:ext uri="{FF2B5EF4-FFF2-40B4-BE49-F238E27FC236}">
                <a16:creationId xmlns:a16="http://schemas.microsoft.com/office/drawing/2014/main" id="{28C5EDF7-1663-E115-B3F6-D0EE388F7860}"/>
              </a:ext>
            </a:extLst>
          </p:cNvPr>
          <p:cNvSpPr>
            <a:spLocks noChangeShapeType="1"/>
          </p:cNvSpPr>
          <p:nvPr/>
        </p:nvSpPr>
        <p:spPr bwMode="auto">
          <a:xfrm flipH="1">
            <a:off x="2132013" y="4267200"/>
            <a:ext cx="457200" cy="3810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53" name="Oval 37">
            <a:extLst>
              <a:ext uri="{FF2B5EF4-FFF2-40B4-BE49-F238E27FC236}">
                <a16:creationId xmlns:a16="http://schemas.microsoft.com/office/drawing/2014/main" id="{B9F9BD9B-20FE-7C1C-EE1A-036AA6970B85}"/>
              </a:ext>
            </a:extLst>
          </p:cNvPr>
          <p:cNvSpPr>
            <a:spLocks noChangeArrowheads="1"/>
          </p:cNvSpPr>
          <p:nvPr/>
        </p:nvSpPr>
        <p:spPr bwMode="auto">
          <a:xfrm>
            <a:off x="2436813" y="39624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54" name="Oval 38">
            <a:extLst>
              <a:ext uri="{FF2B5EF4-FFF2-40B4-BE49-F238E27FC236}">
                <a16:creationId xmlns:a16="http://schemas.microsoft.com/office/drawing/2014/main" id="{975265C7-B11A-22F3-4225-A7D53C3D9A9B}"/>
              </a:ext>
            </a:extLst>
          </p:cNvPr>
          <p:cNvSpPr>
            <a:spLocks noChangeArrowheads="1"/>
          </p:cNvSpPr>
          <p:nvPr/>
        </p:nvSpPr>
        <p:spPr bwMode="auto">
          <a:xfrm>
            <a:off x="1827213" y="44958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55" name="Line 39">
            <a:extLst>
              <a:ext uri="{FF2B5EF4-FFF2-40B4-BE49-F238E27FC236}">
                <a16:creationId xmlns:a16="http://schemas.microsoft.com/office/drawing/2014/main" id="{33D5FB22-1388-DBF4-2DA4-69A9E1258E11}"/>
              </a:ext>
            </a:extLst>
          </p:cNvPr>
          <p:cNvSpPr>
            <a:spLocks noChangeShapeType="1"/>
          </p:cNvSpPr>
          <p:nvPr/>
        </p:nvSpPr>
        <p:spPr bwMode="auto">
          <a:xfrm flipH="1">
            <a:off x="2741613" y="4267200"/>
            <a:ext cx="990600" cy="8382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56" name="Oval 40">
            <a:extLst>
              <a:ext uri="{FF2B5EF4-FFF2-40B4-BE49-F238E27FC236}">
                <a16:creationId xmlns:a16="http://schemas.microsoft.com/office/drawing/2014/main" id="{41966B84-C0A2-9AF0-41A6-F3630E78EC63}"/>
              </a:ext>
            </a:extLst>
          </p:cNvPr>
          <p:cNvSpPr>
            <a:spLocks noChangeArrowheads="1"/>
          </p:cNvSpPr>
          <p:nvPr/>
        </p:nvSpPr>
        <p:spPr bwMode="auto">
          <a:xfrm>
            <a:off x="3579813" y="39624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57" name="Oval 41">
            <a:extLst>
              <a:ext uri="{FF2B5EF4-FFF2-40B4-BE49-F238E27FC236}">
                <a16:creationId xmlns:a16="http://schemas.microsoft.com/office/drawing/2014/main" id="{480AEA7A-ED6C-F96A-42D1-4916951917FA}"/>
              </a:ext>
            </a:extLst>
          </p:cNvPr>
          <p:cNvSpPr>
            <a:spLocks noChangeArrowheads="1"/>
          </p:cNvSpPr>
          <p:nvPr/>
        </p:nvSpPr>
        <p:spPr bwMode="auto">
          <a:xfrm>
            <a:off x="2970213" y="44958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58" name="Oval 42">
            <a:extLst>
              <a:ext uri="{FF2B5EF4-FFF2-40B4-BE49-F238E27FC236}">
                <a16:creationId xmlns:a16="http://schemas.microsoft.com/office/drawing/2014/main" id="{B8610B36-0AE9-659B-8AD8-870D46BCFA25}"/>
              </a:ext>
            </a:extLst>
          </p:cNvPr>
          <p:cNvSpPr>
            <a:spLocks noChangeArrowheads="1"/>
          </p:cNvSpPr>
          <p:nvPr/>
        </p:nvSpPr>
        <p:spPr bwMode="auto">
          <a:xfrm>
            <a:off x="2360613" y="50292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59" name="Oval 43">
            <a:extLst>
              <a:ext uri="{FF2B5EF4-FFF2-40B4-BE49-F238E27FC236}">
                <a16:creationId xmlns:a16="http://schemas.microsoft.com/office/drawing/2014/main" id="{6AFACDC1-5DE9-9812-C930-A278796894BD}"/>
              </a:ext>
            </a:extLst>
          </p:cNvPr>
          <p:cNvSpPr>
            <a:spLocks noChangeArrowheads="1"/>
          </p:cNvSpPr>
          <p:nvPr/>
        </p:nvSpPr>
        <p:spPr bwMode="auto">
          <a:xfrm>
            <a:off x="3579813" y="50292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60" name="Text Box 44">
            <a:extLst>
              <a:ext uri="{FF2B5EF4-FFF2-40B4-BE49-F238E27FC236}">
                <a16:creationId xmlns:a16="http://schemas.microsoft.com/office/drawing/2014/main" id="{9615B1BC-D242-CF75-9F90-FFA6B3117863}"/>
              </a:ext>
            </a:extLst>
          </p:cNvPr>
          <p:cNvSpPr txBox="1">
            <a:spLocks noChangeArrowheads="1"/>
          </p:cNvSpPr>
          <p:nvPr/>
        </p:nvSpPr>
        <p:spPr bwMode="auto">
          <a:xfrm>
            <a:off x="685800" y="3733800"/>
            <a:ext cx="29448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rgbClr val="CC0099"/>
                </a:solidFill>
                <a:latin typeface="Times New Roman" panose="02020603050405020304" pitchFamily="18" charset="0"/>
                <a:ea typeface="宋体" panose="02010600030101010101" pitchFamily="2" charset="-122"/>
              </a:rPr>
              <a:t>T</a:t>
            </a:r>
            <a:r>
              <a:rPr kumimoji="1" lang="en-US" altLang="zh-CN" sz="2800" b="1" baseline="-25000">
                <a:solidFill>
                  <a:srgbClr val="CC0099"/>
                </a:solidFill>
                <a:latin typeface="Times New Roman" panose="02020603050405020304" pitchFamily="18" charset="0"/>
                <a:ea typeface="宋体" panose="02010600030101010101" pitchFamily="2" charset="-122"/>
              </a:rPr>
              <a:t>1</a:t>
            </a:r>
            <a:r>
              <a:rPr kumimoji="1" lang="en-US" altLang="zh-CN" sz="2800" b="1">
                <a:solidFill>
                  <a:srgbClr val="CC0099"/>
                </a:solidFill>
                <a:latin typeface="Times New Roman" panose="02020603050405020304" pitchFamily="18" charset="0"/>
                <a:ea typeface="宋体" panose="02010600030101010101" pitchFamily="2" charset="-122"/>
              </a:rPr>
              <a:t>          T</a:t>
            </a:r>
            <a:r>
              <a:rPr kumimoji="1" lang="en-US" altLang="zh-CN" sz="2800" b="1" baseline="-25000">
                <a:solidFill>
                  <a:srgbClr val="CC0099"/>
                </a:solidFill>
                <a:latin typeface="Times New Roman" panose="02020603050405020304" pitchFamily="18" charset="0"/>
                <a:ea typeface="宋体" panose="02010600030101010101" pitchFamily="2" charset="-122"/>
              </a:rPr>
              <a:t>2</a:t>
            </a:r>
            <a:r>
              <a:rPr kumimoji="1" lang="en-US" altLang="zh-CN" sz="2800" b="1">
                <a:solidFill>
                  <a:srgbClr val="CC0099"/>
                </a:solidFill>
                <a:latin typeface="Times New Roman" panose="02020603050405020304" pitchFamily="18" charset="0"/>
                <a:ea typeface="宋体" panose="02010600030101010101" pitchFamily="2" charset="-122"/>
              </a:rPr>
              <a:t>         T</a:t>
            </a:r>
            <a:r>
              <a:rPr kumimoji="1" lang="en-US" altLang="zh-CN" sz="2800" b="1" baseline="-25000">
                <a:solidFill>
                  <a:srgbClr val="CC0099"/>
                </a:solidFill>
                <a:latin typeface="Times New Roman" panose="02020603050405020304" pitchFamily="18" charset="0"/>
                <a:ea typeface="宋体" panose="02010600030101010101" pitchFamily="2" charset="-122"/>
              </a:rPr>
              <a:t>3</a:t>
            </a:r>
            <a:endParaRPr kumimoji="1" lang="en-US" altLang="zh-CN" sz="2800" b="1">
              <a:solidFill>
                <a:srgbClr val="CC0099"/>
              </a:solidFill>
              <a:latin typeface="Times New Roman" panose="02020603050405020304" pitchFamily="18" charset="0"/>
              <a:ea typeface="宋体" panose="02010600030101010101" pitchFamily="2" charset="-122"/>
            </a:endParaRPr>
          </a:p>
        </p:txBody>
      </p:sp>
      <p:sp>
        <p:nvSpPr>
          <p:cNvPr id="111661" name="Text Box 45">
            <a:extLst>
              <a:ext uri="{FF2B5EF4-FFF2-40B4-BE49-F238E27FC236}">
                <a16:creationId xmlns:a16="http://schemas.microsoft.com/office/drawing/2014/main" id="{927B13D7-2329-D54D-4AAE-4EA4786C5378}"/>
              </a:ext>
            </a:extLst>
          </p:cNvPr>
          <p:cNvSpPr txBox="1">
            <a:spLocks noChangeArrowheads="1"/>
          </p:cNvSpPr>
          <p:nvPr/>
        </p:nvSpPr>
        <p:spPr bwMode="auto">
          <a:xfrm>
            <a:off x="1157288" y="39004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111662" name="Text Box 46">
            <a:extLst>
              <a:ext uri="{FF2B5EF4-FFF2-40B4-BE49-F238E27FC236}">
                <a16:creationId xmlns:a16="http://schemas.microsoft.com/office/drawing/2014/main" id="{F5CE9FB2-7961-264B-E81A-E2C8CD324D0B}"/>
              </a:ext>
            </a:extLst>
          </p:cNvPr>
          <p:cNvSpPr txBox="1">
            <a:spLocks noChangeArrowheads="1"/>
          </p:cNvSpPr>
          <p:nvPr/>
        </p:nvSpPr>
        <p:spPr bwMode="auto">
          <a:xfrm>
            <a:off x="619125" y="1981200"/>
            <a:ext cx="4206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111663" name="Text Box 47">
            <a:extLst>
              <a:ext uri="{FF2B5EF4-FFF2-40B4-BE49-F238E27FC236}">
                <a16:creationId xmlns:a16="http://schemas.microsoft.com/office/drawing/2014/main" id="{8C3779A3-030E-56DE-6D3C-9499B893CA54}"/>
              </a:ext>
            </a:extLst>
          </p:cNvPr>
          <p:cNvSpPr txBox="1">
            <a:spLocks noChangeArrowheads="1"/>
          </p:cNvSpPr>
          <p:nvPr/>
        </p:nvSpPr>
        <p:spPr bwMode="auto">
          <a:xfrm>
            <a:off x="1143000" y="19812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111664" name="Text Box 48">
            <a:extLst>
              <a:ext uri="{FF2B5EF4-FFF2-40B4-BE49-F238E27FC236}">
                <a16:creationId xmlns:a16="http://schemas.microsoft.com/office/drawing/2014/main" id="{F13266DA-6AB2-7881-CA96-EDB9B3A5DD70}"/>
              </a:ext>
            </a:extLst>
          </p:cNvPr>
          <p:cNvSpPr txBox="1">
            <a:spLocks noChangeArrowheads="1"/>
          </p:cNvSpPr>
          <p:nvPr/>
        </p:nvSpPr>
        <p:spPr bwMode="auto">
          <a:xfrm>
            <a:off x="1676400" y="19812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111665" name="Text Box 49">
            <a:extLst>
              <a:ext uri="{FF2B5EF4-FFF2-40B4-BE49-F238E27FC236}">
                <a16:creationId xmlns:a16="http://schemas.microsoft.com/office/drawing/2014/main" id="{A018A809-76C4-34EF-CC1E-B299FA50B5C3}"/>
              </a:ext>
            </a:extLst>
          </p:cNvPr>
          <p:cNvSpPr txBox="1">
            <a:spLocks noChangeArrowheads="1"/>
          </p:cNvSpPr>
          <p:nvPr/>
        </p:nvSpPr>
        <p:spPr bwMode="auto">
          <a:xfrm>
            <a:off x="2276475" y="1981200"/>
            <a:ext cx="4603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G</a:t>
            </a:r>
            <a:endParaRPr kumimoji="1" lang="en-US" altLang="zh-CN" sz="2400">
              <a:latin typeface="Times New Roman" panose="02020603050405020304" pitchFamily="18" charset="0"/>
              <a:ea typeface="宋体" panose="02010600030101010101" pitchFamily="2" charset="-122"/>
            </a:endParaRPr>
          </a:p>
        </p:txBody>
      </p:sp>
      <p:sp>
        <p:nvSpPr>
          <p:cNvPr id="111666" name="Text Box 50">
            <a:extLst>
              <a:ext uri="{FF2B5EF4-FFF2-40B4-BE49-F238E27FC236}">
                <a16:creationId xmlns:a16="http://schemas.microsoft.com/office/drawing/2014/main" id="{76A51850-D4DB-9E81-73BA-BEF1137A2263}"/>
              </a:ext>
            </a:extLst>
          </p:cNvPr>
          <p:cNvSpPr txBox="1">
            <a:spLocks noChangeArrowheads="1"/>
          </p:cNvSpPr>
          <p:nvPr/>
        </p:nvSpPr>
        <p:spPr bwMode="auto">
          <a:xfrm>
            <a:off x="2954338" y="1981200"/>
            <a:ext cx="3222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I</a:t>
            </a:r>
            <a:endParaRPr kumimoji="1" lang="en-US" altLang="zh-CN" sz="2400">
              <a:latin typeface="Times New Roman" panose="02020603050405020304" pitchFamily="18" charset="0"/>
              <a:ea typeface="宋体" panose="02010600030101010101" pitchFamily="2" charset="-122"/>
            </a:endParaRPr>
          </a:p>
        </p:txBody>
      </p:sp>
      <p:sp>
        <p:nvSpPr>
          <p:cNvPr id="111667" name="Text Box 51">
            <a:extLst>
              <a:ext uri="{FF2B5EF4-FFF2-40B4-BE49-F238E27FC236}">
                <a16:creationId xmlns:a16="http://schemas.microsoft.com/office/drawing/2014/main" id="{8A750EAE-E6AB-A06E-DCD5-B37E095DAAC7}"/>
              </a:ext>
            </a:extLst>
          </p:cNvPr>
          <p:cNvSpPr txBox="1">
            <a:spLocks noChangeArrowheads="1"/>
          </p:cNvSpPr>
          <p:nvPr/>
        </p:nvSpPr>
        <p:spPr bwMode="auto">
          <a:xfrm>
            <a:off x="3544888" y="19812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J</a:t>
            </a:r>
            <a:endParaRPr kumimoji="1" lang="en-US" altLang="zh-CN" sz="2400">
              <a:latin typeface="Times New Roman" panose="02020603050405020304" pitchFamily="18" charset="0"/>
              <a:ea typeface="宋体" panose="02010600030101010101" pitchFamily="2" charset="-122"/>
            </a:endParaRPr>
          </a:p>
        </p:txBody>
      </p:sp>
      <p:sp>
        <p:nvSpPr>
          <p:cNvPr id="111668" name="Text Box 52">
            <a:extLst>
              <a:ext uri="{FF2B5EF4-FFF2-40B4-BE49-F238E27FC236}">
                <a16:creationId xmlns:a16="http://schemas.microsoft.com/office/drawing/2014/main" id="{001051A1-A770-6B77-ED3A-EDDB0AD9EDB4}"/>
              </a:ext>
            </a:extLst>
          </p:cNvPr>
          <p:cNvSpPr txBox="1">
            <a:spLocks noChangeArrowheads="1"/>
          </p:cNvSpPr>
          <p:nvPr/>
        </p:nvSpPr>
        <p:spPr bwMode="auto">
          <a:xfrm>
            <a:off x="1685925" y="2743200"/>
            <a:ext cx="4206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111669" name="Text Box 53">
            <a:extLst>
              <a:ext uri="{FF2B5EF4-FFF2-40B4-BE49-F238E27FC236}">
                <a16:creationId xmlns:a16="http://schemas.microsoft.com/office/drawing/2014/main" id="{4EB6A254-D5BF-BA8E-AD60-C7F80A60720C}"/>
              </a:ext>
            </a:extLst>
          </p:cNvPr>
          <p:cNvSpPr txBox="1">
            <a:spLocks noChangeArrowheads="1"/>
          </p:cNvSpPr>
          <p:nvPr/>
        </p:nvSpPr>
        <p:spPr bwMode="auto">
          <a:xfrm>
            <a:off x="2886075" y="2743200"/>
            <a:ext cx="4603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K</a:t>
            </a:r>
            <a:endParaRPr kumimoji="1" lang="en-US" altLang="zh-CN" sz="2400">
              <a:latin typeface="Times New Roman" panose="02020603050405020304" pitchFamily="18" charset="0"/>
              <a:ea typeface="宋体" panose="02010600030101010101" pitchFamily="2" charset="-122"/>
            </a:endParaRPr>
          </a:p>
        </p:txBody>
      </p:sp>
      <p:sp>
        <p:nvSpPr>
          <p:cNvPr id="111670" name="Text Box 54">
            <a:extLst>
              <a:ext uri="{FF2B5EF4-FFF2-40B4-BE49-F238E27FC236}">
                <a16:creationId xmlns:a16="http://schemas.microsoft.com/office/drawing/2014/main" id="{90CEFDBA-BFBA-2911-5C14-97290E4FCBC9}"/>
              </a:ext>
            </a:extLst>
          </p:cNvPr>
          <p:cNvSpPr txBox="1">
            <a:spLocks noChangeArrowheads="1"/>
          </p:cNvSpPr>
          <p:nvPr/>
        </p:nvSpPr>
        <p:spPr bwMode="auto">
          <a:xfrm>
            <a:off x="2471738" y="3886200"/>
            <a:ext cx="4016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111671" name="Text Box 55">
            <a:extLst>
              <a:ext uri="{FF2B5EF4-FFF2-40B4-BE49-F238E27FC236}">
                <a16:creationId xmlns:a16="http://schemas.microsoft.com/office/drawing/2014/main" id="{4E5C864A-28DC-4CC9-C231-5367889A5908}"/>
              </a:ext>
            </a:extLst>
          </p:cNvPr>
          <p:cNvSpPr txBox="1">
            <a:spLocks noChangeArrowheads="1"/>
          </p:cNvSpPr>
          <p:nvPr/>
        </p:nvSpPr>
        <p:spPr bwMode="auto">
          <a:xfrm>
            <a:off x="557213" y="4433888"/>
            <a:ext cx="4206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111672" name="Text Box 56">
            <a:extLst>
              <a:ext uri="{FF2B5EF4-FFF2-40B4-BE49-F238E27FC236}">
                <a16:creationId xmlns:a16="http://schemas.microsoft.com/office/drawing/2014/main" id="{DD870ED0-3154-2DD5-7D94-604FF1B393A9}"/>
              </a:ext>
            </a:extLst>
          </p:cNvPr>
          <p:cNvSpPr txBox="1">
            <a:spLocks noChangeArrowheads="1"/>
          </p:cNvSpPr>
          <p:nvPr/>
        </p:nvSpPr>
        <p:spPr bwMode="auto">
          <a:xfrm>
            <a:off x="1157288" y="48910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111673" name="Text Box 57">
            <a:extLst>
              <a:ext uri="{FF2B5EF4-FFF2-40B4-BE49-F238E27FC236}">
                <a16:creationId xmlns:a16="http://schemas.microsoft.com/office/drawing/2014/main" id="{3B55D35E-DDB1-3CE2-22BD-6EA5C52B851C}"/>
              </a:ext>
            </a:extLst>
          </p:cNvPr>
          <p:cNvSpPr txBox="1">
            <a:spLocks noChangeArrowheads="1"/>
          </p:cNvSpPr>
          <p:nvPr/>
        </p:nvSpPr>
        <p:spPr bwMode="auto">
          <a:xfrm>
            <a:off x="1690688" y="54244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111674" name="Text Box 58">
            <a:extLst>
              <a:ext uri="{FF2B5EF4-FFF2-40B4-BE49-F238E27FC236}">
                <a16:creationId xmlns:a16="http://schemas.microsoft.com/office/drawing/2014/main" id="{BACFD568-077F-E1A5-D66E-6AF874F2CC52}"/>
              </a:ext>
            </a:extLst>
          </p:cNvPr>
          <p:cNvSpPr txBox="1">
            <a:spLocks noChangeArrowheads="1"/>
          </p:cNvSpPr>
          <p:nvPr/>
        </p:nvSpPr>
        <p:spPr bwMode="auto">
          <a:xfrm>
            <a:off x="1166813" y="5957888"/>
            <a:ext cx="4206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111675" name="Text Box 59">
            <a:extLst>
              <a:ext uri="{FF2B5EF4-FFF2-40B4-BE49-F238E27FC236}">
                <a16:creationId xmlns:a16="http://schemas.microsoft.com/office/drawing/2014/main" id="{67F52868-4C48-B56F-C570-EEE83ECB788C}"/>
              </a:ext>
            </a:extLst>
          </p:cNvPr>
          <p:cNvSpPr txBox="1">
            <a:spLocks noChangeArrowheads="1"/>
          </p:cNvSpPr>
          <p:nvPr/>
        </p:nvSpPr>
        <p:spPr bwMode="auto">
          <a:xfrm>
            <a:off x="1833563" y="4433888"/>
            <a:ext cx="4603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G</a:t>
            </a:r>
            <a:endParaRPr kumimoji="1" lang="en-US" altLang="zh-CN" sz="2400">
              <a:latin typeface="Times New Roman" panose="02020603050405020304" pitchFamily="18" charset="0"/>
              <a:ea typeface="宋体" panose="02010600030101010101" pitchFamily="2" charset="-122"/>
            </a:endParaRPr>
          </a:p>
        </p:txBody>
      </p:sp>
      <p:sp>
        <p:nvSpPr>
          <p:cNvPr id="111676" name="Text Box 60">
            <a:extLst>
              <a:ext uri="{FF2B5EF4-FFF2-40B4-BE49-F238E27FC236}">
                <a16:creationId xmlns:a16="http://schemas.microsoft.com/office/drawing/2014/main" id="{B3D83B7A-3606-D5B9-1E06-B792FF4FF3E6}"/>
              </a:ext>
            </a:extLst>
          </p:cNvPr>
          <p:cNvSpPr txBox="1">
            <a:spLocks noChangeArrowheads="1"/>
          </p:cNvSpPr>
          <p:nvPr/>
        </p:nvSpPr>
        <p:spPr bwMode="auto">
          <a:xfrm>
            <a:off x="3606800" y="3886200"/>
            <a:ext cx="4603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H</a:t>
            </a:r>
            <a:endParaRPr kumimoji="1" lang="en-US" altLang="zh-CN" sz="2400">
              <a:latin typeface="Times New Roman" panose="02020603050405020304" pitchFamily="18" charset="0"/>
              <a:ea typeface="宋体" panose="02010600030101010101" pitchFamily="2" charset="-122"/>
            </a:endParaRPr>
          </a:p>
        </p:txBody>
      </p:sp>
      <p:sp>
        <p:nvSpPr>
          <p:cNvPr id="111677" name="Text Box 61">
            <a:extLst>
              <a:ext uri="{FF2B5EF4-FFF2-40B4-BE49-F238E27FC236}">
                <a16:creationId xmlns:a16="http://schemas.microsoft.com/office/drawing/2014/main" id="{5F6B0257-C781-1808-A24D-3D32D3C0DE76}"/>
              </a:ext>
            </a:extLst>
          </p:cNvPr>
          <p:cNvSpPr txBox="1">
            <a:spLocks noChangeArrowheads="1"/>
          </p:cNvSpPr>
          <p:nvPr/>
        </p:nvSpPr>
        <p:spPr bwMode="auto">
          <a:xfrm>
            <a:off x="3065463" y="4433888"/>
            <a:ext cx="32226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I</a:t>
            </a:r>
            <a:endParaRPr kumimoji="1" lang="en-US" altLang="zh-CN" sz="2400">
              <a:latin typeface="Times New Roman" panose="02020603050405020304" pitchFamily="18" charset="0"/>
              <a:ea typeface="宋体" panose="02010600030101010101" pitchFamily="2" charset="-122"/>
            </a:endParaRPr>
          </a:p>
        </p:txBody>
      </p:sp>
      <p:sp>
        <p:nvSpPr>
          <p:cNvPr id="111678" name="Text Box 62">
            <a:extLst>
              <a:ext uri="{FF2B5EF4-FFF2-40B4-BE49-F238E27FC236}">
                <a16:creationId xmlns:a16="http://schemas.microsoft.com/office/drawing/2014/main" id="{57995E7E-DD01-984B-96D9-DB389041BCBF}"/>
              </a:ext>
            </a:extLst>
          </p:cNvPr>
          <p:cNvSpPr txBox="1">
            <a:spLocks noChangeArrowheads="1"/>
          </p:cNvSpPr>
          <p:nvPr/>
        </p:nvSpPr>
        <p:spPr bwMode="auto">
          <a:xfrm>
            <a:off x="2387600" y="4953000"/>
            <a:ext cx="4603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K</a:t>
            </a:r>
            <a:endParaRPr kumimoji="1" lang="en-US" altLang="zh-CN" sz="2400">
              <a:latin typeface="Times New Roman" panose="02020603050405020304" pitchFamily="18" charset="0"/>
              <a:ea typeface="宋体" panose="02010600030101010101" pitchFamily="2" charset="-122"/>
            </a:endParaRPr>
          </a:p>
        </p:txBody>
      </p:sp>
      <p:sp>
        <p:nvSpPr>
          <p:cNvPr id="111679" name="Text Box 63">
            <a:extLst>
              <a:ext uri="{FF2B5EF4-FFF2-40B4-BE49-F238E27FC236}">
                <a16:creationId xmlns:a16="http://schemas.microsoft.com/office/drawing/2014/main" id="{3F4E2751-612D-5309-C048-663CCCB24A34}"/>
              </a:ext>
            </a:extLst>
          </p:cNvPr>
          <p:cNvSpPr txBox="1">
            <a:spLocks noChangeArrowheads="1"/>
          </p:cNvSpPr>
          <p:nvPr/>
        </p:nvSpPr>
        <p:spPr bwMode="auto">
          <a:xfrm>
            <a:off x="3654425" y="49672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J</a:t>
            </a:r>
            <a:endParaRPr kumimoji="1" lang="en-US" altLang="zh-CN" sz="2400">
              <a:latin typeface="Times New Roman" panose="02020603050405020304" pitchFamily="18" charset="0"/>
              <a:ea typeface="宋体" panose="02010600030101010101" pitchFamily="2" charset="-122"/>
            </a:endParaRPr>
          </a:p>
        </p:txBody>
      </p:sp>
      <p:sp>
        <p:nvSpPr>
          <p:cNvPr id="111680" name="Line 64">
            <a:extLst>
              <a:ext uri="{FF2B5EF4-FFF2-40B4-BE49-F238E27FC236}">
                <a16:creationId xmlns:a16="http://schemas.microsoft.com/office/drawing/2014/main" id="{0F0E367F-36A7-519D-3261-9CB292FF0722}"/>
              </a:ext>
            </a:extLst>
          </p:cNvPr>
          <p:cNvSpPr>
            <a:spLocks noChangeShapeType="1"/>
          </p:cNvSpPr>
          <p:nvPr/>
        </p:nvSpPr>
        <p:spPr bwMode="auto">
          <a:xfrm>
            <a:off x="5105400" y="2514600"/>
            <a:ext cx="990600" cy="9144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81" name="Line 65">
            <a:extLst>
              <a:ext uri="{FF2B5EF4-FFF2-40B4-BE49-F238E27FC236}">
                <a16:creationId xmlns:a16="http://schemas.microsoft.com/office/drawing/2014/main" id="{4CA23C48-BE67-C987-E080-8CF1CCFCD37D}"/>
              </a:ext>
            </a:extLst>
          </p:cNvPr>
          <p:cNvSpPr>
            <a:spLocks noChangeShapeType="1"/>
          </p:cNvSpPr>
          <p:nvPr/>
        </p:nvSpPr>
        <p:spPr bwMode="auto">
          <a:xfrm flipH="1">
            <a:off x="5105400" y="2057400"/>
            <a:ext cx="457200" cy="3810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82" name="Oval 66">
            <a:extLst>
              <a:ext uri="{FF2B5EF4-FFF2-40B4-BE49-F238E27FC236}">
                <a16:creationId xmlns:a16="http://schemas.microsoft.com/office/drawing/2014/main" id="{1583B0FC-E98D-41B1-66EB-75439FBB7F95}"/>
              </a:ext>
            </a:extLst>
          </p:cNvPr>
          <p:cNvSpPr>
            <a:spLocks noChangeArrowheads="1"/>
          </p:cNvSpPr>
          <p:nvPr/>
        </p:nvSpPr>
        <p:spPr bwMode="auto">
          <a:xfrm>
            <a:off x="5410200" y="17526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83" name="Oval 67">
            <a:extLst>
              <a:ext uri="{FF2B5EF4-FFF2-40B4-BE49-F238E27FC236}">
                <a16:creationId xmlns:a16="http://schemas.microsoft.com/office/drawing/2014/main" id="{E451A815-F1BA-44F5-9CC8-FD46156C67BC}"/>
              </a:ext>
            </a:extLst>
          </p:cNvPr>
          <p:cNvSpPr>
            <a:spLocks noChangeArrowheads="1"/>
          </p:cNvSpPr>
          <p:nvPr/>
        </p:nvSpPr>
        <p:spPr bwMode="auto">
          <a:xfrm>
            <a:off x="4800600" y="22860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84" name="Oval 68">
            <a:extLst>
              <a:ext uri="{FF2B5EF4-FFF2-40B4-BE49-F238E27FC236}">
                <a16:creationId xmlns:a16="http://schemas.microsoft.com/office/drawing/2014/main" id="{584242A2-A784-C412-DE97-A53FB5D47B1C}"/>
              </a:ext>
            </a:extLst>
          </p:cNvPr>
          <p:cNvSpPr>
            <a:spLocks noChangeArrowheads="1"/>
          </p:cNvSpPr>
          <p:nvPr/>
        </p:nvSpPr>
        <p:spPr bwMode="auto">
          <a:xfrm>
            <a:off x="5943600" y="32766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85" name="Oval 69">
            <a:extLst>
              <a:ext uri="{FF2B5EF4-FFF2-40B4-BE49-F238E27FC236}">
                <a16:creationId xmlns:a16="http://schemas.microsoft.com/office/drawing/2014/main" id="{BFCF30DD-C531-CE43-5160-17DA8C26225F}"/>
              </a:ext>
            </a:extLst>
          </p:cNvPr>
          <p:cNvSpPr>
            <a:spLocks noChangeArrowheads="1"/>
          </p:cNvSpPr>
          <p:nvPr/>
        </p:nvSpPr>
        <p:spPr bwMode="auto">
          <a:xfrm>
            <a:off x="5410200" y="27432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86" name="Oval 70">
            <a:extLst>
              <a:ext uri="{FF2B5EF4-FFF2-40B4-BE49-F238E27FC236}">
                <a16:creationId xmlns:a16="http://schemas.microsoft.com/office/drawing/2014/main" id="{89E7F089-A92C-F62C-82DB-0EBE37226FD4}"/>
              </a:ext>
            </a:extLst>
          </p:cNvPr>
          <p:cNvSpPr>
            <a:spLocks noChangeArrowheads="1"/>
          </p:cNvSpPr>
          <p:nvPr/>
        </p:nvSpPr>
        <p:spPr bwMode="auto">
          <a:xfrm>
            <a:off x="5410200" y="38100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87" name="Text Box 71">
            <a:extLst>
              <a:ext uri="{FF2B5EF4-FFF2-40B4-BE49-F238E27FC236}">
                <a16:creationId xmlns:a16="http://schemas.microsoft.com/office/drawing/2014/main" id="{4E79B159-5EF7-6DCF-CCD6-34C6D8971B65}"/>
              </a:ext>
            </a:extLst>
          </p:cNvPr>
          <p:cNvSpPr txBox="1">
            <a:spLocks noChangeArrowheads="1"/>
          </p:cNvSpPr>
          <p:nvPr/>
        </p:nvSpPr>
        <p:spPr bwMode="auto">
          <a:xfrm>
            <a:off x="5426075" y="16906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111688" name="Text Box 72">
            <a:extLst>
              <a:ext uri="{FF2B5EF4-FFF2-40B4-BE49-F238E27FC236}">
                <a16:creationId xmlns:a16="http://schemas.microsoft.com/office/drawing/2014/main" id="{ABB7B993-58F3-7998-4B5D-8925D137C59B}"/>
              </a:ext>
            </a:extLst>
          </p:cNvPr>
          <p:cNvSpPr txBox="1">
            <a:spLocks noChangeArrowheads="1"/>
          </p:cNvSpPr>
          <p:nvPr/>
        </p:nvSpPr>
        <p:spPr bwMode="auto">
          <a:xfrm>
            <a:off x="4826000" y="2224088"/>
            <a:ext cx="420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111689" name="Text Box 73">
            <a:extLst>
              <a:ext uri="{FF2B5EF4-FFF2-40B4-BE49-F238E27FC236}">
                <a16:creationId xmlns:a16="http://schemas.microsoft.com/office/drawing/2014/main" id="{A98CE6A0-81E7-8F61-824A-133EE0C3981C}"/>
              </a:ext>
            </a:extLst>
          </p:cNvPr>
          <p:cNvSpPr txBox="1">
            <a:spLocks noChangeArrowheads="1"/>
          </p:cNvSpPr>
          <p:nvPr/>
        </p:nvSpPr>
        <p:spPr bwMode="auto">
          <a:xfrm>
            <a:off x="5426075" y="26812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111690" name="Text Box 74">
            <a:extLst>
              <a:ext uri="{FF2B5EF4-FFF2-40B4-BE49-F238E27FC236}">
                <a16:creationId xmlns:a16="http://schemas.microsoft.com/office/drawing/2014/main" id="{628733AA-0E11-75EF-7843-E560C003C201}"/>
              </a:ext>
            </a:extLst>
          </p:cNvPr>
          <p:cNvSpPr txBox="1">
            <a:spLocks noChangeArrowheads="1"/>
          </p:cNvSpPr>
          <p:nvPr/>
        </p:nvSpPr>
        <p:spPr bwMode="auto">
          <a:xfrm>
            <a:off x="5435600" y="3748088"/>
            <a:ext cx="420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111691" name="Text Box 75">
            <a:extLst>
              <a:ext uri="{FF2B5EF4-FFF2-40B4-BE49-F238E27FC236}">
                <a16:creationId xmlns:a16="http://schemas.microsoft.com/office/drawing/2014/main" id="{4750A137-05C0-6914-4FA5-4FA4BEA646DB}"/>
              </a:ext>
            </a:extLst>
          </p:cNvPr>
          <p:cNvSpPr txBox="1">
            <a:spLocks noChangeArrowheads="1"/>
          </p:cNvSpPr>
          <p:nvPr/>
        </p:nvSpPr>
        <p:spPr bwMode="auto">
          <a:xfrm>
            <a:off x="5959475" y="32146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111692" name="Line 76">
            <a:extLst>
              <a:ext uri="{FF2B5EF4-FFF2-40B4-BE49-F238E27FC236}">
                <a16:creationId xmlns:a16="http://schemas.microsoft.com/office/drawing/2014/main" id="{88EDF340-CE4E-9174-ACF8-E0446DF27A01}"/>
              </a:ext>
            </a:extLst>
          </p:cNvPr>
          <p:cNvSpPr>
            <a:spLocks noChangeShapeType="1"/>
          </p:cNvSpPr>
          <p:nvPr/>
        </p:nvSpPr>
        <p:spPr bwMode="auto">
          <a:xfrm>
            <a:off x="7543800" y="4586288"/>
            <a:ext cx="381000" cy="3048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93" name="Line 77">
            <a:extLst>
              <a:ext uri="{FF2B5EF4-FFF2-40B4-BE49-F238E27FC236}">
                <a16:creationId xmlns:a16="http://schemas.microsoft.com/office/drawing/2014/main" id="{96556B0D-160D-0519-EFC9-1DA827D5F19D}"/>
              </a:ext>
            </a:extLst>
          </p:cNvPr>
          <p:cNvSpPr>
            <a:spLocks noChangeShapeType="1"/>
          </p:cNvSpPr>
          <p:nvPr/>
        </p:nvSpPr>
        <p:spPr bwMode="auto">
          <a:xfrm flipH="1">
            <a:off x="6934200" y="3976688"/>
            <a:ext cx="990600" cy="8382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94" name="Oval 78">
            <a:extLst>
              <a:ext uri="{FF2B5EF4-FFF2-40B4-BE49-F238E27FC236}">
                <a16:creationId xmlns:a16="http://schemas.microsoft.com/office/drawing/2014/main" id="{49A1BB99-519D-38BB-31C8-320A5AF704C3}"/>
              </a:ext>
            </a:extLst>
          </p:cNvPr>
          <p:cNvSpPr>
            <a:spLocks noChangeArrowheads="1"/>
          </p:cNvSpPr>
          <p:nvPr/>
        </p:nvSpPr>
        <p:spPr bwMode="auto">
          <a:xfrm>
            <a:off x="7772400" y="3671888"/>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95" name="Oval 79">
            <a:extLst>
              <a:ext uri="{FF2B5EF4-FFF2-40B4-BE49-F238E27FC236}">
                <a16:creationId xmlns:a16="http://schemas.microsoft.com/office/drawing/2014/main" id="{DEC5CF17-4091-40E1-DA88-1B9A93054F81}"/>
              </a:ext>
            </a:extLst>
          </p:cNvPr>
          <p:cNvSpPr>
            <a:spLocks noChangeArrowheads="1"/>
          </p:cNvSpPr>
          <p:nvPr/>
        </p:nvSpPr>
        <p:spPr bwMode="auto">
          <a:xfrm>
            <a:off x="7162800" y="4205288"/>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96" name="Oval 80">
            <a:extLst>
              <a:ext uri="{FF2B5EF4-FFF2-40B4-BE49-F238E27FC236}">
                <a16:creationId xmlns:a16="http://schemas.microsoft.com/office/drawing/2014/main" id="{F8EFD48C-7B69-183D-158C-0BA74FE18E18}"/>
              </a:ext>
            </a:extLst>
          </p:cNvPr>
          <p:cNvSpPr>
            <a:spLocks noChangeArrowheads="1"/>
          </p:cNvSpPr>
          <p:nvPr/>
        </p:nvSpPr>
        <p:spPr bwMode="auto">
          <a:xfrm>
            <a:off x="6553200" y="4738688"/>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97" name="Oval 81">
            <a:extLst>
              <a:ext uri="{FF2B5EF4-FFF2-40B4-BE49-F238E27FC236}">
                <a16:creationId xmlns:a16="http://schemas.microsoft.com/office/drawing/2014/main" id="{C7629492-F0B5-F94C-2F48-D4FE09F0FC82}"/>
              </a:ext>
            </a:extLst>
          </p:cNvPr>
          <p:cNvSpPr>
            <a:spLocks noChangeArrowheads="1"/>
          </p:cNvSpPr>
          <p:nvPr/>
        </p:nvSpPr>
        <p:spPr bwMode="auto">
          <a:xfrm>
            <a:off x="7772400" y="4738688"/>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698" name="Text Box 82">
            <a:extLst>
              <a:ext uri="{FF2B5EF4-FFF2-40B4-BE49-F238E27FC236}">
                <a16:creationId xmlns:a16="http://schemas.microsoft.com/office/drawing/2014/main" id="{B06E89A5-C1D4-07D3-9E96-D113B815F4E9}"/>
              </a:ext>
            </a:extLst>
          </p:cNvPr>
          <p:cNvSpPr txBox="1">
            <a:spLocks noChangeArrowheads="1"/>
          </p:cNvSpPr>
          <p:nvPr/>
        </p:nvSpPr>
        <p:spPr bwMode="auto">
          <a:xfrm>
            <a:off x="7799388" y="3595688"/>
            <a:ext cx="4603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H</a:t>
            </a:r>
            <a:endParaRPr kumimoji="1" lang="en-US" altLang="zh-CN" sz="2400">
              <a:latin typeface="Times New Roman" panose="02020603050405020304" pitchFamily="18" charset="0"/>
              <a:ea typeface="宋体" panose="02010600030101010101" pitchFamily="2" charset="-122"/>
            </a:endParaRPr>
          </a:p>
        </p:txBody>
      </p:sp>
      <p:sp>
        <p:nvSpPr>
          <p:cNvPr id="111699" name="Text Box 83">
            <a:extLst>
              <a:ext uri="{FF2B5EF4-FFF2-40B4-BE49-F238E27FC236}">
                <a16:creationId xmlns:a16="http://schemas.microsoft.com/office/drawing/2014/main" id="{A08B3C3F-F8C9-8FE7-30D4-691BEFBA1E69}"/>
              </a:ext>
            </a:extLst>
          </p:cNvPr>
          <p:cNvSpPr txBox="1">
            <a:spLocks noChangeArrowheads="1"/>
          </p:cNvSpPr>
          <p:nvPr/>
        </p:nvSpPr>
        <p:spPr bwMode="auto">
          <a:xfrm>
            <a:off x="7258050" y="4143375"/>
            <a:ext cx="3222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I</a:t>
            </a:r>
            <a:endParaRPr kumimoji="1" lang="en-US" altLang="zh-CN" sz="2400">
              <a:latin typeface="Times New Roman" panose="02020603050405020304" pitchFamily="18" charset="0"/>
              <a:ea typeface="宋体" panose="02010600030101010101" pitchFamily="2" charset="-122"/>
            </a:endParaRPr>
          </a:p>
        </p:txBody>
      </p:sp>
      <p:sp>
        <p:nvSpPr>
          <p:cNvPr id="111700" name="Text Box 84">
            <a:extLst>
              <a:ext uri="{FF2B5EF4-FFF2-40B4-BE49-F238E27FC236}">
                <a16:creationId xmlns:a16="http://schemas.microsoft.com/office/drawing/2014/main" id="{3788435E-2743-2268-CD0D-7A3D8B19CA92}"/>
              </a:ext>
            </a:extLst>
          </p:cNvPr>
          <p:cNvSpPr txBox="1">
            <a:spLocks noChangeArrowheads="1"/>
          </p:cNvSpPr>
          <p:nvPr/>
        </p:nvSpPr>
        <p:spPr bwMode="auto">
          <a:xfrm>
            <a:off x="6580188" y="4662488"/>
            <a:ext cx="4603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K</a:t>
            </a:r>
            <a:endParaRPr kumimoji="1" lang="en-US" altLang="zh-CN" sz="2400">
              <a:latin typeface="Times New Roman" panose="02020603050405020304" pitchFamily="18" charset="0"/>
              <a:ea typeface="宋体" panose="02010600030101010101" pitchFamily="2" charset="-122"/>
            </a:endParaRPr>
          </a:p>
        </p:txBody>
      </p:sp>
      <p:sp>
        <p:nvSpPr>
          <p:cNvPr id="111701" name="Text Box 85">
            <a:extLst>
              <a:ext uri="{FF2B5EF4-FFF2-40B4-BE49-F238E27FC236}">
                <a16:creationId xmlns:a16="http://schemas.microsoft.com/office/drawing/2014/main" id="{1902D6AB-6C25-A017-608B-AF4D22CF9992}"/>
              </a:ext>
            </a:extLst>
          </p:cNvPr>
          <p:cNvSpPr txBox="1">
            <a:spLocks noChangeArrowheads="1"/>
          </p:cNvSpPr>
          <p:nvPr/>
        </p:nvSpPr>
        <p:spPr bwMode="auto">
          <a:xfrm>
            <a:off x="7847013" y="4676775"/>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J</a:t>
            </a:r>
            <a:endParaRPr kumimoji="1" lang="en-US" altLang="zh-CN" sz="2400">
              <a:latin typeface="Times New Roman" panose="02020603050405020304" pitchFamily="18" charset="0"/>
              <a:ea typeface="宋体" panose="02010600030101010101" pitchFamily="2" charset="-122"/>
            </a:endParaRPr>
          </a:p>
        </p:txBody>
      </p:sp>
      <p:sp>
        <p:nvSpPr>
          <p:cNvPr id="111702" name="Line 86">
            <a:extLst>
              <a:ext uri="{FF2B5EF4-FFF2-40B4-BE49-F238E27FC236}">
                <a16:creationId xmlns:a16="http://schemas.microsoft.com/office/drawing/2014/main" id="{9E00AC0F-ABF0-F18E-B440-EB8B67CECEC4}"/>
              </a:ext>
            </a:extLst>
          </p:cNvPr>
          <p:cNvSpPr>
            <a:spLocks noChangeShapeType="1"/>
          </p:cNvSpPr>
          <p:nvPr/>
        </p:nvSpPr>
        <p:spPr bwMode="auto">
          <a:xfrm flipH="1">
            <a:off x="6858000" y="3443288"/>
            <a:ext cx="457200" cy="4572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703" name="Oval 87">
            <a:extLst>
              <a:ext uri="{FF2B5EF4-FFF2-40B4-BE49-F238E27FC236}">
                <a16:creationId xmlns:a16="http://schemas.microsoft.com/office/drawing/2014/main" id="{1C17D3D5-A470-91F2-4784-ADB0E5AB437C}"/>
              </a:ext>
            </a:extLst>
          </p:cNvPr>
          <p:cNvSpPr>
            <a:spLocks noChangeArrowheads="1"/>
          </p:cNvSpPr>
          <p:nvPr/>
        </p:nvSpPr>
        <p:spPr bwMode="auto">
          <a:xfrm>
            <a:off x="7162800" y="3138488"/>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704" name="Oval 88">
            <a:extLst>
              <a:ext uri="{FF2B5EF4-FFF2-40B4-BE49-F238E27FC236}">
                <a16:creationId xmlns:a16="http://schemas.microsoft.com/office/drawing/2014/main" id="{0E043889-B9A3-CED2-ECB6-26A40CDDFCDA}"/>
              </a:ext>
            </a:extLst>
          </p:cNvPr>
          <p:cNvSpPr>
            <a:spLocks noChangeArrowheads="1"/>
          </p:cNvSpPr>
          <p:nvPr/>
        </p:nvSpPr>
        <p:spPr bwMode="auto">
          <a:xfrm>
            <a:off x="6553200" y="3748088"/>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1705" name="Text Box 89">
            <a:extLst>
              <a:ext uri="{FF2B5EF4-FFF2-40B4-BE49-F238E27FC236}">
                <a16:creationId xmlns:a16="http://schemas.microsoft.com/office/drawing/2014/main" id="{01BB0DAC-E5ED-70B0-9946-EE9057C9CABE}"/>
              </a:ext>
            </a:extLst>
          </p:cNvPr>
          <p:cNvSpPr txBox="1">
            <a:spLocks noChangeArrowheads="1"/>
          </p:cNvSpPr>
          <p:nvPr/>
        </p:nvSpPr>
        <p:spPr bwMode="auto">
          <a:xfrm>
            <a:off x="7197725" y="3138488"/>
            <a:ext cx="4016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111706" name="Text Box 90">
            <a:extLst>
              <a:ext uri="{FF2B5EF4-FFF2-40B4-BE49-F238E27FC236}">
                <a16:creationId xmlns:a16="http://schemas.microsoft.com/office/drawing/2014/main" id="{A11EE121-E45A-2ABC-7048-5B924F64ECDE}"/>
              </a:ext>
            </a:extLst>
          </p:cNvPr>
          <p:cNvSpPr txBox="1">
            <a:spLocks noChangeArrowheads="1"/>
          </p:cNvSpPr>
          <p:nvPr/>
        </p:nvSpPr>
        <p:spPr bwMode="auto">
          <a:xfrm>
            <a:off x="6559550" y="3686175"/>
            <a:ext cx="4603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G</a:t>
            </a:r>
            <a:endParaRPr kumimoji="1" lang="en-US" altLang="zh-CN" sz="2400">
              <a:latin typeface="Times New Roman" panose="02020603050405020304" pitchFamily="18" charset="0"/>
              <a:ea typeface="宋体" panose="02010600030101010101" pitchFamily="2" charset="-122"/>
            </a:endParaRPr>
          </a:p>
        </p:txBody>
      </p:sp>
      <p:sp>
        <p:nvSpPr>
          <p:cNvPr id="111707" name="Text Box 91">
            <a:extLst>
              <a:ext uri="{FF2B5EF4-FFF2-40B4-BE49-F238E27FC236}">
                <a16:creationId xmlns:a16="http://schemas.microsoft.com/office/drawing/2014/main" id="{423E004E-A8C2-00B3-41AE-96659F36E10B}"/>
              </a:ext>
            </a:extLst>
          </p:cNvPr>
          <p:cNvSpPr txBox="1">
            <a:spLocks noChangeArrowheads="1"/>
          </p:cNvSpPr>
          <p:nvPr/>
        </p:nvSpPr>
        <p:spPr bwMode="auto">
          <a:xfrm>
            <a:off x="1219200" y="3200400"/>
            <a:ext cx="24955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hlink"/>
                </a:solidFill>
                <a:latin typeface="Times New Roman" panose="02020603050405020304" pitchFamily="18" charset="0"/>
                <a:ea typeface="隶书" panose="02010509060101010101" pitchFamily="49" charset="-122"/>
              </a:rPr>
              <a:t>3</a:t>
            </a:r>
            <a:r>
              <a:rPr kumimoji="1" lang="en-US" altLang="zh-CN" sz="3200">
                <a:solidFill>
                  <a:schemeClr val="hlink"/>
                </a:solidFill>
                <a:latin typeface="Times New Roman" panose="02020603050405020304" pitchFamily="18" charset="0"/>
                <a:ea typeface="隶书" panose="02010509060101010101" pitchFamily="49" charset="-122"/>
              </a:rPr>
              <a:t> </a:t>
            </a:r>
            <a:r>
              <a:rPr kumimoji="1" lang="zh-CN" altLang="en-US" sz="3200">
                <a:solidFill>
                  <a:schemeClr val="hlink"/>
                </a:solidFill>
                <a:latin typeface="Times New Roman" panose="02020603050405020304" pitchFamily="18" charset="0"/>
                <a:ea typeface="隶书" panose="02010509060101010101" pitchFamily="49" charset="-122"/>
              </a:rPr>
              <a:t>棵树的森林</a:t>
            </a:r>
            <a:endParaRPr kumimoji="1" lang="zh-CN" altLang="en-US" sz="2400">
              <a:latin typeface="Times New Roman" panose="02020603050405020304" pitchFamily="18" charset="0"/>
              <a:ea typeface="宋体" panose="02010600030101010101" pitchFamily="2" charset="-122"/>
            </a:endParaRPr>
          </a:p>
        </p:txBody>
      </p:sp>
      <p:sp>
        <p:nvSpPr>
          <p:cNvPr id="111708" name="Text Box 92">
            <a:extLst>
              <a:ext uri="{FF2B5EF4-FFF2-40B4-BE49-F238E27FC236}">
                <a16:creationId xmlns:a16="http://schemas.microsoft.com/office/drawing/2014/main" id="{6846B8D3-E38F-7A0D-A9B2-FC76D85A7805}"/>
              </a:ext>
            </a:extLst>
          </p:cNvPr>
          <p:cNvSpPr txBox="1">
            <a:spLocks noChangeArrowheads="1"/>
          </p:cNvSpPr>
          <p:nvPr/>
        </p:nvSpPr>
        <p:spPr bwMode="auto">
          <a:xfrm>
            <a:off x="1981200" y="5943600"/>
            <a:ext cx="3841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zh-CN" altLang="en-US" sz="3200">
                <a:solidFill>
                  <a:schemeClr val="hlink"/>
                </a:solidFill>
                <a:latin typeface="Times New Roman" panose="02020603050405020304" pitchFamily="18" charset="0"/>
                <a:ea typeface="隶书" panose="02010509060101010101" pitchFamily="49" charset="-122"/>
              </a:rPr>
              <a:t>各棵树的二叉树表示</a:t>
            </a:r>
            <a:endParaRPr kumimoji="1" lang="zh-CN" altLang="en-US" sz="2400">
              <a:latin typeface="Times New Roman" panose="02020603050405020304" pitchFamily="18" charset="0"/>
              <a:ea typeface="宋体" panose="02010600030101010101" pitchFamily="2" charset="-122"/>
            </a:endParaRPr>
          </a:p>
        </p:txBody>
      </p:sp>
      <p:sp>
        <p:nvSpPr>
          <p:cNvPr id="111709" name="Text Box 93">
            <a:extLst>
              <a:ext uri="{FF2B5EF4-FFF2-40B4-BE49-F238E27FC236}">
                <a16:creationId xmlns:a16="http://schemas.microsoft.com/office/drawing/2014/main" id="{7ECB8D2F-0901-934B-97AD-FC3E60C4BA1C}"/>
              </a:ext>
            </a:extLst>
          </p:cNvPr>
          <p:cNvSpPr txBox="1">
            <a:spLocks noChangeArrowheads="1"/>
          </p:cNvSpPr>
          <p:nvPr/>
        </p:nvSpPr>
        <p:spPr bwMode="auto">
          <a:xfrm>
            <a:off x="5029200" y="5181600"/>
            <a:ext cx="3435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zh-CN" altLang="en-US" sz="3200">
                <a:solidFill>
                  <a:schemeClr val="hlink"/>
                </a:solidFill>
                <a:latin typeface="Times New Roman" panose="02020603050405020304" pitchFamily="18" charset="0"/>
                <a:ea typeface="隶书" panose="02010509060101010101" pitchFamily="49" charset="-122"/>
              </a:rPr>
              <a:t>森林的二叉树表示</a:t>
            </a:r>
            <a:endParaRPr kumimoji="1" lang="zh-CN" altLang="en-US" sz="2400">
              <a:latin typeface="Times New Roman" panose="02020603050405020304" pitchFamily="18" charset="0"/>
              <a:ea typeface="宋体" panose="02010600030101010101" pitchFamily="2" charset="-122"/>
            </a:endParaRPr>
          </a:p>
        </p:txBody>
      </p:sp>
      <p:sp>
        <p:nvSpPr>
          <p:cNvPr id="2" name="标题 1">
            <a:extLst>
              <a:ext uri="{FF2B5EF4-FFF2-40B4-BE49-F238E27FC236}">
                <a16:creationId xmlns:a16="http://schemas.microsoft.com/office/drawing/2014/main" id="{DF5755A5-F976-4E2A-B84C-E16DBAF07DF4}"/>
              </a:ext>
            </a:extLst>
          </p:cNvPr>
          <p:cNvSpPr>
            <a:spLocks noGrp="1"/>
          </p:cNvSpPr>
          <p:nvPr>
            <p:ph type="title"/>
          </p:nvPr>
        </p:nvSpPr>
        <p:spPr>
          <a:xfrm>
            <a:off x="628650" y="365125"/>
            <a:ext cx="7886700" cy="639763"/>
          </a:xfrm>
        </p:spPr>
        <p:txBody>
          <a:bodyPr/>
          <a:lstStyle/>
          <a:p>
            <a:r>
              <a:rPr lang="en-US" altLang="zh-CN" dirty="0"/>
              <a:t>5.6.2 </a:t>
            </a:r>
            <a:r>
              <a:rPr lang="zh-CN" altLang="en-US" dirty="0"/>
              <a:t>森林与二叉树的转换</a:t>
            </a:r>
          </a:p>
        </p:txBody>
      </p:sp>
      <p:sp>
        <p:nvSpPr>
          <p:cNvPr id="3" name="灯片编号占位符 2">
            <a:extLst>
              <a:ext uri="{FF2B5EF4-FFF2-40B4-BE49-F238E27FC236}">
                <a16:creationId xmlns:a16="http://schemas.microsoft.com/office/drawing/2014/main" id="{EE875E62-1861-ED39-439E-7458430681FC}"/>
              </a:ext>
            </a:extLst>
          </p:cNvPr>
          <p:cNvSpPr>
            <a:spLocks noGrp="1"/>
          </p:cNvSpPr>
          <p:nvPr>
            <p:ph type="sldNum" sz="quarter" idx="12"/>
          </p:nvPr>
        </p:nvSpPr>
        <p:spPr/>
        <p:txBody>
          <a:bodyPr/>
          <a:lstStyle/>
          <a:p>
            <a:pPr>
              <a:defRPr/>
            </a:pPr>
            <a:fld id="{6DFA40DF-1FC0-4A1B-B86F-E962D94EFA14}" type="slidenum">
              <a:rPr lang="en-US" altLang="zh-CN" smtClean="0"/>
              <a:pPr>
                <a:defRPr/>
              </a:pPr>
              <a:t>103</a:t>
            </a:fld>
            <a:endParaRPr lang="en-US" altLang="zh-CN"/>
          </a:p>
        </p:txBody>
      </p:sp>
    </p:spTree>
  </p:cSld>
  <p:clrMapOvr>
    <a:masterClrMapping/>
  </p:clrMapOvr>
  <p:transition>
    <p:split/>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78B3C337-488B-41C7-B794-F94B891EF27F}"/>
              </a:ext>
            </a:extLst>
          </p:cNvPr>
          <p:cNvSpPr>
            <a:spLocks noGrp="1"/>
          </p:cNvSpPr>
          <p:nvPr>
            <p:ph type="title"/>
          </p:nvPr>
        </p:nvSpPr>
        <p:spPr/>
        <p:txBody>
          <a:bodyPr/>
          <a:lstStyle/>
          <a:p>
            <a:r>
              <a:rPr lang="en-US" altLang="zh-CN" dirty="0"/>
              <a:t>(1) </a:t>
            </a:r>
            <a:r>
              <a:rPr lang="zh-CN" altLang="en-US" dirty="0"/>
              <a:t>森林转化成二叉树的规则</a:t>
            </a:r>
          </a:p>
        </p:txBody>
      </p:sp>
      <p:sp>
        <p:nvSpPr>
          <p:cNvPr id="5" name="内容占位符 4">
            <a:extLst>
              <a:ext uri="{FF2B5EF4-FFF2-40B4-BE49-F238E27FC236}">
                <a16:creationId xmlns:a16="http://schemas.microsoft.com/office/drawing/2014/main" id="{960A4B12-7239-483E-9C95-6D9DAD28F94B}"/>
              </a:ext>
            </a:extLst>
          </p:cNvPr>
          <p:cNvSpPr>
            <a:spLocks noGrp="1"/>
          </p:cNvSpPr>
          <p:nvPr>
            <p:ph idx="1"/>
          </p:nvPr>
        </p:nvSpPr>
        <p:spPr/>
        <p:txBody>
          <a:bodyPr>
            <a:normAutofit fontScale="92500" lnSpcReduction="10000"/>
          </a:bodyPr>
          <a:lstStyle/>
          <a:p>
            <a:r>
              <a:rPr lang="zh-CN" altLang="en-US" dirty="0"/>
              <a:t>若 </a:t>
            </a:r>
            <a:r>
              <a:rPr lang="en-US" altLang="zh-CN" dirty="0"/>
              <a:t>F </a:t>
            </a:r>
            <a:r>
              <a:rPr lang="zh-CN" altLang="en-US" dirty="0"/>
              <a:t>为空，即 </a:t>
            </a:r>
            <a:r>
              <a:rPr lang="en-US" altLang="zh-CN" dirty="0"/>
              <a:t>n = 0</a:t>
            </a:r>
            <a:r>
              <a:rPr lang="zh-CN" altLang="en-US" dirty="0"/>
              <a:t>，则</a:t>
            </a:r>
          </a:p>
          <a:p>
            <a:pPr lvl="1"/>
            <a:r>
              <a:rPr lang="zh-CN" altLang="en-US" dirty="0"/>
              <a:t>对应的二叉树 </a:t>
            </a:r>
            <a:r>
              <a:rPr lang="en-US" altLang="zh-CN" dirty="0"/>
              <a:t>B </a:t>
            </a:r>
            <a:r>
              <a:rPr lang="zh-CN" altLang="en-US" dirty="0"/>
              <a:t>为空二叉树。</a:t>
            </a:r>
          </a:p>
          <a:p>
            <a:r>
              <a:rPr lang="zh-CN" altLang="en-US" dirty="0"/>
              <a:t>若 </a:t>
            </a:r>
            <a:r>
              <a:rPr lang="en-US" altLang="zh-CN" dirty="0"/>
              <a:t>F </a:t>
            </a:r>
            <a:r>
              <a:rPr lang="zh-CN" altLang="en-US" dirty="0"/>
              <a:t>不空，则</a:t>
            </a:r>
          </a:p>
          <a:p>
            <a:pPr lvl="1"/>
            <a:r>
              <a:rPr lang="zh-CN" altLang="en-US" dirty="0"/>
              <a:t>对应二叉树 </a:t>
            </a:r>
            <a:r>
              <a:rPr lang="en-US" altLang="zh-CN" dirty="0"/>
              <a:t>B </a:t>
            </a:r>
            <a:r>
              <a:rPr lang="zh-CN" altLang="en-US" dirty="0"/>
              <a:t>的根 </a:t>
            </a:r>
            <a:r>
              <a:rPr lang="en-US" altLang="zh-CN" dirty="0"/>
              <a:t>root (B) </a:t>
            </a:r>
            <a:r>
              <a:rPr lang="zh-CN" altLang="en-US" dirty="0"/>
              <a:t>是 </a:t>
            </a:r>
            <a:r>
              <a:rPr lang="en-US" altLang="zh-CN" dirty="0"/>
              <a:t>F </a:t>
            </a:r>
            <a:r>
              <a:rPr lang="zh-CN" altLang="en-US" dirty="0"/>
              <a:t>中第一棵树 </a:t>
            </a:r>
            <a:r>
              <a:rPr lang="en-US" altLang="zh-CN" dirty="0"/>
              <a:t>T</a:t>
            </a:r>
            <a:r>
              <a:rPr lang="en-US" altLang="zh-CN" baseline="-25000" dirty="0"/>
              <a:t>1</a:t>
            </a:r>
            <a:r>
              <a:rPr lang="en-US" altLang="zh-CN" dirty="0"/>
              <a:t> </a:t>
            </a:r>
            <a:r>
              <a:rPr lang="zh-CN" altLang="en-US" dirty="0"/>
              <a:t>的根 </a:t>
            </a:r>
            <a:r>
              <a:rPr lang="en-US" altLang="zh-CN" dirty="0"/>
              <a:t>root (T</a:t>
            </a:r>
            <a:r>
              <a:rPr lang="en-US" altLang="zh-CN" baseline="-25000" dirty="0"/>
              <a:t>1</a:t>
            </a:r>
            <a:r>
              <a:rPr lang="en-US" altLang="zh-CN" dirty="0"/>
              <a:t>)</a:t>
            </a:r>
            <a:r>
              <a:rPr lang="zh-CN" altLang="en-US" dirty="0"/>
              <a:t>；</a:t>
            </a:r>
          </a:p>
          <a:p>
            <a:pPr lvl="1"/>
            <a:r>
              <a:rPr lang="zh-CN" altLang="en-US" dirty="0"/>
              <a:t>其左子树为 </a:t>
            </a:r>
            <a:r>
              <a:rPr lang="en-US" altLang="zh-CN" dirty="0"/>
              <a:t>LB (T</a:t>
            </a:r>
            <a:r>
              <a:rPr lang="en-US" altLang="zh-CN" baseline="-25000" dirty="0"/>
              <a:t>11</a:t>
            </a:r>
            <a:r>
              <a:rPr lang="en-US" altLang="zh-CN" dirty="0"/>
              <a:t>, T</a:t>
            </a:r>
            <a:r>
              <a:rPr lang="en-US" altLang="zh-CN" baseline="-25000" dirty="0"/>
              <a:t>12</a:t>
            </a:r>
            <a:r>
              <a:rPr lang="en-US" altLang="zh-CN" dirty="0"/>
              <a:t>, …, T</a:t>
            </a:r>
            <a:r>
              <a:rPr lang="en-US" altLang="zh-CN" baseline="-25000" dirty="0"/>
              <a:t>1m</a:t>
            </a:r>
            <a:r>
              <a:rPr lang="en-US" altLang="zh-CN" dirty="0"/>
              <a:t>)</a:t>
            </a:r>
            <a:r>
              <a:rPr lang="zh-CN" altLang="en-US" dirty="0"/>
              <a:t>，其中，</a:t>
            </a:r>
            <a:r>
              <a:rPr lang="en-US" altLang="zh-CN" dirty="0"/>
              <a:t>T</a:t>
            </a:r>
            <a:r>
              <a:rPr lang="en-US" altLang="zh-CN" baseline="-25000" dirty="0"/>
              <a:t>11</a:t>
            </a:r>
            <a:r>
              <a:rPr lang="en-US" altLang="zh-CN" dirty="0"/>
              <a:t>, T</a:t>
            </a:r>
            <a:r>
              <a:rPr lang="en-US" altLang="zh-CN" baseline="-25000" dirty="0"/>
              <a:t>12</a:t>
            </a:r>
            <a:r>
              <a:rPr lang="en-US" altLang="zh-CN" dirty="0"/>
              <a:t>, …, T</a:t>
            </a:r>
            <a:r>
              <a:rPr lang="en-US" altLang="zh-CN" baseline="-25000" dirty="0"/>
              <a:t>1m</a:t>
            </a:r>
            <a:r>
              <a:rPr lang="en-US" altLang="zh-CN" dirty="0"/>
              <a:t> </a:t>
            </a:r>
            <a:r>
              <a:rPr lang="zh-CN" altLang="en-US" dirty="0"/>
              <a:t>是 </a:t>
            </a:r>
            <a:r>
              <a:rPr lang="en-US" altLang="zh-CN" dirty="0"/>
              <a:t>root (T</a:t>
            </a:r>
            <a:r>
              <a:rPr lang="en-US" altLang="zh-CN" baseline="-25000" dirty="0"/>
              <a:t>1</a:t>
            </a:r>
            <a:r>
              <a:rPr lang="en-US" altLang="zh-CN" dirty="0"/>
              <a:t>) </a:t>
            </a:r>
            <a:r>
              <a:rPr lang="zh-CN" altLang="en-US" dirty="0"/>
              <a:t>的子树；</a:t>
            </a:r>
          </a:p>
          <a:p>
            <a:pPr lvl="1"/>
            <a:r>
              <a:rPr lang="zh-CN" altLang="en-US" dirty="0"/>
              <a:t>其右子树为 </a:t>
            </a:r>
            <a:r>
              <a:rPr lang="en-US" altLang="zh-CN" dirty="0"/>
              <a:t>RB (T</a:t>
            </a:r>
            <a:r>
              <a:rPr lang="en-US" altLang="zh-CN" baseline="-25000" dirty="0"/>
              <a:t>2</a:t>
            </a:r>
            <a:r>
              <a:rPr lang="en-US" altLang="zh-CN" dirty="0"/>
              <a:t>, T</a:t>
            </a:r>
            <a:r>
              <a:rPr lang="en-US" altLang="zh-CN" baseline="-25000" dirty="0"/>
              <a:t>3</a:t>
            </a:r>
            <a:r>
              <a:rPr lang="en-US" altLang="zh-CN" dirty="0"/>
              <a:t>, …, T</a:t>
            </a:r>
            <a:r>
              <a:rPr lang="en-US" altLang="zh-CN" baseline="-25000" dirty="0"/>
              <a:t>n</a:t>
            </a:r>
            <a:r>
              <a:rPr lang="en-US" altLang="zh-CN" dirty="0"/>
              <a:t>)</a:t>
            </a:r>
            <a:r>
              <a:rPr lang="zh-CN" altLang="en-US" dirty="0"/>
              <a:t>，其中，</a:t>
            </a:r>
            <a:r>
              <a:rPr lang="en-US" altLang="zh-CN" dirty="0"/>
              <a:t>T</a:t>
            </a:r>
            <a:r>
              <a:rPr lang="en-US" altLang="zh-CN" baseline="-25000" dirty="0"/>
              <a:t>2</a:t>
            </a:r>
            <a:r>
              <a:rPr lang="en-US" altLang="zh-CN" dirty="0"/>
              <a:t>, T</a:t>
            </a:r>
            <a:r>
              <a:rPr lang="en-US" altLang="zh-CN" baseline="-25000" dirty="0"/>
              <a:t>3</a:t>
            </a:r>
            <a:r>
              <a:rPr lang="en-US" altLang="zh-CN" dirty="0"/>
              <a:t>, …, T</a:t>
            </a:r>
            <a:r>
              <a:rPr lang="en-US" altLang="zh-CN" baseline="-25000" dirty="0"/>
              <a:t>n</a:t>
            </a:r>
            <a:r>
              <a:rPr lang="en-US" altLang="zh-CN" dirty="0"/>
              <a:t> </a:t>
            </a:r>
            <a:r>
              <a:rPr lang="zh-CN" altLang="en-US" dirty="0"/>
              <a:t>是除 </a:t>
            </a:r>
            <a:r>
              <a:rPr lang="en-US" altLang="zh-CN" dirty="0"/>
              <a:t>T</a:t>
            </a:r>
            <a:r>
              <a:rPr lang="en-US" altLang="zh-CN" baseline="-25000" dirty="0"/>
              <a:t>1</a:t>
            </a:r>
            <a:r>
              <a:rPr lang="en-US" altLang="zh-CN" dirty="0"/>
              <a:t> </a:t>
            </a:r>
            <a:r>
              <a:rPr lang="zh-CN" altLang="en-US" dirty="0"/>
              <a:t>外其它树构成的森林。</a:t>
            </a:r>
          </a:p>
          <a:p>
            <a:endParaRPr lang="zh-CN" altLang="en-US" dirty="0"/>
          </a:p>
        </p:txBody>
      </p:sp>
      <p:sp>
        <p:nvSpPr>
          <p:cNvPr id="3" name="灯片编号占位符 2">
            <a:extLst>
              <a:ext uri="{FF2B5EF4-FFF2-40B4-BE49-F238E27FC236}">
                <a16:creationId xmlns:a16="http://schemas.microsoft.com/office/drawing/2014/main" id="{BDAA1A29-D409-4974-BDA2-A96D94A5BE78}"/>
              </a:ext>
            </a:extLst>
          </p:cNvPr>
          <p:cNvSpPr>
            <a:spLocks noGrp="1"/>
          </p:cNvSpPr>
          <p:nvPr>
            <p:ph type="sldNum" sz="quarter" idx="12"/>
          </p:nvPr>
        </p:nvSpPr>
        <p:spPr/>
        <p:txBody>
          <a:bodyPr/>
          <a:lstStyle/>
          <a:p>
            <a:pPr>
              <a:defRPr/>
            </a:pPr>
            <a:fld id="{6DFA40DF-1FC0-4A1B-B86F-E962D94EFA14}" type="slidenum">
              <a:rPr lang="en-US" altLang="zh-CN" smtClean="0"/>
              <a:pPr>
                <a:defRPr/>
              </a:pPr>
              <a:t>104</a:t>
            </a:fld>
            <a:endParaRPr lang="en-US" altLang="zh-CN"/>
          </a:p>
        </p:txBody>
      </p:sp>
    </p:spTree>
    <p:extLst>
      <p:ext uri="{BB962C8B-B14F-4D97-AF65-F5344CB8AC3E}">
        <p14:creationId xmlns:p14="http://schemas.microsoft.com/office/powerpoint/2010/main" val="2341820652"/>
      </p:ext>
    </p:extLst>
  </p:cSld>
  <p:clrMapOvr>
    <a:masterClrMapping/>
  </p:clrMapOvr>
  <p:transition>
    <p:split/>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8C2E54-3620-462D-B707-CFF8DB2CEDC8}"/>
              </a:ext>
            </a:extLst>
          </p:cNvPr>
          <p:cNvSpPr>
            <a:spLocks noGrp="1"/>
          </p:cNvSpPr>
          <p:nvPr>
            <p:ph type="title"/>
          </p:nvPr>
        </p:nvSpPr>
        <p:spPr/>
        <p:txBody>
          <a:bodyPr/>
          <a:lstStyle/>
          <a:p>
            <a:r>
              <a:rPr lang="en-US" altLang="zh-CN" dirty="0"/>
              <a:t>(2) </a:t>
            </a:r>
            <a:r>
              <a:rPr lang="zh-CN" altLang="en-US" dirty="0"/>
              <a:t>二叉树转换为森林的规则</a:t>
            </a:r>
          </a:p>
        </p:txBody>
      </p:sp>
      <p:sp>
        <p:nvSpPr>
          <p:cNvPr id="3" name="内容占位符 2">
            <a:extLst>
              <a:ext uri="{FF2B5EF4-FFF2-40B4-BE49-F238E27FC236}">
                <a16:creationId xmlns:a16="http://schemas.microsoft.com/office/drawing/2014/main" id="{61553E3D-B3FC-41F8-A4B4-9BF02D129811}"/>
              </a:ext>
            </a:extLst>
          </p:cNvPr>
          <p:cNvSpPr>
            <a:spLocks noGrp="1"/>
          </p:cNvSpPr>
          <p:nvPr>
            <p:ph idx="1"/>
          </p:nvPr>
        </p:nvSpPr>
        <p:spPr>
          <a:xfrm>
            <a:off x="628650" y="1825625"/>
            <a:ext cx="8047806" cy="4351338"/>
          </a:xfrm>
        </p:spPr>
        <p:txBody>
          <a:bodyPr>
            <a:normAutofit/>
          </a:bodyPr>
          <a:lstStyle/>
          <a:p>
            <a:r>
              <a:rPr lang="zh-CN" altLang="en-US" dirty="0"/>
              <a:t>如果</a:t>
            </a:r>
            <a:r>
              <a:rPr lang="en-US" altLang="zh-CN" dirty="0"/>
              <a:t>B</a:t>
            </a:r>
            <a:r>
              <a:rPr lang="zh-CN" altLang="en-US" dirty="0"/>
              <a:t>为空，则对应的森林 </a:t>
            </a:r>
            <a:r>
              <a:rPr lang="en-US" altLang="zh-CN" dirty="0"/>
              <a:t>F </a:t>
            </a:r>
            <a:r>
              <a:rPr lang="zh-CN" altLang="en-US" dirty="0"/>
              <a:t>也为空。</a:t>
            </a:r>
          </a:p>
          <a:p>
            <a:r>
              <a:rPr lang="zh-CN" altLang="en-US" dirty="0"/>
              <a:t>如果 </a:t>
            </a:r>
            <a:r>
              <a:rPr lang="en-US" altLang="zh-CN" dirty="0"/>
              <a:t>B </a:t>
            </a:r>
            <a:r>
              <a:rPr lang="zh-CN" altLang="en-US" dirty="0"/>
              <a:t>非空，则</a:t>
            </a:r>
          </a:p>
          <a:p>
            <a:pPr lvl="1"/>
            <a:r>
              <a:rPr lang="en-US" altLang="zh-CN" dirty="0"/>
              <a:t>F </a:t>
            </a:r>
            <a:r>
              <a:rPr lang="zh-CN" altLang="en-US" dirty="0"/>
              <a:t>中第一棵树 </a:t>
            </a:r>
            <a:r>
              <a:rPr lang="en-US" altLang="zh-CN" dirty="0"/>
              <a:t>T</a:t>
            </a:r>
            <a:r>
              <a:rPr lang="en-US" altLang="zh-CN" baseline="-25000" dirty="0"/>
              <a:t>1</a:t>
            </a:r>
            <a:r>
              <a:rPr lang="en-US" altLang="zh-CN" dirty="0"/>
              <a:t> </a:t>
            </a:r>
            <a:r>
              <a:rPr lang="zh-CN" altLang="en-US" dirty="0"/>
              <a:t>的根为 </a:t>
            </a:r>
            <a:r>
              <a:rPr lang="en-US" altLang="zh-CN" dirty="0"/>
              <a:t>root</a:t>
            </a:r>
            <a:r>
              <a:rPr lang="zh-CN" altLang="en-US" dirty="0"/>
              <a:t>；</a:t>
            </a:r>
          </a:p>
          <a:p>
            <a:pPr lvl="1"/>
            <a:r>
              <a:rPr lang="en-US" altLang="zh-CN" dirty="0"/>
              <a:t>T</a:t>
            </a:r>
            <a:r>
              <a:rPr lang="en-US" altLang="zh-CN" baseline="-25000" dirty="0"/>
              <a:t>1</a:t>
            </a:r>
            <a:r>
              <a:rPr lang="en-US" altLang="zh-CN" dirty="0"/>
              <a:t> </a:t>
            </a:r>
            <a:r>
              <a:rPr lang="zh-CN" altLang="en-US" dirty="0"/>
              <a:t>的根的子树森林 </a:t>
            </a:r>
            <a:r>
              <a:rPr lang="en-US" altLang="zh-CN" dirty="0"/>
              <a:t>{ T</a:t>
            </a:r>
            <a:r>
              <a:rPr lang="en-US" altLang="zh-CN" baseline="-25000" dirty="0"/>
              <a:t>11</a:t>
            </a:r>
            <a:r>
              <a:rPr lang="en-US" altLang="zh-CN" dirty="0"/>
              <a:t>, T</a:t>
            </a:r>
            <a:r>
              <a:rPr lang="en-US" altLang="zh-CN" baseline="-25000" dirty="0"/>
              <a:t>12</a:t>
            </a:r>
            <a:r>
              <a:rPr lang="en-US" altLang="zh-CN" dirty="0"/>
              <a:t>, …, T</a:t>
            </a:r>
            <a:r>
              <a:rPr lang="en-US" altLang="zh-CN" baseline="-25000" dirty="0"/>
              <a:t>1m</a:t>
            </a:r>
            <a:r>
              <a:rPr lang="en-US" altLang="zh-CN" dirty="0"/>
              <a:t> }</a:t>
            </a:r>
            <a:r>
              <a:rPr lang="zh-CN" altLang="en-US" dirty="0"/>
              <a:t>是由 </a:t>
            </a:r>
            <a:r>
              <a:rPr lang="en-US" altLang="zh-CN" dirty="0"/>
              <a:t>root </a:t>
            </a:r>
            <a:r>
              <a:rPr lang="zh-CN" altLang="en-US" dirty="0"/>
              <a:t>的左子树 </a:t>
            </a:r>
            <a:r>
              <a:rPr lang="en-US" altLang="zh-CN" dirty="0"/>
              <a:t>LB </a:t>
            </a:r>
            <a:r>
              <a:rPr lang="zh-CN" altLang="en-US" dirty="0"/>
              <a:t>转换而来，</a:t>
            </a:r>
            <a:r>
              <a:rPr lang="en-US" altLang="zh-CN" dirty="0"/>
              <a:t>F </a:t>
            </a:r>
            <a:r>
              <a:rPr lang="zh-CN" altLang="en-US" dirty="0"/>
              <a:t>中除了 </a:t>
            </a:r>
            <a:r>
              <a:rPr lang="en-US" altLang="zh-CN" dirty="0"/>
              <a:t>T</a:t>
            </a:r>
            <a:r>
              <a:rPr lang="en-US" altLang="zh-CN" baseline="-25000" dirty="0"/>
              <a:t>1</a:t>
            </a:r>
            <a:r>
              <a:rPr lang="en-US" altLang="zh-CN" dirty="0"/>
              <a:t> </a:t>
            </a:r>
            <a:r>
              <a:rPr lang="zh-CN" altLang="en-US" dirty="0"/>
              <a:t>之外其余的树组成的森林 </a:t>
            </a:r>
            <a:r>
              <a:rPr lang="en-US" altLang="zh-CN" dirty="0"/>
              <a:t>{ T</a:t>
            </a:r>
            <a:r>
              <a:rPr lang="en-US" altLang="zh-CN" baseline="-25000" dirty="0"/>
              <a:t>2</a:t>
            </a:r>
            <a:r>
              <a:rPr lang="en-US" altLang="zh-CN" dirty="0"/>
              <a:t>, T</a:t>
            </a:r>
            <a:r>
              <a:rPr lang="en-US" altLang="zh-CN" baseline="-25000" dirty="0"/>
              <a:t>3</a:t>
            </a:r>
            <a:r>
              <a:rPr lang="en-US" altLang="zh-CN" dirty="0"/>
              <a:t>, …, T</a:t>
            </a:r>
            <a:r>
              <a:rPr lang="en-US" altLang="zh-CN" baseline="-25000" dirty="0"/>
              <a:t>n</a:t>
            </a:r>
            <a:r>
              <a:rPr lang="en-US" altLang="zh-CN" dirty="0"/>
              <a:t> } </a:t>
            </a:r>
            <a:r>
              <a:rPr lang="zh-CN" altLang="en-US" dirty="0"/>
              <a:t>是由 </a:t>
            </a:r>
            <a:r>
              <a:rPr lang="en-US" altLang="zh-CN" dirty="0"/>
              <a:t>root </a:t>
            </a:r>
            <a:r>
              <a:rPr lang="zh-CN" altLang="en-US" dirty="0"/>
              <a:t>的右子树 </a:t>
            </a:r>
            <a:r>
              <a:rPr lang="en-US" altLang="zh-CN" dirty="0"/>
              <a:t>RB </a:t>
            </a:r>
            <a:r>
              <a:rPr lang="zh-CN" altLang="en-US" dirty="0"/>
              <a:t>转换而成的森林。</a:t>
            </a:r>
          </a:p>
          <a:p>
            <a:endParaRPr lang="zh-CN" altLang="en-US" dirty="0"/>
          </a:p>
        </p:txBody>
      </p:sp>
      <p:sp>
        <p:nvSpPr>
          <p:cNvPr id="4" name="灯片编号占位符 3">
            <a:extLst>
              <a:ext uri="{FF2B5EF4-FFF2-40B4-BE49-F238E27FC236}">
                <a16:creationId xmlns:a16="http://schemas.microsoft.com/office/drawing/2014/main" id="{84FA75A9-A722-49F1-8F7F-7AE8719D32E6}"/>
              </a:ext>
            </a:extLst>
          </p:cNvPr>
          <p:cNvSpPr>
            <a:spLocks noGrp="1"/>
          </p:cNvSpPr>
          <p:nvPr>
            <p:ph type="sldNum" sz="quarter" idx="12"/>
          </p:nvPr>
        </p:nvSpPr>
        <p:spPr/>
        <p:txBody>
          <a:bodyPr/>
          <a:lstStyle/>
          <a:p>
            <a:pPr>
              <a:defRPr/>
            </a:pPr>
            <a:fld id="{A598D83B-EE2A-4F12-B129-1EDE84DF129B}" type="slidenum">
              <a:rPr lang="en-US" altLang="zh-CN" smtClean="0"/>
              <a:pPr>
                <a:defRPr/>
              </a:pPr>
              <a:t>105</a:t>
            </a:fld>
            <a:endParaRPr lang="en-US" altLang="zh-CN"/>
          </a:p>
        </p:txBody>
      </p:sp>
    </p:spTree>
    <p:extLst>
      <p:ext uri="{BB962C8B-B14F-4D97-AF65-F5344CB8AC3E}">
        <p14:creationId xmlns:p14="http://schemas.microsoft.com/office/powerpoint/2010/main" val="3781195942"/>
      </p:ext>
    </p:extLst>
  </p:cSld>
  <p:clrMapOvr>
    <a:masterClrMapping/>
  </p:clrMapOvr>
  <p:transition>
    <p:split/>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1A0F812B-0671-1597-4185-409C03BD4886}"/>
              </a:ext>
            </a:extLst>
          </p:cNvPr>
          <p:cNvSpPr>
            <a:spLocks noGrp="1" noChangeArrowheads="1"/>
          </p:cNvSpPr>
          <p:nvPr>
            <p:ph type="title"/>
          </p:nvPr>
        </p:nvSpPr>
        <p:spPr/>
        <p:txBody>
          <a:bodyPr/>
          <a:lstStyle/>
          <a:p>
            <a:pPr defTabSz="912813"/>
            <a:r>
              <a:rPr lang="en-US" altLang="zh-CN" dirty="0"/>
              <a:t>5.6.3 </a:t>
            </a:r>
            <a:r>
              <a:rPr lang="zh-CN" altLang="en-US" dirty="0"/>
              <a:t>树与二叉树的转换</a:t>
            </a:r>
          </a:p>
        </p:txBody>
      </p:sp>
      <p:sp>
        <p:nvSpPr>
          <p:cNvPr id="114691" name="Rectangle 3">
            <a:extLst>
              <a:ext uri="{FF2B5EF4-FFF2-40B4-BE49-F238E27FC236}">
                <a16:creationId xmlns:a16="http://schemas.microsoft.com/office/drawing/2014/main" id="{B461656E-9670-5519-70A4-9F654A64874F}"/>
              </a:ext>
            </a:extLst>
          </p:cNvPr>
          <p:cNvSpPr>
            <a:spLocks noGrp="1" noChangeArrowheads="1"/>
          </p:cNvSpPr>
          <p:nvPr>
            <p:ph idx="1"/>
          </p:nvPr>
        </p:nvSpPr>
        <p:spPr/>
        <p:txBody>
          <a:bodyPr/>
          <a:lstStyle/>
          <a:p>
            <a:pPr defTabSz="912813"/>
            <a:r>
              <a:rPr lang="zh-CN" altLang="en-US" dirty="0"/>
              <a:t>即之前的</a:t>
            </a:r>
            <a:r>
              <a:rPr lang="en-US" altLang="zh-CN" dirty="0"/>
              <a:t>”</a:t>
            </a:r>
            <a:r>
              <a:rPr lang="zh-CN" altLang="en-US" dirty="0"/>
              <a:t>孩子</a:t>
            </a:r>
            <a:r>
              <a:rPr lang="en-US" altLang="zh-CN" dirty="0"/>
              <a:t>-</a:t>
            </a:r>
            <a:r>
              <a:rPr lang="zh-CN" altLang="en-US" dirty="0"/>
              <a:t>兄弟链表示法</a:t>
            </a:r>
            <a:r>
              <a:rPr lang="en-US" altLang="zh-CN" dirty="0"/>
              <a:t>”</a:t>
            </a:r>
          </a:p>
          <a:p>
            <a:pPr lvl="1" defTabSz="912813"/>
            <a:r>
              <a:rPr lang="zh-CN" altLang="en-US" dirty="0"/>
              <a:t>树的根就是二叉树的根</a:t>
            </a:r>
          </a:p>
          <a:p>
            <a:pPr lvl="1" defTabSz="912813"/>
            <a:r>
              <a:rPr lang="zh-CN" altLang="en-US" dirty="0"/>
              <a:t>树的子树森林对应二叉树的左子树</a:t>
            </a:r>
          </a:p>
        </p:txBody>
      </p:sp>
      <p:sp>
        <p:nvSpPr>
          <p:cNvPr id="2" name="灯片编号占位符 1">
            <a:extLst>
              <a:ext uri="{FF2B5EF4-FFF2-40B4-BE49-F238E27FC236}">
                <a16:creationId xmlns:a16="http://schemas.microsoft.com/office/drawing/2014/main" id="{B7289939-6B86-2FAB-6A12-88AA00C978FC}"/>
              </a:ext>
            </a:extLst>
          </p:cNvPr>
          <p:cNvSpPr>
            <a:spLocks noGrp="1"/>
          </p:cNvSpPr>
          <p:nvPr>
            <p:ph type="sldNum" sz="quarter" idx="12"/>
          </p:nvPr>
        </p:nvSpPr>
        <p:spPr/>
        <p:txBody>
          <a:bodyPr/>
          <a:lstStyle/>
          <a:p>
            <a:pPr>
              <a:defRPr/>
            </a:pPr>
            <a:fld id="{A598D83B-EE2A-4F12-B129-1EDE84DF129B}" type="slidenum">
              <a:rPr lang="en-US" altLang="zh-CN" smtClean="0"/>
              <a:pPr>
                <a:defRPr/>
              </a:pPr>
              <a:t>106</a:t>
            </a:fld>
            <a:endParaRPr lang="en-US" altLang="zh-CN"/>
          </a:p>
        </p:txBody>
      </p:sp>
    </p:spTree>
  </p:cSld>
  <p:clrMapOvr>
    <a:masterClrMapping/>
  </p:clrMapOvr>
  <p:transition>
    <p:split/>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Line 2">
            <a:extLst>
              <a:ext uri="{FF2B5EF4-FFF2-40B4-BE49-F238E27FC236}">
                <a16:creationId xmlns:a16="http://schemas.microsoft.com/office/drawing/2014/main" id="{57251DE3-0853-91D2-4536-E6EB2DB9863F}"/>
              </a:ext>
            </a:extLst>
          </p:cNvPr>
          <p:cNvSpPr>
            <a:spLocks noChangeShapeType="1"/>
          </p:cNvSpPr>
          <p:nvPr/>
        </p:nvSpPr>
        <p:spPr bwMode="auto">
          <a:xfrm>
            <a:off x="5562602" y="4802972"/>
            <a:ext cx="457200" cy="4572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15" name="Line 3">
            <a:extLst>
              <a:ext uri="{FF2B5EF4-FFF2-40B4-BE49-F238E27FC236}">
                <a16:creationId xmlns:a16="http://schemas.microsoft.com/office/drawing/2014/main" id="{7A15495F-486B-F48E-31FC-9DE7A49CA4B9}"/>
              </a:ext>
            </a:extLst>
          </p:cNvPr>
          <p:cNvSpPr>
            <a:spLocks noChangeShapeType="1"/>
          </p:cNvSpPr>
          <p:nvPr/>
        </p:nvSpPr>
        <p:spPr bwMode="auto">
          <a:xfrm flipH="1">
            <a:off x="7010402" y="5564972"/>
            <a:ext cx="457200" cy="4572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16" name="Line 4">
            <a:extLst>
              <a:ext uri="{FF2B5EF4-FFF2-40B4-BE49-F238E27FC236}">
                <a16:creationId xmlns:a16="http://schemas.microsoft.com/office/drawing/2014/main" id="{15B6E275-1AD7-5D37-31F1-D82AECAAB490}"/>
              </a:ext>
            </a:extLst>
          </p:cNvPr>
          <p:cNvSpPr>
            <a:spLocks noChangeShapeType="1"/>
          </p:cNvSpPr>
          <p:nvPr/>
        </p:nvSpPr>
        <p:spPr bwMode="auto">
          <a:xfrm>
            <a:off x="3733800" y="5181600"/>
            <a:ext cx="0" cy="4572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17" name="Line 5">
            <a:extLst>
              <a:ext uri="{FF2B5EF4-FFF2-40B4-BE49-F238E27FC236}">
                <a16:creationId xmlns:a16="http://schemas.microsoft.com/office/drawing/2014/main" id="{CD6DE4BD-F14F-E099-C676-19ED52F1B5CF}"/>
              </a:ext>
            </a:extLst>
          </p:cNvPr>
          <p:cNvSpPr>
            <a:spLocks noChangeShapeType="1"/>
          </p:cNvSpPr>
          <p:nvPr/>
        </p:nvSpPr>
        <p:spPr bwMode="auto">
          <a:xfrm>
            <a:off x="2438400" y="5181600"/>
            <a:ext cx="228600" cy="5334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18" name="Line 6">
            <a:extLst>
              <a:ext uri="{FF2B5EF4-FFF2-40B4-BE49-F238E27FC236}">
                <a16:creationId xmlns:a16="http://schemas.microsoft.com/office/drawing/2014/main" id="{518FA076-2FF6-FB1F-4BF7-61048AF4C7AB}"/>
              </a:ext>
            </a:extLst>
          </p:cNvPr>
          <p:cNvSpPr>
            <a:spLocks noChangeShapeType="1"/>
          </p:cNvSpPr>
          <p:nvPr/>
        </p:nvSpPr>
        <p:spPr bwMode="auto">
          <a:xfrm flipH="1">
            <a:off x="2133600" y="5257800"/>
            <a:ext cx="152400" cy="3810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19" name="Line 7">
            <a:extLst>
              <a:ext uri="{FF2B5EF4-FFF2-40B4-BE49-F238E27FC236}">
                <a16:creationId xmlns:a16="http://schemas.microsoft.com/office/drawing/2014/main" id="{8AABE6EC-C7BD-8ED1-37A4-F2F4E24E003B}"/>
              </a:ext>
            </a:extLst>
          </p:cNvPr>
          <p:cNvSpPr>
            <a:spLocks noChangeShapeType="1"/>
          </p:cNvSpPr>
          <p:nvPr/>
        </p:nvSpPr>
        <p:spPr bwMode="auto">
          <a:xfrm>
            <a:off x="3200400" y="4419600"/>
            <a:ext cx="533400" cy="4572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20" name="Line 8">
            <a:extLst>
              <a:ext uri="{FF2B5EF4-FFF2-40B4-BE49-F238E27FC236}">
                <a16:creationId xmlns:a16="http://schemas.microsoft.com/office/drawing/2014/main" id="{B5E421E9-6FB1-373D-027E-479658E49280}"/>
              </a:ext>
            </a:extLst>
          </p:cNvPr>
          <p:cNvSpPr>
            <a:spLocks noChangeShapeType="1"/>
          </p:cNvSpPr>
          <p:nvPr/>
        </p:nvSpPr>
        <p:spPr bwMode="auto">
          <a:xfrm>
            <a:off x="3048000" y="4495800"/>
            <a:ext cx="0" cy="3810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21" name="Line 9">
            <a:extLst>
              <a:ext uri="{FF2B5EF4-FFF2-40B4-BE49-F238E27FC236}">
                <a16:creationId xmlns:a16="http://schemas.microsoft.com/office/drawing/2014/main" id="{C219B005-188D-2759-135D-620BE489FA24}"/>
              </a:ext>
            </a:extLst>
          </p:cNvPr>
          <p:cNvSpPr>
            <a:spLocks noChangeShapeType="1"/>
          </p:cNvSpPr>
          <p:nvPr/>
        </p:nvSpPr>
        <p:spPr bwMode="auto">
          <a:xfrm flipH="1">
            <a:off x="2438400" y="4419600"/>
            <a:ext cx="457200" cy="4572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8762" name="Text Box 10">
            <a:extLst>
              <a:ext uri="{FF2B5EF4-FFF2-40B4-BE49-F238E27FC236}">
                <a16:creationId xmlns:a16="http://schemas.microsoft.com/office/drawing/2014/main" id="{52D8ABEB-A9BB-EC0D-EA96-26C2E491F154}"/>
              </a:ext>
            </a:extLst>
          </p:cNvPr>
          <p:cNvSpPr txBox="1">
            <a:spLocks noChangeArrowheads="1"/>
          </p:cNvSpPr>
          <p:nvPr/>
        </p:nvSpPr>
        <p:spPr bwMode="auto">
          <a:xfrm>
            <a:off x="5181602" y="2394735"/>
            <a:ext cx="3124200" cy="579437"/>
          </a:xfrm>
          <a:prstGeom prst="rect">
            <a:avLst/>
          </a:prstGeom>
          <a:noFill/>
          <a:ln w="9525">
            <a:noFill/>
            <a:miter lim="800000"/>
            <a:headEnd/>
            <a:tailEnd/>
          </a:ln>
          <a:effectLst/>
        </p:spPr>
        <p:txBody>
          <a:bodyPr>
            <a:spAutoFit/>
          </a:bodyPr>
          <a:lstStyle/>
          <a:p>
            <a:pPr eaLnBrk="1" fontAlgn="auto" hangingPunct="1">
              <a:spcBef>
                <a:spcPct val="50000"/>
              </a:spcBef>
              <a:spcAft>
                <a:spcPts val="0"/>
              </a:spcAft>
              <a:defRPr/>
            </a:pPr>
            <a:r>
              <a:rPr lang="zh-CN" altLang="en-US" sz="3200">
                <a:solidFill>
                  <a:srgbClr val="CC3300"/>
                </a:solidFill>
                <a:effectLst>
                  <a:outerShdw blurRad="38100" dist="38100" dir="2700000" algn="tl">
                    <a:srgbClr val="C0C0C0"/>
                  </a:outerShdw>
                </a:effectLst>
                <a:latin typeface="Times New Roman" charset="0"/>
                <a:ea typeface="仿宋_GB2312" pitchFamily="49" charset="-122"/>
              </a:rPr>
              <a:t>树的二叉树表示</a:t>
            </a:r>
            <a:endParaRPr lang="zh-CN" altLang="en-US" sz="2000">
              <a:latin typeface="Times New Roman" charset="0"/>
              <a:ea typeface="+mn-ea"/>
            </a:endParaRPr>
          </a:p>
        </p:txBody>
      </p:sp>
      <p:sp>
        <p:nvSpPr>
          <p:cNvPr id="115725" name="Line 13">
            <a:extLst>
              <a:ext uri="{FF2B5EF4-FFF2-40B4-BE49-F238E27FC236}">
                <a16:creationId xmlns:a16="http://schemas.microsoft.com/office/drawing/2014/main" id="{52494628-2933-D74E-46BD-0BDED51973FE}"/>
              </a:ext>
            </a:extLst>
          </p:cNvPr>
          <p:cNvSpPr>
            <a:spLocks noChangeShapeType="1"/>
          </p:cNvSpPr>
          <p:nvPr/>
        </p:nvSpPr>
        <p:spPr bwMode="auto">
          <a:xfrm flipH="1">
            <a:off x="5562602" y="3583772"/>
            <a:ext cx="1066800" cy="10668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26" name="Line 14">
            <a:extLst>
              <a:ext uri="{FF2B5EF4-FFF2-40B4-BE49-F238E27FC236}">
                <a16:creationId xmlns:a16="http://schemas.microsoft.com/office/drawing/2014/main" id="{34721937-79CA-46A3-C20F-3CE946F1C2CB}"/>
              </a:ext>
            </a:extLst>
          </p:cNvPr>
          <p:cNvSpPr>
            <a:spLocks noChangeShapeType="1"/>
          </p:cNvSpPr>
          <p:nvPr/>
        </p:nvSpPr>
        <p:spPr bwMode="auto">
          <a:xfrm>
            <a:off x="6248402" y="4255285"/>
            <a:ext cx="1219200" cy="1157287"/>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27" name="Oval 15">
            <a:extLst>
              <a:ext uri="{FF2B5EF4-FFF2-40B4-BE49-F238E27FC236}">
                <a16:creationId xmlns:a16="http://schemas.microsoft.com/office/drawing/2014/main" id="{B0505052-05C4-457A-175D-4A79673A014C}"/>
              </a:ext>
            </a:extLst>
          </p:cNvPr>
          <p:cNvSpPr>
            <a:spLocks noChangeArrowheads="1"/>
          </p:cNvSpPr>
          <p:nvPr/>
        </p:nvSpPr>
        <p:spPr bwMode="auto">
          <a:xfrm>
            <a:off x="6477002" y="3278972"/>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5728" name="Oval 16">
            <a:extLst>
              <a:ext uri="{FF2B5EF4-FFF2-40B4-BE49-F238E27FC236}">
                <a16:creationId xmlns:a16="http://schemas.microsoft.com/office/drawing/2014/main" id="{42B1FA90-4F0A-BF47-73C3-DCA745388588}"/>
              </a:ext>
            </a:extLst>
          </p:cNvPr>
          <p:cNvSpPr>
            <a:spLocks noChangeArrowheads="1"/>
          </p:cNvSpPr>
          <p:nvPr/>
        </p:nvSpPr>
        <p:spPr bwMode="auto">
          <a:xfrm>
            <a:off x="5867402" y="3888572"/>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5729" name="Oval 17">
            <a:extLst>
              <a:ext uri="{FF2B5EF4-FFF2-40B4-BE49-F238E27FC236}">
                <a16:creationId xmlns:a16="http://schemas.microsoft.com/office/drawing/2014/main" id="{8EF4759A-AC26-25F8-15AB-D3A447790313}"/>
              </a:ext>
            </a:extLst>
          </p:cNvPr>
          <p:cNvSpPr>
            <a:spLocks noChangeArrowheads="1"/>
          </p:cNvSpPr>
          <p:nvPr/>
        </p:nvSpPr>
        <p:spPr bwMode="auto">
          <a:xfrm>
            <a:off x="7315202" y="5245885"/>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5730" name="Oval 18">
            <a:extLst>
              <a:ext uri="{FF2B5EF4-FFF2-40B4-BE49-F238E27FC236}">
                <a16:creationId xmlns:a16="http://schemas.microsoft.com/office/drawing/2014/main" id="{389C79CC-D61F-DB81-F156-EF417B9BE56E}"/>
              </a:ext>
            </a:extLst>
          </p:cNvPr>
          <p:cNvSpPr>
            <a:spLocks noChangeArrowheads="1"/>
          </p:cNvSpPr>
          <p:nvPr/>
        </p:nvSpPr>
        <p:spPr bwMode="auto">
          <a:xfrm>
            <a:off x="6629402" y="4574372"/>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5731" name="Oval 19">
            <a:extLst>
              <a:ext uri="{FF2B5EF4-FFF2-40B4-BE49-F238E27FC236}">
                <a16:creationId xmlns:a16="http://schemas.microsoft.com/office/drawing/2014/main" id="{E1B3C68F-51B1-97D5-9626-BFC5655B6A28}"/>
              </a:ext>
            </a:extLst>
          </p:cNvPr>
          <p:cNvSpPr>
            <a:spLocks noChangeArrowheads="1"/>
          </p:cNvSpPr>
          <p:nvPr/>
        </p:nvSpPr>
        <p:spPr bwMode="auto">
          <a:xfrm>
            <a:off x="5257802" y="4498172"/>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5732" name="Text Box 20">
            <a:extLst>
              <a:ext uri="{FF2B5EF4-FFF2-40B4-BE49-F238E27FC236}">
                <a16:creationId xmlns:a16="http://schemas.microsoft.com/office/drawing/2014/main" id="{47C72841-38AC-9715-8ECF-AE83196116CF}"/>
              </a:ext>
            </a:extLst>
          </p:cNvPr>
          <p:cNvSpPr txBox="1">
            <a:spLocks noChangeArrowheads="1"/>
          </p:cNvSpPr>
          <p:nvPr/>
        </p:nvSpPr>
        <p:spPr bwMode="auto">
          <a:xfrm>
            <a:off x="6492877" y="3202772"/>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115733" name="Text Box 21">
            <a:extLst>
              <a:ext uri="{FF2B5EF4-FFF2-40B4-BE49-F238E27FC236}">
                <a16:creationId xmlns:a16="http://schemas.microsoft.com/office/drawing/2014/main" id="{F8142612-49FB-587C-2AC9-3234EC03043C}"/>
              </a:ext>
            </a:extLst>
          </p:cNvPr>
          <p:cNvSpPr txBox="1">
            <a:spLocks noChangeArrowheads="1"/>
          </p:cNvSpPr>
          <p:nvPr/>
        </p:nvSpPr>
        <p:spPr bwMode="auto">
          <a:xfrm>
            <a:off x="5903915" y="3826660"/>
            <a:ext cx="4206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115734" name="Text Box 22">
            <a:extLst>
              <a:ext uri="{FF2B5EF4-FFF2-40B4-BE49-F238E27FC236}">
                <a16:creationId xmlns:a16="http://schemas.microsoft.com/office/drawing/2014/main" id="{ECDA1F93-E89D-68E7-4F18-084F3C922E74}"/>
              </a:ext>
            </a:extLst>
          </p:cNvPr>
          <p:cNvSpPr txBox="1">
            <a:spLocks noChangeArrowheads="1"/>
          </p:cNvSpPr>
          <p:nvPr/>
        </p:nvSpPr>
        <p:spPr bwMode="auto">
          <a:xfrm>
            <a:off x="6629402" y="4512460"/>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115735" name="Text Box 23">
            <a:extLst>
              <a:ext uri="{FF2B5EF4-FFF2-40B4-BE49-F238E27FC236}">
                <a16:creationId xmlns:a16="http://schemas.microsoft.com/office/drawing/2014/main" id="{DBCE4023-E27B-532B-3D33-E4F78CD70D1C}"/>
              </a:ext>
            </a:extLst>
          </p:cNvPr>
          <p:cNvSpPr txBox="1">
            <a:spLocks noChangeArrowheads="1"/>
          </p:cNvSpPr>
          <p:nvPr/>
        </p:nvSpPr>
        <p:spPr bwMode="auto">
          <a:xfrm>
            <a:off x="5283202" y="4436260"/>
            <a:ext cx="420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115736" name="Text Box 24">
            <a:extLst>
              <a:ext uri="{FF2B5EF4-FFF2-40B4-BE49-F238E27FC236}">
                <a16:creationId xmlns:a16="http://schemas.microsoft.com/office/drawing/2014/main" id="{305B4385-D68B-DC23-5511-103BF82E0D3A}"/>
              </a:ext>
            </a:extLst>
          </p:cNvPr>
          <p:cNvSpPr txBox="1">
            <a:spLocks noChangeArrowheads="1"/>
          </p:cNvSpPr>
          <p:nvPr/>
        </p:nvSpPr>
        <p:spPr bwMode="auto">
          <a:xfrm>
            <a:off x="7331077" y="5183972"/>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115737" name="Line 25">
            <a:extLst>
              <a:ext uri="{FF2B5EF4-FFF2-40B4-BE49-F238E27FC236}">
                <a16:creationId xmlns:a16="http://schemas.microsoft.com/office/drawing/2014/main" id="{5ED1549E-72AF-FA70-82A9-858698ED8418}"/>
              </a:ext>
            </a:extLst>
          </p:cNvPr>
          <p:cNvSpPr>
            <a:spLocks noChangeShapeType="1"/>
          </p:cNvSpPr>
          <p:nvPr/>
        </p:nvSpPr>
        <p:spPr bwMode="auto">
          <a:xfrm>
            <a:off x="3733800" y="5181600"/>
            <a:ext cx="0" cy="5334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zh-CN" altLang="en-US"/>
          </a:p>
        </p:txBody>
      </p:sp>
      <p:sp>
        <p:nvSpPr>
          <p:cNvPr id="115738" name="Line 26">
            <a:extLst>
              <a:ext uri="{FF2B5EF4-FFF2-40B4-BE49-F238E27FC236}">
                <a16:creationId xmlns:a16="http://schemas.microsoft.com/office/drawing/2014/main" id="{19695913-72F3-F1D8-084E-EDF944BFCCF6}"/>
              </a:ext>
            </a:extLst>
          </p:cNvPr>
          <p:cNvSpPr>
            <a:spLocks noChangeShapeType="1"/>
          </p:cNvSpPr>
          <p:nvPr/>
        </p:nvSpPr>
        <p:spPr bwMode="auto">
          <a:xfrm>
            <a:off x="3200400" y="4343400"/>
            <a:ext cx="533400" cy="6858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zh-CN" altLang="en-US"/>
          </a:p>
        </p:txBody>
      </p:sp>
      <p:sp>
        <p:nvSpPr>
          <p:cNvPr id="115739" name="Line 27">
            <a:extLst>
              <a:ext uri="{FF2B5EF4-FFF2-40B4-BE49-F238E27FC236}">
                <a16:creationId xmlns:a16="http://schemas.microsoft.com/office/drawing/2014/main" id="{7ABA4916-C55F-D02E-1C9D-90DA355DF6FB}"/>
              </a:ext>
            </a:extLst>
          </p:cNvPr>
          <p:cNvSpPr>
            <a:spLocks noChangeShapeType="1"/>
          </p:cNvSpPr>
          <p:nvPr/>
        </p:nvSpPr>
        <p:spPr bwMode="auto">
          <a:xfrm>
            <a:off x="2438400" y="5181600"/>
            <a:ext cx="228600" cy="4572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zh-CN" altLang="en-US"/>
          </a:p>
        </p:txBody>
      </p:sp>
      <p:sp>
        <p:nvSpPr>
          <p:cNvPr id="115740" name="Line 28">
            <a:extLst>
              <a:ext uri="{FF2B5EF4-FFF2-40B4-BE49-F238E27FC236}">
                <a16:creationId xmlns:a16="http://schemas.microsoft.com/office/drawing/2014/main" id="{55448714-4C68-474F-17FF-1004326CD039}"/>
              </a:ext>
            </a:extLst>
          </p:cNvPr>
          <p:cNvSpPr>
            <a:spLocks noChangeShapeType="1"/>
          </p:cNvSpPr>
          <p:nvPr/>
        </p:nvSpPr>
        <p:spPr bwMode="auto">
          <a:xfrm flipH="1">
            <a:off x="2090738" y="5181600"/>
            <a:ext cx="195262" cy="4572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zh-CN" altLang="en-US"/>
          </a:p>
        </p:txBody>
      </p:sp>
      <p:sp>
        <p:nvSpPr>
          <p:cNvPr id="115741" name="Line 29">
            <a:extLst>
              <a:ext uri="{FF2B5EF4-FFF2-40B4-BE49-F238E27FC236}">
                <a16:creationId xmlns:a16="http://schemas.microsoft.com/office/drawing/2014/main" id="{335E3397-EFEF-010B-2EDE-B36DF409DC03}"/>
              </a:ext>
            </a:extLst>
          </p:cNvPr>
          <p:cNvSpPr>
            <a:spLocks noChangeShapeType="1"/>
          </p:cNvSpPr>
          <p:nvPr/>
        </p:nvSpPr>
        <p:spPr bwMode="auto">
          <a:xfrm flipH="1">
            <a:off x="2438400" y="4419600"/>
            <a:ext cx="457200" cy="4572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zh-CN" altLang="en-US"/>
          </a:p>
        </p:txBody>
      </p:sp>
      <p:sp>
        <p:nvSpPr>
          <p:cNvPr id="115742" name="Line 30">
            <a:extLst>
              <a:ext uri="{FF2B5EF4-FFF2-40B4-BE49-F238E27FC236}">
                <a16:creationId xmlns:a16="http://schemas.microsoft.com/office/drawing/2014/main" id="{8972AE52-EE22-F89B-2C24-12BA3E5BB760}"/>
              </a:ext>
            </a:extLst>
          </p:cNvPr>
          <p:cNvSpPr>
            <a:spLocks noChangeShapeType="1"/>
          </p:cNvSpPr>
          <p:nvPr/>
        </p:nvSpPr>
        <p:spPr bwMode="auto">
          <a:xfrm>
            <a:off x="3048000" y="4419600"/>
            <a:ext cx="0" cy="4572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zh-CN" altLang="en-US"/>
          </a:p>
        </p:txBody>
      </p:sp>
      <p:sp>
        <p:nvSpPr>
          <p:cNvPr id="115743" name="Oval 31">
            <a:extLst>
              <a:ext uri="{FF2B5EF4-FFF2-40B4-BE49-F238E27FC236}">
                <a16:creationId xmlns:a16="http://schemas.microsoft.com/office/drawing/2014/main" id="{A7BC6E5D-6672-6608-A6F2-C6571D603AD3}"/>
              </a:ext>
            </a:extLst>
          </p:cNvPr>
          <p:cNvSpPr>
            <a:spLocks noChangeArrowheads="1"/>
          </p:cNvSpPr>
          <p:nvPr/>
        </p:nvSpPr>
        <p:spPr bwMode="auto">
          <a:xfrm>
            <a:off x="2819400" y="40386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15744" name="Oval 32">
            <a:extLst>
              <a:ext uri="{FF2B5EF4-FFF2-40B4-BE49-F238E27FC236}">
                <a16:creationId xmlns:a16="http://schemas.microsoft.com/office/drawing/2014/main" id="{75DB7713-8788-D0F7-C6E6-CF0034328E81}"/>
              </a:ext>
            </a:extLst>
          </p:cNvPr>
          <p:cNvSpPr>
            <a:spLocks noChangeArrowheads="1"/>
          </p:cNvSpPr>
          <p:nvPr/>
        </p:nvSpPr>
        <p:spPr bwMode="auto">
          <a:xfrm>
            <a:off x="2819400" y="48006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15745" name="Oval 33">
            <a:extLst>
              <a:ext uri="{FF2B5EF4-FFF2-40B4-BE49-F238E27FC236}">
                <a16:creationId xmlns:a16="http://schemas.microsoft.com/office/drawing/2014/main" id="{AB82AC37-5C6A-9C24-83E2-8FC2C6E98296}"/>
              </a:ext>
            </a:extLst>
          </p:cNvPr>
          <p:cNvSpPr>
            <a:spLocks noChangeArrowheads="1"/>
          </p:cNvSpPr>
          <p:nvPr/>
        </p:nvSpPr>
        <p:spPr bwMode="auto">
          <a:xfrm>
            <a:off x="2438400" y="55626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15746" name="Oval 34">
            <a:extLst>
              <a:ext uri="{FF2B5EF4-FFF2-40B4-BE49-F238E27FC236}">
                <a16:creationId xmlns:a16="http://schemas.microsoft.com/office/drawing/2014/main" id="{C32D9C4F-F478-39F5-3A6F-D5E89C20A4AB}"/>
              </a:ext>
            </a:extLst>
          </p:cNvPr>
          <p:cNvSpPr>
            <a:spLocks noChangeArrowheads="1"/>
          </p:cNvSpPr>
          <p:nvPr/>
        </p:nvSpPr>
        <p:spPr bwMode="auto">
          <a:xfrm>
            <a:off x="1828800" y="55626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15747" name="Oval 35">
            <a:extLst>
              <a:ext uri="{FF2B5EF4-FFF2-40B4-BE49-F238E27FC236}">
                <a16:creationId xmlns:a16="http://schemas.microsoft.com/office/drawing/2014/main" id="{94E4F33A-58FA-BE43-D0C7-1BEDCA7BECE2}"/>
              </a:ext>
            </a:extLst>
          </p:cNvPr>
          <p:cNvSpPr>
            <a:spLocks noChangeArrowheads="1"/>
          </p:cNvSpPr>
          <p:nvPr/>
        </p:nvSpPr>
        <p:spPr bwMode="auto">
          <a:xfrm>
            <a:off x="2133600" y="48006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15748" name="Oval 36">
            <a:extLst>
              <a:ext uri="{FF2B5EF4-FFF2-40B4-BE49-F238E27FC236}">
                <a16:creationId xmlns:a16="http://schemas.microsoft.com/office/drawing/2014/main" id="{7A4053D6-7C53-869F-DFD9-318F8DAB0ABD}"/>
              </a:ext>
            </a:extLst>
          </p:cNvPr>
          <p:cNvSpPr>
            <a:spLocks noChangeArrowheads="1"/>
          </p:cNvSpPr>
          <p:nvPr/>
        </p:nvSpPr>
        <p:spPr bwMode="auto">
          <a:xfrm>
            <a:off x="3505200" y="48006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15749" name="Oval 37">
            <a:extLst>
              <a:ext uri="{FF2B5EF4-FFF2-40B4-BE49-F238E27FC236}">
                <a16:creationId xmlns:a16="http://schemas.microsoft.com/office/drawing/2014/main" id="{74E80C6F-1EFE-4D25-3FEC-96C1E8CE6051}"/>
              </a:ext>
            </a:extLst>
          </p:cNvPr>
          <p:cNvSpPr>
            <a:spLocks noChangeArrowheads="1"/>
          </p:cNvSpPr>
          <p:nvPr/>
        </p:nvSpPr>
        <p:spPr bwMode="auto">
          <a:xfrm>
            <a:off x="3505200" y="55626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15750" name="Text Box 38">
            <a:extLst>
              <a:ext uri="{FF2B5EF4-FFF2-40B4-BE49-F238E27FC236}">
                <a16:creationId xmlns:a16="http://schemas.microsoft.com/office/drawing/2014/main" id="{D18356CE-F1BA-81CB-962D-E9FE2BEA0ABA}"/>
              </a:ext>
            </a:extLst>
          </p:cNvPr>
          <p:cNvSpPr txBox="1">
            <a:spLocks noChangeArrowheads="1"/>
          </p:cNvSpPr>
          <p:nvPr/>
        </p:nvSpPr>
        <p:spPr bwMode="auto">
          <a:xfrm>
            <a:off x="2835275" y="39766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115751" name="Text Box 39">
            <a:extLst>
              <a:ext uri="{FF2B5EF4-FFF2-40B4-BE49-F238E27FC236}">
                <a16:creationId xmlns:a16="http://schemas.microsoft.com/office/drawing/2014/main" id="{E0081527-5D44-525E-AA9B-3870A06CBBA4}"/>
              </a:ext>
            </a:extLst>
          </p:cNvPr>
          <p:cNvSpPr txBox="1">
            <a:spLocks noChangeArrowheads="1"/>
          </p:cNvSpPr>
          <p:nvPr/>
        </p:nvSpPr>
        <p:spPr bwMode="auto">
          <a:xfrm>
            <a:off x="2159000" y="4738688"/>
            <a:ext cx="420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115752" name="Text Box 40">
            <a:extLst>
              <a:ext uri="{FF2B5EF4-FFF2-40B4-BE49-F238E27FC236}">
                <a16:creationId xmlns:a16="http://schemas.microsoft.com/office/drawing/2014/main" id="{4B974F9F-3093-5CE8-B61D-EC6D8A0299E8}"/>
              </a:ext>
            </a:extLst>
          </p:cNvPr>
          <p:cNvSpPr txBox="1">
            <a:spLocks noChangeArrowheads="1"/>
          </p:cNvSpPr>
          <p:nvPr/>
        </p:nvSpPr>
        <p:spPr bwMode="auto">
          <a:xfrm>
            <a:off x="2835275" y="47386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115753" name="Text Box 41">
            <a:extLst>
              <a:ext uri="{FF2B5EF4-FFF2-40B4-BE49-F238E27FC236}">
                <a16:creationId xmlns:a16="http://schemas.microsoft.com/office/drawing/2014/main" id="{8AFE7AED-F246-2291-9CBE-BD77A1346118}"/>
              </a:ext>
            </a:extLst>
          </p:cNvPr>
          <p:cNvSpPr txBox="1">
            <a:spLocks noChangeArrowheads="1"/>
          </p:cNvSpPr>
          <p:nvPr/>
        </p:nvSpPr>
        <p:spPr bwMode="auto">
          <a:xfrm>
            <a:off x="3581400" y="47386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115754" name="Text Box 42">
            <a:extLst>
              <a:ext uri="{FF2B5EF4-FFF2-40B4-BE49-F238E27FC236}">
                <a16:creationId xmlns:a16="http://schemas.microsoft.com/office/drawing/2014/main" id="{C04DEDF2-637E-D587-47F7-64B955895A1A}"/>
              </a:ext>
            </a:extLst>
          </p:cNvPr>
          <p:cNvSpPr txBox="1">
            <a:spLocks noChangeArrowheads="1"/>
          </p:cNvSpPr>
          <p:nvPr/>
        </p:nvSpPr>
        <p:spPr bwMode="auto">
          <a:xfrm>
            <a:off x="1854200" y="5500688"/>
            <a:ext cx="420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115755" name="Text Box 43">
            <a:extLst>
              <a:ext uri="{FF2B5EF4-FFF2-40B4-BE49-F238E27FC236}">
                <a16:creationId xmlns:a16="http://schemas.microsoft.com/office/drawing/2014/main" id="{B794504B-4030-6667-8957-BACCB384015C}"/>
              </a:ext>
            </a:extLst>
          </p:cNvPr>
          <p:cNvSpPr txBox="1">
            <a:spLocks noChangeArrowheads="1"/>
          </p:cNvSpPr>
          <p:nvPr/>
        </p:nvSpPr>
        <p:spPr bwMode="auto">
          <a:xfrm>
            <a:off x="2473325" y="5500688"/>
            <a:ext cx="4016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115756" name="Text Box 44">
            <a:extLst>
              <a:ext uri="{FF2B5EF4-FFF2-40B4-BE49-F238E27FC236}">
                <a16:creationId xmlns:a16="http://schemas.microsoft.com/office/drawing/2014/main" id="{0F0CB324-9113-C048-4C30-73EA96FB0DC7}"/>
              </a:ext>
            </a:extLst>
          </p:cNvPr>
          <p:cNvSpPr txBox="1">
            <a:spLocks noChangeArrowheads="1"/>
          </p:cNvSpPr>
          <p:nvPr/>
        </p:nvSpPr>
        <p:spPr bwMode="auto">
          <a:xfrm>
            <a:off x="3511550" y="5500688"/>
            <a:ext cx="4603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G</a:t>
            </a:r>
            <a:endParaRPr kumimoji="1" lang="en-US" altLang="zh-CN" sz="2400">
              <a:latin typeface="Times New Roman" panose="02020603050405020304" pitchFamily="18" charset="0"/>
              <a:ea typeface="宋体" panose="02010600030101010101" pitchFamily="2" charset="-122"/>
            </a:endParaRPr>
          </a:p>
        </p:txBody>
      </p:sp>
      <p:sp>
        <p:nvSpPr>
          <p:cNvPr id="115757" name="Oval 45">
            <a:extLst>
              <a:ext uri="{FF2B5EF4-FFF2-40B4-BE49-F238E27FC236}">
                <a16:creationId xmlns:a16="http://schemas.microsoft.com/office/drawing/2014/main" id="{6BF05850-715C-EE8F-441D-C99CACE0E9FD}"/>
              </a:ext>
            </a:extLst>
          </p:cNvPr>
          <p:cNvSpPr>
            <a:spLocks noChangeArrowheads="1"/>
          </p:cNvSpPr>
          <p:nvPr/>
        </p:nvSpPr>
        <p:spPr bwMode="auto">
          <a:xfrm>
            <a:off x="6705602" y="5869772"/>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5758" name="Text Box 46">
            <a:extLst>
              <a:ext uri="{FF2B5EF4-FFF2-40B4-BE49-F238E27FC236}">
                <a16:creationId xmlns:a16="http://schemas.microsoft.com/office/drawing/2014/main" id="{273D390A-C206-C0AD-4E69-90EFE562C8AC}"/>
              </a:ext>
            </a:extLst>
          </p:cNvPr>
          <p:cNvSpPr txBox="1">
            <a:spLocks noChangeArrowheads="1"/>
          </p:cNvSpPr>
          <p:nvPr/>
        </p:nvSpPr>
        <p:spPr bwMode="auto">
          <a:xfrm>
            <a:off x="6711952" y="5807860"/>
            <a:ext cx="4603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G</a:t>
            </a:r>
            <a:endParaRPr kumimoji="1" lang="en-US" altLang="zh-CN" sz="2400">
              <a:latin typeface="Times New Roman" panose="02020603050405020304" pitchFamily="18" charset="0"/>
              <a:ea typeface="宋体" panose="02010600030101010101" pitchFamily="2" charset="-122"/>
            </a:endParaRPr>
          </a:p>
        </p:txBody>
      </p:sp>
      <p:sp>
        <p:nvSpPr>
          <p:cNvPr id="115759" name="Oval 47">
            <a:extLst>
              <a:ext uri="{FF2B5EF4-FFF2-40B4-BE49-F238E27FC236}">
                <a16:creationId xmlns:a16="http://schemas.microsoft.com/office/drawing/2014/main" id="{30157D67-A4B8-C805-310F-A0A0E4098FFD}"/>
              </a:ext>
            </a:extLst>
          </p:cNvPr>
          <p:cNvSpPr>
            <a:spLocks noChangeArrowheads="1"/>
          </p:cNvSpPr>
          <p:nvPr/>
        </p:nvSpPr>
        <p:spPr bwMode="auto">
          <a:xfrm>
            <a:off x="5943602" y="5183972"/>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5760" name="Text Box 48">
            <a:extLst>
              <a:ext uri="{FF2B5EF4-FFF2-40B4-BE49-F238E27FC236}">
                <a16:creationId xmlns:a16="http://schemas.microsoft.com/office/drawing/2014/main" id="{C04B2CD7-500D-939F-A7A6-CE21D0975745}"/>
              </a:ext>
            </a:extLst>
          </p:cNvPr>
          <p:cNvSpPr txBox="1">
            <a:spLocks noChangeArrowheads="1"/>
          </p:cNvSpPr>
          <p:nvPr/>
        </p:nvSpPr>
        <p:spPr bwMode="auto">
          <a:xfrm>
            <a:off x="5978527" y="5183972"/>
            <a:ext cx="4016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2" name="标题 1">
            <a:extLst>
              <a:ext uri="{FF2B5EF4-FFF2-40B4-BE49-F238E27FC236}">
                <a16:creationId xmlns:a16="http://schemas.microsoft.com/office/drawing/2014/main" id="{DDA147CD-2BFE-437F-863A-51FCA99DCC66}"/>
              </a:ext>
            </a:extLst>
          </p:cNvPr>
          <p:cNvSpPr>
            <a:spLocks noGrp="1"/>
          </p:cNvSpPr>
          <p:nvPr>
            <p:ph type="title"/>
          </p:nvPr>
        </p:nvSpPr>
        <p:spPr/>
        <p:txBody>
          <a:bodyPr/>
          <a:lstStyle/>
          <a:p>
            <a:r>
              <a:rPr lang="en-US" altLang="zh-CN" dirty="0"/>
              <a:t>5.7 </a:t>
            </a:r>
            <a:r>
              <a:rPr lang="zh-CN" altLang="en-US" dirty="0"/>
              <a:t>树与森林的遍历及其应用</a:t>
            </a:r>
          </a:p>
        </p:txBody>
      </p:sp>
      <p:sp>
        <p:nvSpPr>
          <p:cNvPr id="3" name="内容占位符 2">
            <a:extLst>
              <a:ext uri="{FF2B5EF4-FFF2-40B4-BE49-F238E27FC236}">
                <a16:creationId xmlns:a16="http://schemas.microsoft.com/office/drawing/2014/main" id="{33578E53-14CC-42AC-96D7-6555E041250D}"/>
              </a:ext>
            </a:extLst>
          </p:cNvPr>
          <p:cNvSpPr>
            <a:spLocks noGrp="1"/>
          </p:cNvSpPr>
          <p:nvPr>
            <p:ph idx="1"/>
          </p:nvPr>
        </p:nvSpPr>
        <p:spPr/>
        <p:txBody>
          <a:bodyPr/>
          <a:lstStyle/>
          <a:p>
            <a:r>
              <a:rPr lang="zh-CN" altLang="en-US" dirty="0"/>
              <a:t>深度优先遍历</a:t>
            </a:r>
          </a:p>
          <a:p>
            <a:pPr lvl="1"/>
            <a:r>
              <a:rPr lang="zh-CN" altLang="en-US" dirty="0"/>
              <a:t>先根次序遍历</a:t>
            </a:r>
          </a:p>
          <a:p>
            <a:pPr lvl="1"/>
            <a:r>
              <a:rPr lang="zh-CN" altLang="en-US" dirty="0"/>
              <a:t>后根次序遍历</a:t>
            </a:r>
          </a:p>
          <a:p>
            <a:r>
              <a:rPr lang="zh-CN" altLang="en-US" dirty="0"/>
              <a:t>广度优先遍历</a:t>
            </a:r>
          </a:p>
        </p:txBody>
      </p:sp>
      <p:sp>
        <p:nvSpPr>
          <p:cNvPr id="4" name="灯片编号占位符 3">
            <a:extLst>
              <a:ext uri="{FF2B5EF4-FFF2-40B4-BE49-F238E27FC236}">
                <a16:creationId xmlns:a16="http://schemas.microsoft.com/office/drawing/2014/main" id="{2B2675EB-20F3-D68B-6A65-457E5248400E}"/>
              </a:ext>
            </a:extLst>
          </p:cNvPr>
          <p:cNvSpPr>
            <a:spLocks noGrp="1"/>
          </p:cNvSpPr>
          <p:nvPr>
            <p:ph type="sldNum" sz="quarter" idx="12"/>
          </p:nvPr>
        </p:nvSpPr>
        <p:spPr/>
        <p:txBody>
          <a:bodyPr/>
          <a:lstStyle/>
          <a:p>
            <a:pPr>
              <a:defRPr/>
            </a:pPr>
            <a:fld id="{A598D83B-EE2A-4F12-B129-1EDE84DF129B}" type="slidenum">
              <a:rPr lang="en-US" altLang="zh-CN" smtClean="0"/>
              <a:pPr>
                <a:defRPr/>
              </a:pPr>
              <a:t>107</a:t>
            </a:fld>
            <a:endParaRPr lang="en-US" altLang="zh-CN"/>
          </a:p>
        </p:txBody>
      </p:sp>
    </p:spTree>
  </p:cSld>
  <p:clrMapOvr>
    <a:masterClrMapping/>
  </p:clrMapOvr>
  <p:transition>
    <p:split/>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Line 2">
            <a:extLst>
              <a:ext uri="{FF2B5EF4-FFF2-40B4-BE49-F238E27FC236}">
                <a16:creationId xmlns:a16="http://schemas.microsoft.com/office/drawing/2014/main" id="{05B735FC-6AD6-1A94-1714-477EC3A48337}"/>
              </a:ext>
            </a:extLst>
          </p:cNvPr>
          <p:cNvSpPr>
            <a:spLocks noChangeShapeType="1"/>
          </p:cNvSpPr>
          <p:nvPr/>
        </p:nvSpPr>
        <p:spPr bwMode="auto">
          <a:xfrm>
            <a:off x="6271869" y="2903984"/>
            <a:ext cx="457200" cy="4572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6739" name="Line 3">
            <a:extLst>
              <a:ext uri="{FF2B5EF4-FFF2-40B4-BE49-F238E27FC236}">
                <a16:creationId xmlns:a16="http://schemas.microsoft.com/office/drawing/2014/main" id="{D3778CEE-46D1-A6E3-B7A4-51095031B617}"/>
              </a:ext>
            </a:extLst>
          </p:cNvPr>
          <p:cNvSpPr>
            <a:spLocks noChangeShapeType="1"/>
          </p:cNvSpPr>
          <p:nvPr/>
        </p:nvSpPr>
        <p:spPr bwMode="auto">
          <a:xfrm flipH="1">
            <a:off x="7719669" y="3665984"/>
            <a:ext cx="457200" cy="4572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6742" name="Line 6">
            <a:extLst>
              <a:ext uri="{FF2B5EF4-FFF2-40B4-BE49-F238E27FC236}">
                <a16:creationId xmlns:a16="http://schemas.microsoft.com/office/drawing/2014/main" id="{33AAA680-6623-6180-9652-E3E679B67907}"/>
              </a:ext>
            </a:extLst>
          </p:cNvPr>
          <p:cNvSpPr>
            <a:spLocks noChangeShapeType="1"/>
          </p:cNvSpPr>
          <p:nvPr/>
        </p:nvSpPr>
        <p:spPr bwMode="auto">
          <a:xfrm flipH="1">
            <a:off x="6271869" y="1684784"/>
            <a:ext cx="1066800" cy="10668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6743" name="Line 7">
            <a:extLst>
              <a:ext uri="{FF2B5EF4-FFF2-40B4-BE49-F238E27FC236}">
                <a16:creationId xmlns:a16="http://schemas.microsoft.com/office/drawing/2014/main" id="{E0EBCAE8-752D-B389-9D46-5B4FB1A4E6A8}"/>
              </a:ext>
            </a:extLst>
          </p:cNvPr>
          <p:cNvSpPr>
            <a:spLocks noChangeShapeType="1"/>
          </p:cNvSpPr>
          <p:nvPr/>
        </p:nvSpPr>
        <p:spPr bwMode="auto">
          <a:xfrm>
            <a:off x="6957669" y="2356297"/>
            <a:ext cx="1219200" cy="1157287"/>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6744" name="Oval 8">
            <a:extLst>
              <a:ext uri="{FF2B5EF4-FFF2-40B4-BE49-F238E27FC236}">
                <a16:creationId xmlns:a16="http://schemas.microsoft.com/office/drawing/2014/main" id="{61C3B162-85F5-2216-38B7-56C7892E3DA8}"/>
              </a:ext>
            </a:extLst>
          </p:cNvPr>
          <p:cNvSpPr>
            <a:spLocks noChangeArrowheads="1"/>
          </p:cNvSpPr>
          <p:nvPr/>
        </p:nvSpPr>
        <p:spPr bwMode="auto">
          <a:xfrm>
            <a:off x="7186269" y="1379984"/>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6745" name="Oval 9">
            <a:extLst>
              <a:ext uri="{FF2B5EF4-FFF2-40B4-BE49-F238E27FC236}">
                <a16:creationId xmlns:a16="http://schemas.microsoft.com/office/drawing/2014/main" id="{E59E597F-5662-151C-E146-28611C54FF0D}"/>
              </a:ext>
            </a:extLst>
          </p:cNvPr>
          <p:cNvSpPr>
            <a:spLocks noChangeArrowheads="1"/>
          </p:cNvSpPr>
          <p:nvPr/>
        </p:nvSpPr>
        <p:spPr bwMode="auto">
          <a:xfrm>
            <a:off x="6576669" y="1989584"/>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6746" name="Oval 10">
            <a:extLst>
              <a:ext uri="{FF2B5EF4-FFF2-40B4-BE49-F238E27FC236}">
                <a16:creationId xmlns:a16="http://schemas.microsoft.com/office/drawing/2014/main" id="{60A68084-E36E-D0AE-0059-1C009F7CF3D5}"/>
              </a:ext>
            </a:extLst>
          </p:cNvPr>
          <p:cNvSpPr>
            <a:spLocks noChangeArrowheads="1"/>
          </p:cNvSpPr>
          <p:nvPr/>
        </p:nvSpPr>
        <p:spPr bwMode="auto">
          <a:xfrm>
            <a:off x="8024469" y="3346897"/>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6747" name="Oval 11">
            <a:extLst>
              <a:ext uri="{FF2B5EF4-FFF2-40B4-BE49-F238E27FC236}">
                <a16:creationId xmlns:a16="http://schemas.microsoft.com/office/drawing/2014/main" id="{4731B17D-5D69-FEB2-9313-35E2073CD104}"/>
              </a:ext>
            </a:extLst>
          </p:cNvPr>
          <p:cNvSpPr>
            <a:spLocks noChangeArrowheads="1"/>
          </p:cNvSpPr>
          <p:nvPr/>
        </p:nvSpPr>
        <p:spPr bwMode="auto">
          <a:xfrm>
            <a:off x="7338669" y="2675384"/>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6748" name="Oval 12">
            <a:extLst>
              <a:ext uri="{FF2B5EF4-FFF2-40B4-BE49-F238E27FC236}">
                <a16:creationId xmlns:a16="http://schemas.microsoft.com/office/drawing/2014/main" id="{891568FC-424A-2693-1FB0-90B9C95467BC}"/>
              </a:ext>
            </a:extLst>
          </p:cNvPr>
          <p:cNvSpPr>
            <a:spLocks noChangeArrowheads="1"/>
          </p:cNvSpPr>
          <p:nvPr/>
        </p:nvSpPr>
        <p:spPr bwMode="auto">
          <a:xfrm>
            <a:off x="5967069" y="2599184"/>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6749" name="Text Box 13">
            <a:extLst>
              <a:ext uri="{FF2B5EF4-FFF2-40B4-BE49-F238E27FC236}">
                <a16:creationId xmlns:a16="http://schemas.microsoft.com/office/drawing/2014/main" id="{AAD6648A-3F30-683E-DFDB-01E508227C06}"/>
              </a:ext>
            </a:extLst>
          </p:cNvPr>
          <p:cNvSpPr txBox="1">
            <a:spLocks noChangeArrowheads="1"/>
          </p:cNvSpPr>
          <p:nvPr/>
        </p:nvSpPr>
        <p:spPr bwMode="auto">
          <a:xfrm>
            <a:off x="7202144" y="1303784"/>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116750" name="Text Box 14">
            <a:extLst>
              <a:ext uri="{FF2B5EF4-FFF2-40B4-BE49-F238E27FC236}">
                <a16:creationId xmlns:a16="http://schemas.microsoft.com/office/drawing/2014/main" id="{C746E176-ADFB-4455-664E-E7DE4F7F0B3F}"/>
              </a:ext>
            </a:extLst>
          </p:cNvPr>
          <p:cNvSpPr txBox="1">
            <a:spLocks noChangeArrowheads="1"/>
          </p:cNvSpPr>
          <p:nvPr/>
        </p:nvSpPr>
        <p:spPr bwMode="auto">
          <a:xfrm>
            <a:off x="6613182" y="1927672"/>
            <a:ext cx="4206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116751" name="Text Box 15">
            <a:extLst>
              <a:ext uri="{FF2B5EF4-FFF2-40B4-BE49-F238E27FC236}">
                <a16:creationId xmlns:a16="http://schemas.microsoft.com/office/drawing/2014/main" id="{627AB05F-F90D-3E4E-B08A-A346E0F65D1F}"/>
              </a:ext>
            </a:extLst>
          </p:cNvPr>
          <p:cNvSpPr txBox="1">
            <a:spLocks noChangeArrowheads="1"/>
          </p:cNvSpPr>
          <p:nvPr/>
        </p:nvSpPr>
        <p:spPr bwMode="auto">
          <a:xfrm>
            <a:off x="7338669" y="2613472"/>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116752" name="Text Box 16">
            <a:extLst>
              <a:ext uri="{FF2B5EF4-FFF2-40B4-BE49-F238E27FC236}">
                <a16:creationId xmlns:a16="http://schemas.microsoft.com/office/drawing/2014/main" id="{746B989A-E3A9-86C9-904D-3B6D47089EFB}"/>
              </a:ext>
            </a:extLst>
          </p:cNvPr>
          <p:cNvSpPr txBox="1">
            <a:spLocks noChangeArrowheads="1"/>
          </p:cNvSpPr>
          <p:nvPr/>
        </p:nvSpPr>
        <p:spPr bwMode="auto">
          <a:xfrm>
            <a:off x="5992469" y="2537272"/>
            <a:ext cx="420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116753" name="Text Box 17">
            <a:extLst>
              <a:ext uri="{FF2B5EF4-FFF2-40B4-BE49-F238E27FC236}">
                <a16:creationId xmlns:a16="http://schemas.microsoft.com/office/drawing/2014/main" id="{3A413421-6FD9-B7E6-31DD-E908786938EB}"/>
              </a:ext>
            </a:extLst>
          </p:cNvPr>
          <p:cNvSpPr txBox="1">
            <a:spLocks noChangeArrowheads="1"/>
          </p:cNvSpPr>
          <p:nvPr/>
        </p:nvSpPr>
        <p:spPr bwMode="auto">
          <a:xfrm>
            <a:off x="8040344" y="3284984"/>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116756" name="Oval 20">
            <a:extLst>
              <a:ext uri="{FF2B5EF4-FFF2-40B4-BE49-F238E27FC236}">
                <a16:creationId xmlns:a16="http://schemas.microsoft.com/office/drawing/2014/main" id="{75C1C1CE-0E5D-01F1-022F-B3C3304BCC77}"/>
              </a:ext>
            </a:extLst>
          </p:cNvPr>
          <p:cNvSpPr>
            <a:spLocks noChangeArrowheads="1"/>
          </p:cNvSpPr>
          <p:nvPr/>
        </p:nvSpPr>
        <p:spPr bwMode="auto">
          <a:xfrm>
            <a:off x="7414869" y="3970784"/>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6757" name="Text Box 21">
            <a:extLst>
              <a:ext uri="{FF2B5EF4-FFF2-40B4-BE49-F238E27FC236}">
                <a16:creationId xmlns:a16="http://schemas.microsoft.com/office/drawing/2014/main" id="{2DA3DD8B-5739-8AB3-B4F9-0665EA6A346F}"/>
              </a:ext>
            </a:extLst>
          </p:cNvPr>
          <p:cNvSpPr txBox="1">
            <a:spLocks noChangeArrowheads="1"/>
          </p:cNvSpPr>
          <p:nvPr/>
        </p:nvSpPr>
        <p:spPr bwMode="auto">
          <a:xfrm>
            <a:off x="7421219" y="3908872"/>
            <a:ext cx="4603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G</a:t>
            </a:r>
            <a:endParaRPr kumimoji="1" lang="en-US" altLang="zh-CN" sz="2400">
              <a:latin typeface="Times New Roman" panose="02020603050405020304" pitchFamily="18" charset="0"/>
              <a:ea typeface="宋体" panose="02010600030101010101" pitchFamily="2" charset="-122"/>
            </a:endParaRPr>
          </a:p>
        </p:txBody>
      </p:sp>
      <p:sp>
        <p:nvSpPr>
          <p:cNvPr id="116758" name="Oval 22">
            <a:extLst>
              <a:ext uri="{FF2B5EF4-FFF2-40B4-BE49-F238E27FC236}">
                <a16:creationId xmlns:a16="http://schemas.microsoft.com/office/drawing/2014/main" id="{D0971A92-D15E-BD46-E63A-A877C5AE4C1F}"/>
              </a:ext>
            </a:extLst>
          </p:cNvPr>
          <p:cNvSpPr>
            <a:spLocks noChangeArrowheads="1"/>
          </p:cNvSpPr>
          <p:nvPr/>
        </p:nvSpPr>
        <p:spPr bwMode="auto">
          <a:xfrm>
            <a:off x="6652869" y="3284984"/>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6759" name="Text Box 23">
            <a:extLst>
              <a:ext uri="{FF2B5EF4-FFF2-40B4-BE49-F238E27FC236}">
                <a16:creationId xmlns:a16="http://schemas.microsoft.com/office/drawing/2014/main" id="{2EEA1E0D-A2F2-5651-D206-7052A11FD18D}"/>
              </a:ext>
            </a:extLst>
          </p:cNvPr>
          <p:cNvSpPr txBox="1">
            <a:spLocks noChangeArrowheads="1"/>
          </p:cNvSpPr>
          <p:nvPr/>
        </p:nvSpPr>
        <p:spPr bwMode="auto">
          <a:xfrm>
            <a:off x="6687794" y="3284984"/>
            <a:ext cx="4016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2" name="标题 1">
            <a:extLst>
              <a:ext uri="{FF2B5EF4-FFF2-40B4-BE49-F238E27FC236}">
                <a16:creationId xmlns:a16="http://schemas.microsoft.com/office/drawing/2014/main" id="{813461C5-29B2-417E-93C1-2AC86F16177E}"/>
              </a:ext>
            </a:extLst>
          </p:cNvPr>
          <p:cNvSpPr>
            <a:spLocks noGrp="1"/>
          </p:cNvSpPr>
          <p:nvPr>
            <p:ph type="title"/>
          </p:nvPr>
        </p:nvSpPr>
        <p:spPr/>
        <p:txBody>
          <a:bodyPr/>
          <a:lstStyle/>
          <a:p>
            <a:r>
              <a:rPr lang="en-US" altLang="zh-CN" dirty="0"/>
              <a:t>5.7.1 </a:t>
            </a:r>
            <a:r>
              <a:rPr lang="zh-CN" altLang="en-US" dirty="0"/>
              <a:t>树与森林的深度优先遍历</a:t>
            </a:r>
          </a:p>
        </p:txBody>
      </p:sp>
      <p:sp>
        <p:nvSpPr>
          <p:cNvPr id="3" name="内容占位符 2">
            <a:extLst>
              <a:ext uri="{FF2B5EF4-FFF2-40B4-BE49-F238E27FC236}">
                <a16:creationId xmlns:a16="http://schemas.microsoft.com/office/drawing/2014/main" id="{BC8A39D7-A98D-47DC-9580-0C3B0EC7502B}"/>
              </a:ext>
            </a:extLst>
          </p:cNvPr>
          <p:cNvSpPr>
            <a:spLocks noGrp="1"/>
          </p:cNvSpPr>
          <p:nvPr>
            <p:ph idx="1"/>
          </p:nvPr>
        </p:nvSpPr>
        <p:spPr/>
        <p:txBody>
          <a:bodyPr>
            <a:normAutofit fontScale="85000" lnSpcReduction="20000"/>
          </a:bodyPr>
          <a:lstStyle/>
          <a:p>
            <a:r>
              <a:rPr lang="zh-CN" altLang="en-US" dirty="0"/>
              <a:t>树的先根次序遍历</a:t>
            </a:r>
            <a:endParaRPr lang="en-US" altLang="zh-CN" dirty="0"/>
          </a:p>
          <a:p>
            <a:pPr lvl="1"/>
            <a:r>
              <a:rPr lang="zh-CN" altLang="en-US" dirty="0"/>
              <a:t>过程</a:t>
            </a:r>
            <a:endParaRPr lang="en-US" altLang="zh-CN" dirty="0"/>
          </a:p>
          <a:p>
            <a:pPr lvl="2"/>
            <a:r>
              <a:rPr lang="zh-CN" altLang="en-US" dirty="0"/>
              <a:t>当树非空时：访问根结点；</a:t>
            </a:r>
            <a:endParaRPr lang="en-US" altLang="zh-CN" dirty="0"/>
          </a:p>
          <a:p>
            <a:pPr marL="685800" lvl="2" indent="0">
              <a:buNone/>
            </a:pPr>
            <a:r>
              <a:rPr lang="en-US" altLang="zh-CN" dirty="0"/>
              <a:t>  </a:t>
            </a:r>
            <a:r>
              <a:rPr lang="zh-CN" altLang="en-US" dirty="0"/>
              <a:t>依次先根遍历根的各棵子树。</a:t>
            </a:r>
          </a:p>
          <a:p>
            <a:pPr lvl="1"/>
            <a:r>
              <a:rPr lang="zh-CN" altLang="en-US" dirty="0"/>
              <a:t>示例</a:t>
            </a:r>
            <a:endParaRPr lang="en-US" altLang="zh-CN" dirty="0"/>
          </a:p>
          <a:p>
            <a:pPr lvl="2"/>
            <a:r>
              <a:rPr lang="zh-CN" altLang="en-US" dirty="0"/>
              <a:t>树先根遍历 </a:t>
            </a:r>
            <a:r>
              <a:rPr lang="en-US" altLang="zh-CN" dirty="0"/>
              <a:t>ABEFCDG</a:t>
            </a:r>
            <a:r>
              <a:rPr lang="zh-CN" altLang="en-US" dirty="0"/>
              <a:t>。</a:t>
            </a:r>
          </a:p>
          <a:p>
            <a:pPr lvl="2"/>
            <a:r>
              <a:rPr lang="zh-CN" altLang="en-US" dirty="0"/>
              <a:t>对应二叉树前序遍历 </a:t>
            </a:r>
            <a:r>
              <a:rPr lang="en-US" altLang="zh-CN" dirty="0"/>
              <a:t>ABEFCDG</a:t>
            </a:r>
            <a:r>
              <a:rPr lang="zh-CN" altLang="en-US" dirty="0"/>
              <a:t>。</a:t>
            </a:r>
          </a:p>
          <a:p>
            <a:pPr lvl="1"/>
            <a:r>
              <a:rPr lang="zh-CN" altLang="en-US" dirty="0"/>
              <a:t>特点</a:t>
            </a:r>
            <a:endParaRPr lang="en-US" altLang="zh-CN" dirty="0"/>
          </a:p>
          <a:p>
            <a:pPr lvl="2"/>
            <a:r>
              <a:rPr lang="zh-CN" altLang="en-US" dirty="0"/>
              <a:t>树的先根遍历结果与其对应二叉树表示的前序遍历结果相同。</a:t>
            </a:r>
          </a:p>
          <a:p>
            <a:pPr lvl="2"/>
            <a:r>
              <a:rPr lang="zh-CN" altLang="en-US" dirty="0"/>
              <a:t>树的先根遍历可以借助对应二叉树的前序遍历算法实现。</a:t>
            </a:r>
          </a:p>
          <a:p>
            <a:endParaRPr lang="zh-CN" altLang="en-US" dirty="0"/>
          </a:p>
        </p:txBody>
      </p:sp>
      <p:sp>
        <p:nvSpPr>
          <p:cNvPr id="4" name="灯片编号占位符 3">
            <a:extLst>
              <a:ext uri="{FF2B5EF4-FFF2-40B4-BE49-F238E27FC236}">
                <a16:creationId xmlns:a16="http://schemas.microsoft.com/office/drawing/2014/main" id="{C394F08C-BEB6-0E23-5EDD-F0FE48DCDB40}"/>
              </a:ext>
            </a:extLst>
          </p:cNvPr>
          <p:cNvSpPr>
            <a:spLocks noGrp="1"/>
          </p:cNvSpPr>
          <p:nvPr>
            <p:ph type="sldNum" sz="quarter" idx="12"/>
          </p:nvPr>
        </p:nvSpPr>
        <p:spPr/>
        <p:txBody>
          <a:bodyPr/>
          <a:lstStyle/>
          <a:p>
            <a:pPr>
              <a:defRPr/>
            </a:pPr>
            <a:fld id="{A598D83B-EE2A-4F12-B129-1EDE84DF129B}" type="slidenum">
              <a:rPr lang="en-US" altLang="zh-CN" smtClean="0"/>
              <a:pPr>
                <a:defRPr/>
              </a:pPr>
              <a:t>108</a:t>
            </a:fld>
            <a:endParaRPr lang="en-US" altLang="zh-CN"/>
          </a:p>
        </p:txBody>
      </p:sp>
    </p:spTree>
  </p:cSld>
  <p:clrMapOvr>
    <a:masterClrMapping/>
  </p:clrMapOvr>
  <p:transition>
    <p:split/>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Line 2">
            <a:extLst>
              <a:ext uri="{FF2B5EF4-FFF2-40B4-BE49-F238E27FC236}">
                <a16:creationId xmlns:a16="http://schemas.microsoft.com/office/drawing/2014/main" id="{5FAB7773-69FC-41BE-6268-CC7BBAE1108D}"/>
              </a:ext>
            </a:extLst>
          </p:cNvPr>
          <p:cNvSpPr>
            <a:spLocks noChangeShapeType="1"/>
          </p:cNvSpPr>
          <p:nvPr/>
        </p:nvSpPr>
        <p:spPr bwMode="auto">
          <a:xfrm>
            <a:off x="6248400" y="2743200"/>
            <a:ext cx="457200" cy="4572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63" name="Line 3">
            <a:extLst>
              <a:ext uri="{FF2B5EF4-FFF2-40B4-BE49-F238E27FC236}">
                <a16:creationId xmlns:a16="http://schemas.microsoft.com/office/drawing/2014/main" id="{CA1FDB02-2EFB-1D69-7A4E-63CE6DA30486}"/>
              </a:ext>
            </a:extLst>
          </p:cNvPr>
          <p:cNvSpPr>
            <a:spLocks noChangeShapeType="1"/>
          </p:cNvSpPr>
          <p:nvPr/>
        </p:nvSpPr>
        <p:spPr bwMode="auto">
          <a:xfrm flipH="1">
            <a:off x="7696200" y="3505200"/>
            <a:ext cx="457200" cy="4572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66" name="Line 6">
            <a:extLst>
              <a:ext uri="{FF2B5EF4-FFF2-40B4-BE49-F238E27FC236}">
                <a16:creationId xmlns:a16="http://schemas.microsoft.com/office/drawing/2014/main" id="{FD6A05BB-0037-BE6D-3973-438E3BAA846F}"/>
              </a:ext>
            </a:extLst>
          </p:cNvPr>
          <p:cNvSpPr>
            <a:spLocks noChangeShapeType="1"/>
          </p:cNvSpPr>
          <p:nvPr/>
        </p:nvSpPr>
        <p:spPr bwMode="auto">
          <a:xfrm flipH="1">
            <a:off x="6248400" y="1524000"/>
            <a:ext cx="1066800" cy="10668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67" name="Line 7">
            <a:extLst>
              <a:ext uri="{FF2B5EF4-FFF2-40B4-BE49-F238E27FC236}">
                <a16:creationId xmlns:a16="http://schemas.microsoft.com/office/drawing/2014/main" id="{2BB4484D-2DF3-170B-E462-18827A5F8395}"/>
              </a:ext>
            </a:extLst>
          </p:cNvPr>
          <p:cNvSpPr>
            <a:spLocks noChangeShapeType="1"/>
          </p:cNvSpPr>
          <p:nvPr/>
        </p:nvSpPr>
        <p:spPr bwMode="auto">
          <a:xfrm>
            <a:off x="6934200" y="2195513"/>
            <a:ext cx="1219200" cy="1157287"/>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68" name="Oval 8">
            <a:extLst>
              <a:ext uri="{FF2B5EF4-FFF2-40B4-BE49-F238E27FC236}">
                <a16:creationId xmlns:a16="http://schemas.microsoft.com/office/drawing/2014/main" id="{D525BBEA-5579-6274-0E08-585D4FC1BE41}"/>
              </a:ext>
            </a:extLst>
          </p:cNvPr>
          <p:cNvSpPr>
            <a:spLocks noChangeArrowheads="1"/>
          </p:cNvSpPr>
          <p:nvPr/>
        </p:nvSpPr>
        <p:spPr bwMode="auto">
          <a:xfrm>
            <a:off x="7162800" y="12192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7769" name="Oval 9">
            <a:extLst>
              <a:ext uri="{FF2B5EF4-FFF2-40B4-BE49-F238E27FC236}">
                <a16:creationId xmlns:a16="http://schemas.microsoft.com/office/drawing/2014/main" id="{69308996-2FD2-09E1-3730-F7C1F7D1B867}"/>
              </a:ext>
            </a:extLst>
          </p:cNvPr>
          <p:cNvSpPr>
            <a:spLocks noChangeArrowheads="1"/>
          </p:cNvSpPr>
          <p:nvPr/>
        </p:nvSpPr>
        <p:spPr bwMode="auto">
          <a:xfrm>
            <a:off x="6553200" y="18288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7770" name="Oval 10">
            <a:extLst>
              <a:ext uri="{FF2B5EF4-FFF2-40B4-BE49-F238E27FC236}">
                <a16:creationId xmlns:a16="http://schemas.microsoft.com/office/drawing/2014/main" id="{A7704FB1-9C57-7383-8ABD-02743EA73E4D}"/>
              </a:ext>
            </a:extLst>
          </p:cNvPr>
          <p:cNvSpPr>
            <a:spLocks noChangeArrowheads="1"/>
          </p:cNvSpPr>
          <p:nvPr/>
        </p:nvSpPr>
        <p:spPr bwMode="auto">
          <a:xfrm>
            <a:off x="8001000" y="3186113"/>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7771" name="Oval 11">
            <a:extLst>
              <a:ext uri="{FF2B5EF4-FFF2-40B4-BE49-F238E27FC236}">
                <a16:creationId xmlns:a16="http://schemas.microsoft.com/office/drawing/2014/main" id="{C6EA2505-A060-3E1E-E3CF-FF094F1B8790}"/>
              </a:ext>
            </a:extLst>
          </p:cNvPr>
          <p:cNvSpPr>
            <a:spLocks noChangeArrowheads="1"/>
          </p:cNvSpPr>
          <p:nvPr/>
        </p:nvSpPr>
        <p:spPr bwMode="auto">
          <a:xfrm>
            <a:off x="7315200" y="25146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7772" name="Oval 12">
            <a:extLst>
              <a:ext uri="{FF2B5EF4-FFF2-40B4-BE49-F238E27FC236}">
                <a16:creationId xmlns:a16="http://schemas.microsoft.com/office/drawing/2014/main" id="{E169CE09-84E6-145C-87EB-7BE4C429D9EA}"/>
              </a:ext>
            </a:extLst>
          </p:cNvPr>
          <p:cNvSpPr>
            <a:spLocks noChangeArrowheads="1"/>
          </p:cNvSpPr>
          <p:nvPr/>
        </p:nvSpPr>
        <p:spPr bwMode="auto">
          <a:xfrm>
            <a:off x="5943600" y="24384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7773" name="Text Box 13">
            <a:extLst>
              <a:ext uri="{FF2B5EF4-FFF2-40B4-BE49-F238E27FC236}">
                <a16:creationId xmlns:a16="http://schemas.microsoft.com/office/drawing/2014/main" id="{21300D3C-BAA0-7D78-48D6-76DCAC7F6AF0}"/>
              </a:ext>
            </a:extLst>
          </p:cNvPr>
          <p:cNvSpPr txBox="1">
            <a:spLocks noChangeArrowheads="1"/>
          </p:cNvSpPr>
          <p:nvPr/>
        </p:nvSpPr>
        <p:spPr bwMode="auto">
          <a:xfrm>
            <a:off x="7178675" y="11430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117774" name="Text Box 14">
            <a:extLst>
              <a:ext uri="{FF2B5EF4-FFF2-40B4-BE49-F238E27FC236}">
                <a16:creationId xmlns:a16="http://schemas.microsoft.com/office/drawing/2014/main" id="{6DC1C38F-1662-DF3B-6482-BBE9447C03D6}"/>
              </a:ext>
            </a:extLst>
          </p:cNvPr>
          <p:cNvSpPr txBox="1">
            <a:spLocks noChangeArrowheads="1"/>
          </p:cNvSpPr>
          <p:nvPr/>
        </p:nvSpPr>
        <p:spPr bwMode="auto">
          <a:xfrm>
            <a:off x="6589713" y="1766888"/>
            <a:ext cx="4206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117775" name="Text Box 15">
            <a:extLst>
              <a:ext uri="{FF2B5EF4-FFF2-40B4-BE49-F238E27FC236}">
                <a16:creationId xmlns:a16="http://schemas.microsoft.com/office/drawing/2014/main" id="{7DE6CE1F-1D45-2ADC-3393-9FF3F2C1A849}"/>
              </a:ext>
            </a:extLst>
          </p:cNvPr>
          <p:cNvSpPr txBox="1">
            <a:spLocks noChangeArrowheads="1"/>
          </p:cNvSpPr>
          <p:nvPr/>
        </p:nvSpPr>
        <p:spPr bwMode="auto">
          <a:xfrm>
            <a:off x="7315200" y="24526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117776" name="Text Box 16">
            <a:extLst>
              <a:ext uri="{FF2B5EF4-FFF2-40B4-BE49-F238E27FC236}">
                <a16:creationId xmlns:a16="http://schemas.microsoft.com/office/drawing/2014/main" id="{D8B124E1-D58E-9742-E0E7-46C11B7E922F}"/>
              </a:ext>
            </a:extLst>
          </p:cNvPr>
          <p:cNvSpPr txBox="1">
            <a:spLocks noChangeArrowheads="1"/>
          </p:cNvSpPr>
          <p:nvPr/>
        </p:nvSpPr>
        <p:spPr bwMode="auto">
          <a:xfrm>
            <a:off x="5969000" y="2376488"/>
            <a:ext cx="420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117777" name="Text Box 17">
            <a:extLst>
              <a:ext uri="{FF2B5EF4-FFF2-40B4-BE49-F238E27FC236}">
                <a16:creationId xmlns:a16="http://schemas.microsoft.com/office/drawing/2014/main" id="{AFB0439E-9EC2-B02E-61F0-10FE16C3268A}"/>
              </a:ext>
            </a:extLst>
          </p:cNvPr>
          <p:cNvSpPr txBox="1">
            <a:spLocks noChangeArrowheads="1"/>
          </p:cNvSpPr>
          <p:nvPr/>
        </p:nvSpPr>
        <p:spPr bwMode="auto">
          <a:xfrm>
            <a:off x="8016875" y="31242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117778" name="Line 18">
            <a:extLst>
              <a:ext uri="{FF2B5EF4-FFF2-40B4-BE49-F238E27FC236}">
                <a16:creationId xmlns:a16="http://schemas.microsoft.com/office/drawing/2014/main" id="{3087F2E8-3D96-F0B5-4E55-E6E0C14D8BA0}"/>
              </a:ext>
            </a:extLst>
          </p:cNvPr>
          <p:cNvSpPr>
            <a:spLocks noChangeShapeType="1"/>
          </p:cNvSpPr>
          <p:nvPr/>
        </p:nvSpPr>
        <p:spPr bwMode="auto">
          <a:xfrm>
            <a:off x="3200400" y="3429000"/>
            <a:ext cx="228600" cy="4572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zh-CN" altLang="en-US"/>
          </a:p>
        </p:txBody>
      </p:sp>
      <p:sp>
        <p:nvSpPr>
          <p:cNvPr id="117779" name="Line 19">
            <a:extLst>
              <a:ext uri="{FF2B5EF4-FFF2-40B4-BE49-F238E27FC236}">
                <a16:creationId xmlns:a16="http://schemas.microsoft.com/office/drawing/2014/main" id="{C1A5009F-FB7E-DEB2-7B5E-1E2BF3F5589A}"/>
              </a:ext>
            </a:extLst>
          </p:cNvPr>
          <p:cNvSpPr>
            <a:spLocks noChangeShapeType="1"/>
          </p:cNvSpPr>
          <p:nvPr/>
        </p:nvSpPr>
        <p:spPr bwMode="auto">
          <a:xfrm flipH="1">
            <a:off x="2852738" y="3429000"/>
            <a:ext cx="195262" cy="4572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zh-CN" altLang="en-US"/>
          </a:p>
        </p:txBody>
      </p:sp>
      <p:sp>
        <p:nvSpPr>
          <p:cNvPr id="117780" name="Oval 20">
            <a:extLst>
              <a:ext uri="{FF2B5EF4-FFF2-40B4-BE49-F238E27FC236}">
                <a16:creationId xmlns:a16="http://schemas.microsoft.com/office/drawing/2014/main" id="{1FAF6317-69BF-CDFA-07AD-B10DE4130624}"/>
              </a:ext>
            </a:extLst>
          </p:cNvPr>
          <p:cNvSpPr>
            <a:spLocks noChangeArrowheads="1"/>
          </p:cNvSpPr>
          <p:nvPr/>
        </p:nvSpPr>
        <p:spPr bwMode="auto">
          <a:xfrm>
            <a:off x="7391400" y="38100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7781" name="Text Box 21">
            <a:extLst>
              <a:ext uri="{FF2B5EF4-FFF2-40B4-BE49-F238E27FC236}">
                <a16:creationId xmlns:a16="http://schemas.microsoft.com/office/drawing/2014/main" id="{8F21877D-E1DE-CB0E-14D2-80396465557B}"/>
              </a:ext>
            </a:extLst>
          </p:cNvPr>
          <p:cNvSpPr txBox="1">
            <a:spLocks noChangeArrowheads="1"/>
          </p:cNvSpPr>
          <p:nvPr/>
        </p:nvSpPr>
        <p:spPr bwMode="auto">
          <a:xfrm>
            <a:off x="7397750" y="3748088"/>
            <a:ext cx="4603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G</a:t>
            </a:r>
            <a:endParaRPr kumimoji="1" lang="en-US" altLang="zh-CN" sz="2400">
              <a:latin typeface="Times New Roman" panose="02020603050405020304" pitchFamily="18" charset="0"/>
              <a:ea typeface="宋体" panose="02010600030101010101" pitchFamily="2" charset="-122"/>
            </a:endParaRPr>
          </a:p>
        </p:txBody>
      </p:sp>
      <p:sp>
        <p:nvSpPr>
          <p:cNvPr id="117782" name="Oval 22">
            <a:extLst>
              <a:ext uri="{FF2B5EF4-FFF2-40B4-BE49-F238E27FC236}">
                <a16:creationId xmlns:a16="http://schemas.microsoft.com/office/drawing/2014/main" id="{4F9C0961-8AA0-575A-CF09-401F3CA3D30F}"/>
              </a:ext>
            </a:extLst>
          </p:cNvPr>
          <p:cNvSpPr>
            <a:spLocks noChangeArrowheads="1"/>
          </p:cNvSpPr>
          <p:nvPr/>
        </p:nvSpPr>
        <p:spPr bwMode="auto">
          <a:xfrm>
            <a:off x="6629400" y="31242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17783" name="Text Box 23">
            <a:extLst>
              <a:ext uri="{FF2B5EF4-FFF2-40B4-BE49-F238E27FC236}">
                <a16:creationId xmlns:a16="http://schemas.microsoft.com/office/drawing/2014/main" id="{AD406720-C113-763D-0C1A-92844CF76898}"/>
              </a:ext>
            </a:extLst>
          </p:cNvPr>
          <p:cNvSpPr txBox="1">
            <a:spLocks noChangeArrowheads="1"/>
          </p:cNvSpPr>
          <p:nvPr/>
        </p:nvSpPr>
        <p:spPr bwMode="auto">
          <a:xfrm>
            <a:off x="6664325" y="3124200"/>
            <a:ext cx="4016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2" name="标题 1">
            <a:extLst>
              <a:ext uri="{FF2B5EF4-FFF2-40B4-BE49-F238E27FC236}">
                <a16:creationId xmlns:a16="http://schemas.microsoft.com/office/drawing/2014/main" id="{FFE47EA6-8FDC-410D-96C3-708AC10BB4AB}"/>
              </a:ext>
            </a:extLst>
          </p:cNvPr>
          <p:cNvSpPr>
            <a:spLocks noGrp="1"/>
          </p:cNvSpPr>
          <p:nvPr>
            <p:ph type="title"/>
          </p:nvPr>
        </p:nvSpPr>
        <p:spPr/>
        <p:txBody>
          <a:bodyPr/>
          <a:lstStyle/>
          <a:p>
            <a:r>
              <a:rPr lang="zh-CN" altLang="en-US" dirty="0"/>
              <a:t>树的后根次序遍历</a:t>
            </a:r>
          </a:p>
        </p:txBody>
      </p:sp>
      <p:sp>
        <p:nvSpPr>
          <p:cNvPr id="3" name="内容占位符 2">
            <a:extLst>
              <a:ext uri="{FF2B5EF4-FFF2-40B4-BE49-F238E27FC236}">
                <a16:creationId xmlns:a16="http://schemas.microsoft.com/office/drawing/2014/main" id="{42877546-21E7-475E-AF54-6210DE824613}"/>
              </a:ext>
            </a:extLst>
          </p:cNvPr>
          <p:cNvSpPr>
            <a:spLocks noGrp="1"/>
          </p:cNvSpPr>
          <p:nvPr>
            <p:ph idx="1"/>
          </p:nvPr>
        </p:nvSpPr>
        <p:spPr/>
        <p:txBody>
          <a:bodyPr>
            <a:normAutofit fontScale="70000" lnSpcReduction="20000"/>
          </a:bodyPr>
          <a:lstStyle/>
          <a:p>
            <a:r>
              <a:rPr lang="zh-CN" altLang="en-US" dirty="0"/>
              <a:t>过程</a:t>
            </a:r>
            <a:endParaRPr lang="en-US" altLang="zh-CN" dirty="0"/>
          </a:p>
          <a:p>
            <a:pPr lvl="1"/>
            <a:r>
              <a:rPr lang="zh-CN" altLang="en-US" dirty="0"/>
              <a:t>当树非空时</a:t>
            </a:r>
          </a:p>
          <a:p>
            <a:pPr lvl="2"/>
            <a:r>
              <a:rPr lang="zh-CN" altLang="en-US" dirty="0"/>
              <a:t>依次后根遍历根的各棵子树；</a:t>
            </a:r>
          </a:p>
          <a:p>
            <a:pPr lvl="2"/>
            <a:r>
              <a:rPr lang="zh-CN" altLang="en-US" dirty="0"/>
              <a:t>访问根结点。</a:t>
            </a:r>
          </a:p>
          <a:p>
            <a:r>
              <a:rPr lang="zh-CN" altLang="en-US" dirty="0"/>
              <a:t>示例</a:t>
            </a:r>
            <a:endParaRPr lang="en-US" altLang="zh-CN" dirty="0"/>
          </a:p>
          <a:p>
            <a:pPr lvl="1"/>
            <a:r>
              <a:rPr lang="zh-CN" altLang="en-US" dirty="0"/>
              <a:t>树后根遍历 </a:t>
            </a:r>
            <a:r>
              <a:rPr lang="en-US" altLang="zh-CN" dirty="0"/>
              <a:t>EFBCGDA</a:t>
            </a:r>
            <a:r>
              <a:rPr lang="zh-CN" altLang="en-US" dirty="0"/>
              <a:t>。</a:t>
            </a:r>
          </a:p>
          <a:p>
            <a:pPr lvl="1"/>
            <a:r>
              <a:rPr lang="zh-CN" altLang="en-US" dirty="0"/>
              <a:t>对应二叉树中序遍历 </a:t>
            </a:r>
            <a:r>
              <a:rPr lang="en-US" altLang="zh-CN" dirty="0"/>
              <a:t>EFBCGDA</a:t>
            </a:r>
            <a:r>
              <a:rPr lang="zh-CN" altLang="en-US" dirty="0"/>
              <a:t>。</a:t>
            </a:r>
          </a:p>
          <a:p>
            <a:r>
              <a:rPr lang="zh-CN" altLang="en-US" dirty="0"/>
              <a:t>特点</a:t>
            </a:r>
            <a:endParaRPr lang="en-US" altLang="zh-CN" dirty="0"/>
          </a:p>
          <a:p>
            <a:pPr lvl="1"/>
            <a:r>
              <a:rPr lang="zh-CN" altLang="en-US" dirty="0"/>
              <a:t>树的后根遍历结果与其对应二叉树表示的中序遍历结果相同。</a:t>
            </a:r>
          </a:p>
          <a:p>
            <a:pPr lvl="1"/>
            <a:r>
              <a:rPr lang="zh-CN" altLang="en-US" dirty="0"/>
              <a:t>树的后根遍历可以借助对应二叉树的中序遍历法实现。</a:t>
            </a:r>
          </a:p>
        </p:txBody>
      </p:sp>
      <p:sp>
        <p:nvSpPr>
          <p:cNvPr id="4" name="灯片编号占位符 3">
            <a:extLst>
              <a:ext uri="{FF2B5EF4-FFF2-40B4-BE49-F238E27FC236}">
                <a16:creationId xmlns:a16="http://schemas.microsoft.com/office/drawing/2014/main" id="{7E78587E-0575-5771-1ADE-1938C8F50C63}"/>
              </a:ext>
            </a:extLst>
          </p:cNvPr>
          <p:cNvSpPr>
            <a:spLocks noGrp="1"/>
          </p:cNvSpPr>
          <p:nvPr>
            <p:ph type="sldNum" sz="quarter" idx="12"/>
          </p:nvPr>
        </p:nvSpPr>
        <p:spPr/>
        <p:txBody>
          <a:bodyPr/>
          <a:lstStyle/>
          <a:p>
            <a:pPr>
              <a:defRPr/>
            </a:pPr>
            <a:fld id="{A598D83B-EE2A-4F12-B129-1EDE84DF129B}" type="slidenum">
              <a:rPr lang="en-US" altLang="zh-CN" smtClean="0"/>
              <a:pPr>
                <a:defRPr/>
              </a:pPr>
              <a:t>109</a:t>
            </a:fld>
            <a:endParaRPr lang="en-US" altLang="zh-CN"/>
          </a:p>
        </p:txBody>
      </p:sp>
    </p:spTree>
  </p:cSld>
  <p:clrMapOvr>
    <a:masterClrMapping/>
  </p:clrMapOvr>
  <p:transition>
    <p:split/>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6858A1-CAA6-4AF5-8E07-12DC88FAC32D}"/>
              </a:ext>
            </a:extLst>
          </p:cNvPr>
          <p:cNvSpPr>
            <a:spLocks noGrp="1"/>
          </p:cNvSpPr>
          <p:nvPr>
            <p:ph type="title"/>
          </p:nvPr>
        </p:nvSpPr>
        <p:spPr>
          <a:xfrm>
            <a:off x="323528" y="365125"/>
            <a:ext cx="8496944" cy="1325563"/>
          </a:xfrm>
        </p:spPr>
        <p:txBody>
          <a:bodyPr>
            <a:normAutofit/>
          </a:bodyPr>
          <a:lstStyle/>
          <a:p>
            <a:r>
              <a:rPr lang="en-US" altLang="zh-CN" dirty="0"/>
              <a:t>(1) </a:t>
            </a:r>
            <a:r>
              <a:rPr lang="zh-CN" altLang="en-US" dirty="0"/>
              <a:t>树的先根次序遍历的递归算法</a:t>
            </a:r>
          </a:p>
        </p:txBody>
      </p:sp>
      <p:sp>
        <p:nvSpPr>
          <p:cNvPr id="3" name="内容占位符 2">
            <a:extLst>
              <a:ext uri="{FF2B5EF4-FFF2-40B4-BE49-F238E27FC236}">
                <a16:creationId xmlns:a16="http://schemas.microsoft.com/office/drawing/2014/main" id="{EA700F4A-545E-437D-BC9C-B9D9AEAA73D5}"/>
              </a:ext>
            </a:extLst>
          </p:cNvPr>
          <p:cNvSpPr>
            <a:spLocks noGrp="1"/>
          </p:cNvSpPr>
          <p:nvPr>
            <p:ph idx="1"/>
          </p:nvPr>
        </p:nvSpPr>
        <p:spPr>
          <a:xfrm>
            <a:off x="323528" y="1825625"/>
            <a:ext cx="8496944" cy="4667250"/>
          </a:xfrm>
        </p:spPr>
        <p:txBody>
          <a:bodyPr>
            <a:normAutofit fontScale="77500" lnSpcReduction="20000"/>
          </a:bodyPr>
          <a:lstStyle/>
          <a:p>
            <a:pPr marL="0" indent="0">
              <a:buNone/>
            </a:pPr>
            <a:r>
              <a:rPr lang="en-US" altLang="zh-CN" dirty="0"/>
              <a:t>//</a:t>
            </a:r>
            <a:r>
              <a:rPr lang="zh-CN" altLang="en-US" dirty="0"/>
              <a:t>以当前指针</a:t>
            </a:r>
            <a:r>
              <a:rPr lang="en-US" altLang="zh-CN" dirty="0"/>
              <a:t>current</a:t>
            </a:r>
            <a:r>
              <a:rPr lang="zh-CN" altLang="en-US" dirty="0"/>
              <a:t>为根</a:t>
            </a:r>
            <a:r>
              <a:rPr lang="en-US" altLang="zh-CN" dirty="0"/>
              <a:t>, </a:t>
            </a:r>
            <a:r>
              <a:rPr lang="zh-CN" altLang="en-US" dirty="0"/>
              <a:t>先根次序遍历</a:t>
            </a:r>
          </a:p>
          <a:p>
            <a:pPr marL="0" indent="0">
              <a:buNone/>
            </a:pPr>
            <a:r>
              <a:rPr lang="en-US" altLang="zh-CN" dirty="0"/>
              <a:t>template &lt;class T&gt; </a:t>
            </a:r>
          </a:p>
          <a:p>
            <a:pPr marL="0" indent="0">
              <a:buNone/>
            </a:pPr>
            <a:r>
              <a:rPr lang="en-US" altLang="zh-CN" dirty="0"/>
              <a:t>void </a:t>
            </a:r>
            <a:r>
              <a:rPr lang="en-US" altLang="zh-CN" dirty="0" err="1"/>
              <a:t>PreOrder</a:t>
            </a:r>
            <a:r>
              <a:rPr lang="en-US" altLang="zh-CN" dirty="0"/>
              <a:t> (</a:t>
            </a:r>
            <a:r>
              <a:rPr lang="en-US" altLang="zh-CN" dirty="0" err="1"/>
              <a:t>ostream</a:t>
            </a:r>
            <a:r>
              <a:rPr lang="en-US" altLang="zh-CN" dirty="0"/>
              <a:t> &amp;out, </a:t>
            </a:r>
            <a:r>
              <a:rPr lang="en-US" altLang="zh-CN" dirty="0" err="1"/>
              <a:t>TreeNode</a:t>
            </a:r>
            <a:r>
              <a:rPr lang="en-US" altLang="zh-CN" dirty="0"/>
              <a:t>&lt;T&gt; *p ) {</a:t>
            </a:r>
          </a:p>
          <a:p>
            <a:pPr marL="0" indent="0">
              <a:buNone/>
            </a:pPr>
            <a:r>
              <a:rPr lang="en-US" altLang="zh-CN" dirty="0"/>
              <a:t>     if ( p != NULL ) {</a:t>
            </a:r>
          </a:p>
          <a:p>
            <a:pPr marL="0" indent="0">
              <a:buNone/>
            </a:pPr>
            <a:r>
              <a:rPr lang="en-US" altLang="zh-CN" dirty="0"/>
              <a:t>         out &lt;&lt; p-&gt;data;	 </a:t>
            </a:r>
          </a:p>
          <a:p>
            <a:pPr marL="0" indent="0">
              <a:buNone/>
            </a:pPr>
            <a:r>
              <a:rPr lang="en-US" altLang="zh-CN" dirty="0"/>
              <a:t>         for( p = p -&gt;</a:t>
            </a:r>
            <a:r>
              <a:rPr lang="en-US" altLang="zh-CN" dirty="0" err="1"/>
              <a:t>firstChild</a:t>
            </a:r>
            <a:r>
              <a:rPr lang="en-US" altLang="zh-CN" dirty="0"/>
              <a:t>; p != NULL; </a:t>
            </a:r>
          </a:p>
          <a:p>
            <a:pPr marL="0" indent="0">
              <a:buNone/>
            </a:pPr>
            <a:r>
              <a:rPr lang="en-US" altLang="zh-CN" dirty="0"/>
              <a:t>p = p-&gt;</a:t>
            </a:r>
            <a:r>
              <a:rPr lang="en-US" altLang="zh-CN" dirty="0" err="1"/>
              <a:t>nextSibling</a:t>
            </a:r>
            <a:r>
              <a:rPr lang="en-US" altLang="zh-CN" dirty="0"/>
              <a:t>)      </a:t>
            </a:r>
          </a:p>
          <a:p>
            <a:pPr marL="0" indent="0">
              <a:buNone/>
            </a:pPr>
            <a:r>
              <a:rPr lang="en-US" altLang="zh-CN" dirty="0"/>
              <a:t>              </a:t>
            </a:r>
            <a:r>
              <a:rPr lang="en-US" altLang="zh-CN" dirty="0" err="1"/>
              <a:t>PreOrder</a:t>
            </a:r>
            <a:r>
              <a:rPr lang="en-US" altLang="zh-CN" dirty="0"/>
              <a:t> (out, p );</a:t>
            </a:r>
          </a:p>
          <a:p>
            <a:pPr marL="0" indent="0">
              <a:buNone/>
            </a:pPr>
            <a:r>
              <a:rPr lang="en-US" altLang="zh-CN" dirty="0"/>
              <a:t>    } </a:t>
            </a:r>
          </a:p>
          <a:p>
            <a:pPr marL="0" indent="0">
              <a:buNone/>
            </a:pPr>
            <a:r>
              <a:rPr lang="en-US" altLang="zh-CN" dirty="0"/>
              <a:t>}	</a:t>
            </a:r>
          </a:p>
          <a:p>
            <a:pPr marL="0" indent="0">
              <a:buNone/>
            </a:pPr>
            <a:endParaRPr lang="zh-CN" altLang="en-US" dirty="0"/>
          </a:p>
        </p:txBody>
      </p:sp>
      <p:sp>
        <p:nvSpPr>
          <p:cNvPr id="4" name="灯片编号占位符 3">
            <a:extLst>
              <a:ext uri="{FF2B5EF4-FFF2-40B4-BE49-F238E27FC236}">
                <a16:creationId xmlns:a16="http://schemas.microsoft.com/office/drawing/2014/main" id="{0A225981-7520-2D58-AF81-9E8DE097B329}"/>
              </a:ext>
            </a:extLst>
          </p:cNvPr>
          <p:cNvSpPr>
            <a:spLocks noGrp="1"/>
          </p:cNvSpPr>
          <p:nvPr>
            <p:ph type="sldNum" sz="quarter" idx="12"/>
          </p:nvPr>
        </p:nvSpPr>
        <p:spPr/>
        <p:txBody>
          <a:bodyPr/>
          <a:lstStyle/>
          <a:p>
            <a:pPr>
              <a:defRPr/>
            </a:pPr>
            <a:fld id="{A598D83B-EE2A-4F12-B129-1EDE84DF129B}" type="slidenum">
              <a:rPr lang="en-US" altLang="zh-CN" smtClean="0"/>
              <a:pPr>
                <a:defRPr/>
              </a:pPr>
              <a:t>110</a:t>
            </a:fld>
            <a:endParaRPr lang="en-US" altLang="zh-CN"/>
          </a:p>
        </p:txBody>
      </p:sp>
    </p:spTree>
  </p:cSld>
  <p:clrMapOvr>
    <a:masterClrMapping/>
  </p:clrMapOvr>
  <p:transition>
    <p:split/>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9D802E-6E67-484A-9852-016132CEF540}"/>
              </a:ext>
            </a:extLst>
          </p:cNvPr>
          <p:cNvSpPr>
            <a:spLocks noGrp="1"/>
          </p:cNvSpPr>
          <p:nvPr>
            <p:ph type="title"/>
          </p:nvPr>
        </p:nvSpPr>
        <p:spPr/>
        <p:txBody>
          <a:bodyPr/>
          <a:lstStyle/>
          <a:p>
            <a:r>
              <a:rPr lang="en-US" altLang="zh-CN" dirty="0"/>
              <a:t>(2) </a:t>
            </a:r>
            <a:r>
              <a:rPr lang="zh-CN" altLang="en-US" dirty="0"/>
              <a:t>树的后根次序遍历的递归算法</a:t>
            </a:r>
          </a:p>
        </p:txBody>
      </p:sp>
      <p:sp>
        <p:nvSpPr>
          <p:cNvPr id="3" name="内容占位符 2">
            <a:extLst>
              <a:ext uri="{FF2B5EF4-FFF2-40B4-BE49-F238E27FC236}">
                <a16:creationId xmlns:a16="http://schemas.microsoft.com/office/drawing/2014/main" id="{BD56D547-E25B-471B-A660-CE8E46B8712B}"/>
              </a:ext>
            </a:extLst>
          </p:cNvPr>
          <p:cNvSpPr>
            <a:spLocks noGrp="1"/>
          </p:cNvSpPr>
          <p:nvPr>
            <p:ph idx="1"/>
          </p:nvPr>
        </p:nvSpPr>
        <p:spPr>
          <a:xfrm>
            <a:off x="251520" y="1825625"/>
            <a:ext cx="8712968" cy="4667250"/>
          </a:xfrm>
        </p:spPr>
        <p:txBody>
          <a:bodyPr>
            <a:normAutofit fontScale="77500" lnSpcReduction="20000"/>
          </a:bodyPr>
          <a:lstStyle/>
          <a:p>
            <a:pPr marL="0" indent="0">
              <a:buNone/>
            </a:pPr>
            <a:r>
              <a:rPr lang="en-US" altLang="zh-CN" dirty="0"/>
              <a:t>template &lt;class T&gt; </a:t>
            </a:r>
          </a:p>
          <a:p>
            <a:pPr marL="0" indent="0">
              <a:buNone/>
            </a:pPr>
            <a:r>
              <a:rPr lang="en-US" altLang="zh-CN" dirty="0"/>
              <a:t>void </a:t>
            </a:r>
            <a:r>
              <a:rPr lang="en-US" altLang="zh-CN" dirty="0" err="1"/>
              <a:t>PostOrder</a:t>
            </a:r>
            <a:r>
              <a:rPr lang="en-US" altLang="zh-CN" dirty="0"/>
              <a:t> (</a:t>
            </a:r>
            <a:r>
              <a:rPr lang="en-US" altLang="zh-CN" dirty="0" err="1"/>
              <a:t>ostream&amp;out</a:t>
            </a:r>
            <a:r>
              <a:rPr lang="en-US" altLang="zh-CN" dirty="0"/>
              <a:t>, </a:t>
            </a:r>
            <a:r>
              <a:rPr lang="en-US" altLang="zh-CN" dirty="0" err="1"/>
              <a:t>TreeNode</a:t>
            </a:r>
            <a:r>
              <a:rPr lang="en-US" altLang="zh-CN" dirty="0"/>
              <a:t>&lt;T&gt; *p ) {</a:t>
            </a:r>
          </a:p>
          <a:p>
            <a:pPr marL="0" indent="0">
              <a:buNone/>
            </a:pPr>
            <a:r>
              <a:rPr lang="en-US" altLang="zh-CN" dirty="0"/>
              <a:t>    //</a:t>
            </a:r>
            <a:r>
              <a:rPr lang="zh-CN" altLang="en-US" dirty="0"/>
              <a:t>以</a:t>
            </a:r>
            <a:r>
              <a:rPr lang="en-US" altLang="zh-CN" dirty="0"/>
              <a:t>p</a:t>
            </a:r>
            <a:r>
              <a:rPr lang="zh-CN" altLang="en-US" dirty="0"/>
              <a:t>为根</a:t>
            </a:r>
            <a:r>
              <a:rPr lang="en-US" altLang="zh-CN" dirty="0"/>
              <a:t>, </a:t>
            </a:r>
            <a:r>
              <a:rPr lang="zh-CN" altLang="en-US" dirty="0"/>
              <a:t>按后根次序遍历树</a:t>
            </a:r>
          </a:p>
          <a:p>
            <a:pPr marL="0" indent="0">
              <a:buNone/>
            </a:pPr>
            <a:r>
              <a:rPr lang="zh-CN" altLang="en-US" dirty="0"/>
              <a:t>    </a:t>
            </a:r>
            <a:r>
              <a:rPr lang="en-US" altLang="zh-CN" dirty="0"/>
              <a:t>if ( p != NULL ) {</a:t>
            </a:r>
          </a:p>
          <a:p>
            <a:pPr marL="0" indent="0">
              <a:buNone/>
            </a:pPr>
            <a:r>
              <a:rPr lang="en-US" altLang="zh-CN" dirty="0"/>
              <a:t>       for( p = p -&gt;</a:t>
            </a:r>
            <a:r>
              <a:rPr lang="en-US" altLang="zh-CN" dirty="0" err="1"/>
              <a:t>firstChild</a:t>
            </a:r>
            <a:r>
              <a:rPr lang="en-US" altLang="zh-CN" dirty="0"/>
              <a:t>; p != NULL; </a:t>
            </a:r>
          </a:p>
          <a:p>
            <a:pPr marL="0" indent="0">
              <a:buNone/>
            </a:pPr>
            <a:r>
              <a:rPr lang="en-US" altLang="zh-CN" dirty="0"/>
              <a:t>p = p-&gt;</a:t>
            </a:r>
            <a:r>
              <a:rPr lang="en-US" altLang="zh-CN" dirty="0" err="1"/>
              <a:t>nextSibling</a:t>
            </a:r>
            <a:r>
              <a:rPr lang="en-US" altLang="zh-CN" dirty="0"/>
              <a:t>)     </a:t>
            </a:r>
          </a:p>
          <a:p>
            <a:pPr marL="0" indent="0">
              <a:buNone/>
            </a:pPr>
            <a:r>
              <a:rPr lang="en-US" altLang="zh-CN" dirty="0"/>
              <a:t>            </a:t>
            </a:r>
            <a:r>
              <a:rPr lang="en-US" altLang="zh-CN" dirty="0" err="1"/>
              <a:t>PostOrder</a:t>
            </a:r>
            <a:r>
              <a:rPr lang="en-US" altLang="zh-CN" dirty="0"/>
              <a:t> (out, p );</a:t>
            </a:r>
          </a:p>
          <a:p>
            <a:pPr marL="0" indent="0">
              <a:buNone/>
            </a:pPr>
            <a:r>
              <a:rPr lang="en-US" altLang="zh-CN" dirty="0"/>
              <a:t>       out &lt;&lt; p-&gt;data;	 </a:t>
            </a:r>
          </a:p>
          <a:p>
            <a:pPr marL="0" indent="0">
              <a:buNone/>
            </a:pPr>
            <a:r>
              <a:rPr lang="en-US" altLang="zh-CN" dirty="0"/>
              <a:t>    } </a:t>
            </a:r>
          </a:p>
          <a:p>
            <a:pPr marL="0" indent="0">
              <a:buNone/>
            </a:pPr>
            <a:r>
              <a:rPr lang="en-US" altLang="zh-CN" dirty="0"/>
              <a:t>}	 </a:t>
            </a:r>
            <a:endParaRPr lang="zh-CN" altLang="en-US" dirty="0"/>
          </a:p>
        </p:txBody>
      </p:sp>
      <p:sp>
        <p:nvSpPr>
          <p:cNvPr id="4" name="灯片编号占位符 3">
            <a:extLst>
              <a:ext uri="{FF2B5EF4-FFF2-40B4-BE49-F238E27FC236}">
                <a16:creationId xmlns:a16="http://schemas.microsoft.com/office/drawing/2014/main" id="{26EB1AAB-865D-4717-D4C2-DA71E2B49927}"/>
              </a:ext>
            </a:extLst>
          </p:cNvPr>
          <p:cNvSpPr>
            <a:spLocks noGrp="1"/>
          </p:cNvSpPr>
          <p:nvPr>
            <p:ph type="sldNum" sz="quarter" idx="12"/>
          </p:nvPr>
        </p:nvSpPr>
        <p:spPr/>
        <p:txBody>
          <a:bodyPr/>
          <a:lstStyle/>
          <a:p>
            <a:pPr>
              <a:defRPr/>
            </a:pPr>
            <a:fld id="{A598D83B-EE2A-4F12-B129-1EDE84DF129B}" type="slidenum">
              <a:rPr lang="en-US" altLang="zh-CN" smtClean="0"/>
              <a:pPr>
                <a:defRPr/>
              </a:pPr>
              <a:t>111</a:t>
            </a:fld>
            <a:endParaRPr lang="en-US" altLang="zh-CN"/>
          </a:p>
        </p:txBody>
      </p:sp>
    </p:spTree>
  </p:cSld>
  <p:clrMapOvr>
    <a:masterClrMapping/>
  </p:clrMapOvr>
  <p:transition>
    <p:split/>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11" name="Text Box 3">
            <a:extLst>
              <a:ext uri="{FF2B5EF4-FFF2-40B4-BE49-F238E27FC236}">
                <a16:creationId xmlns:a16="http://schemas.microsoft.com/office/drawing/2014/main" id="{91606ADD-E1B5-69E4-10E1-0BFB288CC7CA}"/>
              </a:ext>
            </a:extLst>
          </p:cNvPr>
          <p:cNvSpPr txBox="1">
            <a:spLocks noChangeArrowheads="1"/>
          </p:cNvSpPr>
          <p:nvPr/>
        </p:nvSpPr>
        <p:spPr bwMode="auto">
          <a:xfrm>
            <a:off x="5181600" y="5135563"/>
            <a:ext cx="3467100" cy="1066800"/>
          </a:xfrm>
          <a:prstGeom prst="rect">
            <a:avLst/>
          </a:prstGeom>
          <a:noFill/>
          <a:ln w="9525">
            <a:noFill/>
            <a:miter lim="800000"/>
            <a:headEnd/>
            <a:tailEnd/>
          </a:ln>
          <a:effectLst/>
        </p:spPr>
        <p:txBody>
          <a:bodyPr>
            <a:spAutoFit/>
          </a:bodyPr>
          <a:lstStyle/>
          <a:p>
            <a:pPr eaLnBrk="1" fontAlgn="auto" hangingPunct="1">
              <a:spcBef>
                <a:spcPts val="0"/>
              </a:spcBef>
              <a:spcAft>
                <a:spcPts val="0"/>
              </a:spcAft>
              <a:defRPr/>
            </a:pPr>
            <a:r>
              <a:rPr lang="zh-CN" altLang="en-US" sz="3200">
                <a:solidFill>
                  <a:srgbClr val="008000"/>
                </a:solidFill>
                <a:effectLst>
                  <a:outerShdw blurRad="38100" dist="38100" dir="2700000" algn="tl">
                    <a:srgbClr val="C0C0C0"/>
                  </a:outerShdw>
                </a:effectLst>
                <a:latin typeface="Times New Roman" charset="0"/>
                <a:ea typeface="仿宋_GB2312" pitchFamily="49" charset="-122"/>
              </a:rPr>
              <a:t>森林的二叉树表示</a:t>
            </a:r>
          </a:p>
          <a:p>
            <a:pPr eaLnBrk="1" fontAlgn="auto" hangingPunct="1">
              <a:spcBef>
                <a:spcPts val="0"/>
              </a:spcBef>
              <a:spcAft>
                <a:spcPts val="0"/>
              </a:spcAft>
              <a:defRPr/>
            </a:pPr>
            <a:r>
              <a:rPr lang="en-US" altLang="zh-CN" sz="3200">
                <a:effectLst>
                  <a:outerShdw blurRad="38100" dist="38100" dir="2700000" algn="tl">
                    <a:srgbClr val="C0C0C0"/>
                  </a:outerShdw>
                </a:effectLst>
                <a:latin typeface="Times New Roman" charset="0"/>
                <a:ea typeface="仿宋_GB2312" pitchFamily="49" charset="-122"/>
              </a:rPr>
              <a:t>ABCDE FG HIKJ</a:t>
            </a:r>
            <a:endParaRPr lang="en-US" altLang="zh-CN" sz="2000">
              <a:latin typeface="Times New Roman" charset="0"/>
              <a:ea typeface="仿宋_GB2312" pitchFamily="49" charset="-122"/>
            </a:endParaRPr>
          </a:p>
        </p:txBody>
      </p:sp>
      <p:sp>
        <p:nvSpPr>
          <p:cNvPr id="120837" name="Line 5">
            <a:extLst>
              <a:ext uri="{FF2B5EF4-FFF2-40B4-BE49-F238E27FC236}">
                <a16:creationId xmlns:a16="http://schemas.microsoft.com/office/drawing/2014/main" id="{F618BBF7-2BAF-15D0-F425-0C21FB71E9FC}"/>
              </a:ext>
            </a:extLst>
          </p:cNvPr>
          <p:cNvSpPr>
            <a:spLocks noChangeShapeType="1"/>
          </p:cNvSpPr>
          <p:nvPr/>
        </p:nvSpPr>
        <p:spPr bwMode="auto">
          <a:xfrm>
            <a:off x="6019800" y="1828800"/>
            <a:ext cx="2133600" cy="17526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38" name="Line 6">
            <a:extLst>
              <a:ext uri="{FF2B5EF4-FFF2-40B4-BE49-F238E27FC236}">
                <a16:creationId xmlns:a16="http://schemas.microsoft.com/office/drawing/2014/main" id="{E0FAF14D-747B-64A6-1FD4-06B190AA56EA}"/>
              </a:ext>
            </a:extLst>
          </p:cNvPr>
          <p:cNvSpPr>
            <a:spLocks noChangeShapeType="1"/>
          </p:cNvSpPr>
          <p:nvPr/>
        </p:nvSpPr>
        <p:spPr bwMode="auto">
          <a:xfrm flipH="1">
            <a:off x="5943600" y="3338513"/>
            <a:ext cx="381000" cy="3810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39" name="Line 7">
            <a:extLst>
              <a:ext uri="{FF2B5EF4-FFF2-40B4-BE49-F238E27FC236}">
                <a16:creationId xmlns:a16="http://schemas.microsoft.com/office/drawing/2014/main" id="{67616211-26DC-EF07-2788-5A9552EF579D}"/>
              </a:ext>
            </a:extLst>
          </p:cNvPr>
          <p:cNvSpPr>
            <a:spLocks noChangeShapeType="1"/>
          </p:cNvSpPr>
          <p:nvPr/>
        </p:nvSpPr>
        <p:spPr bwMode="auto">
          <a:xfrm>
            <a:off x="5334000" y="2271713"/>
            <a:ext cx="990600" cy="9144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40" name="Line 8">
            <a:extLst>
              <a:ext uri="{FF2B5EF4-FFF2-40B4-BE49-F238E27FC236}">
                <a16:creationId xmlns:a16="http://schemas.microsoft.com/office/drawing/2014/main" id="{3EBA90B0-A86A-4A87-4D8C-80DBAD0B860C}"/>
              </a:ext>
            </a:extLst>
          </p:cNvPr>
          <p:cNvSpPr>
            <a:spLocks noChangeShapeType="1"/>
          </p:cNvSpPr>
          <p:nvPr/>
        </p:nvSpPr>
        <p:spPr bwMode="auto">
          <a:xfrm flipH="1">
            <a:off x="5334000" y="1814513"/>
            <a:ext cx="457200" cy="3810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41" name="Oval 9">
            <a:extLst>
              <a:ext uri="{FF2B5EF4-FFF2-40B4-BE49-F238E27FC236}">
                <a16:creationId xmlns:a16="http://schemas.microsoft.com/office/drawing/2014/main" id="{CD3D4A3B-D1B1-6166-51F0-4367064F0395}"/>
              </a:ext>
            </a:extLst>
          </p:cNvPr>
          <p:cNvSpPr>
            <a:spLocks noChangeArrowheads="1"/>
          </p:cNvSpPr>
          <p:nvPr/>
        </p:nvSpPr>
        <p:spPr bwMode="auto">
          <a:xfrm>
            <a:off x="5638800" y="1509713"/>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20842" name="Oval 10">
            <a:extLst>
              <a:ext uri="{FF2B5EF4-FFF2-40B4-BE49-F238E27FC236}">
                <a16:creationId xmlns:a16="http://schemas.microsoft.com/office/drawing/2014/main" id="{8E057DC7-A43A-23EA-0D53-6ACD3481C0DF}"/>
              </a:ext>
            </a:extLst>
          </p:cNvPr>
          <p:cNvSpPr>
            <a:spLocks noChangeArrowheads="1"/>
          </p:cNvSpPr>
          <p:nvPr/>
        </p:nvSpPr>
        <p:spPr bwMode="auto">
          <a:xfrm>
            <a:off x="5029200" y="2043113"/>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20843" name="Oval 11">
            <a:extLst>
              <a:ext uri="{FF2B5EF4-FFF2-40B4-BE49-F238E27FC236}">
                <a16:creationId xmlns:a16="http://schemas.microsoft.com/office/drawing/2014/main" id="{D8F048F3-61E8-2F3A-2CEB-F13040AF5F92}"/>
              </a:ext>
            </a:extLst>
          </p:cNvPr>
          <p:cNvSpPr>
            <a:spLocks noChangeArrowheads="1"/>
          </p:cNvSpPr>
          <p:nvPr/>
        </p:nvSpPr>
        <p:spPr bwMode="auto">
          <a:xfrm>
            <a:off x="6172200" y="3033713"/>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20844" name="Oval 12">
            <a:extLst>
              <a:ext uri="{FF2B5EF4-FFF2-40B4-BE49-F238E27FC236}">
                <a16:creationId xmlns:a16="http://schemas.microsoft.com/office/drawing/2014/main" id="{66627D83-9D16-3680-A9F4-99E4F1011905}"/>
              </a:ext>
            </a:extLst>
          </p:cNvPr>
          <p:cNvSpPr>
            <a:spLocks noChangeArrowheads="1"/>
          </p:cNvSpPr>
          <p:nvPr/>
        </p:nvSpPr>
        <p:spPr bwMode="auto">
          <a:xfrm>
            <a:off x="5638800" y="2500313"/>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20845" name="Oval 13">
            <a:extLst>
              <a:ext uri="{FF2B5EF4-FFF2-40B4-BE49-F238E27FC236}">
                <a16:creationId xmlns:a16="http://schemas.microsoft.com/office/drawing/2014/main" id="{C7985903-3B96-7585-CF37-EEDA891C8F2A}"/>
              </a:ext>
            </a:extLst>
          </p:cNvPr>
          <p:cNvSpPr>
            <a:spLocks noChangeArrowheads="1"/>
          </p:cNvSpPr>
          <p:nvPr/>
        </p:nvSpPr>
        <p:spPr bwMode="auto">
          <a:xfrm>
            <a:off x="5638800" y="3567113"/>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20846" name="Text Box 14">
            <a:extLst>
              <a:ext uri="{FF2B5EF4-FFF2-40B4-BE49-F238E27FC236}">
                <a16:creationId xmlns:a16="http://schemas.microsoft.com/office/drawing/2014/main" id="{B6F99B8C-1501-F705-F984-075C6BCCDB18}"/>
              </a:ext>
            </a:extLst>
          </p:cNvPr>
          <p:cNvSpPr txBox="1">
            <a:spLocks noChangeArrowheads="1"/>
          </p:cNvSpPr>
          <p:nvPr/>
        </p:nvSpPr>
        <p:spPr bwMode="auto">
          <a:xfrm>
            <a:off x="5654675" y="14478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120847" name="Text Box 15">
            <a:extLst>
              <a:ext uri="{FF2B5EF4-FFF2-40B4-BE49-F238E27FC236}">
                <a16:creationId xmlns:a16="http://schemas.microsoft.com/office/drawing/2014/main" id="{170A20FC-F5F1-AC1B-3D1C-3BB19B2BEFA8}"/>
              </a:ext>
            </a:extLst>
          </p:cNvPr>
          <p:cNvSpPr txBox="1">
            <a:spLocks noChangeArrowheads="1"/>
          </p:cNvSpPr>
          <p:nvPr/>
        </p:nvSpPr>
        <p:spPr bwMode="auto">
          <a:xfrm>
            <a:off x="5054600" y="1981200"/>
            <a:ext cx="4206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120848" name="Text Box 16">
            <a:extLst>
              <a:ext uri="{FF2B5EF4-FFF2-40B4-BE49-F238E27FC236}">
                <a16:creationId xmlns:a16="http://schemas.microsoft.com/office/drawing/2014/main" id="{D7E17F51-F69C-ED01-F45F-5C1FB71547B0}"/>
              </a:ext>
            </a:extLst>
          </p:cNvPr>
          <p:cNvSpPr txBox="1">
            <a:spLocks noChangeArrowheads="1"/>
          </p:cNvSpPr>
          <p:nvPr/>
        </p:nvSpPr>
        <p:spPr bwMode="auto">
          <a:xfrm>
            <a:off x="5654675" y="24384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120849" name="Text Box 17">
            <a:extLst>
              <a:ext uri="{FF2B5EF4-FFF2-40B4-BE49-F238E27FC236}">
                <a16:creationId xmlns:a16="http://schemas.microsoft.com/office/drawing/2014/main" id="{D197B0B7-E45D-D333-B4E8-E17C527DB52E}"/>
              </a:ext>
            </a:extLst>
          </p:cNvPr>
          <p:cNvSpPr txBox="1">
            <a:spLocks noChangeArrowheads="1"/>
          </p:cNvSpPr>
          <p:nvPr/>
        </p:nvSpPr>
        <p:spPr bwMode="auto">
          <a:xfrm>
            <a:off x="5664200" y="3505200"/>
            <a:ext cx="4206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120850" name="Text Box 18">
            <a:extLst>
              <a:ext uri="{FF2B5EF4-FFF2-40B4-BE49-F238E27FC236}">
                <a16:creationId xmlns:a16="http://schemas.microsoft.com/office/drawing/2014/main" id="{1466D50A-1E53-BCB6-BE2C-E18F758C2498}"/>
              </a:ext>
            </a:extLst>
          </p:cNvPr>
          <p:cNvSpPr txBox="1">
            <a:spLocks noChangeArrowheads="1"/>
          </p:cNvSpPr>
          <p:nvPr/>
        </p:nvSpPr>
        <p:spPr bwMode="auto">
          <a:xfrm>
            <a:off x="6188075" y="29718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120851" name="Line 19">
            <a:extLst>
              <a:ext uri="{FF2B5EF4-FFF2-40B4-BE49-F238E27FC236}">
                <a16:creationId xmlns:a16="http://schemas.microsoft.com/office/drawing/2014/main" id="{B0169B87-E4A2-6A41-11DB-E9016C23ABAE}"/>
              </a:ext>
            </a:extLst>
          </p:cNvPr>
          <p:cNvSpPr>
            <a:spLocks noChangeShapeType="1"/>
          </p:cNvSpPr>
          <p:nvPr/>
        </p:nvSpPr>
        <p:spPr bwMode="auto">
          <a:xfrm>
            <a:off x="7772400" y="4343400"/>
            <a:ext cx="381000" cy="3048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52" name="Line 20">
            <a:extLst>
              <a:ext uri="{FF2B5EF4-FFF2-40B4-BE49-F238E27FC236}">
                <a16:creationId xmlns:a16="http://schemas.microsoft.com/office/drawing/2014/main" id="{77A04F06-4337-1170-F09F-81227CA50FEA}"/>
              </a:ext>
            </a:extLst>
          </p:cNvPr>
          <p:cNvSpPr>
            <a:spLocks noChangeShapeType="1"/>
          </p:cNvSpPr>
          <p:nvPr/>
        </p:nvSpPr>
        <p:spPr bwMode="auto">
          <a:xfrm flipH="1">
            <a:off x="7162800" y="3733800"/>
            <a:ext cx="990600" cy="8382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53" name="Oval 21">
            <a:extLst>
              <a:ext uri="{FF2B5EF4-FFF2-40B4-BE49-F238E27FC236}">
                <a16:creationId xmlns:a16="http://schemas.microsoft.com/office/drawing/2014/main" id="{4DA55018-461A-9684-3243-E3BE037AFAFF}"/>
              </a:ext>
            </a:extLst>
          </p:cNvPr>
          <p:cNvSpPr>
            <a:spLocks noChangeArrowheads="1"/>
          </p:cNvSpPr>
          <p:nvPr/>
        </p:nvSpPr>
        <p:spPr bwMode="auto">
          <a:xfrm>
            <a:off x="8001000" y="34290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20854" name="Oval 22">
            <a:extLst>
              <a:ext uri="{FF2B5EF4-FFF2-40B4-BE49-F238E27FC236}">
                <a16:creationId xmlns:a16="http://schemas.microsoft.com/office/drawing/2014/main" id="{06B35EC2-A05A-28DA-2D4B-4C99632968B4}"/>
              </a:ext>
            </a:extLst>
          </p:cNvPr>
          <p:cNvSpPr>
            <a:spLocks noChangeArrowheads="1"/>
          </p:cNvSpPr>
          <p:nvPr/>
        </p:nvSpPr>
        <p:spPr bwMode="auto">
          <a:xfrm>
            <a:off x="7391400" y="39624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20855" name="Oval 23">
            <a:extLst>
              <a:ext uri="{FF2B5EF4-FFF2-40B4-BE49-F238E27FC236}">
                <a16:creationId xmlns:a16="http://schemas.microsoft.com/office/drawing/2014/main" id="{6CB6CB52-D94F-7258-CCC1-ECB1EC290BC3}"/>
              </a:ext>
            </a:extLst>
          </p:cNvPr>
          <p:cNvSpPr>
            <a:spLocks noChangeArrowheads="1"/>
          </p:cNvSpPr>
          <p:nvPr/>
        </p:nvSpPr>
        <p:spPr bwMode="auto">
          <a:xfrm>
            <a:off x="6781800" y="44958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20856" name="Oval 24">
            <a:extLst>
              <a:ext uri="{FF2B5EF4-FFF2-40B4-BE49-F238E27FC236}">
                <a16:creationId xmlns:a16="http://schemas.microsoft.com/office/drawing/2014/main" id="{A080FB30-93E7-3B7A-BD02-261857031DD9}"/>
              </a:ext>
            </a:extLst>
          </p:cNvPr>
          <p:cNvSpPr>
            <a:spLocks noChangeArrowheads="1"/>
          </p:cNvSpPr>
          <p:nvPr/>
        </p:nvSpPr>
        <p:spPr bwMode="auto">
          <a:xfrm>
            <a:off x="8001000" y="44958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20857" name="Text Box 25">
            <a:extLst>
              <a:ext uri="{FF2B5EF4-FFF2-40B4-BE49-F238E27FC236}">
                <a16:creationId xmlns:a16="http://schemas.microsoft.com/office/drawing/2014/main" id="{6318DAD9-0F7A-A9EA-78AF-08F9215ED8EE}"/>
              </a:ext>
            </a:extLst>
          </p:cNvPr>
          <p:cNvSpPr txBox="1">
            <a:spLocks noChangeArrowheads="1"/>
          </p:cNvSpPr>
          <p:nvPr/>
        </p:nvSpPr>
        <p:spPr bwMode="auto">
          <a:xfrm>
            <a:off x="8027988" y="3352800"/>
            <a:ext cx="4603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H</a:t>
            </a:r>
            <a:endParaRPr kumimoji="1" lang="en-US" altLang="zh-CN" sz="2400">
              <a:latin typeface="Times New Roman" panose="02020603050405020304" pitchFamily="18" charset="0"/>
              <a:ea typeface="宋体" panose="02010600030101010101" pitchFamily="2" charset="-122"/>
            </a:endParaRPr>
          </a:p>
        </p:txBody>
      </p:sp>
      <p:sp>
        <p:nvSpPr>
          <p:cNvPr id="120858" name="Text Box 26">
            <a:extLst>
              <a:ext uri="{FF2B5EF4-FFF2-40B4-BE49-F238E27FC236}">
                <a16:creationId xmlns:a16="http://schemas.microsoft.com/office/drawing/2014/main" id="{BB52921D-60BE-7F53-77DB-C3607158E0C4}"/>
              </a:ext>
            </a:extLst>
          </p:cNvPr>
          <p:cNvSpPr txBox="1">
            <a:spLocks noChangeArrowheads="1"/>
          </p:cNvSpPr>
          <p:nvPr/>
        </p:nvSpPr>
        <p:spPr bwMode="auto">
          <a:xfrm>
            <a:off x="7486650" y="3900488"/>
            <a:ext cx="3222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I</a:t>
            </a:r>
            <a:endParaRPr kumimoji="1" lang="en-US" altLang="zh-CN" sz="2400">
              <a:latin typeface="Times New Roman" panose="02020603050405020304" pitchFamily="18" charset="0"/>
              <a:ea typeface="宋体" panose="02010600030101010101" pitchFamily="2" charset="-122"/>
            </a:endParaRPr>
          </a:p>
        </p:txBody>
      </p:sp>
      <p:sp>
        <p:nvSpPr>
          <p:cNvPr id="120859" name="Text Box 27">
            <a:extLst>
              <a:ext uri="{FF2B5EF4-FFF2-40B4-BE49-F238E27FC236}">
                <a16:creationId xmlns:a16="http://schemas.microsoft.com/office/drawing/2014/main" id="{75C21931-5234-79A0-BB96-E328F4F903CA}"/>
              </a:ext>
            </a:extLst>
          </p:cNvPr>
          <p:cNvSpPr txBox="1">
            <a:spLocks noChangeArrowheads="1"/>
          </p:cNvSpPr>
          <p:nvPr/>
        </p:nvSpPr>
        <p:spPr bwMode="auto">
          <a:xfrm>
            <a:off x="6808788" y="4419600"/>
            <a:ext cx="4603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K</a:t>
            </a:r>
            <a:endParaRPr kumimoji="1" lang="en-US" altLang="zh-CN" sz="2400">
              <a:latin typeface="Times New Roman" panose="02020603050405020304" pitchFamily="18" charset="0"/>
              <a:ea typeface="宋体" panose="02010600030101010101" pitchFamily="2" charset="-122"/>
            </a:endParaRPr>
          </a:p>
        </p:txBody>
      </p:sp>
      <p:sp>
        <p:nvSpPr>
          <p:cNvPr id="120860" name="Text Box 28">
            <a:extLst>
              <a:ext uri="{FF2B5EF4-FFF2-40B4-BE49-F238E27FC236}">
                <a16:creationId xmlns:a16="http://schemas.microsoft.com/office/drawing/2014/main" id="{D189B7BD-A0C4-AE38-FB9E-BB99C4F8799A}"/>
              </a:ext>
            </a:extLst>
          </p:cNvPr>
          <p:cNvSpPr txBox="1">
            <a:spLocks noChangeArrowheads="1"/>
          </p:cNvSpPr>
          <p:nvPr/>
        </p:nvSpPr>
        <p:spPr bwMode="auto">
          <a:xfrm>
            <a:off x="8075613" y="44338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J</a:t>
            </a:r>
            <a:endParaRPr kumimoji="1" lang="en-US" altLang="zh-CN" sz="2400">
              <a:latin typeface="Times New Roman" panose="02020603050405020304" pitchFamily="18" charset="0"/>
              <a:ea typeface="宋体" panose="02010600030101010101" pitchFamily="2" charset="-122"/>
            </a:endParaRPr>
          </a:p>
        </p:txBody>
      </p:sp>
      <p:sp>
        <p:nvSpPr>
          <p:cNvPr id="120861" name="Line 29">
            <a:extLst>
              <a:ext uri="{FF2B5EF4-FFF2-40B4-BE49-F238E27FC236}">
                <a16:creationId xmlns:a16="http://schemas.microsoft.com/office/drawing/2014/main" id="{91B52F7F-3FF8-9ADE-616D-1889CEF8178F}"/>
              </a:ext>
            </a:extLst>
          </p:cNvPr>
          <p:cNvSpPr>
            <a:spLocks noChangeShapeType="1"/>
          </p:cNvSpPr>
          <p:nvPr/>
        </p:nvSpPr>
        <p:spPr bwMode="auto">
          <a:xfrm flipH="1">
            <a:off x="7086600" y="3200400"/>
            <a:ext cx="457200" cy="4572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62" name="Oval 30">
            <a:extLst>
              <a:ext uri="{FF2B5EF4-FFF2-40B4-BE49-F238E27FC236}">
                <a16:creationId xmlns:a16="http://schemas.microsoft.com/office/drawing/2014/main" id="{693078FA-302E-0CE7-4133-08EFE2420833}"/>
              </a:ext>
            </a:extLst>
          </p:cNvPr>
          <p:cNvSpPr>
            <a:spLocks noChangeArrowheads="1"/>
          </p:cNvSpPr>
          <p:nvPr/>
        </p:nvSpPr>
        <p:spPr bwMode="auto">
          <a:xfrm>
            <a:off x="7391400" y="28956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20863" name="Oval 31">
            <a:extLst>
              <a:ext uri="{FF2B5EF4-FFF2-40B4-BE49-F238E27FC236}">
                <a16:creationId xmlns:a16="http://schemas.microsoft.com/office/drawing/2014/main" id="{4F48E08F-8E80-351D-9097-DB0762113294}"/>
              </a:ext>
            </a:extLst>
          </p:cNvPr>
          <p:cNvSpPr>
            <a:spLocks noChangeArrowheads="1"/>
          </p:cNvSpPr>
          <p:nvPr/>
        </p:nvSpPr>
        <p:spPr bwMode="auto">
          <a:xfrm>
            <a:off x="6781800" y="35052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20864" name="Text Box 32">
            <a:extLst>
              <a:ext uri="{FF2B5EF4-FFF2-40B4-BE49-F238E27FC236}">
                <a16:creationId xmlns:a16="http://schemas.microsoft.com/office/drawing/2014/main" id="{544C6E04-879E-D2BA-DAA5-49E59095220E}"/>
              </a:ext>
            </a:extLst>
          </p:cNvPr>
          <p:cNvSpPr txBox="1">
            <a:spLocks noChangeArrowheads="1"/>
          </p:cNvSpPr>
          <p:nvPr/>
        </p:nvSpPr>
        <p:spPr bwMode="auto">
          <a:xfrm>
            <a:off x="7426325" y="2895600"/>
            <a:ext cx="4016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120865" name="Text Box 33">
            <a:extLst>
              <a:ext uri="{FF2B5EF4-FFF2-40B4-BE49-F238E27FC236}">
                <a16:creationId xmlns:a16="http://schemas.microsoft.com/office/drawing/2014/main" id="{0B1A5ED3-2069-A3A2-4CDB-09162E7B0B64}"/>
              </a:ext>
            </a:extLst>
          </p:cNvPr>
          <p:cNvSpPr txBox="1">
            <a:spLocks noChangeArrowheads="1"/>
          </p:cNvSpPr>
          <p:nvPr/>
        </p:nvSpPr>
        <p:spPr bwMode="auto">
          <a:xfrm>
            <a:off x="6788150" y="3443288"/>
            <a:ext cx="4603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G</a:t>
            </a:r>
            <a:endParaRPr kumimoji="1" lang="en-US" altLang="zh-CN" sz="2400">
              <a:latin typeface="Times New Roman" panose="02020603050405020304" pitchFamily="18" charset="0"/>
              <a:ea typeface="宋体" panose="02010600030101010101" pitchFamily="2" charset="-122"/>
            </a:endParaRPr>
          </a:p>
        </p:txBody>
      </p:sp>
      <p:sp>
        <p:nvSpPr>
          <p:cNvPr id="2" name="标题 1">
            <a:extLst>
              <a:ext uri="{FF2B5EF4-FFF2-40B4-BE49-F238E27FC236}">
                <a16:creationId xmlns:a16="http://schemas.microsoft.com/office/drawing/2014/main" id="{9E320E61-56AA-41A5-B816-ED7A0A6D4F22}"/>
              </a:ext>
            </a:extLst>
          </p:cNvPr>
          <p:cNvSpPr>
            <a:spLocks noGrp="1"/>
          </p:cNvSpPr>
          <p:nvPr>
            <p:ph type="title"/>
          </p:nvPr>
        </p:nvSpPr>
        <p:spPr>
          <a:xfrm>
            <a:off x="323528" y="365125"/>
            <a:ext cx="8568952" cy="1325563"/>
          </a:xfrm>
        </p:spPr>
        <p:txBody>
          <a:bodyPr>
            <a:normAutofit/>
          </a:bodyPr>
          <a:lstStyle/>
          <a:p>
            <a:r>
              <a:rPr lang="zh-CN" altLang="en-US" dirty="0"/>
              <a:t>森林的深度优先遍历：规则</a:t>
            </a:r>
            <a:r>
              <a:rPr lang="en-US" altLang="zh-CN" dirty="0"/>
              <a:t>1--</a:t>
            </a:r>
            <a:r>
              <a:rPr lang="zh-CN" altLang="en-US" dirty="0"/>
              <a:t>先根次序遍历</a:t>
            </a:r>
          </a:p>
        </p:txBody>
      </p:sp>
      <p:sp>
        <p:nvSpPr>
          <p:cNvPr id="3" name="内容占位符 2">
            <a:extLst>
              <a:ext uri="{FF2B5EF4-FFF2-40B4-BE49-F238E27FC236}">
                <a16:creationId xmlns:a16="http://schemas.microsoft.com/office/drawing/2014/main" id="{DB0DABC5-8E53-4B75-ACA9-B3C37A01EE3E}"/>
              </a:ext>
            </a:extLst>
          </p:cNvPr>
          <p:cNvSpPr>
            <a:spLocks noGrp="1"/>
          </p:cNvSpPr>
          <p:nvPr>
            <p:ph idx="1"/>
          </p:nvPr>
        </p:nvSpPr>
        <p:spPr>
          <a:xfrm>
            <a:off x="395537" y="1844824"/>
            <a:ext cx="4328864" cy="4351338"/>
          </a:xfrm>
        </p:spPr>
        <p:txBody>
          <a:bodyPr>
            <a:normAutofit fontScale="92500" lnSpcReduction="10000"/>
          </a:bodyPr>
          <a:lstStyle/>
          <a:p>
            <a:r>
              <a:rPr lang="zh-CN" altLang="en-US" dirty="0"/>
              <a:t>若森林 </a:t>
            </a:r>
            <a:r>
              <a:rPr lang="en-US" altLang="zh-CN" dirty="0"/>
              <a:t>F </a:t>
            </a:r>
            <a:r>
              <a:rPr lang="zh-CN" altLang="en-US" dirty="0"/>
              <a:t>为空，则返回；</a:t>
            </a:r>
            <a:endParaRPr lang="en-US" altLang="zh-CN" dirty="0"/>
          </a:p>
          <a:p>
            <a:r>
              <a:rPr lang="zh-CN" altLang="en-US" dirty="0"/>
              <a:t>否则		</a:t>
            </a:r>
          </a:p>
          <a:p>
            <a:pPr lvl="1"/>
            <a:r>
              <a:rPr lang="zh-CN" altLang="en-US" dirty="0"/>
              <a:t>访问 </a:t>
            </a:r>
            <a:r>
              <a:rPr lang="en-US" altLang="zh-CN" dirty="0"/>
              <a:t>F </a:t>
            </a:r>
            <a:r>
              <a:rPr lang="zh-CN" altLang="en-US" dirty="0"/>
              <a:t>的第一棵树的根结点；</a:t>
            </a:r>
          </a:p>
          <a:p>
            <a:pPr lvl="1"/>
            <a:r>
              <a:rPr lang="zh-CN" altLang="en-US" dirty="0"/>
              <a:t>先根次序遍历第一棵树的子树森林；</a:t>
            </a:r>
          </a:p>
          <a:p>
            <a:pPr lvl="1"/>
            <a:r>
              <a:rPr lang="zh-CN" altLang="en-US" dirty="0"/>
              <a:t>先根次序遍历其它树组成的森林。</a:t>
            </a:r>
          </a:p>
          <a:p>
            <a:endParaRPr lang="zh-CN" altLang="en-US" dirty="0"/>
          </a:p>
        </p:txBody>
      </p:sp>
      <p:sp>
        <p:nvSpPr>
          <p:cNvPr id="4" name="灯片编号占位符 3">
            <a:extLst>
              <a:ext uri="{FF2B5EF4-FFF2-40B4-BE49-F238E27FC236}">
                <a16:creationId xmlns:a16="http://schemas.microsoft.com/office/drawing/2014/main" id="{F827D952-27BC-32AF-863F-F94583E96710}"/>
              </a:ext>
            </a:extLst>
          </p:cNvPr>
          <p:cNvSpPr>
            <a:spLocks noGrp="1"/>
          </p:cNvSpPr>
          <p:nvPr>
            <p:ph type="sldNum" sz="quarter" idx="12"/>
          </p:nvPr>
        </p:nvSpPr>
        <p:spPr/>
        <p:txBody>
          <a:bodyPr/>
          <a:lstStyle/>
          <a:p>
            <a:pPr>
              <a:defRPr/>
            </a:pPr>
            <a:fld id="{A598D83B-EE2A-4F12-B129-1EDE84DF129B}" type="slidenum">
              <a:rPr lang="en-US" altLang="zh-CN" smtClean="0"/>
              <a:pPr>
                <a:defRPr/>
              </a:pPr>
              <a:t>112</a:t>
            </a:fld>
            <a:endParaRPr lang="en-US" altLang="zh-CN"/>
          </a:p>
        </p:txBody>
      </p:sp>
    </p:spTree>
  </p:cSld>
  <p:clrMapOvr>
    <a:masterClrMapping/>
  </p:clrMapOvr>
  <p:transition>
    <p:split/>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235" name="Text Box 1027">
            <a:extLst>
              <a:ext uri="{FF2B5EF4-FFF2-40B4-BE49-F238E27FC236}">
                <a16:creationId xmlns:a16="http://schemas.microsoft.com/office/drawing/2014/main" id="{E0B411EF-E846-7ACA-9F7E-2E882921315E}"/>
              </a:ext>
            </a:extLst>
          </p:cNvPr>
          <p:cNvSpPr txBox="1">
            <a:spLocks noChangeArrowheads="1"/>
          </p:cNvSpPr>
          <p:nvPr/>
        </p:nvSpPr>
        <p:spPr bwMode="auto">
          <a:xfrm>
            <a:off x="5295900" y="5135563"/>
            <a:ext cx="3467100" cy="1066800"/>
          </a:xfrm>
          <a:prstGeom prst="rect">
            <a:avLst/>
          </a:prstGeom>
          <a:noFill/>
          <a:ln w="9525">
            <a:noFill/>
            <a:miter lim="800000"/>
            <a:headEnd/>
            <a:tailEnd/>
          </a:ln>
          <a:effectLst/>
        </p:spPr>
        <p:txBody>
          <a:bodyPr>
            <a:spAutoFit/>
          </a:bodyPr>
          <a:lstStyle/>
          <a:p>
            <a:pPr eaLnBrk="1" fontAlgn="auto" hangingPunct="1">
              <a:spcBef>
                <a:spcPts val="0"/>
              </a:spcBef>
              <a:spcAft>
                <a:spcPts val="0"/>
              </a:spcAft>
              <a:defRPr/>
            </a:pPr>
            <a:r>
              <a:rPr lang="zh-CN" altLang="en-US" sz="3200">
                <a:solidFill>
                  <a:srgbClr val="008000"/>
                </a:solidFill>
                <a:effectLst>
                  <a:outerShdw blurRad="38100" dist="38100" dir="2700000" algn="tl">
                    <a:srgbClr val="C0C0C0"/>
                  </a:outerShdw>
                </a:effectLst>
                <a:latin typeface="Times New Roman" charset="0"/>
                <a:ea typeface="仿宋_GB2312" pitchFamily="49" charset="-122"/>
              </a:rPr>
              <a:t>森林的二叉树表示</a:t>
            </a:r>
          </a:p>
          <a:p>
            <a:pPr eaLnBrk="1" fontAlgn="auto" hangingPunct="1">
              <a:spcBef>
                <a:spcPts val="0"/>
              </a:spcBef>
              <a:spcAft>
                <a:spcPts val="0"/>
              </a:spcAft>
              <a:defRPr/>
            </a:pPr>
            <a:r>
              <a:rPr lang="en-US" altLang="zh-CN" sz="3200">
                <a:effectLst>
                  <a:outerShdw blurRad="38100" dist="38100" dir="2700000" algn="tl">
                    <a:srgbClr val="C0C0C0"/>
                  </a:outerShdw>
                </a:effectLst>
                <a:latin typeface="Times New Roman" charset="0"/>
                <a:ea typeface="仿宋_GB2312" pitchFamily="49" charset="-122"/>
              </a:rPr>
              <a:t>BCED AGFKIJH</a:t>
            </a:r>
          </a:p>
        </p:txBody>
      </p:sp>
      <p:sp>
        <p:nvSpPr>
          <p:cNvPr id="121860" name="Line 1029">
            <a:extLst>
              <a:ext uri="{FF2B5EF4-FFF2-40B4-BE49-F238E27FC236}">
                <a16:creationId xmlns:a16="http://schemas.microsoft.com/office/drawing/2014/main" id="{0B13D9D3-DE9B-E68B-DDC2-7BD86B5A71E9}"/>
              </a:ext>
            </a:extLst>
          </p:cNvPr>
          <p:cNvSpPr>
            <a:spLocks noChangeShapeType="1"/>
          </p:cNvSpPr>
          <p:nvPr/>
        </p:nvSpPr>
        <p:spPr bwMode="auto">
          <a:xfrm>
            <a:off x="6142038" y="1828800"/>
            <a:ext cx="2133600" cy="17526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861" name="Line 1030">
            <a:extLst>
              <a:ext uri="{FF2B5EF4-FFF2-40B4-BE49-F238E27FC236}">
                <a16:creationId xmlns:a16="http://schemas.microsoft.com/office/drawing/2014/main" id="{E5941EC2-8F35-BC31-9E5F-E1C906FE8AF9}"/>
              </a:ext>
            </a:extLst>
          </p:cNvPr>
          <p:cNvSpPr>
            <a:spLocks noChangeShapeType="1"/>
          </p:cNvSpPr>
          <p:nvPr/>
        </p:nvSpPr>
        <p:spPr bwMode="auto">
          <a:xfrm flipH="1">
            <a:off x="6065838" y="3338513"/>
            <a:ext cx="381000" cy="3810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862" name="Line 1031">
            <a:extLst>
              <a:ext uri="{FF2B5EF4-FFF2-40B4-BE49-F238E27FC236}">
                <a16:creationId xmlns:a16="http://schemas.microsoft.com/office/drawing/2014/main" id="{7B082A66-789F-EDC5-6BDB-767F7A7B30B0}"/>
              </a:ext>
            </a:extLst>
          </p:cNvPr>
          <p:cNvSpPr>
            <a:spLocks noChangeShapeType="1"/>
          </p:cNvSpPr>
          <p:nvPr/>
        </p:nvSpPr>
        <p:spPr bwMode="auto">
          <a:xfrm>
            <a:off x="5456238" y="2271713"/>
            <a:ext cx="990600" cy="9144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863" name="Line 1032">
            <a:extLst>
              <a:ext uri="{FF2B5EF4-FFF2-40B4-BE49-F238E27FC236}">
                <a16:creationId xmlns:a16="http://schemas.microsoft.com/office/drawing/2014/main" id="{59F71A25-330A-430C-E608-BF4CE89BE689}"/>
              </a:ext>
            </a:extLst>
          </p:cNvPr>
          <p:cNvSpPr>
            <a:spLocks noChangeShapeType="1"/>
          </p:cNvSpPr>
          <p:nvPr/>
        </p:nvSpPr>
        <p:spPr bwMode="auto">
          <a:xfrm flipH="1">
            <a:off x="5456238" y="1814513"/>
            <a:ext cx="457200" cy="3810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864" name="Oval 1033">
            <a:extLst>
              <a:ext uri="{FF2B5EF4-FFF2-40B4-BE49-F238E27FC236}">
                <a16:creationId xmlns:a16="http://schemas.microsoft.com/office/drawing/2014/main" id="{1DD9586A-5B40-4C02-0780-6EA4D3E68590}"/>
              </a:ext>
            </a:extLst>
          </p:cNvPr>
          <p:cNvSpPr>
            <a:spLocks noChangeArrowheads="1"/>
          </p:cNvSpPr>
          <p:nvPr/>
        </p:nvSpPr>
        <p:spPr bwMode="auto">
          <a:xfrm>
            <a:off x="5761038" y="1509713"/>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21865" name="Oval 1034">
            <a:extLst>
              <a:ext uri="{FF2B5EF4-FFF2-40B4-BE49-F238E27FC236}">
                <a16:creationId xmlns:a16="http://schemas.microsoft.com/office/drawing/2014/main" id="{5372BF48-40AC-062E-AA75-54A884CA6135}"/>
              </a:ext>
            </a:extLst>
          </p:cNvPr>
          <p:cNvSpPr>
            <a:spLocks noChangeArrowheads="1"/>
          </p:cNvSpPr>
          <p:nvPr/>
        </p:nvSpPr>
        <p:spPr bwMode="auto">
          <a:xfrm>
            <a:off x="5151438" y="2043113"/>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21866" name="Oval 1035">
            <a:extLst>
              <a:ext uri="{FF2B5EF4-FFF2-40B4-BE49-F238E27FC236}">
                <a16:creationId xmlns:a16="http://schemas.microsoft.com/office/drawing/2014/main" id="{78C6D1F8-55A4-96D0-B7EF-514312B2A9CE}"/>
              </a:ext>
            </a:extLst>
          </p:cNvPr>
          <p:cNvSpPr>
            <a:spLocks noChangeArrowheads="1"/>
          </p:cNvSpPr>
          <p:nvPr/>
        </p:nvSpPr>
        <p:spPr bwMode="auto">
          <a:xfrm>
            <a:off x="6294438" y="3033713"/>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21867" name="Oval 1036">
            <a:extLst>
              <a:ext uri="{FF2B5EF4-FFF2-40B4-BE49-F238E27FC236}">
                <a16:creationId xmlns:a16="http://schemas.microsoft.com/office/drawing/2014/main" id="{69C5DEAA-3276-9148-AF94-31F5FC92F378}"/>
              </a:ext>
            </a:extLst>
          </p:cNvPr>
          <p:cNvSpPr>
            <a:spLocks noChangeArrowheads="1"/>
          </p:cNvSpPr>
          <p:nvPr/>
        </p:nvSpPr>
        <p:spPr bwMode="auto">
          <a:xfrm>
            <a:off x="5761038" y="2500313"/>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21868" name="Oval 1037">
            <a:extLst>
              <a:ext uri="{FF2B5EF4-FFF2-40B4-BE49-F238E27FC236}">
                <a16:creationId xmlns:a16="http://schemas.microsoft.com/office/drawing/2014/main" id="{95EC24F6-648D-1892-233C-51784BBC7380}"/>
              </a:ext>
            </a:extLst>
          </p:cNvPr>
          <p:cNvSpPr>
            <a:spLocks noChangeArrowheads="1"/>
          </p:cNvSpPr>
          <p:nvPr/>
        </p:nvSpPr>
        <p:spPr bwMode="auto">
          <a:xfrm>
            <a:off x="5761038" y="3567113"/>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21869" name="Text Box 1038">
            <a:extLst>
              <a:ext uri="{FF2B5EF4-FFF2-40B4-BE49-F238E27FC236}">
                <a16:creationId xmlns:a16="http://schemas.microsoft.com/office/drawing/2014/main" id="{BB287AD2-12FD-BE14-4D21-617AF9D49671}"/>
              </a:ext>
            </a:extLst>
          </p:cNvPr>
          <p:cNvSpPr txBox="1">
            <a:spLocks noChangeArrowheads="1"/>
          </p:cNvSpPr>
          <p:nvPr/>
        </p:nvSpPr>
        <p:spPr bwMode="auto">
          <a:xfrm>
            <a:off x="5776913" y="14478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121870" name="Text Box 1039">
            <a:extLst>
              <a:ext uri="{FF2B5EF4-FFF2-40B4-BE49-F238E27FC236}">
                <a16:creationId xmlns:a16="http://schemas.microsoft.com/office/drawing/2014/main" id="{22E6AC4D-233A-2DB4-C1C5-58EB624B89BC}"/>
              </a:ext>
            </a:extLst>
          </p:cNvPr>
          <p:cNvSpPr txBox="1">
            <a:spLocks noChangeArrowheads="1"/>
          </p:cNvSpPr>
          <p:nvPr/>
        </p:nvSpPr>
        <p:spPr bwMode="auto">
          <a:xfrm>
            <a:off x="5176838" y="1981200"/>
            <a:ext cx="4206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121871" name="Text Box 1040">
            <a:extLst>
              <a:ext uri="{FF2B5EF4-FFF2-40B4-BE49-F238E27FC236}">
                <a16:creationId xmlns:a16="http://schemas.microsoft.com/office/drawing/2014/main" id="{AC0921BE-2B4C-CA21-2D3E-D583383D5656}"/>
              </a:ext>
            </a:extLst>
          </p:cNvPr>
          <p:cNvSpPr txBox="1">
            <a:spLocks noChangeArrowheads="1"/>
          </p:cNvSpPr>
          <p:nvPr/>
        </p:nvSpPr>
        <p:spPr bwMode="auto">
          <a:xfrm>
            <a:off x="5776913" y="24384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121872" name="Text Box 1041">
            <a:extLst>
              <a:ext uri="{FF2B5EF4-FFF2-40B4-BE49-F238E27FC236}">
                <a16:creationId xmlns:a16="http://schemas.microsoft.com/office/drawing/2014/main" id="{CE90E077-B241-31CD-C60C-8E7F424DEE2F}"/>
              </a:ext>
            </a:extLst>
          </p:cNvPr>
          <p:cNvSpPr txBox="1">
            <a:spLocks noChangeArrowheads="1"/>
          </p:cNvSpPr>
          <p:nvPr/>
        </p:nvSpPr>
        <p:spPr bwMode="auto">
          <a:xfrm>
            <a:off x="5786438" y="3505200"/>
            <a:ext cx="4206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121873" name="Text Box 1042">
            <a:extLst>
              <a:ext uri="{FF2B5EF4-FFF2-40B4-BE49-F238E27FC236}">
                <a16:creationId xmlns:a16="http://schemas.microsoft.com/office/drawing/2014/main" id="{D6F0CC6A-A91F-427E-CA95-CCAD42D22818}"/>
              </a:ext>
            </a:extLst>
          </p:cNvPr>
          <p:cNvSpPr txBox="1">
            <a:spLocks noChangeArrowheads="1"/>
          </p:cNvSpPr>
          <p:nvPr/>
        </p:nvSpPr>
        <p:spPr bwMode="auto">
          <a:xfrm>
            <a:off x="6310313" y="29718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121874" name="Line 1043">
            <a:extLst>
              <a:ext uri="{FF2B5EF4-FFF2-40B4-BE49-F238E27FC236}">
                <a16:creationId xmlns:a16="http://schemas.microsoft.com/office/drawing/2014/main" id="{5B6CDC6A-5BC4-5AED-F79D-E4FAD4B6A849}"/>
              </a:ext>
            </a:extLst>
          </p:cNvPr>
          <p:cNvSpPr>
            <a:spLocks noChangeShapeType="1"/>
          </p:cNvSpPr>
          <p:nvPr/>
        </p:nvSpPr>
        <p:spPr bwMode="auto">
          <a:xfrm>
            <a:off x="7894638" y="4343400"/>
            <a:ext cx="381000" cy="3048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875" name="Line 1044">
            <a:extLst>
              <a:ext uri="{FF2B5EF4-FFF2-40B4-BE49-F238E27FC236}">
                <a16:creationId xmlns:a16="http://schemas.microsoft.com/office/drawing/2014/main" id="{533208A6-5BAE-D8C3-88E0-CA0812EBF545}"/>
              </a:ext>
            </a:extLst>
          </p:cNvPr>
          <p:cNvSpPr>
            <a:spLocks noChangeShapeType="1"/>
          </p:cNvSpPr>
          <p:nvPr/>
        </p:nvSpPr>
        <p:spPr bwMode="auto">
          <a:xfrm flipH="1">
            <a:off x="7285038" y="3733800"/>
            <a:ext cx="990600" cy="8382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876" name="Oval 1045">
            <a:extLst>
              <a:ext uri="{FF2B5EF4-FFF2-40B4-BE49-F238E27FC236}">
                <a16:creationId xmlns:a16="http://schemas.microsoft.com/office/drawing/2014/main" id="{ACB39E7D-216E-D836-A163-264D1FF966C6}"/>
              </a:ext>
            </a:extLst>
          </p:cNvPr>
          <p:cNvSpPr>
            <a:spLocks noChangeArrowheads="1"/>
          </p:cNvSpPr>
          <p:nvPr/>
        </p:nvSpPr>
        <p:spPr bwMode="auto">
          <a:xfrm>
            <a:off x="8123238" y="34290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21877" name="Oval 1046">
            <a:extLst>
              <a:ext uri="{FF2B5EF4-FFF2-40B4-BE49-F238E27FC236}">
                <a16:creationId xmlns:a16="http://schemas.microsoft.com/office/drawing/2014/main" id="{A65C31E9-DD9A-8FD5-33E5-89A9D769F5E3}"/>
              </a:ext>
            </a:extLst>
          </p:cNvPr>
          <p:cNvSpPr>
            <a:spLocks noChangeArrowheads="1"/>
          </p:cNvSpPr>
          <p:nvPr/>
        </p:nvSpPr>
        <p:spPr bwMode="auto">
          <a:xfrm>
            <a:off x="7513638" y="39624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21878" name="Oval 1047">
            <a:extLst>
              <a:ext uri="{FF2B5EF4-FFF2-40B4-BE49-F238E27FC236}">
                <a16:creationId xmlns:a16="http://schemas.microsoft.com/office/drawing/2014/main" id="{DB6D2665-45ED-9667-DD2C-69F52731D326}"/>
              </a:ext>
            </a:extLst>
          </p:cNvPr>
          <p:cNvSpPr>
            <a:spLocks noChangeArrowheads="1"/>
          </p:cNvSpPr>
          <p:nvPr/>
        </p:nvSpPr>
        <p:spPr bwMode="auto">
          <a:xfrm>
            <a:off x="6904038" y="44958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21879" name="Oval 1048">
            <a:extLst>
              <a:ext uri="{FF2B5EF4-FFF2-40B4-BE49-F238E27FC236}">
                <a16:creationId xmlns:a16="http://schemas.microsoft.com/office/drawing/2014/main" id="{AB2B4130-B81A-72B8-20E6-AC10A34AEBE3}"/>
              </a:ext>
            </a:extLst>
          </p:cNvPr>
          <p:cNvSpPr>
            <a:spLocks noChangeArrowheads="1"/>
          </p:cNvSpPr>
          <p:nvPr/>
        </p:nvSpPr>
        <p:spPr bwMode="auto">
          <a:xfrm>
            <a:off x="8123238" y="44958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21880" name="Text Box 1049">
            <a:extLst>
              <a:ext uri="{FF2B5EF4-FFF2-40B4-BE49-F238E27FC236}">
                <a16:creationId xmlns:a16="http://schemas.microsoft.com/office/drawing/2014/main" id="{BDC89FA2-B76A-AF58-61F0-CA7A64A80B14}"/>
              </a:ext>
            </a:extLst>
          </p:cNvPr>
          <p:cNvSpPr txBox="1">
            <a:spLocks noChangeArrowheads="1"/>
          </p:cNvSpPr>
          <p:nvPr/>
        </p:nvSpPr>
        <p:spPr bwMode="auto">
          <a:xfrm>
            <a:off x="8150225" y="3352800"/>
            <a:ext cx="4603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H</a:t>
            </a:r>
            <a:endParaRPr kumimoji="1" lang="en-US" altLang="zh-CN" sz="2400">
              <a:latin typeface="Times New Roman" panose="02020603050405020304" pitchFamily="18" charset="0"/>
              <a:ea typeface="宋体" panose="02010600030101010101" pitchFamily="2" charset="-122"/>
            </a:endParaRPr>
          </a:p>
        </p:txBody>
      </p:sp>
      <p:sp>
        <p:nvSpPr>
          <p:cNvPr id="121881" name="Text Box 1050">
            <a:extLst>
              <a:ext uri="{FF2B5EF4-FFF2-40B4-BE49-F238E27FC236}">
                <a16:creationId xmlns:a16="http://schemas.microsoft.com/office/drawing/2014/main" id="{F5034802-3E40-C2FC-709D-7936EA102359}"/>
              </a:ext>
            </a:extLst>
          </p:cNvPr>
          <p:cNvSpPr txBox="1">
            <a:spLocks noChangeArrowheads="1"/>
          </p:cNvSpPr>
          <p:nvPr/>
        </p:nvSpPr>
        <p:spPr bwMode="auto">
          <a:xfrm>
            <a:off x="7608888" y="3900488"/>
            <a:ext cx="32226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I</a:t>
            </a:r>
            <a:endParaRPr kumimoji="1" lang="en-US" altLang="zh-CN" sz="2400">
              <a:latin typeface="Times New Roman" panose="02020603050405020304" pitchFamily="18" charset="0"/>
              <a:ea typeface="宋体" panose="02010600030101010101" pitchFamily="2" charset="-122"/>
            </a:endParaRPr>
          </a:p>
        </p:txBody>
      </p:sp>
      <p:sp>
        <p:nvSpPr>
          <p:cNvPr id="121882" name="Text Box 1051">
            <a:extLst>
              <a:ext uri="{FF2B5EF4-FFF2-40B4-BE49-F238E27FC236}">
                <a16:creationId xmlns:a16="http://schemas.microsoft.com/office/drawing/2014/main" id="{416B582F-3613-7A9F-153F-4BE8DF19E0B0}"/>
              </a:ext>
            </a:extLst>
          </p:cNvPr>
          <p:cNvSpPr txBox="1">
            <a:spLocks noChangeArrowheads="1"/>
          </p:cNvSpPr>
          <p:nvPr/>
        </p:nvSpPr>
        <p:spPr bwMode="auto">
          <a:xfrm>
            <a:off x="6931025" y="4419600"/>
            <a:ext cx="4603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K</a:t>
            </a:r>
            <a:endParaRPr kumimoji="1" lang="en-US" altLang="zh-CN" sz="2400">
              <a:latin typeface="Times New Roman" panose="02020603050405020304" pitchFamily="18" charset="0"/>
              <a:ea typeface="宋体" panose="02010600030101010101" pitchFamily="2" charset="-122"/>
            </a:endParaRPr>
          </a:p>
        </p:txBody>
      </p:sp>
      <p:sp>
        <p:nvSpPr>
          <p:cNvPr id="121883" name="Text Box 1052">
            <a:extLst>
              <a:ext uri="{FF2B5EF4-FFF2-40B4-BE49-F238E27FC236}">
                <a16:creationId xmlns:a16="http://schemas.microsoft.com/office/drawing/2014/main" id="{39238949-9EAF-0B9A-0FAF-9FD80AD27B0F}"/>
              </a:ext>
            </a:extLst>
          </p:cNvPr>
          <p:cNvSpPr txBox="1">
            <a:spLocks noChangeArrowheads="1"/>
          </p:cNvSpPr>
          <p:nvPr/>
        </p:nvSpPr>
        <p:spPr bwMode="auto">
          <a:xfrm>
            <a:off x="8197850" y="44338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J</a:t>
            </a:r>
            <a:endParaRPr kumimoji="1" lang="en-US" altLang="zh-CN" sz="2400">
              <a:latin typeface="Times New Roman" panose="02020603050405020304" pitchFamily="18" charset="0"/>
              <a:ea typeface="宋体" panose="02010600030101010101" pitchFamily="2" charset="-122"/>
            </a:endParaRPr>
          </a:p>
        </p:txBody>
      </p:sp>
      <p:sp>
        <p:nvSpPr>
          <p:cNvPr id="121884" name="Line 1053">
            <a:extLst>
              <a:ext uri="{FF2B5EF4-FFF2-40B4-BE49-F238E27FC236}">
                <a16:creationId xmlns:a16="http://schemas.microsoft.com/office/drawing/2014/main" id="{7FEEACC1-14AC-FB3C-1340-5D08F0317523}"/>
              </a:ext>
            </a:extLst>
          </p:cNvPr>
          <p:cNvSpPr>
            <a:spLocks noChangeShapeType="1"/>
          </p:cNvSpPr>
          <p:nvPr/>
        </p:nvSpPr>
        <p:spPr bwMode="auto">
          <a:xfrm flipH="1">
            <a:off x="7208838" y="3200400"/>
            <a:ext cx="457200" cy="4572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885" name="Oval 1054">
            <a:extLst>
              <a:ext uri="{FF2B5EF4-FFF2-40B4-BE49-F238E27FC236}">
                <a16:creationId xmlns:a16="http://schemas.microsoft.com/office/drawing/2014/main" id="{DD45F9D0-29D2-9080-EC06-E4CA83822121}"/>
              </a:ext>
            </a:extLst>
          </p:cNvPr>
          <p:cNvSpPr>
            <a:spLocks noChangeArrowheads="1"/>
          </p:cNvSpPr>
          <p:nvPr/>
        </p:nvSpPr>
        <p:spPr bwMode="auto">
          <a:xfrm>
            <a:off x="7513638" y="28956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21886" name="Oval 1055">
            <a:extLst>
              <a:ext uri="{FF2B5EF4-FFF2-40B4-BE49-F238E27FC236}">
                <a16:creationId xmlns:a16="http://schemas.microsoft.com/office/drawing/2014/main" id="{F967A69B-B0E8-571F-BC19-17141018C9C5}"/>
              </a:ext>
            </a:extLst>
          </p:cNvPr>
          <p:cNvSpPr>
            <a:spLocks noChangeArrowheads="1"/>
          </p:cNvSpPr>
          <p:nvPr/>
        </p:nvSpPr>
        <p:spPr bwMode="auto">
          <a:xfrm>
            <a:off x="6904038" y="35052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a:latin typeface="Times New Roman" panose="02020603050405020304" pitchFamily="18" charset="0"/>
            </a:endParaRPr>
          </a:p>
        </p:txBody>
      </p:sp>
      <p:sp>
        <p:nvSpPr>
          <p:cNvPr id="121887" name="Text Box 1056">
            <a:extLst>
              <a:ext uri="{FF2B5EF4-FFF2-40B4-BE49-F238E27FC236}">
                <a16:creationId xmlns:a16="http://schemas.microsoft.com/office/drawing/2014/main" id="{BB80A949-D111-9C9A-9D8E-A07FC5F8F1A2}"/>
              </a:ext>
            </a:extLst>
          </p:cNvPr>
          <p:cNvSpPr txBox="1">
            <a:spLocks noChangeArrowheads="1"/>
          </p:cNvSpPr>
          <p:nvPr/>
        </p:nvSpPr>
        <p:spPr bwMode="auto">
          <a:xfrm>
            <a:off x="7548563" y="2895600"/>
            <a:ext cx="4016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121888" name="Text Box 1057">
            <a:extLst>
              <a:ext uri="{FF2B5EF4-FFF2-40B4-BE49-F238E27FC236}">
                <a16:creationId xmlns:a16="http://schemas.microsoft.com/office/drawing/2014/main" id="{D5F34FA4-68AE-BCFE-04FC-FFA9DA982981}"/>
              </a:ext>
            </a:extLst>
          </p:cNvPr>
          <p:cNvSpPr txBox="1">
            <a:spLocks noChangeArrowheads="1"/>
          </p:cNvSpPr>
          <p:nvPr/>
        </p:nvSpPr>
        <p:spPr bwMode="auto">
          <a:xfrm>
            <a:off x="6910388" y="3443288"/>
            <a:ext cx="4603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Times New Roman" panose="02020603050405020304" pitchFamily="18" charset="0"/>
                <a:ea typeface="宋体" panose="02010600030101010101" pitchFamily="2" charset="-122"/>
              </a:rPr>
              <a:t>G</a:t>
            </a:r>
            <a:endParaRPr kumimoji="1" lang="en-US" altLang="zh-CN" sz="2400">
              <a:latin typeface="Times New Roman" panose="02020603050405020304" pitchFamily="18" charset="0"/>
              <a:ea typeface="宋体" panose="02010600030101010101" pitchFamily="2" charset="-122"/>
            </a:endParaRPr>
          </a:p>
        </p:txBody>
      </p:sp>
      <p:sp>
        <p:nvSpPr>
          <p:cNvPr id="2" name="标题 1">
            <a:extLst>
              <a:ext uri="{FF2B5EF4-FFF2-40B4-BE49-F238E27FC236}">
                <a16:creationId xmlns:a16="http://schemas.microsoft.com/office/drawing/2014/main" id="{1EB837D8-031D-461E-A211-374C5ECF86F7}"/>
              </a:ext>
            </a:extLst>
          </p:cNvPr>
          <p:cNvSpPr>
            <a:spLocks noGrp="1"/>
          </p:cNvSpPr>
          <p:nvPr>
            <p:ph type="title"/>
          </p:nvPr>
        </p:nvSpPr>
        <p:spPr/>
        <p:txBody>
          <a:bodyPr/>
          <a:lstStyle/>
          <a:p>
            <a:r>
              <a:rPr lang="zh-CN" altLang="en-US" dirty="0"/>
              <a:t>森林的深度优先遍历：规则</a:t>
            </a:r>
            <a:r>
              <a:rPr lang="en-US" altLang="zh-CN" dirty="0"/>
              <a:t>2--</a:t>
            </a:r>
            <a:r>
              <a:rPr lang="zh-CN" altLang="en-US" dirty="0"/>
              <a:t>后根次序遍历</a:t>
            </a:r>
          </a:p>
        </p:txBody>
      </p:sp>
      <p:sp>
        <p:nvSpPr>
          <p:cNvPr id="3" name="内容占位符 2">
            <a:extLst>
              <a:ext uri="{FF2B5EF4-FFF2-40B4-BE49-F238E27FC236}">
                <a16:creationId xmlns:a16="http://schemas.microsoft.com/office/drawing/2014/main" id="{35126C46-FB70-4C04-83DE-A6908696255C}"/>
              </a:ext>
            </a:extLst>
          </p:cNvPr>
          <p:cNvSpPr>
            <a:spLocks noGrp="1"/>
          </p:cNvSpPr>
          <p:nvPr>
            <p:ph idx="1"/>
          </p:nvPr>
        </p:nvSpPr>
        <p:spPr>
          <a:xfrm>
            <a:off x="628650" y="1825625"/>
            <a:ext cx="4395788" cy="4351338"/>
          </a:xfrm>
        </p:spPr>
        <p:txBody>
          <a:bodyPr>
            <a:normAutofit fontScale="92500" lnSpcReduction="10000"/>
          </a:bodyPr>
          <a:lstStyle/>
          <a:p>
            <a:r>
              <a:rPr lang="zh-CN" altLang="en-US" dirty="0"/>
              <a:t>若森林 </a:t>
            </a:r>
            <a:r>
              <a:rPr lang="en-US" altLang="zh-CN" dirty="0"/>
              <a:t>F </a:t>
            </a:r>
            <a:r>
              <a:rPr lang="zh-CN" altLang="en-US" dirty="0"/>
              <a:t>为空，则返回；</a:t>
            </a:r>
            <a:endParaRPr lang="en-US" altLang="zh-CN" dirty="0"/>
          </a:p>
          <a:p>
            <a:r>
              <a:rPr lang="zh-CN" altLang="en-US" dirty="0"/>
              <a:t>否则</a:t>
            </a:r>
          </a:p>
          <a:p>
            <a:pPr lvl="1"/>
            <a:r>
              <a:rPr lang="zh-CN" altLang="en-US" dirty="0"/>
              <a:t>后根次序遍历第一棵树的子树森林；</a:t>
            </a:r>
          </a:p>
          <a:p>
            <a:pPr lvl="1"/>
            <a:r>
              <a:rPr lang="zh-CN" altLang="en-US" dirty="0"/>
              <a:t>访问 </a:t>
            </a:r>
            <a:r>
              <a:rPr lang="en-US" altLang="zh-CN" dirty="0"/>
              <a:t>F </a:t>
            </a:r>
            <a:r>
              <a:rPr lang="zh-CN" altLang="en-US" dirty="0"/>
              <a:t>的第一棵树的根结点；</a:t>
            </a:r>
          </a:p>
          <a:p>
            <a:pPr lvl="1"/>
            <a:r>
              <a:rPr lang="zh-CN" altLang="en-US" dirty="0"/>
              <a:t>后根次序遍历其它树组成的森林。	</a:t>
            </a:r>
          </a:p>
          <a:p>
            <a:endParaRPr lang="zh-CN" altLang="en-US" dirty="0"/>
          </a:p>
        </p:txBody>
      </p:sp>
      <p:sp>
        <p:nvSpPr>
          <p:cNvPr id="4" name="灯片编号占位符 3">
            <a:extLst>
              <a:ext uri="{FF2B5EF4-FFF2-40B4-BE49-F238E27FC236}">
                <a16:creationId xmlns:a16="http://schemas.microsoft.com/office/drawing/2014/main" id="{FB0C529E-EBC9-A8FA-1BBE-446DCC037924}"/>
              </a:ext>
            </a:extLst>
          </p:cNvPr>
          <p:cNvSpPr>
            <a:spLocks noGrp="1"/>
          </p:cNvSpPr>
          <p:nvPr>
            <p:ph type="sldNum" sz="quarter" idx="12"/>
          </p:nvPr>
        </p:nvSpPr>
        <p:spPr/>
        <p:txBody>
          <a:bodyPr/>
          <a:lstStyle/>
          <a:p>
            <a:pPr>
              <a:defRPr/>
            </a:pPr>
            <a:fld id="{A598D83B-EE2A-4F12-B129-1EDE84DF129B}" type="slidenum">
              <a:rPr lang="en-US" altLang="zh-CN" smtClean="0"/>
              <a:pPr>
                <a:defRPr/>
              </a:pPr>
              <a:t>113</a:t>
            </a:fld>
            <a:endParaRPr lang="en-US" altLang="zh-CN"/>
          </a:p>
        </p:txBody>
      </p:sp>
    </p:spTree>
  </p:cSld>
  <p:clrMapOvr>
    <a:masterClrMapping/>
  </p:clrMapOvr>
  <p:transition>
    <p:split/>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F75EAF-98CE-4159-B46D-F125418A206A}"/>
              </a:ext>
            </a:extLst>
          </p:cNvPr>
          <p:cNvSpPr>
            <a:spLocks noGrp="1"/>
          </p:cNvSpPr>
          <p:nvPr>
            <p:ph type="title"/>
          </p:nvPr>
        </p:nvSpPr>
        <p:spPr/>
        <p:txBody>
          <a:bodyPr>
            <a:normAutofit/>
          </a:bodyPr>
          <a:lstStyle/>
          <a:p>
            <a:r>
              <a:rPr lang="en-US" altLang="zh-CN" dirty="0"/>
              <a:t>5.7.2 </a:t>
            </a:r>
            <a:r>
              <a:rPr lang="zh-CN" altLang="en-US" dirty="0"/>
              <a:t>树和森林的广度优先遍历</a:t>
            </a:r>
          </a:p>
        </p:txBody>
      </p:sp>
      <p:sp>
        <p:nvSpPr>
          <p:cNvPr id="3" name="内容占位符 2">
            <a:extLst>
              <a:ext uri="{FF2B5EF4-FFF2-40B4-BE49-F238E27FC236}">
                <a16:creationId xmlns:a16="http://schemas.microsoft.com/office/drawing/2014/main" id="{67927E56-D295-4660-AC8F-04DAE7BB8E5E}"/>
              </a:ext>
            </a:extLst>
          </p:cNvPr>
          <p:cNvSpPr>
            <a:spLocks noGrp="1"/>
          </p:cNvSpPr>
          <p:nvPr>
            <p:ph idx="1"/>
          </p:nvPr>
        </p:nvSpPr>
        <p:spPr>
          <a:xfrm>
            <a:off x="179512" y="1690688"/>
            <a:ext cx="8784976" cy="5050680"/>
          </a:xfrm>
        </p:spPr>
        <p:txBody>
          <a:bodyPr>
            <a:normAutofit fontScale="55000" lnSpcReduction="20000"/>
          </a:bodyPr>
          <a:lstStyle/>
          <a:p>
            <a:pPr marL="0" indent="0">
              <a:buNone/>
            </a:pPr>
            <a:r>
              <a:rPr lang="en-US" altLang="zh-CN" dirty="0"/>
              <a:t>//</a:t>
            </a:r>
            <a:r>
              <a:rPr lang="zh-CN" altLang="en-US" dirty="0"/>
              <a:t>按广度优先次序分层遍历树</a:t>
            </a:r>
            <a:r>
              <a:rPr lang="en-US" altLang="zh-CN" dirty="0"/>
              <a:t>, </a:t>
            </a:r>
            <a:r>
              <a:rPr lang="zh-CN" altLang="en-US" dirty="0"/>
              <a:t>树的根结点是</a:t>
            </a:r>
            <a:r>
              <a:rPr lang="en-US" altLang="zh-CN" dirty="0"/>
              <a:t> *p </a:t>
            </a:r>
            <a:r>
              <a:rPr lang="zh-CN" altLang="en-US" dirty="0"/>
              <a:t>。</a:t>
            </a:r>
          </a:p>
          <a:p>
            <a:pPr marL="0" indent="0">
              <a:buNone/>
            </a:pPr>
            <a:r>
              <a:rPr lang="en-US" altLang="zh-CN" dirty="0"/>
              <a:t>#include "tree.cpp"</a:t>
            </a:r>
          </a:p>
          <a:p>
            <a:pPr marL="0" indent="0">
              <a:buNone/>
            </a:pPr>
            <a:r>
              <a:rPr lang="en-US" altLang="zh-CN" dirty="0"/>
              <a:t>#include "LinkedQueue.cpp"</a:t>
            </a:r>
          </a:p>
          <a:p>
            <a:pPr marL="0" indent="0">
              <a:buNone/>
            </a:pPr>
            <a:r>
              <a:rPr lang="en-US" altLang="zh-CN" dirty="0"/>
              <a:t>template &lt;class T&gt; void </a:t>
            </a:r>
            <a:r>
              <a:rPr lang="en-US" altLang="zh-CN" dirty="0" err="1"/>
              <a:t>LevelOrder</a:t>
            </a:r>
            <a:r>
              <a:rPr lang="en-US" altLang="zh-CN" dirty="0"/>
              <a:t> (</a:t>
            </a:r>
            <a:r>
              <a:rPr lang="en-US" altLang="zh-CN" dirty="0" err="1"/>
              <a:t>ostream&amp;out</a:t>
            </a:r>
            <a:r>
              <a:rPr lang="en-US" altLang="zh-CN" dirty="0"/>
              <a:t>, </a:t>
            </a:r>
            <a:r>
              <a:rPr lang="en-US" altLang="zh-CN" dirty="0" err="1"/>
              <a:t>TreeNode</a:t>
            </a:r>
            <a:r>
              <a:rPr lang="en-US" altLang="zh-CN" dirty="0"/>
              <a:t>&lt;T&gt; *p ) {</a:t>
            </a:r>
          </a:p>
          <a:p>
            <a:pPr marL="0" indent="0">
              <a:buNone/>
            </a:pPr>
            <a:r>
              <a:rPr lang="en-US" altLang="zh-CN" dirty="0"/>
              <a:t>    </a:t>
            </a:r>
            <a:r>
              <a:rPr lang="en-US" altLang="zh-CN" dirty="0" err="1"/>
              <a:t>LinkedQueue</a:t>
            </a:r>
            <a:r>
              <a:rPr lang="en-US" altLang="zh-CN" dirty="0"/>
              <a:t>&lt;</a:t>
            </a:r>
            <a:r>
              <a:rPr lang="en-US" altLang="zh-CN" dirty="0" err="1"/>
              <a:t>TreeNode</a:t>
            </a:r>
            <a:r>
              <a:rPr lang="en-US" altLang="zh-CN" dirty="0"/>
              <a:t>&lt;T&gt;*&gt;  Q;</a:t>
            </a:r>
          </a:p>
          <a:p>
            <a:pPr marL="0" indent="0">
              <a:buNone/>
            </a:pPr>
            <a:r>
              <a:rPr lang="en-US" altLang="zh-CN" dirty="0"/>
              <a:t>    if ( p != NULL ) { 	    //</a:t>
            </a:r>
            <a:r>
              <a:rPr lang="zh-CN" altLang="en-US" dirty="0"/>
              <a:t>当前指针不空 </a:t>
            </a:r>
          </a:p>
          <a:p>
            <a:pPr marL="0" indent="0">
              <a:buNone/>
            </a:pPr>
            <a:r>
              <a:rPr lang="zh-CN" altLang="en-US" dirty="0"/>
              <a:t>        </a:t>
            </a:r>
            <a:r>
              <a:rPr lang="en-US" altLang="zh-CN" dirty="0" err="1"/>
              <a:t>Q.EnQueue</a:t>
            </a:r>
            <a:r>
              <a:rPr lang="en-US" altLang="zh-CN" dirty="0"/>
              <a:t> ( p );</a:t>
            </a:r>
          </a:p>
          <a:p>
            <a:pPr marL="0" indent="0">
              <a:buNone/>
            </a:pPr>
            <a:r>
              <a:rPr lang="en-US" altLang="zh-CN" dirty="0"/>
              <a:t>        while ( !</a:t>
            </a:r>
            <a:r>
              <a:rPr lang="en-US" altLang="zh-CN" dirty="0" err="1"/>
              <a:t>Q.IsEmpty</a:t>
            </a:r>
            <a:r>
              <a:rPr lang="en-US" altLang="zh-CN" dirty="0"/>
              <a:t> ( ) ) { </a:t>
            </a:r>
          </a:p>
          <a:p>
            <a:pPr marL="0" indent="0">
              <a:buNone/>
            </a:pPr>
            <a:r>
              <a:rPr lang="en-US" altLang="zh-CN" dirty="0"/>
              <a:t>            </a:t>
            </a:r>
            <a:r>
              <a:rPr lang="en-US" altLang="zh-CN" dirty="0" err="1"/>
              <a:t>Q.DeQueue</a:t>
            </a:r>
            <a:r>
              <a:rPr lang="en-US" altLang="zh-CN" dirty="0"/>
              <a:t> ( p);	          out &lt;&lt; p-&gt;data; </a:t>
            </a:r>
            <a:endParaRPr lang="zh-CN" altLang="en-US" dirty="0"/>
          </a:p>
          <a:p>
            <a:pPr marL="0" indent="0">
              <a:buNone/>
            </a:pPr>
            <a:r>
              <a:rPr lang="en-US" altLang="zh-CN" dirty="0"/>
              <a:t>            for( p = p -&gt;</a:t>
            </a:r>
            <a:r>
              <a:rPr lang="en-US" altLang="zh-CN" dirty="0" err="1"/>
              <a:t>firstChild</a:t>
            </a:r>
            <a:r>
              <a:rPr lang="en-US" altLang="zh-CN" dirty="0"/>
              <a:t> ; p != NULL; p = p-&gt;</a:t>
            </a:r>
            <a:r>
              <a:rPr lang="en-US" altLang="zh-CN" dirty="0" err="1"/>
              <a:t>nextSibling</a:t>
            </a:r>
            <a:r>
              <a:rPr lang="en-US" altLang="zh-CN" dirty="0"/>
              <a:t>)   </a:t>
            </a:r>
          </a:p>
          <a:p>
            <a:pPr marL="0" indent="0">
              <a:buNone/>
            </a:pPr>
            <a:r>
              <a:rPr lang="en-US" altLang="zh-CN" dirty="0"/>
              <a:t>                 </a:t>
            </a:r>
            <a:r>
              <a:rPr lang="en-US" altLang="zh-CN" dirty="0" err="1"/>
              <a:t>Q.EnQueue</a:t>
            </a:r>
            <a:r>
              <a:rPr lang="en-US" altLang="zh-CN" dirty="0"/>
              <a:t> ( p );</a:t>
            </a:r>
          </a:p>
          <a:p>
            <a:pPr marL="0" indent="0">
              <a:buNone/>
            </a:pPr>
            <a:r>
              <a:rPr lang="en-US" altLang="zh-CN" dirty="0"/>
              <a:t>       }</a:t>
            </a:r>
          </a:p>
          <a:p>
            <a:pPr marL="0" indent="0">
              <a:buNone/>
            </a:pPr>
            <a:r>
              <a:rPr lang="en-US" altLang="zh-CN" dirty="0"/>
              <a:t>    }</a:t>
            </a:r>
          </a:p>
          <a:p>
            <a:pPr marL="0" indent="0">
              <a:buNone/>
            </a:pPr>
            <a:r>
              <a:rPr lang="en-US" altLang="zh-CN" dirty="0"/>
              <a:t>}</a:t>
            </a:r>
          </a:p>
        </p:txBody>
      </p:sp>
      <p:sp>
        <p:nvSpPr>
          <p:cNvPr id="4" name="灯片编号占位符 3">
            <a:extLst>
              <a:ext uri="{FF2B5EF4-FFF2-40B4-BE49-F238E27FC236}">
                <a16:creationId xmlns:a16="http://schemas.microsoft.com/office/drawing/2014/main" id="{BFC3D98D-F81A-3BE2-9B5F-F7962BB9359C}"/>
              </a:ext>
            </a:extLst>
          </p:cNvPr>
          <p:cNvSpPr>
            <a:spLocks noGrp="1"/>
          </p:cNvSpPr>
          <p:nvPr>
            <p:ph type="sldNum" sz="quarter" idx="12"/>
          </p:nvPr>
        </p:nvSpPr>
        <p:spPr/>
        <p:txBody>
          <a:bodyPr/>
          <a:lstStyle/>
          <a:p>
            <a:pPr>
              <a:defRPr/>
            </a:pPr>
            <a:fld id="{A598D83B-EE2A-4F12-B129-1EDE84DF129B}" type="slidenum">
              <a:rPr lang="en-US" altLang="zh-CN" smtClean="0"/>
              <a:pPr>
                <a:defRPr/>
              </a:pPr>
              <a:t>114</a:t>
            </a:fld>
            <a:endParaRPr lang="en-US" altLang="zh-CN"/>
          </a:p>
        </p:txBody>
      </p:sp>
    </p:spTree>
  </p:cSld>
  <p:clrMapOvr>
    <a:masterClrMapping/>
  </p:clrMapOvr>
  <p:transition>
    <p:split/>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771709-DC22-418C-8DB1-5CC7126E1A51}"/>
              </a:ext>
            </a:extLst>
          </p:cNvPr>
          <p:cNvSpPr>
            <a:spLocks noGrp="1"/>
          </p:cNvSpPr>
          <p:nvPr>
            <p:ph type="title"/>
          </p:nvPr>
        </p:nvSpPr>
        <p:spPr/>
        <p:txBody>
          <a:bodyPr/>
          <a:lstStyle/>
          <a:p>
            <a:r>
              <a:rPr lang="zh-CN" altLang="en-US" dirty="0"/>
              <a:t>森林的广度优先遍历</a:t>
            </a:r>
          </a:p>
        </p:txBody>
      </p:sp>
      <p:sp>
        <p:nvSpPr>
          <p:cNvPr id="3" name="内容占位符 2">
            <a:extLst>
              <a:ext uri="{FF2B5EF4-FFF2-40B4-BE49-F238E27FC236}">
                <a16:creationId xmlns:a16="http://schemas.microsoft.com/office/drawing/2014/main" id="{80A334B1-D5AD-418C-A002-C2FB492A9591}"/>
              </a:ext>
            </a:extLst>
          </p:cNvPr>
          <p:cNvSpPr>
            <a:spLocks noGrp="1"/>
          </p:cNvSpPr>
          <p:nvPr>
            <p:ph idx="1"/>
          </p:nvPr>
        </p:nvSpPr>
        <p:spPr/>
        <p:txBody>
          <a:bodyPr>
            <a:normAutofit/>
          </a:bodyPr>
          <a:lstStyle/>
          <a:p>
            <a:r>
              <a:rPr lang="zh-CN" altLang="en-US" dirty="0"/>
              <a:t>若森林 </a:t>
            </a:r>
            <a:r>
              <a:rPr lang="en-US" altLang="zh-CN" dirty="0"/>
              <a:t>F </a:t>
            </a:r>
            <a:r>
              <a:rPr lang="zh-CN" altLang="en-US" dirty="0"/>
              <a:t>为空，返回；</a:t>
            </a:r>
            <a:endParaRPr lang="en-US" altLang="zh-CN" dirty="0"/>
          </a:p>
          <a:p>
            <a:r>
              <a:rPr lang="zh-CN" altLang="en-US" dirty="0"/>
              <a:t>否则</a:t>
            </a:r>
          </a:p>
          <a:p>
            <a:pPr lvl="1"/>
            <a:r>
              <a:rPr lang="zh-CN" altLang="en-US" dirty="0"/>
              <a:t>依次遍历各棵树的根结点；</a:t>
            </a:r>
          </a:p>
          <a:p>
            <a:pPr lvl="1"/>
            <a:r>
              <a:rPr lang="zh-CN" altLang="en-US" dirty="0"/>
              <a:t>依次遍历各棵树根结点的所有孩子；</a:t>
            </a:r>
          </a:p>
          <a:p>
            <a:pPr lvl="1"/>
            <a:r>
              <a:rPr lang="zh-CN" altLang="en-US" dirty="0"/>
              <a:t>依次遍历这些孩子结点的孩子结点；</a:t>
            </a:r>
            <a:endParaRPr lang="en-US" altLang="zh-CN" dirty="0"/>
          </a:p>
          <a:p>
            <a:pPr lvl="1"/>
            <a:r>
              <a:rPr lang="en-US" altLang="zh-CN" dirty="0"/>
              <a:t>……</a:t>
            </a:r>
            <a:r>
              <a:rPr lang="zh-CN" altLang="en-US" dirty="0"/>
              <a:t>  </a:t>
            </a:r>
          </a:p>
        </p:txBody>
      </p:sp>
      <p:sp>
        <p:nvSpPr>
          <p:cNvPr id="4" name="灯片编号占位符 3">
            <a:extLst>
              <a:ext uri="{FF2B5EF4-FFF2-40B4-BE49-F238E27FC236}">
                <a16:creationId xmlns:a16="http://schemas.microsoft.com/office/drawing/2014/main" id="{9101393D-20BC-C1AB-4CCE-A350A12B5849}"/>
              </a:ext>
            </a:extLst>
          </p:cNvPr>
          <p:cNvSpPr>
            <a:spLocks noGrp="1"/>
          </p:cNvSpPr>
          <p:nvPr>
            <p:ph type="sldNum" sz="quarter" idx="12"/>
          </p:nvPr>
        </p:nvSpPr>
        <p:spPr/>
        <p:txBody>
          <a:bodyPr/>
          <a:lstStyle/>
          <a:p>
            <a:pPr>
              <a:defRPr/>
            </a:pPr>
            <a:fld id="{A598D83B-EE2A-4F12-B129-1EDE84DF129B}" type="slidenum">
              <a:rPr lang="en-US" altLang="zh-CN" smtClean="0"/>
              <a:pPr>
                <a:defRPr/>
              </a:pPr>
              <a:t>115</a:t>
            </a:fld>
            <a:endParaRPr lang="en-US" altLang="zh-CN"/>
          </a:p>
        </p:txBody>
      </p:sp>
    </p:spTree>
  </p:cSld>
  <p:clrMapOvr>
    <a:masterClrMapping/>
  </p:clrMapOvr>
  <p:transition>
    <p:split/>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79C364-5E55-F66F-1BDB-EBA08351BA6C}"/>
              </a:ext>
            </a:extLst>
          </p:cNvPr>
          <p:cNvSpPr>
            <a:spLocks noGrp="1"/>
          </p:cNvSpPr>
          <p:nvPr>
            <p:ph type="title"/>
          </p:nvPr>
        </p:nvSpPr>
        <p:spPr/>
        <p:txBody>
          <a:bodyPr/>
          <a:lstStyle/>
          <a:p>
            <a:r>
              <a:rPr lang="en-US" altLang="zh-CN" dirty="0"/>
              <a:t>5.7.3 </a:t>
            </a:r>
            <a:r>
              <a:rPr lang="zh-CN" altLang="en-US" dirty="0"/>
              <a:t>树遍历算法的应用</a:t>
            </a:r>
          </a:p>
        </p:txBody>
      </p:sp>
      <p:sp>
        <p:nvSpPr>
          <p:cNvPr id="3" name="内容占位符 2">
            <a:extLst>
              <a:ext uri="{FF2B5EF4-FFF2-40B4-BE49-F238E27FC236}">
                <a16:creationId xmlns:a16="http://schemas.microsoft.com/office/drawing/2014/main" id="{6D074595-3B74-7E39-998A-D0E7CB450F9D}"/>
              </a:ext>
            </a:extLst>
          </p:cNvPr>
          <p:cNvSpPr>
            <a:spLocks noGrp="1"/>
          </p:cNvSpPr>
          <p:nvPr>
            <p:ph idx="1"/>
          </p:nvPr>
        </p:nvSpPr>
        <p:spPr/>
        <p:txBody>
          <a:bodyPr/>
          <a:lstStyle/>
          <a:p>
            <a:pPr defTabSz="912813"/>
            <a:r>
              <a:rPr lang="zh-CN" altLang="en-US" dirty="0"/>
              <a:t>计算结点数、计算树的深度等</a:t>
            </a:r>
          </a:p>
          <a:p>
            <a:endParaRPr lang="zh-CN" altLang="en-US" dirty="0"/>
          </a:p>
        </p:txBody>
      </p:sp>
      <p:sp>
        <p:nvSpPr>
          <p:cNvPr id="4" name="灯片编号占位符 3">
            <a:extLst>
              <a:ext uri="{FF2B5EF4-FFF2-40B4-BE49-F238E27FC236}">
                <a16:creationId xmlns:a16="http://schemas.microsoft.com/office/drawing/2014/main" id="{B92C9E23-8B4E-C133-801F-8C3E12B6E450}"/>
              </a:ext>
            </a:extLst>
          </p:cNvPr>
          <p:cNvSpPr>
            <a:spLocks noGrp="1"/>
          </p:cNvSpPr>
          <p:nvPr>
            <p:ph type="sldNum" sz="quarter" idx="12"/>
          </p:nvPr>
        </p:nvSpPr>
        <p:spPr/>
        <p:txBody>
          <a:bodyPr/>
          <a:lstStyle/>
          <a:p>
            <a:pPr>
              <a:defRPr/>
            </a:pPr>
            <a:fld id="{A598D83B-EE2A-4F12-B129-1EDE84DF129B}" type="slidenum">
              <a:rPr lang="en-US" altLang="zh-CN" smtClean="0"/>
              <a:pPr>
                <a:defRPr/>
              </a:pPr>
              <a:t>116</a:t>
            </a:fld>
            <a:endParaRPr lang="en-US" altLang="zh-CN"/>
          </a:p>
        </p:txBody>
      </p:sp>
    </p:spTree>
    <p:extLst>
      <p:ext uri="{BB962C8B-B14F-4D97-AF65-F5344CB8AC3E}">
        <p14:creationId xmlns:p14="http://schemas.microsoft.com/office/powerpoint/2010/main" val="2596077415"/>
      </p:ext>
    </p:extLst>
  </p:cSld>
  <p:clrMapOvr>
    <a:masterClrMapping/>
  </p:clrMapOvr>
  <p:transition>
    <p:split/>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a:extLst>
              <a:ext uri="{FF2B5EF4-FFF2-40B4-BE49-F238E27FC236}">
                <a16:creationId xmlns:a16="http://schemas.microsoft.com/office/drawing/2014/main" id="{DCB811BA-54CB-8F16-F9BC-8FE83DC240D7}"/>
              </a:ext>
            </a:extLst>
          </p:cNvPr>
          <p:cNvSpPr>
            <a:spLocks noGrp="1" noChangeArrowheads="1"/>
          </p:cNvSpPr>
          <p:nvPr>
            <p:ph type="title"/>
          </p:nvPr>
        </p:nvSpPr>
        <p:spPr/>
        <p:txBody>
          <a:bodyPr>
            <a:normAutofit/>
          </a:bodyPr>
          <a:lstStyle/>
          <a:p>
            <a:pPr defTabSz="912813"/>
            <a:r>
              <a:rPr lang="en-US" altLang="zh-CN" dirty="0"/>
              <a:t>5.7.4 </a:t>
            </a:r>
            <a:r>
              <a:rPr lang="zh-CN" altLang="en-US" dirty="0"/>
              <a:t>其它基于遍历序列的几种存储表示（自学）</a:t>
            </a:r>
          </a:p>
        </p:txBody>
      </p:sp>
      <p:sp>
        <p:nvSpPr>
          <p:cNvPr id="125955" name="Rectangle 3">
            <a:extLst>
              <a:ext uri="{FF2B5EF4-FFF2-40B4-BE49-F238E27FC236}">
                <a16:creationId xmlns:a16="http://schemas.microsoft.com/office/drawing/2014/main" id="{43C9E582-D40F-7E3E-E52C-EF25196785DE}"/>
              </a:ext>
            </a:extLst>
          </p:cNvPr>
          <p:cNvSpPr>
            <a:spLocks noGrp="1" noChangeArrowheads="1"/>
          </p:cNvSpPr>
          <p:nvPr>
            <p:ph idx="1"/>
          </p:nvPr>
        </p:nvSpPr>
        <p:spPr/>
        <p:txBody>
          <a:bodyPr>
            <a:normAutofit/>
          </a:bodyPr>
          <a:lstStyle/>
          <a:p>
            <a:pPr defTabSz="912813"/>
            <a:r>
              <a:rPr lang="zh-CN" altLang="en-US" dirty="0"/>
              <a:t>把结点按某种遍历顺序排成线性序列，结点在序列中的先后顺序在一定程度反映了结点之间的关系，可以用来减少存储空间。</a:t>
            </a:r>
            <a:endParaRPr lang="en-US" altLang="zh-CN" dirty="0"/>
          </a:p>
          <a:p>
            <a:pPr lvl="1" defTabSz="912813"/>
            <a:r>
              <a:rPr lang="zh-CN" altLang="en-US" dirty="0"/>
              <a:t>通常用标志位来减少指针的使用以节省空间</a:t>
            </a:r>
          </a:p>
        </p:txBody>
      </p:sp>
      <p:sp>
        <p:nvSpPr>
          <p:cNvPr id="2" name="灯片编号占位符 1">
            <a:extLst>
              <a:ext uri="{FF2B5EF4-FFF2-40B4-BE49-F238E27FC236}">
                <a16:creationId xmlns:a16="http://schemas.microsoft.com/office/drawing/2014/main" id="{AE34247D-0590-3FB3-9DFC-CA3005D9E6CB}"/>
              </a:ext>
            </a:extLst>
          </p:cNvPr>
          <p:cNvSpPr>
            <a:spLocks noGrp="1"/>
          </p:cNvSpPr>
          <p:nvPr>
            <p:ph type="sldNum" sz="quarter" idx="12"/>
          </p:nvPr>
        </p:nvSpPr>
        <p:spPr/>
        <p:txBody>
          <a:bodyPr/>
          <a:lstStyle/>
          <a:p>
            <a:pPr>
              <a:defRPr/>
            </a:pPr>
            <a:fld id="{A598D83B-EE2A-4F12-B129-1EDE84DF129B}" type="slidenum">
              <a:rPr lang="en-US" altLang="zh-CN" smtClean="0"/>
              <a:pPr>
                <a:defRPr/>
              </a:pPr>
              <a:t>117</a:t>
            </a:fld>
            <a:endParaRPr lang="en-US" altLang="zh-CN"/>
          </a:p>
        </p:txBody>
      </p:sp>
    </p:spTree>
  </p:cSld>
  <p:clrMapOvr>
    <a:masterClrMapping/>
  </p:clrMapOvr>
  <p:transition>
    <p:split/>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Line 37">
            <a:extLst>
              <a:ext uri="{FF2B5EF4-FFF2-40B4-BE49-F238E27FC236}">
                <a16:creationId xmlns:a16="http://schemas.microsoft.com/office/drawing/2014/main" id="{A5269D65-9800-1D02-9366-8E3FC43E1365}"/>
              </a:ext>
            </a:extLst>
          </p:cNvPr>
          <p:cNvSpPr>
            <a:spLocks noChangeShapeType="1"/>
          </p:cNvSpPr>
          <p:nvPr/>
        </p:nvSpPr>
        <p:spPr bwMode="auto">
          <a:xfrm flipH="1">
            <a:off x="4687168" y="3519407"/>
            <a:ext cx="762000" cy="13716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03" name="Line 21">
            <a:extLst>
              <a:ext uri="{FF2B5EF4-FFF2-40B4-BE49-F238E27FC236}">
                <a16:creationId xmlns:a16="http://schemas.microsoft.com/office/drawing/2014/main" id="{4126A10B-0F26-03D5-59C7-3C4A9C87A7B9}"/>
              </a:ext>
            </a:extLst>
          </p:cNvPr>
          <p:cNvSpPr>
            <a:spLocks noChangeShapeType="1"/>
          </p:cNvSpPr>
          <p:nvPr/>
        </p:nvSpPr>
        <p:spPr bwMode="auto">
          <a:xfrm flipH="1">
            <a:off x="3239368" y="3671807"/>
            <a:ext cx="304800" cy="5334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04" name="Line 20">
            <a:extLst>
              <a:ext uri="{FF2B5EF4-FFF2-40B4-BE49-F238E27FC236}">
                <a16:creationId xmlns:a16="http://schemas.microsoft.com/office/drawing/2014/main" id="{D871FF67-8864-3B1E-52AA-349D9092F04A}"/>
              </a:ext>
            </a:extLst>
          </p:cNvPr>
          <p:cNvSpPr>
            <a:spLocks noChangeShapeType="1"/>
          </p:cNvSpPr>
          <p:nvPr/>
        </p:nvSpPr>
        <p:spPr bwMode="auto">
          <a:xfrm>
            <a:off x="3696568" y="3595607"/>
            <a:ext cx="381000" cy="6096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05" name="Line 19">
            <a:extLst>
              <a:ext uri="{FF2B5EF4-FFF2-40B4-BE49-F238E27FC236}">
                <a16:creationId xmlns:a16="http://schemas.microsoft.com/office/drawing/2014/main" id="{2536944A-FE09-44FF-F729-EA4226E01743}"/>
              </a:ext>
            </a:extLst>
          </p:cNvPr>
          <p:cNvSpPr>
            <a:spLocks noChangeShapeType="1"/>
          </p:cNvSpPr>
          <p:nvPr/>
        </p:nvSpPr>
        <p:spPr bwMode="auto">
          <a:xfrm>
            <a:off x="2096368" y="3671807"/>
            <a:ext cx="381000" cy="6096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06" name="Line 18">
            <a:extLst>
              <a:ext uri="{FF2B5EF4-FFF2-40B4-BE49-F238E27FC236}">
                <a16:creationId xmlns:a16="http://schemas.microsoft.com/office/drawing/2014/main" id="{7F03F9B8-2CB6-5E9E-7DE8-46AEA6384CE7}"/>
              </a:ext>
            </a:extLst>
          </p:cNvPr>
          <p:cNvSpPr>
            <a:spLocks noChangeShapeType="1"/>
          </p:cNvSpPr>
          <p:nvPr/>
        </p:nvSpPr>
        <p:spPr bwMode="auto">
          <a:xfrm>
            <a:off x="1715368" y="4433807"/>
            <a:ext cx="304800" cy="6096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07" name="Line 17">
            <a:extLst>
              <a:ext uri="{FF2B5EF4-FFF2-40B4-BE49-F238E27FC236}">
                <a16:creationId xmlns:a16="http://schemas.microsoft.com/office/drawing/2014/main" id="{F60CD3F3-FFBD-7C51-9674-FB41351F1994}"/>
              </a:ext>
            </a:extLst>
          </p:cNvPr>
          <p:cNvSpPr>
            <a:spLocks noChangeShapeType="1"/>
          </p:cNvSpPr>
          <p:nvPr/>
        </p:nvSpPr>
        <p:spPr bwMode="auto">
          <a:xfrm flipH="1">
            <a:off x="1258168" y="3519407"/>
            <a:ext cx="762000" cy="13716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08" name="Line 16">
            <a:extLst>
              <a:ext uri="{FF2B5EF4-FFF2-40B4-BE49-F238E27FC236}">
                <a16:creationId xmlns:a16="http://schemas.microsoft.com/office/drawing/2014/main" id="{F2F36C2C-325E-1244-8AFD-0441F4EE7614}"/>
              </a:ext>
            </a:extLst>
          </p:cNvPr>
          <p:cNvSpPr>
            <a:spLocks noChangeShapeType="1"/>
          </p:cNvSpPr>
          <p:nvPr/>
        </p:nvSpPr>
        <p:spPr bwMode="auto">
          <a:xfrm>
            <a:off x="2934568" y="2986007"/>
            <a:ext cx="685800" cy="5334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09" name="Line 15">
            <a:extLst>
              <a:ext uri="{FF2B5EF4-FFF2-40B4-BE49-F238E27FC236}">
                <a16:creationId xmlns:a16="http://schemas.microsoft.com/office/drawing/2014/main" id="{BCDF0117-3F35-175A-A531-086F820B0A1C}"/>
              </a:ext>
            </a:extLst>
          </p:cNvPr>
          <p:cNvSpPr>
            <a:spLocks noChangeShapeType="1"/>
          </p:cNvSpPr>
          <p:nvPr/>
        </p:nvSpPr>
        <p:spPr bwMode="auto">
          <a:xfrm flipH="1">
            <a:off x="2020168" y="2909807"/>
            <a:ext cx="838200" cy="6096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3539" name="Text Box 3">
            <a:extLst>
              <a:ext uri="{FF2B5EF4-FFF2-40B4-BE49-F238E27FC236}">
                <a16:creationId xmlns:a16="http://schemas.microsoft.com/office/drawing/2014/main" id="{794B5DDB-B96E-492D-5606-DF71216A824C}"/>
              </a:ext>
            </a:extLst>
          </p:cNvPr>
          <p:cNvSpPr txBox="1">
            <a:spLocks noChangeArrowheads="1"/>
          </p:cNvSpPr>
          <p:nvPr/>
        </p:nvSpPr>
        <p:spPr bwMode="auto">
          <a:xfrm>
            <a:off x="1475656" y="5440282"/>
            <a:ext cx="2584362" cy="1077218"/>
          </a:xfrm>
          <a:prstGeom prst="rect">
            <a:avLst/>
          </a:prstGeom>
          <a:noFill/>
          <a:ln w="9525">
            <a:noFill/>
            <a:miter lim="800000"/>
            <a:headEnd/>
            <a:tailEnd/>
          </a:ln>
          <a:effectLst/>
        </p:spPr>
        <p:txBody>
          <a:bodyPr wrap="none">
            <a:spAutoFit/>
          </a:bodyPr>
          <a:lstStyle/>
          <a:p>
            <a:pPr eaLnBrk="1" fontAlgn="auto" hangingPunct="1">
              <a:spcBef>
                <a:spcPts val="0"/>
              </a:spcBef>
              <a:spcAft>
                <a:spcPts val="0"/>
              </a:spcAft>
              <a:defRPr/>
            </a:pPr>
            <a:r>
              <a:rPr lang="en-US" altLang="zh-CN" sz="3200" i="1" dirty="0">
                <a:solidFill>
                  <a:srgbClr val="FF3300"/>
                </a:solidFill>
                <a:effectLst>
                  <a:outerShdw blurRad="38100" dist="38100" dir="2700000" algn="tl">
                    <a:srgbClr val="C0C0C0"/>
                  </a:outerShdw>
                </a:effectLst>
                <a:latin typeface="Times New Roman" charset="0"/>
                <a:ea typeface="黑体" pitchFamily="2" charset="-122"/>
              </a:rPr>
              <a:t>K</a:t>
            </a:r>
            <a:r>
              <a:rPr lang="en-US" altLang="zh-CN" sz="3200" i="1" baseline="-25000" dirty="0">
                <a:solidFill>
                  <a:srgbClr val="FF3300"/>
                </a:solidFill>
                <a:effectLst>
                  <a:outerShdw blurRad="38100" dist="38100" dir="2700000" algn="tl">
                    <a:srgbClr val="C0C0C0"/>
                  </a:outerShdw>
                </a:effectLst>
                <a:latin typeface="Times New Roman" charset="0"/>
                <a:ea typeface="黑体" pitchFamily="2" charset="-122"/>
              </a:rPr>
              <a:t>i</a:t>
            </a:r>
            <a:r>
              <a:rPr lang="en-US" altLang="zh-CN" sz="3200" dirty="0">
                <a:solidFill>
                  <a:srgbClr val="FF3300"/>
                </a:solidFill>
                <a:effectLst>
                  <a:outerShdw blurRad="38100" dist="38100" dir="2700000" algn="tl">
                    <a:srgbClr val="C0C0C0"/>
                  </a:outerShdw>
                </a:effectLst>
                <a:latin typeface="Times New Roman" charset="0"/>
                <a:ea typeface="黑体" pitchFamily="2" charset="-122"/>
              </a:rPr>
              <a:t> </a:t>
            </a:r>
            <a:r>
              <a:rPr lang="en-US" altLang="zh-CN" sz="3200" dirty="0">
                <a:solidFill>
                  <a:srgbClr val="FF3300"/>
                </a:solidFill>
                <a:effectLst>
                  <a:outerShdw blurRad="38100" dist="38100" dir="2700000" algn="tl">
                    <a:srgbClr val="C0C0C0"/>
                  </a:outerShdw>
                </a:effectLst>
                <a:latin typeface="Times New Roman" charset="0"/>
                <a:ea typeface="黑体" pitchFamily="2" charset="-122"/>
                <a:sym typeface="Symbol" pitchFamily="18" charset="2"/>
              </a:rPr>
              <a:t> </a:t>
            </a:r>
            <a:r>
              <a:rPr lang="en-US" altLang="zh-CN" sz="3200" i="1" dirty="0">
                <a:solidFill>
                  <a:srgbClr val="FF3300"/>
                </a:solidFill>
                <a:effectLst>
                  <a:outerShdw blurRad="38100" dist="38100" dir="2700000" algn="tl">
                    <a:srgbClr val="C0C0C0"/>
                  </a:outerShdw>
                </a:effectLst>
                <a:latin typeface="Times New Roman" charset="0"/>
                <a:ea typeface="黑体" pitchFamily="2" charset="-122"/>
                <a:sym typeface="Symbol" pitchFamily="18" charset="2"/>
              </a:rPr>
              <a:t>K</a:t>
            </a:r>
            <a:r>
              <a:rPr lang="en-US" altLang="zh-CN" sz="3200" baseline="-25000" dirty="0">
                <a:solidFill>
                  <a:srgbClr val="FF3300"/>
                </a:solidFill>
                <a:effectLst>
                  <a:outerShdw blurRad="38100" dist="38100" dir="2700000" algn="tl">
                    <a:srgbClr val="C0C0C0"/>
                  </a:outerShdw>
                </a:effectLst>
                <a:latin typeface="Times New Roman" charset="0"/>
                <a:ea typeface="黑体" pitchFamily="2" charset="-122"/>
                <a:sym typeface="Symbol" pitchFamily="18" charset="2"/>
              </a:rPr>
              <a:t>2</a:t>
            </a:r>
            <a:r>
              <a:rPr lang="en-US" altLang="zh-CN" sz="3200" i="1" baseline="-25000" dirty="0">
                <a:solidFill>
                  <a:srgbClr val="FF3300"/>
                </a:solidFill>
                <a:effectLst>
                  <a:outerShdw blurRad="38100" dist="38100" dir="2700000" algn="tl">
                    <a:srgbClr val="C0C0C0"/>
                  </a:outerShdw>
                </a:effectLst>
                <a:latin typeface="Times New Roman" charset="0"/>
                <a:ea typeface="黑体" pitchFamily="2" charset="-122"/>
                <a:sym typeface="Symbol" pitchFamily="18" charset="2"/>
              </a:rPr>
              <a:t>i</a:t>
            </a:r>
            <a:r>
              <a:rPr lang="en-US" altLang="zh-CN" sz="3200" baseline="-25000" dirty="0">
                <a:solidFill>
                  <a:srgbClr val="FF3300"/>
                </a:solidFill>
                <a:effectLst>
                  <a:outerShdw blurRad="38100" dist="38100" dir="2700000" algn="tl">
                    <a:srgbClr val="C0C0C0"/>
                  </a:outerShdw>
                </a:effectLst>
                <a:latin typeface="Times New Roman" charset="0"/>
                <a:ea typeface="黑体" pitchFamily="2" charset="-122"/>
                <a:sym typeface="Symbol" pitchFamily="18" charset="2"/>
              </a:rPr>
              <a:t>+1</a:t>
            </a:r>
            <a:r>
              <a:rPr lang="en-US" altLang="zh-CN" sz="3200" dirty="0">
                <a:solidFill>
                  <a:srgbClr val="FF3300"/>
                </a:solidFill>
                <a:latin typeface="Times New Roman" charset="0"/>
                <a:ea typeface="黑体" pitchFamily="2" charset="-122"/>
                <a:sym typeface="Symbol" pitchFamily="18" charset="2"/>
              </a:rPr>
              <a:t>  &amp;&amp;</a:t>
            </a:r>
          </a:p>
          <a:p>
            <a:pPr eaLnBrk="1" fontAlgn="auto" hangingPunct="1">
              <a:spcBef>
                <a:spcPts val="0"/>
              </a:spcBef>
              <a:spcAft>
                <a:spcPts val="0"/>
              </a:spcAft>
              <a:defRPr/>
            </a:pPr>
            <a:r>
              <a:rPr lang="en-US" altLang="zh-CN" sz="3200" dirty="0">
                <a:solidFill>
                  <a:srgbClr val="FF3300"/>
                </a:solidFill>
                <a:latin typeface="Times New Roman" charset="0"/>
                <a:ea typeface="黑体" pitchFamily="2" charset="-122"/>
                <a:sym typeface="Symbol" pitchFamily="18" charset="2"/>
              </a:rPr>
              <a:t>    </a:t>
            </a:r>
            <a:r>
              <a:rPr lang="en-US" altLang="zh-CN" sz="3200" i="1" dirty="0">
                <a:solidFill>
                  <a:srgbClr val="FF3300"/>
                </a:solidFill>
                <a:effectLst>
                  <a:outerShdw blurRad="38100" dist="38100" dir="2700000" algn="tl">
                    <a:srgbClr val="C0C0C0"/>
                  </a:outerShdw>
                </a:effectLst>
                <a:latin typeface="Times New Roman" charset="0"/>
                <a:ea typeface="黑体" pitchFamily="2" charset="-122"/>
                <a:sym typeface="Symbol" pitchFamily="18" charset="2"/>
              </a:rPr>
              <a:t>K</a:t>
            </a:r>
            <a:r>
              <a:rPr lang="en-US" altLang="zh-CN" sz="3200" i="1" baseline="-25000" dirty="0">
                <a:solidFill>
                  <a:srgbClr val="FF3300"/>
                </a:solidFill>
                <a:effectLst>
                  <a:outerShdw blurRad="38100" dist="38100" dir="2700000" algn="tl">
                    <a:srgbClr val="C0C0C0"/>
                  </a:outerShdw>
                </a:effectLst>
                <a:latin typeface="Times New Roman" charset="0"/>
                <a:ea typeface="黑体" pitchFamily="2" charset="-122"/>
                <a:sym typeface="Symbol" pitchFamily="18" charset="2"/>
              </a:rPr>
              <a:t>i</a:t>
            </a:r>
            <a:r>
              <a:rPr lang="en-US" altLang="zh-CN" sz="3200" baseline="-25000" dirty="0">
                <a:solidFill>
                  <a:srgbClr val="FF3300"/>
                </a:solidFill>
                <a:effectLst>
                  <a:outerShdw blurRad="38100" dist="38100" dir="2700000" algn="tl">
                    <a:srgbClr val="C0C0C0"/>
                  </a:outerShdw>
                </a:effectLst>
                <a:latin typeface="Times New Roman" charset="0"/>
                <a:ea typeface="黑体" pitchFamily="2" charset="-122"/>
                <a:sym typeface="Symbol" pitchFamily="18" charset="2"/>
              </a:rPr>
              <a:t> </a:t>
            </a:r>
            <a:r>
              <a:rPr lang="en-US" altLang="zh-CN" sz="3200" dirty="0">
                <a:solidFill>
                  <a:srgbClr val="FF3300"/>
                </a:solidFill>
                <a:effectLst>
                  <a:outerShdw blurRad="38100" dist="38100" dir="2700000" algn="tl">
                    <a:srgbClr val="C0C0C0"/>
                  </a:outerShdw>
                </a:effectLst>
                <a:latin typeface="Times New Roman" charset="0"/>
                <a:ea typeface="黑体" pitchFamily="2" charset="-122"/>
                <a:sym typeface="Symbol" pitchFamily="18" charset="2"/>
              </a:rPr>
              <a:t> </a:t>
            </a:r>
            <a:r>
              <a:rPr lang="en-US" altLang="zh-CN" sz="3200" i="1" dirty="0">
                <a:solidFill>
                  <a:srgbClr val="FF3300"/>
                </a:solidFill>
                <a:effectLst>
                  <a:outerShdw blurRad="38100" dist="38100" dir="2700000" algn="tl">
                    <a:srgbClr val="C0C0C0"/>
                  </a:outerShdw>
                </a:effectLst>
                <a:latin typeface="Times New Roman" charset="0"/>
                <a:ea typeface="黑体" pitchFamily="2" charset="-122"/>
                <a:sym typeface="Symbol" pitchFamily="18" charset="2"/>
              </a:rPr>
              <a:t>K</a:t>
            </a:r>
            <a:r>
              <a:rPr lang="en-US" altLang="zh-CN" sz="3200" baseline="-25000" dirty="0">
                <a:solidFill>
                  <a:srgbClr val="FF3300"/>
                </a:solidFill>
                <a:effectLst>
                  <a:outerShdw blurRad="38100" dist="38100" dir="2700000" algn="tl">
                    <a:srgbClr val="C0C0C0"/>
                  </a:outerShdw>
                </a:effectLst>
                <a:latin typeface="Times New Roman" charset="0"/>
                <a:ea typeface="黑体" pitchFamily="2" charset="-122"/>
                <a:sym typeface="Symbol" pitchFamily="18" charset="2"/>
              </a:rPr>
              <a:t>2</a:t>
            </a:r>
            <a:r>
              <a:rPr lang="en-US" altLang="zh-CN" sz="3200" i="1" baseline="-25000" dirty="0">
                <a:solidFill>
                  <a:srgbClr val="FF3300"/>
                </a:solidFill>
                <a:effectLst>
                  <a:outerShdw blurRad="38100" dist="38100" dir="2700000" algn="tl">
                    <a:srgbClr val="C0C0C0"/>
                  </a:outerShdw>
                </a:effectLst>
                <a:latin typeface="Times New Roman" charset="0"/>
                <a:ea typeface="黑体" pitchFamily="2" charset="-122"/>
                <a:sym typeface="Symbol" pitchFamily="18" charset="2"/>
              </a:rPr>
              <a:t>i</a:t>
            </a:r>
            <a:r>
              <a:rPr lang="en-US" altLang="zh-CN" sz="3200" baseline="-25000" dirty="0">
                <a:solidFill>
                  <a:srgbClr val="FF3300"/>
                </a:solidFill>
                <a:effectLst>
                  <a:outerShdw blurRad="38100" dist="38100" dir="2700000" algn="tl">
                    <a:srgbClr val="C0C0C0"/>
                  </a:outerShdw>
                </a:effectLst>
                <a:latin typeface="Times New Roman" charset="0"/>
                <a:ea typeface="黑体" pitchFamily="2" charset="-122"/>
                <a:sym typeface="Symbol" pitchFamily="18" charset="2"/>
              </a:rPr>
              <a:t>+2</a:t>
            </a:r>
            <a:endParaRPr lang="en-US" altLang="zh-CN" sz="3200" dirty="0">
              <a:solidFill>
                <a:srgbClr val="FF3300"/>
              </a:solidFill>
              <a:latin typeface="Times New Roman" charset="0"/>
              <a:ea typeface="黑体" pitchFamily="2" charset="-122"/>
            </a:endParaRPr>
          </a:p>
        </p:txBody>
      </p:sp>
      <p:sp>
        <p:nvSpPr>
          <p:cNvPr id="193540" name="Text Box 4">
            <a:extLst>
              <a:ext uri="{FF2B5EF4-FFF2-40B4-BE49-F238E27FC236}">
                <a16:creationId xmlns:a16="http://schemas.microsoft.com/office/drawing/2014/main" id="{18A6156B-9D00-78D3-2602-C28750489FE5}"/>
              </a:ext>
            </a:extLst>
          </p:cNvPr>
          <p:cNvSpPr txBox="1">
            <a:spLocks noChangeArrowheads="1"/>
          </p:cNvSpPr>
          <p:nvPr/>
        </p:nvSpPr>
        <p:spPr bwMode="auto">
          <a:xfrm>
            <a:off x="4980856" y="5424407"/>
            <a:ext cx="2584362" cy="1077218"/>
          </a:xfrm>
          <a:prstGeom prst="rect">
            <a:avLst/>
          </a:prstGeom>
          <a:noFill/>
          <a:ln w="9525">
            <a:noFill/>
            <a:miter lim="800000"/>
            <a:headEnd/>
            <a:tailEnd/>
          </a:ln>
          <a:effectLst/>
        </p:spPr>
        <p:txBody>
          <a:bodyPr wrap="none">
            <a:spAutoFit/>
          </a:bodyPr>
          <a:lstStyle/>
          <a:p>
            <a:pPr eaLnBrk="1" fontAlgn="auto" hangingPunct="1">
              <a:spcBef>
                <a:spcPts val="0"/>
              </a:spcBef>
              <a:spcAft>
                <a:spcPts val="0"/>
              </a:spcAft>
              <a:defRPr/>
            </a:pPr>
            <a:r>
              <a:rPr lang="en-US" altLang="zh-CN" sz="3200" i="1" dirty="0">
                <a:solidFill>
                  <a:srgbClr val="FF3300"/>
                </a:solidFill>
                <a:effectLst>
                  <a:outerShdw blurRad="38100" dist="38100" dir="2700000" algn="tl">
                    <a:srgbClr val="C0C0C0"/>
                  </a:outerShdw>
                </a:effectLst>
                <a:latin typeface="Times New Roman" charset="0"/>
                <a:ea typeface="黑体" pitchFamily="2" charset="-122"/>
              </a:rPr>
              <a:t>K</a:t>
            </a:r>
            <a:r>
              <a:rPr lang="en-US" altLang="zh-CN" sz="3200" i="1" baseline="-25000" dirty="0">
                <a:solidFill>
                  <a:srgbClr val="FF3300"/>
                </a:solidFill>
                <a:effectLst>
                  <a:outerShdw blurRad="38100" dist="38100" dir="2700000" algn="tl">
                    <a:srgbClr val="C0C0C0"/>
                  </a:outerShdw>
                </a:effectLst>
                <a:latin typeface="Times New Roman" charset="0"/>
                <a:ea typeface="黑体" pitchFamily="2" charset="-122"/>
              </a:rPr>
              <a:t>i</a:t>
            </a:r>
            <a:r>
              <a:rPr lang="en-US" altLang="zh-CN" sz="3200" dirty="0">
                <a:solidFill>
                  <a:srgbClr val="FF3300"/>
                </a:solidFill>
                <a:effectLst>
                  <a:outerShdw blurRad="38100" dist="38100" dir="2700000" algn="tl">
                    <a:srgbClr val="C0C0C0"/>
                  </a:outerShdw>
                </a:effectLst>
                <a:latin typeface="Times New Roman" charset="0"/>
                <a:ea typeface="黑体" pitchFamily="2" charset="-122"/>
              </a:rPr>
              <a:t> </a:t>
            </a:r>
            <a:r>
              <a:rPr lang="en-US" altLang="zh-CN" sz="3200" dirty="0">
                <a:solidFill>
                  <a:srgbClr val="FF3300"/>
                </a:solidFill>
                <a:effectLst>
                  <a:outerShdw blurRad="38100" dist="38100" dir="2700000" algn="tl">
                    <a:srgbClr val="C0C0C0"/>
                  </a:outerShdw>
                </a:effectLst>
                <a:latin typeface="Times New Roman" charset="0"/>
                <a:ea typeface="黑体" pitchFamily="2" charset="-122"/>
                <a:sym typeface="Symbol" pitchFamily="18" charset="2"/>
              </a:rPr>
              <a:t> </a:t>
            </a:r>
            <a:r>
              <a:rPr lang="en-US" altLang="zh-CN" sz="3200" i="1" dirty="0">
                <a:solidFill>
                  <a:srgbClr val="FF3300"/>
                </a:solidFill>
                <a:effectLst>
                  <a:outerShdw blurRad="38100" dist="38100" dir="2700000" algn="tl">
                    <a:srgbClr val="C0C0C0"/>
                  </a:outerShdw>
                </a:effectLst>
                <a:latin typeface="Times New Roman" charset="0"/>
                <a:ea typeface="黑体" pitchFamily="2" charset="-122"/>
                <a:sym typeface="Symbol" pitchFamily="18" charset="2"/>
              </a:rPr>
              <a:t>K</a:t>
            </a:r>
            <a:r>
              <a:rPr lang="en-US" altLang="zh-CN" sz="3200" baseline="-25000" dirty="0">
                <a:solidFill>
                  <a:srgbClr val="FF3300"/>
                </a:solidFill>
                <a:effectLst>
                  <a:outerShdw blurRad="38100" dist="38100" dir="2700000" algn="tl">
                    <a:srgbClr val="C0C0C0"/>
                  </a:outerShdw>
                </a:effectLst>
                <a:latin typeface="Times New Roman" charset="0"/>
                <a:ea typeface="黑体" pitchFamily="2" charset="-122"/>
                <a:sym typeface="Symbol" pitchFamily="18" charset="2"/>
              </a:rPr>
              <a:t>2</a:t>
            </a:r>
            <a:r>
              <a:rPr lang="en-US" altLang="zh-CN" sz="3200" i="1" baseline="-25000" dirty="0">
                <a:solidFill>
                  <a:srgbClr val="FF3300"/>
                </a:solidFill>
                <a:effectLst>
                  <a:outerShdw blurRad="38100" dist="38100" dir="2700000" algn="tl">
                    <a:srgbClr val="C0C0C0"/>
                  </a:outerShdw>
                </a:effectLst>
                <a:latin typeface="Times New Roman" charset="0"/>
                <a:ea typeface="黑体" pitchFamily="2" charset="-122"/>
                <a:sym typeface="Symbol" pitchFamily="18" charset="2"/>
              </a:rPr>
              <a:t>i</a:t>
            </a:r>
            <a:r>
              <a:rPr lang="en-US" altLang="zh-CN" sz="3200" baseline="-25000" dirty="0">
                <a:solidFill>
                  <a:srgbClr val="FF3300"/>
                </a:solidFill>
                <a:effectLst>
                  <a:outerShdw blurRad="38100" dist="38100" dir="2700000" algn="tl">
                    <a:srgbClr val="C0C0C0"/>
                  </a:outerShdw>
                </a:effectLst>
                <a:latin typeface="Times New Roman" charset="0"/>
                <a:ea typeface="黑体" pitchFamily="2" charset="-122"/>
                <a:sym typeface="Symbol" pitchFamily="18" charset="2"/>
              </a:rPr>
              <a:t>+1</a:t>
            </a:r>
            <a:r>
              <a:rPr lang="en-US" altLang="zh-CN" sz="3200" dirty="0">
                <a:solidFill>
                  <a:srgbClr val="FF3300"/>
                </a:solidFill>
                <a:latin typeface="Times New Roman" charset="0"/>
                <a:ea typeface="黑体" pitchFamily="2" charset="-122"/>
                <a:sym typeface="Symbol" pitchFamily="18" charset="2"/>
              </a:rPr>
              <a:t>  &amp;&amp;</a:t>
            </a:r>
          </a:p>
          <a:p>
            <a:pPr eaLnBrk="1" fontAlgn="auto" hangingPunct="1">
              <a:spcBef>
                <a:spcPts val="0"/>
              </a:spcBef>
              <a:spcAft>
                <a:spcPts val="0"/>
              </a:spcAft>
              <a:defRPr/>
            </a:pPr>
            <a:r>
              <a:rPr lang="en-US" altLang="zh-CN" sz="3200" dirty="0">
                <a:solidFill>
                  <a:srgbClr val="FF3300"/>
                </a:solidFill>
                <a:latin typeface="Times New Roman" charset="0"/>
                <a:ea typeface="黑体" pitchFamily="2" charset="-122"/>
                <a:sym typeface="Symbol" pitchFamily="18" charset="2"/>
              </a:rPr>
              <a:t>    </a:t>
            </a:r>
            <a:r>
              <a:rPr lang="en-US" altLang="zh-CN" sz="3200" i="1" dirty="0">
                <a:solidFill>
                  <a:srgbClr val="FF3300"/>
                </a:solidFill>
                <a:effectLst>
                  <a:outerShdw blurRad="38100" dist="38100" dir="2700000" algn="tl">
                    <a:srgbClr val="C0C0C0"/>
                  </a:outerShdw>
                </a:effectLst>
                <a:latin typeface="Times New Roman" charset="0"/>
                <a:ea typeface="黑体" pitchFamily="2" charset="-122"/>
                <a:sym typeface="Symbol" pitchFamily="18" charset="2"/>
              </a:rPr>
              <a:t>K</a:t>
            </a:r>
            <a:r>
              <a:rPr lang="en-US" altLang="zh-CN" sz="3200" i="1" baseline="-25000" dirty="0">
                <a:solidFill>
                  <a:srgbClr val="FF3300"/>
                </a:solidFill>
                <a:effectLst>
                  <a:outerShdw blurRad="38100" dist="38100" dir="2700000" algn="tl">
                    <a:srgbClr val="C0C0C0"/>
                  </a:outerShdw>
                </a:effectLst>
                <a:latin typeface="Times New Roman" charset="0"/>
                <a:ea typeface="黑体" pitchFamily="2" charset="-122"/>
                <a:sym typeface="Symbol" pitchFamily="18" charset="2"/>
              </a:rPr>
              <a:t>i</a:t>
            </a:r>
            <a:r>
              <a:rPr lang="en-US" altLang="zh-CN" sz="3200" baseline="-25000" dirty="0">
                <a:solidFill>
                  <a:srgbClr val="FF3300"/>
                </a:solidFill>
                <a:effectLst>
                  <a:outerShdw blurRad="38100" dist="38100" dir="2700000" algn="tl">
                    <a:srgbClr val="C0C0C0"/>
                  </a:outerShdw>
                </a:effectLst>
                <a:latin typeface="Times New Roman" charset="0"/>
                <a:ea typeface="黑体" pitchFamily="2" charset="-122"/>
                <a:sym typeface="Symbol" pitchFamily="18" charset="2"/>
              </a:rPr>
              <a:t> </a:t>
            </a:r>
            <a:r>
              <a:rPr lang="en-US" altLang="zh-CN" sz="3200" dirty="0">
                <a:solidFill>
                  <a:srgbClr val="FF3300"/>
                </a:solidFill>
                <a:effectLst>
                  <a:outerShdw blurRad="38100" dist="38100" dir="2700000" algn="tl">
                    <a:srgbClr val="C0C0C0"/>
                  </a:outerShdw>
                </a:effectLst>
                <a:latin typeface="Times New Roman" charset="0"/>
                <a:ea typeface="黑体" pitchFamily="2" charset="-122"/>
                <a:sym typeface="Symbol" pitchFamily="18" charset="2"/>
              </a:rPr>
              <a:t> </a:t>
            </a:r>
            <a:r>
              <a:rPr lang="en-US" altLang="zh-CN" sz="3200" i="1" dirty="0">
                <a:solidFill>
                  <a:srgbClr val="FF3300"/>
                </a:solidFill>
                <a:effectLst>
                  <a:outerShdw blurRad="38100" dist="38100" dir="2700000" algn="tl">
                    <a:srgbClr val="C0C0C0"/>
                  </a:outerShdw>
                </a:effectLst>
                <a:latin typeface="Times New Roman" charset="0"/>
                <a:ea typeface="黑体" pitchFamily="2" charset="-122"/>
                <a:sym typeface="Symbol" pitchFamily="18" charset="2"/>
              </a:rPr>
              <a:t>K</a:t>
            </a:r>
            <a:r>
              <a:rPr lang="en-US" altLang="zh-CN" sz="3200" baseline="-25000" dirty="0">
                <a:solidFill>
                  <a:srgbClr val="FF3300"/>
                </a:solidFill>
                <a:effectLst>
                  <a:outerShdw blurRad="38100" dist="38100" dir="2700000" algn="tl">
                    <a:srgbClr val="C0C0C0"/>
                  </a:outerShdw>
                </a:effectLst>
                <a:latin typeface="Times New Roman" charset="0"/>
                <a:ea typeface="黑体" pitchFamily="2" charset="-122"/>
                <a:sym typeface="Symbol" pitchFamily="18" charset="2"/>
              </a:rPr>
              <a:t>2</a:t>
            </a:r>
            <a:r>
              <a:rPr lang="en-US" altLang="zh-CN" sz="3200" i="1" baseline="-25000" dirty="0">
                <a:solidFill>
                  <a:srgbClr val="FF3300"/>
                </a:solidFill>
                <a:effectLst>
                  <a:outerShdw blurRad="38100" dist="38100" dir="2700000" algn="tl">
                    <a:srgbClr val="C0C0C0"/>
                  </a:outerShdw>
                </a:effectLst>
                <a:latin typeface="Times New Roman" charset="0"/>
                <a:ea typeface="黑体" pitchFamily="2" charset="-122"/>
                <a:sym typeface="Symbol" pitchFamily="18" charset="2"/>
              </a:rPr>
              <a:t>i</a:t>
            </a:r>
            <a:r>
              <a:rPr lang="en-US" altLang="zh-CN" sz="3200" baseline="-25000" dirty="0">
                <a:solidFill>
                  <a:srgbClr val="FF3300"/>
                </a:solidFill>
                <a:effectLst>
                  <a:outerShdw blurRad="38100" dist="38100" dir="2700000" algn="tl">
                    <a:srgbClr val="C0C0C0"/>
                  </a:outerShdw>
                </a:effectLst>
                <a:latin typeface="Times New Roman" charset="0"/>
                <a:ea typeface="黑体" pitchFamily="2" charset="-122"/>
                <a:sym typeface="Symbol" pitchFamily="18" charset="2"/>
              </a:rPr>
              <a:t>+2</a:t>
            </a:r>
            <a:endParaRPr lang="en-US" altLang="zh-CN" sz="3600" dirty="0">
              <a:solidFill>
                <a:srgbClr val="FF3300"/>
              </a:solidFill>
              <a:latin typeface="Times New Roman" charset="0"/>
              <a:ea typeface="黑体" pitchFamily="2" charset="-122"/>
            </a:endParaRPr>
          </a:p>
        </p:txBody>
      </p:sp>
      <p:sp>
        <p:nvSpPr>
          <p:cNvPr id="128013" name="Oval 6">
            <a:extLst>
              <a:ext uri="{FF2B5EF4-FFF2-40B4-BE49-F238E27FC236}">
                <a16:creationId xmlns:a16="http://schemas.microsoft.com/office/drawing/2014/main" id="{B4122BEF-A8C7-EE13-9DF8-65318AEF9746}"/>
              </a:ext>
            </a:extLst>
          </p:cNvPr>
          <p:cNvSpPr>
            <a:spLocks noChangeArrowheads="1"/>
          </p:cNvSpPr>
          <p:nvPr/>
        </p:nvSpPr>
        <p:spPr bwMode="auto">
          <a:xfrm>
            <a:off x="2629768" y="2605007"/>
            <a:ext cx="533400" cy="5334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28014" name="Oval 7">
            <a:extLst>
              <a:ext uri="{FF2B5EF4-FFF2-40B4-BE49-F238E27FC236}">
                <a16:creationId xmlns:a16="http://schemas.microsoft.com/office/drawing/2014/main" id="{80FCA85B-9896-6E37-FA07-A0FD15D028EB}"/>
              </a:ext>
            </a:extLst>
          </p:cNvPr>
          <p:cNvSpPr>
            <a:spLocks noChangeArrowheads="1"/>
          </p:cNvSpPr>
          <p:nvPr/>
        </p:nvSpPr>
        <p:spPr bwMode="auto">
          <a:xfrm>
            <a:off x="1791568" y="3214607"/>
            <a:ext cx="533400" cy="5334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28015" name="Oval 8">
            <a:extLst>
              <a:ext uri="{FF2B5EF4-FFF2-40B4-BE49-F238E27FC236}">
                <a16:creationId xmlns:a16="http://schemas.microsoft.com/office/drawing/2014/main" id="{DB5506A0-264C-724D-D40B-C6652F48D063}"/>
              </a:ext>
            </a:extLst>
          </p:cNvPr>
          <p:cNvSpPr>
            <a:spLocks noChangeArrowheads="1"/>
          </p:cNvSpPr>
          <p:nvPr/>
        </p:nvSpPr>
        <p:spPr bwMode="auto">
          <a:xfrm>
            <a:off x="3391768" y="3214607"/>
            <a:ext cx="533400" cy="5334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28016" name="Oval 9">
            <a:extLst>
              <a:ext uri="{FF2B5EF4-FFF2-40B4-BE49-F238E27FC236}">
                <a16:creationId xmlns:a16="http://schemas.microsoft.com/office/drawing/2014/main" id="{EEEEA209-BE8E-5B5A-DF70-86884746FDE9}"/>
              </a:ext>
            </a:extLst>
          </p:cNvPr>
          <p:cNvSpPr>
            <a:spLocks noChangeArrowheads="1"/>
          </p:cNvSpPr>
          <p:nvPr/>
        </p:nvSpPr>
        <p:spPr bwMode="auto">
          <a:xfrm>
            <a:off x="3010768" y="3900407"/>
            <a:ext cx="533400" cy="5334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28017" name="Oval 10">
            <a:extLst>
              <a:ext uri="{FF2B5EF4-FFF2-40B4-BE49-F238E27FC236}">
                <a16:creationId xmlns:a16="http://schemas.microsoft.com/office/drawing/2014/main" id="{E707E83E-5883-6A15-02D3-0A4B8BFFFE74}"/>
              </a:ext>
            </a:extLst>
          </p:cNvPr>
          <p:cNvSpPr>
            <a:spLocks noChangeArrowheads="1"/>
          </p:cNvSpPr>
          <p:nvPr/>
        </p:nvSpPr>
        <p:spPr bwMode="auto">
          <a:xfrm>
            <a:off x="3772768" y="3900407"/>
            <a:ext cx="533400" cy="5334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28018" name="Oval 11">
            <a:extLst>
              <a:ext uri="{FF2B5EF4-FFF2-40B4-BE49-F238E27FC236}">
                <a16:creationId xmlns:a16="http://schemas.microsoft.com/office/drawing/2014/main" id="{54D4BDC9-7A96-DE99-A096-A7C464BBEBD4}"/>
              </a:ext>
            </a:extLst>
          </p:cNvPr>
          <p:cNvSpPr>
            <a:spLocks noChangeArrowheads="1"/>
          </p:cNvSpPr>
          <p:nvPr/>
        </p:nvSpPr>
        <p:spPr bwMode="auto">
          <a:xfrm>
            <a:off x="2172568" y="3900407"/>
            <a:ext cx="533400" cy="5334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28019" name="Oval 12">
            <a:extLst>
              <a:ext uri="{FF2B5EF4-FFF2-40B4-BE49-F238E27FC236}">
                <a16:creationId xmlns:a16="http://schemas.microsoft.com/office/drawing/2014/main" id="{2C6C18D1-C6B8-C8EC-D097-B176E829F390}"/>
              </a:ext>
            </a:extLst>
          </p:cNvPr>
          <p:cNvSpPr>
            <a:spLocks noChangeArrowheads="1"/>
          </p:cNvSpPr>
          <p:nvPr/>
        </p:nvSpPr>
        <p:spPr bwMode="auto">
          <a:xfrm>
            <a:off x="1410568" y="3900407"/>
            <a:ext cx="533400" cy="5334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28020" name="Oval 13">
            <a:extLst>
              <a:ext uri="{FF2B5EF4-FFF2-40B4-BE49-F238E27FC236}">
                <a16:creationId xmlns:a16="http://schemas.microsoft.com/office/drawing/2014/main" id="{CCC09879-6B55-4556-F975-DFD3A91281B3}"/>
              </a:ext>
            </a:extLst>
          </p:cNvPr>
          <p:cNvSpPr>
            <a:spLocks noChangeArrowheads="1"/>
          </p:cNvSpPr>
          <p:nvPr/>
        </p:nvSpPr>
        <p:spPr bwMode="auto">
          <a:xfrm>
            <a:off x="1715368" y="4662407"/>
            <a:ext cx="533400" cy="5334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28021" name="Oval 14">
            <a:extLst>
              <a:ext uri="{FF2B5EF4-FFF2-40B4-BE49-F238E27FC236}">
                <a16:creationId xmlns:a16="http://schemas.microsoft.com/office/drawing/2014/main" id="{A62AE100-1ED9-601E-DEBF-4557AF13DE9E}"/>
              </a:ext>
            </a:extLst>
          </p:cNvPr>
          <p:cNvSpPr>
            <a:spLocks noChangeArrowheads="1"/>
          </p:cNvSpPr>
          <p:nvPr/>
        </p:nvSpPr>
        <p:spPr bwMode="auto">
          <a:xfrm>
            <a:off x="1029568" y="4662407"/>
            <a:ext cx="533400" cy="5334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28022" name="Line 22">
            <a:extLst>
              <a:ext uri="{FF2B5EF4-FFF2-40B4-BE49-F238E27FC236}">
                <a16:creationId xmlns:a16="http://schemas.microsoft.com/office/drawing/2014/main" id="{2BC68BC9-DEBE-E725-4C2C-3A4767BF09A9}"/>
              </a:ext>
            </a:extLst>
          </p:cNvPr>
          <p:cNvSpPr>
            <a:spLocks noChangeShapeType="1"/>
          </p:cNvSpPr>
          <p:nvPr/>
        </p:nvSpPr>
        <p:spPr bwMode="auto">
          <a:xfrm flipH="1">
            <a:off x="6668368" y="3671807"/>
            <a:ext cx="304800" cy="5334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23" name="Line 23">
            <a:extLst>
              <a:ext uri="{FF2B5EF4-FFF2-40B4-BE49-F238E27FC236}">
                <a16:creationId xmlns:a16="http://schemas.microsoft.com/office/drawing/2014/main" id="{276273F4-6956-B781-BB94-2B47D397FE2C}"/>
              </a:ext>
            </a:extLst>
          </p:cNvPr>
          <p:cNvSpPr>
            <a:spLocks noChangeShapeType="1"/>
          </p:cNvSpPr>
          <p:nvPr/>
        </p:nvSpPr>
        <p:spPr bwMode="auto">
          <a:xfrm>
            <a:off x="7125568" y="3595607"/>
            <a:ext cx="381000" cy="6096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24" name="Line 24">
            <a:extLst>
              <a:ext uri="{FF2B5EF4-FFF2-40B4-BE49-F238E27FC236}">
                <a16:creationId xmlns:a16="http://schemas.microsoft.com/office/drawing/2014/main" id="{4035EA15-770C-0B8A-F70C-CDAAA2920C5E}"/>
              </a:ext>
            </a:extLst>
          </p:cNvPr>
          <p:cNvSpPr>
            <a:spLocks noChangeShapeType="1"/>
          </p:cNvSpPr>
          <p:nvPr/>
        </p:nvSpPr>
        <p:spPr bwMode="auto">
          <a:xfrm>
            <a:off x="5525368" y="3671807"/>
            <a:ext cx="381000" cy="6096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25" name="Line 25">
            <a:extLst>
              <a:ext uri="{FF2B5EF4-FFF2-40B4-BE49-F238E27FC236}">
                <a16:creationId xmlns:a16="http://schemas.microsoft.com/office/drawing/2014/main" id="{263CFD22-255A-2C30-B02F-BED2975472D3}"/>
              </a:ext>
            </a:extLst>
          </p:cNvPr>
          <p:cNvSpPr>
            <a:spLocks noChangeShapeType="1"/>
          </p:cNvSpPr>
          <p:nvPr/>
        </p:nvSpPr>
        <p:spPr bwMode="auto">
          <a:xfrm>
            <a:off x="5144368" y="4433807"/>
            <a:ext cx="304800" cy="6096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26" name="Line 26">
            <a:extLst>
              <a:ext uri="{FF2B5EF4-FFF2-40B4-BE49-F238E27FC236}">
                <a16:creationId xmlns:a16="http://schemas.microsoft.com/office/drawing/2014/main" id="{260BC4B0-E680-6B72-C5B5-CD4E9807858F}"/>
              </a:ext>
            </a:extLst>
          </p:cNvPr>
          <p:cNvSpPr>
            <a:spLocks noChangeShapeType="1"/>
          </p:cNvSpPr>
          <p:nvPr/>
        </p:nvSpPr>
        <p:spPr bwMode="auto">
          <a:xfrm>
            <a:off x="6363568" y="2986007"/>
            <a:ext cx="685800" cy="5334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27" name="Line 27">
            <a:extLst>
              <a:ext uri="{FF2B5EF4-FFF2-40B4-BE49-F238E27FC236}">
                <a16:creationId xmlns:a16="http://schemas.microsoft.com/office/drawing/2014/main" id="{43AD08F0-579B-D74E-D4E0-35DB57BEA2E5}"/>
              </a:ext>
            </a:extLst>
          </p:cNvPr>
          <p:cNvSpPr>
            <a:spLocks noChangeShapeType="1"/>
          </p:cNvSpPr>
          <p:nvPr/>
        </p:nvSpPr>
        <p:spPr bwMode="auto">
          <a:xfrm flipH="1">
            <a:off x="5449168" y="2909807"/>
            <a:ext cx="838200" cy="6096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28" name="Oval 28">
            <a:extLst>
              <a:ext uri="{FF2B5EF4-FFF2-40B4-BE49-F238E27FC236}">
                <a16:creationId xmlns:a16="http://schemas.microsoft.com/office/drawing/2014/main" id="{C29AD122-41AF-08C7-980A-33AA16793137}"/>
              </a:ext>
            </a:extLst>
          </p:cNvPr>
          <p:cNvSpPr>
            <a:spLocks noChangeArrowheads="1"/>
          </p:cNvSpPr>
          <p:nvPr/>
        </p:nvSpPr>
        <p:spPr bwMode="auto">
          <a:xfrm>
            <a:off x="6058768" y="2605007"/>
            <a:ext cx="533400" cy="5334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28029" name="Oval 29">
            <a:extLst>
              <a:ext uri="{FF2B5EF4-FFF2-40B4-BE49-F238E27FC236}">
                <a16:creationId xmlns:a16="http://schemas.microsoft.com/office/drawing/2014/main" id="{3F191927-9549-ADD3-720B-2845DC8A890B}"/>
              </a:ext>
            </a:extLst>
          </p:cNvPr>
          <p:cNvSpPr>
            <a:spLocks noChangeArrowheads="1"/>
          </p:cNvSpPr>
          <p:nvPr/>
        </p:nvSpPr>
        <p:spPr bwMode="auto">
          <a:xfrm>
            <a:off x="5220568" y="3214607"/>
            <a:ext cx="533400" cy="5334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28030" name="Oval 30">
            <a:extLst>
              <a:ext uri="{FF2B5EF4-FFF2-40B4-BE49-F238E27FC236}">
                <a16:creationId xmlns:a16="http://schemas.microsoft.com/office/drawing/2014/main" id="{8D71C125-1DDB-28B4-57BC-4D947045DA9D}"/>
              </a:ext>
            </a:extLst>
          </p:cNvPr>
          <p:cNvSpPr>
            <a:spLocks noChangeArrowheads="1"/>
          </p:cNvSpPr>
          <p:nvPr/>
        </p:nvSpPr>
        <p:spPr bwMode="auto">
          <a:xfrm>
            <a:off x="6820768" y="3214607"/>
            <a:ext cx="533400" cy="5334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28031" name="Oval 31">
            <a:extLst>
              <a:ext uri="{FF2B5EF4-FFF2-40B4-BE49-F238E27FC236}">
                <a16:creationId xmlns:a16="http://schemas.microsoft.com/office/drawing/2014/main" id="{E329C912-CFBE-0AE5-5CE3-05B8FC49CE09}"/>
              </a:ext>
            </a:extLst>
          </p:cNvPr>
          <p:cNvSpPr>
            <a:spLocks noChangeArrowheads="1"/>
          </p:cNvSpPr>
          <p:nvPr/>
        </p:nvSpPr>
        <p:spPr bwMode="auto">
          <a:xfrm>
            <a:off x="6439768" y="3900407"/>
            <a:ext cx="533400" cy="5334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28032" name="Oval 32">
            <a:extLst>
              <a:ext uri="{FF2B5EF4-FFF2-40B4-BE49-F238E27FC236}">
                <a16:creationId xmlns:a16="http://schemas.microsoft.com/office/drawing/2014/main" id="{49846729-3A6A-25A0-5CB6-4AC8CB1C44B0}"/>
              </a:ext>
            </a:extLst>
          </p:cNvPr>
          <p:cNvSpPr>
            <a:spLocks noChangeArrowheads="1"/>
          </p:cNvSpPr>
          <p:nvPr/>
        </p:nvSpPr>
        <p:spPr bwMode="auto">
          <a:xfrm>
            <a:off x="7201768" y="3900407"/>
            <a:ext cx="533400" cy="5334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28033" name="Oval 33">
            <a:extLst>
              <a:ext uri="{FF2B5EF4-FFF2-40B4-BE49-F238E27FC236}">
                <a16:creationId xmlns:a16="http://schemas.microsoft.com/office/drawing/2014/main" id="{99729694-487A-2E2A-6D15-0F00DFCB2D47}"/>
              </a:ext>
            </a:extLst>
          </p:cNvPr>
          <p:cNvSpPr>
            <a:spLocks noChangeArrowheads="1"/>
          </p:cNvSpPr>
          <p:nvPr/>
        </p:nvSpPr>
        <p:spPr bwMode="auto">
          <a:xfrm>
            <a:off x="5601568" y="3900407"/>
            <a:ext cx="533400" cy="5334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28034" name="Oval 34">
            <a:extLst>
              <a:ext uri="{FF2B5EF4-FFF2-40B4-BE49-F238E27FC236}">
                <a16:creationId xmlns:a16="http://schemas.microsoft.com/office/drawing/2014/main" id="{4259A6D9-61B8-E0ED-42DF-BC74B38465F9}"/>
              </a:ext>
            </a:extLst>
          </p:cNvPr>
          <p:cNvSpPr>
            <a:spLocks noChangeArrowheads="1"/>
          </p:cNvSpPr>
          <p:nvPr/>
        </p:nvSpPr>
        <p:spPr bwMode="auto">
          <a:xfrm>
            <a:off x="4839568" y="3900407"/>
            <a:ext cx="533400" cy="5334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28035" name="Oval 35">
            <a:extLst>
              <a:ext uri="{FF2B5EF4-FFF2-40B4-BE49-F238E27FC236}">
                <a16:creationId xmlns:a16="http://schemas.microsoft.com/office/drawing/2014/main" id="{D98A4DE0-AA1B-14D2-964B-F23D334E88EC}"/>
              </a:ext>
            </a:extLst>
          </p:cNvPr>
          <p:cNvSpPr>
            <a:spLocks noChangeArrowheads="1"/>
          </p:cNvSpPr>
          <p:nvPr/>
        </p:nvSpPr>
        <p:spPr bwMode="auto">
          <a:xfrm>
            <a:off x="5144368" y="4662407"/>
            <a:ext cx="533400" cy="5334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28036" name="Oval 36">
            <a:extLst>
              <a:ext uri="{FF2B5EF4-FFF2-40B4-BE49-F238E27FC236}">
                <a16:creationId xmlns:a16="http://schemas.microsoft.com/office/drawing/2014/main" id="{31A1E3DA-9DB8-CB40-E45E-BCD269060644}"/>
              </a:ext>
            </a:extLst>
          </p:cNvPr>
          <p:cNvSpPr>
            <a:spLocks noChangeArrowheads="1"/>
          </p:cNvSpPr>
          <p:nvPr/>
        </p:nvSpPr>
        <p:spPr bwMode="auto">
          <a:xfrm>
            <a:off x="4458568" y="4662407"/>
            <a:ext cx="533400" cy="5334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28037" name="Text Box 38">
            <a:extLst>
              <a:ext uri="{FF2B5EF4-FFF2-40B4-BE49-F238E27FC236}">
                <a16:creationId xmlns:a16="http://schemas.microsoft.com/office/drawing/2014/main" id="{5FAF92F4-1746-7B21-9EA9-AF5D57C8F86B}"/>
              </a:ext>
            </a:extLst>
          </p:cNvPr>
          <p:cNvSpPr txBox="1">
            <a:spLocks noChangeArrowheads="1"/>
          </p:cNvSpPr>
          <p:nvPr/>
        </p:nvSpPr>
        <p:spPr bwMode="auto">
          <a:xfrm>
            <a:off x="2639293" y="2619295"/>
            <a:ext cx="5238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Arial Narrow" panose="020B0606020202030204" pitchFamily="34" charset="0"/>
                <a:ea typeface="宋体" panose="02010600030101010101" pitchFamily="2" charset="-122"/>
              </a:rPr>
              <a:t>09</a:t>
            </a:r>
            <a:endParaRPr kumimoji="1" lang="en-US" altLang="zh-CN" sz="2400">
              <a:latin typeface="Times New Roman" panose="02020603050405020304" pitchFamily="18" charset="0"/>
              <a:ea typeface="宋体" panose="02010600030101010101" pitchFamily="2" charset="-122"/>
            </a:endParaRPr>
          </a:p>
        </p:txBody>
      </p:sp>
      <p:sp>
        <p:nvSpPr>
          <p:cNvPr id="128038" name="Text Box 39">
            <a:extLst>
              <a:ext uri="{FF2B5EF4-FFF2-40B4-BE49-F238E27FC236}">
                <a16:creationId xmlns:a16="http://schemas.microsoft.com/office/drawing/2014/main" id="{45F232BF-33DA-603F-0572-D97C3F8C31E4}"/>
              </a:ext>
            </a:extLst>
          </p:cNvPr>
          <p:cNvSpPr txBox="1">
            <a:spLocks noChangeArrowheads="1"/>
          </p:cNvSpPr>
          <p:nvPr/>
        </p:nvSpPr>
        <p:spPr bwMode="auto">
          <a:xfrm>
            <a:off x="6439768" y="3900407"/>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Arial Narrow" panose="020B0606020202030204" pitchFamily="34" charset="0"/>
                <a:ea typeface="宋体" panose="02010600030101010101" pitchFamily="2" charset="-122"/>
              </a:rPr>
              <a:t>09</a:t>
            </a:r>
            <a:endParaRPr kumimoji="1" lang="en-US" altLang="zh-CN" sz="2400">
              <a:latin typeface="Times New Roman" panose="02020603050405020304" pitchFamily="18" charset="0"/>
              <a:ea typeface="宋体" panose="02010600030101010101" pitchFamily="2" charset="-122"/>
            </a:endParaRPr>
          </a:p>
        </p:txBody>
      </p:sp>
      <p:sp>
        <p:nvSpPr>
          <p:cNvPr id="128039" name="Text Box 40">
            <a:extLst>
              <a:ext uri="{FF2B5EF4-FFF2-40B4-BE49-F238E27FC236}">
                <a16:creationId xmlns:a16="http://schemas.microsoft.com/office/drawing/2014/main" id="{93F2230A-ADEC-7BE6-7855-D56A794264AB}"/>
              </a:ext>
            </a:extLst>
          </p:cNvPr>
          <p:cNvSpPr txBox="1">
            <a:spLocks noChangeArrowheads="1"/>
          </p:cNvSpPr>
          <p:nvPr/>
        </p:nvSpPr>
        <p:spPr bwMode="auto">
          <a:xfrm>
            <a:off x="6084168" y="2605007"/>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Arial Narrow" panose="020B0606020202030204" pitchFamily="34" charset="0"/>
                <a:ea typeface="宋体" panose="02010600030101010101" pitchFamily="2" charset="-122"/>
              </a:rPr>
              <a:t>87</a:t>
            </a:r>
            <a:endParaRPr kumimoji="1" lang="en-US" altLang="zh-CN" sz="2400">
              <a:latin typeface="Times New Roman" panose="02020603050405020304" pitchFamily="18" charset="0"/>
              <a:ea typeface="宋体" panose="02010600030101010101" pitchFamily="2" charset="-122"/>
            </a:endParaRPr>
          </a:p>
        </p:txBody>
      </p:sp>
      <p:sp>
        <p:nvSpPr>
          <p:cNvPr id="128040" name="Text Box 41">
            <a:extLst>
              <a:ext uri="{FF2B5EF4-FFF2-40B4-BE49-F238E27FC236}">
                <a16:creationId xmlns:a16="http://schemas.microsoft.com/office/drawing/2014/main" id="{5438DD39-FB84-5B66-F354-535933CAD6F5}"/>
              </a:ext>
            </a:extLst>
          </p:cNvPr>
          <p:cNvSpPr txBox="1">
            <a:spLocks noChangeArrowheads="1"/>
          </p:cNvSpPr>
          <p:nvPr/>
        </p:nvSpPr>
        <p:spPr bwMode="auto">
          <a:xfrm>
            <a:off x="3798168" y="3900407"/>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Arial Narrow" panose="020B0606020202030204" pitchFamily="34" charset="0"/>
                <a:ea typeface="宋体" panose="02010600030101010101" pitchFamily="2" charset="-122"/>
              </a:rPr>
              <a:t>87</a:t>
            </a:r>
            <a:endParaRPr kumimoji="1" lang="en-US" altLang="zh-CN" sz="2400">
              <a:latin typeface="Times New Roman" panose="02020603050405020304" pitchFamily="18" charset="0"/>
              <a:ea typeface="宋体" panose="02010600030101010101" pitchFamily="2" charset="-122"/>
            </a:endParaRPr>
          </a:p>
        </p:txBody>
      </p:sp>
      <p:sp>
        <p:nvSpPr>
          <p:cNvPr id="128041" name="Text Box 42">
            <a:extLst>
              <a:ext uri="{FF2B5EF4-FFF2-40B4-BE49-F238E27FC236}">
                <a16:creationId xmlns:a16="http://schemas.microsoft.com/office/drawing/2014/main" id="{36ED9C89-4E8E-4A7B-C917-DEB89A2BAB7C}"/>
              </a:ext>
            </a:extLst>
          </p:cNvPr>
          <p:cNvSpPr txBox="1">
            <a:spLocks noChangeArrowheads="1"/>
          </p:cNvSpPr>
          <p:nvPr/>
        </p:nvSpPr>
        <p:spPr bwMode="auto">
          <a:xfrm>
            <a:off x="5245968" y="3214607"/>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Arial Narrow" panose="020B0606020202030204" pitchFamily="34" charset="0"/>
                <a:ea typeface="宋体" panose="02010600030101010101" pitchFamily="2" charset="-122"/>
              </a:rPr>
              <a:t>78</a:t>
            </a:r>
            <a:endParaRPr kumimoji="1" lang="en-US" altLang="zh-CN" sz="2400">
              <a:latin typeface="Times New Roman" panose="02020603050405020304" pitchFamily="18" charset="0"/>
              <a:ea typeface="宋体" panose="02010600030101010101" pitchFamily="2" charset="-122"/>
            </a:endParaRPr>
          </a:p>
        </p:txBody>
      </p:sp>
      <p:sp>
        <p:nvSpPr>
          <p:cNvPr id="128042" name="Text Box 43">
            <a:extLst>
              <a:ext uri="{FF2B5EF4-FFF2-40B4-BE49-F238E27FC236}">
                <a16:creationId xmlns:a16="http://schemas.microsoft.com/office/drawing/2014/main" id="{ABC1F5D0-52DD-37F0-5569-B17A7EC799C7}"/>
              </a:ext>
            </a:extLst>
          </p:cNvPr>
          <p:cNvSpPr txBox="1">
            <a:spLocks noChangeArrowheads="1"/>
          </p:cNvSpPr>
          <p:nvPr/>
        </p:nvSpPr>
        <p:spPr bwMode="auto">
          <a:xfrm>
            <a:off x="3020293" y="3914695"/>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Arial Narrow" panose="020B0606020202030204" pitchFamily="34" charset="0"/>
                <a:ea typeface="宋体" panose="02010600030101010101" pitchFamily="2" charset="-122"/>
              </a:rPr>
              <a:t>78</a:t>
            </a:r>
            <a:endParaRPr kumimoji="1" lang="en-US" altLang="zh-CN" sz="2400">
              <a:latin typeface="Times New Roman" panose="02020603050405020304" pitchFamily="18" charset="0"/>
              <a:ea typeface="宋体" panose="02010600030101010101" pitchFamily="2" charset="-122"/>
            </a:endParaRPr>
          </a:p>
        </p:txBody>
      </p:sp>
      <p:sp>
        <p:nvSpPr>
          <p:cNvPr id="128043" name="Text Box 44">
            <a:extLst>
              <a:ext uri="{FF2B5EF4-FFF2-40B4-BE49-F238E27FC236}">
                <a16:creationId xmlns:a16="http://schemas.microsoft.com/office/drawing/2014/main" id="{23BE3F20-14A2-F3FF-0687-55573EA2F53D}"/>
              </a:ext>
            </a:extLst>
          </p:cNvPr>
          <p:cNvSpPr txBox="1">
            <a:spLocks noChangeArrowheads="1"/>
          </p:cNvSpPr>
          <p:nvPr/>
        </p:nvSpPr>
        <p:spPr bwMode="auto">
          <a:xfrm>
            <a:off x="2182093" y="3914695"/>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Arial Narrow" panose="020B0606020202030204" pitchFamily="34" charset="0"/>
                <a:ea typeface="宋体" panose="02010600030101010101" pitchFamily="2" charset="-122"/>
              </a:rPr>
              <a:t>45</a:t>
            </a:r>
            <a:endParaRPr kumimoji="1" lang="en-US" altLang="zh-CN" sz="2400">
              <a:latin typeface="Times New Roman" panose="02020603050405020304" pitchFamily="18" charset="0"/>
              <a:ea typeface="宋体" panose="02010600030101010101" pitchFamily="2" charset="-122"/>
            </a:endParaRPr>
          </a:p>
        </p:txBody>
      </p:sp>
      <p:sp>
        <p:nvSpPr>
          <p:cNvPr id="128044" name="Text Box 45">
            <a:extLst>
              <a:ext uri="{FF2B5EF4-FFF2-40B4-BE49-F238E27FC236}">
                <a16:creationId xmlns:a16="http://schemas.microsoft.com/office/drawing/2014/main" id="{2FEAE1AF-EA2C-65EF-4C39-4B88065D5658}"/>
              </a:ext>
            </a:extLst>
          </p:cNvPr>
          <p:cNvSpPr txBox="1">
            <a:spLocks noChangeArrowheads="1"/>
          </p:cNvSpPr>
          <p:nvPr/>
        </p:nvSpPr>
        <p:spPr bwMode="auto">
          <a:xfrm>
            <a:off x="4864968" y="3900407"/>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Arial Narrow" panose="020B0606020202030204" pitchFamily="34" charset="0"/>
                <a:ea typeface="宋体" panose="02010600030101010101" pitchFamily="2" charset="-122"/>
              </a:rPr>
              <a:t>45</a:t>
            </a:r>
            <a:endParaRPr kumimoji="1" lang="en-US" altLang="zh-CN" sz="2400">
              <a:latin typeface="Times New Roman" panose="02020603050405020304" pitchFamily="18" charset="0"/>
              <a:ea typeface="宋体" panose="02010600030101010101" pitchFamily="2" charset="-122"/>
            </a:endParaRPr>
          </a:p>
        </p:txBody>
      </p:sp>
      <p:sp>
        <p:nvSpPr>
          <p:cNvPr id="128045" name="Text Box 46">
            <a:extLst>
              <a:ext uri="{FF2B5EF4-FFF2-40B4-BE49-F238E27FC236}">
                <a16:creationId xmlns:a16="http://schemas.microsoft.com/office/drawing/2014/main" id="{5DAC3150-C84E-D3F5-5106-DA498E38EE90}"/>
              </a:ext>
            </a:extLst>
          </p:cNvPr>
          <p:cNvSpPr txBox="1">
            <a:spLocks noChangeArrowheads="1"/>
          </p:cNvSpPr>
          <p:nvPr/>
        </p:nvSpPr>
        <p:spPr bwMode="auto">
          <a:xfrm>
            <a:off x="3401293" y="3228895"/>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Arial Narrow" panose="020B0606020202030204" pitchFamily="34" charset="0"/>
                <a:ea typeface="宋体" panose="02010600030101010101" pitchFamily="2" charset="-122"/>
              </a:rPr>
              <a:t>65</a:t>
            </a:r>
            <a:endParaRPr kumimoji="1" lang="en-US" altLang="zh-CN" sz="2400">
              <a:latin typeface="Times New Roman" panose="02020603050405020304" pitchFamily="18" charset="0"/>
              <a:ea typeface="宋体" panose="02010600030101010101" pitchFamily="2" charset="-122"/>
            </a:endParaRPr>
          </a:p>
        </p:txBody>
      </p:sp>
      <p:sp>
        <p:nvSpPr>
          <p:cNvPr id="128046" name="Text Box 47">
            <a:extLst>
              <a:ext uri="{FF2B5EF4-FFF2-40B4-BE49-F238E27FC236}">
                <a16:creationId xmlns:a16="http://schemas.microsoft.com/office/drawing/2014/main" id="{13586D9B-863B-7A6E-0B6F-4D2CA4997162}"/>
              </a:ext>
            </a:extLst>
          </p:cNvPr>
          <p:cNvSpPr txBox="1">
            <a:spLocks noChangeArrowheads="1"/>
          </p:cNvSpPr>
          <p:nvPr/>
        </p:nvSpPr>
        <p:spPr bwMode="auto">
          <a:xfrm>
            <a:off x="5626968" y="3900407"/>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Arial Narrow" panose="020B0606020202030204" pitchFamily="34" charset="0"/>
                <a:ea typeface="宋体" panose="02010600030101010101" pitchFamily="2" charset="-122"/>
              </a:rPr>
              <a:t>65</a:t>
            </a:r>
            <a:endParaRPr kumimoji="1" lang="en-US" altLang="zh-CN" sz="2400">
              <a:latin typeface="Times New Roman" panose="02020603050405020304" pitchFamily="18" charset="0"/>
              <a:ea typeface="宋体" panose="02010600030101010101" pitchFamily="2" charset="-122"/>
            </a:endParaRPr>
          </a:p>
        </p:txBody>
      </p:sp>
      <p:sp>
        <p:nvSpPr>
          <p:cNvPr id="128047" name="Text Box 48">
            <a:extLst>
              <a:ext uri="{FF2B5EF4-FFF2-40B4-BE49-F238E27FC236}">
                <a16:creationId xmlns:a16="http://schemas.microsoft.com/office/drawing/2014/main" id="{E5833966-5426-0C9A-DE7E-10D54927DC87}"/>
              </a:ext>
            </a:extLst>
          </p:cNvPr>
          <p:cNvSpPr txBox="1">
            <a:spLocks noChangeArrowheads="1"/>
          </p:cNvSpPr>
          <p:nvPr/>
        </p:nvSpPr>
        <p:spPr bwMode="auto">
          <a:xfrm>
            <a:off x="7227168" y="3900407"/>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Arial Narrow" panose="020B0606020202030204" pitchFamily="34" charset="0"/>
                <a:ea typeface="宋体" panose="02010600030101010101" pitchFamily="2" charset="-122"/>
              </a:rPr>
              <a:t>31</a:t>
            </a:r>
            <a:endParaRPr kumimoji="1" lang="en-US" altLang="zh-CN" sz="2400">
              <a:latin typeface="Times New Roman" panose="02020603050405020304" pitchFamily="18" charset="0"/>
              <a:ea typeface="宋体" panose="02010600030101010101" pitchFamily="2" charset="-122"/>
            </a:endParaRPr>
          </a:p>
        </p:txBody>
      </p:sp>
      <p:sp>
        <p:nvSpPr>
          <p:cNvPr id="128048" name="Text Box 49">
            <a:extLst>
              <a:ext uri="{FF2B5EF4-FFF2-40B4-BE49-F238E27FC236}">
                <a16:creationId xmlns:a16="http://schemas.microsoft.com/office/drawing/2014/main" id="{4D08AC4D-654D-7FDC-EEF4-7107383471F9}"/>
              </a:ext>
            </a:extLst>
          </p:cNvPr>
          <p:cNvSpPr txBox="1">
            <a:spLocks noChangeArrowheads="1"/>
          </p:cNvSpPr>
          <p:nvPr/>
        </p:nvSpPr>
        <p:spPr bwMode="auto">
          <a:xfrm>
            <a:off x="1740768" y="4662407"/>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Arial Narrow" panose="020B0606020202030204" pitchFamily="34" charset="0"/>
                <a:ea typeface="宋体" panose="02010600030101010101" pitchFamily="2" charset="-122"/>
              </a:rPr>
              <a:t>31</a:t>
            </a:r>
            <a:endParaRPr kumimoji="1" lang="en-US" altLang="zh-CN" sz="2400">
              <a:latin typeface="Times New Roman" panose="02020603050405020304" pitchFamily="18" charset="0"/>
              <a:ea typeface="宋体" panose="02010600030101010101" pitchFamily="2" charset="-122"/>
            </a:endParaRPr>
          </a:p>
        </p:txBody>
      </p:sp>
      <p:sp>
        <p:nvSpPr>
          <p:cNvPr id="128049" name="Text Box 50">
            <a:extLst>
              <a:ext uri="{FF2B5EF4-FFF2-40B4-BE49-F238E27FC236}">
                <a16:creationId xmlns:a16="http://schemas.microsoft.com/office/drawing/2014/main" id="{C15A0C5F-7BE7-21C4-7D1A-FD9E3F0EC2CC}"/>
              </a:ext>
            </a:extLst>
          </p:cNvPr>
          <p:cNvSpPr txBox="1">
            <a:spLocks noChangeArrowheads="1"/>
          </p:cNvSpPr>
          <p:nvPr/>
        </p:nvSpPr>
        <p:spPr bwMode="auto">
          <a:xfrm>
            <a:off x="1054968" y="4662407"/>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Arial Narrow" panose="020B0606020202030204" pitchFamily="34" charset="0"/>
                <a:ea typeface="宋体" panose="02010600030101010101" pitchFamily="2" charset="-122"/>
              </a:rPr>
              <a:t>53</a:t>
            </a:r>
            <a:endParaRPr kumimoji="1" lang="en-US" altLang="zh-CN" sz="2400">
              <a:latin typeface="Times New Roman" panose="02020603050405020304" pitchFamily="18" charset="0"/>
              <a:ea typeface="宋体" panose="02010600030101010101" pitchFamily="2" charset="-122"/>
            </a:endParaRPr>
          </a:p>
        </p:txBody>
      </p:sp>
      <p:sp>
        <p:nvSpPr>
          <p:cNvPr id="128050" name="Text Box 51">
            <a:extLst>
              <a:ext uri="{FF2B5EF4-FFF2-40B4-BE49-F238E27FC236}">
                <a16:creationId xmlns:a16="http://schemas.microsoft.com/office/drawing/2014/main" id="{890D3460-3C03-978E-9C8F-B2D7C248910A}"/>
              </a:ext>
            </a:extLst>
          </p:cNvPr>
          <p:cNvSpPr txBox="1">
            <a:spLocks noChangeArrowheads="1"/>
          </p:cNvSpPr>
          <p:nvPr/>
        </p:nvSpPr>
        <p:spPr bwMode="auto">
          <a:xfrm>
            <a:off x="5169768" y="4676695"/>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Arial Narrow" panose="020B0606020202030204" pitchFamily="34" charset="0"/>
                <a:ea typeface="宋体" panose="02010600030101010101" pitchFamily="2" charset="-122"/>
              </a:rPr>
              <a:t>23</a:t>
            </a:r>
            <a:endParaRPr kumimoji="1" lang="en-US" altLang="zh-CN" sz="2400">
              <a:latin typeface="Times New Roman" panose="02020603050405020304" pitchFamily="18" charset="0"/>
              <a:ea typeface="宋体" panose="02010600030101010101" pitchFamily="2" charset="-122"/>
            </a:endParaRPr>
          </a:p>
        </p:txBody>
      </p:sp>
      <p:sp>
        <p:nvSpPr>
          <p:cNvPr id="128051" name="Text Box 52">
            <a:extLst>
              <a:ext uri="{FF2B5EF4-FFF2-40B4-BE49-F238E27FC236}">
                <a16:creationId xmlns:a16="http://schemas.microsoft.com/office/drawing/2014/main" id="{A1DC58DE-F88F-2494-6C28-48F3E1C0DC39}"/>
              </a:ext>
            </a:extLst>
          </p:cNvPr>
          <p:cNvSpPr txBox="1">
            <a:spLocks noChangeArrowheads="1"/>
          </p:cNvSpPr>
          <p:nvPr/>
        </p:nvSpPr>
        <p:spPr bwMode="auto">
          <a:xfrm>
            <a:off x="1435968" y="3900407"/>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Arial Narrow" panose="020B0606020202030204" pitchFamily="34" charset="0"/>
                <a:ea typeface="宋体" panose="02010600030101010101" pitchFamily="2" charset="-122"/>
              </a:rPr>
              <a:t>23</a:t>
            </a:r>
            <a:endParaRPr kumimoji="1" lang="en-US" altLang="zh-CN" sz="2400">
              <a:latin typeface="Times New Roman" panose="02020603050405020304" pitchFamily="18" charset="0"/>
              <a:ea typeface="宋体" panose="02010600030101010101" pitchFamily="2" charset="-122"/>
            </a:endParaRPr>
          </a:p>
        </p:txBody>
      </p:sp>
      <p:sp>
        <p:nvSpPr>
          <p:cNvPr id="128052" name="Text Box 53">
            <a:extLst>
              <a:ext uri="{FF2B5EF4-FFF2-40B4-BE49-F238E27FC236}">
                <a16:creationId xmlns:a16="http://schemas.microsoft.com/office/drawing/2014/main" id="{ABE56158-EE73-389E-7C5A-3E835EAEA39F}"/>
              </a:ext>
            </a:extLst>
          </p:cNvPr>
          <p:cNvSpPr txBox="1">
            <a:spLocks noChangeArrowheads="1"/>
          </p:cNvSpPr>
          <p:nvPr/>
        </p:nvSpPr>
        <p:spPr bwMode="auto">
          <a:xfrm>
            <a:off x="6846168" y="3214607"/>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Arial Narrow" panose="020B0606020202030204" pitchFamily="34" charset="0"/>
                <a:ea typeface="宋体" panose="02010600030101010101" pitchFamily="2" charset="-122"/>
              </a:rPr>
              <a:t>53</a:t>
            </a:r>
            <a:endParaRPr kumimoji="1" lang="en-US" altLang="zh-CN" sz="2400">
              <a:latin typeface="Times New Roman" panose="02020603050405020304" pitchFamily="18" charset="0"/>
              <a:ea typeface="宋体" panose="02010600030101010101" pitchFamily="2" charset="-122"/>
            </a:endParaRPr>
          </a:p>
        </p:txBody>
      </p:sp>
      <p:sp>
        <p:nvSpPr>
          <p:cNvPr id="128053" name="Text Box 54">
            <a:extLst>
              <a:ext uri="{FF2B5EF4-FFF2-40B4-BE49-F238E27FC236}">
                <a16:creationId xmlns:a16="http://schemas.microsoft.com/office/drawing/2014/main" id="{5427001E-169D-AD64-A07E-CEE577622FA4}"/>
              </a:ext>
            </a:extLst>
          </p:cNvPr>
          <p:cNvSpPr txBox="1">
            <a:spLocks noChangeArrowheads="1"/>
          </p:cNvSpPr>
          <p:nvPr/>
        </p:nvSpPr>
        <p:spPr bwMode="auto">
          <a:xfrm>
            <a:off x="4483968" y="4676695"/>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Arial Narrow" panose="020B0606020202030204" pitchFamily="34" charset="0"/>
                <a:ea typeface="宋体" panose="02010600030101010101" pitchFamily="2" charset="-122"/>
              </a:rPr>
              <a:t>17</a:t>
            </a:r>
            <a:endParaRPr kumimoji="1" lang="en-US" altLang="zh-CN" sz="2400">
              <a:latin typeface="Times New Roman" panose="02020603050405020304" pitchFamily="18" charset="0"/>
              <a:ea typeface="宋体" panose="02010600030101010101" pitchFamily="2" charset="-122"/>
            </a:endParaRPr>
          </a:p>
        </p:txBody>
      </p:sp>
      <p:sp>
        <p:nvSpPr>
          <p:cNvPr id="128054" name="Text Box 55">
            <a:extLst>
              <a:ext uri="{FF2B5EF4-FFF2-40B4-BE49-F238E27FC236}">
                <a16:creationId xmlns:a16="http://schemas.microsoft.com/office/drawing/2014/main" id="{6F3C5C0A-83B0-A311-03AB-37835837C1C5}"/>
              </a:ext>
            </a:extLst>
          </p:cNvPr>
          <p:cNvSpPr txBox="1">
            <a:spLocks noChangeArrowheads="1"/>
          </p:cNvSpPr>
          <p:nvPr/>
        </p:nvSpPr>
        <p:spPr bwMode="auto">
          <a:xfrm>
            <a:off x="1816968" y="3214607"/>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CC3300"/>
                </a:solidFill>
                <a:latin typeface="Arial Narrow" panose="020B0606020202030204" pitchFamily="34" charset="0"/>
                <a:ea typeface="宋体" panose="02010600030101010101" pitchFamily="2" charset="-122"/>
              </a:rPr>
              <a:t>17</a:t>
            </a:r>
            <a:endParaRPr kumimoji="1" lang="en-US" altLang="zh-CN" sz="2400">
              <a:latin typeface="Times New Roman" panose="02020603050405020304" pitchFamily="18" charset="0"/>
              <a:ea typeface="宋体" panose="02010600030101010101" pitchFamily="2" charset="-122"/>
            </a:endParaRPr>
          </a:p>
        </p:txBody>
      </p:sp>
      <p:sp>
        <p:nvSpPr>
          <p:cNvPr id="4" name="标题 3">
            <a:extLst>
              <a:ext uri="{FF2B5EF4-FFF2-40B4-BE49-F238E27FC236}">
                <a16:creationId xmlns:a16="http://schemas.microsoft.com/office/drawing/2014/main" id="{6B02305A-0990-450C-877E-C4D8932A08B6}"/>
              </a:ext>
            </a:extLst>
          </p:cNvPr>
          <p:cNvSpPr>
            <a:spLocks noGrp="1"/>
          </p:cNvSpPr>
          <p:nvPr>
            <p:ph type="title"/>
          </p:nvPr>
        </p:nvSpPr>
        <p:spPr>
          <a:xfrm>
            <a:off x="628650" y="319970"/>
            <a:ext cx="7886700" cy="1325563"/>
          </a:xfrm>
        </p:spPr>
        <p:txBody>
          <a:bodyPr/>
          <a:lstStyle/>
          <a:p>
            <a:r>
              <a:rPr lang="en-US" altLang="zh-CN" dirty="0"/>
              <a:t>5.8 </a:t>
            </a:r>
            <a:r>
              <a:rPr lang="zh-CN" altLang="en-US" dirty="0"/>
              <a:t>堆</a:t>
            </a:r>
          </a:p>
        </p:txBody>
      </p:sp>
      <p:sp>
        <p:nvSpPr>
          <p:cNvPr id="5" name="内容占位符 4">
            <a:extLst>
              <a:ext uri="{FF2B5EF4-FFF2-40B4-BE49-F238E27FC236}">
                <a16:creationId xmlns:a16="http://schemas.microsoft.com/office/drawing/2014/main" id="{222CEB88-497D-45BF-96F8-9B1555DF338C}"/>
              </a:ext>
            </a:extLst>
          </p:cNvPr>
          <p:cNvSpPr>
            <a:spLocks noGrp="1"/>
          </p:cNvSpPr>
          <p:nvPr>
            <p:ph idx="1"/>
          </p:nvPr>
        </p:nvSpPr>
        <p:spPr>
          <a:xfrm>
            <a:off x="628650" y="1825625"/>
            <a:ext cx="8335838" cy="4351338"/>
          </a:xfrm>
        </p:spPr>
        <p:txBody>
          <a:bodyPr/>
          <a:lstStyle/>
          <a:p>
            <a:r>
              <a:rPr lang="en-US" altLang="zh-CN" dirty="0"/>
              <a:t>5.8.1 </a:t>
            </a:r>
            <a:r>
              <a:rPr lang="zh-CN" altLang="en-US" dirty="0"/>
              <a:t>最小堆和最大堆（用完全二叉树表示）</a:t>
            </a:r>
          </a:p>
        </p:txBody>
      </p:sp>
      <p:sp>
        <p:nvSpPr>
          <p:cNvPr id="2" name="灯片编号占位符 1">
            <a:extLst>
              <a:ext uri="{FF2B5EF4-FFF2-40B4-BE49-F238E27FC236}">
                <a16:creationId xmlns:a16="http://schemas.microsoft.com/office/drawing/2014/main" id="{4AF1721F-D67C-E1DD-6766-5FE3C72FCDF4}"/>
              </a:ext>
            </a:extLst>
          </p:cNvPr>
          <p:cNvSpPr>
            <a:spLocks noGrp="1"/>
          </p:cNvSpPr>
          <p:nvPr>
            <p:ph type="sldNum" sz="quarter" idx="12"/>
          </p:nvPr>
        </p:nvSpPr>
        <p:spPr/>
        <p:txBody>
          <a:bodyPr/>
          <a:lstStyle/>
          <a:p>
            <a:pPr>
              <a:defRPr/>
            </a:pPr>
            <a:fld id="{A598D83B-EE2A-4F12-B129-1EDE84DF129B}" type="slidenum">
              <a:rPr lang="en-US" altLang="zh-CN" smtClean="0"/>
              <a:pPr>
                <a:defRPr/>
              </a:pPr>
              <a:t>118</a:t>
            </a:fld>
            <a:endParaRPr lang="en-US" altLang="zh-CN"/>
          </a:p>
        </p:txBody>
      </p:sp>
    </p:spTree>
  </p:cSld>
  <p:clrMapOvr>
    <a:masterClrMapping/>
  </p:clrMapOvr>
  <p:transition>
    <p:split/>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B3F599-0D02-404A-90C0-E7C51C8DF396}"/>
              </a:ext>
            </a:extLst>
          </p:cNvPr>
          <p:cNvSpPr>
            <a:spLocks noGrp="1"/>
          </p:cNvSpPr>
          <p:nvPr>
            <p:ph type="title"/>
          </p:nvPr>
        </p:nvSpPr>
        <p:spPr/>
        <p:txBody>
          <a:bodyPr/>
          <a:lstStyle/>
          <a:p>
            <a:r>
              <a:rPr lang="zh-CN" altLang="en-US" dirty="0"/>
              <a:t>最小堆的类定义</a:t>
            </a:r>
          </a:p>
        </p:txBody>
      </p:sp>
      <p:sp>
        <p:nvSpPr>
          <p:cNvPr id="3" name="内容占位符 2">
            <a:extLst>
              <a:ext uri="{FF2B5EF4-FFF2-40B4-BE49-F238E27FC236}">
                <a16:creationId xmlns:a16="http://schemas.microsoft.com/office/drawing/2014/main" id="{E04296FF-3727-445E-A3F5-D6C1E89B2702}"/>
              </a:ext>
            </a:extLst>
          </p:cNvPr>
          <p:cNvSpPr>
            <a:spLocks noGrp="1"/>
          </p:cNvSpPr>
          <p:nvPr>
            <p:ph sz="half" idx="1"/>
          </p:nvPr>
        </p:nvSpPr>
        <p:spPr>
          <a:xfrm>
            <a:off x="118077" y="1804285"/>
            <a:ext cx="4335337" cy="4667250"/>
          </a:xfrm>
          <a:solidFill>
            <a:schemeClr val="bg2">
              <a:lumMod val="90000"/>
            </a:schemeClr>
          </a:solidFill>
        </p:spPr>
        <p:txBody>
          <a:bodyPr>
            <a:normAutofit fontScale="85000" lnSpcReduction="10000"/>
          </a:bodyPr>
          <a:lstStyle/>
          <a:p>
            <a:pPr marL="0" indent="0">
              <a:buNone/>
            </a:pPr>
            <a:r>
              <a:rPr lang="en-US" altLang="zh-CN" dirty="0"/>
              <a:t>#define </a:t>
            </a:r>
            <a:r>
              <a:rPr lang="en-US" altLang="zh-CN" dirty="0" err="1"/>
              <a:t>DefaultSize</a:t>
            </a:r>
            <a:r>
              <a:rPr lang="en-US" altLang="zh-CN" dirty="0"/>
              <a:t>  10</a:t>
            </a:r>
          </a:p>
          <a:p>
            <a:pPr marL="0" indent="0">
              <a:buNone/>
            </a:pPr>
            <a:r>
              <a:rPr lang="en-US" altLang="zh-CN" dirty="0"/>
              <a:t>template &lt; class E&gt; </a:t>
            </a:r>
          </a:p>
          <a:p>
            <a:pPr marL="0" indent="0">
              <a:buNone/>
            </a:pPr>
            <a:r>
              <a:rPr lang="en-US" altLang="zh-CN" dirty="0"/>
              <a:t>class </a:t>
            </a:r>
            <a:r>
              <a:rPr lang="en-US" altLang="zh-CN" dirty="0" err="1"/>
              <a:t>MinHeap</a:t>
            </a:r>
            <a:r>
              <a:rPr lang="en-US" altLang="zh-CN" dirty="0"/>
              <a:t>  {</a:t>
            </a:r>
          </a:p>
          <a:p>
            <a:pPr marL="0" indent="0">
              <a:buNone/>
            </a:pPr>
            <a:r>
              <a:rPr lang="en-US" altLang="zh-CN" dirty="0"/>
              <a:t>private: </a:t>
            </a:r>
          </a:p>
          <a:p>
            <a:pPr marL="0" indent="0">
              <a:buNone/>
            </a:pPr>
            <a:r>
              <a:rPr lang="en-US" altLang="zh-CN" dirty="0"/>
              <a:t>    E * heap;     //</a:t>
            </a:r>
            <a:r>
              <a:rPr lang="zh-CN" altLang="en-US" dirty="0"/>
              <a:t>存放最小堆元素的数组</a:t>
            </a:r>
          </a:p>
          <a:p>
            <a:pPr marL="0" indent="0">
              <a:buNone/>
            </a:pPr>
            <a:r>
              <a:rPr lang="zh-CN" altLang="en-US" dirty="0"/>
              <a:t>    </a:t>
            </a:r>
            <a:r>
              <a:rPr lang="en-US" altLang="zh-CN" dirty="0"/>
              <a:t>int </a:t>
            </a:r>
            <a:r>
              <a:rPr lang="en-US" altLang="zh-CN" dirty="0" err="1"/>
              <a:t>currentSize</a:t>
            </a:r>
            <a:r>
              <a:rPr lang="en-US" altLang="zh-CN" dirty="0"/>
              <a:t>;    //</a:t>
            </a:r>
            <a:r>
              <a:rPr lang="zh-CN" altLang="en-US" dirty="0"/>
              <a:t>当前元素个数</a:t>
            </a:r>
          </a:p>
          <a:p>
            <a:pPr marL="0" indent="0">
              <a:buNone/>
            </a:pPr>
            <a:r>
              <a:rPr lang="zh-CN" altLang="en-US" dirty="0"/>
              <a:t>    </a:t>
            </a:r>
            <a:r>
              <a:rPr lang="en-US" altLang="zh-CN" dirty="0"/>
              <a:t>int </a:t>
            </a:r>
            <a:r>
              <a:rPr lang="en-US" altLang="zh-CN" dirty="0" err="1"/>
              <a:t>maxHeapSize</a:t>
            </a:r>
            <a:r>
              <a:rPr lang="en-US" altLang="zh-CN" dirty="0"/>
              <a:t>;  //</a:t>
            </a:r>
            <a:r>
              <a:rPr lang="zh-CN" altLang="en-US" dirty="0"/>
              <a:t>最多允许元素个数</a:t>
            </a:r>
          </a:p>
          <a:p>
            <a:pPr marL="0" indent="0">
              <a:buNone/>
            </a:pPr>
            <a:r>
              <a:rPr lang="zh-CN" altLang="en-US" dirty="0"/>
              <a:t>    </a:t>
            </a:r>
            <a:r>
              <a:rPr lang="en-US" altLang="zh-CN" dirty="0"/>
              <a:t>void </a:t>
            </a:r>
            <a:r>
              <a:rPr lang="en-US" altLang="zh-CN" dirty="0" err="1"/>
              <a:t>siftDown</a:t>
            </a:r>
            <a:r>
              <a:rPr lang="en-US" altLang="zh-CN" dirty="0"/>
              <a:t> ( int start, int m );</a:t>
            </a:r>
          </a:p>
          <a:p>
            <a:pPr marL="0" indent="0">
              <a:buNone/>
            </a:pPr>
            <a:r>
              <a:rPr lang="en-US" altLang="zh-CN" dirty="0"/>
              <a:t>      //</a:t>
            </a:r>
            <a:r>
              <a:rPr lang="zh-CN" altLang="en-US" dirty="0"/>
              <a:t>从 </a:t>
            </a:r>
            <a:r>
              <a:rPr lang="en-US" altLang="zh-CN" dirty="0"/>
              <a:t>start </a:t>
            </a:r>
            <a:r>
              <a:rPr lang="zh-CN" altLang="en-US" dirty="0"/>
              <a:t>到</a:t>
            </a:r>
            <a:r>
              <a:rPr lang="en-US" altLang="zh-CN" dirty="0"/>
              <a:t>m</a:t>
            </a:r>
            <a:r>
              <a:rPr lang="zh-CN" altLang="en-US" dirty="0"/>
              <a:t>自顶向下调整为最小堆 </a:t>
            </a:r>
          </a:p>
          <a:p>
            <a:pPr marL="0" indent="0">
              <a:buNone/>
            </a:pPr>
            <a:r>
              <a:rPr lang="zh-CN" altLang="en-US" dirty="0"/>
              <a:t>    </a:t>
            </a:r>
            <a:r>
              <a:rPr lang="en-US" altLang="zh-CN" dirty="0"/>
              <a:t>void </a:t>
            </a:r>
            <a:r>
              <a:rPr lang="en-US" altLang="zh-CN" dirty="0" err="1"/>
              <a:t>siftUp</a:t>
            </a:r>
            <a:r>
              <a:rPr lang="en-US" altLang="zh-CN" dirty="0"/>
              <a:t> ( int start );</a:t>
            </a:r>
          </a:p>
          <a:p>
            <a:pPr marL="0" indent="0">
              <a:buNone/>
            </a:pPr>
            <a:r>
              <a:rPr lang="en-US" altLang="zh-CN" dirty="0"/>
              <a:t>      //</a:t>
            </a:r>
            <a:r>
              <a:rPr lang="zh-CN" altLang="en-US" dirty="0"/>
              <a:t>从 </a:t>
            </a:r>
            <a:r>
              <a:rPr lang="en-US" altLang="zh-CN" dirty="0"/>
              <a:t>start </a:t>
            </a:r>
            <a:r>
              <a:rPr lang="zh-CN" altLang="en-US" dirty="0"/>
              <a:t>到</a:t>
            </a:r>
            <a:r>
              <a:rPr lang="en-US" altLang="zh-CN" dirty="0"/>
              <a:t>0</a:t>
            </a:r>
            <a:r>
              <a:rPr lang="zh-CN" altLang="en-US" dirty="0"/>
              <a:t>自底向上调整为最小堆</a:t>
            </a:r>
          </a:p>
        </p:txBody>
      </p:sp>
      <p:sp>
        <p:nvSpPr>
          <p:cNvPr id="4" name="内容占位符 3">
            <a:extLst>
              <a:ext uri="{FF2B5EF4-FFF2-40B4-BE49-F238E27FC236}">
                <a16:creationId xmlns:a16="http://schemas.microsoft.com/office/drawing/2014/main" id="{9EAA0CA8-9AB4-4A00-B1AC-71A861E99F17}"/>
              </a:ext>
            </a:extLst>
          </p:cNvPr>
          <p:cNvSpPr>
            <a:spLocks noGrp="1"/>
          </p:cNvSpPr>
          <p:nvPr>
            <p:ph sz="half" idx="2"/>
          </p:nvPr>
        </p:nvSpPr>
        <p:spPr>
          <a:xfrm>
            <a:off x="4572000" y="1825625"/>
            <a:ext cx="4453923" cy="4667250"/>
          </a:xfrm>
          <a:solidFill>
            <a:schemeClr val="bg2">
              <a:lumMod val="90000"/>
            </a:schemeClr>
          </a:solidFill>
        </p:spPr>
        <p:txBody>
          <a:bodyPr>
            <a:normAutofit fontScale="85000" lnSpcReduction="10000"/>
          </a:bodyPr>
          <a:lstStyle/>
          <a:p>
            <a:pPr marL="0" indent="0">
              <a:buNone/>
            </a:pPr>
            <a:r>
              <a:rPr lang="en-US" altLang="zh-CN" dirty="0"/>
              <a:t>public: </a:t>
            </a:r>
          </a:p>
          <a:p>
            <a:pPr marL="0" indent="0">
              <a:buNone/>
            </a:pPr>
            <a:r>
              <a:rPr lang="en-US" altLang="zh-CN" dirty="0"/>
              <a:t>    </a:t>
            </a:r>
            <a:r>
              <a:rPr lang="en-US" altLang="zh-CN" dirty="0" err="1"/>
              <a:t>MinHeap</a:t>
            </a:r>
            <a:r>
              <a:rPr lang="en-US" altLang="zh-CN" dirty="0"/>
              <a:t> ( int </a:t>
            </a:r>
            <a:r>
              <a:rPr lang="en-US" altLang="zh-CN" dirty="0" err="1"/>
              <a:t>sz</a:t>
            </a:r>
            <a:r>
              <a:rPr lang="en-US" altLang="zh-CN" dirty="0"/>
              <a:t> = </a:t>
            </a:r>
            <a:r>
              <a:rPr lang="en-US" altLang="zh-CN" dirty="0" err="1"/>
              <a:t>DefaultSize</a:t>
            </a:r>
            <a:r>
              <a:rPr lang="en-US" altLang="zh-CN" dirty="0"/>
              <a:t> ); </a:t>
            </a:r>
          </a:p>
          <a:p>
            <a:pPr marL="0" indent="0">
              <a:buNone/>
            </a:pPr>
            <a:r>
              <a:rPr lang="en-US" altLang="zh-CN" dirty="0"/>
              <a:t>            //</a:t>
            </a:r>
            <a:r>
              <a:rPr lang="zh-CN" altLang="en-US" dirty="0"/>
              <a:t>代码见本页备注</a:t>
            </a:r>
            <a:endParaRPr lang="en-US" altLang="zh-CN" dirty="0"/>
          </a:p>
          <a:p>
            <a:pPr marL="0" indent="0">
              <a:buNone/>
            </a:pPr>
            <a:r>
              <a:rPr lang="en-US" altLang="zh-CN" dirty="0"/>
              <a:t>    </a:t>
            </a:r>
            <a:r>
              <a:rPr lang="en-US" altLang="zh-CN" dirty="0" err="1"/>
              <a:t>MinHeap</a:t>
            </a:r>
            <a:r>
              <a:rPr lang="en-US" altLang="zh-CN" dirty="0"/>
              <a:t> ( E </a:t>
            </a:r>
            <a:r>
              <a:rPr lang="en-US" altLang="zh-CN" dirty="0" err="1"/>
              <a:t>arr</a:t>
            </a:r>
            <a:r>
              <a:rPr lang="en-US" altLang="zh-CN" dirty="0"/>
              <a:t>[ ], int n );</a:t>
            </a:r>
          </a:p>
          <a:p>
            <a:pPr marL="0" indent="0">
              <a:buNone/>
            </a:pPr>
            <a:r>
              <a:rPr lang="en-US" altLang="zh-CN" dirty="0"/>
              <a:t>    ~</a:t>
            </a:r>
            <a:r>
              <a:rPr lang="en-US" altLang="zh-CN" dirty="0" err="1"/>
              <a:t>MinHeap</a:t>
            </a:r>
            <a:r>
              <a:rPr lang="en-US" altLang="zh-CN" dirty="0"/>
              <a:t> ( ) { delete [ ] heap; }</a:t>
            </a:r>
          </a:p>
          <a:p>
            <a:pPr marL="0" indent="0">
              <a:buNone/>
            </a:pPr>
            <a:r>
              <a:rPr lang="en-US" altLang="zh-CN" dirty="0"/>
              <a:t>    bool Insert ( const E&amp; x );	   //</a:t>
            </a:r>
            <a:r>
              <a:rPr lang="zh-CN" altLang="en-US" dirty="0"/>
              <a:t>插入</a:t>
            </a:r>
          </a:p>
          <a:p>
            <a:pPr marL="0" indent="0">
              <a:buNone/>
            </a:pPr>
            <a:r>
              <a:rPr lang="zh-CN" altLang="en-US" dirty="0"/>
              <a:t>    </a:t>
            </a:r>
            <a:r>
              <a:rPr lang="en-US" altLang="zh-CN" dirty="0"/>
              <a:t>bool </a:t>
            </a:r>
            <a:r>
              <a:rPr lang="en-US" altLang="zh-CN" dirty="0" err="1"/>
              <a:t>RemoveMin</a:t>
            </a:r>
            <a:r>
              <a:rPr lang="en-US" altLang="zh-CN" dirty="0"/>
              <a:t> ( E&amp; x );   //</a:t>
            </a:r>
            <a:r>
              <a:rPr lang="zh-CN" altLang="en-US" dirty="0"/>
              <a:t>删除 </a:t>
            </a:r>
          </a:p>
          <a:p>
            <a:pPr marL="0" indent="0">
              <a:buNone/>
            </a:pPr>
            <a:r>
              <a:rPr lang="zh-CN" altLang="en-US" dirty="0"/>
              <a:t>    </a:t>
            </a:r>
            <a:r>
              <a:rPr lang="en-US" altLang="zh-CN" dirty="0"/>
              <a:t>bool </a:t>
            </a:r>
            <a:r>
              <a:rPr lang="en-US" altLang="zh-CN" dirty="0" err="1"/>
              <a:t>IsEmpty</a:t>
            </a:r>
            <a:r>
              <a:rPr lang="en-US" altLang="zh-CN" dirty="0"/>
              <a:t> ( ) const     //</a:t>
            </a:r>
            <a:r>
              <a:rPr lang="zh-CN" altLang="en-US" dirty="0"/>
              <a:t>判堆空否</a:t>
            </a:r>
          </a:p>
          <a:p>
            <a:pPr marL="0" indent="0">
              <a:buNone/>
            </a:pPr>
            <a:r>
              <a:rPr lang="zh-CN" altLang="en-US" dirty="0"/>
              <a:t>    </a:t>
            </a:r>
            <a:r>
              <a:rPr lang="en-US" altLang="zh-CN" dirty="0"/>
              <a:t>{ return (</a:t>
            </a:r>
            <a:r>
              <a:rPr lang="en-US" altLang="zh-CN" dirty="0" err="1"/>
              <a:t>currentSize</a:t>
            </a:r>
            <a:r>
              <a:rPr lang="en-US" altLang="zh-CN" dirty="0"/>
              <a:t> == 0) ; }</a:t>
            </a:r>
          </a:p>
          <a:p>
            <a:pPr marL="0" indent="0">
              <a:buNone/>
            </a:pPr>
            <a:r>
              <a:rPr lang="en-US" altLang="zh-CN" dirty="0"/>
              <a:t>    bool </a:t>
            </a:r>
            <a:r>
              <a:rPr lang="en-US" altLang="zh-CN" dirty="0" err="1"/>
              <a:t>IsFull</a:t>
            </a:r>
            <a:r>
              <a:rPr lang="en-US" altLang="zh-CN" dirty="0"/>
              <a:t> ( ) const          //</a:t>
            </a:r>
            <a:r>
              <a:rPr lang="zh-CN" altLang="en-US" dirty="0"/>
              <a:t>判堆满否</a:t>
            </a:r>
          </a:p>
          <a:p>
            <a:pPr marL="0" indent="0">
              <a:buNone/>
            </a:pPr>
            <a:r>
              <a:rPr lang="zh-CN" altLang="en-US" dirty="0"/>
              <a:t>    </a:t>
            </a:r>
            <a:r>
              <a:rPr lang="en-US" altLang="zh-CN" dirty="0"/>
              <a:t>{ return (</a:t>
            </a:r>
            <a:r>
              <a:rPr lang="en-US" altLang="zh-CN" dirty="0" err="1"/>
              <a:t>currentSize</a:t>
            </a:r>
            <a:r>
              <a:rPr lang="en-US" altLang="zh-CN" dirty="0"/>
              <a:t> == </a:t>
            </a:r>
            <a:r>
              <a:rPr lang="en-US" altLang="zh-CN" dirty="0" err="1"/>
              <a:t>maxHeapSize</a:t>
            </a:r>
            <a:r>
              <a:rPr lang="en-US" altLang="zh-CN" dirty="0"/>
              <a:t>) ; }</a:t>
            </a:r>
          </a:p>
          <a:p>
            <a:pPr marL="0" indent="0">
              <a:buNone/>
            </a:pPr>
            <a:r>
              <a:rPr lang="en-US" altLang="zh-CN" dirty="0"/>
              <a:t>    void </a:t>
            </a:r>
            <a:r>
              <a:rPr lang="en-US" altLang="zh-CN" dirty="0" err="1"/>
              <a:t>MakeEmpty</a:t>
            </a:r>
            <a:r>
              <a:rPr lang="en-US" altLang="zh-CN" dirty="0"/>
              <a:t> ( ) { </a:t>
            </a:r>
            <a:r>
              <a:rPr lang="en-US" altLang="zh-CN" dirty="0" err="1"/>
              <a:t>currentSize</a:t>
            </a:r>
            <a:r>
              <a:rPr lang="en-US" altLang="zh-CN" dirty="0"/>
              <a:t> = 0; }</a:t>
            </a:r>
          </a:p>
          <a:p>
            <a:pPr marL="0" indent="0">
              <a:buNone/>
            </a:pPr>
            <a:r>
              <a:rPr lang="en-US" altLang="zh-CN" dirty="0"/>
              <a:t>} </a:t>
            </a:r>
            <a:endParaRPr lang="zh-CN" altLang="en-US" dirty="0"/>
          </a:p>
          <a:p>
            <a:pPr marL="0" indent="0">
              <a:buNone/>
            </a:pPr>
            <a:endParaRPr lang="zh-CN" altLang="en-US" dirty="0"/>
          </a:p>
        </p:txBody>
      </p:sp>
      <p:sp>
        <p:nvSpPr>
          <p:cNvPr id="5" name="灯片编号占位符 4">
            <a:extLst>
              <a:ext uri="{FF2B5EF4-FFF2-40B4-BE49-F238E27FC236}">
                <a16:creationId xmlns:a16="http://schemas.microsoft.com/office/drawing/2014/main" id="{1AB38E09-2462-5BBF-EA88-34DB4949D5D4}"/>
              </a:ext>
            </a:extLst>
          </p:cNvPr>
          <p:cNvSpPr>
            <a:spLocks noGrp="1"/>
          </p:cNvSpPr>
          <p:nvPr>
            <p:ph type="sldNum" sz="quarter" idx="12"/>
          </p:nvPr>
        </p:nvSpPr>
        <p:spPr/>
        <p:txBody>
          <a:bodyPr/>
          <a:lstStyle/>
          <a:p>
            <a:pPr>
              <a:defRPr/>
            </a:pPr>
            <a:fld id="{97C60736-F4D1-4419-BD91-ADA094D56F9B}" type="slidenum">
              <a:rPr lang="en-US" altLang="zh-CN" smtClean="0"/>
              <a:pPr>
                <a:defRPr/>
              </a:pPr>
              <a:t>119</a:t>
            </a:fld>
            <a:endParaRPr lang="en-US" altLang="zh-CN"/>
          </a:p>
        </p:txBody>
      </p:sp>
    </p:spTree>
  </p:cSld>
  <p:clrMapOvr>
    <a:masterClrMapping/>
  </p:clrMapOvr>
  <p:transition>
    <p:split/>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85B1729F-279D-4FB5-919A-728A9C4770D8}"/>
              </a:ext>
            </a:extLst>
          </p:cNvPr>
          <p:cNvSpPr>
            <a:spLocks noGrp="1"/>
          </p:cNvSpPr>
          <p:nvPr>
            <p:ph type="title"/>
          </p:nvPr>
        </p:nvSpPr>
        <p:spPr/>
        <p:txBody>
          <a:bodyPr/>
          <a:lstStyle/>
          <a:p>
            <a:r>
              <a:rPr lang="en-US" altLang="zh-CN" dirty="0"/>
              <a:t>5.8.2 </a:t>
            </a:r>
            <a:r>
              <a:rPr lang="zh-CN" altLang="en-US" dirty="0"/>
              <a:t>堆的建立</a:t>
            </a:r>
          </a:p>
        </p:txBody>
      </p:sp>
      <p:sp>
        <p:nvSpPr>
          <p:cNvPr id="3" name="内容占位符 2">
            <a:extLst>
              <a:ext uri="{FF2B5EF4-FFF2-40B4-BE49-F238E27FC236}">
                <a16:creationId xmlns:a16="http://schemas.microsoft.com/office/drawing/2014/main" id="{0EF19244-BB3E-4A9D-B980-EBA4CE52B994}"/>
              </a:ext>
            </a:extLst>
          </p:cNvPr>
          <p:cNvSpPr>
            <a:spLocks noGrp="1"/>
          </p:cNvSpPr>
          <p:nvPr>
            <p:ph idx="1"/>
          </p:nvPr>
        </p:nvSpPr>
        <p:spPr>
          <a:xfrm>
            <a:off x="179512" y="1412776"/>
            <a:ext cx="8784976" cy="5308699"/>
          </a:xfrm>
        </p:spPr>
        <p:txBody>
          <a:bodyPr>
            <a:normAutofit fontScale="55000" lnSpcReduction="20000"/>
          </a:bodyPr>
          <a:lstStyle/>
          <a:p>
            <a:pPr marL="0" indent="0">
              <a:buNone/>
            </a:pPr>
            <a:r>
              <a:rPr lang="en-US" altLang="zh-CN" dirty="0"/>
              <a:t>//</a:t>
            </a:r>
            <a:r>
              <a:rPr lang="zh-CN" altLang="en-US" dirty="0"/>
              <a:t>根据给定数组中的数据，建立堆对象   </a:t>
            </a:r>
            <a:endParaRPr lang="en-US" altLang="zh-CN" dirty="0"/>
          </a:p>
          <a:p>
            <a:pPr marL="0" indent="0">
              <a:buNone/>
            </a:pPr>
            <a:r>
              <a:rPr lang="en-US" altLang="zh-CN" dirty="0"/>
              <a:t>template &lt;class E &gt; </a:t>
            </a:r>
          </a:p>
          <a:p>
            <a:pPr marL="0" indent="0">
              <a:buNone/>
            </a:pPr>
            <a:r>
              <a:rPr lang="en-US" altLang="zh-CN" dirty="0" err="1"/>
              <a:t>MinHeap</a:t>
            </a:r>
            <a:r>
              <a:rPr lang="en-US" altLang="zh-CN" dirty="0"/>
              <a:t> &lt;E&gt; :: </a:t>
            </a:r>
            <a:r>
              <a:rPr lang="en-US" altLang="zh-CN" dirty="0" err="1"/>
              <a:t>MinHeap</a:t>
            </a:r>
            <a:r>
              <a:rPr lang="en-US" altLang="zh-CN" dirty="0"/>
              <a:t> ( E </a:t>
            </a:r>
            <a:r>
              <a:rPr lang="en-US" altLang="zh-CN" dirty="0" err="1"/>
              <a:t>arr</a:t>
            </a:r>
            <a:r>
              <a:rPr lang="en-US" altLang="zh-CN" dirty="0"/>
              <a:t>[ ], int n ) {</a:t>
            </a:r>
          </a:p>
          <a:p>
            <a:pPr marL="0" indent="0">
              <a:buNone/>
            </a:pPr>
            <a:r>
              <a:rPr lang="en-US" altLang="zh-CN" dirty="0"/>
              <a:t>    </a:t>
            </a:r>
            <a:r>
              <a:rPr lang="en-US" altLang="zh-CN" dirty="0" err="1"/>
              <a:t>maxHeapSize</a:t>
            </a:r>
            <a:r>
              <a:rPr lang="en-US" altLang="zh-CN" dirty="0"/>
              <a:t> = (</a:t>
            </a:r>
            <a:r>
              <a:rPr lang="en-US" altLang="zh-CN" dirty="0" err="1"/>
              <a:t>DefaultSize</a:t>
            </a:r>
            <a:r>
              <a:rPr lang="en-US" altLang="zh-CN" dirty="0"/>
              <a:t> &lt; n) ? n : </a:t>
            </a:r>
            <a:r>
              <a:rPr lang="en-US" altLang="zh-CN" dirty="0" err="1"/>
              <a:t>DefaultSize</a:t>
            </a:r>
            <a:r>
              <a:rPr lang="en-US" altLang="zh-CN" dirty="0"/>
              <a:t>;</a:t>
            </a:r>
          </a:p>
          <a:p>
            <a:pPr marL="0" indent="0">
              <a:buNone/>
            </a:pPr>
            <a:r>
              <a:rPr lang="en-US" altLang="zh-CN" dirty="0"/>
              <a:t>    heap = new E [</a:t>
            </a:r>
            <a:r>
              <a:rPr lang="en-US" altLang="zh-CN" dirty="0" err="1"/>
              <a:t>maxHeapSize</a:t>
            </a:r>
            <a:r>
              <a:rPr lang="en-US" altLang="zh-CN" dirty="0"/>
              <a:t>]; </a:t>
            </a:r>
          </a:p>
          <a:p>
            <a:pPr marL="0" indent="0">
              <a:buNone/>
            </a:pPr>
            <a:r>
              <a:rPr lang="en-US" altLang="zh-CN" dirty="0"/>
              <a:t>    if ( heap == NULL ) {  </a:t>
            </a:r>
            <a:r>
              <a:rPr lang="en-US" altLang="zh-CN" dirty="0" err="1"/>
              <a:t>cerr</a:t>
            </a:r>
            <a:r>
              <a:rPr lang="en-US" altLang="zh-CN" dirty="0"/>
              <a:t> &lt;&lt; "</a:t>
            </a:r>
            <a:r>
              <a:rPr lang="zh-CN" altLang="en-US" dirty="0"/>
              <a:t>存储分配错</a:t>
            </a:r>
            <a:r>
              <a:rPr lang="en-US" altLang="zh-CN" dirty="0"/>
              <a:t>!" &lt;&lt; </a:t>
            </a:r>
            <a:r>
              <a:rPr lang="en-US" altLang="zh-CN" dirty="0" err="1"/>
              <a:t>endl</a:t>
            </a:r>
            <a:r>
              <a:rPr lang="en-US" altLang="zh-CN" dirty="0"/>
              <a:t>;       exit(1);    } </a:t>
            </a:r>
          </a:p>
          <a:p>
            <a:pPr marL="0" indent="0">
              <a:buNone/>
            </a:pPr>
            <a:r>
              <a:rPr lang="en-US" altLang="zh-CN" dirty="0"/>
              <a:t>    for ( int </a:t>
            </a:r>
            <a:r>
              <a:rPr lang="en-US" altLang="zh-CN" dirty="0" err="1"/>
              <a:t>i</a:t>
            </a:r>
            <a:r>
              <a:rPr lang="en-US" altLang="zh-CN" dirty="0"/>
              <a:t> = 0; </a:t>
            </a:r>
            <a:r>
              <a:rPr lang="en-US" altLang="zh-CN" dirty="0" err="1"/>
              <a:t>i</a:t>
            </a:r>
            <a:r>
              <a:rPr lang="en-US" altLang="zh-CN" dirty="0"/>
              <a:t> &lt; n; </a:t>
            </a:r>
            <a:r>
              <a:rPr lang="en-US" altLang="zh-CN" dirty="0" err="1"/>
              <a:t>i</a:t>
            </a:r>
            <a:r>
              <a:rPr lang="en-US" altLang="zh-CN" dirty="0"/>
              <a:t>++ )    heap[</a:t>
            </a:r>
            <a:r>
              <a:rPr lang="en-US" altLang="zh-CN" dirty="0" err="1"/>
              <a:t>i</a:t>
            </a:r>
            <a:r>
              <a:rPr lang="en-US" altLang="zh-CN" dirty="0"/>
              <a:t>] = </a:t>
            </a:r>
            <a:r>
              <a:rPr lang="en-US" altLang="zh-CN" dirty="0" err="1"/>
              <a:t>arr</a:t>
            </a:r>
            <a:r>
              <a:rPr lang="en-US" altLang="zh-CN" dirty="0"/>
              <a:t>[</a:t>
            </a:r>
            <a:r>
              <a:rPr lang="en-US" altLang="zh-CN" dirty="0" err="1"/>
              <a:t>i</a:t>
            </a:r>
            <a:r>
              <a:rPr lang="en-US" altLang="zh-CN" dirty="0"/>
              <a:t>];  //</a:t>
            </a:r>
            <a:r>
              <a:rPr lang="zh-CN" altLang="en-US" dirty="0"/>
              <a:t>数组传送</a:t>
            </a:r>
          </a:p>
          <a:p>
            <a:pPr marL="0" indent="0">
              <a:buNone/>
            </a:pPr>
            <a:r>
              <a:rPr lang="en-US" altLang="zh-CN" dirty="0"/>
              <a:t>    </a:t>
            </a:r>
            <a:r>
              <a:rPr lang="en-US" altLang="zh-CN" dirty="0" err="1"/>
              <a:t>currentSize</a:t>
            </a:r>
            <a:r>
              <a:rPr lang="en-US" altLang="zh-CN" dirty="0"/>
              <a:t> = n;       //</a:t>
            </a:r>
            <a:r>
              <a:rPr lang="zh-CN" altLang="en-US" dirty="0"/>
              <a:t>当前堆大小</a:t>
            </a:r>
          </a:p>
          <a:p>
            <a:pPr marL="0" indent="0">
              <a:buNone/>
            </a:pPr>
            <a:r>
              <a:rPr lang="zh-CN" altLang="en-US" dirty="0"/>
              <a:t>    </a:t>
            </a:r>
            <a:r>
              <a:rPr lang="en-US" altLang="zh-CN" dirty="0"/>
              <a:t>int </a:t>
            </a:r>
            <a:r>
              <a:rPr lang="en-US" altLang="zh-CN" dirty="0" err="1"/>
              <a:t>currentPos</a:t>
            </a:r>
            <a:r>
              <a:rPr lang="en-US" altLang="zh-CN" dirty="0"/>
              <a:t> = (currentSize-2)/2;   //</a:t>
            </a:r>
            <a:r>
              <a:rPr lang="zh-CN" altLang="en-US" dirty="0"/>
              <a:t>找最初调整位置</a:t>
            </a:r>
            <a:r>
              <a:rPr lang="en-US" altLang="zh-CN" dirty="0"/>
              <a:t>:</a:t>
            </a:r>
            <a:r>
              <a:rPr lang="zh-CN" altLang="en-US" dirty="0"/>
              <a:t>最后的分支结点号    </a:t>
            </a:r>
          </a:p>
          <a:p>
            <a:pPr marL="0" indent="0">
              <a:buNone/>
            </a:pPr>
            <a:r>
              <a:rPr lang="zh-CN" altLang="en-US" dirty="0"/>
              <a:t>    </a:t>
            </a:r>
            <a:r>
              <a:rPr lang="en-US" altLang="zh-CN" dirty="0"/>
              <a:t>while ( </a:t>
            </a:r>
            <a:r>
              <a:rPr lang="en-US" altLang="zh-CN" dirty="0" err="1"/>
              <a:t>currentPos</a:t>
            </a:r>
            <a:r>
              <a:rPr lang="en-US" altLang="zh-CN" dirty="0"/>
              <a:t> &gt;= 0 ) {       //</a:t>
            </a:r>
            <a:r>
              <a:rPr lang="zh-CN" altLang="en-US" dirty="0"/>
              <a:t>从下到上逐步扩大</a:t>
            </a:r>
            <a:r>
              <a:rPr lang="en-US" altLang="zh-CN" dirty="0"/>
              <a:t>,</a:t>
            </a:r>
            <a:r>
              <a:rPr lang="zh-CN" altLang="en-US" dirty="0"/>
              <a:t>形成堆</a:t>
            </a:r>
          </a:p>
          <a:p>
            <a:pPr marL="0" indent="0">
              <a:buNone/>
            </a:pPr>
            <a:r>
              <a:rPr lang="zh-CN" altLang="en-US" dirty="0"/>
              <a:t>        </a:t>
            </a:r>
            <a:r>
              <a:rPr lang="en-US" altLang="zh-CN" dirty="0" err="1"/>
              <a:t>siftDown</a:t>
            </a:r>
            <a:r>
              <a:rPr lang="en-US" altLang="zh-CN" dirty="0"/>
              <a:t> ( </a:t>
            </a:r>
            <a:r>
              <a:rPr lang="en-US" altLang="zh-CN" dirty="0" err="1"/>
              <a:t>currentPos</a:t>
            </a:r>
            <a:r>
              <a:rPr lang="en-US" altLang="zh-CN" dirty="0"/>
              <a:t>, currentSize-1 );  //</a:t>
            </a:r>
            <a:r>
              <a:rPr lang="zh-CN" altLang="en-US" dirty="0"/>
              <a:t>从</a:t>
            </a:r>
            <a:r>
              <a:rPr lang="en-US" altLang="zh-CN" dirty="0" err="1"/>
              <a:t>currentPos</a:t>
            </a:r>
            <a:r>
              <a:rPr lang="zh-CN" altLang="en-US" dirty="0"/>
              <a:t>到</a:t>
            </a:r>
            <a:r>
              <a:rPr lang="en-US" altLang="zh-CN" dirty="0" err="1"/>
              <a:t>currentSize</a:t>
            </a:r>
            <a:r>
              <a:rPr lang="en-US" altLang="zh-CN" dirty="0"/>
              <a:t>, </a:t>
            </a:r>
            <a:r>
              <a:rPr lang="zh-CN" altLang="en-US" dirty="0"/>
              <a:t>调整</a:t>
            </a:r>
          </a:p>
          <a:p>
            <a:pPr marL="0" indent="0">
              <a:buNone/>
            </a:pPr>
            <a:r>
              <a:rPr lang="zh-CN" altLang="en-US" dirty="0"/>
              <a:t>        </a:t>
            </a:r>
            <a:r>
              <a:rPr lang="en-US" altLang="zh-CN" dirty="0" err="1"/>
              <a:t>currentPos</a:t>
            </a:r>
            <a:r>
              <a:rPr lang="en-US" altLang="zh-CN" dirty="0"/>
              <a:t>--;				</a:t>
            </a:r>
          </a:p>
          <a:p>
            <a:pPr marL="0" indent="0">
              <a:buNone/>
            </a:pPr>
            <a:r>
              <a:rPr lang="en-US" altLang="zh-CN" dirty="0"/>
              <a:t>    }</a:t>
            </a:r>
          </a:p>
          <a:p>
            <a:pPr marL="0" indent="0">
              <a:buNone/>
            </a:pPr>
            <a:r>
              <a:rPr lang="en-US" altLang="zh-CN" dirty="0"/>
              <a:t>}</a:t>
            </a:r>
            <a:endParaRPr lang="zh-CN" altLang="en-US" dirty="0"/>
          </a:p>
        </p:txBody>
      </p:sp>
      <p:sp>
        <p:nvSpPr>
          <p:cNvPr id="2" name="灯片编号占位符 1">
            <a:extLst>
              <a:ext uri="{FF2B5EF4-FFF2-40B4-BE49-F238E27FC236}">
                <a16:creationId xmlns:a16="http://schemas.microsoft.com/office/drawing/2014/main" id="{30ED7468-270F-BB56-60CD-EE012F4FC101}"/>
              </a:ext>
            </a:extLst>
          </p:cNvPr>
          <p:cNvSpPr>
            <a:spLocks noGrp="1"/>
          </p:cNvSpPr>
          <p:nvPr>
            <p:ph type="sldNum" sz="quarter" idx="12"/>
          </p:nvPr>
        </p:nvSpPr>
        <p:spPr/>
        <p:txBody>
          <a:bodyPr/>
          <a:lstStyle/>
          <a:p>
            <a:pPr>
              <a:defRPr/>
            </a:pPr>
            <a:fld id="{A598D83B-EE2A-4F12-B129-1EDE84DF129B}" type="slidenum">
              <a:rPr lang="en-US" altLang="zh-CN" smtClean="0"/>
              <a:pPr>
                <a:defRPr/>
              </a:pPr>
              <a:t>120</a:t>
            </a:fld>
            <a:endParaRPr lang="en-US" altLang="zh-CN"/>
          </a:p>
        </p:txBody>
      </p:sp>
    </p:spTree>
  </p:cSld>
  <p:clrMapOvr>
    <a:masterClrMapping/>
  </p:clrMapOvr>
  <p:transition>
    <p:split/>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Line 22">
            <a:extLst>
              <a:ext uri="{FF2B5EF4-FFF2-40B4-BE49-F238E27FC236}">
                <a16:creationId xmlns:a16="http://schemas.microsoft.com/office/drawing/2014/main" id="{9D01C418-C88F-B1A0-8B6E-9AFEBBEA617D}"/>
              </a:ext>
            </a:extLst>
          </p:cNvPr>
          <p:cNvSpPr>
            <a:spLocks noChangeShapeType="1"/>
          </p:cNvSpPr>
          <p:nvPr/>
        </p:nvSpPr>
        <p:spPr bwMode="auto">
          <a:xfrm>
            <a:off x="3429000" y="2819400"/>
            <a:ext cx="381000" cy="6858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147" name="Line 21">
            <a:extLst>
              <a:ext uri="{FF2B5EF4-FFF2-40B4-BE49-F238E27FC236}">
                <a16:creationId xmlns:a16="http://schemas.microsoft.com/office/drawing/2014/main" id="{C19D53D0-9FE8-3B92-1C23-2008AC85C68E}"/>
              </a:ext>
            </a:extLst>
          </p:cNvPr>
          <p:cNvSpPr>
            <a:spLocks noChangeShapeType="1"/>
          </p:cNvSpPr>
          <p:nvPr/>
        </p:nvSpPr>
        <p:spPr bwMode="auto">
          <a:xfrm flipH="1">
            <a:off x="3124200" y="2895600"/>
            <a:ext cx="228600" cy="5334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148" name="Line 20">
            <a:extLst>
              <a:ext uri="{FF2B5EF4-FFF2-40B4-BE49-F238E27FC236}">
                <a16:creationId xmlns:a16="http://schemas.microsoft.com/office/drawing/2014/main" id="{529E0903-FD40-B182-9EA2-FB461E25A791}"/>
              </a:ext>
            </a:extLst>
          </p:cNvPr>
          <p:cNvSpPr>
            <a:spLocks noChangeShapeType="1"/>
          </p:cNvSpPr>
          <p:nvPr/>
        </p:nvSpPr>
        <p:spPr bwMode="auto">
          <a:xfrm>
            <a:off x="2895600" y="1981200"/>
            <a:ext cx="381000" cy="5334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149" name="Line 19">
            <a:extLst>
              <a:ext uri="{FF2B5EF4-FFF2-40B4-BE49-F238E27FC236}">
                <a16:creationId xmlns:a16="http://schemas.microsoft.com/office/drawing/2014/main" id="{32CFF992-4A79-C282-C862-BE281426EBD4}"/>
              </a:ext>
            </a:extLst>
          </p:cNvPr>
          <p:cNvSpPr>
            <a:spLocks noChangeShapeType="1"/>
          </p:cNvSpPr>
          <p:nvPr/>
        </p:nvSpPr>
        <p:spPr bwMode="auto">
          <a:xfrm>
            <a:off x="2209800" y="2895600"/>
            <a:ext cx="152400" cy="5334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150" name="Line 18">
            <a:extLst>
              <a:ext uri="{FF2B5EF4-FFF2-40B4-BE49-F238E27FC236}">
                <a16:creationId xmlns:a16="http://schemas.microsoft.com/office/drawing/2014/main" id="{F508724D-5B42-6585-73F8-CEB80776C45F}"/>
              </a:ext>
            </a:extLst>
          </p:cNvPr>
          <p:cNvSpPr>
            <a:spLocks noChangeShapeType="1"/>
          </p:cNvSpPr>
          <p:nvPr/>
        </p:nvSpPr>
        <p:spPr bwMode="auto">
          <a:xfrm flipH="1">
            <a:off x="2286000" y="1981200"/>
            <a:ext cx="381000" cy="5334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151" name="Line 17">
            <a:extLst>
              <a:ext uri="{FF2B5EF4-FFF2-40B4-BE49-F238E27FC236}">
                <a16:creationId xmlns:a16="http://schemas.microsoft.com/office/drawing/2014/main" id="{7BC22BB1-A4D5-B062-DF08-82C6B5A14F8C}"/>
              </a:ext>
            </a:extLst>
          </p:cNvPr>
          <p:cNvSpPr>
            <a:spLocks noChangeShapeType="1"/>
          </p:cNvSpPr>
          <p:nvPr/>
        </p:nvSpPr>
        <p:spPr bwMode="auto">
          <a:xfrm flipH="1">
            <a:off x="1143000" y="2895600"/>
            <a:ext cx="914400" cy="15240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8659" name="Text Box 3">
            <a:extLst>
              <a:ext uri="{FF2B5EF4-FFF2-40B4-BE49-F238E27FC236}">
                <a16:creationId xmlns:a16="http://schemas.microsoft.com/office/drawing/2014/main" id="{F2BFDC59-8AC1-6618-AA07-AAB78C291DAD}"/>
              </a:ext>
            </a:extLst>
          </p:cNvPr>
          <p:cNvSpPr txBox="1">
            <a:spLocks noChangeArrowheads="1"/>
          </p:cNvSpPr>
          <p:nvPr/>
        </p:nvSpPr>
        <p:spPr bwMode="auto">
          <a:xfrm>
            <a:off x="1676400" y="5668963"/>
            <a:ext cx="6210300" cy="579437"/>
          </a:xfrm>
          <a:prstGeom prst="rect">
            <a:avLst/>
          </a:prstGeom>
          <a:noFill/>
          <a:ln w="9525">
            <a:noFill/>
            <a:miter lim="800000"/>
            <a:headEnd/>
            <a:tailEnd/>
          </a:ln>
          <a:effectLst/>
        </p:spPr>
        <p:txBody>
          <a:bodyPr>
            <a:spAutoFit/>
          </a:bodyPr>
          <a:lstStyle/>
          <a:p>
            <a:pPr eaLnBrk="1" fontAlgn="auto" hangingPunct="1">
              <a:spcBef>
                <a:spcPct val="50000"/>
              </a:spcBef>
              <a:spcAft>
                <a:spcPts val="0"/>
              </a:spcAft>
              <a:defRPr/>
            </a:pPr>
            <a:r>
              <a:rPr lang="zh-CN" altLang="en-US" sz="3200">
                <a:solidFill>
                  <a:srgbClr val="008000"/>
                </a:solidFill>
                <a:effectLst>
                  <a:outerShdw blurRad="38100" dist="38100" dir="2700000" algn="tl">
                    <a:srgbClr val="C0C0C0"/>
                  </a:outerShdw>
                </a:effectLst>
                <a:latin typeface="Times New Roman" charset="0"/>
                <a:ea typeface="仿宋_GB2312" pitchFamily="49" charset="-122"/>
              </a:rPr>
              <a:t>自下向上逐步调整为最小堆</a:t>
            </a:r>
            <a:endParaRPr lang="zh-CN" altLang="en-US" sz="2100">
              <a:latin typeface="Times New Roman" charset="0"/>
              <a:ea typeface="+mn-ea"/>
            </a:endParaRPr>
          </a:p>
        </p:txBody>
      </p:sp>
      <p:sp>
        <p:nvSpPr>
          <p:cNvPr id="134154" name="Oval 5">
            <a:extLst>
              <a:ext uri="{FF2B5EF4-FFF2-40B4-BE49-F238E27FC236}">
                <a16:creationId xmlns:a16="http://schemas.microsoft.com/office/drawing/2014/main" id="{D7F7FEAA-81EA-59BB-2FB0-2D201D187164}"/>
              </a:ext>
            </a:extLst>
          </p:cNvPr>
          <p:cNvSpPr>
            <a:spLocks noChangeArrowheads="1"/>
          </p:cNvSpPr>
          <p:nvPr/>
        </p:nvSpPr>
        <p:spPr bwMode="auto">
          <a:xfrm>
            <a:off x="2514600" y="16002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4155" name="Oval 10">
            <a:extLst>
              <a:ext uri="{FF2B5EF4-FFF2-40B4-BE49-F238E27FC236}">
                <a16:creationId xmlns:a16="http://schemas.microsoft.com/office/drawing/2014/main" id="{21FCE67E-83BA-CAB4-C723-83E2D1210D97}"/>
              </a:ext>
            </a:extLst>
          </p:cNvPr>
          <p:cNvSpPr>
            <a:spLocks noChangeArrowheads="1"/>
          </p:cNvSpPr>
          <p:nvPr/>
        </p:nvSpPr>
        <p:spPr bwMode="auto">
          <a:xfrm>
            <a:off x="13716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4156" name="Oval 11">
            <a:extLst>
              <a:ext uri="{FF2B5EF4-FFF2-40B4-BE49-F238E27FC236}">
                <a16:creationId xmlns:a16="http://schemas.microsoft.com/office/drawing/2014/main" id="{30867A87-A542-8DF6-8AC2-F5CA88846012}"/>
              </a:ext>
            </a:extLst>
          </p:cNvPr>
          <p:cNvSpPr>
            <a:spLocks noChangeArrowheads="1"/>
          </p:cNvSpPr>
          <p:nvPr/>
        </p:nvSpPr>
        <p:spPr bwMode="auto">
          <a:xfrm>
            <a:off x="21336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4157" name="Oval 12">
            <a:extLst>
              <a:ext uri="{FF2B5EF4-FFF2-40B4-BE49-F238E27FC236}">
                <a16:creationId xmlns:a16="http://schemas.microsoft.com/office/drawing/2014/main" id="{994C6CD1-56D7-B356-86DA-56EF9AD65ADC}"/>
              </a:ext>
            </a:extLst>
          </p:cNvPr>
          <p:cNvSpPr>
            <a:spLocks noChangeArrowheads="1"/>
          </p:cNvSpPr>
          <p:nvPr/>
        </p:nvSpPr>
        <p:spPr bwMode="auto">
          <a:xfrm>
            <a:off x="28194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4158" name="Oval 13">
            <a:extLst>
              <a:ext uri="{FF2B5EF4-FFF2-40B4-BE49-F238E27FC236}">
                <a16:creationId xmlns:a16="http://schemas.microsoft.com/office/drawing/2014/main" id="{5E723250-B5AF-9061-2C87-C44542F1A562}"/>
              </a:ext>
            </a:extLst>
          </p:cNvPr>
          <p:cNvSpPr>
            <a:spLocks noChangeArrowheads="1"/>
          </p:cNvSpPr>
          <p:nvPr/>
        </p:nvSpPr>
        <p:spPr bwMode="auto">
          <a:xfrm>
            <a:off x="35814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4159" name="Oval 14">
            <a:extLst>
              <a:ext uri="{FF2B5EF4-FFF2-40B4-BE49-F238E27FC236}">
                <a16:creationId xmlns:a16="http://schemas.microsoft.com/office/drawing/2014/main" id="{80E12902-9C21-2733-C18B-3C251AD8A078}"/>
              </a:ext>
            </a:extLst>
          </p:cNvPr>
          <p:cNvSpPr>
            <a:spLocks noChangeArrowheads="1"/>
          </p:cNvSpPr>
          <p:nvPr/>
        </p:nvSpPr>
        <p:spPr bwMode="auto">
          <a:xfrm>
            <a:off x="838200" y="42672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4160" name="Oval 15">
            <a:extLst>
              <a:ext uri="{FF2B5EF4-FFF2-40B4-BE49-F238E27FC236}">
                <a16:creationId xmlns:a16="http://schemas.microsoft.com/office/drawing/2014/main" id="{54C77EBF-CAEF-DEB2-81C0-89435E2F1914}"/>
              </a:ext>
            </a:extLst>
          </p:cNvPr>
          <p:cNvSpPr>
            <a:spLocks noChangeArrowheads="1"/>
          </p:cNvSpPr>
          <p:nvPr/>
        </p:nvSpPr>
        <p:spPr bwMode="auto">
          <a:xfrm>
            <a:off x="1905000" y="24384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4161" name="Oval 16">
            <a:extLst>
              <a:ext uri="{FF2B5EF4-FFF2-40B4-BE49-F238E27FC236}">
                <a16:creationId xmlns:a16="http://schemas.microsoft.com/office/drawing/2014/main" id="{42DDF9E2-D52B-5C12-E6E9-111554BA42D1}"/>
              </a:ext>
            </a:extLst>
          </p:cNvPr>
          <p:cNvSpPr>
            <a:spLocks noChangeArrowheads="1"/>
          </p:cNvSpPr>
          <p:nvPr/>
        </p:nvSpPr>
        <p:spPr bwMode="auto">
          <a:xfrm>
            <a:off x="3124200" y="24384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4162" name="Line 23">
            <a:extLst>
              <a:ext uri="{FF2B5EF4-FFF2-40B4-BE49-F238E27FC236}">
                <a16:creationId xmlns:a16="http://schemas.microsoft.com/office/drawing/2014/main" id="{B5FD1EA9-42E9-C240-E21D-BCFC5983C568}"/>
              </a:ext>
            </a:extLst>
          </p:cNvPr>
          <p:cNvSpPr>
            <a:spLocks noChangeShapeType="1"/>
          </p:cNvSpPr>
          <p:nvPr/>
        </p:nvSpPr>
        <p:spPr bwMode="auto">
          <a:xfrm>
            <a:off x="7086600" y="2819400"/>
            <a:ext cx="381000" cy="6858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163" name="Line 24">
            <a:extLst>
              <a:ext uri="{FF2B5EF4-FFF2-40B4-BE49-F238E27FC236}">
                <a16:creationId xmlns:a16="http://schemas.microsoft.com/office/drawing/2014/main" id="{2A8320DE-549D-32C1-5E7E-6EF71F9B5DCB}"/>
              </a:ext>
            </a:extLst>
          </p:cNvPr>
          <p:cNvSpPr>
            <a:spLocks noChangeShapeType="1"/>
          </p:cNvSpPr>
          <p:nvPr/>
        </p:nvSpPr>
        <p:spPr bwMode="auto">
          <a:xfrm flipH="1">
            <a:off x="6781800" y="2895600"/>
            <a:ext cx="228600" cy="5334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164" name="Line 25">
            <a:extLst>
              <a:ext uri="{FF2B5EF4-FFF2-40B4-BE49-F238E27FC236}">
                <a16:creationId xmlns:a16="http://schemas.microsoft.com/office/drawing/2014/main" id="{6F8F2934-6F0F-3C54-AD4F-07993239EBED}"/>
              </a:ext>
            </a:extLst>
          </p:cNvPr>
          <p:cNvSpPr>
            <a:spLocks noChangeShapeType="1"/>
          </p:cNvSpPr>
          <p:nvPr/>
        </p:nvSpPr>
        <p:spPr bwMode="auto">
          <a:xfrm>
            <a:off x="6553200" y="1981200"/>
            <a:ext cx="381000" cy="5334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165" name="Line 26">
            <a:extLst>
              <a:ext uri="{FF2B5EF4-FFF2-40B4-BE49-F238E27FC236}">
                <a16:creationId xmlns:a16="http://schemas.microsoft.com/office/drawing/2014/main" id="{AA15FEB3-EB8A-CEE9-B2BE-F46F10D2A2FE}"/>
              </a:ext>
            </a:extLst>
          </p:cNvPr>
          <p:cNvSpPr>
            <a:spLocks noChangeShapeType="1"/>
          </p:cNvSpPr>
          <p:nvPr/>
        </p:nvSpPr>
        <p:spPr bwMode="auto">
          <a:xfrm>
            <a:off x="5867400" y="2895600"/>
            <a:ext cx="152400" cy="5334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166" name="Line 27">
            <a:extLst>
              <a:ext uri="{FF2B5EF4-FFF2-40B4-BE49-F238E27FC236}">
                <a16:creationId xmlns:a16="http://schemas.microsoft.com/office/drawing/2014/main" id="{A00D5EEA-60E3-C0A3-EA42-E442F2227E8E}"/>
              </a:ext>
            </a:extLst>
          </p:cNvPr>
          <p:cNvSpPr>
            <a:spLocks noChangeShapeType="1"/>
          </p:cNvSpPr>
          <p:nvPr/>
        </p:nvSpPr>
        <p:spPr bwMode="auto">
          <a:xfrm flipH="1">
            <a:off x="5943600" y="1981200"/>
            <a:ext cx="381000" cy="5334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167" name="Line 28">
            <a:extLst>
              <a:ext uri="{FF2B5EF4-FFF2-40B4-BE49-F238E27FC236}">
                <a16:creationId xmlns:a16="http://schemas.microsoft.com/office/drawing/2014/main" id="{A44AD8C6-506A-6C0D-8633-93E4D837EF79}"/>
              </a:ext>
            </a:extLst>
          </p:cNvPr>
          <p:cNvSpPr>
            <a:spLocks noChangeShapeType="1"/>
          </p:cNvSpPr>
          <p:nvPr/>
        </p:nvSpPr>
        <p:spPr bwMode="auto">
          <a:xfrm flipH="1">
            <a:off x="4800600" y="2895600"/>
            <a:ext cx="914400" cy="15240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168" name="Oval 30">
            <a:extLst>
              <a:ext uri="{FF2B5EF4-FFF2-40B4-BE49-F238E27FC236}">
                <a16:creationId xmlns:a16="http://schemas.microsoft.com/office/drawing/2014/main" id="{0014CC79-C144-FE50-ABF3-71CC76902EBD}"/>
              </a:ext>
            </a:extLst>
          </p:cNvPr>
          <p:cNvSpPr>
            <a:spLocks noChangeArrowheads="1"/>
          </p:cNvSpPr>
          <p:nvPr/>
        </p:nvSpPr>
        <p:spPr bwMode="auto">
          <a:xfrm>
            <a:off x="6172200" y="16002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4169" name="Oval 31">
            <a:extLst>
              <a:ext uri="{FF2B5EF4-FFF2-40B4-BE49-F238E27FC236}">
                <a16:creationId xmlns:a16="http://schemas.microsoft.com/office/drawing/2014/main" id="{B0B5ABB7-640C-CB21-3627-5D23E007415C}"/>
              </a:ext>
            </a:extLst>
          </p:cNvPr>
          <p:cNvSpPr>
            <a:spLocks noChangeArrowheads="1"/>
          </p:cNvSpPr>
          <p:nvPr/>
        </p:nvSpPr>
        <p:spPr bwMode="auto">
          <a:xfrm>
            <a:off x="50292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4170" name="Oval 32">
            <a:extLst>
              <a:ext uri="{FF2B5EF4-FFF2-40B4-BE49-F238E27FC236}">
                <a16:creationId xmlns:a16="http://schemas.microsoft.com/office/drawing/2014/main" id="{F5277BC3-8774-4C7E-539D-05C0FEF04179}"/>
              </a:ext>
            </a:extLst>
          </p:cNvPr>
          <p:cNvSpPr>
            <a:spLocks noChangeArrowheads="1"/>
          </p:cNvSpPr>
          <p:nvPr/>
        </p:nvSpPr>
        <p:spPr bwMode="auto">
          <a:xfrm>
            <a:off x="57912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4171" name="Oval 33">
            <a:extLst>
              <a:ext uri="{FF2B5EF4-FFF2-40B4-BE49-F238E27FC236}">
                <a16:creationId xmlns:a16="http://schemas.microsoft.com/office/drawing/2014/main" id="{79868136-AD76-277E-07FD-41EF0599E386}"/>
              </a:ext>
            </a:extLst>
          </p:cNvPr>
          <p:cNvSpPr>
            <a:spLocks noChangeArrowheads="1"/>
          </p:cNvSpPr>
          <p:nvPr/>
        </p:nvSpPr>
        <p:spPr bwMode="auto">
          <a:xfrm>
            <a:off x="64770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4172" name="Oval 34">
            <a:extLst>
              <a:ext uri="{FF2B5EF4-FFF2-40B4-BE49-F238E27FC236}">
                <a16:creationId xmlns:a16="http://schemas.microsoft.com/office/drawing/2014/main" id="{0F24AD36-965F-0820-D469-0D8AAD825627}"/>
              </a:ext>
            </a:extLst>
          </p:cNvPr>
          <p:cNvSpPr>
            <a:spLocks noChangeArrowheads="1"/>
          </p:cNvSpPr>
          <p:nvPr/>
        </p:nvSpPr>
        <p:spPr bwMode="auto">
          <a:xfrm>
            <a:off x="72390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4173" name="Oval 35">
            <a:extLst>
              <a:ext uri="{FF2B5EF4-FFF2-40B4-BE49-F238E27FC236}">
                <a16:creationId xmlns:a16="http://schemas.microsoft.com/office/drawing/2014/main" id="{DC316D49-D83D-1314-9BF6-29E5EA017B27}"/>
              </a:ext>
            </a:extLst>
          </p:cNvPr>
          <p:cNvSpPr>
            <a:spLocks noChangeArrowheads="1"/>
          </p:cNvSpPr>
          <p:nvPr/>
        </p:nvSpPr>
        <p:spPr bwMode="auto">
          <a:xfrm>
            <a:off x="4495800" y="42672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4174" name="Oval 36">
            <a:extLst>
              <a:ext uri="{FF2B5EF4-FFF2-40B4-BE49-F238E27FC236}">
                <a16:creationId xmlns:a16="http://schemas.microsoft.com/office/drawing/2014/main" id="{FBAA67D2-E1DD-8C4C-3A45-45116DBA9478}"/>
              </a:ext>
            </a:extLst>
          </p:cNvPr>
          <p:cNvSpPr>
            <a:spLocks noChangeArrowheads="1"/>
          </p:cNvSpPr>
          <p:nvPr/>
        </p:nvSpPr>
        <p:spPr bwMode="auto">
          <a:xfrm>
            <a:off x="5562600" y="24384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4175" name="Oval 37">
            <a:extLst>
              <a:ext uri="{FF2B5EF4-FFF2-40B4-BE49-F238E27FC236}">
                <a16:creationId xmlns:a16="http://schemas.microsoft.com/office/drawing/2014/main" id="{6C48F6F0-100F-91C1-8622-015FB4004D69}"/>
              </a:ext>
            </a:extLst>
          </p:cNvPr>
          <p:cNvSpPr>
            <a:spLocks noChangeArrowheads="1"/>
          </p:cNvSpPr>
          <p:nvPr/>
        </p:nvSpPr>
        <p:spPr bwMode="auto">
          <a:xfrm>
            <a:off x="6781800" y="24384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4176" name="Text Box 38">
            <a:extLst>
              <a:ext uri="{FF2B5EF4-FFF2-40B4-BE49-F238E27FC236}">
                <a16:creationId xmlns:a16="http://schemas.microsoft.com/office/drawing/2014/main" id="{5227412D-91CD-3BED-030B-2B9697DE4947}"/>
              </a:ext>
            </a:extLst>
          </p:cNvPr>
          <p:cNvSpPr txBox="1">
            <a:spLocks noChangeArrowheads="1"/>
          </p:cNvSpPr>
          <p:nvPr/>
        </p:nvSpPr>
        <p:spPr bwMode="auto">
          <a:xfrm>
            <a:off x="2540000" y="16002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53</a:t>
            </a:r>
            <a:endParaRPr kumimoji="1" lang="en-US" altLang="zh-CN" sz="2400">
              <a:latin typeface="Times New Roman" panose="02020603050405020304" pitchFamily="18" charset="0"/>
              <a:ea typeface="宋体" panose="02010600030101010101" pitchFamily="2" charset="-122"/>
            </a:endParaRPr>
          </a:p>
        </p:txBody>
      </p:sp>
      <p:sp>
        <p:nvSpPr>
          <p:cNvPr id="134177" name="Text Box 39">
            <a:extLst>
              <a:ext uri="{FF2B5EF4-FFF2-40B4-BE49-F238E27FC236}">
                <a16:creationId xmlns:a16="http://schemas.microsoft.com/office/drawing/2014/main" id="{B735C826-0FEA-FD6D-9E2A-5EB74480221A}"/>
              </a:ext>
            </a:extLst>
          </p:cNvPr>
          <p:cNvSpPr txBox="1">
            <a:spLocks noChangeArrowheads="1"/>
          </p:cNvSpPr>
          <p:nvPr/>
        </p:nvSpPr>
        <p:spPr bwMode="auto">
          <a:xfrm>
            <a:off x="6197600" y="16002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53</a:t>
            </a:r>
            <a:endParaRPr kumimoji="1" lang="en-US" altLang="zh-CN" sz="2400">
              <a:latin typeface="Times New Roman" panose="02020603050405020304" pitchFamily="18" charset="0"/>
              <a:ea typeface="宋体" panose="02010600030101010101" pitchFamily="2" charset="-122"/>
            </a:endParaRPr>
          </a:p>
        </p:txBody>
      </p:sp>
      <p:sp>
        <p:nvSpPr>
          <p:cNvPr id="134178" name="Text Box 40">
            <a:extLst>
              <a:ext uri="{FF2B5EF4-FFF2-40B4-BE49-F238E27FC236}">
                <a16:creationId xmlns:a16="http://schemas.microsoft.com/office/drawing/2014/main" id="{1F569C8D-31E7-7F2F-1E66-54B5BE24586B}"/>
              </a:ext>
            </a:extLst>
          </p:cNvPr>
          <p:cNvSpPr txBox="1">
            <a:spLocks noChangeArrowheads="1"/>
          </p:cNvSpPr>
          <p:nvPr/>
        </p:nvSpPr>
        <p:spPr bwMode="auto">
          <a:xfrm>
            <a:off x="1930400" y="24384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17</a:t>
            </a:r>
            <a:endParaRPr kumimoji="1" lang="en-US" altLang="zh-CN" sz="2400">
              <a:latin typeface="Times New Roman" panose="02020603050405020304" pitchFamily="18" charset="0"/>
              <a:ea typeface="宋体" panose="02010600030101010101" pitchFamily="2" charset="-122"/>
            </a:endParaRPr>
          </a:p>
        </p:txBody>
      </p:sp>
      <p:sp>
        <p:nvSpPr>
          <p:cNvPr id="134179" name="Text Box 41">
            <a:extLst>
              <a:ext uri="{FF2B5EF4-FFF2-40B4-BE49-F238E27FC236}">
                <a16:creationId xmlns:a16="http://schemas.microsoft.com/office/drawing/2014/main" id="{8FA4A78A-11F4-3803-2F4B-97441382976F}"/>
              </a:ext>
            </a:extLst>
          </p:cNvPr>
          <p:cNvSpPr txBox="1">
            <a:spLocks noChangeArrowheads="1"/>
          </p:cNvSpPr>
          <p:nvPr/>
        </p:nvSpPr>
        <p:spPr bwMode="auto">
          <a:xfrm>
            <a:off x="5588000" y="24384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17</a:t>
            </a:r>
            <a:endParaRPr kumimoji="1" lang="en-US" altLang="zh-CN" sz="2400">
              <a:latin typeface="Times New Roman" panose="02020603050405020304" pitchFamily="18" charset="0"/>
              <a:ea typeface="宋体" panose="02010600030101010101" pitchFamily="2" charset="-122"/>
            </a:endParaRPr>
          </a:p>
        </p:txBody>
      </p:sp>
      <p:sp>
        <p:nvSpPr>
          <p:cNvPr id="134180" name="Text Box 42">
            <a:extLst>
              <a:ext uri="{FF2B5EF4-FFF2-40B4-BE49-F238E27FC236}">
                <a16:creationId xmlns:a16="http://schemas.microsoft.com/office/drawing/2014/main" id="{FFD01692-B54D-2D27-966B-6BC50A86482D}"/>
              </a:ext>
            </a:extLst>
          </p:cNvPr>
          <p:cNvSpPr txBox="1">
            <a:spLocks noChangeArrowheads="1"/>
          </p:cNvSpPr>
          <p:nvPr/>
        </p:nvSpPr>
        <p:spPr bwMode="auto">
          <a:xfrm>
            <a:off x="3149600" y="24384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78</a:t>
            </a:r>
            <a:endParaRPr kumimoji="1" lang="en-US" altLang="zh-CN" sz="2400">
              <a:latin typeface="Times New Roman" panose="02020603050405020304" pitchFamily="18" charset="0"/>
              <a:ea typeface="宋体" panose="02010600030101010101" pitchFamily="2" charset="-122"/>
            </a:endParaRPr>
          </a:p>
        </p:txBody>
      </p:sp>
      <p:sp>
        <p:nvSpPr>
          <p:cNvPr id="134181" name="Text Box 43">
            <a:extLst>
              <a:ext uri="{FF2B5EF4-FFF2-40B4-BE49-F238E27FC236}">
                <a16:creationId xmlns:a16="http://schemas.microsoft.com/office/drawing/2014/main" id="{21C43798-FC7C-C235-6B03-A365C4C24FF5}"/>
              </a:ext>
            </a:extLst>
          </p:cNvPr>
          <p:cNvSpPr txBox="1">
            <a:spLocks noChangeArrowheads="1"/>
          </p:cNvSpPr>
          <p:nvPr/>
        </p:nvSpPr>
        <p:spPr bwMode="auto">
          <a:xfrm>
            <a:off x="6807200" y="24384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78</a:t>
            </a:r>
            <a:endParaRPr kumimoji="1" lang="en-US" altLang="zh-CN" sz="2400">
              <a:latin typeface="Times New Roman" panose="02020603050405020304" pitchFamily="18" charset="0"/>
              <a:ea typeface="宋体" panose="02010600030101010101" pitchFamily="2" charset="-122"/>
            </a:endParaRPr>
          </a:p>
        </p:txBody>
      </p:sp>
      <p:sp>
        <p:nvSpPr>
          <p:cNvPr id="134182" name="Text Box 44">
            <a:extLst>
              <a:ext uri="{FF2B5EF4-FFF2-40B4-BE49-F238E27FC236}">
                <a16:creationId xmlns:a16="http://schemas.microsoft.com/office/drawing/2014/main" id="{C5922568-FE5B-6DC5-2EB3-EF82B32CB9D9}"/>
              </a:ext>
            </a:extLst>
          </p:cNvPr>
          <p:cNvSpPr txBox="1">
            <a:spLocks noChangeArrowheads="1"/>
          </p:cNvSpPr>
          <p:nvPr/>
        </p:nvSpPr>
        <p:spPr bwMode="auto">
          <a:xfrm>
            <a:off x="863600" y="42814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09</a:t>
            </a:r>
            <a:endParaRPr kumimoji="1" lang="en-US" altLang="zh-CN" sz="2400">
              <a:latin typeface="Times New Roman" panose="02020603050405020304" pitchFamily="18" charset="0"/>
              <a:ea typeface="宋体" panose="02010600030101010101" pitchFamily="2" charset="-122"/>
            </a:endParaRPr>
          </a:p>
        </p:txBody>
      </p:sp>
      <p:sp>
        <p:nvSpPr>
          <p:cNvPr id="134183" name="Text Box 45">
            <a:extLst>
              <a:ext uri="{FF2B5EF4-FFF2-40B4-BE49-F238E27FC236}">
                <a16:creationId xmlns:a16="http://schemas.microsoft.com/office/drawing/2014/main" id="{0B4F5551-19FC-24A6-AA57-FD41B320BB49}"/>
              </a:ext>
            </a:extLst>
          </p:cNvPr>
          <p:cNvSpPr txBox="1">
            <a:spLocks noChangeArrowheads="1"/>
          </p:cNvSpPr>
          <p:nvPr/>
        </p:nvSpPr>
        <p:spPr bwMode="auto">
          <a:xfrm>
            <a:off x="1371600" y="33528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23</a:t>
            </a:r>
            <a:endParaRPr kumimoji="1" lang="en-US" altLang="zh-CN" sz="2400">
              <a:latin typeface="Times New Roman" panose="02020603050405020304" pitchFamily="18" charset="0"/>
              <a:ea typeface="宋体" panose="02010600030101010101" pitchFamily="2" charset="-122"/>
            </a:endParaRPr>
          </a:p>
        </p:txBody>
      </p:sp>
      <p:sp>
        <p:nvSpPr>
          <p:cNvPr id="134184" name="Text Box 46">
            <a:extLst>
              <a:ext uri="{FF2B5EF4-FFF2-40B4-BE49-F238E27FC236}">
                <a16:creationId xmlns:a16="http://schemas.microsoft.com/office/drawing/2014/main" id="{E8E96CB1-0E93-8BCB-2D30-58CDA8A58390}"/>
              </a:ext>
            </a:extLst>
          </p:cNvPr>
          <p:cNvSpPr txBox="1">
            <a:spLocks noChangeArrowheads="1"/>
          </p:cNvSpPr>
          <p:nvPr/>
        </p:nvSpPr>
        <p:spPr bwMode="auto">
          <a:xfrm>
            <a:off x="2159000" y="3367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45</a:t>
            </a:r>
            <a:endParaRPr kumimoji="1" lang="en-US" altLang="zh-CN" sz="2400">
              <a:latin typeface="Times New Roman" panose="02020603050405020304" pitchFamily="18" charset="0"/>
              <a:ea typeface="宋体" panose="02010600030101010101" pitchFamily="2" charset="-122"/>
            </a:endParaRPr>
          </a:p>
        </p:txBody>
      </p:sp>
      <p:sp>
        <p:nvSpPr>
          <p:cNvPr id="134185" name="Text Box 47">
            <a:extLst>
              <a:ext uri="{FF2B5EF4-FFF2-40B4-BE49-F238E27FC236}">
                <a16:creationId xmlns:a16="http://schemas.microsoft.com/office/drawing/2014/main" id="{A389898A-CB21-DC1D-721F-199280AF9211}"/>
              </a:ext>
            </a:extLst>
          </p:cNvPr>
          <p:cNvSpPr txBox="1">
            <a:spLocks noChangeArrowheads="1"/>
          </p:cNvSpPr>
          <p:nvPr/>
        </p:nvSpPr>
        <p:spPr bwMode="auto">
          <a:xfrm>
            <a:off x="2844800" y="33528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65</a:t>
            </a:r>
            <a:endParaRPr kumimoji="1" lang="en-US" altLang="zh-CN" sz="2400">
              <a:latin typeface="Times New Roman" panose="02020603050405020304" pitchFamily="18" charset="0"/>
              <a:ea typeface="宋体" panose="02010600030101010101" pitchFamily="2" charset="-122"/>
            </a:endParaRPr>
          </a:p>
        </p:txBody>
      </p:sp>
      <p:sp>
        <p:nvSpPr>
          <p:cNvPr id="134186" name="Text Box 48">
            <a:extLst>
              <a:ext uri="{FF2B5EF4-FFF2-40B4-BE49-F238E27FC236}">
                <a16:creationId xmlns:a16="http://schemas.microsoft.com/office/drawing/2014/main" id="{FCC09E99-F76A-6866-3AFF-C7BAE623D63D}"/>
              </a:ext>
            </a:extLst>
          </p:cNvPr>
          <p:cNvSpPr txBox="1">
            <a:spLocks noChangeArrowheads="1"/>
          </p:cNvSpPr>
          <p:nvPr/>
        </p:nvSpPr>
        <p:spPr bwMode="auto">
          <a:xfrm>
            <a:off x="3606800" y="33528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87</a:t>
            </a:r>
            <a:endParaRPr kumimoji="1" lang="en-US" altLang="zh-CN" sz="2400">
              <a:latin typeface="Times New Roman" panose="02020603050405020304" pitchFamily="18" charset="0"/>
              <a:ea typeface="宋体" panose="02010600030101010101" pitchFamily="2" charset="-122"/>
            </a:endParaRPr>
          </a:p>
        </p:txBody>
      </p:sp>
      <p:sp>
        <p:nvSpPr>
          <p:cNvPr id="134187" name="Line 49">
            <a:extLst>
              <a:ext uri="{FF2B5EF4-FFF2-40B4-BE49-F238E27FC236}">
                <a16:creationId xmlns:a16="http://schemas.microsoft.com/office/drawing/2014/main" id="{30EFC434-BFFA-2EA6-1DFE-1724801C7A68}"/>
              </a:ext>
            </a:extLst>
          </p:cNvPr>
          <p:cNvSpPr>
            <a:spLocks noChangeShapeType="1"/>
          </p:cNvSpPr>
          <p:nvPr/>
        </p:nvSpPr>
        <p:spPr bwMode="auto">
          <a:xfrm>
            <a:off x="1295400" y="2971800"/>
            <a:ext cx="228600" cy="4572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188" name="Text Box 50">
            <a:extLst>
              <a:ext uri="{FF2B5EF4-FFF2-40B4-BE49-F238E27FC236}">
                <a16:creationId xmlns:a16="http://schemas.microsoft.com/office/drawing/2014/main" id="{553C1E05-ED14-9CA3-2CF2-E922C549A82F}"/>
              </a:ext>
            </a:extLst>
          </p:cNvPr>
          <p:cNvSpPr txBox="1">
            <a:spLocks noChangeArrowheads="1"/>
          </p:cNvSpPr>
          <p:nvPr/>
        </p:nvSpPr>
        <p:spPr bwMode="auto">
          <a:xfrm>
            <a:off x="1060450" y="2514600"/>
            <a:ext cx="2825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i</a:t>
            </a:r>
            <a:endParaRPr kumimoji="1" lang="en-US" altLang="zh-CN" sz="2400">
              <a:latin typeface="Times New Roman" panose="02020603050405020304" pitchFamily="18" charset="0"/>
              <a:ea typeface="宋体" panose="02010600030101010101" pitchFamily="2" charset="-122"/>
            </a:endParaRPr>
          </a:p>
        </p:txBody>
      </p:sp>
      <p:sp>
        <p:nvSpPr>
          <p:cNvPr id="134189" name="Rectangle 51">
            <a:extLst>
              <a:ext uri="{FF2B5EF4-FFF2-40B4-BE49-F238E27FC236}">
                <a16:creationId xmlns:a16="http://schemas.microsoft.com/office/drawing/2014/main" id="{F44460FC-C9F2-3563-1B49-98B2D5F7EDD4}"/>
              </a:ext>
            </a:extLst>
          </p:cNvPr>
          <p:cNvSpPr>
            <a:spLocks noChangeArrowheads="1"/>
          </p:cNvSpPr>
          <p:nvPr/>
        </p:nvSpPr>
        <p:spPr bwMode="auto">
          <a:xfrm>
            <a:off x="762000" y="3200400"/>
            <a:ext cx="1219200" cy="1676400"/>
          </a:xfrm>
          <a:prstGeom prst="rect">
            <a:avLst/>
          </a:prstGeom>
          <a:noFill/>
          <a:ln w="38100">
            <a:solidFill>
              <a:srgbClr val="009900"/>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4190" name="Text Box 52">
            <a:extLst>
              <a:ext uri="{FF2B5EF4-FFF2-40B4-BE49-F238E27FC236}">
                <a16:creationId xmlns:a16="http://schemas.microsoft.com/office/drawing/2014/main" id="{5F68DDE0-F1F6-6CE8-2B8C-6E6D11C73EFB}"/>
              </a:ext>
            </a:extLst>
          </p:cNvPr>
          <p:cNvSpPr txBox="1">
            <a:spLocks noChangeArrowheads="1"/>
          </p:cNvSpPr>
          <p:nvPr/>
        </p:nvSpPr>
        <p:spPr bwMode="auto">
          <a:xfrm>
            <a:off x="5054600" y="33528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09</a:t>
            </a:r>
            <a:endParaRPr kumimoji="1" lang="en-US" altLang="zh-CN" sz="2400">
              <a:latin typeface="Times New Roman" panose="02020603050405020304" pitchFamily="18" charset="0"/>
              <a:ea typeface="宋体" panose="02010600030101010101" pitchFamily="2" charset="-122"/>
            </a:endParaRPr>
          </a:p>
        </p:txBody>
      </p:sp>
      <p:sp>
        <p:nvSpPr>
          <p:cNvPr id="134191" name="Text Box 53">
            <a:extLst>
              <a:ext uri="{FF2B5EF4-FFF2-40B4-BE49-F238E27FC236}">
                <a16:creationId xmlns:a16="http://schemas.microsoft.com/office/drawing/2014/main" id="{630A2A61-424A-5A4C-6F6B-8FD010CE7B2F}"/>
              </a:ext>
            </a:extLst>
          </p:cNvPr>
          <p:cNvSpPr txBox="1">
            <a:spLocks noChangeArrowheads="1"/>
          </p:cNvSpPr>
          <p:nvPr/>
        </p:nvSpPr>
        <p:spPr bwMode="auto">
          <a:xfrm>
            <a:off x="4521200" y="42814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23</a:t>
            </a:r>
            <a:endParaRPr kumimoji="1" lang="en-US" altLang="zh-CN" sz="2400">
              <a:latin typeface="Times New Roman" panose="02020603050405020304" pitchFamily="18" charset="0"/>
              <a:ea typeface="宋体" panose="02010600030101010101" pitchFamily="2" charset="-122"/>
            </a:endParaRPr>
          </a:p>
        </p:txBody>
      </p:sp>
      <p:sp>
        <p:nvSpPr>
          <p:cNvPr id="134192" name="Text Box 54">
            <a:extLst>
              <a:ext uri="{FF2B5EF4-FFF2-40B4-BE49-F238E27FC236}">
                <a16:creationId xmlns:a16="http://schemas.microsoft.com/office/drawing/2014/main" id="{E1E62F48-8FF8-84FE-1FD3-9B22DA58FF6E}"/>
              </a:ext>
            </a:extLst>
          </p:cNvPr>
          <p:cNvSpPr txBox="1">
            <a:spLocks noChangeArrowheads="1"/>
          </p:cNvSpPr>
          <p:nvPr/>
        </p:nvSpPr>
        <p:spPr bwMode="auto">
          <a:xfrm>
            <a:off x="5816600" y="3367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45</a:t>
            </a:r>
            <a:endParaRPr kumimoji="1" lang="en-US" altLang="zh-CN" sz="2400">
              <a:latin typeface="Times New Roman" panose="02020603050405020304" pitchFamily="18" charset="0"/>
              <a:ea typeface="宋体" panose="02010600030101010101" pitchFamily="2" charset="-122"/>
            </a:endParaRPr>
          </a:p>
        </p:txBody>
      </p:sp>
      <p:sp>
        <p:nvSpPr>
          <p:cNvPr id="134193" name="Text Box 55">
            <a:extLst>
              <a:ext uri="{FF2B5EF4-FFF2-40B4-BE49-F238E27FC236}">
                <a16:creationId xmlns:a16="http://schemas.microsoft.com/office/drawing/2014/main" id="{12A9C4D8-1489-DCA6-72A4-0F3A0E8C5E28}"/>
              </a:ext>
            </a:extLst>
          </p:cNvPr>
          <p:cNvSpPr txBox="1">
            <a:spLocks noChangeArrowheads="1"/>
          </p:cNvSpPr>
          <p:nvPr/>
        </p:nvSpPr>
        <p:spPr bwMode="auto">
          <a:xfrm>
            <a:off x="6502400" y="33528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65</a:t>
            </a:r>
            <a:endParaRPr kumimoji="1" lang="en-US" altLang="zh-CN" sz="2400">
              <a:latin typeface="Times New Roman" panose="02020603050405020304" pitchFamily="18" charset="0"/>
              <a:ea typeface="宋体" panose="02010600030101010101" pitchFamily="2" charset="-122"/>
            </a:endParaRPr>
          </a:p>
        </p:txBody>
      </p:sp>
      <p:sp>
        <p:nvSpPr>
          <p:cNvPr id="134194" name="Text Box 56">
            <a:extLst>
              <a:ext uri="{FF2B5EF4-FFF2-40B4-BE49-F238E27FC236}">
                <a16:creationId xmlns:a16="http://schemas.microsoft.com/office/drawing/2014/main" id="{56E69301-6EBC-1EAC-8C4A-4D29A1D0C6EE}"/>
              </a:ext>
            </a:extLst>
          </p:cNvPr>
          <p:cNvSpPr txBox="1">
            <a:spLocks noChangeArrowheads="1"/>
          </p:cNvSpPr>
          <p:nvPr/>
        </p:nvSpPr>
        <p:spPr bwMode="auto">
          <a:xfrm>
            <a:off x="7264400" y="33528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87</a:t>
            </a:r>
            <a:endParaRPr kumimoji="1" lang="en-US" altLang="zh-CN" sz="2400">
              <a:latin typeface="Times New Roman" panose="02020603050405020304" pitchFamily="18" charset="0"/>
              <a:ea typeface="宋体" panose="02010600030101010101" pitchFamily="2" charset="-122"/>
            </a:endParaRPr>
          </a:p>
        </p:txBody>
      </p:sp>
      <p:sp>
        <p:nvSpPr>
          <p:cNvPr id="134195" name="Text Box 57">
            <a:extLst>
              <a:ext uri="{FF2B5EF4-FFF2-40B4-BE49-F238E27FC236}">
                <a16:creationId xmlns:a16="http://schemas.microsoft.com/office/drawing/2014/main" id="{CCDA2978-E368-C068-F861-204C188900A1}"/>
              </a:ext>
            </a:extLst>
          </p:cNvPr>
          <p:cNvSpPr txBox="1">
            <a:spLocks noChangeArrowheads="1"/>
          </p:cNvSpPr>
          <p:nvPr/>
        </p:nvSpPr>
        <p:spPr bwMode="auto">
          <a:xfrm>
            <a:off x="1336237" y="4874747"/>
            <a:ext cx="252658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dirty="0" err="1">
                <a:solidFill>
                  <a:schemeClr val="tx2"/>
                </a:solidFill>
                <a:latin typeface="Times New Roman" panose="02020603050405020304" pitchFamily="18" charset="0"/>
                <a:ea typeface="宋体" panose="02010600030101010101" pitchFamily="2" charset="-122"/>
              </a:rPr>
              <a:t>currentPos</a:t>
            </a:r>
            <a:r>
              <a:rPr kumimoji="1" lang="en-US" altLang="zh-CN" sz="2800" b="1" dirty="0">
                <a:solidFill>
                  <a:schemeClr val="tx2"/>
                </a:solidFill>
                <a:latin typeface="Times New Roman" panose="02020603050405020304" pitchFamily="18" charset="0"/>
                <a:ea typeface="宋体" panose="02010600030101010101" pitchFamily="2" charset="-122"/>
              </a:rPr>
              <a:t> = 3</a:t>
            </a:r>
            <a:endParaRPr kumimoji="1" lang="en-US" altLang="zh-CN" sz="2400" dirty="0">
              <a:latin typeface="Times New Roman" panose="02020603050405020304" pitchFamily="18" charset="0"/>
              <a:ea typeface="宋体" panose="02010600030101010101" pitchFamily="2" charset="-122"/>
            </a:endParaRPr>
          </a:p>
        </p:txBody>
      </p:sp>
      <p:sp>
        <p:nvSpPr>
          <p:cNvPr id="134196" name="Text Box 58">
            <a:extLst>
              <a:ext uri="{FF2B5EF4-FFF2-40B4-BE49-F238E27FC236}">
                <a16:creationId xmlns:a16="http://schemas.microsoft.com/office/drawing/2014/main" id="{16C3BFC7-5807-0D43-06BF-66297233EE6D}"/>
              </a:ext>
            </a:extLst>
          </p:cNvPr>
          <p:cNvSpPr txBox="1">
            <a:spLocks noChangeArrowheads="1"/>
          </p:cNvSpPr>
          <p:nvPr/>
        </p:nvSpPr>
        <p:spPr bwMode="auto">
          <a:xfrm>
            <a:off x="5146237" y="4874747"/>
            <a:ext cx="252658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dirty="0" err="1">
                <a:solidFill>
                  <a:schemeClr val="tx2"/>
                </a:solidFill>
                <a:latin typeface="Times New Roman" panose="02020603050405020304" pitchFamily="18" charset="0"/>
                <a:ea typeface="宋体" panose="02010600030101010101" pitchFamily="2" charset="-122"/>
              </a:rPr>
              <a:t>currentPos</a:t>
            </a:r>
            <a:r>
              <a:rPr kumimoji="1" lang="en-US" altLang="zh-CN" sz="2800" b="1" dirty="0">
                <a:solidFill>
                  <a:schemeClr val="tx2"/>
                </a:solidFill>
                <a:latin typeface="Times New Roman" panose="02020603050405020304" pitchFamily="18" charset="0"/>
                <a:ea typeface="宋体" panose="02010600030101010101" pitchFamily="2" charset="-122"/>
              </a:rPr>
              <a:t> = 2</a:t>
            </a:r>
            <a:endParaRPr kumimoji="1" lang="en-US" altLang="zh-CN" sz="2400" dirty="0">
              <a:latin typeface="Times New Roman" panose="02020603050405020304" pitchFamily="18" charset="0"/>
              <a:ea typeface="宋体" panose="02010600030101010101" pitchFamily="2" charset="-122"/>
            </a:endParaRPr>
          </a:p>
        </p:txBody>
      </p:sp>
      <p:sp>
        <p:nvSpPr>
          <p:cNvPr id="134197" name="Line 59">
            <a:extLst>
              <a:ext uri="{FF2B5EF4-FFF2-40B4-BE49-F238E27FC236}">
                <a16:creationId xmlns:a16="http://schemas.microsoft.com/office/drawing/2014/main" id="{95766FD9-020C-09F8-E6D2-8DE0F4EE2BD6}"/>
              </a:ext>
            </a:extLst>
          </p:cNvPr>
          <p:cNvSpPr>
            <a:spLocks noChangeShapeType="1"/>
          </p:cNvSpPr>
          <p:nvPr/>
        </p:nvSpPr>
        <p:spPr bwMode="auto">
          <a:xfrm flipH="1">
            <a:off x="7119938" y="2057400"/>
            <a:ext cx="271462" cy="4572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198" name="Text Box 60">
            <a:extLst>
              <a:ext uri="{FF2B5EF4-FFF2-40B4-BE49-F238E27FC236}">
                <a16:creationId xmlns:a16="http://schemas.microsoft.com/office/drawing/2014/main" id="{B0DFC0A9-A678-E25B-8D56-31E6DE877227}"/>
              </a:ext>
            </a:extLst>
          </p:cNvPr>
          <p:cNvSpPr txBox="1">
            <a:spLocks noChangeArrowheads="1"/>
          </p:cNvSpPr>
          <p:nvPr/>
        </p:nvSpPr>
        <p:spPr bwMode="auto">
          <a:xfrm>
            <a:off x="7308850" y="1600200"/>
            <a:ext cx="2825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i</a:t>
            </a:r>
            <a:endParaRPr kumimoji="1" lang="en-US" altLang="zh-CN" sz="2400">
              <a:latin typeface="Times New Roman" panose="02020603050405020304" pitchFamily="18" charset="0"/>
              <a:ea typeface="宋体" panose="02010600030101010101" pitchFamily="2" charset="-122"/>
            </a:endParaRPr>
          </a:p>
        </p:txBody>
      </p:sp>
      <p:sp>
        <p:nvSpPr>
          <p:cNvPr id="134199" name="Rectangle 61">
            <a:extLst>
              <a:ext uri="{FF2B5EF4-FFF2-40B4-BE49-F238E27FC236}">
                <a16:creationId xmlns:a16="http://schemas.microsoft.com/office/drawing/2014/main" id="{B65CADA7-87B6-7010-2CBD-DF1B2D4710E5}"/>
              </a:ext>
            </a:extLst>
          </p:cNvPr>
          <p:cNvSpPr>
            <a:spLocks noChangeArrowheads="1"/>
          </p:cNvSpPr>
          <p:nvPr/>
        </p:nvSpPr>
        <p:spPr bwMode="auto">
          <a:xfrm>
            <a:off x="6400800" y="2362200"/>
            <a:ext cx="1447800" cy="1600200"/>
          </a:xfrm>
          <a:prstGeom prst="rect">
            <a:avLst/>
          </a:prstGeom>
          <a:noFill/>
          <a:ln w="38100">
            <a:solidFill>
              <a:srgbClr val="009900"/>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4200" name="Line 62">
            <a:extLst>
              <a:ext uri="{FF2B5EF4-FFF2-40B4-BE49-F238E27FC236}">
                <a16:creationId xmlns:a16="http://schemas.microsoft.com/office/drawing/2014/main" id="{2CE1F049-1572-5B2F-4C4C-C9466495FCA7}"/>
              </a:ext>
            </a:extLst>
          </p:cNvPr>
          <p:cNvSpPr>
            <a:spLocks noChangeShapeType="1"/>
          </p:cNvSpPr>
          <p:nvPr/>
        </p:nvSpPr>
        <p:spPr bwMode="auto">
          <a:xfrm flipH="1">
            <a:off x="1066800" y="3733800"/>
            <a:ext cx="228600" cy="457200"/>
          </a:xfrm>
          <a:prstGeom prst="line">
            <a:avLst/>
          </a:prstGeom>
          <a:noFill/>
          <a:ln w="28575">
            <a:solidFill>
              <a:srgbClr val="0099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201" name="Line 63">
            <a:extLst>
              <a:ext uri="{FF2B5EF4-FFF2-40B4-BE49-F238E27FC236}">
                <a16:creationId xmlns:a16="http://schemas.microsoft.com/office/drawing/2014/main" id="{B4326333-6530-61B6-C8BD-F0846437DB10}"/>
              </a:ext>
            </a:extLst>
          </p:cNvPr>
          <p:cNvSpPr>
            <a:spLocks noChangeShapeType="1"/>
          </p:cNvSpPr>
          <p:nvPr/>
        </p:nvSpPr>
        <p:spPr bwMode="auto">
          <a:xfrm flipH="1">
            <a:off x="6629400" y="2895600"/>
            <a:ext cx="152400" cy="381000"/>
          </a:xfrm>
          <a:prstGeom prst="line">
            <a:avLst/>
          </a:prstGeom>
          <a:noFill/>
          <a:ln w="28575">
            <a:solidFill>
              <a:srgbClr val="0099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 name="标题 1">
            <a:extLst>
              <a:ext uri="{FF2B5EF4-FFF2-40B4-BE49-F238E27FC236}">
                <a16:creationId xmlns:a16="http://schemas.microsoft.com/office/drawing/2014/main" id="{5DD82AD7-0294-4C81-A074-A84B8FE1E0B1}"/>
              </a:ext>
            </a:extLst>
          </p:cNvPr>
          <p:cNvSpPr>
            <a:spLocks noGrp="1"/>
          </p:cNvSpPr>
          <p:nvPr>
            <p:ph type="title"/>
          </p:nvPr>
        </p:nvSpPr>
        <p:spPr/>
        <p:txBody>
          <a:bodyPr/>
          <a:lstStyle/>
          <a:p>
            <a:r>
              <a:rPr lang="zh-CN" altLang="en-US" dirty="0"/>
              <a:t>将数组调整成最小堆</a:t>
            </a:r>
          </a:p>
        </p:txBody>
      </p:sp>
      <p:sp>
        <p:nvSpPr>
          <p:cNvPr id="3" name="灯片编号占位符 2">
            <a:extLst>
              <a:ext uri="{FF2B5EF4-FFF2-40B4-BE49-F238E27FC236}">
                <a16:creationId xmlns:a16="http://schemas.microsoft.com/office/drawing/2014/main" id="{280BFF5E-01BB-6C17-15AF-FDD9A2279024}"/>
              </a:ext>
            </a:extLst>
          </p:cNvPr>
          <p:cNvSpPr>
            <a:spLocks noGrp="1"/>
          </p:cNvSpPr>
          <p:nvPr>
            <p:ph type="sldNum" sz="quarter" idx="12"/>
          </p:nvPr>
        </p:nvSpPr>
        <p:spPr/>
        <p:txBody>
          <a:bodyPr/>
          <a:lstStyle/>
          <a:p>
            <a:pPr>
              <a:defRPr/>
            </a:pPr>
            <a:fld id="{6DFA40DF-1FC0-4A1B-B86F-E962D94EFA14}" type="slidenum">
              <a:rPr lang="en-US" altLang="zh-CN" smtClean="0"/>
              <a:pPr>
                <a:defRPr/>
              </a:pPr>
              <a:t>121</a:t>
            </a:fld>
            <a:endParaRPr lang="en-US" altLang="zh-CN"/>
          </a:p>
        </p:txBody>
      </p:sp>
    </p:spTree>
  </p:cSld>
  <p:clrMapOvr>
    <a:masterClrMapping/>
  </p:clrMapOvr>
  <p:transition>
    <p:split/>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Line 2">
            <a:extLst>
              <a:ext uri="{FF2B5EF4-FFF2-40B4-BE49-F238E27FC236}">
                <a16:creationId xmlns:a16="http://schemas.microsoft.com/office/drawing/2014/main" id="{9025D076-9379-46EB-77F1-9E0B6631CEF7}"/>
              </a:ext>
            </a:extLst>
          </p:cNvPr>
          <p:cNvSpPr>
            <a:spLocks noChangeShapeType="1"/>
          </p:cNvSpPr>
          <p:nvPr/>
        </p:nvSpPr>
        <p:spPr bwMode="auto">
          <a:xfrm>
            <a:off x="3429000" y="2819400"/>
            <a:ext cx="381000" cy="6858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5171" name="Line 3">
            <a:extLst>
              <a:ext uri="{FF2B5EF4-FFF2-40B4-BE49-F238E27FC236}">
                <a16:creationId xmlns:a16="http://schemas.microsoft.com/office/drawing/2014/main" id="{2CDEB924-8EEC-3E61-BD83-956BBD45D13C}"/>
              </a:ext>
            </a:extLst>
          </p:cNvPr>
          <p:cNvSpPr>
            <a:spLocks noChangeShapeType="1"/>
          </p:cNvSpPr>
          <p:nvPr/>
        </p:nvSpPr>
        <p:spPr bwMode="auto">
          <a:xfrm flipH="1">
            <a:off x="3124200" y="2895600"/>
            <a:ext cx="228600" cy="5334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5172" name="Line 4">
            <a:extLst>
              <a:ext uri="{FF2B5EF4-FFF2-40B4-BE49-F238E27FC236}">
                <a16:creationId xmlns:a16="http://schemas.microsoft.com/office/drawing/2014/main" id="{1452231F-B58F-0C79-C282-2BC84FD28C78}"/>
              </a:ext>
            </a:extLst>
          </p:cNvPr>
          <p:cNvSpPr>
            <a:spLocks noChangeShapeType="1"/>
          </p:cNvSpPr>
          <p:nvPr/>
        </p:nvSpPr>
        <p:spPr bwMode="auto">
          <a:xfrm>
            <a:off x="2895600" y="1981200"/>
            <a:ext cx="381000" cy="5334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5173" name="Line 5">
            <a:extLst>
              <a:ext uri="{FF2B5EF4-FFF2-40B4-BE49-F238E27FC236}">
                <a16:creationId xmlns:a16="http://schemas.microsoft.com/office/drawing/2014/main" id="{D7C687AC-EFBA-FF2D-DE59-AEA7BEBB883D}"/>
              </a:ext>
            </a:extLst>
          </p:cNvPr>
          <p:cNvSpPr>
            <a:spLocks noChangeShapeType="1"/>
          </p:cNvSpPr>
          <p:nvPr/>
        </p:nvSpPr>
        <p:spPr bwMode="auto">
          <a:xfrm>
            <a:off x="2209800" y="2895600"/>
            <a:ext cx="152400" cy="5334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5174" name="Line 6">
            <a:extLst>
              <a:ext uri="{FF2B5EF4-FFF2-40B4-BE49-F238E27FC236}">
                <a16:creationId xmlns:a16="http://schemas.microsoft.com/office/drawing/2014/main" id="{4F46F8B3-DD1B-BA5E-D29F-878AA9B4F91D}"/>
              </a:ext>
            </a:extLst>
          </p:cNvPr>
          <p:cNvSpPr>
            <a:spLocks noChangeShapeType="1"/>
          </p:cNvSpPr>
          <p:nvPr/>
        </p:nvSpPr>
        <p:spPr bwMode="auto">
          <a:xfrm flipH="1">
            <a:off x="2286000" y="1981200"/>
            <a:ext cx="381000" cy="5334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5175" name="Line 7">
            <a:extLst>
              <a:ext uri="{FF2B5EF4-FFF2-40B4-BE49-F238E27FC236}">
                <a16:creationId xmlns:a16="http://schemas.microsoft.com/office/drawing/2014/main" id="{AC544409-924F-1BC6-758C-03B427E87530}"/>
              </a:ext>
            </a:extLst>
          </p:cNvPr>
          <p:cNvSpPr>
            <a:spLocks noChangeShapeType="1"/>
          </p:cNvSpPr>
          <p:nvPr/>
        </p:nvSpPr>
        <p:spPr bwMode="auto">
          <a:xfrm flipH="1">
            <a:off x="1143000" y="2895600"/>
            <a:ext cx="914400" cy="15240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5176" name="Oval 8">
            <a:extLst>
              <a:ext uri="{FF2B5EF4-FFF2-40B4-BE49-F238E27FC236}">
                <a16:creationId xmlns:a16="http://schemas.microsoft.com/office/drawing/2014/main" id="{34B056BE-4FD5-243A-8B2A-5B08FCDE49C7}"/>
              </a:ext>
            </a:extLst>
          </p:cNvPr>
          <p:cNvSpPr>
            <a:spLocks noChangeArrowheads="1"/>
          </p:cNvSpPr>
          <p:nvPr/>
        </p:nvSpPr>
        <p:spPr bwMode="auto">
          <a:xfrm>
            <a:off x="2514600" y="16002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5177" name="Oval 9">
            <a:extLst>
              <a:ext uri="{FF2B5EF4-FFF2-40B4-BE49-F238E27FC236}">
                <a16:creationId xmlns:a16="http://schemas.microsoft.com/office/drawing/2014/main" id="{C98A0652-BD9B-3048-64BA-6445C9F0C274}"/>
              </a:ext>
            </a:extLst>
          </p:cNvPr>
          <p:cNvSpPr>
            <a:spLocks noChangeArrowheads="1"/>
          </p:cNvSpPr>
          <p:nvPr/>
        </p:nvSpPr>
        <p:spPr bwMode="auto">
          <a:xfrm>
            <a:off x="13716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5178" name="Oval 10">
            <a:extLst>
              <a:ext uri="{FF2B5EF4-FFF2-40B4-BE49-F238E27FC236}">
                <a16:creationId xmlns:a16="http://schemas.microsoft.com/office/drawing/2014/main" id="{48DA3B15-69F3-4460-5510-6616016DC3F2}"/>
              </a:ext>
            </a:extLst>
          </p:cNvPr>
          <p:cNvSpPr>
            <a:spLocks noChangeArrowheads="1"/>
          </p:cNvSpPr>
          <p:nvPr/>
        </p:nvSpPr>
        <p:spPr bwMode="auto">
          <a:xfrm>
            <a:off x="21336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5179" name="Oval 11">
            <a:extLst>
              <a:ext uri="{FF2B5EF4-FFF2-40B4-BE49-F238E27FC236}">
                <a16:creationId xmlns:a16="http://schemas.microsoft.com/office/drawing/2014/main" id="{61F0882B-EAEF-AF1F-F0A8-E6D43F19E7E7}"/>
              </a:ext>
            </a:extLst>
          </p:cNvPr>
          <p:cNvSpPr>
            <a:spLocks noChangeArrowheads="1"/>
          </p:cNvSpPr>
          <p:nvPr/>
        </p:nvSpPr>
        <p:spPr bwMode="auto">
          <a:xfrm>
            <a:off x="28194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5180" name="Oval 12">
            <a:extLst>
              <a:ext uri="{FF2B5EF4-FFF2-40B4-BE49-F238E27FC236}">
                <a16:creationId xmlns:a16="http://schemas.microsoft.com/office/drawing/2014/main" id="{6108957A-FAC3-E4BD-95B4-555B4E3CB773}"/>
              </a:ext>
            </a:extLst>
          </p:cNvPr>
          <p:cNvSpPr>
            <a:spLocks noChangeArrowheads="1"/>
          </p:cNvSpPr>
          <p:nvPr/>
        </p:nvSpPr>
        <p:spPr bwMode="auto">
          <a:xfrm>
            <a:off x="35814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5181" name="Oval 13">
            <a:extLst>
              <a:ext uri="{FF2B5EF4-FFF2-40B4-BE49-F238E27FC236}">
                <a16:creationId xmlns:a16="http://schemas.microsoft.com/office/drawing/2014/main" id="{7B7F2CC8-A566-4E62-798E-930B5309E69B}"/>
              </a:ext>
            </a:extLst>
          </p:cNvPr>
          <p:cNvSpPr>
            <a:spLocks noChangeArrowheads="1"/>
          </p:cNvSpPr>
          <p:nvPr/>
        </p:nvSpPr>
        <p:spPr bwMode="auto">
          <a:xfrm>
            <a:off x="838200" y="42672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5182" name="Oval 14">
            <a:extLst>
              <a:ext uri="{FF2B5EF4-FFF2-40B4-BE49-F238E27FC236}">
                <a16:creationId xmlns:a16="http://schemas.microsoft.com/office/drawing/2014/main" id="{B9823156-06F8-C78A-3380-D90195172D64}"/>
              </a:ext>
            </a:extLst>
          </p:cNvPr>
          <p:cNvSpPr>
            <a:spLocks noChangeArrowheads="1"/>
          </p:cNvSpPr>
          <p:nvPr/>
        </p:nvSpPr>
        <p:spPr bwMode="auto">
          <a:xfrm>
            <a:off x="1905000" y="24384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5183" name="Oval 15">
            <a:extLst>
              <a:ext uri="{FF2B5EF4-FFF2-40B4-BE49-F238E27FC236}">
                <a16:creationId xmlns:a16="http://schemas.microsoft.com/office/drawing/2014/main" id="{B08170DD-AFBA-D017-0A97-991D54C51D69}"/>
              </a:ext>
            </a:extLst>
          </p:cNvPr>
          <p:cNvSpPr>
            <a:spLocks noChangeArrowheads="1"/>
          </p:cNvSpPr>
          <p:nvPr/>
        </p:nvSpPr>
        <p:spPr bwMode="auto">
          <a:xfrm>
            <a:off x="3124200" y="24384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5184" name="Line 16">
            <a:extLst>
              <a:ext uri="{FF2B5EF4-FFF2-40B4-BE49-F238E27FC236}">
                <a16:creationId xmlns:a16="http://schemas.microsoft.com/office/drawing/2014/main" id="{0354A87E-ECC6-E131-BAFC-5E6A9C6E9415}"/>
              </a:ext>
            </a:extLst>
          </p:cNvPr>
          <p:cNvSpPr>
            <a:spLocks noChangeShapeType="1"/>
          </p:cNvSpPr>
          <p:nvPr/>
        </p:nvSpPr>
        <p:spPr bwMode="auto">
          <a:xfrm>
            <a:off x="7086600" y="2819400"/>
            <a:ext cx="381000" cy="6858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5185" name="Line 17">
            <a:extLst>
              <a:ext uri="{FF2B5EF4-FFF2-40B4-BE49-F238E27FC236}">
                <a16:creationId xmlns:a16="http://schemas.microsoft.com/office/drawing/2014/main" id="{0BED76DB-3ACB-FDAB-FAFD-5A8D4E476A9D}"/>
              </a:ext>
            </a:extLst>
          </p:cNvPr>
          <p:cNvSpPr>
            <a:spLocks noChangeShapeType="1"/>
          </p:cNvSpPr>
          <p:nvPr/>
        </p:nvSpPr>
        <p:spPr bwMode="auto">
          <a:xfrm flipH="1">
            <a:off x="6781800" y="2895600"/>
            <a:ext cx="228600" cy="5334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5186" name="Line 18">
            <a:extLst>
              <a:ext uri="{FF2B5EF4-FFF2-40B4-BE49-F238E27FC236}">
                <a16:creationId xmlns:a16="http://schemas.microsoft.com/office/drawing/2014/main" id="{D9B2B2BA-3967-DA6C-C591-CFD44D562C95}"/>
              </a:ext>
            </a:extLst>
          </p:cNvPr>
          <p:cNvSpPr>
            <a:spLocks noChangeShapeType="1"/>
          </p:cNvSpPr>
          <p:nvPr/>
        </p:nvSpPr>
        <p:spPr bwMode="auto">
          <a:xfrm>
            <a:off x="6553200" y="1981200"/>
            <a:ext cx="381000" cy="5334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5187" name="Line 19">
            <a:extLst>
              <a:ext uri="{FF2B5EF4-FFF2-40B4-BE49-F238E27FC236}">
                <a16:creationId xmlns:a16="http://schemas.microsoft.com/office/drawing/2014/main" id="{F174A9CD-F5C9-7A64-D6CE-C9A93EEB0CF7}"/>
              </a:ext>
            </a:extLst>
          </p:cNvPr>
          <p:cNvSpPr>
            <a:spLocks noChangeShapeType="1"/>
          </p:cNvSpPr>
          <p:nvPr/>
        </p:nvSpPr>
        <p:spPr bwMode="auto">
          <a:xfrm>
            <a:off x="5867400" y="2895600"/>
            <a:ext cx="152400" cy="5334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5188" name="Line 20">
            <a:extLst>
              <a:ext uri="{FF2B5EF4-FFF2-40B4-BE49-F238E27FC236}">
                <a16:creationId xmlns:a16="http://schemas.microsoft.com/office/drawing/2014/main" id="{44B62E8B-7841-D8D6-5BC8-1FFBC65290C6}"/>
              </a:ext>
            </a:extLst>
          </p:cNvPr>
          <p:cNvSpPr>
            <a:spLocks noChangeShapeType="1"/>
          </p:cNvSpPr>
          <p:nvPr/>
        </p:nvSpPr>
        <p:spPr bwMode="auto">
          <a:xfrm flipH="1">
            <a:off x="5943600" y="1981200"/>
            <a:ext cx="381000" cy="5334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5189" name="Line 21">
            <a:extLst>
              <a:ext uri="{FF2B5EF4-FFF2-40B4-BE49-F238E27FC236}">
                <a16:creationId xmlns:a16="http://schemas.microsoft.com/office/drawing/2014/main" id="{5D4F588D-7107-F768-52DA-F424746C4DC8}"/>
              </a:ext>
            </a:extLst>
          </p:cNvPr>
          <p:cNvSpPr>
            <a:spLocks noChangeShapeType="1"/>
          </p:cNvSpPr>
          <p:nvPr/>
        </p:nvSpPr>
        <p:spPr bwMode="auto">
          <a:xfrm flipH="1">
            <a:off x="4800600" y="2895600"/>
            <a:ext cx="914400" cy="15240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5190" name="Oval 22">
            <a:extLst>
              <a:ext uri="{FF2B5EF4-FFF2-40B4-BE49-F238E27FC236}">
                <a16:creationId xmlns:a16="http://schemas.microsoft.com/office/drawing/2014/main" id="{8E55167F-7B47-9C57-DC9E-B2DF58F9D1BB}"/>
              </a:ext>
            </a:extLst>
          </p:cNvPr>
          <p:cNvSpPr>
            <a:spLocks noChangeArrowheads="1"/>
          </p:cNvSpPr>
          <p:nvPr/>
        </p:nvSpPr>
        <p:spPr bwMode="auto">
          <a:xfrm>
            <a:off x="6172200" y="16002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5191" name="Oval 23">
            <a:extLst>
              <a:ext uri="{FF2B5EF4-FFF2-40B4-BE49-F238E27FC236}">
                <a16:creationId xmlns:a16="http://schemas.microsoft.com/office/drawing/2014/main" id="{2BFA7449-E8B8-3233-FCA6-88BFBB9CE164}"/>
              </a:ext>
            </a:extLst>
          </p:cNvPr>
          <p:cNvSpPr>
            <a:spLocks noChangeArrowheads="1"/>
          </p:cNvSpPr>
          <p:nvPr/>
        </p:nvSpPr>
        <p:spPr bwMode="auto">
          <a:xfrm>
            <a:off x="50292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5192" name="Oval 24">
            <a:extLst>
              <a:ext uri="{FF2B5EF4-FFF2-40B4-BE49-F238E27FC236}">
                <a16:creationId xmlns:a16="http://schemas.microsoft.com/office/drawing/2014/main" id="{E2A01C1C-96B1-05CC-03F5-08229C5C0ECA}"/>
              </a:ext>
            </a:extLst>
          </p:cNvPr>
          <p:cNvSpPr>
            <a:spLocks noChangeArrowheads="1"/>
          </p:cNvSpPr>
          <p:nvPr/>
        </p:nvSpPr>
        <p:spPr bwMode="auto">
          <a:xfrm>
            <a:off x="57912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5193" name="Oval 25">
            <a:extLst>
              <a:ext uri="{FF2B5EF4-FFF2-40B4-BE49-F238E27FC236}">
                <a16:creationId xmlns:a16="http://schemas.microsoft.com/office/drawing/2014/main" id="{9D35B15E-9FAD-A7E8-D89C-0D6CE4D3454F}"/>
              </a:ext>
            </a:extLst>
          </p:cNvPr>
          <p:cNvSpPr>
            <a:spLocks noChangeArrowheads="1"/>
          </p:cNvSpPr>
          <p:nvPr/>
        </p:nvSpPr>
        <p:spPr bwMode="auto">
          <a:xfrm>
            <a:off x="64770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5194" name="Oval 26">
            <a:extLst>
              <a:ext uri="{FF2B5EF4-FFF2-40B4-BE49-F238E27FC236}">
                <a16:creationId xmlns:a16="http://schemas.microsoft.com/office/drawing/2014/main" id="{797779F2-29F2-BDD8-5089-F0B90CA1D812}"/>
              </a:ext>
            </a:extLst>
          </p:cNvPr>
          <p:cNvSpPr>
            <a:spLocks noChangeArrowheads="1"/>
          </p:cNvSpPr>
          <p:nvPr/>
        </p:nvSpPr>
        <p:spPr bwMode="auto">
          <a:xfrm>
            <a:off x="72390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5195" name="Oval 27">
            <a:extLst>
              <a:ext uri="{FF2B5EF4-FFF2-40B4-BE49-F238E27FC236}">
                <a16:creationId xmlns:a16="http://schemas.microsoft.com/office/drawing/2014/main" id="{BE5AA668-59B6-55B2-013A-729BEFD3F10A}"/>
              </a:ext>
            </a:extLst>
          </p:cNvPr>
          <p:cNvSpPr>
            <a:spLocks noChangeArrowheads="1"/>
          </p:cNvSpPr>
          <p:nvPr/>
        </p:nvSpPr>
        <p:spPr bwMode="auto">
          <a:xfrm>
            <a:off x="4495800" y="42672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5196" name="Oval 28">
            <a:extLst>
              <a:ext uri="{FF2B5EF4-FFF2-40B4-BE49-F238E27FC236}">
                <a16:creationId xmlns:a16="http://schemas.microsoft.com/office/drawing/2014/main" id="{95AA1206-03C9-F493-1E5A-CB3C1FFDA6FD}"/>
              </a:ext>
            </a:extLst>
          </p:cNvPr>
          <p:cNvSpPr>
            <a:spLocks noChangeArrowheads="1"/>
          </p:cNvSpPr>
          <p:nvPr/>
        </p:nvSpPr>
        <p:spPr bwMode="auto">
          <a:xfrm>
            <a:off x="5562600" y="24384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5197" name="Oval 29">
            <a:extLst>
              <a:ext uri="{FF2B5EF4-FFF2-40B4-BE49-F238E27FC236}">
                <a16:creationId xmlns:a16="http://schemas.microsoft.com/office/drawing/2014/main" id="{AECFB05E-65A1-FFA4-E9E4-77F666B2CFAA}"/>
              </a:ext>
            </a:extLst>
          </p:cNvPr>
          <p:cNvSpPr>
            <a:spLocks noChangeArrowheads="1"/>
          </p:cNvSpPr>
          <p:nvPr/>
        </p:nvSpPr>
        <p:spPr bwMode="auto">
          <a:xfrm>
            <a:off x="6781800" y="24384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5198" name="Text Box 30">
            <a:extLst>
              <a:ext uri="{FF2B5EF4-FFF2-40B4-BE49-F238E27FC236}">
                <a16:creationId xmlns:a16="http://schemas.microsoft.com/office/drawing/2014/main" id="{3F3A7F16-57D8-A0A3-DA20-B3A5483D222E}"/>
              </a:ext>
            </a:extLst>
          </p:cNvPr>
          <p:cNvSpPr txBox="1">
            <a:spLocks noChangeArrowheads="1"/>
          </p:cNvSpPr>
          <p:nvPr/>
        </p:nvSpPr>
        <p:spPr bwMode="auto">
          <a:xfrm>
            <a:off x="2540000" y="16002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53</a:t>
            </a:r>
            <a:endParaRPr kumimoji="1" lang="en-US" altLang="zh-CN" sz="2400">
              <a:latin typeface="Times New Roman" panose="02020603050405020304" pitchFamily="18" charset="0"/>
              <a:ea typeface="宋体" panose="02010600030101010101" pitchFamily="2" charset="-122"/>
            </a:endParaRPr>
          </a:p>
        </p:txBody>
      </p:sp>
      <p:sp>
        <p:nvSpPr>
          <p:cNvPr id="135199" name="Text Box 31">
            <a:extLst>
              <a:ext uri="{FF2B5EF4-FFF2-40B4-BE49-F238E27FC236}">
                <a16:creationId xmlns:a16="http://schemas.microsoft.com/office/drawing/2014/main" id="{230B4132-483B-6F24-9F01-10B5694B1CE9}"/>
              </a:ext>
            </a:extLst>
          </p:cNvPr>
          <p:cNvSpPr txBox="1">
            <a:spLocks noChangeArrowheads="1"/>
          </p:cNvSpPr>
          <p:nvPr/>
        </p:nvSpPr>
        <p:spPr bwMode="auto">
          <a:xfrm>
            <a:off x="6197600" y="16002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53</a:t>
            </a:r>
            <a:endParaRPr kumimoji="1" lang="en-US" altLang="zh-CN" sz="2400">
              <a:latin typeface="Times New Roman" panose="02020603050405020304" pitchFamily="18" charset="0"/>
              <a:ea typeface="宋体" panose="02010600030101010101" pitchFamily="2" charset="-122"/>
            </a:endParaRPr>
          </a:p>
        </p:txBody>
      </p:sp>
      <p:sp>
        <p:nvSpPr>
          <p:cNvPr id="135200" name="Text Box 32">
            <a:extLst>
              <a:ext uri="{FF2B5EF4-FFF2-40B4-BE49-F238E27FC236}">
                <a16:creationId xmlns:a16="http://schemas.microsoft.com/office/drawing/2014/main" id="{11C72C2C-FF6C-87B4-AAF4-4965C38515BC}"/>
              </a:ext>
            </a:extLst>
          </p:cNvPr>
          <p:cNvSpPr txBox="1">
            <a:spLocks noChangeArrowheads="1"/>
          </p:cNvSpPr>
          <p:nvPr/>
        </p:nvSpPr>
        <p:spPr bwMode="auto">
          <a:xfrm>
            <a:off x="1930400" y="24384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17</a:t>
            </a:r>
            <a:endParaRPr kumimoji="1" lang="en-US" altLang="zh-CN" sz="2400">
              <a:latin typeface="Times New Roman" panose="02020603050405020304" pitchFamily="18" charset="0"/>
              <a:ea typeface="宋体" panose="02010600030101010101" pitchFamily="2" charset="-122"/>
            </a:endParaRPr>
          </a:p>
        </p:txBody>
      </p:sp>
      <p:sp>
        <p:nvSpPr>
          <p:cNvPr id="135201" name="Text Box 33">
            <a:extLst>
              <a:ext uri="{FF2B5EF4-FFF2-40B4-BE49-F238E27FC236}">
                <a16:creationId xmlns:a16="http://schemas.microsoft.com/office/drawing/2014/main" id="{5335A8B1-4B26-D9DC-5D5A-5EA903CCD9A5}"/>
              </a:ext>
            </a:extLst>
          </p:cNvPr>
          <p:cNvSpPr txBox="1">
            <a:spLocks noChangeArrowheads="1"/>
          </p:cNvSpPr>
          <p:nvPr/>
        </p:nvSpPr>
        <p:spPr bwMode="auto">
          <a:xfrm>
            <a:off x="5054600" y="33528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17</a:t>
            </a:r>
            <a:endParaRPr kumimoji="1" lang="en-US" altLang="zh-CN" sz="2400">
              <a:latin typeface="Times New Roman" panose="02020603050405020304" pitchFamily="18" charset="0"/>
              <a:ea typeface="宋体" panose="02010600030101010101" pitchFamily="2" charset="-122"/>
            </a:endParaRPr>
          </a:p>
        </p:txBody>
      </p:sp>
      <p:sp>
        <p:nvSpPr>
          <p:cNvPr id="135202" name="Text Box 34">
            <a:extLst>
              <a:ext uri="{FF2B5EF4-FFF2-40B4-BE49-F238E27FC236}">
                <a16:creationId xmlns:a16="http://schemas.microsoft.com/office/drawing/2014/main" id="{47E9B8BF-077F-8A64-C7C4-904BA367F85F}"/>
              </a:ext>
            </a:extLst>
          </p:cNvPr>
          <p:cNvSpPr txBox="1">
            <a:spLocks noChangeArrowheads="1"/>
          </p:cNvSpPr>
          <p:nvPr/>
        </p:nvSpPr>
        <p:spPr bwMode="auto">
          <a:xfrm>
            <a:off x="2844800" y="3367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78</a:t>
            </a:r>
            <a:endParaRPr kumimoji="1" lang="en-US" altLang="zh-CN" sz="2400">
              <a:latin typeface="Times New Roman" panose="02020603050405020304" pitchFamily="18" charset="0"/>
              <a:ea typeface="宋体" panose="02010600030101010101" pitchFamily="2" charset="-122"/>
            </a:endParaRPr>
          </a:p>
        </p:txBody>
      </p:sp>
      <p:sp>
        <p:nvSpPr>
          <p:cNvPr id="135203" name="Text Box 35">
            <a:extLst>
              <a:ext uri="{FF2B5EF4-FFF2-40B4-BE49-F238E27FC236}">
                <a16:creationId xmlns:a16="http://schemas.microsoft.com/office/drawing/2014/main" id="{0A410DAA-2519-9089-9A3F-5AC699E7D633}"/>
              </a:ext>
            </a:extLst>
          </p:cNvPr>
          <p:cNvSpPr txBox="1">
            <a:spLocks noChangeArrowheads="1"/>
          </p:cNvSpPr>
          <p:nvPr/>
        </p:nvSpPr>
        <p:spPr bwMode="auto">
          <a:xfrm>
            <a:off x="6477000" y="3367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78</a:t>
            </a:r>
            <a:endParaRPr kumimoji="1" lang="en-US" altLang="zh-CN" sz="2400">
              <a:latin typeface="Times New Roman" panose="02020603050405020304" pitchFamily="18" charset="0"/>
              <a:ea typeface="宋体" panose="02010600030101010101" pitchFamily="2" charset="-122"/>
            </a:endParaRPr>
          </a:p>
        </p:txBody>
      </p:sp>
      <p:sp>
        <p:nvSpPr>
          <p:cNvPr id="135204" name="Text Box 36">
            <a:extLst>
              <a:ext uri="{FF2B5EF4-FFF2-40B4-BE49-F238E27FC236}">
                <a16:creationId xmlns:a16="http://schemas.microsoft.com/office/drawing/2014/main" id="{B95175C6-DFC5-F915-7AA1-FDA2293A1DE4}"/>
              </a:ext>
            </a:extLst>
          </p:cNvPr>
          <p:cNvSpPr txBox="1">
            <a:spLocks noChangeArrowheads="1"/>
          </p:cNvSpPr>
          <p:nvPr/>
        </p:nvSpPr>
        <p:spPr bwMode="auto">
          <a:xfrm>
            <a:off x="1397000" y="3367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09</a:t>
            </a:r>
            <a:endParaRPr kumimoji="1" lang="en-US" altLang="zh-CN" sz="2400">
              <a:latin typeface="Times New Roman" panose="02020603050405020304" pitchFamily="18" charset="0"/>
              <a:ea typeface="宋体" panose="02010600030101010101" pitchFamily="2" charset="-122"/>
            </a:endParaRPr>
          </a:p>
        </p:txBody>
      </p:sp>
      <p:sp>
        <p:nvSpPr>
          <p:cNvPr id="135205" name="Text Box 37">
            <a:extLst>
              <a:ext uri="{FF2B5EF4-FFF2-40B4-BE49-F238E27FC236}">
                <a16:creationId xmlns:a16="http://schemas.microsoft.com/office/drawing/2014/main" id="{F5B81B10-1F8E-D6EF-306D-CED9CC280E36}"/>
              </a:ext>
            </a:extLst>
          </p:cNvPr>
          <p:cNvSpPr txBox="1">
            <a:spLocks noChangeArrowheads="1"/>
          </p:cNvSpPr>
          <p:nvPr/>
        </p:nvSpPr>
        <p:spPr bwMode="auto">
          <a:xfrm>
            <a:off x="863600" y="42672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23</a:t>
            </a:r>
            <a:endParaRPr kumimoji="1" lang="en-US" altLang="zh-CN" sz="2400">
              <a:latin typeface="Times New Roman" panose="02020603050405020304" pitchFamily="18" charset="0"/>
              <a:ea typeface="宋体" panose="02010600030101010101" pitchFamily="2" charset="-122"/>
            </a:endParaRPr>
          </a:p>
        </p:txBody>
      </p:sp>
      <p:sp>
        <p:nvSpPr>
          <p:cNvPr id="135206" name="Text Box 38">
            <a:extLst>
              <a:ext uri="{FF2B5EF4-FFF2-40B4-BE49-F238E27FC236}">
                <a16:creationId xmlns:a16="http://schemas.microsoft.com/office/drawing/2014/main" id="{EA27DD4E-F741-514B-B7DE-9B1818E1E9C7}"/>
              </a:ext>
            </a:extLst>
          </p:cNvPr>
          <p:cNvSpPr txBox="1">
            <a:spLocks noChangeArrowheads="1"/>
          </p:cNvSpPr>
          <p:nvPr/>
        </p:nvSpPr>
        <p:spPr bwMode="auto">
          <a:xfrm>
            <a:off x="2159000" y="3367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45</a:t>
            </a:r>
            <a:endParaRPr kumimoji="1" lang="en-US" altLang="zh-CN" sz="2400">
              <a:latin typeface="Times New Roman" panose="02020603050405020304" pitchFamily="18" charset="0"/>
              <a:ea typeface="宋体" panose="02010600030101010101" pitchFamily="2" charset="-122"/>
            </a:endParaRPr>
          </a:p>
        </p:txBody>
      </p:sp>
      <p:sp>
        <p:nvSpPr>
          <p:cNvPr id="135207" name="Text Box 39">
            <a:extLst>
              <a:ext uri="{FF2B5EF4-FFF2-40B4-BE49-F238E27FC236}">
                <a16:creationId xmlns:a16="http://schemas.microsoft.com/office/drawing/2014/main" id="{ED806467-3DCB-7D36-277F-E46C715207C4}"/>
              </a:ext>
            </a:extLst>
          </p:cNvPr>
          <p:cNvSpPr txBox="1">
            <a:spLocks noChangeArrowheads="1"/>
          </p:cNvSpPr>
          <p:nvPr/>
        </p:nvSpPr>
        <p:spPr bwMode="auto">
          <a:xfrm>
            <a:off x="3149600" y="24384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65</a:t>
            </a:r>
            <a:endParaRPr kumimoji="1" lang="en-US" altLang="zh-CN" sz="2400">
              <a:latin typeface="Times New Roman" panose="02020603050405020304" pitchFamily="18" charset="0"/>
              <a:ea typeface="宋体" panose="02010600030101010101" pitchFamily="2" charset="-122"/>
            </a:endParaRPr>
          </a:p>
        </p:txBody>
      </p:sp>
      <p:sp>
        <p:nvSpPr>
          <p:cNvPr id="135208" name="Text Box 40">
            <a:extLst>
              <a:ext uri="{FF2B5EF4-FFF2-40B4-BE49-F238E27FC236}">
                <a16:creationId xmlns:a16="http://schemas.microsoft.com/office/drawing/2014/main" id="{71964B1B-DC1F-BFF5-639B-B52E28C8A497}"/>
              </a:ext>
            </a:extLst>
          </p:cNvPr>
          <p:cNvSpPr txBox="1">
            <a:spLocks noChangeArrowheads="1"/>
          </p:cNvSpPr>
          <p:nvPr/>
        </p:nvSpPr>
        <p:spPr bwMode="auto">
          <a:xfrm>
            <a:off x="3606800" y="33528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87</a:t>
            </a:r>
            <a:endParaRPr kumimoji="1" lang="en-US" altLang="zh-CN" sz="2400">
              <a:latin typeface="Times New Roman" panose="02020603050405020304" pitchFamily="18" charset="0"/>
              <a:ea typeface="宋体" panose="02010600030101010101" pitchFamily="2" charset="-122"/>
            </a:endParaRPr>
          </a:p>
        </p:txBody>
      </p:sp>
      <p:sp>
        <p:nvSpPr>
          <p:cNvPr id="135209" name="Line 41">
            <a:extLst>
              <a:ext uri="{FF2B5EF4-FFF2-40B4-BE49-F238E27FC236}">
                <a16:creationId xmlns:a16="http://schemas.microsoft.com/office/drawing/2014/main" id="{1BE2A94A-9F64-2238-E871-D74726A91186}"/>
              </a:ext>
            </a:extLst>
          </p:cNvPr>
          <p:cNvSpPr>
            <a:spLocks noChangeShapeType="1"/>
          </p:cNvSpPr>
          <p:nvPr/>
        </p:nvSpPr>
        <p:spPr bwMode="auto">
          <a:xfrm>
            <a:off x="1828800" y="2057400"/>
            <a:ext cx="228600" cy="4572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5210" name="Text Box 42">
            <a:extLst>
              <a:ext uri="{FF2B5EF4-FFF2-40B4-BE49-F238E27FC236}">
                <a16:creationId xmlns:a16="http://schemas.microsoft.com/office/drawing/2014/main" id="{DE62BB1E-794E-14E3-A5D9-DC21326F31B7}"/>
              </a:ext>
            </a:extLst>
          </p:cNvPr>
          <p:cNvSpPr txBox="1">
            <a:spLocks noChangeArrowheads="1"/>
          </p:cNvSpPr>
          <p:nvPr/>
        </p:nvSpPr>
        <p:spPr bwMode="auto">
          <a:xfrm>
            <a:off x="1706563" y="1600200"/>
            <a:ext cx="2825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i</a:t>
            </a:r>
            <a:endParaRPr kumimoji="1" lang="en-US" altLang="zh-CN" sz="2400">
              <a:latin typeface="Times New Roman" panose="02020603050405020304" pitchFamily="18" charset="0"/>
              <a:ea typeface="宋体" panose="02010600030101010101" pitchFamily="2" charset="-122"/>
            </a:endParaRPr>
          </a:p>
        </p:txBody>
      </p:sp>
      <p:sp>
        <p:nvSpPr>
          <p:cNvPr id="135211" name="Rectangle 43">
            <a:extLst>
              <a:ext uri="{FF2B5EF4-FFF2-40B4-BE49-F238E27FC236}">
                <a16:creationId xmlns:a16="http://schemas.microsoft.com/office/drawing/2014/main" id="{AC199860-66CD-746E-1AE5-97525C1CD368}"/>
              </a:ext>
            </a:extLst>
          </p:cNvPr>
          <p:cNvSpPr>
            <a:spLocks noChangeArrowheads="1"/>
          </p:cNvSpPr>
          <p:nvPr/>
        </p:nvSpPr>
        <p:spPr bwMode="auto">
          <a:xfrm>
            <a:off x="1295400" y="2362200"/>
            <a:ext cx="1447800" cy="1676400"/>
          </a:xfrm>
          <a:prstGeom prst="rect">
            <a:avLst/>
          </a:prstGeom>
          <a:noFill/>
          <a:ln w="38100">
            <a:solidFill>
              <a:srgbClr val="009900"/>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5212" name="Text Box 44">
            <a:extLst>
              <a:ext uri="{FF2B5EF4-FFF2-40B4-BE49-F238E27FC236}">
                <a16:creationId xmlns:a16="http://schemas.microsoft.com/office/drawing/2014/main" id="{4E774DB6-68C1-6B90-4634-C79E89514C48}"/>
              </a:ext>
            </a:extLst>
          </p:cNvPr>
          <p:cNvSpPr txBox="1">
            <a:spLocks noChangeArrowheads="1"/>
          </p:cNvSpPr>
          <p:nvPr/>
        </p:nvSpPr>
        <p:spPr bwMode="auto">
          <a:xfrm>
            <a:off x="5588000" y="24384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09</a:t>
            </a:r>
            <a:endParaRPr kumimoji="1" lang="en-US" altLang="zh-CN" sz="2400">
              <a:latin typeface="Times New Roman" panose="02020603050405020304" pitchFamily="18" charset="0"/>
              <a:ea typeface="宋体" panose="02010600030101010101" pitchFamily="2" charset="-122"/>
            </a:endParaRPr>
          </a:p>
        </p:txBody>
      </p:sp>
      <p:sp>
        <p:nvSpPr>
          <p:cNvPr id="135213" name="Text Box 45">
            <a:extLst>
              <a:ext uri="{FF2B5EF4-FFF2-40B4-BE49-F238E27FC236}">
                <a16:creationId xmlns:a16="http://schemas.microsoft.com/office/drawing/2014/main" id="{58D5A35A-A7AD-145C-7331-E92A98334A37}"/>
              </a:ext>
            </a:extLst>
          </p:cNvPr>
          <p:cNvSpPr txBox="1">
            <a:spLocks noChangeArrowheads="1"/>
          </p:cNvSpPr>
          <p:nvPr/>
        </p:nvSpPr>
        <p:spPr bwMode="auto">
          <a:xfrm>
            <a:off x="4521200" y="42814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23</a:t>
            </a:r>
            <a:endParaRPr kumimoji="1" lang="en-US" altLang="zh-CN" sz="2400">
              <a:latin typeface="Times New Roman" panose="02020603050405020304" pitchFamily="18" charset="0"/>
              <a:ea typeface="宋体" panose="02010600030101010101" pitchFamily="2" charset="-122"/>
            </a:endParaRPr>
          </a:p>
        </p:txBody>
      </p:sp>
      <p:sp>
        <p:nvSpPr>
          <p:cNvPr id="135214" name="Text Box 46">
            <a:extLst>
              <a:ext uri="{FF2B5EF4-FFF2-40B4-BE49-F238E27FC236}">
                <a16:creationId xmlns:a16="http://schemas.microsoft.com/office/drawing/2014/main" id="{27421156-34B4-31BD-44BA-4BB52119B9DC}"/>
              </a:ext>
            </a:extLst>
          </p:cNvPr>
          <p:cNvSpPr txBox="1">
            <a:spLocks noChangeArrowheads="1"/>
          </p:cNvSpPr>
          <p:nvPr/>
        </p:nvSpPr>
        <p:spPr bwMode="auto">
          <a:xfrm>
            <a:off x="5816600" y="3367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45</a:t>
            </a:r>
            <a:endParaRPr kumimoji="1" lang="en-US" altLang="zh-CN" sz="2400">
              <a:latin typeface="Times New Roman" panose="02020603050405020304" pitchFamily="18" charset="0"/>
              <a:ea typeface="宋体" panose="02010600030101010101" pitchFamily="2" charset="-122"/>
            </a:endParaRPr>
          </a:p>
        </p:txBody>
      </p:sp>
      <p:sp>
        <p:nvSpPr>
          <p:cNvPr id="135215" name="Text Box 47">
            <a:extLst>
              <a:ext uri="{FF2B5EF4-FFF2-40B4-BE49-F238E27FC236}">
                <a16:creationId xmlns:a16="http://schemas.microsoft.com/office/drawing/2014/main" id="{0C0370A9-C6C6-FE88-6072-0D21C67818D4}"/>
              </a:ext>
            </a:extLst>
          </p:cNvPr>
          <p:cNvSpPr txBox="1">
            <a:spLocks noChangeArrowheads="1"/>
          </p:cNvSpPr>
          <p:nvPr/>
        </p:nvSpPr>
        <p:spPr bwMode="auto">
          <a:xfrm>
            <a:off x="6807200" y="24384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65</a:t>
            </a:r>
            <a:endParaRPr kumimoji="1" lang="en-US" altLang="zh-CN" sz="2400">
              <a:latin typeface="Times New Roman" panose="02020603050405020304" pitchFamily="18" charset="0"/>
              <a:ea typeface="宋体" panose="02010600030101010101" pitchFamily="2" charset="-122"/>
            </a:endParaRPr>
          </a:p>
        </p:txBody>
      </p:sp>
      <p:sp>
        <p:nvSpPr>
          <p:cNvPr id="135216" name="Text Box 48">
            <a:extLst>
              <a:ext uri="{FF2B5EF4-FFF2-40B4-BE49-F238E27FC236}">
                <a16:creationId xmlns:a16="http://schemas.microsoft.com/office/drawing/2014/main" id="{175D7A32-98C8-73EB-CCD2-9C87F1B3CE97}"/>
              </a:ext>
            </a:extLst>
          </p:cNvPr>
          <p:cNvSpPr txBox="1">
            <a:spLocks noChangeArrowheads="1"/>
          </p:cNvSpPr>
          <p:nvPr/>
        </p:nvSpPr>
        <p:spPr bwMode="auto">
          <a:xfrm>
            <a:off x="7264400" y="33528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87</a:t>
            </a:r>
            <a:endParaRPr kumimoji="1" lang="en-US" altLang="zh-CN" sz="2400">
              <a:latin typeface="Times New Roman" panose="02020603050405020304" pitchFamily="18" charset="0"/>
              <a:ea typeface="宋体" panose="02010600030101010101" pitchFamily="2" charset="-122"/>
            </a:endParaRPr>
          </a:p>
        </p:txBody>
      </p:sp>
      <p:sp>
        <p:nvSpPr>
          <p:cNvPr id="135217" name="Text Box 49">
            <a:extLst>
              <a:ext uri="{FF2B5EF4-FFF2-40B4-BE49-F238E27FC236}">
                <a16:creationId xmlns:a16="http://schemas.microsoft.com/office/drawing/2014/main" id="{4A9EA067-3672-D02A-119C-AE043D71EAEC}"/>
              </a:ext>
            </a:extLst>
          </p:cNvPr>
          <p:cNvSpPr txBox="1">
            <a:spLocks noChangeArrowheads="1"/>
          </p:cNvSpPr>
          <p:nvPr/>
        </p:nvSpPr>
        <p:spPr bwMode="auto">
          <a:xfrm>
            <a:off x="1336237" y="4874747"/>
            <a:ext cx="252658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dirty="0" err="1">
                <a:solidFill>
                  <a:schemeClr val="tx2"/>
                </a:solidFill>
                <a:latin typeface="Times New Roman" panose="02020603050405020304" pitchFamily="18" charset="0"/>
                <a:ea typeface="宋体" panose="02010600030101010101" pitchFamily="2" charset="-122"/>
              </a:rPr>
              <a:t>currentPos</a:t>
            </a:r>
            <a:r>
              <a:rPr kumimoji="1" lang="en-US" altLang="zh-CN" sz="2800" b="1" dirty="0">
                <a:solidFill>
                  <a:schemeClr val="tx2"/>
                </a:solidFill>
                <a:latin typeface="Times New Roman" panose="02020603050405020304" pitchFamily="18" charset="0"/>
                <a:ea typeface="宋体" panose="02010600030101010101" pitchFamily="2" charset="-122"/>
              </a:rPr>
              <a:t> = 1</a:t>
            </a:r>
            <a:endParaRPr kumimoji="1" lang="en-US" altLang="zh-CN" sz="2400" dirty="0">
              <a:latin typeface="Times New Roman" panose="02020603050405020304" pitchFamily="18" charset="0"/>
              <a:ea typeface="宋体" panose="02010600030101010101" pitchFamily="2" charset="-122"/>
            </a:endParaRPr>
          </a:p>
        </p:txBody>
      </p:sp>
      <p:sp>
        <p:nvSpPr>
          <p:cNvPr id="135218" name="Line 50">
            <a:extLst>
              <a:ext uri="{FF2B5EF4-FFF2-40B4-BE49-F238E27FC236}">
                <a16:creationId xmlns:a16="http://schemas.microsoft.com/office/drawing/2014/main" id="{E97BCAE8-E9C3-61EC-EEF6-C81A89139767}"/>
              </a:ext>
            </a:extLst>
          </p:cNvPr>
          <p:cNvSpPr>
            <a:spLocks noChangeShapeType="1"/>
          </p:cNvSpPr>
          <p:nvPr/>
        </p:nvSpPr>
        <p:spPr bwMode="auto">
          <a:xfrm>
            <a:off x="4953000" y="2971800"/>
            <a:ext cx="185738" cy="4572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5219" name="Text Box 51">
            <a:extLst>
              <a:ext uri="{FF2B5EF4-FFF2-40B4-BE49-F238E27FC236}">
                <a16:creationId xmlns:a16="http://schemas.microsoft.com/office/drawing/2014/main" id="{13A28DF0-3A3B-CA8F-A4CC-C5425CC0EE3C}"/>
              </a:ext>
            </a:extLst>
          </p:cNvPr>
          <p:cNvSpPr txBox="1">
            <a:spLocks noChangeArrowheads="1"/>
          </p:cNvSpPr>
          <p:nvPr/>
        </p:nvSpPr>
        <p:spPr bwMode="auto">
          <a:xfrm>
            <a:off x="4746625" y="2528888"/>
            <a:ext cx="2825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i</a:t>
            </a:r>
            <a:endParaRPr kumimoji="1" lang="en-US" altLang="zh-CN" sz="2400">
              <a:latin typeface="Times New Roman" panose="02020603050405020304" pitchFamily="18" charset="0"/>
              <a:ea typeface="宋体" panose="02010600030101010101" pitchFamily="2" charset="-122"/>
            </a:endParaRPr>
          </a:p>
        </p:txBody>
      </p:sp>
      <p:sp>
        <p:nvSpPr>
          <p:cNvPr id="135220" name="Rectangle 52">
            <a:extLst>
              <a:ext uri="{FF2B5EF4-FFF2-40B4-BE49-F238E27FC236}">
                <a16:creationId xmlns:a16="http://schemas.microsoft.com/office/drawing/2014/main" id="{3C1F6497-C82F-B432-4CA1-99C643197C17}"/>
              </a:ext>
            </a:extLst>
          </p:cNvPr>
          <p:cNvSpPr>
            <a:spLocks noChangeArrowheads="1"/>
          </p:cNvSpPr>
          <p:nvPr/>
        </p:nvSpPr>
        <p:spPr bwMode="auto">
          <a:xfrm>
            <a:off x="4267200" y="3276600"/>
            <a:ext cx="1447800" cy="1600200"/>
          </a:xfrm>
          <a:prstGeom prst="rect">
            <a:avLst/>
          </a:prstGeom>
          <a:noFill/>
          <a:ln w="38100">
            <a:solidFill>
              <a:srgbClr val="009900"/>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5221" name="Line 53">
            <a:extLst>
              <a:ext uri="{FF2B5EF4-FFF2-40B4-BE49-F238E27FC236}">
                <a16:creationId xmlns:a16="http://schemas.microsoft.com/office/drawing/2014/main" id="{46EA957C-C2B6-C845-1475-7A5AA7376713}"/>
              </a:ext>
            </a:extLst>
          </p:cNvPr>
          <p:cNvSpPr>
            <a:spLocks noChangeShapeType="1"/>
          </p:cNvSpPr>
          <p:nvPr/>
        </p:nvSpPr>
        <p:spPr bwMode="auto">
          <a:xfrm flipH="1">
            <a:off x="1600200" y="2819400"/>
            <a:ext cx="228600" cy="457200"/>
          </a:xfrm>
          <a:prstGeom prst="line">
            <a:avLst/>
          </a:prstGeom>
          <a:noFill/>
          <a:ln w="28575">
            <a:solidFill>
              <a:srgbClr val="0099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 name="灯片编号占位符 1">
            <a:extLst>
              <a:ext uri="{FF2B5EF4-FFF2-40B4-BE49-F238E27FC236}">
                <a16:creationId xmlns:a16="http://schemas.microsoft.com/office/drawing/2014/main" id="{343FE5E2-AE65-591C-BA4A-841387187E14}"/>
              </a:ext>
            </a:extLst>
          </p:cNvPr>
          <p:cNvSpPr>
            <a:spLocks noGrp="1"/>
          </p:cNvSpPr>
          <p:nvPr>
            <p:ph type="sldNum" sz="quarter" idx="12"/>
          </p:nvPr>
        </p:nvSpPr>
        <p:spPr/>
        <p:txBody>
          <a:bodyPr/>
          <a:lstStyle/>
          <a:p>
            <a:pPr>
              <a:defRPr/>
            </a:pPr>
            <a:fld id="{32133AD1-DAA7-48C8-8009-85BC350F1DBF}" type="slidenum">
              <a:rPr lang="en-US" altLang="zh-CN" smtClean="0"/>
              <a:pPr>
                <a:defRPr/>
              </a:pPr>
              <a:t>122</a:t>
            </a:fld>
            <a:endParaRPr lang="en-US" altLang="zh-CN"/>
          </a:p>
        </p:txBody>
      </p:sp>
    </p:spTree>
  </p:cSld>
  <p:clrMapOvr>
    <a:masterClrMapping/>
  </p:clrMapOvr>
  <p:transition>
    <p:split/>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Line 1026">
            <a:extLst>
              <a:ext uri="{FF2B5EF4-FFF2-40B4-BE49-F238E27FC236}">
                <a16:creationId xmlns:a16="http://schemas.microsoft.com/office/drawing/2014/main" id="{FA49C13D-1F5C-C373-E6EF-A4ECA5EC32C0}"/>
              </a:ext>
            </a:extLst>
          </p:cNvPr>
          <p:cNvSpPr>
            <a:spLocks noChangeShapeType="1"/>
          </p:cNvSpPr>
          <p:nvPr/>
        </p:nvSpPr>
        <p:spPr bwMode="auto">
          <a:xfrm>
            <a:off x="3429000" y="2819400"/>
            <a:ext cx="381000" cy="6858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195" name="Line 1027">
            <a:extLst>
              <a:ext uri="{FF2B5EF4-FFF2-40B4-BE49-F238E27FC236}">
                <a16:creationId xmlns:a16="http://schemas.microsoft.com/office/drawing/2014/main" id="{46B92149-99DC-0A12-7E2E-6D9D641BF581}"/>
              </a:ext>
            </a:extLst>
          </p:cNvPr>
          <p:cNvSpPr>
            <a:spLocks noChangeShapeType="1"/>
          </p:cNvSpPr>
          <p:nvPr/>
        </p:nvSpPr>
        <p:spPr bwMode="auto">
          <a:xfrm flipH="1">
            <a:off x="3124200" y="2895600"/>
            <a:ext cx="228600" cy="5334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196" name="Line 1028">
            <a:extLst>
              <a:ext uri="{FF2B5EF4-FFF2-40B4-BE49-F238E27FC236}">
                <a16:creationId xmlns:a16="http://schemas.microsoft.com/office/drawing/2014/main" id="{0D4A0A69-0CCF-5229-3A83-5B818681CF69}"/>
              </a:ext>
            </a:extLst>
          </p:cNvPr>
          <p:cNvSpPr>
            <a:spLocks noChangeShapeType="1"/>
          </p:cNvSpPr>
          <p:nvPr/>
        </p:nvSpPr>
        <p:spPr bwMode="auto">
          <a:xfrm>
            <a:off x="2895600" y="1981200"/>
            <a:ext cx="381000" cy="5334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197" name="Line 1029">
            <a:extLst>
              <a:ext uri="{FF2B5EF4-FFF2-40B4-BE49-F238E27FC236}">
                <a16:creationId xmlns:a16="http://schemas.microsoft.com/office/drawing/2014/main" id="{C275C674-B857-00DA-B5F2-E633A3565CCA}"/>
              </a:ext>
            </a:extLst>
          </p:cNvPr>
          <p:cNvSpPr>
            <a:spLocks noChangeShapeType="1"/>
          </p:cNvSpPr>
          <p:nvPr/>
        </p:nvSpPr>
        <p:spPr bwMode="auto">
          <a:xfrm>
            <a:off x="2209800" y="2895600"/>
            <a:ext cx="152400" cy="5334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198" name="Line 1030">
            <a:extLst>
              <a:ext uri="{FF2B5EF4-FFF2-40B4-BE49-F238E27FC236}">
                <a16:creationId xmlns:a16="http://schemas.microsoft.com/office/drawing/2014/main" id="{A35CCB95-B24C-220C-8582-DC467908D4FE}"/>
              </a:ext>
            </a:extLst>
          </p:cNvPr>
          <p:cNvSpPr>
            <a:spLocks noChangeShapeType="1"/>
          </p:cNvSpPr>
          <p:nvPr/>
        </p:nvSpPr>
        <p:spPr bwMode="auto">
          <a:xfrm flipH="1">
            <a:off x="2286000" y="1981200"/>
            <a:ext cx="381000" cy="5334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199" name="Line 1031">
            <a:extLst>
              <a:ext uri="{FF2B5EF4-FFF2-40B4-BE49-F238E27FC236}">
                <a16:creationId xmlns:a16="http://schemas.microsoft.com/office/drawing/2014/main" id="{9B6896B0-B8D9-75A7-3BE8-F3FD291AE9DF}"/>
              </a:ext>
            </a:extLst>
          </p:cNvPr>
          <p:cNvSpPr>
            <a:spLocks noChangeShapeType="1"/>
          </p:cNvSpPr>
          <p:nvPr/>
        </p:nvSpPr>
        <p:spPr bwMode="auto">
          <a:xfrm flipH="1">
            <a:off x="1143000" y="2895600"/>
            <a:ext cx="914400" cy="15240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00" name="Oval 1034">
            <a:extLst>
              <a:ext uri="{FF2B5EF4-FFF2-40B4-BE49-F238E27FC236}">
                <a16:creationId xmlns:a16="http://schemas.microsoft.com/office/drawing/2014/main" id="{57029D3F-45A5-BB42-C4A6-62C68219DCE6}"/>
              </a:ext>
            </a:extLst>
          </p:cNvPr>
          <p:cNvSpPr>
            <a:spLocks noChangeArrowheads="1"/>
          </p:cNvSpPr>
          <p:nvPr/>
        </p:nvSpPr>
        <p:spPr bwMode="auto">
          <a:xfrm>
            <a:off x="2514600" y="16002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6201" name="Oval 1035">
            <a:extLst>
              <a:ext uri="{FF2B5EF4-FFF2-40B4-BE49-F238E27FC236}">
                <a16:creationId xmlns:a16="http://schemas.microsoft.com/office/drawing/2014/main" id="{0EA4DD02-8BAF-FBF8-E46A-267780433427}"/>
              </a:ext>
            </a:extLst>
          </p:cNvPr>
          <p:cNvSpPr>
            <a:spLocks noChangeArrowheads="1"/>
          </p:cNvSpPr>
          <p:nvPr/>
        </p:nvSpPr>
        <p:spPr bwMode="auto">
          <a:xfrm>
            <a:off x="13716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6202" name="Oval 1036">
            <a:extLst>
              <a:ext uri="{FF2B5EF4-FFF2-40B4-BE49-F238E27FC236}">
                <a16:creationId xmlns:a16="http://schemas.microsoft.com/office/drawing/2014/main" id="{49F4D8E5-B5D6-6585-AAAD-4E96807CFE5A}"/>
              </a:ext>
            </a:extLst>
          </p:cNvPr>
          <p:cNvSpPr>
            <a:spLocks noChangeArrowheads="1"/>
          </p:cNvSpPr>
          <p:nvPr/>
        </p:nvSpPr>
        <p:spPr bwMode="auto">
          <a:xfrm>
            <a:off x="21336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6203" name="Oval 1037">
            <a:extLst>
              <a:ext uri="{FF2B5EF4-FFF2-40B4-BE49-F238E27FC236}">
                <a16:creationId xmlns:a16="http://schemas.microsoft.com/office/drawing/2014/main" id="{52380410-A39A-2FA3-FD6C-B7A055F29223}"/>
              </a:ext>
            </a:extLst>
          </p:cNvPr>
          <p:cNvSpPr>
            <a:spLocks noChangeArrowheads="1"/>
          </p:cNvSpPr>
          <p:nvPr/>
        </p:nvSpPr>
        <p:spPr bwMode="auto">
          <a:xfrm>
            <a:off x="28194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6204" name="Oval 1038">
            <a:extLst>
              <a:ext uri="{FF2B5EF4-FFF2-40B4-BE49-F238E27FC236}">
                <a16:creationId xmlns:a16="http://schemas.microsoft.com/office/drawing/2014/main" id="{C32F7E29-A578-09CC-8CA9-52A7457CE238}"/>
              </a:ext>
            </a:extLst>
          </p:cNvPr>
          <p:cNvSpPr>
            <a:spLocks noChangeArrowheads="1"/>
          </p:cNvSpPr>
          <p:nvPr/>
        </p:nvSpPr>
        <p:spPr bwMode="auto">
          <a:xfrm>
            <a:off x="35814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6205" name="Oval 1039">
            <a:extLst>
              <a:ext uri="{FF2B5EF4-FFF2-40B4-BE49-F238E27FC236}">
                <a16:creationId xmlns:a16="http://schemas.microsoft.com/office/drawing/2014/main" id="{AE5D3A13-5298-E730-D24F-F85D81CEA452}"/>
              </a:ext>
            </a:extLst>
          </p:cNvPr>
          <p:cNvSpPr>
            <a:spLocks noChangeArrowheads="1"/>
          </p:cNvSpPr>
          <p:nvPr/>
        </p:nvSpPr>
        <p:spPr bwMode="auto">
          <a:xfrm>
            <a:off x="838200" y="42672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6206" name="Oval 1040">
            <a:extLst>
              <a:ext uri="{FF2B5EF4-FFF2-40B4-BE49-F238E27FC236}">
                <a16:creationId xmlns:a16="http://schemas.microsoft.com/office/drawing/2014/main" id="{85EC654D-C4B2-A4CC-322C-0C46F48338D1}"/>
              </a:ext>
            </a:extLst>
          </p:cNvPr>
          <p:cNvSpPr>
            <a:spLocks noChangeArrowheads="1"/>
          </p:cNvSpPr>
          <p:nvPr/>
        </p:nvSpPr>
        <p:spPr bwMode="auto">
          <a:xfrm>
            <a:off x="1905000" y="24384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6207" name="Oval 1041">
            <a:extLst>
              <a:ext uri="{FF2B5EF4-FFF2-40B4-BE49-F238E27FC236}">
                <a16:creationId xmlns:a16="http://schemas.microsoft.com/office/drawing/2014/main" id="{1F4BEC90-7E83-D028-7F58-948B0F4A47B8}"/>
              </a:ext>
            </a:extLst>
          </p:cNvPr>
          <p:cNvSpPr>
            <a:spLocks noChangeArrowheads="1"/>
          </p:cNvSpPr>
          <p:nvPr/>
        </p:nvSpPr>
        <p:spPr bwMode="auto">
          <a:xfrm>
            <a:off x="3124200" y="24384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6208" name="Line 1042">
            <a:extLst>
              <a:ext uri="{FF2B5EF4-FFF2-40B4-BE49-F238E27FC236}">
                <a16:creationId xmlns:a16="http://schemas.microsoft.com/office/drawing/2014/main" id="{20A8483A-87B5-C466-BC2F-03FB33D03BD3}"/>
              </a:ext>
            </a:extLst>
          </p:cNvPr>
          <p:cNvSpPr>
            <a:spLocks noChangeShapeType="1"/>
          </p:cNvSpPr>
          <p:nvPr/>
        </p:nvSpPr>
        <p:spPr bwMode="auto">
          <a:xfrm>
            <a:off x="7086600" y="2819400"/>
            <a:ext cx="381000" cy="6858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09" name="Line 1043">
            <a:extLst>
              <a:ext uri="{FF2B5EF4-FFF2-40B4-BE49-F238E27FC236}">
                <a16:creationId xmlns:a16="http://schemas.microsoft.com/office/drawing/2014/main" id="{E21A2DDB-5EC1-993F-FAB1-EC2785C6E01A}"/>
              </a:ext>
            </a:extLst>
          </p:cNvPr>
          <p:cNvSpPr>
            <a:spLocks noChangeShapeType="1"/>
          </p:cNvSpPr>
          <p:nvPr/>
        </p:nvSpPr>
        <p:spPr bwMode="auto">
          <a:xfrm flipH="1">
            <a:off x="6781800" y="2895600"/>
            <a:ext cx="228600" cy="5334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10" name="Line 1044">
            <a:extLst>
              <a:ext uri="{FF2B5EF4-FFF2-40B4-BE49-F238E27FC236}">
                <a16:creationId xmlns:a16="http://schemas.microsoft.com/office/drawing/2014/main" id="{0F9CF766-2B88-8156-CB44-4E518DBF0CE6}"/>
              </a:ext>
            </a:extLst>
          </p:cNvPr>
          <p:cNvSpPr>
            <a:spLocks noChangeShapeType="1"/>
          </p:cNvSpPr>
          <p:nvPr/>
        </p:nvSpPr>
        <p:spPr bwMode="auto">
          <a:xfrm>
            <a:off x="6553200" y="1981200"/>
            <a:ext cx="381000" cy="5334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11" name="Line 1045">
            <a:extLst>
              <a:ext uri="{FF2B5EF4-FFF2-40B4-BE49-F238E27FC236}">
                <a16:creationId xmlns:a16="http://schemas.microsoft.com/office/drawing/2014/main" id="{C06A7330-C0D2-F7DF-5750-7C3055B1BAC3}"/>
              </a:ext>
            </a:extLst>
          </p:cNvPr>
          <p:cNvSpPr>
            <a:spLocks noChangeShapeType="1"/>
          </p:cNvSpPr>
          <p:nvPr/>
        </p:nvSpPr>
        <p:spPr bwMode="auto">
          <a:xfrm>
            <a:off x="5867400" y="2895600"/>
            <a:ext cx="152400" cy="5334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12" name="Line 1046">
            <a:extLst>
              <a:ext uri="{FF2B5EF4-FFF2-40B4-BE49-F238E27FC236}">
                <a16:creationId xmlns:a16="http://schemas.microsoft.com/office/drawing/2014/main" id="{91BA9A30-8DD9-6CB6-6D3B-45A56A1B89F2}"/>
              </a:ext>
            </a:extLst>
          </p:cNvPr>
          <p:cNvSpPr>
            <a:spLocks noChangeShapeType="1"/>
          </p:cNvSpPr>
          <p:nvPr/>
        </p:nvSpPr>
        <p:spPr bwMode="auto">
          <a:xfrm flipH="1">
            <a:off x="5943600" y="1981200"/>
            <a:ext cx="381000" cy="5334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13" name="Line 1047">
            <a:extLst>
              <a:ext uri="{FF2B5EF4-FFF2-40B4-BE49-F238E27FC236}">
                <a16:creationId xmlns:a16="http://schemas.microsoft.com/office/drawing/2014/main" id="{33996B6E-B928-6F1F-930D-889D8E0D6475}"/>
              </a:ext>
            </a:extLst>
          </p:cNvPr>
          <p:cNvSpPr>
            <a:spLocks noChangeShapeType="1"/>
          </p:cNvSpPr>
          <p:nvPr/>
        </p:nvSpPr>
        <p:spPr bwMode="auto">
          <a:xfrm flipH="1">
            <a:off x="4800600" y="2895600"/>
            <a:ext cx="914400" cy="15240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14" name="Oval 1048">
            <a:extLst>
              <a:ext uri="{FF2B5EF4-FFF2-40B4-BE49-F238E27FC236}">
                <a16:creationId xmlns:a16="http://schemas.microsoft.com/office/drawing/2014/main" id="{D3E22500-5845-C9A4-9169-388674FBA357}"/>
              </a:ext>
            </a:extLst>
          </p:cNvPr>
          <p:cNvSpPr>
            <a:spLocks noChangeArrowheads="1"/>
          </p:cNvSpPr>
          <p:nvPr/>
        </p:nvSpPr>
        <p:spPr bwMode="auto">
          <a:xfrm>
            <a:off x="6172200" y="16002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6215" name="Oval 1049">
            <a:extLst>
              <a:ext uri="{FF2B5EF4-FFF2-40B4-BE49-F238E27FC236}">
                <a16:creationId xmlns:a16="http://schemas.microsoft.com/office/drawing/2014/main" id="{CCEB795C-CC02-E6EE-138D-A8F439F0DDE5}"/>
              </a:ext>
            </a:extLst>
          </p:cNvPr>
          <p:cNvSpPr>
            <a:spLocks noChangeArrowheads="1"/>
          </p:cNvSpPr>
          <p:nvPr/>
        </p:nvSpPr>
        <p:spPr bwMode="auto">
          <a:xfrm>
            <a:off x="50292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6216" name="Oval 1050">
            <a:extLst>
              <a:ext uri="{FF2B5EF4-FFF2-40B4-BE49-F238E27FC236}">
                <a16:creationId xmlns:a16="http://schemas.microsoft.com/office/drawing/2014/main" id="{9B1D78F3-675E-C8BA-878A-97E8CF6E5545}"/>
              </a:ext>
            </a:extLst>
          </p:cNvPr>
          <p:cNvSpPr>
            <a:spLocks noChangeArrowheads="1"/>
          </p:cNvSpPr>
          <p:nvPr/>
        </p:nvSpPr>
        <p:spPr bwMode="auto">
          <a:xfrm>
            <a:off x="57912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6217" name="Oval 1051">
            <a:extLst>
              <a:ext uri="{FF2B5EF4-FFF2-40B4-BE49-F238E27FC236}">
                <a16:creationId xmlns:a16="http://schemas.microsoft.com/office/drawing/2014/main" id="{A8F46044-B2E3-B656-32AF-5B71BE6636C6}"/>
              </a:ext>
            </a:extLst>
          </p:cNvPr>
          <p:cNvSpPr>
            <a:spLocks noChangeArrowheads="1"/>
          </p:cNvSpPr>
          <p:nvPr/>
        </p:nvSpPr>
        <p:spPr bwMode="auto">
          <a:xfrm>
            <a:off x="64770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6218" name="Oval 1052">
            <a:extLst>
              <a:ext uri="{FF2B5EF4-FFF2-40B4-BE49-F238E27FC236}">
                <a16:creationId xmlns:a16="http://schemas.microsoft.com/office/drawing/2014/main" id="{CA744A64-D0DA-1D2D-C2F2-C5DABF993127}"/>
              </a:ext>
            </a:extLst>
          </p:cNvPr>
          <p:cNvSpPr>
            <a:spLocks noChangeArrowheads="1"/>
          </p:cNvSpPr>
          <p:nvPr/>
        </p:nvSpPr>
        <p:spPr bwMode="auto">
          <a:xfrm>
            <a:off x="72390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6219" name="Oval 1053">
            <a:extLst>
              <a:ext uri="{FF2B5EF4-FFF2-40B4-BE49-F238E27FC236}">
                <a16:creationId xmlns:a16="http://schemas.microsoft.com/office/drawing/2014/main" id="{FF707A41-BEF2-67F9-4DF1-B7CA047410A1}"/>
              </a:ext>
            </a:extLst>
          </p:cNvPr>
          <p:cNvSpPr>
            <a:spLocks noChangeArrowheads="1"/>
          </p:cNvSpPr>
          <p:nvPr/>
        </p:nvSpPr>
        <p:spPr bwMode="auto">
          <a:xfrm>
            <a:off x="4495800" y="42672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6220" name="Oval 1054">
            <a:extLst>
              <a:ext uri="{FF2B5EF4-FFF2-40B4-BE49-F238E27FC236}">
                <a16:creationId xmlns:a16="http://schemas.microsoft.com/office/drawing/2014/main" id="{AD322557-B96C-CB30-E49C-210EDFB63ED7}"/>
              </a:ext>
            </a:extLst>
          </p:cNvPr>
          <p:cNvSpPr>
            <a:spLocks noChangeArrowheads="1"/>
          </p:cNvSpPr>
          <p:nvPr/>
        </p:nvSpPr>
        <p:spPr bwMode="auto">
          <a:xfrm>
            <a:off x="5562600" y="24384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6221" name="Oval 1055">
            <a:extLst>
              <a:ext uri="{FF2B5EF4-FFF2-40B4-BE49-F238E27FC236}">
                <a16:creationId xmlns:a16="http://schemas.microsoft.com/office/drawing/2014/main" id="{12AD3C61-832E-070F-B5A2-89067E6A9288}"/>
              </a:ext>
            </a:extLst>
          </p:cNvPr>
          <p:cNvSpPr>
            <a:spLocks noChangeArrowheads="1"/>
          </p:cNvSpPr>
          <p:nvPr/>
        </p:nvSpPr>
        <p:spPr bwMode="auto">
          <a:xfrm>
            <a:off x="6781800" y="24384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6222" name="Text Box 1056">
            <a:extLst>
              <a:ext uri="{FF2B5EF4-FFF2-40B4-BE49-F238E27FC236}">
                <a16:creationId xmlns:a16="http://schemas.microsoft.com/office/drawing/2014/main" id="{B3128CA8-AD45-A3A5-CA8A-DA7516B9438B}"/>
              </a:ext>
            </a:extLst>
          </p:cNvPr>
          <p:cNvSpPr txBox="1">
            <a:spLocks noChangeArrowheads="1"/>
          </p:cNvSpPr>
          <p:nvPr/>
        </p:nvSpPr>
        <p:spPr bwMode="auto">
          <a:xfrm>
            <a:off x="2540000" y="16002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53</a:t>
            </a:r>
            <a:endParaRPr kumimoji="1" lang="en-US" altLang="zh-CN" sz="2400">
              <a:latin typeface="Times New Roman" panose="02020603050405020304" pitchFamily="18" charset="0"/>
              <a:ea typeface="宋体" panose="02010600030101010101" pitchFamily="2" charset="-122"/>
            </a:endParaRPr>
          </a:p>
        </p:txBody>
      </p:sp>
      <p:sp>
        <p:nvSpPr>
          <p:cNvPr id="136223" name="Text Box 1057">
            <a:extLst>
              <a:ext uri="{FF2B5EF4-FFF2-40B4-BE49-F238E27FC236}">
                <a16:creationId xmlns:a16="http://schemas.microsoft.com/office/drawing/2014/main" id="{757F8139-D0EF-DD53-7F45-2A2E9851D632}"/>
              </a:ext>
            </a:extLst>
          </p:cNvPr>
          <p:cNvSpPr txBox="1">
            <a:spLocks noChangeArrowheads="1"/>
          </p:cNvSpPr>
          <p:nvPr/>
        </p:nvSpPr>
        <p:spPr bwMode="auto">
          <a:xfrm>
            <a:off x="5257800" y="2286000"/>
            <a:ext cx="508000" cy="519113"/>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Arial Narrow" panose="020B0606020202030204" pitchFamily="34" charset="0"/>
                <a:ea typeface="宋体" panose="02010600030101010101" pitchFamily="2" charset="-122"/>
              </a:rPr>
              <a:t>53</a:t>
            </a:r>
            <a:endParaRPr kumimoji="1" lang="en-US" altLang="zh-CN" sz="2400">
              <a:latin typeface="Times New Roman" panose="02020603050405020304" pitchFamily="18" charset="0"/>
              <a:ea typeface="宋体" panose="02010600030101010101" pitchFamily="2" charset="-122"/>
            </a:endParaRPr>
          </a:p>
        </p:txBody>
      </p:sp>
      <p:sp>
        <p:nvSpPr>
          <p:cNvPr id="136224" name="Text Box 1058">
            <a:extLst>
              <a:ext uri="{FF2B5EF4-FFF2-40B4-BE49-F238E27FC236}">
                <a16:creationId xmlns:a16="http://schemas.microsoft.com/office/drawing/2014/main" id="{E18D020F-657B-6F6F-71F2-93729CEB59BA}"/>
              </a:ext>
            </a:extLst>
          </p:cNvPr>
          <p:cNvSpPr txBox="1">
            <a:spLocks noChangeArrowheads="1"/>
          </p:cNvSpPr>
          <p:nvPr/>
        </p:nvSpPr>
        <p:spPr bwMode="auto">
          <a:xfrm>
            <a:off x="1397000" y="3367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17</a:t>
            </a:r>
            <a:endParaRPr kumimoji="1" lang="en-US" altLang="zh-CN" sz="2400">
              <a:latin typeface="Times New Roman" panose="02020603050405020304" pitchFamily="18" charset="0"/>
              <a:ea typeface="宋体" panose="02010600030101010101" pitchFamily="2" charset="-122"/>
            </a:endParaRPr>
          </a:p>
        </p:txBody>
      </p:sp>
      <p:sp>
        <p:nvSpPr>
          <p:cNvPr id="136225" name="Text Box 1059">
            <a:extLst>
              <a:ext uri="{FF2B5EF4-FFF2-40B4-BE49-F238E27FC236}">
                <a16:creationId xmlns:a16="http://schemas.microsoft.com/office/drawing/2014/main" id="{E7941513-6221-56FA-7C44-4FC803457907}"/>
              </a:ext>
            </a:extLst>
          </p:cNvPr>
          <p:cNvSpPr txBox="1">
            <a:spLocks noChangeArrowheads="1"/>
          </p:cNvSpPr>
          <p:nvPr/>
        </p:nvSpPr>
        <p:spPr bwMode="auto">
          <a:xfrm>
            <a:off x="5054600" y="3367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17</a:t>
            </a:r>
            <a:endParaRPr kumimoji="1" lang="en-US" altLang="zh-CN" sz="2400">
              <a:latin typeface="Times New Roman" panose="02020603050405020304" pitchFamily="18" charset="0"/>
              <a:ea typeface="宋体" panose="02010600030101010101" pitchFamily="2" charset="-122"/>
            </a:endParaRPr>
          </a:p>
        </p:txBody>
      </p:sp>
      <p:sp>
        <p:nvSpPr>
          <p:cNvPr id="136226" name="Text Box 1060">
            <a:extLst>
              <a:ext uri="{FF2B5EF4-FFF2-40B4-BE49-F238E27FC236}">
                <a16:creationId xmlns:a16="http://schemas.microsoft.com/office/drawing/2014/main" id="{D1F2B966-2731-2001-03C8-DD1A469502AF}"/>
              </a:ext>
            </a:extLst>
          </p:cNvPr>
          <p:cNvSpPr txBox="1">
            <a:spLocks noChangeArrowheads="1"/>
          </p:cNvSpPr>
          <p:nvPr/>
        </p:nvSpPr>
        <p:spPr bwMode="auto">
          <a:xfrm>
            <a:off x="2844800" y="3367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78</a:t>
            </a:r>
            <a:endParaRPr kumimoji="1" lang="en-US" altLang="zh-CN" sz="2400">
              <a:latin typeface="Times New Roman" panose="02020603050405020304" pitchFamily="18" charset="0"/>
              <a:ea typeface="宋体" panose="02010600030101010101" pitchFamily="2" charset="-122"/>
            </a:endParaRPr>
          </a:p>
        </p:txBody>
      </p:sp>
      <p:sp>
        <p:nvSpPr>
          <p:cNvPr id="136227" name="Text Box 1061">
            <a:extLst>
              <a:ext uri="{FF2B5EF4-FFF2-40B4-BE49-F238E27FC236}">
                <a16:creationId xmlns:a16="http://schemas.microsoft.com/office/drawing/2014/main" id="{D96D53CC-6E3E-89AB-56BE-813C991B1A0D}"/>
              </a:ext>
            </a:extLst>
          </p:cNvPr>
          <p:cNvSpPr txBox="1">
            <a:spLocks noChangeArrowheads="1"/>
          </p:cNvSpPr>
          <p:nvPr/>
        </p:nvSpPr>
        <p:spPr bwMode="auto">
          <a:xfrm>
            <a:off x="6477000" y="3367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78</a:t>
            </a:r>
            <a:endParaRPr kumimoji="1" lang="en-US" altLang="zh-CN" sz="2400">
              <a:latin typeface="Times New Roman" panose="02020603050405020304" pitchFamily="18" charset="0"/>
              <a:ea typeface="宋体" panose="02010600030101010101" pitchFamily="2" charset="-122"/>
            </a:endParaRPr>
          </a:p>
        </p:txBody>
      </p:sp>
      <p:sp>
        <p:nvSpPr>
          <p:cNvPr id="136228" name="Text Box 1062">
            <a:extLst>
              <a:ext uri="{FF2B5EF4-FFF2-40B4-BE49-F238E27FC236}">
                <a16:creationId xmlns:a16="http://schemas.microsoft.com/office/drawing/2014/main" id="{E133A6B8-7D80-181A-7911-D44A8CBA4695}"/>
              </a:ext>
            </a:extLst>
          </p:cNvPr>
          <p:cNvSpPr txBox="1">
            <a:spLocks noChangeArrowheads="1"/>
          </p:cNvSpPr>
          <p:nvPr/>
        </p:nvSpPr>
        <p:spPr bwMode="auto">
          <a:xfrm>
            <a:off x="1930400" y="24384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09</a:t>
            </a:r>
            <a:endParaRPr kumimoji="1" lang="en-US" altLang="zh-CN" sz="2400">
              <a:latin typeface="Times New Roman" panose="02020603050405020304" pitchFamily="18" charset="0"/>
              <a:ea typeface="宋体" panose="02010600030101010101" pitchFamily="2" charset="-122"/>
            </a:endParaRPr>
          </a:p>
        </p:txBody>
      </p:sp>
      <p:sp>
        <p:nvSpPr>
          <p:cNvPr id="136229" name="Text Box 1063">
            <a:extLst>
              <a:ext uri="{FF2B5EF4-FFF2-40B4-BE49-F238E27FC236}">
                <a16:creationId xmlns:a16="http://schemas.microsoft.com/office/drawing/2014/main" id="{631CB78C-4B60-E0AC-FEC8-E2620B731E6F}"/>
              </a:ext>
            </a:extLst>
          </p:cNvPr>
          <p:cNvSpPr txBox="1">
            <a:spLocks noChangeArrowheads="1"/>
          </p:cNvSpPr>
          <p:nvPr/>
        </p:nvSpPr>
        <p:spPr bwMode="auto">
          <a:xfrm>
            <a:off x="863600" y="42672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23</a:t>
            </a:r>
            <a:endParaRPr kumimoji="1" lang="en-US" altLang="zh-CN" sz="2400">
              <a:latin typeface="Times New Roman" panose="02020603050405020304" pitchFamily="18" charset="0"/>
              <a:ea typeface="宋体" panose="02010600030101010101" pitchFamily="2" charset="-122"/>
            </a:endParaRPr>
          </a:p>
        </p:txBody>
      </p:sp>
      <p:sp>
        <p:nvSpPr>
          <p:cNvPr id="136230" name="Text Box 1064">
            <a:extLst>
              <a:ext uri="{FF2B5EF4-FFF2-40B4-BE49-F238E27FC236}">
                <a16:creationId xmlns:a16="http://schemas.microsoft.com/office/drawing/2014/main" id="{AD527CD0-99D3-4084-A301-7F2BD2A116E0}"/>
              </a:ext>
            </a:extLst>
          </p:cNvPr>
          <p:cNvSpPr txBox="1">
            <a:spLocks noChangeArrowheads="1"/>
          </p:cNvSpPr>
          <p:nvPr/>
        </p:nvSpPr>
        <p:spPr bwMode="auto">
          <a:xfrm>
            <a:off x="2159000" y="3367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45</a:t>
            </a:r>
            <a:endParaRPr kumimoji="1" lang="en-US" altLang="zh-CN" sz="2400">
              <a:latin typeface="Times New Roman" panose="02020603050405020304" pitchFamily="18" charset="0"/>
              <a:ea typeface="宋体" panose="02010600030101010101" pitchFamily="2" charset="-122"/>
            </a:endParaRPr>
          </a:p>
        </p:txBody>
      </p:sp>
      <p:sp>
        <p:nvSpPr>
          <p:cNvPr id="136231" name="Text Box 1065">
            <a:extLst>
              <a:ext uri="{FF2B5EF4-FFF2-40B4-BE49-F238E27FC236}">
                <a16:creationId xmlns:a16="http://schemas.microsoft.com/office/drawing/2014/main" id="{23E82A15-C6BC-0F40-4EF9-A6E147084050}"/>
              </a:ext>
            </a:extLst>
          </p:cNvPr>
          <p:cNvSpPr txBox="1">
            <a:spLocks noChangeArrowheads="1"/>
          </p:cNvSpPr>
          <p:nvPr/>
        </p:nvSpPr>
        <p:spPr bwMode="auto">
          <a:xfrm>
            <a:off x="3149600" y="24384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65</a:t>
            </a:r>
            <a:endParaRPr kumimoji="1" lang="en-US" altLang="zh-CN" sz="2400">
              <a:latin typeface="Times New Roman" panose="02020603050405020304" pitchFamily="18" charset="0"/>
              <a:ea typeface="宋体" panose="02010600030101010101" pitchFamily="2" charset="-122"/>
            </a:endParaRPr>
          </a:p>
        </p:txBody>
      </p:sp>
      <p:sp>
        <p:nvSpPr>
          <p:cNvPr id="136232" name="Text Box 1066">
            <a:extLst>
              <a:ext uri="{FF2B5EF4-FFF2-40B4-BE49-F238E27FC236}">
                <a16:creationId xmlns:a16="http://schemas.microsoft.com/office/drawing/2014/main" id="{24CCED17-3A4A-0775-C32F-7887C524AA2D}"/>
              </a:ext>
            </a:extLst>
          </p:cNvPr>
          <p:cNvSpPr txBox="1">
            <a:spLocks noChangeArrowheads="1"/>
          </p:cNvSpPr>
          <p:nvPr/>
        </p:nvSpPr>
        <p:spPr bwMode="auto">
          <a:xfrm>
            <a:off x="3606800" y="33528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87</a:t>
            </a:r>
            <a:endParaRPr kumimoji="1" lang="en-US" altLang="zh-CN" sz="2400">
              <a:latin typeface="Times New Roman" panose="02020603050405020304" pitchFamily="18" charset="0"/>
              <a:ea typeface="宋体" panose="02010600030101010101" pitchFamily="2" charset="-122"/>
            </a:endParaRPr>
          </a:p>
        </p:txBody>
      </p:sp>
      <p:sp>
        <p:nvSpPr>
          <p:cNvPr id="136233" name="Line 1067">
            <a:extLst>
              <a:ext uri="{FF2B5EF4-FFF2-40B4-BE49-F238E27FC236}">
                <a16:creationId xmlns:a16="http://schemas.microsoft.com/office/drawing/2014/main" id="{DCF48D3E-A21D-B453-4793-A94BD9EB2BA7}"/>
              </a:ext>
            </a:extLst>
          </p:cNvPr>
          <p:cNvSpPr>
            <a:spLocks noChangeShapeType="1"/>
          </p:cNvSpPr>
          <p:nvPr/>
        </p:nvSpPr>
        <p:spPr bwMode="auto">
          <a:xfrm>
            <a:off x="2514600" y="1219200"/>
            <a:ext cx="228600" cy="4572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34" name="Text Box 1068">
            <a:extLst>
              <a:ext uri="{FF2B5EF4-FFF2-40B4-BE49-F238E27FC236}">
                <a16:creationId xmlns:a16="http://schemas.microsoft.com/office/drawing/2014/main" id="{8E82C06A-3C69-F3A5-DF29-D53218F347D1}"/>
              </a:ext>
            </a:extLst>
          </p:cNvPr>
          <p:cNvSpPr txBox="1">
            <a:spLocks noChangeArrowheads="1"/>
          </p:cNvSpPr>
          <p:nvPr/>
        </p:nvSpPr>
        <p:spPr bwMode="auto">
          <a:xfrm>
            <a:off x="2392363" y="762000"/>
            <a:ext cx="2825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i</a:t>
            </a:r>
            <a:endParaRPr kumimoji="1" lang="en-US" altLang="zh-CN" sz="2400">
              <a:latin typeface="Times New Roman" panose="02020603050405020304" pitchFamily="18" charset="0"/>
              <a:ea typeface="宋体" panose="02010600030101010101" pitchFamily="2" charset="-122"/>
            </a:endParaRPr>
          </a:p>
        </p:txBody>
      </p:sp>
      <p:sp>
        <p:nvSpPr>
          <p:cNvPr id="136235" name="Rectangle 1069">
            <a:extLst>
              <a:ext uri="{FF2B5EF4-FFF2-40B4-BE49-F238E27FC236}">
                <a16:creationId xmlns:a16="http://schemas.microsoft.com/office/drawing/2014/main" id="{DAE83D82-88E6-2C02-648B-65BB8EBDDA5D}"/>
              </a:ext>
            </a:extLst>
          </p:cNvPr>
          <p:cNvSpPr>
            <a:spLocks noChangeArrowheads="1"/>
          </p:cNvSpPr>
          <p:nvPr/>
        </p:nvSpPr>
        <p:spPr bwMode="auto">
          <a:xfrm>
            <a:off x="1752600" y="1447800"/>
            <a:ext cx="2057400" cy="1676400"/>
          </a:xfrm>
          <a:prstGeom prst="rect">
            <a:avLst/>
          </a:prstGeom>
          <a:noFill/>
          <a:ln w="38100">
            <a:solidFill>
              <a:srgbClr val="009900"/>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6236" name="Text Box 1070">
            <a:extLst>
              <a:ext uri="{FF2B5EF4-FFF2-40B4-BE49-F238E27FC236}">
                <a16:creationId xmlns:a16="http://schemas.microsoft.com/office/drawing/2014/main" id="{99C5DC4E-24D4-6068-04B2-1EC3FC8B83A7}"/>
              </a:ext>
            </a:extLst>
          </p:cNvPr>
          <p:cNvSpPr txBox="1">
            <a:spLocks noChangeArrowheads="1"/>
          </p:cNvSpPr>
          <p:nvPr/>
        </p:nvSpPr>
        <p:spPr bwMode="auto">
          <a:xfrm>
            <a:off x="6197600" y="16002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09</a:t>
            </a:r>
            <a:endParaRPr kumimoji="1" lang="en-US" altLang="zh-CN" sz="2400">
              <a:latin typeface="Times New Roman" panose="02020603050405020304" pitchFamily="18" charset="0"/>
              <a:ea typeface="宋体" panose="02010600030101010101" pitchFamily="2" charset="-122"/>
            </a:endParaRPr>
          </a:p>
        </p:txBody>
      </p:sp>
      <p:sp>
        <p:nvSpPr>
          <p:cNvPr id="136237" name="Text Box 1071">
            <a:extLst>
              <a:ext uri="{FF2B5EF4-FFF2-40B4-BE49-F238E27FC236}">
                <a16:creationId xmlns:a16="http://schemas.microsoft.com/office/drawing/2014/main" id="{A73344B1-8982-3AA9-7161-75B28344E7AD}"/>
              </a:ext>
            </a:extLst>
          </p:cNvPr>
          <p:cNvSpPr txBox="1">
            <a:spLocks noChangeArrowheads="1"/>
          </p:cNvSpPr>
          <p:nvPr/>
        </p:nvSpPr>
        <p:spPr bwMode="auto">
          <a:xfrm>
            <a:off x="4521200" y="42814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23</a:t>
            </a:r>
            <a:endParaRPr kumimoji="1" lang="en-US" altLang="zh-CN" sz="2400">
              <a:latin typeface="Times New Roman" panose="02020603050405020304" pitchFamily="18" charset="0"/>
              <a:ea typeface="宋体" panose="02010600030101010101" pitchFamily="2" charset="-122"/>
            </a:endParaRPr>
          </a:p>
        </p:txBody>
      </p:sp>
      <p:sp>
        <p:nvSpPr>
          <p:cNvPr id="136238" name="Text Box 1072">
            <a:extLst>
              <a:ext uri="{FF2B5EF4-FFF2-40B4-BE49-F238E27FC236}">
                <a16:creationId xmlns:a16="http://schemas.microsoft.com/office/drawing/2014/main" id="{E44496FA-E52A-CF8A-FA57-5973834A4C1D}"/>
              </a:ext>
            </a:extLst>
          </p:cNvPr>
          <p:cNvSpPr txBox="1">
            <a:spLocks noChangeArrowheads="1"/>
          </p:cNvSpPr>
          <p:nvPr/>
        </p:nvSpPr>
        <p:spPr bwMode="auto">
          <a:xfrm>
            <a:off x="5816600" y="3367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45</a:t>
            </a:r>
            <a:endParaRPr kumimoji="1" lang="en-US" altLang="zh-CN" sz="2400">
              <a:latin typeface="Times New Roman" panose="02020603050405020304" pitchFamily="18" charset="0"/>
              <a:ea typeface="宋体" panose="02010600030101010101" pitchFamily="2" charset="-122"/>
            </a:endParaRPr>
          </a:p>
        </p:txBody>
      </p:sp>
      <p:sp>
        <p:nvSpPr>
          <p:cNvPr id="136239" name="Text Box 1073">
            <a:extLst>
              <a:ext uri="{FF2B5EF4-FFF2-40B4-BE49-F238E27FC236}">
                <a16:creationId xmlns:a16="http://schemas.microsoft.com/office/drawing/2014/main" id="{CF568F4D-A710-0BFF-CB70-88056C4E812E}"/>
              </a:ext>
            </a:extLst>
          </p:cNvPr>
          <p:cNvSpPr txBox="1">
            <a:spLocks noChangeArrowheads="1"/>
          </p:cNvSpPr>
          <p:nvPr/>
        </p:nvSpPr>
        <p:spPr bwMode="auto">
          <a:xfrm>
            <a:off x="6807200" y="24384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65</a:t>
            </a:r>
            <a:endParaRPr kumimoji="1" lang="en-US" altLang="zh-CN" sz="2400">
              <a:latin typeface="Times New Roman" panose="02020603050405020304" pitchFamily="18" charset="0"/>
              <a:ea typeface="宋体" panose="02010600030101010101" pitchFamily="2" charset="-122"/>
            </a:endParaRPr>
          </a:p>
        </p:txBody>
      </p:sp>
      <p:sp>
        <p:nvSpPr>
          <p:cNvPr id="136240" name="Text Box 1074">
            <a:extLst>
              <a:ext uri="{FF2B5EF4-FFF2-40B4-BE49-F238E27FC236}">
                <a16:creationId xmlns:a16="http://schemas.microsoft.com/office/drawing/2014/main" id="{80A8AA50-732A-3BA3-31DA-3BD62CD9A6FD}"/>
              </a:ext>
            </a:extLst>
          </p:cNvPr>
          <p:cNvSpPr txBox="1">
            <a:spLocks noChangeArrowheads="1"/>
          </p:cNvSpPr>
          <p:nvPr/>
        </p:nvSpPr>
        <p:spPr bwMode="auto">
          <a:xfrm>
            <a:off x="7264400" y="33528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87</a:t>
            </a:r>
            <a:endParaRPr kumimoji="1" lang="en-US" altLang="zh-CN" sz="2400">
              <a:latin typeface="Times New Roman" panose="02020603050405020304" pitchFamily="18" charset="0"/>
              <a:ea typeface="宋体" panose="02010600030101010101" pitchFamily="2" charset="-122"/>
            </a:endParaRPr>
          </a:p>
        </p:txBody>
      </p:sp>
      <p:sp>
        <p:nvSpPr>
          <p:cNvPr id="136241" name="Text Box 1075">
            <a:extLst>
              <a:ext uri="{FF2B5EF4-FFF2-40B4-BE49-F238E27FC236}">
                <a16:creationId xmlns:a16="http://schemas.microsoft.com/office/drawing/2014/main" id="{B3637397-3288-5970-C824-7387A4E4F54D}"/>
              </a:ext>
            </a:extLst>
          </p:cNvPr>
          <p:cNvSpPr txBox="1">
            <a:spLocks noChangeArrowheads="1"/>
          </p:cNvSpPr>
          <p:nvPr/>
        </p:nvSpPr>
        <p:spPr bwMode="auto">
          <a:xfrm>
            <a:off x="1381121" y="4874747"/>
            <a:ext cx="243682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dirty="0" err="1">
                <a:solidFill>
                  <a:schemeClr val="tx2"/>
                </a:solidFill>
                <a:latin typeface="Times New Roman" panose="02020603050405020304" pitchFamily="18" charset="0"/>
                <a:ea typeface="宋体" panose="02010600030101010101" pitchFamily="2" charset="-122"/>
              </a:rPr>
              <a:t>currentPos</a:t>
            </a:r>
            <a:r>
              <a:rPr kumimoji="1" lang="en-US" altLang="zh-CN" sz="2800" b="1" dirty="0">
                <a:solidFill>
                  <a:schemeClr val="tx2"/>
                </a:solidFill>
                <a:latin typeface="Times New Roman" panose="02020603050405020304" pitchFamily="18" charset="0"/>
                <a:ea typeface="宋体" panose="02010600030101010101" pitchFamily="2" charset="-122"/>
              </a:rPr>
              <a:t> = 0</a:t>
            </a:r>
            <a:endParaRPr kumimoji="1" lang="en-US" altLang="zh-CN" sz="2400" dirty="0">
              <a:latin typeface="Times New Roman" panose="02020603050405020304" pitchFamily="18" charset="0"/>
              <a:ea typeface="宋体" panose="02010600030101010101" pitchFamily="2" charset="-122"/>
            </a:endParaRPr>
          </a:p>
        </p:txBody>
      </p:sp>
      <p:sp>
        <p:nvSpPr>
          <p:cNvPr id="136242" name="Line 1077">
            <a:extLst>
              <a:ext uri="{FF2B5EF4-FFF2-40B4-BE49-F238E27FC236}">
                <a16:creationId xmlns:a16="http://schemas.microsoft.com/office/drawing/2014/main" id="{686D5E23-78E8-C37D-3468-2DB1EFFDEE4E}"/>
              </a:ext>
            </a:extLst>
          </p:cNvPr>
          <p:cNvSpPr>
            <a:spLocks noChangeShapeType="1"/>
          </p:cNvSpPr>
          <p:nvPr/>
        </p:nvSpPr>
        <p:spPr bwMode="auto">
          <a:xfrm>
            <a:off x="5529263" y="2043113"/>
            <a:ext cx="185737" cy="4572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43" name="Text Box 1078">
            <a:extLst>
              <a:ext uri="{FF2B5EF4-FFF2-40B4-BE49-F238E27FC236}">
                <a16:creationId xmlns:a16="http://schemas.microsoft.com/office/drawing/2014/main" id="{D8387E04-7903-C6E9-BDC2-FCCF8CC36873}"/>
              </a:ext>
            </a:extLst>
          </p:cNvPr>
          <p:cNvSpPr txBox="1">
            <a:spLocks noChangeArrowheads="1"/>
          </p:cNvSpPr>
          <p:nvPr/>
        </p:nvSpPr>
        <p:spPr bwMode="auto">
          <a:xfrm>
            <a:off x="5322888" y="1600200"/>
            <a:ext cx="2825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i</a:t>
            </a:r>
            <a:endParaRPr kumimoji="1" lang="en-US" altLang="zh-CN" sz="2400">
              <a:latin typeface="Times New Roman" panose="02020603050405020304" pitchFamily="18" charset="0"/>
              <a:ea typeface="宋体" panose="02010600030101010101" pitchFamily="2" charset="-122"/>
            </a:endParaRPr>
          </a:p>
        </p:txBody>
      </p:sp>
      <p:sp>
        <p:nvSpPr>
          <p:cNvPr id="136244" name="Rectangle 1079">
            <a:extLst>
              <a:ext uri="{FF2B5EF4-FFF2-40B4-BE49-F238E27FC236}">
                <a16:creationId xmlns:a16="http://schemas.microsoft.com/office/drawing/2014/main" id="{3B2CD599-F71C-A079-4291-45CC74A40641}"/>
              </a:ext>
            </a:extLst>
          </p:cNvPr>
          <p:cNvSpPr>
            <a:spLocks noChangeArrowheads="1"/>
          </p:cNvSpPr>
          <p:nvPr/>
        </p:nvSpPr>
        <p:spPr bwMode="auto">
          <a:xfrm>
            <a:off x="4953000" y="2286000"/>
            <a:ext cx="1447800" cy="1752600"/>
          </a:xfrm>
          <a:prstGeom prst="rect">
            <a:avLst/>
          </a:prstGeom>
          <a:noFill/>
          <a:ln w="38100">
            <a:solidFill>
              <a:srgbClr val="009900"/>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6245" name="Line 1080">
            <a:extLst>
              <a:ext uri="{FF2B5EF4-FFF2-40B4-BE49-F238E27FC236}">
                <a16:creationId xmlns:a16="http://schemas.microsoft.com/office/drawing/2014/main" id="{47BF9775-4F31-543B-840C-CE35430F06D2}"/>
              </a:ext>
            </a:extLst>
          </p:cNvPr>
          <p:cNvSpPr>
            <a:spLocks noChangeShapeType="1"/>
          </p:cNvSpPr>
          <p:nvPr/>
        </p:nvSpPr>
        <p:spPr bwMode="auto">
          <a:xfrm flipH="1">
            <a:off x="2209800" y="1905000"/>
            <a:ext cx="228600" cy="457200"/>
          </a:xfrm>
          <a:prstGeom prst="line">
            <a:avLst/>
          </a:prstGeom>
          <a:noFill/>
          <a:ln w="28575">
            <a:solidFill>
              <a:srgbClr val="0099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46" name="Text Box 1082">
            <a:extLst>
              <a:ext uri="{FF2B5EF4-FFF2-40B4-BE49-F238E27FC236}">
                <a16:creationId xmlns:a16="http://schemas.microsoft.com/office/drawing/2014/main" id="{F1FEED5E-3564-E9FD-6187-F0A3891513B7}"/>
              </a:ext>
            </a:extLst>
          </p:cNvPr>
          <p:cNvSpPr txBox="1">
            <a:spLocks noChangeArrowheads="1"/>
          </p:cNvSpPr>
          <p:nvPr/>
        </p:nvSpPr>
        <p:spPr bwMode="auto">
          <a:xfrm>
            <a:off x="5588000" y="24384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09</a:t>
            </a:r>
            <a:endParaRPr kumimoji="1" lang="en-US" altLang="zh-CN" sz="2400">
              <a:latin typeface="Times New Roman" panose="02020603050405020304" pitchFamily="18" charset="0"/>
              <a:ea typeface="宋体" panose="02010600030101010101" pitchFamily="2" charset="-122"/>
            </a:endParaRPr>
          </a:p>
        </p:txBody>
      </p:sp>
      <p:sp>
        <p:nvSpPr>
          <p:cNvPr id="136247" name="Line 1083">
            <a:extLst>
              <a:ext uri="{FF2B5EF4-FFF2-40B4-BE49-F238E27FC236}">
                <a16:creationId xmlns:a16="http://schemas.microsoft.com/office/drawing/2014/main" id="{0D3C1B98-5092-1E4D-F6CC-BEA684DF6F3E}"/>
              </a:ext>
            </a:extLst>
          </p:cNvPr>
          <p:cNvSpPr>
            <a:spLocks noChangeShapeType="1"/>
          </p:cNvSpPr>
          <p:nvPr/>
        </p:nvSpPr>
        <p:spPr bwMode="auto">
          <a:xfrm flipH="1">
            <a:off x="5257800" y="2819400"/>
            <a:ext cx="228600" cy="457200"/>
          </a:xfrm>
          <a:prstGeom prst="line">
            <a:avLst/>
          </a:prstGeom>
          <a:noFill/>
          <a:ln w="28575">
            <a:solidFill>
              <a:srgbClr val="0099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 name="灯片编号占位符 1">
            <a:extLst>
              <a:ext uri="{FF2B5EF4-FFF2-40B4-BE49-F238E27FC236}">
                <a16:creationId xmlns:a16="http://schemas.microsoft.com/office/drawing/2014/main" id="{5C532C0B-B0FE-5BEA-1ABC-D28B1FE61E66}"/>
              </a:ext>
            </a:extLst>
          </p:cNvPr>
          <p:cNvSpPr>
            <a:spLocks noGrp="1"/>
          </p:cNvSpPr>
          <p:nvPr>
            <p:ph type="sldNum" sz="quarter" idx="12"/>
          </p:nvPr>
        </p:nvSpPr>
        <p:spPr/>
        <p:txBody>
          <a:bodyPr/>
          <a:lstStyle/>
          <a:p>
            <a:pPr>
              <a:defRPr/>
            </a:pPr>
            <a:fld id="{32133AD1-DAA7-48C8-8009-85BC350F1DBF}" type="slidenum">
              <a:rPr lang="en-US" altLang="zh-CN" smtClean="0"/>
              <a:pPr>
                <a:defRPr/>
              </a:pPr>
              <a:t>123</a:t>
            </a:fld>
            <a:endParaRPr lang="en-US" altLang="zh-CN"/>
          </a:p>
        </p:txBody>
      </p:sp>
    </p:spTree>
  </p:cSld>
  <p:clrMapOvr>
    <a:masterClrMapping/>
  </p:clrMapOvr>
  <p:transition>
    <p:split/>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Line 1026">
            <a:extLst>
              <a:ext uri="{FF2B5EF4-FFF2-40B4-BE49-F238E27FC236}">
                <a16:creationId xmlns:a16="http://schemas.microsoft.com/office/drawing/2014/main" id="{BEE03CCC-D0B2-3824-5A6D-86B064D2C93B}"/>
              </a:ext>
            </a:extLst>
          </p:cNvPr>
          <p:cNvSpPr>
            <a:spLocks noChangeShapeType="1"/>
          </p:cNvSpPr>
          <p:nvPr/>
        </p:nvSpPr>
        <p:spPr bwMode="auto">
          <a:xfrm>
            <a:off x="3429000" y="2819400"/>
            <a:ext cx="381000" cy="6858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19" name="Line 1027">
            <a:extLst>
              <a:ext uri="{FF2B5EF4-FFF2-40B4-BE49-F238E27FC236}">
                <a16:creationId xmlns:a16="http://schemas.microsoft.com/office/drawing/2014/main" id="{A071CFA3-4F19-5C36-FC58-43FC35BD49D4}"/>
              </a:ext>
            </a:extLst>
          </p:cNvPr>
          <p:cNvSpPr>
            <a:spLocks noChangeShapeType="1"/>
          </p:cNvSpPr>
          <p:nvPr/>
        </p:nvSpPr>
        <p:spPr bwMode="auto">
          <a:xfrm flipH="1">
            <a:off x="3124200" y="2895600"/>
            <a:ext cx="228600" cy="5334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20" name="Line 1028">
            <a:extLst>
              <a:ext uri="{FF2B5EF4-FFF2-40B4-BE49-F238E27FC236}">
                <a16:creationId xmlns:a16="http://schemas.microsoft.com/office/drawing/2014/main" id="{7416BCDF-1FC7-0B0C-1134-39397ED20D65}"/>
              </a:ext>
            </a:extLst>
          </p:cNvPr>
          <p:cNvSpPr>
            <a:spLocks noChangeShapeType="1"/>
          </p:cNvSpPr>
          <p:nvPr/>
        </p:nvSpPr>
        <p:spPr bwMode="auto">
          <a:xfrm>
            <a:off x="2895600" y="1981200"/>
            <a:ext cx="381000" cy="5334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21" name="Line 1029">
            <a:extLst>
              <a:ext uri="{FF2B5EF4-FFF2-40B4-BE49-F238E27FC236}">
                <a16:creationId xmlns:a16="http://schemas.microsoft.com/office/drawing/2014/main" id="{BE627CB9-D54F-7694-163C-83F9A940AD6B}"/>
              </a:ext>
            </a:extLst>
          </p:cNvPr>
          <p:cNvSpPr>
            <a:spLocks noChangeShapeType="1"/>
          </p:cNvSpPr>
          <p:nvPr/>
        </p:nvSpPr>
        <p:spPr bwMode="auto">
          <a:xfrm>
            <a:off x="2209800" y="2895600"/>
            <a:ext cx="152400" cy="5334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22" name="Line 1030">
            <a:extLst>
              <a:ext uri="{FF2B5EF4-FFF2-40B4-BE49-F238E27FC236}">
                <a16:creationId xmlns:a16="http://schemas.microsoft.com/office/drawing/2014/main" id="{F103084F-1441-C91F-6BC4-F10AAA7CEF5E}"/>
              </a:ext>
            </a:extLst>
          </p:cNvPr>
          <p:cNvSpPr>
            <a:spLocks noChangeShapeType="1"/>
          </p:cNvSpPr>
          <p:nvPr/>
        </p:nvSpPr>
        <p:spPr bwMode="auto">
          <a:xfrm flipH="1">
            <a:off x="2286000" y="1981200"/>
            <a:ext cx="381000" cy="5334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23" name="Line 1031">
            <a:extLst>
              <a:ext uri="{FF2B5EF4-FFF2-40B4-BE49-F238E27FC236}">
                <a16:creationId xmlns:a16="http://schemas.microsoft.com/office/drawing/2014/main" id="{A3E3D2F3-5719-6224-4804-79315BF7B5AD}"/>
              </a:ext>
            </a:extLst>
          </p:cNvPr>
          <p:cNvSpPr>
            <a:spLocks noChangeShapeType="1"/>
          </p:cNvSpPr>
          <p:nvPr/>
        </p:nvSpPr>
        <p:spPr bwMode="auto">
          <a:xfrm flipH="1">
            <a:off x="1143000" y="2895600"/>
            <a:ext cx="914400" cy="15240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24" name="Oval 1032">
            <a:extLst>
              <a:ext uri="{FF2B5EF4-FFF2-40B4-BE49-F238E27FC236}">
                <a16:creationId xmlns:a16="http://schemas.microsoft.com/office/drawing/2014/main" id="{65EB008D-96C3-583A-57BA-68E160FC8158}"/>
              </a:ext>
            </a:extLst>
          </p:cNvPr>
          <p:cNvSpPr>
            <a:spLocks noChangeArrowheads="1"/>
          </p:cNvSpPr>
          <p:nvPr/>
        </p:nvSpPr>
        <p:spPr bwMode="auto">
          <a:xfrm>
            <a:off x="2514600" y="16002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7225" name="Oval 1033">
            <a:extLst>
              <a:ext uri="{FF2B5EF4-FFF2-40B4-BE49-F238E27FC236}">
                <a16:creationId xmlns:a16="http://schemas.microsoft.com/office/drawing/2014/main" id="{D521C38D-08A0-F93C-E68A-7CD4514B5D2F}"/>
              </a:ext>
            </a:extLst>
          </p:cNvPr>
          <p:cNvSpPr>
            <a:spLocks noChangeArrowheads="1"/>
          </p:cNvSpPr>
          <p:nvPr/>
        </p:nvSpPr>
        <p:spPr bwMode="auto">
          <a:xfrm>
            <a:off x="13716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7226" name="Oval 1034">
            <a:extLst>
              <a:ext uri="{FF2B5EF4-FFF2-40B4-BE49-F238E27FC236}">
                <a16:creationId xmlns:a16="http://schemas.microsoft.com/office/drawing/2014/main" id="{F1B0DB1D-0E91-E8CE-CA60-2464849EBDC4}"/>
              </a:ext>
            </a:extLst>
          </p:cNvPr>
          <p:cNvSpPr>
            <a:spLocks noChangeArrowheads="1"/>
          </p:cNvSpPr>
          <p:nvPr/>
        </p:nvSpPr>
        <p:spPr bwMode="auto">
          <a:xfrm>
            <a:off x="21336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7227" name="Oval 1035">
            <a:extLst>
              <a:ext uri="{FF2B5EF4-FFF2-40B4-BE49-F238E27FC236}">
                <a16:creationId xmlns:a16="http://schemas.microsoft.com/office/drawing/2014/main" id="{C6701F68-31B7-0879-65BC-C967F8AEB8D1}"/>
              </a:ext>
            </a:extLst>
          </p:cNvPr>
          <p:cNvSpPr>
            <a:spLocks noChangeArrowheads="1"/>
          </p:cNvSpPr>
          <p:nvPr/>
        </p:nvSpPr>
        <p:spPr bwMode="auto">
          <a:xfrm>
            <a:off x="28194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7228" name="Oval 1036">
            <a:extLst>
              <a:ext uri="{FF2B5EF4-FFF2-40B4-BE49-F238E27FC236}">
                <a16:creationId xmlns:a16="http://schemas.microsoft.com/office/drawing/2014/main" id="{A6B24502-A2AA-B891-556A-B29825ACE538}"/>
              </a:ext>
            </a:extLst>
          </p:cNvPr>
          <p:cNvSpPr>
            <a:spLocks noChangeArrowheads="1"/>
          </p:cNvSpPr>
          <p:nvPr/>
        </p:nvSpPr>
        <p:spPr bwMode="auto">
          <a:xfrm>
            <a:off x="35814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7229" name="Oval 1037">
            <a:extLst>
              <a:ext uri="{FF2B5EF4-FFF2-40B4-BE49-F238E27FC236}">
                <a16:creationId xmlns:a16="http://schemas.microsoft.com/office/drawing/2014/main" id="{AACBFFA8-88B9-13A7-C10A-56CB27157E6C}"/>
              </a:ext>
            </a:extLst>
          </p:cNvPr>
          <p:cNvSpPr>
            <a:spLocks noChangeArrowheads="1"/>
          </p:cNvSpPr>
          <p:nvPr/>
        </p:nvSpPr>
        <p:spPr bwMode="auto">
          <a:xfrm>
            <a:off x="838200" y="42672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7230" name="Oval 1038">
            <a:extLst>
              <a:ext uri="{FF2B5EF4-FFF2-40B4-BE49-F238E27FC236}">
                <a16:creationId xmlns:a16="http://schemas.microsoft.com/office/drawing/2014/main" id="{5E0650F9-0108-1B69-B6DC-EAFE3368E392}"/>
              </a:ext>
            </a:extLst>
          </p:cNvPr>
          <p:cNvSpPr>
            <a:spLocks noChangeArrowheads="1"/>
          </p:cNvSpPr>
          <p:nvPr/>
        </p:nvSpPr>
        <p:spPr bwMode="auto">
          <a:xfrm>
            <a:off x="1905000" y="24384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7231" name="Oval 1039">
            <a:extLst>
              <a:ext uri="{FF2B5EF4-FFF2-40B4-BE49-F238E27FC236}">
                <a16:creationId xmlns:a16="http://schemas.microsoft.com/office/drawing/2014/main" id="{33FC896D-573D-6246-9E29-5E474B0547D1}"/>
              </a:ext>
            </a:extLst>
          </p:cNvPr>
          <p:cNvSpPr>
            <a:spLocks noChangeArrowheads="1"/>
          </p:cNvSpPr>
          <p:nvPr/>
        </p:nvSpPr>
        <p:spPr bwMode="auto">
          <a:xfrm>
            <a:off x="3124200" y="24384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7232" name="Line 1040">
            <a:extLst>
              <a:ext uri="{FF2B5EF4-FFF2-40B4-BE49-F238E27FC236}">
                <a16:creationId xmlns:a16="http://schemas.microsoft.com/office/drawing/2014/main" id="{BC8D224F-94A8-D1B2-71DA-3770EF563663}"/>
              </a:ext>
            </a:extLst>
          </p:cNvPr>
          <p:cNvSpPr>
            <a:spLocks noChangeShapeType="1"/>
          </p:cNvSpPr>
          <p:nvPr/>
        </p:nvSpPr>
        <p:spPr bwMode="auto">
          <a:xfrm>
            <a:off x="7086600" y="2819400"/>
            <a:ext cx="381000" cy="6858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33" name="Line 1041">
            <a:extLst>
              <a:ext uri="{FF2B5EF4-FFF2-40B4-BE49-F238E27FC236}">
                <a16:creationId xmlns:a16="http://schemas.microsoft.com/office/drawing/2014/main" id="{69F240FD-DEEA-6AE3-10E6-653E2F06CAC9}"/>
              </a:ext>
            </a:extLst>
          </p:cNvPr>
          <p:cNvSpPr>
            <a:spLocks noChangeShapeType="1"/>
          </p:cNvSpPr>
          <p:nvPr/>
        </p:nvSpPr>
        <p:spPr bwMode="auto">
          <a:xfrm flipH="1">
            <a:off x="6781800" y="2895600"/>
            <a:ext cx="228600" cy="5334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34" name="Line 1042">
            <a:extLst>
              <a:ext uri="{FF2B5EF4-FFF2-40B4-BE49-F238E27FC236}">
                <a16:creationId xmlns:a16="http://schemas.microsoft.com/office/drawing/2014/main" id="{1D463C4B-E432-CFEF-CEEB-02F81F30DF8E}"/>
              </a:ext>
            </a:extLst>
          </p:cNvPr>
          <p:cNvSpPr>
            <a:spLocks noChangeShapeType="1"/>
          </p:cNvSpPr>
          <p:nvPr/>
        </p:nvSpPr>
        <p:spPr bwMode="auto">
          <a:xfrm>
            <a:off x="6553200" y="1981200"/>
            <a:ext cx="381000" cy="5334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35" name="Line 1043">
            <a:extLst>
              <a:ext uri="{FF2B5EF4-FFF2-40B4-BE49-F238E27FC236}">
                <a16:creationId xmlns:a16="http://schemas.microsoft.com/office/drawing/2014/main" id="{AF023CB1-8B1F-1326-F664-54861E5B80E8}"/>
              </a:ext>
            </a:extLst>
          </p:cNvPr>
          <p:cNvSpPr>
            <a:spLocks noChangeShapeType="1"/>
          </p:cNvSpPr>
          <p:nvPr/>
        </p:nvSpPr>
        <p:spPr bwMode="auto">
          <a:xfrm>
            <a:off x="5867400" y="2895600"/>
            <a:ext cx="152400" cy="5334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36" name="Line 1044">
            <a:extLst>
              <a:ext uri="{FF2B5EF4-FFF2-40B4-BE49-F238E27FC236}">
                <a16:creationId xmlns:a16="http://schemas.microsoft.com/office/drawing/2014/main" id="{89B0ADA6-5F59-EDA7-8009-3B0CC34A4FF1}"/>
              </a:ext>
            </a:extLst>
          </p:cNvPr>
          <p:cNvSpPr>
            <a:spLocks noChangeShapeType="1"/>
          </p:cNvSpPr>
          <p:nvPr/>
        </p:nvSpPr>
        <p:spPr bwMode="auto">
          <a:xfrm flipH="1">
            <a:off x="5943600" y="1981200"/>
            <a:ext cx="381000" cy="5334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37" name="Line 1045">
            <a:extLst>
              <a:ext uri="{FF2B5EF4-FFF2-40B4-BE49-F238E27FC236}">
                <a16:creationId xmlns:a16="http://schemas.microsoft.com/office/drawing/2014/main" id="{5F56DEFF-57EC-832E-ECE7-5ECF073FA479}"/>
              </a:ext>
            </a:extLst>
          </p:cNvPr>
          <p:cNvSpPr>
            <a:spLocks noChangeShapeType="1"/>
          </p:cNvSpPr>
          <p:nvPr/>
        </p:nvSpPr>
        <p:spPr bwMode="auto">
          <a:xfrm flipH="1">
            <a:off x="4800600" y="2895600"/>
            <a:ext cx="914400" cy="15240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38" name="Oval 1046">
            <a:extLst>
              <a:ext uri="{FF2B5EF4-FFF2-40B4-BE49-F238E27FC236}">
                <a16:creationId xmlns:a16="http://schemas.microsoft.com/office/drawing/2014/main" id="{3DAEE60D-BC7D-A271-C856-BF0025CC305E}"/>
              </a:ext>
            </a:extLst>
          </p:cNvPr>
          <p:cNvSpPr>
            <a:spLocks noChangeArrowheads="1"/>
          </p:cNvSpPr>
          <p:nvPr/>
        </p:nvSpPr>
        <p:spPr bwMode="auto">
          <a:xfrm>
            <a:off x="6172200" y="16002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7239" name="Oval 1047">
            <a:extLst>
              <a:ext uri="{FF2B5EF4-FFF2-40B4-BE49-F238E27FC236}">
                <a16:creationId xmlns:a16="http://schemas.microsoft.com/office/drawing/2014/main" id="{E4495D91-5F06-C763-E95C-B1C9AFFC25D8}"/>
              </a:ext>
            </a:extLst>
          </p:cNvPr>
          <p:cNvSpPr>
            <a:spLocks noChangeArrowheads="1"/>
          </p:cNvSpPr>
          <p:nvPr/>
        </p:nvSpPr>
        <p:spPr bwMode="auto">
          <a:xfrm>
            <a:off x="50292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7240" name="Oval 1048">
            <a:extLst>
              <a:ext uri="{FF2B5EF4-FFF2-40B4-BE49-F238E27FC236}">
                <a16:creationId xmlns:a16="http://schemas.microsoft.com/office/drawing/2014/main" id="{391C497B-D0CA-C5F2-3D82-6D51E526414A}"/>
              </a:ext>
            </a:extLst>
          </p:cNvPr>
          <p:cNvSpPr>
            <a:spLocks noChangeArrowheads="1"/>
          </p:cNvSpPr>
          <p:nvPr/>
        </p:nvSpPr>
        <p:spPr bwMode="auto">
          <a:xfrm>
            <a:off x="57912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7241" name="Oval 1049">
            <a:extLst>
              <a:ext uri="{FF2B5EF4-FFF2-40B4-BE49-F238E27FC236}">
                <a16:creationId xmlns:a16="http://schemas.microsoft.com/office/drawing/2014/main" id="{43981047-91E5-F1DD-7DDE-1EBA56D4E8DB}"/>
              </a:ext>
            </a:extLst>
          </p:cNvPr>
          <p:cNvSpPr>
            <a:spLocks noChangeArrowheads="1"/>
          </p:cNvSpPr>
          <p:nvPr/>
        </p:nvSpPr>
        <p:spPr bwMode="auto">
          <a:xfrm>
            <a:off x="64770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7242" name="Oval 1050">
            <a:extLst>
              <a:ext uri="{FF2B5EF4-FFF2-40B4-BE49-F238E27FC236}">
                <a16:creationId xmlns:a16="http://schemas.microsoft.com/office/drawing/2014/main" id="{F46BC284-B547-E6DF-F637-A7F6DD74E918}"/>
              </a:ext>
            </a:extLst>
          </p:cNvPr>
          <p:cNvSpPr>
            <a:spLocks noChangeArrowheads="1"/>
          </p:cNvSpPr>
          <p:nvPr/>
        </p:nvSpPr>
        <p:spPr bwMode="auto">
          <a:xfrm>
            <a:off x="72390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7243" name="Oval 1051">
            <a:extLst>
              <a:ext uri="{FF2B5EF4-FFF2-40B4-BE49-F238E27FC236}">
                <a16:creationId xmlns:a16="http://schemas.microsoft.com/office/drawing/2014/main" id="{5BA583D6-39B8-461B-6B30-590A133F3523}"/>
              </a:ext>
            </a:extLst>
          </p:cNvPr>
          <p:cNvSpPr>
            <a:spLocks noChangeArrowheads="1"/>
          </p:cNvSpPr>
          <p:nvPr/>
        </p:nvSpPr>
        <p:spPr bwMode="auto">
          <a:xfrm>
            <a:off x="4495800" y="42672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7244" name="Oval 1052">
            <a:extLst>
              <a:ext uri="{FF2B5EF4-FFF2-40B4-BE49-F238E27FC236}">
                <a16:creationId xmlns:a16="http://schemas.microsoft.com/office/drawing/2014/main" id="{50F93F09-238F-EE82-8A0F-8F9FC1AC5C36}"/>
              </a:ext>
            </a:extLst>
          </p:cNvPr>
          <p:cNvSpPr>
            <a:spLocks noChangeArrowheads="1"/>
          </p:cNvSpPr>
          <p:nvPr/>
        </p:nvSpPr>
        <p:spPr bwMode="auto">
          <a:xfrm>
            <a:off x="5562600" y="24384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7245" name="Oval 1053">
            <a:extLst>
              <a:ext uri="{FF2B5EF4-FFF2-40B4-BE49-F238E27FC236}">
                <a16:creationId xmlns:a16="http://schemas.microsoft.com/office/drawing/2014/main" id="{284170BC-0518-CA33-C85E-A8CD3C873217}"/>
              </a:ext>
            </a:extLst>
          </p:cNvPr>
          <p:cNvSpPr>
            <a:spLocks noChangeArrowheads="1"/>
          </p:cNvSpPr>
          <p:nvPr/>
        </p:nvSpPr>
        <p:spPr bwMode="auto">
          <a:xfrm>
            <a:off x="6781800" y="24384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7246" name="Text Box 1054">
            <a:extLst>
              <a:ext uri="{FF2B5EF4-FFF2-40B4-BE49-F238E27FC236}">
                <a16:creationId xmlns:a16="http://schemas.microsoft.com/office/drawing/2014/main" id="{5D5CCC7B-EBA3-3CFF-1FD0-70CC9441B956}"/>
              </a:ext>
            </a:extLst>
          </p:cNvPr>
          <p:cNvSpPr txBox="1">
            <a:spLocks noChangeArrowheads="1"/>
          </p:cNvSpPr>
          <p:nvPr/>
        </p:nvSpPr>
        <p:spPr bwMode="auto">
          <a:xfrm>
            <a:off x="1066800" y="3138488"/>
            <a:ext cx="508000" cy="519112"/>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Arial Narrow" panose="020B0606020202030204" pitchFamily="34" charset="0"/>
                <a:ea typeface="宋体" panose="02010600030101010101" pitchFamily="2" charset="-122"/>
              </a:rPr>
              <a:t>53</a:t>
            </a:r>
            <a:endParaRPr kumimoji="1" lang="en-US" altLang="zh-CN" sz="2400">
              <a:latin typeface="Times New Roman" panose="02020603050405020304" pitchFamily="18" charset="0"/>
              <a:ea typeface="宋体" panose="02010600030101010101" pitchFamily="2" charset="-122"/>
            </a:endParaRPr>
          </a:p>
        </p:txBody>
      </p:sp>
      <p:sp>
        <p:nvSpPr>
          <p:cNvPr id="137247" name="Text Box 1055">
            <a:extLst>
              <a:ext uri="{FF2B5EF4-FFF2-40B4-BE49-F238E27FC236}">
                <a16:creationId xmlns:a16="http://schemas.microsoft.com/office/drawing/2014/main" id="{1871F00E-7507-89C2-641A-9930383AB084}"/>
              </a:ext>
            </a:extLst>
          </p:cNvPr>
          <p:cNvSpPr txBox="1">
            <a:spLocks noChangeArrowheads="1"/>
          </p:cNvSpPr>
          <p:nvPr/>
        </p:nvSpPr>
        <p:spPr bwMode="auto">
          <a:xfrm>
            <a:off x="4495800" y="4267200"/>
            <a:ext cx="533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53</a:t>
            </a:r>
            <a:endParaRPr kumimoji="1" lang="en-US" altLang="zh-CN" sz="2400">
              <a:solidFill>
                <a:srgbClr val="FFFFCC"/>
              </a:solidFill>
              <a:latin typeface="Times New Roman" panose="02020603050405020304" pitchFamily="18" charset="0"/>
              <a:ea typeface="宋体" panose="02010600030101010101" pitchFamily="2" charset="-122"/>
            </a:endParaRPr>
          </a:p>
        </p:txBody>
      </p:sp>
      <p:sp>
        <p:nvSpPr>
          <p:cNvPr id="137248" name="Text Box 1056">
            <a:extLst>
              <a:ext uri="{FF2B5EF4-FFF2-40B4-BE49-F238E27FC236}">
                <a16:creationId xmlns:a16="http://schemas.microsoft.com/office/drawing/2014/main" id="{626CC38A-1C57-1E4E-D943-00BFC7B23909}"/>
              </a:ext>
            </a:extLst>
          </p:cNvPr>
          <p:cNvSpPr txBox="1">
            <a:spLocks noChangeArrowheads="1"/>
          </p:cNvSpPr>
          <p:nvPr/>
        </p:nvSpPr>
        <p:spPr bwMode="auto">
          <a:xfrm>
            <a:off x="1930400" y="24384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17</a:t>
            </a:r>
            <a:endParaRPr kumimoji="1" lang="en-US" altLang="zh-CN" sz="2400">
              <a:latin typeface="Times New Roman" panose="02020603050405020304" pitchFamily="18" charset="0"/>
              <a:ea typeface="宋体" panose="02010600030101010101" pitchFamily="2" charset="-122"/>
            </a:endParaRPr>
          </a:p>
        </p:txBody>
      </p:sp>
      <p:sp>
        <p:nvSpPr>
          <p:cNvPr id="137249" name="Text Box 1057">
            <a:extLst>
              <a:ext uri="{FF2B5EF4-FFF2-40B4-BE49-F238E27FC236}">
                <a16:creationId xmlns:a16="http://schemas.microsoft.com/office/drawing/2014/main" id="{B71AC626-BA3C-2997-9A55-69BA72FDF13D}"/>
              </a:ext>
            </a:extLst>
          </p:cNvPr>
          <p:cNvSpPr txBox="1">
            <a:spLocks noChangeArrowheads="1"/>
          </p:cNvSpPr>
          <p:nvPr/>
        </p:nvSpPr>
        <p:spPr bwMode="auto">
          <a:xfrm>
            <a:off x="5588000" y="24384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17</a:t>
            </a:r>
            <a:endParaRPr kumimoji="1" lang="en-US" altLang="zh-CN" sz="2400">
              <a:latin typeface="Times New Roman" panose="02020603050405020304" pitchFamily="18" charset="0"/>
              <a:ea typeface="宋体" panose="02010600030101010101" pitchFamily="2" charset="-122"/>
            </a:endParaRPr>
          </a:p>
        </p:txBody>
      </p:sp>
      <p:sp>
        <p:nvSpPr>
          <p:cNvPr id="137250" name="Text Box 1058">
            <a:extLst>
              <a:ext uri="{FF2B5EF4-FFF2-40B4-BE49-F238E27FC236}">
                <a16:creationId xmlns:a16="http://schemas.microsoft.com/office/drawing/2014/main" id="{FE9A9436-BA40-F658-983F-CD1C0A84D33F}"/>
              </a:ext>
            </a:extLst>
          </p:cNvPr>
          <p:cNvSpPr txBox="1">
            <a:spLocks noChangeArrowheads="1"/>
          </p:cNvSpPr>
          <p:nvPr/>
        </p:nvSpPr>
        <p:spPr bwMode="auto">
          <a:xfrm>
            <a:off x="2844800" y="3367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78</a:t>
            </a:r>
            <a:endParaRPr kumimoji="1" lang="en-US" altLang="zh-CN" sz="2400">
              <a:latin typeface="Times New Roman" panose="02020603050405020304" pitchFamily="18" charset="0"/>
              <a:ea typeface="宋体" panose="02010600030101010101" pitchFamily="2" charset="-122"/>
            </a:endParaRPr>
          </a:p>
        </p:txBody>
      </p:sp>
      <p:sp>
        <p:nvSpPr>
          <p:cNvPr id="137251" name="Text Box 1059">
            <a:extLst>
              <a:ext uri="{FF2B5EF4-FFF2-40B4-BE49-F238E27FC236}">
                <a16:creationId xmlns:a16="http://schemas.microsoft.com/office/drawing/2014/main" id="{4AD451A2-9C11-2BE1-7B14-BEDA4366503D}"/>
              </a:ext>
            </a:extLst>
          </p:cNvPr>
          <p:cNvSpPr txBox="1">
            <a:spLocks noChangeArrowheads="1"/>
          </p:cNvSpPr>
          <p:nvPr/>
        </p:nvSpPr>
        <p:spPr bwMode="auto">
          <a:xfrm>
            <a:off x="6477000" y="3367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78</a:t>
            </a:r>
            <a:endParaRPr kumimoji="1" lang="en-US" altLang="zh-CN" sz="2400">
              <a:latin typeface="Times New Roman" panose="02020603050405020304" pitchFamily="18" charset="0"/>
              <a:ea typeface="宋体" panose="02010600030101010101" pitchFamily="2" charset="-122"/>
            </a:endParaRPr>
          </a:p>
        </p:txBody>
      </p:sp>
      <p:sp>
        <p:nvSpPr>
          <p:cNvPr id="137252" name="Text Box 1060">
            <a:extLst>
              <a:ext uri="{FF2B5EF4-FFF2-40B4-BE49-F238E27FC236}">
                <a16:creationId xmlns:a16="http://schemas.microsoft.com/office/drawing/2014/main" id="{A4969F57-5585-525A-DD81-A0C85EE02EAB}"/>
              </a:ext>
            </a:extLst>
          </p:cNvPr>
          <p:cNvSpPr txBox="1">
            <a:spLocks noChangeArrowheads="1"/>
          </p:cNvSpPr>
          <p:nvPr/>
        </p:nvSpPr>
        <p:spPr bwMode="auto">
          <a:xfrm>
            <a:off x="2540000" y="16144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09</a:t>
            </a:r>
            <a:endParaRPr kumimoji="1" lang="en-US" altLang="zh-CN" sz="2400">
              <a:latin typeface="Times New Roman" panose="02020603050405020304" pitchFamily="18" charset="0"/>
              <a:ea typeface="宋体" panose="02010600030101010101" pitchFamily="2" charset="-122"/>
            </a:endParaRPr>
          </a:p>
        </p:txBody>
      </p:sp>
      <p:sp>
        <p:nvSpPr>
          <p:cNvPr id="137253" name="Text Box 1061">
            <a:extLst>
              <a:ext uri="{FF2B5EF4-FFF2-40B4-BE49-F238E27FC236}">
                <a16:creationId xmlns:a16="http://schemas.microsoft.com/office/drawing/2014/main" id="{1DD047A4-08D7-BDF4-BFF1-B9EA6EDD6BD4}"/>
              </a:ext>
            </a:extLst>
          </p:cNvPr>
          <p:cNvSpPr txBox="1">
            <a:spLocks noChangeArrowheads="1"/>
          </p:cNvSpPr>
          <p:nvPr/>
        </p:nvSpPr>
        <p:spPr bwMode="auto">
          <a:xfrm>
            <a:off x="863600" y="42672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23</a:t>
            </a:r>
            <a:endParaRPr kumimoji="1" lang="en-US" altLang="zh-CN" sz="2400">
              <a:latin typeface="Times New Roman" panose="02020603050405020304" pitchFamily="18" charset="0"/>
              <a:ea typeface="宋体" panose="02010600030101010101" pitchFamily="2" charset="-122"/>
            </a:endParaRPr>
          </a:p>
        </p:txBody>
      </p:sp>
      <p:sp>
        <p:nvSpPr>
          <p:cNvPr id="137254" name="Text Box 1062">
            <a:extLst>
              <a:ext uri="{FF2B5EF4-FFF2-40B4-BE49-F238E27FC236}">
                <a16:creationId xmlns:a16="http://schemas.microsoft.com/office/drawing/2014/main" id="{B4C4C616-23C4-0C2E-3570-6D32AFC395DE}"/>
              </a:ext>
            </a:extLst>
          </p:cNvPr>
          <p:cNvSpPr txBox="1">
            <a:spLocks noChangeArrowheads="1"/>
          </p:cNvSpPr>
          <p:nvPr/>
        </p:nvSpPr>
        <p:spPr bwMode="auto">
          <a:xfrm>
            <a:off x="2159000" y="3367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45</a:t>
            </a:r>
            <a:endParaRPr kumimoji="1" lang="en-US" altLang="zh-CN" sz="2400">
              <a:latin typeface="Times New Roman" panose="02020603050405020304" pitchFamily="18" charset="0"/>
              <a:ea typeface="宋体" panose="02010600030101010101" pitchFamily="2" charset="-122"/>
            </a:endParaRPr>
          </a:p>
        </p:txBody>
      </p:sp>
      <p:sp>
        <p:nvSpPr>
          <p:cNvPr id="137255" name="Text Box 1063">
            <a:extLst>
              <a:ext uri="{FF2B5EF4-FFF2-40B4-BE49-F238E27FC236}">
                <a16:creationId xmlns:a16="http://schemas.microsoft.com/office/drawing/2014/main" id="{9DC4435F-4201-3ECA-7900-A6479C1B0846}"/>
              </a:ext>
            </a:extLst>
          </p:cNvPr>
          <p:cNvSpPr txBox="1">
            <a:spLocks noChangeArrowheads="1"/>
          </p:cNvSpPr>
          <p:nvPr/>
        </p:nvSpPr>
        <p:spPr bwMode="auto">
          <a:xfrm>
            <a:off x="3149600" y="24384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65</a:t>
            </a:r>
            <a:endParaRPr kumimoji="1" lang="en-US" altLang="zh-CN" sz="2400">
              <a:latin typeface="Times New Roman" panose="02020603050405020304" pitchFamily="18" charset="0"/>
              <a:ea typeface="宋体" panose="02010600030101010101" pitchFamily="2" charset="-122"/>
            </a:endParaRPr>
          </a:p>
        </p:txBody>
      </p:sp>
      <p:sp>
        <p:nvSpPr>
          <p:cNvPr id="137256" name="Text Box 1064">
            <a:extLst>
              <a:ext uri="{FF2B5EF4-FFF2-40B4-BE49-F238E27FC236}">
                <a16:creationId xmlns:a16="http://schemas.microsoft.com/office/drawing/2014/main" id="{410214A9-9C05-779A-E53E-A82C167C44C8}"/>
              </a:ext>
            </a:extLst>
          </p:cNvPr>
          <p:cNvSpPr txBox="1">
            <a:spLocks noChangeArrowheads="1"/>
          </p:cNvSpPr>
          <p:nvPr/>
        </p:nvSpPr>
        <p:spPr bwMode="auto">
          <a:xfrm>
            <a:off x="3606800" y="33528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87</a:t>
            </a:r>
            <a:endParaRPr kumimoji="1" lang="en-US" altLang="zh-CN" sz="2400">
              <a:latin typeface="Times New Roman" panose="02020603050405020304" pitchFamily="18" charset="0"/>
              <a:ea typeface="宋体" panose="02010600030101010101" pitchFamily="2" charset="-122"/>
            </a:endParaRPr>
          </a:p>
        </p:txBody>
      </p:sp>
      <p:sp>
        <p:nvSpPr>
          <p:cNvPr id="137257" name="Line 1065">
            <a:extLst>
              <a:ext uri="{FF2B5EF4-FFF2-40B4-BE49-F238E27FC236}">
                <a16:creationId xmlns:a16="http://schemas.microsoft.com/office/drawing/2014/main" id="{13EBFB47-8E96-A02E-3431-47245FA0DC48}"/>
              </a:ext>
            </a:extLst>
          </p:cNvPr>
          <p:cNvSpPr>
            <a:spLocks noChangeShapeType="1"/>
          </p:cNvSpPr>
          <p:nvPr/>
        </p:nvSpPr>
        <p:spPr bwMode="auto">
          <a:xfrm>
            <a:off x="1341438" y="2971800"/>
            <a:ext cx="228600" cy="4572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58" name="Text Box 1066">
            <a:extLst>
              <a:ext uri="{FF2B5EF4-FFF2-40B4-BE49-F238E27FC236}">
                <a16:creationId xmlns:a16="http://schemas.microsoft.com/office/drawing/2014/main" id="{B8C8EB6A-31D9-11A1-302E-3939C470F320}"/>
              </a:ext>
            </a:extLst>
          </p:cNvPr>
          <p:cNvSpPr txBox="1">
            <a:spLocks noChangeArrowheads="1"/>
          </p:cNvSpPr>
          <p:nvPr/>
        </p:nvSpPr>
        <p:spPr bwMode="auto">
          <a:xfrm>
            <a:off x="1219200" y="2514600"/>
            <a:ext cx="2825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i</a:t>
            </a:r>
            <a:endParaRPr kumimoji="1" lang="en-US" altLang="zh-CN" sz="2400">
              <a:latin typeface="Times New Roman" panose="02020603050405020304" pitchFamily="18" charset="0"/>
              <a:ea typeface="宋体" panose="02010600030101010101" pitchFamily="2" charset="-122"/>
            </a:endParaRPr>
          </a:p>
        </p:txBody>
      </p:sp>
      <p:sp>
        <p:nvSpPr>
          <p:cNvPr id="137259" name="Rectangle 1067">
            <a:extLst>
              <a:ext uri="{FF2B5EF4-FFF2-40B4-BE49-F238E27FC236}">
                <a16:creationId xmlns:a16="http://schemas.microsoft.com/office/drawing/2014/main" id="{502E07EA-A5A7-FFE1-19D3-3FE60BB96505}"/>
              </a:ext>
            </a:extLst>
          </p:cNvPr>
          <p:cNvSpPr>
            <a:spLocks noChangeArrowheads="1"/>
          </p:cNvSpPr>
          <p:nvPr/>
        </p:nvSpPr>
        <p:spPr bwMode="auto">
          <a:xfrm>
            <a:off x="685800" y="3200400"/>
            <a:ext cx="1371600" cy="1752600"/>
          </a:xfrm>
          <a:prstGeom prst="rect">
            <a:avLst/>
          </a:prstGeom>
          <a:noFill/>
          <a:ln w="38100">
            <a:solidFill>
              <a:srgbClr val="009900"/>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37260" name="Text Box 1068">
            <a:extLst>
              <a:ext uri="{FF2B5EF4-FFF2-40B4-BE49-F238E27FC236}">
                <a16:creationId xmlns:a16="http://schemas.microsoft.com/office/drawing/2014/main" id="{F175FE1D-A604-E7C4-611F-909385A00EE7}"/>
              </a:ext>
            </a:extLst>
          </p:cNvPr>
          <p:cNvSpPr txBox="1">
            <a:spLocks noChangeArrowheads="1"/>
          </p:cNvSpPr>
          <p:nvPr/>
        </p:nvSpPr>
        <p:spPr bwMode="auto">
          <a:xfrm>
            <a:off x="6197600" y="16002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09</a:t>
            </a:r>
            <a:endParaRPr kumimoji="1" lang="en-US" altLang="zh-CN" sz="2400">
              <a:latin typeface="Times New Roman" panose="02020603050405020304" pitchFamily="18" charset="0"/>
              <a:ea typeface="宋体" panose="02010600030101010101" pitchFamily="2" charset="-122"/>
            </a:endParaRPr>
          </a:p>
        </p:txBody>
      </p:sp>
      <p:sp>
        <p:nvSpPr>
          <p:cNvPr id="137261" name="Text Box 1069">
            <a:extLst>
              <a:ext uri="{FF2B5EF4-FFF2-40B4-BE49-F238E27FC236}">
                <a16:creationId xmlns:a16="http://schemas.microsoft.com/office/drawing/2014/main" id="{1C29878B-6C80-9E02-B1CB-518A2092EC4D}"/>
              </a:ext>
            </a:extLst>
          </p:cNvPr>
          <p:cNvSpPr txBox="1">
            <a:spLocks noChangeArrowheads="1"/>
          </p:cNvSpPr>
          <p:nvPr/>
        </p:nvSpPr>
        <p:spPr bwMode="auto">
          <a:xfrm>
            <a:off x="5054600" y="3367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23</a:t>
            </a:r>
            <a:endParaRPr kumimoji="1" lang="en-US" altLang="zh-CN" sz="2400">
              <a:latin typeface="Times New Roman" panose="02020603050405020304" pitchFamily="18" charset="0"/>
              <a:ea typeface="宋体" panose="02010600030101010101" pitchFamily="2" charset="-122"/>
            </a:endParaRPr>
          </a:p>
        </p:txBody>
      </p:sp>
      <p:sp>
        <p:nvSpPr>
          <p:cNvPr id="137262" name="Text Box 1070">
            <a:extLst>
              <a:ext uri="{FF2B5EF4-FFF2-40B4-BE49-F238E27FC236}">
                <a16:creationId xmlns:a16="http://schemas.microsoft.com/office/drawing/2014/main" id="{4548477A-4FDE-545F-2CB1-9FE5719B0F32}"/>
              </a:ext>
            </a:extLst>
          </p:cNvPr>
          <p:cNvSpPr txBox="1">
            <a:spLocks noChangeArrowheads="1"/>
          </p:cNvSpPr>
          <p:nvPr/>
        </p:nvSpPr>
        <p:spPr bwMode="auto">
          <a:xfrm>
            <a:off x="5816600" y="3367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45</a:t>
            </a:r>
            <a:endParaRPr kumimoji="1" lang="en-US" altLang="zh-CN" sz="2400">
              <a:latin typeface="Times New Roman" panose="02020603050405020304" pitchFamily="18" charset="0"/>
              <a:ea typeface="宋体" panose="02010600030101010101" pitchFamily="2" charset="-122"/>
            </a:endParaRPr>
          </a:p>
        </p:txBody>
      </p:sp>
      <p:sp>
        <p:nvSpPr>
          <p:cNvPr id="137263" name="Text Box 1071">
            <a:extLst>
              <a:ext uri="{FF2B5EF4-FFF2-40B4-BE49-F238E27FC236}">
                <a16:creationId xmlns:a16="http://schemas.microsoft.com/office/drawing/2014/main" id="{709AE94D-35E3-40E7-75B1-9AC55B5862F7}"/>
              </a:ext>
            </a:extLst>
          </p:cNvPr>
          <p:cNvSpPr txBox="1">
            <a:spLocks noChangeArrowheads="1"/>
          </p:cNvSpPr>
          <p:nvPr/>
        </p:nvSpPr>
        <p:spPr bwMode="auto">
          <a:xfrm>
            <a:off x="6807200" y="24384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65</a:t>
            </a:r>
            <a:endParaRPr kumimoji="1" lang="en-US" altLang="zh-CN" sz="2400">
              <a:latin typeface="Times New Roman" panose="02020603050405020304" pitchFamily="18" charset="0"/>
              <a:ea typeface="宋体" panose="02010600030101010101" pitchFamily="2" charset="-122"/>
            </a:endParaRPr>
          </a:p>
        </p:txBody>
      </p:sp>
      <p:sp>
        <p:nvSpPr>
          <p:cNvPr id="137264" name="Text Box 1072">
            <a:extLst>
              <a:ext uri="{FF2B5EF4-FFF2-40B4-BE49-F238E27FC236}">
                <a16:creationId xmlns:a16="http://schemas.microsoft.com/office/drawing/2014/main" id="{15C3FB63-B371-9692-13F3-1CA9F31903DD}"/>
              </a:ext>
            </a:extLst>
          </p:cNvPr>
          <p:cNvSpPr txBox="1">
            <a:spLocks noChangeArrowheads="1"/>
          </p:cNvSpPr>
          <p:nvPr/>
        </p:nvSpPr>
        <p:spPr bwMode="auto">
          <a:xfrm>
            <a:off x="7264400" y="33528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87</a:t>
            </a:r>
            <a:endParaRPr kumimoji="1" lang="en-US" altLang="zh-CN" sz="2400">
              <a:latin typeface="Times New Roman" panose="02020603050405020304" pitchFamily="18" charset="0"/>
              <a:ea typeface="宋体" panose="02010600030101010101" pitchFamily="2" charset="-122"/>
            </a:endParaRPr>
          </a:p>
        </p:txBody>
      </p:sp>
      <p:sp>
        <p:nvSpPr>
          <p:cNvPr id="137265" name="Line 1074">
            <a:extLst>
              <a:ext uri="{FF2B5EF4-FFF2-40B4-BE49-F238E27FC236}">
                <a16:creationId xmlns:a16="http://schemas.microsoft.com/office/drawing/2014/main" id="{57947EE9-0ABA-E190-9516-FC29311AF979}"/>
              </a:ext>
            </a:extLst>
          </p:cNvPr>
          <p:cNvSpPr>
            <a:spLocks noChangeShapeType="1"/>
          </p:cNvSpPr>
          <p:nvPr/>
        </p:nvSpPr>
        <p:spPr bwMode="auto">
          <a:xfrm>
            <a:off x="4473575" y="3886200"/>
            <a:ext cx="185738" cy="4572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66" name="Text Box 1075">
            <a:extLst>
              <a:ext uri="{FF2B5EF4-FFF2-40B4-BE49-F238E27FC236}">
                <a16:creationId xmlns:a16="http://schemas.microsoft.com/office/drawing/2014/main" id="{DE47B0BA-9D61-4B35-141D-74B26A2E300C}"/>
              </a:ext>
            </a:extLst>
          </p:cNvPr>
          <p:cNvSpPr txBox="1">
            <a:spLocks noChangeArrowheads="1"/>
          </p:cNvSpPr>
          <p:nvPr/>
        </p:nvSpPr>
        <p:spPr bwMode="auto">
          <a:xfrm>
            <a:off x="4267200" y="3443288"/>
            <a:ext cx="2825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i</a:t>
            </a:r>
            <a:endParaRPr kumimoji="1" lang="en-US" altLang="zh-CN" sz="2400">
              <a:latin typeface="Times New Roman" panose="02020603050405020304" pitchFamily="18" charset="0"/>
              <a:ea typeface="宋体" panose="02010600030101010101" pitchFamily="2" charset="-122"/>
            </a:endParaRPr>
          </a:p>
        </p:txBody>
      </p:sp>
      <p:sp>
        <p:nvSpPr>
          <p:cNvPr id="137267" name="Line 1077">
            <a:extLst>
              <a:ext uri="{FF2B5EF4-FFF2-40B4-BE49-F238E27FC236}">
                <a16:creationId xmlns:a16="http://schemas.microsoft.com/office/drawing/2014/main" id="{3D46FC07-171D-97FA-E3A4-83B32B15A40B}"/>
              </a:ext>
            </a:extLst>
          </p:cNvPr>
          <p:cNvSpPr>
            <a:spLocks noChangeShapeType="1"/>
          </p:cNvSpPr>
          <p:nvPr/>
        </p:nvSpPr>
        <p:spPr bwMode="auto">
          <a:xfrm flipH="1">
            <a:off x="1066800" y="3733800"/>
            <a:ext cx="228600" cy="457200"/>
          </a:xfrm>
          <a:prstGeom prst="line">
            <a:avLst/>
          </a:prstGeom>
          <a:noFill/>
          <a:ln w="28575">
            <a:solidFill>
              <a:srgbClr val="0099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68" name="Text Box 1080">
            <a:extLst>
              <a:ext uri="{FF2B5EF4-FFF2-40B4-BE49-F238E27FC236}">
                <a16:creationId xmlns:a16="http://schemas.microsoft.com/office/drawing/2014/main" id="{700FE413-7DEE-0126-3438-495FF5BCA5E4}"/>
              </a:ext>
            </a:extLst>
          </p:cNvPr>
          <p:cNvSpPr txBox="1">
            <a:spLocks noChangeArrowheads="1"/>
          </p:cNvSpPr>
          <p:nvPr/>
        </p:nvSpPr>
        <p:spPr bwMode="auto">
          <a:xfrm>
            <a:off x="1397000" y="3367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17</a:t>
            </a:r>
            <a:endParaRPr kumimoji="1" lang="en-US" altLang="zh-CN" sz="2400">
              <a:latin typeface="Times New Roman" panose="02020603050405020304" pitchFamily="18" charset="0"/>
              <a:ea typeface="宋体" panose="02010600030101010101" pitchFamily="2" charset="-122"/>
            </a:endParaRPr>
          </a:p>
        </p:txBody>
      </p:sp>
      <p:sp>
        <p:nvSpPr>
          <p:cNvPr id="2" name="灯片编号占位符 1">
            <a:extLst>
              <a:ext uri="{FF2B5EF4-FFF2-40B4-BE49-F238E27FC236}">
                <a16:creationId xmlns:a16="http://schemas.microsoft.com/office/drawing/2014/main" id="{33C0ACA3-7C6A-FA74-D2AD-4CAD6761AF3C}"/>
              </a:ext>
            </a:extLst>
          </p:cNvPr>
          <p:cNvSpPr>
            <a:spLocks noGrp="1"/>
          </p:cNvSpPr>
          <p:nvPr>
            <p:ph type="sldNum" sz="quarter" idx="12"/>
          </p:nvPr>
        </p:nvSpPr>
        <p:spPr/>
        <p:txBody>
          <a:bodyPr/>
          <a:lstStyle/>
          <a:p>
            <a:pPr>
              <a:defRPr/>
            </a:pPr>
            <a:fld id="{32133AD1-DAA7-48C8-8009-85BC350F1DBF}" type="slidenum">
              <a:rPr lang="en-US" altLang="zh-CN" smtClean="0"/>
              <a:pPr>
                <a:defRPr/>
              </a:pPr>
              <a:t>124</a:t>
            </a:fld>
            <a:endParaRPr lang="en-US" altLang="zh-CN"/>
          </a:p>
        </p:txBody>
      </p:sp>
    </p:spTree>
  </p:cSld>
  <p:clrMapOvr>
    <a:masterClrMapping/>
  </p:clrMapOvr>
  <p:transition>
    <p:split/>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A6BAED-597B-410C-966A-94D455E14235}"/>
              </a:ext>
            </a:extLst>
          </p:cNvPr>
          <p:cNvSpPr>
            <a:spLocks noGrp="1"/>
          </p:cNvSpPr>
          <p:nvPr>
            <p:ph type="title"/>
          </p:nvPr>
        </p:nvSpPr>
        <p:spPr/>
        <p:txBody>
          <a:bodyPr/>
          <a:lstStyle/>
          <a:p>
            <a:r>
              <a:rPr lang="zh-CN" altLang="en-US" dirty="0"/>
              <a:t>最小堆的下滑调整算法</a:t>
            </a:r>
          </a:p>
        </p:txBody>
      </p:sp>
      <p:sp>
        <p:nvSpPr>
          <p:cNvPr id="3" name="内容占位符 2">
            <a:extLst>
              <a:ext uri="{FF2B5EF4-FFF2-40B4-BE49-F238E27FC236}">
                <a16:creationId xmlns:a16="http://schemas.microsoft.com/office/drawing/2014/main" id="{BBD5C093-D4EC-4932-8AF0-464E40DFE706}"/>
              </a:ext>
            </a:extLst>
          </p:cNvPr>
          <p:cNvSpPr>
            <a:spLocks noGrp="1"/>
          </p:cNvSpPr>
          <p:nvPr>
            <p:ph idx="1"/>
          </p:nvPr>
        </p:nvSpPr>
        <p:spPr>
          <a:xfrm>
            <a:off x="628650" y="1556792"/>
            <a:ext cx="8335838" cy="5112568"/>
          </a:xfrm>
        </p:spPr>
        <p:txBody>
          <a:bodyPr>
            <a:normAutofit fontScale="55000" lnSpcReduction="20000"/>
          </a:bodyPr>
          <a:lstStyle/>
          <a:p>
            <a:pPr marL="0" indent="0">
              <a:buNone/>
            </a:pPr>
            <a:r>
              <a:rPr lang="en-US" altLang="zh-CN" dirty="0"/>
              <a:t>template &lt; class E&gt;  </a:t>
            </a:r>
          </a:p>
          <a:p>
            <a:pPr marL="0" indent="0">
              <a:buNone/>
            </a:pPr>
            <a:r>
              <a:rPr lang="en-US" altLang="zh-CN" dirty="0"/>
              <a:t>void </a:t>
            </a:r>
            <a:r>
              <a:rPr lang="en-US" altLang="zh-CN" dirty="0" err="1"/>
              <a:t>MinHeap</a:t>
            </a:r>
            <a:r>
              <a:rPr lang="en-US" altLang="zh-CN" dirty="0"/>
              <a:t>&lt;E&gt; :: </a:t>
            </a:r>
            <a:r>
              <a:rPr lang="en-US" altLang="zh-CN" dirty="0" err="1"/>
              <a:t>siftDown</a:t>
            </a:r>
            <a:r>
              <a:rPr lang="en-US" altLang="zh-CN" dirty="0"/>
              <a:t> ( int start, int m ) {</a:t>
            </a:r>
          </a:p>
          <a:p>
            <a:pPr marL="0" indent="0">
              <a:buNone/>
            </a:pPr>
            <a:r>
              <a:rPr lang="en-US" altLang="zh-CN" dirty="0"/>
              <a:t>    int </a:t>
            </a:r>
            <a:r>
              <a:rPr lang="en-US" altLang="zh-CN" dirty="0" err="1"/>
              <a:t>i</a:t>
            </a:r>
            <a:r>
              <a:rPr lang="en-US" altLang="zh-CN" dirty="0"/>
              <a:t> = start,   j = 2*i+1;        // j </a:t>
            </a:r>
            <a:r>
              <a:rPr lang="zh-CN" altLang="en-US" dirty="0"/>
              <a:t>是 </a:t>
            </a:r>
            <a:r>
              <a:rPr lang="en-US" altLang="zh-CN" dirty="0" err="1"/>
              <a:t>i</a:t>
            </a:r>
            <a:r>
              <a:rPr lang="en-US" altLang="zh-CN" dirty="0"/>
              <a:t> </a:t>
            </a:r>
            <a:r>
              <a:rPr lang="zh-CN" altLang="en-US" dirty="0"/>
              <a:t>的左孩子</a:t>
            </a:r>
          </a:p>
          <a:p>
            <a:pPr marL="0" indent="0">
              <a:buNone/>
            </a:pPr>
            <a:r>
              <a:rPr lang="zh-CN" altLang="en-US" dirty="0"/>
              <a:t>    </a:t>
            </a:r>
            <a:r>
              <a:rPr lang="en-US" altLang="zh-CN" dirty="0"/>
              <a:t>E temp = heap[</a:t>
            </a:r>
            <a:r>
              <a:rPr lang="en-US" altLang="zh-CN" dirty="0" err="1"/>
              <a:t>i</a:t>
            </a:r>
            <a:r>
              <a:rPr lang="en-US" altLang="zh-CN" dirty="0"/>
              <a:t>];</a:t>
            </a:r>
          </a:p>
          <a:p>
            <a:pPr marL="0" indent="0">
              <a:buNone/>
            </a:pPr>
            <a:r>
              <a:rPr lang="en-US" altLang="zh-CN" dirty="0"/>
              <a:t>    while ( j &lt;= m ) {  //m</a:t>
            </a:r>
            <a:r>
              <a:rPr lang="zh-CN" altLang="en-US" dirty="0"/>
              <a:t>是堆中最后一个结点的下标</a:t>
            </a:r>
            <a:endParaRPr lang="en-US" altLang="zh-CN" dirty="0"/>
          </a:p>
          <a:p>
            <a:pPr marL="0" indent="0">
              <a:buNone/>
            </a:pPr>
            <a:r>
              <a:rPr lang="en-US" altLang="zh-CN" dirty="0"/>
              <a:t>         if ( j &lt; m &amp;&amp; heap[j] &gt; heap[j+1] )  </a:t>
            </a:r>
            <a:r>
              <a:rPr lang="en-US" altLang="zh-CN" dirty="0" err="1"/>
              <a:t>j++</a:t>
            </a:r>
            <a:r>
              <a:rPr lang="en-US" altLang="zh-CN" dirty="0"/>
              <a:t>;  //</a:t>
            </a:r>
            <a:r>
              <a:rPr lang="zh-CN" altLang="en-US" dirty="0"/>
              <a:t>两孩子中选小者    </a:t>
            </a:r>
          </a:p>
          <a:p>
            <a:pPr marL="0" indent="0">
              <a:buNone/>
            </a:pPr>
            <a:r>
              <a:rPr lang="zh-CN" altLang="en-US" dirty="0"/>
              <a:t>         </a:t>
            </a:r>
            <a:r>
              <a:rPr lang="en-US" altLang="zh-CN" dirty="0"/>
              <a:t>if ( temp &lt;= heap[j] ) break;</a:t>
            </a:r>
          </a:p>
          <a:p>
            <a:pPr marL="0" indent="0">
              <a:buNone/>
            </a:pPr>
            <a:r>
              <a:rPr lang="en-US" altLang="zh-CN" dirty="0"/>
              <a:t>         else { </a:t>
            </a:r>
          </a:p>
          <a:p>
            <a:pPr marL="0" indent="0">
              <a:buNone/>
            </a:pPr>
            <a:r>
              <a:rPr lang="en-US" altLang="zh-CN" dirty="0"/>
              <a:t>                heap[</a:t>
            </a:r>
            <a:r>
              <a:rPr lang="en-US" altLang="zh-CN" dirty="0" err="1"/>
              <a:t>i</a:t>
            </a:r>
            <a:r>
              <a:rPr lang="en-US" altLang="zh-CN" dirty="0"/>
              <a:t>] = heap[j];           //</a:t>
            </a:r>
            <a:r>
              <a:rPr lang="zh-CN" altLang="en-US" dirty="0"/>
              <a:t>下面的上浮</a:t>
            </a:r>
          </a:p>
          <a:p>
            <a:pPr marL="0" indent="0">
              <a:buNone/>
            </a:pPr>
            <a:r>
              <a:rPr lang="zh-CN" altLang="en-US" dirty="0"/>
              <a:t>                </a:t>
            </a:r>
            <a:r>
              <a:rPr lang="en-US" altLang="zh-CN" dirty="0" err="1"/>
              <a:t>i</a:t>
            </a:r>
            <a:r>
              <a:rPr lang="en-US" altLang="zh-CN" dirty="0"/>
              <a:t> = j;   j = 2*j+1;             //</a:t>
            </a:r>
            <a:r>
              <a:rPr lang="zh-CN" altLang="en-US" dirty="0"/>
              <a:t>向下滑动</a:t>
            </a:r>
            <a:endParaRPr lang="en-US" altLang="zh-CN" dirty="0"/>
          </a:p>
          <a:p>
            <a:pPr marL="0" indent="0">
              <a:buNone/>
            </a:pPr>
            <a:r>
              <a:rPr lang="en-US" altLang="zh-CN" dirty="0"/>
              <a:t>         }</a:t>
            </a:r>
            <a:endParaRPr lang="zh-CN" altLang="en-US" dirty="0"/>
          </a:p>
          <a:p>
            <a:pPr marL="0" indent="0">
              <a:buNone/>
            </a:pPr>
            <a:r>
              <a:rPr lang="zh-CN" altLang="en-US" dirty="0"/>
              <a:t>    </a:t>
            </a:r>
            <a:r>
              <a:rPr lang="en-US" altLang="zh-CN" dirty="0"/>
              <a:t>}</a:t>
            </a:r>
          </a:p>
          <a:p>
            <a:pPr marL="0" indent="0">
              <a:buNone/>
            </a:pPr>
            <a:r>
              <a:rPr lang="en-US" altLang="zh-CN" dirty="0"/>
              <a:t>    heap[</a:t>
            </a:r>
            <a:r>
              <a:rPr lang="en-US" altLang="zh-CN" dirty="0" err="1"/>
              <a:t>i</a:t>
            </a:r>
            <a:r>
              <a:rPr lang="en-US" altLang="zh-CN" dirty="0"/>
              <a:t>] = temp;				</a:t>
            </a:r>
          </a:p>
          <a:p>
            <a:pPr marL="0" indent="0">
              <a:buNone/>
            </a:pPr>
            <a:r>
              <a:rPr lang="en-US" altLang="zh-CN" dirty="0"/>
              <a:t>}</a:t>
            </a:r>
          </a:p>
        </p:txBody>
      </p:sp>
      <p:sp>
        <p:nvSpPr>
          <p:cNvPr id="4" name="灯片编号占位符 3">
            <a:extLst>
              <a:ext uri="{FF2B5EF4-FFF2-40B4-BE49-F238E27FC236}">
                <a16:creationId xmlns:a16="http://schemas.microsoft.com/office/drawing/2014/main" id="{C051F905-4B46-5A9B-852E-859043EF886E}"/>
              </a:ext>
            </a:extLst>
          </p:cNvPr>
          <p:cNvSpPr>
            <a:spLocks noGrp="1"/>
          </p:cNvSpPr>
          <p:nvPr>
            <p:ph type="sldNum" sz="quarter" idx="12"/>
          </p:nvPr>
        </p:nvSpPr>
        <p:spPr/>
        <p:txBody>
          <a:bodyPr/>
          <a:lstStyle/>
          <a:p>
            <a:pPr>
              <a:defRPr/>
            </a:pPr>
            <a:fld id="{A598D83B-EE2A-4F12-B129-1EDE84DF129B}" type="slidenum">
              <a:rPr lang="en-US" altLang="zh-CN" smtClean="0"/>
              <a:pPr>
                <a:defRPr/>
              </a:pPr>
              <a:t>125</a:t>
            </a:fld>
            <a:endParaRPr lang="en-US" altLang="zh-CN"/>
          </a:p>
        </p:txBody>
      </p:sp>
    </p:spTree>
  </p:cSld>
  <p:clrMapOvr>
    <a:masterClrMapping/>
  </p:clrMapOvr>
  <p:transition>
    <p:split/>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092598-5412-46E2-8B7C-54D33EE63D8D}"/>
              </a:ext>
            </a:extLst>
          </p:cNvPr>
          <p:cNvSpPr>
            <a:spLocks noGrp="1"/>
          </p:cNvSpPr>
          <p:nvPr>
            <p:ph type="title"/>
          </p:nvPr>
        </p:nvSpPr>
        <p:spPr/>
        <p:txBody>
          <a:bodyPr/>
          <a:lstStyle/>
          <a:p>
            <a:r>
              <a:rPr lang="en-US" altLang="zh-CN" dirty="0"/>
              <a:t>5.8.3 </a:t>
            </a:r>
            <a:r>
              <a:rPr lang="zh-CN" altLang="en-US" dirty="0"/>
              <a:t>堆的插入与删除</a:t>
            </a:r>
          </a:p>
        </p:txBody>
      </p:sp>
      <p:sp>
        <p:nvSpPr>
          <p:cNvPr id="3" name="内容占位符 2">
            <a:extLst>
              <a:ext uri="{FF2B5EF4-FFF2-40B4-BE49-F238E27FC236}">
                <a16:creationId xmlns:a16="http://schemas.microsoft.com/office/drawing/2014/main" id="{D85C5BA5-5DCC-4A5C-9AB4-67C4BB9664A0}"/>
              </a:ext>
            </a:extLst>
          </p:cNvPr>
          <p:cNvSpPr>
            <a:spLocks noGrp="1"/>
          </p:cNvSpPr>
          <p:nvPr>
            <p:ph idx="1"/>
          </p:nvPr>
        </p:nvSpPr>
        <p:spPr>
          <a:xfrm>
            <a:off x="628650" y="1825625"/>
            <a:ext cx="7886700" cy="4667250"/>
          </a:xfrm>
        </p:spPr>
        <p:txBody>
          <a:bodyPr>
            <a:normAutofit fontScale="70000" lnSpcReduction="20000"/>
          </a:bodyPr>
          <a:lstStyle/>
          <a:p>
            <a:pPr marL="0" indent="0">
              <a:buNone/>
            </a:pPr>
            <a:r>
              <a:rPr lang="en-US" altLang="zh-CN" dirty="0"/>
              <a:t>//</a:t>
            </a:r>
            <a:r>
              <a:rPr lang="zh-CN" altLang="en-US" dirty="0"/>
              <a:t>在堆中插入新元素 </a:t>
            </a:r>
            <a:r>
              <a:rPr lang="en-US" altLang="zh-CN" dirty="0"/>
              <a:t>x</a:t>
            </a:r>
          </a:p>
          <a:p>
            <a:pPr marL="0" indent="0">
              <a:buNone/>
            </a:pPr>
            <a:r>
              <a:rPr lang="en-US" altLang="zh-CN" dirty="0"/>
              <a:t>template &lt; class E&gt; </a:t>
            </a:r>
          </a:p>
          <a:p>
            <a:pPr marL="0" indent="0">
              <a:buNone/>
            </a:pPr>
            <a:r>
              <a:rPr lang="en-US" altLang="zh-CN" dirty="0"/>
              <a:t>bool </a:t>
            </a:r>
            <a:r>
              <a:rPr lang="en-US" altLang="zh-CN" dirty="0" err="1"/>
              <a:t>MinHeap</a:t>
            </a:r>
            <a:r>
              <a:rPr lang="en-US" altLang="zh-CN" dirty="0"/>
              <a:t>&lt;E&gt; :: Insert ( const E &amp;x ) {</a:t>
            </a:r>
          </a:p>
          <a:p>
            <a:pPr marL="0" indent="0">
              <a:buNone/>
            </a:pPr>
            <a:r>
              <a:rPr lang="en-US" altLang="zh-CN" dirty="0"/>
              <a:t>      if ( </a:t>
            </a:r>
            <a:r>
              <a:rPr lang="en-US" altLang="zh-CN" dirty="0" err="1"/>
              <a:t>currentSize</a:t>
            </a:r>
            <a:r>
              <a:rPr lang="en-US" altLang="zh-CN" dirty="0"/>
              <a:t> == </a:t>
            </a:r>
            <a:r>
              <a:rPr lang="en-US" altLang="zh-CN" dirty="0" err="1"/>
              <a:t>maxHeapSize</a:t>
            </a:r>
            <a:r>
              <a:rPr lang="en-US" altLang="zh-CN" dirty="0"/>
              <a:t> )  {  //</a:t>
            </a:r>
            <a:r>
              <a:rPr lang="zh-CN" altLang="en-US" dirty="0"/>
              <a:t>堆满</a:t>
            </a:r>
          </a:p>
          <a:p>
            <a:pPr marL="0" indent="0">
              <a:buNone/>
            </a:pPr>
            <a:r>
              <a:rPr lang="en-US" altLang="zh-CN" dirty="0"/>
              <a:t>            </a:t>
            </a:r>
            <a:r>
              <a:rPr lang="en-US" altLang="zh-CN" dirty="0" err="1"/>
              <a:t>cerr</a:t>
            </a:r>
            <a:r>
              <a:rPr lang="en-US" altLang="zh-CN" dirty="0"/>
              <a:t> &lt;&lt; "</a:t>
            </a:r>
            <a:r>
              <a:rPr lang="zh-CN" altLang="en-US" dirty="0"/>
              <a:t>堆已满</a:t>
            </a:r>
            <a:r>
              <a:rPr lang="en-US" altLang="zh-CN" dirty="0"/>
              <a:t>" &lt;&lt; </a:t>
            </a:r>
            <a:r>
              <a:rPr lang="en-US" altLang="zh-CN" dirty="0" err="1"/>
              <a:t>endl</a:t>
            </a:r>
            <a:r>
              <a:rPr lang="en-US" altLang="zh-CN" dirty="0"/>
              <a:t>;  return false;</a:t>
            </a:r>
          </a:p>
          <a:p>
            <a:pPr marL="0" indent="0">
              <a:buNone/>
            </a:pPr>
            <a:r>
              <a:rPr lang="en-US" altLang="zh-CN" dirty="0"/>
              <a:t>      }</a:t>
            </a:r>
          </a:p>
          <a:p>
            <a:pPr marL="0" indent="0">
              <a:buNone/>
            </a:pPr>
            <a:r>
              <a:rPr lang="en-US" altLang="zh-CN" dirty="0"/>
              <a:t>      heap[</a:t>
            </a:r>
            <a:r>
              <a:rPr lang="en-US" altLang="zh-CN" dirty="0" err="1"/>
              <a:t>currentSize</a:t>
            </a:r>
            <a:r>
              <a:rPr lang="en-US" altLang="zh-CN" dirty="0"/>
              <a:t>] = x;       //</a:t>
            </a:r>
            <a:r>
              <a:rPr lang="zh-CN" altLang="en-US" dirty="0"/>
              <a:t>插在表尾  </a:t>
            </a:r>
          </a:p>
          <a:p>
            <a:pPr marL="0" indent="0">
              <a:buNone/>
            </a:pPr>
            <a:r>
              <a:rPr lang="zh-CN" altLang="en-US" dirty="0"/>
              <a:t>      </a:t>
            </a:r>
            <a:r>
              <a:rPr lang="en-US" altLang="zh-CN" dirty="0" err="1"/>
              <a:t>siftUp</a:t>
            </a:r>
            <a:r>
              <a:rPr lang="en-US" altLang="zh-CN" dirty="0"/>
              <a:t> (</a:t>
            </a:r>
            <a:r>
              <a:rPr lang="en-US" altLang="zh-CN" dirty="0" err="1"/>
              <a:t>currentSize</a:t>
            </a:r>
            <a:r>
              <a:rPr lang="en-US" altLang="zh-CN" dirty="0"/>
              <a:t>);      //</a:t>
            </a:r>
            <a:r>
              <a:rPr lang="zh-CN" altLang="en-US" dirty="0"/>
              <a:t>向上调整为堆</a:t>
            </a:r>
          </a:p>
          <a:p>
            <a:pPr marL="0" indent="0">
              <a:buNone/>
            </a:pPr>
            <a:r>
              <a:rPr lang="zh-CN" altLang="en-US" dirty="0"/>
              <a:t>      </a:t>
            </a:r>
            <a:r>
              <a:rPr lang="en-US" altLang="zh-CN" dirty="0" err="1"/>
              <a:t>currentSize</a:t>
            </a:r>
            <a:r>
              <a:rPr lang="en-US" altLang="zh-CN" dirty="0"/>
              <a:t>++;                   //</a:t>
            </a:r>
            <a:r>
              <a:rPr lang="zh-CN" altLang="en-US" dirty="0"/>
              <a:t>堆元素增一</a:t>
            </a:r>
          </a:p>
          <a:p>
            <a:pPr marL="0" indent="0">
              <a:buNone/>
            </a:pPr>
            <a:r>
              <a:rPr lang="zh-CN" altLang="en-US" dirty="0"/>
              <a:t>      </a:t>
            </a:r>
            <a:r>
              <a:rPr lang="en-US" altLang="zh-CN" dirty="0"/>
              <a:t>return true;</a:t>
            </a:r>
          </a:p>
          <a:p>
            <a:pPr marL="0" indent="0">
              <a:buNone/>
            </a:pPr>
            <a:r>
              <a:rPr lang="en-US" altLang="zh-CN" dirty="0"/>
              <a:t>}</a:t>
            </a:r>
          </a:p>
        </p:txBody>
      </p:sp>
      <p:sp>
        <p:nvSpPr>
          <p:cNvPr id="4" name="灯片编号占位符 3">
            <a:extLst>
              <a:ext uri="{FF2B5EF4-FFF2-40B4-BE49-F238E27FC236}">
                <a16:creationId xmlns:a16="http://schemas.microsoft.com/office/drawing/2014/main" id="{1253BEDE-0B1E-5038-2554-4127F9724BDD}"/>
              </a:ext>
            </a:extLst>
          </p:cNvPr>
          <p:cNvSpPr>
            <a:spLocks noGrp="1"/>
          </p:cNvSpPr>
          <p:nvPr>
            <p:ph type="sldNum" sz="quarter" idx="12"/>
          </p:nvPr>
        </p:nvSpPr>
        <p:spPr/>
        <p:txBody>
          <a:bodyPr/>
          <a:lstStyle/>
          <a:p>
            <a:pPr>
              <a:defRPr/>
            </a:pPr>
            <a:fld id="{A598D83B-EE2A-4F12-B129-1EDE84DF129B}" type="slidenum">
              <a:rPr lang="en-US" altLang="zh-CN" smtClean="0"/>
              <a:pPr>
                <a:defRPr/>
              </a:pPr>
              <a:t>126</a:t>
            </a:fld>
            <a:endParaRPr lang="en-US" altLang="zh-CN"/>
          </a:p>
        </p:txBody>
      </p:sp>
    </p:spTree>
  </p:cSld>
  <p:clrMapOvr>
    <a:masterClrMapping/>
  </p:clrMapOvr>
  <p:transition>
    <p:split/>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5DABB7-865F-46F1-935D-3D72E156B301}"/>
              </a:ext>
            </a:extLst>
          </p:cNvPr>
          <p:cNvSpPr>
            <a:spLocks noGrp="1"/>
          </p:cNvSpPr>
          <p:nvPr>
            <p:ph type="title"/>
          </p:nvPr>
        </p:nvSpPr>
        <p:spPr/>
        <p:txBody>
          <a:bodyPr/>
          <a:lstStyle/>
          <a:p>
            <a:r>
              <a:rPr lang="zh-CN" altLang="en-US" dirty="0"/>
              <a:t>最小堆的向上调整算法</a:t>
            </a:r>
          </a:p>
        </p:txBody>
      </p:sp>
      <p:sp>
        <p:nvSpPr>
          <p:cNvPr id="3" name="内容占位符 2">
            <a:extLst>
              <a:ext uri="{FF2B5EF4-FFF2-40B4-BE49-F238E27FC236}">
                <a16:creationId xmlns:a16="http://schemas.microsoft.com/office/drawing/2014/main" id="{7D288D38-B274-465A-B7F2-4F09651F52CB}"/>
              </a:ext>
            </a:extLst>
          </p:cNvPr>
          <p:cNvSpPr>
            <a:spLocks noGrp="1"/>
          </p:cNvSpPr>
          <p:nvPr>
            <p:ph idx="1"/>
          </p:nvPr>
        </p:nvSpPr>
        <p:spPr>
          <a:xfrm>
            <a:off x="628650" y="1825625"/>
            <a:ext cx="7886700" cy="4667250"/>
          </a:xfrm>
        </p:spPr>
        <p:txBody>
          <a:bodyPr>
            <a:normAutofit fontScale="70000" lnSpcReduction="20000"/>
          </a:bodyPr>
          <a:lstStyle/>
          <a:p>
            <a:pPr marL="0" indent="0">
              <a:buNone/>
            </a:pPr>
            <a:r>
              <a:rPr lang="en-US" altLang="zh-CN" dirty="0"/>
              <a:t>//</a:t>
            </a:r>
            <a:r>
              <a:rPr lang="zh-CN" altLang="en-US" dirty="0"/>
              <a:t>从 </a:t>
            </a:r>
            <a:r>
              <a:rPr lang="en-US" altLang="zh-CN" dirty="0"/>
              <a:t>start </a:t>
            </a:r>
            <a:r>
              <a:rPr lang="zh-CN" altLang="en-US" dirty="0"/>
              <a:t>开始</a:t>
            </a:r>
            <a:r>
              <a:rPr lang="en-US" altLang="zh-CN" dirty="0"/>
              <a:t>,</a:t>
            </a:r>
            <a:r>
              <a:rPr lang="zh-CN" altLang="en-US" dirty="0"/>
              <a:t>向上直到</a:t>
            </a:r>
            <a:r>
              <a:rPr lang="en-US" altLang="zh-CN" dirty="0"/>
              <a:t>0,</a:t>
            </a:r>
            <a:r>
              <a:rPr lang="zh-CN" altLang="en-US" dirty="0"/>
              <a:t>调整堆</a:t>
            </a:r>
          </a:p>
          <a:p>
            <a:pPr marL="0" indent="0">
              <a:buNone/>
            </a:pPr>
            <a:r>
              <a:rPr lang="en-US" altLang="zh-CN" dirty="0"/>
              <a:t>template &lt; class E&gt; </a:t>
            </a:r>
          </a:p>
          <a:p>
            <a:pPr marL="0" indent="0">
              <a:buNone/>
            </a:pPr>
            <a:r>
              <a:rPr lang="en-US" altLang="zh-CN" dirty="0"/>
              <a:t>void </a:t>
            </a:r>
            <a:r>
              <a:rPr lang="en-US" altLang="zh-CN" dirty="0" err="1"/>
              <a:t>MinHeap</a:t>
            </a:r>
            <a:r>
              <a:rPr lang="en-US" altLang="zh-CN" dirty="0"/>
              <a:t>&lt;E&gt; :: </a:t>
            </a:r>
            <a:r>
              <a:rPr lang="en-US" altLang="zh-CN" dirty="0" err="1"/>
              <a:t>siftUp</a:t>
            </a:r>
            <a:r>
              <a:rPr lang="en-US" altLang="zh-CN" dirty="0"/>
              <a:t> ( int start ) {</a:t>
            </a:r>
          </a:p>
          <a:p>
            <a:pPr marL="0" indent="0">
              <a:buNone/>
            </a:pPr>
            <a:r>
              <a:rPr lang="en-US" altLang="zh-CN" dirty="0"/>
              <a:t>    int j = start,  </a:t>
            </a:r>
            <a:r>
              <a:rPr lang="en-US" altLang="zh-CN" dirty="0" err="1"/>
              <a:t>i</a:t>
            </a:r>
            <a:r>
              <a:rPr lang="en-US" altLang="zh-CN" dirty="0"/>
              <a:t> = (j-1)/2;    // </a:t>
            </a:r>
            <a:r>
              <a:rPr lang="en-US" altLang="zh-CN" dirty="0" err="1"/>
              <a:t>i</a:t>
            </a:r>
            <a:r>
              <a:rPr lang="en-US" altLang="zh-CN" dirty="0"/>
              <a:t> </a:t>
            </a:r>
            <a:r>
              <a:rPr lang="zh-CN" altLang="en-US" dirty="0"/>
              <a:t>是 </a:t>
            </a:r>
            <a:r>
              <a:rPr lang="en-US" altLang="zh-CN" dirty="0"/>
              <a:t>j </a:t>
            </a:r>
            <a:r>
              <a:rPr lang="zh-CN" altLang="en-US" dirty="0"/>
              <a:t>的双亲</a:t>
            </a:r>
          </a:p>
          <a:p>
            <a:pPr marL="0" indent="0">
              <a:buNone/>
            </a:pPr>
            <a:r>
              <a:rPr lang="zh-CN" altLang="en-US" dirty="0"/>
              <a:t>    </a:t>
            </a:r>
            <a:r>
              <a:rPr lang="en-US" altLang="zh-CN" dirty="0"/>
              <a:t>E temp = heap[j];</a:t>
            </a:r>
          </a:p>
          <a:p>
            <a:pPr marL="0" indent="0">
              <a:buNone/>
            </a:pPr>
            <a:r>
              <a:rPr lang="en-US" altLang="zh-CN" dirty="0"/>
              <a:t>    while ( j &gt; 0 ) {      </a:t>
            </a:r>
          </a:p>
          <a:p>
            <a:pPr marL="0" indent="0">
              <a:buNone/>
            </a:pPr>
            <a:r>
              <a:rPr lang="en-US" altLang="zh-CN" dirty="0"/>
              <a:t>        if ( heap[</a:t>
            </a:r>
            <a:r>
              <a:rPr lang="en-US" altLang="zh-CN" dirty="0" err="1"/>
              <a:t>i</a:t>
            </a:r>
            <a:r>
              <a:rPr lang="en-US" altLang="zh-CN" dirty="0"/>
              <a:t>] &lt;= temp ) break;</a:t>
            </a:r>
          </a:p>
          <a:p>
            <a:pPr marL="0" indent="0">
              <a:buNone/>
            </a:pPr>
            <a:r>
              <a:rPr lang="en-US" altLang="zh-CN" dirty="0"/>
              <a:t>        else { heap[j] = heap[</a:t>
            </a:r>
            <a:r>
              <a:rPr lang="en-US" altLang="zh-CN" dirty="0" err="1"/>
              <a:t>i</a:t>
            </a:r>
            <a:r>
              <a:rPr lang="en-US" altLang="zh-CN" dirty="0"/>
              <a:t>]; j = </a:t>
            </a:r>
            <a:r>
              <a:rPr lang="en-US" altLang="zh-CN" dirty="0" err="1"/>
              <a:t>i</a:t>
            </a:r>
            <a:r>
              <a:rPr lang="en-US" altLang="zh-CN" dirty="0"/>
              <a:t>;  </a:t>
            </a:r>
            <a:r>
              <a:rPr lang="en-US" altLang="zh-CN" dirty="0" err="1"/>
              <a:t>i</a:t>
            </a:r>
            <a:r>
              <a:rPr lang="en-US" altLang="zh-CN" dirty="0"/>
              <a:t> = (</a:t>
            </a:r>
            <a:r>
              <a:rPr lang="en-US" altLang="zh-CN" dirty="0" err="1"/>
              <a:t>i</a:t>
            </a:r>
            <a:r>
              <a:rPr lang="en-US" altLang="zh-CN" dirty="0"/>
              <a:t> -1)/2;}</a:t>
            </a:r>
          </a:p>
          <a:p>
            <a:pPr marL="0" indent="0">
              <a:buNone/>
            </a:pPr>
            <a:r>
              <a:rPr lang="en-US" altLang="zh-CN" dirty="0"/>
              <a:t>    }</a:t>
            </a:r>
          </a:p>
          <a:p>
            <a:pPr marL="0" indent="0">
              <a:buNone/>
            </a:pPr>
            <a:r>
              <a:rPr lang="en-US" altLang="zh-CN" dirty="0"/>
              <a:t>    heap[j] = temp;</a:t>
            </a:r>
          </a:p>
          <a:p>
            <a:pPr marL="0" indent="0">
              <a:buNone/>
            </a:pPr>
            <a:r>
              <a:rPr lang="en-US" altLang="zh-CN" dirty="0"/>
              <a:t>}</a:t>
            </a:r>
          </a:p>
          <a:p>
            <a:pPr marL="0" indent="0">
              <a:buNone/>
            </a:pPr>
            <a:endParaRPr lang="zh-CN" altLang="en-US" dirty="0"/>
          </a:p>
        </p:txBody>
      </p:sp>
      <p:sp>
        <p:nvSpPr>
          <p:cNvPr id="4" name="灯片编号占位符 3">
            <a:extLst>
              <a:ext uri="{FF2B5EF4-FFF2-40B4-BE49-F238E27FC236}">
                <a16:creationId xmlns:a16="http://schemas.microsoft.com/office/drawing/2014/main" id="{DDAA1F7E-1075-8287-3759-1A21A9DF0F5B}"/>
              </a:ext>
            </a:extLst>
          </p:cNvPr>
          <p:cNvSpPr>
            <a:spLocks noGrp="1"/>
          </p:cNvSpPr>
          <p:nvPr>
            <p:ph type="sldNum" sz="quarter" idx="12"/>
          </p:nvPr>
        </p:nvSpPr>
        <p:spPr/>
        <p:txBody>
          <a:bodyPr/>
          <a:lstStyle/>
          <a:p>
            <a:pPr>
              <a:defRPr/>
            </a:pPr>
            <a:fld id="{A598D83B-EE2A-4F12-B129-1EDE84DF129B}" type="slidenum">
              <a:rPr lang="en-US" altLang="zh-CN" smtClean="0"/>
              <a:pPr>
                <a:defRPr/>
              </a:pPr>
              <a:t>127</a:t>
            </a:fld>
            <a:endParaRPr lang="en-US" altLang="zh-CN"/>
          </a:p>
        </p:txBody>
      </p:sp>
    </p:spTree>
  </p:cSld>
  <p:clrMapOvr>
    <a:masterClrMapping/>
  </p:clrMapOvr>
  <p:transition>
    <p:split/>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Line 61">
            <a:extLst>
              <a:ext uri="{FF2B5EF4-FFF2-40B4-BE49-F238E27FC236}">
                <a16:creationId xmlns:a16="http://schemas.microsoft.com/office/drawing/2014/main" id="{9ABFE8FE-C587-4DC7-A825-93D9EE2DC22F}"/>
              </a:ext>
            </a:extLst>
          </p:cNvPr>
          <p:cNvSpPr>
            <a:spLocks noChangeShapeType="1"/>
          </p:cNvSpPr>
          <p:nvPr/>
        </p:nvSpPr>
        <p:spPr bwMode="auto">
          <a:xfrm>
            <a:off x="5334000" y="3810000"/>
            <a:ext cx="152400" cy="533400"/>
          </a:xfrm>
          <a:prstGeom prst="line">
            <a:avLst/>
          </a:prstGeom>
          <a:noFill/>
          <a:ln w="28575">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15" name="Line 54">
            <a:extLst>
              <a:ext uri="{FF2B5EF4-FFF2-40B4-BE49-F238E27FC236}">
                <a16:creationId xmlns:a16="http://schemas.microsoft.com/office/drawing/2014/main" id="{32C455A7-7B6F-6152-1B84-7DADF40302A3}"/>
              </a:ext>
            </a:extLst>
          </p:cNvPr>
          <p:cNvSpPr>
            <a:spLocks noChangeShapeType="1"/>
          </p:cNvSpPr>
          <p:nvPr/>
        </p:nvSpPr>
        <p:spPr bwMode="auto">
          <a:xfrm>
            <a:off x="1752600" y="3810000"/>
            <a:ext cx="152400" cy="533400"/>
          </a:xfrm>
          <a:prstGeom prst="line">
            <a:avLst/>
          </a:prstGeom>
          <a:noFill/>
          <a:ln w="28575">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16" name="Line 2">
            <a:extLst>
              <a:ext uri="{FF2B5EF4-FFF2-40B4-BE49-F238E27FC236}">
                <a16:creationId xmlns:a16="http://schemas.microsoft.com/office/drawing/2014/main" id="{BC4C1BD2-E3F7-8F69-275F-F37FFC93EDD7}"/>
              </a:ext>
            </a:extLst>
          </p:cNvPr>
          <p:cNvSpPr>
            <a:spLocks noChangeShapeType="1"/>
          </p:cNvSpPr>
          <p:nvPr/>
        </p:nvSpPr>
        <p:spPr bwMode="auto">
          <a:xfrm>
            <a:off x="3429000" y="2819400"/>
            <a:ext cx="381000" cy="6858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17" name="Line 3">
            <a:extLst>
              <a:ext uri="{FF2B5EF4-FFF2-40B4-BE49-F238E27FC236}">
                <a16:creationId xmlns:a16="http://schemas.microsoft.com/office/drawing/2014/main" id="{66CA689D-68AF-3DA3-814B-19BD621527CE}"/>
              </a:ext>
            </a:extLst>
          </p:cNvPr>
          <p:cNvSpPr>
            <a:spLocks noChangeShapeType="1"/>
          </p:cNvSpPr>
          <p:nvPr/>
        </p:nvSpPr>
        <p:spPr bwMode="auto">
          <a:xfrm flipH="1">
            <a:off x="3124200" y="2895600"/>
            <a:ext cx="228600" cy="5334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18" name="Line 4">
            <a:extLst>
              <a:ext uri="{FF2B5EF4-FFF2-40B4-BE49-F238E27FC236}">
                <a16:creationId xmlns:a16="http://schemas.microsoft.com/office/drawing/2014/main" id="{8A2CDB1F-54F8-07A7-0A0D-B265A14F973B}"/>
              </a:ext>
            </a:extLst>
          </p:cNvPr>
          <p:cNvSpPr>
            <a:spLocks noChangeShapeType="1"/>
          </p:cNvSpPr>
          <p:nvPr/>
        </p:nvSpPr>
        <p:spPr bwMode="auto">
          <a:xfrm>
            <a:off x="2895600" y="1981200"/>
            <a:ext cx="381000" cy="5334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19" name="Line 5">
            <a:extLst>
              <a:ext uri="{FF2B5EF4-FFF2-40B4-BE49-F238E27FC236}">
                <a16:creationId xmlns:a16="http://schemas.microsoft.com/office/drawing/2014/main" id="{9451B131-B077-277B-E007-88202B9022AF}"/>
              </a:ext>
            </a:extLst>
          </p:cNvPr>
          <p:cNvSpPr>
            <a:spLocks noChangeShapeType="1"/>
          </p:cNvSpPr>
          <p:nvPr/>
        </p:nvSpPr>
        <p:spPr bwMode="auto">
          <a:xfrm>
            <a:off x="2209800" y="2895600"/>
            <a:ext cx="152400" cy="5334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20" name="Line 6">
            <a:extLst>
              <a:ext uri="{FF2B5EF4-FFF2-40B4-BE49-F238E27FC236}">
                <a16:creationId xmlns:a16="http://schemas.microsoft.com/office/drawing/2014/main" id="{8915770A-AF6B-49D2-B991-08F21803034E}"/>
              </a:ext>
            </a:extLst>
          </p:cNvPr>
          <p:cNvSpPr>
            <a:spLocks noChangeShapeType="1"/>
          </p:cNvSpPr>
          <p:nvPr/>
        </p:nvSpPr>
        <p:spPr bwMode="auto">
          <a:xfrm flipH="1">
            <a:off x="2286000" y="1981200"/>
            <a:ext cx="381000" cy="5334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21" name="Line 7">
            <a:extLst>
              <a:ext uri="{FF2B5EF4-FFF2-40B4-BE49-F238E27FC236}">
                <a16:creationId xmlns:a16="http://schemas.microsoft.com/office/drawing/2014/main" id="{1143BA23-A7D6-CE79-B2BC-E6F988B8F25B}"/>
              </a:ext>
            </a:extLst>
          </p:cNvPr>
          <p:cNvSpPr>
            <a:spLocks noChangeShapeType="1"/>
          </p:cNvSpPr>
          <p:nvPr/>
        </p:nvSpPr>
        <p:spPr bwMode="auto">
          <a:xfrm flipH="1">
            <a:off x="1143000" y="2895600"/>
            <a:ext cx="914400" cy="15240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22" name="Oval 8">
            <a:extLst>
              <a:ext uri="{FF2B5EF4-FFF2-40B4-BE49-F238E27FC236}">
                <a16:creationId xmlns:a16="http://schemas.microsoft.com/office/drawing/2014/main" id="{FDB8A37A-7DBC-3723-FA85-93B2414E1D10}"/>
              </a:ext>
            </a:extLst>
          </p:cNvPr>
          <p:cNvSpPr>
            <a:spLocks noChangeArrowheads="1"/>
          </p:cNvSpPr>
          <p:nvPr/>
        </p:nvSpPr>
        <p:spPr bwMode="auto">
          <a:xfrm>
            <a:off x="2514600" y="16002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1323" name="Oval 9">
            <a:extLst>
              <a:ext uri="{FF2B5EF4-FFF2-40B4-BE49-F238E27FC236}">
                <a16:creationId xmlns:a16="http://schemas.microsoft.com/office/drawing/2014/main" id="{90536DDE-B929-6409-4915-6C8AE608278D}"/>
              </a:ext>
            </a:extLst>
          </p:cNvPr>
          <p:cNvSpPr>
            <a:spLocks noChangeArrowheads="1"/>
          </p:cNvSpPr>
          <p:nvPr/>
        </p:nvSpPr>
        <p:spPr bwMode="auto">
          <a:xfrm>
            <a:off x="13716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1324" name="Oval 10">
            <a:extLst>
              <a:ext uri="{FF2B5EF4-FFF2-40B4-BE49-F238E27FC236}">
                <a16:creationId xmlns:a16="http://schemas.microsoft.com/office/drawing/2014/main" id="{FFA2D41B-E61A-5C01-BCF6-750E9B7AAADC}"/>
              </a:ext>
            </a:extLst>
          </p:cNvPr>
          <p:cNvSpPr>
            <a:spLocks noChangeArrowheads="1"/>
          </p:cNvSpPr>
          <p:nvPr/>
        </p:nvSpPr>
        <p:spPr bwMode="auto">
          <a:xfrm>
            <a:off x="21336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1325" name="Oval 11">
            <a:extLst>
              <a:ext uri="{FF2B5EF4-FFF2-40B4-BE49-F238E27FC236}">
                <a16:creationId xmlns:a16="http://schemas.microsoft.com/office/drawing/2014/main" id="{438E2916-10C9-2337-FCDC-79EA0BEFBB48}"/>
              </a:ext>
            </a:extLst>
          </p:cNvPr>
          <p:cNvSpPr>
            <a:spLocks noChangeArrowheads="1"/>
          </p:cNvSpPr>
          <p:nvPr/>
        </p:nvSpPr>
        <p:spPr bwMode="auto">
          <a:xfrm>
            <a:off x="28194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1326" name="Oval 12">
            <a:extLst>
              <a:ext uri="{FF2B5EF4-FFF2-40B4-BE49-F238E27FC236}">
                <a16:creationId xmlns:a16="http://schemas.microsoft.com/office/drawing/2014/main" id="{E176F142-1A82-9121-99B5-B0B8A460E56B}"/>
              </a:ext>
            </a:extLst>
          </p:cNvPr>
          <p:cNvSpPr>
            <a:spLocks noChangeArrowheads="1"/>
          </p:cNvSpPr>
          <p:nvPr/>
        </p:nvSpPr>
        <p:spPr bwMode="auto">
          <a:xfrm>
            <a:off x="35814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1327" name="Oval 13">
            <a:extLst>
              <a:ext uri="{FF2B5EF4-FFF2-40B4-BE49-F238E27FC236}">
                <a16:creationId xmlns:a16="http://schemas.microsoft.com/office/drawing/2014/main" id="{9C485915-A6F4-0DF5-9AFD-6BDC94EE5855}"/>
              </a:ext>
            </a:extLst>
          </p:cNvPr>
          <p:cNvSpPr>
            <a:spLocks noChangeArrowheads="1"/>
          </p:cNvSpPr>
          <p:nvPr/>
        </p:nvSpPr>
        <p:spPr bwMode="auto">
          <a:xfrm>
            <a:off x="838200" y="42672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1328" name="Oval 14">
            <a:extLst>
              <a:ext uri="{FF2B5EF4-FFF2-40B4-BE49-F238E27FC236}">
                <a16:creationId xmlns:a16="http://schemas.microsoft.com/office/drawing/2014/main" id="{BD300EAA-4A9E-8835-99B4-ED6D5C12C9CB}"/>
              </a:ext>
            </a:extLst>
          </p:cNvPr>
          <p:cNvSpPr>
            <a:spLocks noChangeArrowheads="1"/>
          </p:cNvSpPr>
          <p:nvPr/>
        </p:nvSpPr>
        <p:spPr bwMode="auto">
          <a:xfrm>
            <a:off x="1905000" y="24384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1329" name="Oval 15">
            <a:extLst>
              <a:ext uri="{FF2B5EF4-FFF2-40B4-BE49-F238E27FC236}">
                <a16:creationId xmlns:a16="http://schemas.microsoft.com/office/drawing/2014/main" id="{E692EA4B-C632-E180-86D5-2E821EC04D38}"/>
              </a:ext>
            </a:extLst>
          </p:cNvPr>
          <p:cNvSpPr>
            <a:spLocks noChangeArrowheads="1"/>
          </p:cNvSpPr>
          <p:nvPr/>
        </p:nvSpPr>
        <p:spPr bwMode="auto">
          <a:xfrm>
            <a:off x="3124200" y="24384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1330" name="Line 16">
            <a:extLst>
              <a:ext uri="{FF2B5EF4-FFF2-40B4-BE49-F238E27FC236}">
                <a16:creationId xmlns:a16="http://schemas.microsoft.com/office/drawing/2014/main" id="{21869577-0743-C071-DC1C-A079872C58C3}"/>
              </a:ext>
            </a:extLst>
          </p:cNvPr>
          <p:cNvSpPr>
            <a:spLocks noChangeShapeType="1"/>
          </p:cNvSpPr>
          <p:nvPr/>
        </p:nvSpPr>
        <p:spPr bwMode="auto">
          <a:xfrm>
            <a:off x="7086600" y="2819400"/>
            <a:ext cx="381000" cy="6858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31" name="Line 17">
            <a:extLst>
              <a:ext uri="{FF2B5EF4-FFF2-40B4-BE49-F238E27FC236}">
                <a16:creationId xmlns:a16="http://schemas.microsoft.com/office/drawing/2014/main" id="{E0EBA60D-5302-E6AC-BF67-6624254D1FA9}"/>
              </a:ext>
            </a:extLst>
          </p:cNvPr>
          <p:cNvSpPr>
            <a:spLocks noChangeShapeType="1"/>
          </p:cNvSpPr>
          <p:nvPr/>
        </p:nvSpPr>
        <p:spPr bwMode="auto">
          <a:xfrm flipH="1">
            <a:off x="6781800" y="2895600"/>
            <a:ext cx="228600" cy="5334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32" name="Line 18">
            <a:extLst>
              <a:ext uri="{FF2B5EF4-FFF2-40B4-BE49-F238E27FC236}">
                <a16:creationId xmlns:a16="http://schemas.microsoft.com/office/drawing/2014/main" id="{F1F0F463-1F79-097D-29BB-6B705C08567A}"/>
              </a:ext>
            </a:extLst>
          </p:cNvPr>
          <p:cNvSpPr>
            <a:spLocks noChangeShapeType="1"/>
          </p:cNvSpPr>
          <p:nvPr/>
        </p:nvSpPr>
        <p:spPr bwMode="auto">
          <a:xfrm>
            <a:off x="6553200" y="1981200"/>
            <a:ext cx="381000" cy="5334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33" name="Line 19">
            <a:extLst>
              <a:ext uri="{FF2B5EF4-FFF2-40B4-BE49-F238E27FC236}">
                <a16:creationId xmlns:a16="http://schemas.microsoft.com/office/drawing/2014/main" id="{CCC82E2A-982F-00B6-A7C5-718959D2011B}"/>
              </a:ext>
            </a:extLst>
          </p:cNvPr>
          <p:cNvSpPr>
            <a:spLocks noChangeShapeType="1"/>
          </p:cNvSpPr>
          <p:nvPr/>
        </p:nvSpPr>
        <p:spPr bwMode="auto">
          <a:xfrm>
            <a:off x="5867400" y="2895600"/>
            <a:ext cx="152400" cy="5334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34" name="Line 20">
            <a:extLst>
              <a:ext uri="{FF2B5EF4-FFF2-40B4-BE49-F238E27FC236}">
                <a16:creationId xmlns:a16="http://schemas.microsoft.com/office/drawing/2014/main" id="{CFFDAAE6-B1D6-4391-9D7F-D83C24DEEF12}"/>
              </a:ext>
            </a:extLst>
          </p:cNvPr>
          <p:cNvSpPr>
            <a:spLocks noChangeShapeType="1"/>
          </p:cNvSpPr>
          <p:nvPr/>
        </p:nvSpPr>
        <p:spPr bwMode="auto">
          <a:xfrm flipH="1">
            <a:off x="5943600" y="1981200"/>
            <a:ext cx="381000" cy="5334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35" name="Line 21">
            <a:extLst>
              <a:ext uri="{FF2B5EF4-FFF2-40B4-BE49-F238E27FC236}">
                <a16:creationId xmlns:a16="http://schemas.microsoft.com/office/drawing/2014/main" id="{C686E1CB-81A5-97A0-4671-11640CD6FEB0}"/>
              </a:ext>
            </a:extLst>
          </p:cNvPr>
          <p:cNvSpPr>
            <a:spLocks noChangeShapeType="1"/>
          </p:cNvSpPr>
          <p:nvPr/>
        </p:nvSpPr>
        <p:spPr bwMode="auto">
          <a:xfrm flipH="1">
            <a:off x="4800600" y="2895600"/>
            <a:ext cx="914400" cy="15240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36" name="Oval 22">
            <a:extLst>
              <a:ext uri="{FF2B5EF4-FFF2-40B4-BE49-F238E27FC236}">
                <a16:creationId xmlns:a16="http://schemas.microsoft.com/office/drawing/2014/main" id="{E91A6C3C-9860-7A5E-DCEC-67D294441955}"/>
              </a:ext>
            </a:extLst>
          </p:cNvPr>
          <p:cNvSpPr>
            <a:spLocks noChangeArrowheads="1"/>
          </p:cNvSpPr>
          <p:nvPr/>
        </p:nvSpPr>
        <p:spPr bwMode="auto">
          <a:xfrm>
            <a:off x="6172200" y="16002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1337" name="Oval 23">
            <a:extLst>
              <a:ext uri="{FF2B5EF4-FFF2-40B4-BE49-F238E27FC236}">
                <a16:creationId xmlns:a16="http://schemas.microsoft.com/office/drawing/2014/main" id="{483E977F-6AF4-4A63-1EB9-865BCF5A377C}"/>
              </a:ext>
            </a:extLst>
          </p:cNvPr>
          <p:cNvSpPr>
            <a:spLocks noChangeArrowheads="1"/>
          </p:cNvSpPr>
          <p:nvPr/>
        </p:nvSpPr>
        <p:spPr bwMode="auto">
          <a:xfrm>
            <a:off x="50292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1338" name="Oval 24">
            <a:extLst>
              <a:ext uri="{FF2B5EF4-FFF2-40B4-BE49-F238E27FC236}">
                <a16:creationId xmlns:a16="http://schemas.microsoft.com/office/drawing/2014/main" id="{1D82D217-0310-6F36-F80D-3940F685B7DB}"/>
              </a:ext>
            </a:extLst>
          </p:cNvPr>
          <p:cNvSpPr>
            <a:spLocks noChangeArrowheads="1"/>
          </p:cNvSpPr>
          <p:nvPr/>
        </p:nvSpPr>
        <p:spPr bwMode="auto">
          <a:xfrm>
            <a:off x="57912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1339" name="Oval 25">
            <a:extLst>
              <a:ext uri="{FF2B5EF4-FFF2-40B4-BE49-F238E27FC236}">
                <a16:creationId xmlns:a16="http://schemas.microsoft.com/office/drawing/2014/main" id="{64522998-7482-1F63-9B5B-D7F3BD8D8175}"/>
              </a:ext>
            </a:extLst>
          </p:cNvPr>
          <p:cNvSpPr>
            <a:spLocks noChangeArrowheads="1"/>
          </p:cNvSpPr>
          <p:nvPr/>
        </p:nvSpPr>
        <p:spPr bwMode="auto">
          <a:xfrm>
            <a:off x="64770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1340" name="Oval 26">
            <a:extLst>
              <a:ext uri="{FF2B5EF4-FFF2-40B4-BE49-F238E27FC236}">
                <a16:creationId xmlns:a16="http://schemas.microsoft.com/office/drawing/2014/main" id="{21B7A7B7-3F21-C1E4-21D4-6EB172B41E39}"/>
              </a:ext>
            </a:extLst>
          </p:cNvPr>
          <p:cNvSpPr>
            <a:spLocks noChangeArrowheads="1"/>
          </p:cNvSpPr>
          <p:nvPr/>
        </p:nvSpPr>
        <p:spPr bwMode="auto">
          <a:xfrm>
            <a:off x="72390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1341" name="Oval 27">
            <a:extLst>
              <a:ext uri="{FF2B5EF4-FFF2-40B4-BE49-F238E27FC236}">
                <a16:creationId xmlns:a16="http://schemas.microsoft.com/office/drawing/2014/main" id="{A3DD7893-8498-4608-3225-C2D0F8259D9B}"/>
              </a:ext>
            </a:extLst>
          </p:cNvPr>
          <p:cNvSpPr>
            <a:spLocks noChangeArrowheads="1"/>
          </p:cNvSpPr>
          <p:nvPr/>
        </p:nvSpPr>
        <p:spPr bwMode="auto">
          <a:xfrm>
            <a:off x="4495800" y="42672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1342" name="Oval 28">
            <a:extLst>
              <a:ext uri="{FF2B5EF4-FFF2-40B4-BE49-F238E27FC236}">
                <a16:creationId xmlns:a16="http://schemas.microsoft.com/office/drawing/2014/main" id="{459F806A-03A5-61ED-C17C-8C067C727F85}"/>
              </a:ext>
            </a:extLst>
          </p:cNvPr>
          <p:cNvSpPr>
            <a:spLocks noChangeArrowheads="1"/>
          </p:cNvSpPr>
          <p:nvPr/>
        </p:nvSpPr>
        <p:spPr bwMode="auto">
          <a:xfrm>
            <a:off x="5562600" y="24384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1343" name="Oval 29">
            <a:extLst>
              <a:ext uri="{FF2B5EF4-FFF2-40B4-BE49-F238E27FC236}">
                <a16:creationId xmlns:a16="http://schemas.microsoft.com/office/drawing/2014/main" id="{CF10492B-CF0C-FE1E-EF4B-2C9C9B0BE025}"/>
              </a:ext>
            </a:extLst>
          </p:cNvPr>
          <p:cNvSpPr>
            <a:spLocks noChangeArrowheads="1"/>
          </p:cNvSpPr>
          <p:nvPr/>
        </p:nvSpPr>
        <p:spPr bwMode="auto">
          <a:xfrm>
            <a:off x="6781800" y="24384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1344" name="Text Box 31">
            <a:extLst>
              <a:ext uri="{FF2B5EF4-FFF2-40B4-BE49-F238E27FC236}">
                <a16:creationId xmlns:a16="http://schemas.microsoft.com/office/drawing/2014/main" id="{5E7D394A-AC51-F2F0-0874-1D865F4E1E46}"/>
              </a:ext>
            </a:extLst>
          </p:cNvPr>
          <p:cNvSpPr txBox="1">
            <a:spLocks noChangeArrowheads="1"/>
          </p:cNvSpPr>
          <p:nvPr/>
        </p:nvSpPr>
        <p:spPr bwMode="auto">
          <a:xfrm>
            <a:off x="4495800" y="4267200"/>
            <a:ext cx="533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53</a:t>
            </a:r>
            <a:endParaRPr kumimoji="1" lang="en-US" altLang="zh-CN" sz="2400">
              <a:solidFill>
                <a:srgbClr val="FFFFCC"/>
              </a:solidFill>
              <a:latin typeface="Times New Roman" panose="02020603050405020304" pitchFamily="18" charset="0"/>
              <a:ea typeface="宋体" panose="02010600030101010101" pitchFamily="2" charset="-122"/>
            </a:endParaRPr>
          </a:p>
        </p:txBody>
      </p:sp>
      <p:sp>
        <p:nvSpPr>
          <p:cNvPr id="141345" name="Text Box 32">
            <a:extLst>
              <a:ext uri="{FF2B5EF4-FFF2-40B4-BE49-F238E27FC236}">
                <a16:creationId xmlns:a16="http://schemas.microsoft.com/office/drawing/2014/main" id="{8170507C-BF72-6B98-5F42-F6CC90829DB4}"/>
              </a:ext>
            </a:extLst>
          </p:cNvPr>
          <p:cNvSpPr txBox="1">
            <a:spLocks noChangeArrowheads="1"/>
          </p:cNvSpPr>
          <p:nvPr/>
        </p:nvSpPr>
        <p:spPr bwMode="auto">
          <a:xfrm>
            <a:off x="1930400" y="24384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17</a:t>
            </a:r>
            <a:endParaRPr kumimoji="1" lang="en-US" altLang="zh-CN" sz="2400">
              <a:latin typeface="Times New Roman" panose="02020603050405020304" pitchFamily="18" charset="0"/>
              <a:ea typeface="宋体" panose="02010600030101010101" pitchFamily="2" charset="-122"/>
            </a:endParaRPr>
          </a:p>
        </p:txBody>
      </p:sp>
      <p:sp>
        <p:nvSpPr>
          <p:cNvPr id="141346" name="Text Box 33">
            <a:extLst>
              <a:ext uri="{FF2B5EF4-FFF2-40B4-BE49-F238E27FC236}">
                <a16:creationId xmlns:a16="http://schemas.microsoft.com/office/drawing/2014/main" id="{4F4B8AC1-F827-2044-E205-E9AF8C418CB9}"/>
              </a:ext>
            </a:extLst>
          </p:cNvPr>
          <p:cNvSpPr txBox="1">
            <a:spLocks noChangeArrowheads="1"/>
          </p:cNvSpPr>
          <p:nvPr/>
        </p:nvSpPr>
        <p:spPr bwMode="auto">
          <a:xfrm>
            <a:off x="5588000" y="24384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17</a:t>
            </a:r>
            <a:endParaRPr kumimoji="1" lang="en-US" altLang="zh-CN" sz="2400">
              <a:latin typeface="Times New Roman" panose="02020603050405020304" pitchFamily="18" charset="0"/>
              <a:ea typeface="宋体" panose="02010600030101010101" pitchFamily="2" charset="-122"/>
            </a:endParaRPr>
          </a:p>
        </p:txBody>
      </p:sp>
      <p:sp>
        <p:nvSpPr>
          <p:cNvPr id="141347" name="Text Box 34">
            <a:extLst>
              <a:ext uri="{FF2B5EF4-FFF2-40B4-BE49-F238E27FC236}">
                <a16:creationId xmlns:a16="http://schemas.microsoft.com/office/drawing/2014/main" id="{AC6322F5-1490-B540-66C7-FC9045C1535F}"/>
              </a:ext>
            </a:extLst>
          </p:cNvPr>
          <p:cNvSpPr txBox="1">
            <a:spLocks noChangeArrowheads="1"/>
          </p:cNvSpPr>
          <p:nvPr/>
        </p:nvSpPr>
        <p:spPr bwMode="auto">
          <a:xfrm>
            <a:off x="2844800" y="3367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78</a:t>
            </a:r>
            <a:endParaRPr kumimoji="1" lang="en-US" altLang="zh-CN" sz="2400">
              <a:latin typeface="Times New Roman" panose="02020603050405020304" pitchFamily="18" charset="0"/>
              <a:ea typeface="宋体" panose="02010600030101010101" pitchFamily="2" charset="-122"/>
            </a:endParaRPr>
          </a:p>
        </p:txBody>
      </p:sp>
      <p:sp>
        <p:nvSpPr>
          <p:cNvPr id="141348" name="Text Box 35">
            <a:extLst>
              <a:ext uri="{FF2B5EF4-FFF2-40B4-BE49-F238E27FC236}">
                <a16:creationId xmlns:a16="http://schemas.microsoft.com/office/drawing/2014/main" id="{1850E87E-31BB-43A1-AA15-3EAC08B5DF1E}"/>
              </a:ext>
            </a:extLst>
          </p:cNvPr>
          <p:cNvSpPr txBox="1">
            <a:spLocks noChangeArrowheads="1"/>
          </p:cNvSpPr>
          <p:nvPr/>
        </p:nvSpPr>
        <p:spPr bwMode="auto">
          <a:xfrm>
            <a:off x="6477000" y="3367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78</a:t>
            </a:r>
            <a:endParaRPr kumimoji="1" lang="en-US" altLang="zh-CN" sz="2400">
              <a:latin typeface="Times New Roman" panose="02020603050405020304" pitchFamily="18" charset="0"/>
              <a:ea typeface="宋体" panose="02010600030101010101" pitchFamily="2" charset="-122"/>
            </a:endParaRPr>
          </a:p>
        </p:txBody>
      </p:sp>
      <p:sp>
        <p:nvSpPr>
          <p:cNvPr id="141349" name="Text Box 36">
            <a:extLst>
              <a:ext uri="{FF2B5EF4-FFF2-40B4-BE49-F238E27FC236}">
                <a16:creationId xmlns:a16="http://schemas.microsoft.com/office/drawing/2014/main" id="{AB662439-DEB1-8301-51CE-C8E9006AEEC1}"/>
              </a:ext>
            </a:extLst>
          </p:cNvPr>
          <p:cNvSpPr txBox="1">
            <a:spLocks noChangeArrowheads="1"/>
          </p:cNvSpPr>
          <p:nvPr/>
        </p:nvSpPr>
        <p:spPr bwMode="auto">
          <a:xfrm>
            <a:off x="2540000" y="16144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09</a:t>
            </a:r>
            <a:endParaRPr kumimoji="1" lang="en-US" altLang="zh-CN" sz="2400">
              <a:latin typeface="Times New Roman" panose="02020603050405020304" pitchFamily="18" charset="0"/>
              <a:ea typeface="宋体" panose="02010600030101010101" pitchFamily="2" charset="-122"/>
            </a:endParaRPr>
          </a:p>
        </p:txBody>
      </p:sp>
      <p:sp>
        <p:nvSpPr>
          <p:cNvPr id="141350" name="Text Box 37">
            <a:extLst>
              <a:ext uri="{FF2B5EF4-FFF2-40B4-BE49-F238E27FC236}">
                <a16:creationId xmlns:a16="http://schemas.microsoft.com/office/drawing/2014/main" id="{31EC77EF-2DD9-16E8-76B8-42B7BEECD93C}"/>
              </a:ext>
            </a:extLst>
          </p:cNvPr>
          <p:cNvSpPr txBox="1">
            <a:spLocks noChangeArrowheads="1"/>
          </p:cNvSpPr>
          <p:nvPr/>
        </p:nvSpPr>
        <p:spPr bwMode="auto">
          <a:xfrm>
            <a:off x="1397000" y="33528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23</a:t>
            </a:r>
            <a:endParaRPr kumimoji="1" lang="en-US" altLang="zh-CN" sz="2400">
              <a:latin typeface="Times New Roman" panose="02020603050405020304" pitchFamily="18" charset="0"/>
              <a:ea typeface="宋体" panose="02010600030101010101" pitchFamily="2" charset="-122"/>
            </a:endParaRPr>
          </a:p>
        </p:txBody>
      </p:sp>
      <p:sp>
        <p:nvSpPr>
          <p:cNvPr id="141351" name="Text Box 38">
            <a:extLst>
              <a:ext uri="{FF2B5EF4-FFF2-40B4-BE49-F238E27FC236}">
                <a16:creationId xmlns:a16="http://schemas.microsoft.com/office/drawing/2014/main" id="{58338645-AE0F-4C2D-2F46-6D5CE3128264}"/>
              </a:ext>
            </a:extLst>
          </p:cNvPr>
          <p:cNvSpPr txBox="1">
            <a:spLocks noChangeArrowheads="1"/>
          </p:cNvSpPr>
          <p:nvPr/>
        </p:nvSpPr>
        <p:spPr bwMode="auto">
          <a:xfrm>
            <a:off x="2159000" y="3367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45</a:t>
            </a:r>
            <a:endParaRPr kumimoji="1" lang="en-US" altLang="zh-CN" sz="2400">
              <a:latin typeface="Times New Roman" panose="02020603050405020304" pitchFamily="18" charset="0"/>
              <a:ea typeface="宋体" panose="02010600030101010101" pitchFamily="2" charset="-122"/>
            </a:endParaRPr>
          </a:p>
        </p:txBody>
      </p:sp>
      <p:sp>
        <p:nvSpPr>
          <p:cNvPr id="141352" name="Text Box 39">
            <a:extLst>
              <a:ext uri="{FF2B5EF4-FFF2-40B4-BE49-F238E27FC236}">
                <a16:creationId xmlns:a16="http://schemas.microsoft.com/office/drawing/2014/main" id="{26836207-7B78-C40A-130C-E549722AF787}"/>
              </a:ext>
            </a:extLst>
          </p:cNvPr>
          <p:cNvSpPr txBox="1">
            <a:spLocks noChangeArrowheads="1"/>
          </p:cNvSpPr>
          <p:nvPr/>
        </p:nvSpPr>
        <p:spPr bwMode="auto">
          <a:xfrm>
            <a:off x="3149600" y="24384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65</a:t>
            </a:r>
            <a:endParaRPr kumimoji="1" lang="en-US" altLang="zh-CN" sz="2400">
              <a:latin typeface="Times New Roman" panose="02020603050405020304" pitchFamily="18" charset="0"/>
              <a:ea typeface="宋体" panose="02010600030101010101" pitchFamily="2" charset="-122"/>
            </a:endParaRPr>
          </a:p>
        </p:txBody>
      </p:sp>
      <p:sp>
        <p:nvSpPr>
          <p:cNvPr id="141353" name="Text Box 40">
            <a:extLst>
              <a:ext uri="{FF2B5EF4-FFF2-40B4-BE49-F238E27FC236}">
                <a16:creationId xmlns:a16="http://schemas.microsoft.com/office/drawing/2014/main" id="{61EF7F05-A68B-7BED-899A-963B6D479E29}"/>
              </a:ext>
            </a:extLst>
          </p:cNvPr>
          <p:cNvSpPr txBox="1">
            <a:spLocks noChangeArrowheads="1"/>
          </p:cNvSpPr>
          <p:nvPr/>
        </p:nvSpPr>
        <p:spPr bwMode="auto">
          <a:xfrm>
            <a:off x="3606800" y="33528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87</a:t>
            </a:r>
            <a:endParaRPr kumimoji="1" lang="en-US" altLang="zh-CN" sz="2400">
              <a:latin typeface="Times New Roman" panose="02020603050405020304" pitchFamily="18" charset="0"/>
              <a:ea typeface="宋体" panose="02010600030101010101" pitchFamily="2" charset="-122"/>
            </a:endParaRPr>
          </a:p>
        </p:txBody>
      </p:sp>
      <p:sp>
        <p:nvSpPr>
          <p:cNvPr id="141354" name="Line 41">
            <a:extLst>
              <a:ext uri="{FF2B5EF4-FFF2-40B4-BE49-F238E27FC236}">
                <a16:creationId xmlns:a16="http://schemas.microsoft.com/office/drawing/2014/main" id="{57E2D4A9-EBFA-BD6C-4712-81C1213E0165}"/>
              </a:ext>
            </a:extLst>
          </p:cNvPr>
          <p:cNvSpPr>
            <a:spLocks noChangeShapeType="1"/>
          </p:cNvSpPr>
          <p:nvPr/>
        </p:nvSpPr>
        <p:spPr bwMode="auto">
          <a:xfrm>
            <a:off x="1341438" y="2971800"/>
            <a:ext cx="228600" cy="4572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55" name="Text Box 42">
            <a:extLst>
              <a:ext uri="{FF2B5EF4-FFF2-40B4-BE49-F238E27FC236}">
                <a16:creationId xmlns:a16="http://schemas.microsoft.com/office/drawing/2014/main" id="{8A2E5000-23DF-9094-0047-E15E027B0F5E}"/>
              </a:ext>
            </a:extLst>
          </p:cNvPr>
          <p:cNvSpPr txBox="1">
            <a:spLocks noChangeArrowheads="1"/>
          </p:cNvSpPr>
          <p:nvPr/>
        </p:nvSpPr>
        <p:spPr bwMode="auto">
          <a:xfrm>
            <a:off x="1219200" y="2514600"/>
            <a:ext cx="2825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i</a:t>
            </a:r>
            <a:endParaRPr kumimoji="1" lang="en-US" altLang="zh-CN" sz="2400">
              <a:latin typeface="Times New Roman" panose="02020603050405020304" pitchFamily="18" charset="0"/>
              <a:ea typeface="宋体" panose="02010600030101010101" pitchFamily="2" charset="-122"/>
            </a:endParaRPr>
          </a:p>
        </p:txBody>
      </p:sp>
      <p:sp>
        <p:nvSpPr>
          <p:cNvPr id="141356" name="Text Box 44">
            <a:extLst>
              <a:ext uri="{FF2B5EF4-FFF2-40B4-BE49-F238E27FC236}">
                <a16:creationId xmlns:a16="http://schemas.microsoft.com/office/drawing/2014/main" id="{7F6E13BC-F581-DE1A-A016-B546794C20FC}"/>
              </a:ext>
            </a:extLst>
          </p:cNvPr>
          <p:cNvSpPr txBox="1">
            <a:spLocks noChangeArrowheads="1"/>
          </p:cNvSpPr>
          <p:nvPr/>
        </p:nvSpPr>
        <p:spPr bwMode="auto">
          <a:xfrm>
            <a:off x="6197600" y="16002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09</a:t>
            </a:r>
            <a:endParaRPr kumimoji="1" lang="en-US" altLang="zh-CN" sz="2400">
              <a:latin typeface="Times New Roman" panose="02020603050405020304" pitchFamily="18" charset="0"/>
              <a:ea typeface="宋体" panose="02010600030101010101" pitchFamily="2" charset="-122"/>
            </a:endParaRPr>
          </a:p>
        </p:txBody>
      </p:sp>
      <p:sp>
        <p:nvSpPr>
          <p:cNvPr id="141357" name="Text Box 45">
            <a:extLst>
              <a:ext uri="{FF2B5EF4-FFF2-40B4-BE49-F238E27FC236}">
                <a16:creationId xmlns:a16="http://schemas.microsoft.com/office/drawing/2014/main" id="{8ACB31DE-EB07-D0C7-B84C-2A90D9B100E1}"/>
              </a:ext>
            </a:extLst>
          </p:cNvPr>
          <p:cNvSpPr txBox="1">
            <a:spLocks noChangeArrowheads="1"/>
          </p:cNvSpPr>
          <p:nvPr/>
        </p:nvSpPr>
        <p:spPr bwMode="auto">
          <a:xfrm>
            <a:off x="5054600" y="3367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23</a:t>
            </a:r>
            <a:endParaRPr kumimoji="1" lang="en-US" altLang="zh-CN" sz="2400">
              <a:latin typeface="Times New Roman" panose="02020603050405020304" pitchFamily="18" charset="0"/>
              <a:ea typeface="宋体" panose="02010600030101010101" pitchFamily="2" charset="-122"/>
            </a:endParaRPr>
          </a:p>
        </p:txBody>
      </p:sp>
      <p:sp>
        <p:nvSpPr>
          <p:cNvPr id="141358" name="Text Box 46">
            <a:extLst>
              <a:ext uri="{FF2B5EF4-FFF2-40B4-BE49-F238E27FC236}">
                <a16:creationId xmlns:a16="http://schemas.microsoft.com/office/drawing/2014/main" id="{DFC35069-F5D5-19A7-B593-0BA4E77E37D1}"/>
              </a:ext>
            </a:extLst>
          </p:cNvPr>
          <p:cNvSpPr txBox="1">
            <a:spLocks noChangeArrowheads="1"/>
          </p:cNvSpPr>
          <p:nvPr/>
        </p:nvSpPr>
        <p:spPr bwMode="auto">
          <a:xfrm>
            <a:off x="5816600" y="3367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45</a:t>
            </a:r>
            <a:endParaRPr kumimoji="1" lang="en-US" altLang="zh-CN" sz="2400">
              <a:latin typeface="Times New Roman" panose="02020603050405020304" pitchFamily="18" charset="0"/>
              <a:ea typeface="宋体" panose="02010600030101010101" pitchFamily="2" charset="-122"/>
            </a:endParaRPr>
          </a:p>
        </p:txBody>
      </p:sp>
      <p:sp>
        <p:nvSpPr>
          <p:cNvPr id="141359" name="Text Box 47">
            <a:extLst>
              <a:ext uri="{FF2B5EF4-FFF2-40B4-BE49-F238E27FC236}">
                <a16:creationId xmlns:a16="http://schemas.microsoft.com/office/drawing/2014/main" id="{2B6A4C0B-5EC8-060A-FB48-C6D829F303CF}"/>
              </a:ext>
            </a:extLst>
          </p:cNvPr>
          <p:cNvSpPr txBox="1">
            <a:spLocks noChangeArrowheads="1"/>
          </p:cNvSpPr>
          <p:nvPr/>
        </p:nvSpPr>
        <p:spPr bwMode="auto">
          <a:xfrm>
            <a:off x="6807200" y="24384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65</a:t>
            </a:r>
            <a:endParaRPr kumimoji="1" lang="en-US" altLang="zh-CN" sz="2400">
              <a:latin typeface="Times New Roman" panose="02020603050405020304" pitchFamily="18" charset="0"/>
              <a:ea typeface="宋体" panose="02010600030101010101" pitchFamily="2" charset="-122"/>
            </a:endParaRPr>
          </a:p>
        </p:txBody>
      </p:sp>
      <p:sp>
        <p:nvSpPr>
          <p:cNvPr id="141360" name="Text Box 48">
            <a:extLst>
              <a:ext uri="{FF2B5EF4-FFF2-40B4-BE49-F238E27FC236}">
                <a16:creationId xmlns:a16="http://schemas.microsoft.com/office/drawing/2014/main" id="{53EC74F4-89B5-4048-8482-4156429A9602}"/>
              </a:ext>
            </a:extLst>
          </p:cNvPr>
          <p:cNvSpPr txBox="1">
            <a:spLocks noChangeArrowheads="1"/>
          </p:cNvSpPr>
          <p:nvPr/>
        </p:nvSpPr>
        <p:spPr bwMode="auto">
          <a:xfrm>
            <a:off x="7264400" y="33528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87</a:t>
            </a:r>
            <a:endParaRPr kumimoji="1" lang="en-US" altLang="zh-CN" sz="2400">
              <a:latin typeface="Times New Roman" panose="02020603050405020304" pitchFamily="18" charset="0"/>
              <a:ea typeface="宋体" panose="02010600030101010101" pitchFamily="2" charset="-122"/>
            </a:endParaRPr>
          </a:p>
        </p:txBody>
      </p:sp>
      <p:sp>
        <p:nvSpPr>
          <p:cNvPr id="141361" name="Text Box 50">
            <a:extLst>
              <a:ext uri="{FF2B5EF4-FFF2-40B4-BE49-F238E27FC236}">
                <a16:creationId xmlns:a16="http://schemas.microsoft.com/office/drawing/2014/main" id="{69B1B80C-F56E-F04C-5184-CC36F5F282EB}"/>
              </a:ext>
            </a:extLst>
          </p:cNvPr>
          <p:cNvSpPr txBox="1">
            <a:spLocks noChangeArrowheads="1"/>
          </p:cNvSpPr>
          <p:nvPr/>
        </p:nvSpPr>
        <p:spPr bwMode="auto">
          <a:xfrm>
            <a:off x="4724400" y="2528888"/>
            <a:ext cx="3032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j</a:t>
            </a:r>
            <a:endParaRPr kumimoji="1" lang="en-US" altLang="zh-CN" sz="2400">
              <a:latin typeface="Times New Roman" panose="02020603050405020304" pitchFamily="18" charset="0"/>
              <a:ea typeface="宋体" panose="02010600030101010101" pitchFamily="2" charset="-122"/>
            </a:endParaRPr>
          </a:p>
        </p:txBody>
      </p:sp>
      <p:sp>
        <p:nvSpPr>
          <p:cNvPr id="330805" name="Oval 53">
            <a:extLst>
              <a:ext uri="{FF2B5EF4-FFF2-40B4-BE49-F238E27FC236}">
                <a16:creationId xmlns:a16="http://schemas.microsoft.com/office/drawing/2014/main" id="{FC450C4E-4FCB-DCE0-41EE-2F98FDC4E428}"/>
              </a:ext>
            </a:extLst>
          </p:cNvPr>
          <p:cNvSpPr>
            <a:spLocks noChangeArrowheads="1"/>
          </p:cNvSpPr>
          <p:nvPr/>
        </p:nvSpPr>
        <p:spPr bwMode="auto">
          <a:xfrm>
            <a:off x="1676400" y="4267200"/>
            <a:ext cx="533400" cy="533400"/>
          </a:xfrm>
          <a:prstGeom prst="ellipse">
            <a:avLst/>
          </a:prstGeom>
          <a:gradFill rotWithShape="0">
            <a:gsLst>
              <a:gs pos="0">
                <a:schemeClr val="hlink">
                  <a:gamma/>
                  <a:shade val="46275"/>
                  <a:invGamma/>
                </a:schemeClr>
              </a:gs>
              <a:gs pos="100000">
                <a:schemeClr val="hlink"/>
              </a:gs>
            </a:gsLst>
            <a:path path="shape">
              <a:fillToRect l="50000" t="50000" r="50000" b="50000"/>
            </a:path>
          </a:gradFill>
          <a:ln w="38100">
            <a:noFill/>
            <a:round/>
            <a:headEnd/>
            <a:tailEnd/>
          </a:ln>
          <a:effectLst/>
        </p:spPr>
        <p:txBody>
          <a:bodyPr wrap="none" anchor="ctr"/>
          <a:lstStyle/>
          <a:p>
            <a:pPr eaLnBrk="1" fontAlgn="auto" hangingPunct="1">
              <a:spcBef>
                <a:spcPts val="0"/>
              </a:spcBef>
              <a:spcAft>
                <a:spcPts val="0"/>
              </a:spcAft>
              <a:defRPr/>
            </a:pPr>
            <a:endParaRPr lang="zh-CN" altLang="en-US">
              <a:latin typeface="Times New Roman" charset="0"/>
              <a:ea typeface="+mn-ea"/>
            </a:endParaRPr>
          </a:p>
        </p:txBody>
      </p:sp>
      <p:sp>
        <p:nvSpPr>
          <p:cNvPr id="141363" name="Text Box 55">
            <a:extLst>
              <a:ext uri="{FF2B5EF4-FFF2-40B4-BE49-F238E27FC236}">
                <a16:creationId xmlns:a16="http://schemas.microsoft.com/office/drawing/2014/main" id="{46E99C86-20A1-EBDC-D545-A57C3BD1A40D}"/>
              </a:ext>
            </a:extLst>
          </p:cNvPr>
          <p:cNvSpPr txBox="1">
            <a:spLocks noChangeArrowheads="1"/>
          </p:cNvSpPr>
          <p:nvPr/>
        </p:nvSpPr>
        <p:spPr bwMode="auto">
          <a:xfrm>
            <a:off x="1701800" y="42672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11</a:t>
            </a:r>
            <a:endParaRPr kumimoji="1" lang="en-US" altLang="zh-CN" sz="2400">
              <a:latin typeface="Times New Roman" panose="02020603050405020304" pitchFamily="18" charset="0"/>
              <a:ea typeface="宋体" panose="02010600030101010101" pitchFamily="2" charset="-122"/>
            </a:endParaRPr>
          </a:p>
        </p:txBody>
      </p:sp>
      <p:sp>
        <p:nvSpPr>
          <p:cNvPr id="141364" name="Text Box 56">
            <a:extLst>
              <a:ext uri="{FF2B5EF4-FFF2-40B4-BE49-F238E27FC236}">
                <a16:creationId xmlns:a16="http://schemas.microsoft.com/office/drawing/2014/main" id="{15F1721C-BF05-2295-FDA2-1D8C66EAD950}"/>
              </a:ext>
            </a:extLst>
          </p:cNvPr>
          <p:cNvSpPr txBox="1">
            <a:spLocks noChangeArrowheads="1"/>
          </p:cNvSpPr>
          <p:nvPr/>
        </p:nvSpPr>
        <p:spPr bwMode="auto">
          <a:xfrm>
            <a:off x="717550" y="4983163"/>
            <a:ext cx="38417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zh-CN" altLang="en-US" sz="3200">
                <a:solidFill>
                  <a:schemeClr val="accent2"/>
                </a:solidFill>
                <a:latin typeface="Times New Roman" panose="02020603050405020304" pitchFamily="18" charset="0"/>
                <a:ea typeface="隶书" panose="02010509060101010101" pitchFamily="49" charset="-122"/>
              </a:rPr>
              <a:t>在堆中插入新元素</a:t>
            </a:r>
            <a:r>
              <a:rPr kumimoji="1" lang="en-US" altLang="zh-CN" sz="3200" b="1">
                <a:solidFill>
                  <a:schemeClr val="accent2"/>
                </a:solidFill>
                <a:latin typeface="Times New Roman" panose="02020603050405020304" pitchFamily="18" charset="0"/>
                <a:ea typeface="仿宋_GB2312" pitchFamily="49" charset="-122"/>
              </a:rPr>
              <a:t>11</a:t>
            </a:r>
          </a:p>
        </p:txBody>
      </p:sp>
      <p:sp>
        <p:nvSpPr>
          <p:cNvPr id="141365" name="Line 57">
            <a:extLst>
              <a:ext uri="{FF2B5EF4-FFF2-40B4-BE49-F238E27FC236}">
                <a16:creationId xmlns:a16="http://schemas.microsoft.com/office/drawing/2014/main" id="{F1EC3821-2627-2962-6D5D-7DDD68FAF0AC}"/>
              </a:ext>
            </a:extLst>
          </p:cNvPr>
          <p:cNvSpPr>
            <a:spLocks noChangeShapeType="1"/>
          </p:cNvSpPr>
          <p:nvPr/>
        </p:nvSpPr>
        <p:spPr bwMode="auto">
          <a:xfrm>
            <a:off x="1905000" y="3810000"/>
            <a:ext cx="185738" cy="457200"/>
          </a:xfrm>
          <a:prstGeom prst="line">
            <a:avLst/>
          </a:prstGeom>
          <a:noFill/>
          <a:ln w="28575">
            <a:solidFill>
              <a:srgbClr val="0099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66" name="Text Box 58">
            <a:extLst>
              <a:ext uri="{FF2B5EF4-FFF2-40B4-BE49-F238E27FC236}">
                <a16:creationId xmlns:a16="http://schemas.microsoft.com/office/drawing/2014/main" id="{870F975C-DE2F-85E1-5152-5D467A59BE9A}"/>
              </a:ext>
            </a:extLst>
          </p:cNvPr>
          <p:cNvSpPr txBox="1">
            <a:spLocks noChangeArrowheads="1"/>
          </p:cNvSpPr>
          <p:nvPr/>
        </p:nvSpPr>
        <p:spPr bwMode="auto">
          <a:xfrm>
            <a:off x="838200" y="4267200"/>
            <a:ext cx="533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53</a:t>
            </a:r>
            <a:endParaRPr kumimoji="1" lang="en-US" altLang="zh-CN" sz="2400">
              <a:solidFill>
                <a:srgbClr val="FFFFCC"/>
              </a:solidFill>
              <a:latin typeface="Times New Roman" panose="02020603050405020304" pitchFamily="18" charset="0"/>
              <a:ea typeface="宋体" panose="02010600030101010101" pitchFamily="2" charset="-122"/>
            </a:endParaRPr>
          </a:p>
        </p:txBody>
      </p:sp>
      <p:sp>
        <p:nvSpPr>
          <p:cNvPr id="141367" name="Line 59">
            <a:extLst>
              <a:ext uri="{FF2B5EF4-FFF2-40B4-BE49-F238E27FC236}">
                <a16:creationId xmlns:a16="http://schemas.microsoft.com/office/drawing/2014/main" id="{3F80B525-4779-6EF4-5660-659317D2B37D}"/>
              </a:ext>
            </a:extLst>
          </p:cNvPr>
          <p:cNvSpPr>
            <a:spLocks noChangeShapeType="1"/>
          </p:cNvSpPr>
          <p:nvPr/>
        </p:nvSpPr>
        <p:spPr bwMode="auto">
          <a:xfrm flipH="1">
            <a:off x="2166938" y="4114800"/>
            <a:ext cx="347662" cy="3048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68" name="Text Box 60">
            <a:extLst>
              <a:ext uri="{FF2B5EF4-FFF2-40B4-BE49-F238E27FC236}">
                <a16:creationId xmlns:a16="http://schemas.microsoft.com/office/drawing/2014/main" id="{AE3A82E1-87E3-03E0-A8D6-27F554CF6BAF}"/>
              </a:ext>
            </a:extLst>
          </p:cNvPr>
          <p:cNvSpPr txBox="1">
            <a:spLocks noChangeArrowheads="1"/>
          </p:cNvSpPr>
          <p:nvPr/>
        </p:nvSpPr>
        <p:spPr bwMode="auto">
          <a:xfrm>
            <a:off x="2516188" y="3810000"/>
            <a:ext cx="3032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j</a:t>
            </a:r>
            <a:endParaRPr kumimoji="1" lang="en-US" altLang="zh-CN" sz="2400">
              <a:latin typeface="Times New Roman" panose="02020603050405020304" pitchFamily="18" charset="0"/>
              <a:ea typeface="宋体" panose="02010600030101010101" pitchFamily="2" charset="-122"/>
            </a:endParaRPr>
          </a:p>
        </p:txBody>
      </p:sp>
      <p:sp>
        <p:nvSpPr>
          <p:cNvPr id="141369" name="Oval 62">
            <a:extLst>
              <a:ext uri="{FF2B5EF4-FFF2-40B4-BE49-F238E27FC236}">
                <a16:creationId xmlns:a16="http://schemas.microsoft.com/office/drawing/2014/main" id="{7CD490A4-0E7B-CF89-B60B-5786620048B3}"/>
              </a:ext>
            </a:extLst>
          </p:cNvPr>
          <p:cNvSpPr>
            <a:spLocks noChangeArrowheads="1"/>
          </p:cNvSpPr>
          <p:nvPr/>
        </p:nvSpPr>
        <p:spPr bwMode="auto">
          <a:xfrm>
            <a:off x="5257800" y="42672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1370" name="Text Box 63">
            <a:extLst>
              <a:ext uri="{FF2B5EF4-FFF2-40B4-BE49-F238E27FC236}">
                <a16:creationId xmlns:a16="http://schemas.microsoft.com/office/drawing/2014/main" id="{CE12F523-2B5C-40C0-8396-C48DBF691F7A}"/>
              </a:ext>
            </a:extLst>
          </p:cNvPr>
          <p:cNvSpPr txBox="1">
            <a:spLocks noChangeArrowheads="1"/>
          </p:cNvSpPr>
          <p:nvPr/>
        </p:nvSpPr>
        <p:spPr bwMode="auto">
          <a:xfrm>
            <a:off x="4673600" y="3200400"/>
            <a:ext cx="508000" cy="519113"/>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Arial Narrow" panose="020B0606020202030204" pitchFamily="34" charset="0"/>
                <a:ea typeface="宋体" panose="02010600030101010101" pitchFamily="2" charset="-122"/>
              </a:rPr>
              <a:t>11</a:t>
            </a:r>
            <a:endParaRPr kumimoji="1" lang="en-US" altLang="zh-CN" sz="2400">
              <a:solidFill>
                <a:schemeClr val="accent2"/>
              </a:solidFill>
              <a:latin typeface="Times New Roman" panose="02020603050405020304" pitchFamily="18" charset="0"/>
              <a:ea typeface="宋体" panose="02010600030101010101" pitchFamily="2" charset="-122"/>
            </a:endParaRPr>
          </a:p>
        </p:txBody>
      </p:sp>
      <p:sp>
        <p:nvSpPr>
          <p:cNvPr id="141371" name="Text Box 64">
            <a:extLst>
              <a:ext uri="{FF2B5EF4-FFF2-40B4-BE49-F238E27FC236}">
                <a16:creationId xmlns:a16="http://schemas.microsoft.com/office/drawing/2014/main" id="{19FFF8C2-8FE9-0EAD-31CA-89BF6FEEC02D}"/>
              </a:ext>
            </a:extLst>
          </p:cNvPr>
          <p:cNvSpPr txBox="1">
            <a:spLocks noChangeArrowheads="1"/>
          </p:cNvSpPr>
          <p:nvPr/>
        </p:nvSpPr>
        <p:spPr bwMode="auto">
          <a:xfrm>
            <a:off x="5283200" y="42672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23</a:t>
            </a:r>
            <a:endParaRPr kumimoji="1" lang="en-US" altLang="zh-CN" sz="2400">
              <a:latin typeface="Times New Roman" panose="02020603050405020304" pitchFamily="18" charset="0"/>
              <a:ea typeface="宋体" panose="02010600030101010101" pitchFamily="2" charset="-122"/>
            </a:endParaRPr>
          </a:p>
        </p:txBody>
      </p:sp>
      <p:sp>
        <p:nvSpPr>
          <p:cNvPr id="141372" name="Line 65">
            <a:extLst>
              <a:ext uri="{FF2B5EF4-FFF2-40B4-BE49-F238E27FC236}">
                <a16:creationId xmlns:a16="http://schemas.microsoft.com/office/drawing/2014/main" id="{24FBE05A-F57C-02EF-6C2B-85D80A3DDF82}"/>
              </a:ext>
            </a:extLst>
          </p:cNvPr>
          <p:cNvSpPr>
            <a:spLocks noChangeShapeType="1"/>
          </p:cNvSpPr>
          <p:nvPr/>
        </p:nvSpPr>
        <p:spPr bwMode="auto">
          <a:xfrm>
            <a:off x="5529263" y="2043113"/>
            <a:ext cx="185737" cy="4572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73" name="Text Box 66">
            <a:extLst>
              <a:ext uri="{FF2B5EF4-FFF2-40B4-BE49-F238E27FC236}">
                <a16:creationId xmlns:a16="http://schemas.microsoft.com/office/drawing/2014/main" id="{172D2F65-365D-DD00-386F-AA6D2C10EBCB}"/>
              </a:ext>
            </a:extLst>
          </p:cNvPr>
          <p:cNvSpPr txBox="1">
            <a:spLocks noChangeArrowheads="1"/>
          </p:cNvSpPr>
          <p:nvPr/>
        </p:nvSpPr>
        <p:spPr bwMode="auto">
          <a:xfrm>
            <a:off x="5322888" y="1600200"/>
            <a:ext cx="2825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i</a:t>
            </a:r>
            <a:endParaRPr kumimoji="1" lang="en-US" altLang="zh-CN" sz="2400">
              <a:latin typeface="Times New Roman" panose="02020603050405020304" pitchFamily="18" charset="0"/>
              <a:ea typeface="宋体" panose="02010600030101010101" pitchFamily="2" charset="-122"/>
            </a:endParaRPr>
          </a:p>
        </p:txBody>
      </p:sp>
      <p:sp>
        <p:nvSpPr>
          <p:cNvPr id="141374" name="Line 49">
            <a:extLst>
              <a:ext uri="{FF2B5EF4-FFF2-40B4-BE49-F238E27FC236}">
                <a16:creationId xmlns:a16="http://schemas.microsoft.com/office/drawing/2014/main" id="{D85EECA2-2CFB-4363-02ED-D8FC412DE238}"/>
              </a:ext>
            </a:extLst>
          </p:cNvPr>
          <p:cNvSpPr>
            <a:spLocks noChangeShapeType="1"/>
          </p:cNvSpPr>
          <p:nvPr/>
        </p:nvSpPr>
        <p:spPr bwMode="auto">
          <a:xfrm>
            <a:off x="4995863" y="2971800"/>
            <a:ext cx="185737" cy="4572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75" name="Line 67">
            <a:extLst>
              <a:ext uri="{FF2B5EF4-FFF2-40B4-BE49-F238E27FC236}">
                <a16:creationId xmlns:a16="http://schemas.microsoft.com/office/drawing/2014/main" id="{D5DE1144-47EB-D655-C102-4B4261BED713}"/>
              </a:ext>
            </a:extLst>
          </p:cNvPr>
          <p:cNvSpPr>
            <a:spLocks noChangeShapeType="1"/>
          </p:cNvSpPr>
          <p:nvPr/>
        </p:nvSpPr>
        <p:spPr bwMode="auto">
          <a:xfrm flipH="1">
            <a:off x="5257800" y="2895600"/>
            <a:ext cx="228600" cy="381000"/>
          </a:xfrm>
          <a:prstGeom prst="line">
            <a:avLst/>
          </a:prstGeom>
          <a:noFill/>
          <a:ln w="31750">
            <a:solidFill>
              <a:srgbClr val="0099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 name="标题 1">
            <a:extLst>
              <a:ext uri="{FF2B5EF4-FFF2-40B4-BE49-F238E27FC236}">
                <a16:creationId xmlns:a16="http://schemas.microsoft.com/office/drawing/2014/main" id="{4A274558-15C5-4849-815A-D165BB9A0854}"/>
              </a:ext>
            </a:extLst>
          </p:cNvPr>
          <p:cNvSpPr>
            <a:spLocks noGrp="1"/>
          </p:cNvSpPr>
          <p:nvPr>
            <p:ph type="title"/>
          </p:nvPr>
        </p:nvSpPr>
        <p:spPr/>
        <p:txBody>
          <a:bodyPr/>
          <a:lstStyle/>
          <a:p>
            <a:r>
              <a:rPr lang="zh-CN" altLang="en-US" dirty="0"/>
              <a:t>最小堆的向上调整</a:t>
            </a:r>
          </a:p>
        </p:txBody>
      </p:sp>
      <p:sp>
        <p:nvSpPr>
          <p:cNvPr id="3" name="灯片编号占位符 2">
            <a:extLst>
              <a:ext uri="{FF2B5EF4-FFF2-40B4-BE49-F238E27FC236}">
                <a16:creationId xmlns:a16="http://schemas.microsoft.com/office/drawing/2014/main" id="{0F28AE01-F4DB-487B-0165-7677B20FF6E3}"/>
              </a:ext>
            </a:extLst>
          </p:cNvPr>
          <p:cNvSpPr>
            <a:spLocks noGrp="1"/>
          </p:cNvSpPr>
          <p:nvPr>
            <p:ph type="sldNum" sz="quarter" idx="12"/>
          </p:nvPr>
        </p:nvSpPr>
        <p:spPr/>
        <p:txBody>
          <a:bodyPr/>
          <a:lstStyle/>
          <a:p>
            <a:pPr>
              <a:defRPr/>
            </a:pPr>
            <a:fld id="{6DFA40DF-1FC0-4A1B-B86F-E962D94EFA14}" type="slidenum">
              <a:rPr lang="en-US" altLang="zh-CN" smtClean="0"/>
              <a:pPr>
                <a:defRPr/>
              </a:pPr>
              <a:t>128</a:t>
            </a:fld>
            <a:endParaRPr lang="en-US" altLang="zh-CN"/>
          </a:p>
        </p:txBody>
      </p:sp>
    </p:spTree>
  </p:cSld>
  <p:clrMapOvr>
    <a:masterClrMapping/>
  </p:clrMapOvr>
  <p:transition>
    <p:split/>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Line 1026">
            <a:extLst>
              <a:ext uri="{FF2B5EF4-FFF2-40B4-BE49-F238E27FC236}">
                <a16:creationId xmlns:a16="http://schemas.microsoft.com/office/drawing/2014/main" id="{A18CC86F-A9D9-DEA8-D95C-0FCC3715F67E}"/>
              </a:ext>
            </a:extLst>
          </p:cNvPr>
          <p:cNvSpPr>
            <a:spLocks noChangeShapeType="1"/>
          </p:cNvSpPr>
          <p:nvPr/>
        </p:nvSpPr>
        <p:spPr bwMode="auto">
          <a:xfrm>
            <a:off x="5334000" y="3810000"/>
            <a:ext cx="152400" cy="533400"/>
          </a:xfrm>
          <a:prstGeom prst="line">
            <a:avLst/>
          </a:prstGeom>
          <a:noFill/>
          <a:ln w="28575">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2339" name="Line 1027">
            <a:extLst>
              <a:ext uri="{FF2B5EF4-FFF2-40B4-BE49-F238E27FC236}">
                <a16:creationId xmlns:a16="http://schemas.microsoft.com/office/drawing/2014/main" id="{D373D55C-CF16-8AC5-1D11-456C54B3ABF9}"/>
              </a:ext>
            </a:extLst>
          </p:cNvPr>
          <p:cNvSpPr>
            <a:spLocks noChangeShapeType="1"/>
          </p:cNvSpPr>
          <p:nvPr/>
        </p:nvSpPr>
        <p:spPr bwMode="auto">
          <a:xfrm>
            <a:off x="1752600" y="3810000"/>
            <a:ext cx="152400" cy="533400"/>
          </a:xfrm>
          <a:prstGeom prst="line">
            <a:avLst/>
          </a:prstGeom>
          <a:noFill/>
          <a:ln w="28575">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2340" name="Line 1028">
            <a:extLst>
              <a:ext uri="{FF2B5EF4-FFF2-40B4-BE49-F238E27FC236}">
                <a16:creationId xmlns:a16="http://schemas.microsoft.com/office/drawing/2014/main" id="{7836C99B-14C8-FA5E-E8B3-32E856C93CBC}"/>
              </a:ext>
            </a:extLst>
          </p:cNvPr>
          <p:cNvSpPr>
            <a:spLocks noChangeShapeType="1"/>
          </p:cNvSpPr>
          <p:nvPr/>
        </p:nvSpPr>
        <p:spPr bwMode="auto">
          <a:xfrm>
            <a:off x="3429000" y="2819400"/>
            <a:ext cx="381000" cy="6858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2341" name="Line 1029">
            <a:extLst>
              <a:ext uri="{FF2B5EF4-FFF2-40B4-BE49-F238E27FC236}">
                <a16:creationId xmlns:a16="http://schemas.microsoft.com/office/drawing/2014/main" id="{5D158D6E-12AC-0C12-7AC3-625AC443E496}"/>
              </a:ext>
            </a:extLst>
          </p:cNvPr>
          <p:cNvSpPr>
            <a:spLocks noChangeShapeType="1"/>
          </p:cNvSpPr>
          <p:nvPr/>
        </p:nvSpPr>
        <p:spPr bwMode="auto">
          <a:xfrm flipH="1">
            <a:off x="3124200" y="2895600"/>
            <a:ext cx="228600" cy="5334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2342" name="Line 1030">
            <a:extLst>
              <a:ext uri="{FF2B5EF4-FFF2-40B4-BE49-F238E27FC236}">
                <a16:creationId xmlns:a16="http://schemas.microsoft.com/office/drawing/2014/main" id="{B27407A8-6271-217B-D871-F6156D511211}"/>
              </a:ext>
            </a:extLst>
          </p:cNvPr>
          <p:cNvSpPr>
            <a:spLocks noChangeShapeType="1"/>
          </p:cNvSpPr>
          <p:nvPr/>
        </p:nvSpPr>
        <p:spPr bwMode="auto">
          <a:xfrm>
            <a:off x="2895600" y="1981200"/>
            <a:ext cx="381000" cy="5334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2343" name="Line 1031">
            <a:extLst>
              <a:ext uri="{FF2B5EF4-FFF2-40B4-BE49-F238E27FC236}">
                <a16:creationId xmlns:a16="http://schemas.microsoft.com/office/drawing/2014/main" id="{2D4D3EA7-8A02-EEE1-6782-72C4B20E892E}"/>
              </a:ext>
            </a:extLst>
          </p:cNvPr>
          <p:cNvSpPr>
            <a:spLocks noChangeShapeType="1"/>
          </p:cNvSpPr>
          <p:nvPr/>
        </p:nvSpPr>
        <p:spPr bwMode="auto">
          <a:xfrm>
            <a:off x="2209800" y="2895600"/>
            <a:ext cx="152400" cy="5334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2344" name="Line 1032">
            <a:extLst>
              <a:ext uri="{FF2B5EF4-FFF2-40B4-BE49-F238E27FC236}">
                <a16:creationId xmlns:a16="http://schemas.microsoft.com/office/drawing/2014/main" id="{8EFF3E3D-54EA-E93E-D2B6-EFD5D8C8A4AB}"/>
              </a:ext>
            </a:extLst>
          </p:cNvPr>
          <p:cNvSpPr>
            <a:spLocks noChangeShapeType="1"/>
          </p:cNvSpPr>
          <p:nvPr/>
        </p:nvSpPr>
        <p:spPr bwMode="auto">
          <a:xfrm flipH="1">
            <a:off x="2286000" y="1981200"/>
            <a:ext cx="381000" cy="5334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2345" name="Line 1033">
            <a:extLst>
              <a:ext uri="{FF2B5EF4-FFF2-40B4-BE49-F238E27FC236}">
                <a16:creationId xmlns:a16="http://schemas.microsoft.com/office/drawing/2014/main" id="{4D189E84-627E-A21C-CE1A-2DBC2011E68C}"/>
              </a:ext>
            </a:extLst>
          </p:cNvPr>
          <p:cNvSpPr>
            <a:spLocks noChangeShapeType="1"/>
          </p:cNvSpPr>
          <p:nvPr/>
        </p:nvSpPr>
        <p:spPr bwMode="auto">
          <a:xfrm flipH="1">
            <a:off x="1143000" y="2895600"/>
            <a:ext cx="914400" cy="15240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2346" name="Oval 1034">
            <a:extLst>
              <a:ext uri="{FF2B5EF4-FFF2-40B4-BE49-F238E27FC236}">
                <a16:creationId xmlns:a16="http://schemas.microsoft.com/office/drawing/2014/main" id="{4ABCF59F-D128-ACEC-ABF8-5A404FA1194E}"/>
              </a:ext>
            </a:extLst>
          </p:cNvPr>
          <p:cNvSpPr>
            <a:spLocks noChangeArrowheads="1"/>
          </p:cNvSpPr>
          <p:nvPr/>
        </p:nvSpPr>
        <p:spPr bwMode="auto">
          <a:xfrm>
            <a:off x="2514600" y="16002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2347" name="Oval 1035">
            <a:extLst>
              <a:ext uri="{FF2B5EF4-FFF2-40B4-BE49-F238E27FC236}">
                <a16:creationId xmlns:a16="http://schemas.microsoft.com/office/drawing/2014/main" id="{35E8351F-B2BB-1D6E-E8C6-21BA6B2E844E}"/>
              </a:ext>
            </a:extLst>
          </p:cNvPr>
          <p:cNvSpPr>
            <a:spLocks noChangeArrowheads="1"/>
          </p:cNvSpPr>
          <p:nvPr/>
        </p:nvSpPr>
        <p:spPr bwMode="auto">
          <a:xfrm>
            <a:off x="13716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2348" name="Oval 1036">
            <a:extLst>
              <a:ext uri="{FF2B5EF4-FFF2-40B4-BE49-F238E27FC236}">
                <a16:creationId xmlns:a16="http://schemas.microsoft.com/office/drawing/2014/main" id="{1C75F385-363A-B54C-F195-926EF76B76B5}"/>
              </a:ext>
            </a:extLst>
          </p:cNvPr>
          <p:cNvSpPr>
            <a:spLocks noChangeArrowheads="1"/>
          </p:cNvSpPr>
          <p:nvPr/>
        </p:nvSpPr>
        <p:spPr bwMode="auto">
          <a:xfrm>
            <a:off x="21336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2349" name="Oval 1037">
            <a:extLst>
              <a:ext uri="{FF2B5EF4-FFF2-40B4-BE49-F238E27FC236}">
                <a16:creationId xmlns:a16="http://schemas.microsoft.com/office/drawing/2014/main" id="{98FA4A34-9A50-F4A6-6899-3C8541450919}"/>
              </a:ext>
            </a:extLst>
          </p:cNvPr>
          <p:cNvSpPr>
            <a:spLocks noChangeArrowheads="1"/>
          </p:cNvSpPr>
          <p:nvPr/>
        </p:nvSpPr>
        <p:spPr bwMode="auto">
          <a:xfrm>
            <a:off x="28194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2350" name="Oval 1038">
            <a:extLst>
              <a:ext uri="{FF2B5EF4-FFF2-40B4-BE49-F238E27FC236}">
                <a16:creationId xmlns:a16="http://schemas.microsoft.com/office/drawing/2014/main" id="{5FE5DC21-170E-EF24-ECAA-68EFE398F9F4}"/>
              </a:ext>
            </a:extLst>
          </p:cNvPr>
          <p:cNvSpPr>
            <a:spLocks noChangeArrowheads="1"/>
          </p:cNvSpPr>
          <p:nvPr/>
        </p:nvSpPr>
        <p:spPr bwMode="auto">
          <a:xfrm>
            <a:off x="35814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2351" name="Oval 1039">
            <a:extLst>
              <a:ext uri="{FF2B5EF4-FFF2-40B4-BE49-F238E27FC236}">
                <a16:creationId xmlns:a16="http://schemas.microsoft.com/office/drawing/2014/main" id="{8B5A6B52-31C6-1E1D-471D-46ADCAC2EE90}"/>
              </a:ext>
            </a:extLst>
          </p:cNvPr>
          <p:cNvSpPr>
            <a:spLocks noChangeArrowheads="1"/>
          </p:cNvSpPr>
          <p:nvPr/>
        </p:nvSpPr>
        <p:spPr bwMode="auto">
          <a:xfrm>
            <a:off x="838200" y="42672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2352" name="Oval 1040">
            <a:extLst>
              <a:ext uri="{FF2B5EF4-FFF2-40B4-BE49-F238E27FC236}">
                <a16:creationId xmlns:a16="http://schemas.microsoft.com/office/drawing/2014/main" id="{D9F5FD15-D8B5-3EE3-84B4-F9D34112F0B7}"/>
              </a:ext>
            </a:extLst>
          </p:cNvPr>
          <p:cNvSpPr>
            <a:spLocks noChangeArrowheads="1"/>
          </p:cNvSpPr>
          <p:nvPr/>
        </p:nvSpPr>
        <p:spPr bwMode="auto">
          <a:xfrm>
            <a:off x="1905000" y="24384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2353" name="Oval 1041">
            <a:extLst>
              <a:ext uri="{FF2B5EF4-FFF2-40B4-BE49-F238E27FC236}">
                <a16:creationId xmlns:a16="http://schemas.microsoft.com/office/drawing/2014/main" id="{20BED018-6970-FE44-7F07-91DF2C6A3A9C}"/>
              </a:ext>
            </a:extLst>
          </p:cNvPr>
          <p:cNvSpPr>
            <a:spLocks noChangeArrowheads="1"/>
          </p:cNvSpPr>
          <p:nvPr/>
        </p:nvSpPr>
        <p:spPr bwMode="auto">
          <a:xfrm>
            <a:off x="3124200" y="24384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2354" name="Line 1042">
            <a:extLst>
              <a:ext uri="{FF2B5EF4-FFF2-40B4-BE49-F238E27FC236}">
                <a16:creationId xmlns:a16="http://schemas.microsoft.com/office/drawing/2014/main" id="{95788B43-463A-9471-D0E7-6B6C82518319}"/>
              </a:ext>
            </a:extLst>
          </p:cNvPr>
          <p:cNvSpPr>
            <a:spLocks noChangeShapeType="1"/>
          </p:cNvSpPr>
          <p:nvPr/>
        </p:nvSpPr>
        <p:spPr bwMode="auto">
          <a:xfrm>
            <a:off x="7086600" y="2819400"/>
            <a:ext cx="381000" cy="6858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2355" name="Line 1043">
            <a:extLst>
              <a:ext uri="{FF2B5EF4-FFF2-40B4-BE49-F238E27FC236}">
                <a16:creationId xmlns:a16="http://schemas.microsoft.com/office/drawing/2014/main" id="{A33DCB5D-E667-40AF-AAF6-10DF5AF977A6}"/>
              </a:ext>
            </a:extLst>
          </p:cNvPr>
          <p:cNvSpPr>
            <a:spLocks noChangeShapeType="1"/>
          </p:cNvSpPr>
          <p:nvPr/>
        </p:nvSpPr>
        <p:spPr bwMode="auto">
          <a:xfrm flipH="1">
            <a:off x="6781800" y="2895600"/>
            <a:ext cx="228600" cy="5334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2356" name="Line 1044">
            <a:extLst>
              <a:ext uri="{FF2B5EF4-FFF2-40B4-BE49-F238E27FC236}">
                <a16:creationId xmlns:a16="http://schemas.microsoft.com/office/drawing/2014/main" id="{07E6E57E-C0FB-5592-3301-069FFA9AF0EA}"/>
              </a:ext>
            </a:extLst>
          </p:cNvPr>
          <p:cNvSpPr>
            <a:spLocks noChangeShapeType="1"/>
          </p:cNvSpPr>
          <p:nvPr/>
        </p:nvSpPr>
        <p:spPr bwMode="auto">
          <a:xfrm>
            <a:off x="6553200" y="1981200"/>
            <a:ext cx="381000" cy="5334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2357" name="Line 1045">
            <a:extLst>
              <a:ext uri="{FF2B5EF4-FFF2-40B4-BE49-F238E27FC236}">
                <a16:creationId xmlns:a16="http://schemas.microsoft.com/office/drawing/2014/main" id="{962B98A7-4D8A-CD19-F9A3-89FBEDF87568}"/>
              </a:ext>
            </a:extLst>
          </p:cNvPr>
          <p:cNvSpPr>
            <a:spLocks noChangeShapeType="1"/>
          </p:cNvSpPr>
          <p:nvPr/>
        </p:nvSpPr>
        <p:spPr bwMode="auto">
          <a:xfrm>
            <a:off x="5867400" y="2895600"/>
            <a:ext cx="152400" cy="5334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2358" name="Line 1046">
            <a:extLst>
              <a:ext uri="{FF2B5EF4-FFF2-40B4-BE49-F238E27FC236}">
                <a16:creationId xmlns:a16="http://schemas.microsoft.com/office/drawing/2014/main" id="{0183E7FA-98F7-7EEB-BD37-955A364E40C0}"/>
              </a:ext>
            </a:extLst>
          </p:cNvPr>
          <p:cNvSpPr>
            <a:spLocks noChangeShapeType="1"/>
          </p:cNvSpPr>
          <p:nvPr/>
        </p:nvSpPr>
        <p:spPr bwMode="auto">
          <a:xfrm flipH="1">
            <a:off x="5943600" y="1981200"/>
            <a:ext cx="381000" cy="5334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2359" name="Line 1047">
            <a:extLst>
              <a:ext uri="{FF2B5EF4-FFF2-40B4-BE49-F238E27FC236}">
                <a16:creationId xmlns:a16="http://schemas.microsoft.com/office/drawing/2014/main" id="{CAEBEA89-34C6-CCB1-768E-FC9BE553C52E}"/>
              </a:ext>
            </a:extLst>
          </p:cNvPr>
          <p:cNvSpPr>
            <a:spLocks noChangeShapeType="1"/>
          </p:cNvSpPr>
          <p:nvPr/>
        </p:nvSpPr>
        <p:spPr bwMode="auto">
          <a:xfrm flipH="1">
            <a:off x="4800600" y="2895600"/>
            <a:ext cx="914400" cy="1524000"/>
          </a:xfrm>
          <a:prstGeom prst="line">
            <a:avLst/>
          </a:prstGeom>
          <a:noFill/>
          <a:ln w="38100">
            <a:solidFill>
              <a:srgbClr val="9966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2360" name="Oval 1048">
            <a:extLst>
              <a:ext uri="{FF2B5EF4-FFF2-40B4-BE49-F238E27FC236}">
                <a16:creationId xmlns:a16="http://schemas.microsoft.com/office/drawing/2014/main" id="{C68D41AD-CF81-6D26-BEA4-9D858232658B}"/>
              </a:ext>
            </a:extLst>
          </p:cNvPr>
          <p:cNvSpPr>
            <a:spLocks noChangeArrowheads="1"/>
          </p:cNvSpPr>
          <p:nvPr/>
        </p:nvSpPr>
        <p:spPr bwMode="auto">
          <a:xfrm>
            <a:off x="6172200" y="16002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2361" name="Oval 1049">
            <a:extLst>
              <a:ext uri="{FF2B5EF4-FFF2-40B4-BE49-F238E27FC236}">
                <a16:creationId xmlns:a16="http://schemas.microsoft.com/office/drawing/2014/main" id="{1CC5A9C6-705E-53A4-2DB4-FD592B344651}"/>
              </a:ext>
            </a:extLst>
          </p:cNvPr>
          <p:cNvSpPr>
            <a:spLocks noChangeArrowheads="1"/>
          </p:cNvSpPr>
          <p:nvPr/>
        </p:nvSpPr>
        <p:spPr bwMode="auto">
          <a:xfrm>
            <a:off x="50292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2362" name="Oval 1050">
            <a:extLst>
              <a:ext uri="{FF2B5EF4-FFF2-40B4-BE49-F238E27FC236}">
                <a16:creationId xmlns:a16="http://schemas.microsoft.com/office/drawing/2014/main" id="{6C66B4A4-8B4B-A7AB-45A0-EE05967AE54C}"/>
              </a:ext>
            </a:extLst>
          </p:cNvPr>
          <p:cNvSpPr>
            <a:spLocks noChangeArrowheads="1"/>
          </p:cNvSpPr>
          <p:nvPr/>
        </p:nvSpPr>
        <p:spPr bwMode="auto">
          <a:xfrm>
            <a:off x="57912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2363" name="Oval 1051">
            <a:extLst>
              <a:ext uri="{FF2B5EF4-FFF2-40B4-BE49-F238E27FC236}">
                <a16:creationId xmlns:a16="http://schemas.microsoft.com/office/drawing/2014/main" id="{70F587C4-C73C-6085-876E-7C69BA8A47D3}"/>
              </a:ext>
            </a:extLst>
          </p:cNvPr>
          <p:cNvSpPr>
            <a:spLocks noChangeArrowheads="1"/>
          </p:cNvSpPr>
          <p:nvPr/>
        </p:nvSpPr>
        <p:spPr bwMode="auto">
          <a:xfrm>
            <a:off x="64770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2364" name="Oval 1052">
            <a:extLst>
              <a:ext uri="{FF2B5EF4-FFF2-40B4-BE49-F238E27FC236}">
                <a16:creationId xmlns:a16="http://schemas.microsoft.com/office/drawing/2014/main" id="{754CECBE-1E13-C83A-187A-74EDA1DA2FDB}"/>
              </a:ext>
            </a:extLst>
          </p:cNvPr>
          <p:cNvSpPr>
            <a:spLocks noChangeArrowheads="1"/>
          </p:cNvSpPr>
          <p:nvPr/>
        </p:nvSpPr>
        <p:spPr bwMode="auto">
          <a:xfrm>
            <a:off x="7239000" y="33528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2365" name="Oval 1053">
            <a:extLst>
              <a:ext uri="{FF2B5EF4-FFF2-40B4-BE49-F238E27FC236}">
                <a16:creationId xmlns:a16="http://schemas.microsoft.com/office/drawing/2014/main" id="{AFFA8B9E-7ED4-5118-0C94-E0C88043C5DD}"/>
              </a:ext>
            </a:extLst>
          </p:cNvPr>
          <p:cNvSpPr>
            <a:spLocks noChangeArrowheads="1"/>
          </p:cNvSpPr>
          <p:nvPr/>
        </p:nvSpPr>
        <p:spPr bwMode="auto">
          <a:xfrm>
            <a:off x="4495800" y="42672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2366" name="Oval 1054">
            <a:extLst>
              <a:ext uri="{FF2B5EF4-FFF2-40B4-BE49-F238E27FC236}">
                <a16:creationId xmlns:a16="http://schemas.microsoft.com/office/drawing/2014/main" id="{AA4A1C31-3573-209E-C37E-1438DD3F0C5F}"/>
              </a:ext>
            </a:extLst>
          </p:cNvPr>
          <p:cNvSpPr>
            <a:spLocks noChangeArrowheads="1"/>
          </p:cNvSpPr>
          <p:nvPr/>
        </p:nvSpPr>
        <p:spPr bwMode="auto">
          <a:xfrm>
            <a:off x="5562600" y="24384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2367" name="Oval 1055">
            <a:extLst>
              <a:ext uri="{FF2B5EF4-FFF2-40B4-BE49-F238E27FC236}">
                <a16:creationId xmlns:a16="http://schemas.microsoft.com/office/drawing/2014/main" id="{C2B5EBAB-69FE-AA18-F8DB-C1E791FA4C52}"/>
              </a:ext>
            </a:extLst>
          </p:cNvPr>
          <p:cNvSpPr>
            <a:spLocks noChangeArrowheads="1"/>
          </p:cNvSpPr>
          <p:nvPr/>
        </p:nvSpPr>
        <p:spPr bwMode="auto">
          <a:xfrm>
            <a:off x="6781800" y="24384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2368" name="Text Box 1056">
            <a:extLst>
              <a:ext uri="{FF2B5EF4-FFF2-40B4-BE49-F238E27FC236}">
                <a16:creationId xmlns:a16="http://schemas.microsoft.com/office/drawing/2014/main" id="{7454DF2B-C39C-B588-C6BB-0619B0E2323C}"/>
              </a:ext>
            </a:extLst>
          </p:cNvPr>
          <p:cNvSpPr txBox="1">
            <a:spLocks noChangeArrowheads="1"/>
          </p:cNvSpPr>
          <p:nvPr/>
        </p:nvSpPr>
        <p:spPr bwMode="auto">
          <a:xfrm>
            <a:off x="4495800" y="4267200"/>
            <a:ext cx="533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53</a:t>
            </a:r>
            <a:endParaRPr kumimoji="1" lang="en-US" altLang="zh-CN" sz="2400">
              <a:solidFill>
                <a:srgbClr val="FFFFCC"/>
              </a:solidFill>
              <a:latin typeface="Times New Roman" panose="02020603050405020304" pitchFamily="18" charset="0"/>
              <a:ea typeface="宋体" panose="02010600030101010101" pitchFamily="2" charset="-122"/>
            </a:endParaRPr>
          </a:p>
        </p:txBody>
      </p:sp>
      <p:sp>
        <p:nvSpPr>
          <p:cNvPr id="142369" name="Text Box 1057">
            <a:extLst>
              <a:ext uri="{FF2B5EF4-FFF2-40B4-BE49-F238E27FC236}">
                <a16:creationId xmlns:a16="http://schemas.microsoft.com/office/drawing/2014/main" id="{B627FE86-21BB-471F-BDC8-87F74907E726}"/>
              </a:ext>
            </a:extLst>
          </p:cNvPr>
          <p:cNvSpPr txBox="1">
            <a:spLocks noChangeArrowheads="1"/>
          </p:cNvSpPr>
          <p:nvPr/>
        </p:nvSpPr>
        <p:spPr bwMode="auto">
          <a:xfrm>
            <a:off x="1930400" y="24384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17</a:t>
            </a:r>
            <a:endParaRPr kumimoji="1" lang="en-US" altLang="zh-CN" sz="2400">
              <a:latin typeface="Times New Roman" panose="02020603050405020304" pitchFamily="18" charset="0"/>
              <a:ea typeface="宋体" panose="02010600030101010101" pitchFamily="2" charset="-122"/>
            </a:endParaRPr>
          </a:p>
        </p:txBody>
      </p:sp>
      <p:sp>
        <p:nvSpPr>
          <p:cNvPr id="142370" name="Text Box 1058">
            <a:extLst>
              <a:ext uri="{FF2B5EF4-FFF2-40B4-BE49-F238E27FC236}">
                <a16:creationId xmlns:a16="http://schemas.microsoft.com/office/drawing/2014/main" id="{A21C0F56-49BB-CE9A-AB7E-D0FF66155CC6}"/>
              </a:ext>
            </a:extLst>
          </p:cNvPr>
          <p:cNvSpPr txBox="1">
            <a:spLocks noChangeArrowheads="1"/>
          </p:cNvSpPr>
          <p:nvPr/>
        </p:nvSpPr>
        <p:spPr bwMode="auto">
          <a:xfrm>
            <a:off x="5588000" y="24384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11</a:t>
            </a:r>
            <a:endParaRPr kumimoji="1" lang="en-US" altLang="zh-CN" sz="2400">
              <a:latin typeface="Times New Roman" panose="02020603050405020304" pitchFamily="18" charset="0"/>
              <a:ea typeface="宋体" panose="02010600030101010101" pitchFamily="2" charset="-122"/>
            </a:endParaRPr>
          </a:p>
        </p:txBody>
      </p:sp>
      <p:sp>
        <p:nvSpPr>
          <p:cNvPr id="142371" name="Text Box 1059">
            <a:extLst>
              <a:ext uri="{FF2B5EF4-FFF2-40B4-BE49-F238E27FC236}">
                <a16:creationId xmlns:a16="http://schemas.microsoft.com/office/drawing/2014/main" id="{CCAE7929-9EAF-71A6-4880-ECB6CDB0C1D0}"/>
              </a:ext>
            </a:extLst>
          </p:cNvPr>
          <p:cNvSpPr txBox="1">
            <a:spLocks noChangeArrowheads="1"/>
          </p:cNvSpPr>
          <p:nvPr/>
        </p:nvSpPr>
        <p:spPr bwMode="auto">
          <a:xfrm>
            <a:off x="2844800" y="3367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78</a:t>
            </a:r>
            <a:endParaRPr kumimoji="1" lang="en-US" altLang="zh-CN" sz="2400">
              <a:latin typeface="Times New Roman" panose="02020603050405020304" pitchFamily="18" charset="0"/>
              <a:ea typeface="宋体" panose="02010600030101010101" pitchFamily="2" charset="-122"/>
            </a:endParaRPr>
          </a:p>
        </p:txBody>
      </p:sp>
      <p:sp>
        <p:nvSpPr>
          <p:cNvPr id="142372" name="Text Box 1060">
            <a:extLst>
              <a:ext uri="{FF2B5EF4-FFF2-40B4-BE49-F238E27FC236}">
                <a16:creationId xmlns:a16="http://schemas.microsoft.com/office/drawing/2014/main" id="{0840CA84-DDB1-7B76-4D4C-D281FA94EAFC}"/>
              </a:ext>
            </a:extLst>
          </p:cNvPr>
          <p:cNvSpPr txBox="1">
            <a:spLocks noChangeArrowheads="1"/>
          </p:cNvSpPr>
          <p:nvPr/>
        </p:nvSpPr>
        <p:spPr bwMode="auto">
          <a:xfrm>
            <a:off x="6477000" y="3367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78</a:t>
            </a:r>
            <a:endParaRPr kumimoji="1" lang="en-US" altLang="zh-CN" sz="2400">
              <a:latin typeface="Times New Roman" panose="02020603050405020304" pitchFamily="18" charset="0"/>
              <a:ea typeface="宋体" panose="02010600030101010101" pitchFamily="2" charset="-122"/>
            </a:endParaRPr>
          </a:p>
        </p:txBody>
      </p:sp>
      <p:sp>
        <p:nvSpPr>
          <p:cNvPr id="142373" name="Text Box 1061">
            <a:extLst>
              <a:ext uri="{FF2B5EF4-FFF2-40B4-BE49-F238E27FC236}">
                <a16:creationId xmlns:a16="http://schemas.microsoft.com/office/drawing/2014/main" id="{1B8B5AAB-AAFA-A42D-DAD0-AA27BE705D9D}"/>
              </a:ext>
            </a:extLst>
          </p:cNvPr>
          <p:cNvSpPr txBox="1">
            <a:spLocks noChangeArrowheads="1"/>
          </p:cNvSpPr>
          <p:nvPr/>
        </p:nvSpPr>
        <p:spPr bwMode="auto">
          <a:xfrm>
            <a:off x="2540000" y="16144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09</a:t>
            </a:r>
            <a:endParaRPr kumimoji="1" lang="en-US" altLang="zh-CN" sz="2400">
              <a:latin typeface="Times New Roman" panose="02020603050405020304" pitchFamily="18" charset="0"/>
              <a:ea typeface="宋体" panose="02010600030101010101" pitchFamily="2" charset="-122"/>
            </a:endParaRPr>
          </a:p>
        </p:txBody>
      </p:sp>
      <p:sp>
        <p:nvSpPr>
          <p:cNvPr id="142374" name="Text Box 1063">
            <a:extLst>
              <a:ext uri="{FF2B5EF4-FFF2-40B4-BE49-F238E27FC236}">
                <a16:creationId xmlns:a16="http://schemas.microsoft.com/office/drawing/2014/main" id="{8A72F6CF-0237-D9E7-819B-22F00AA32972}"/>
              </a:ext>
            </a:extLst>
          </p:cNvPr>
          <p:cNvSpPr txBox="1">
            <a:spLocks noChangeArrowheads="1"/>
          </p:cNvSpPr>
          <p:nvPr/>
        </p:nvSpPr>
        <p:spPr bwMode="auto">
          <a:xfrm>
            <a:off x="2159000" y="3367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45</a:t>
            </a:r>
            <a:endParaRPr kumimoji="1" lang="en-US" altLang="zh-CN" sz="2400">
              <a:latin typeface="Times New Roman" panose="02020603050405020304" pitchFamily="18" charset="0"/>
              <a:ea typeface="宋体" panose="02010600030101010101" pitchFamily="2" charset="-122"/>
            </a:endParaRPr>
          </a:p>
        </p:txBody>
      </p:sp>
      <p:sp>
        <p:nvSpPr>
          <p:cNvPr id="142375" name="Text Box 1064">
            <a:extLst>
              <a:ext uri="{FF2B5EF4-FFF2-40B4-BE49-F238E27FC236}">
                <a16:creationId xmlns:a16="http://schemas.microsoft.com/office/drawing/2014/main" id="{E7C5961A-FC3A-1EF4-FA04-CB1B83720368}"/>
              </a:ext>
            </a:extLst>
          </p:cNvPr>
          <p:cNvSpPr txBox="1">
            <a:spLocks noChangeArrowheads="1"/>
          </p:cNvSpPr>
          <p:nvPr/>
        </p:nvSpPr>
        <p:spPr bwMode="auto">
          <a:xfrm>
            <a:off x="3149600" y="24384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65</a:t>
            </a:r>
            <a:endParaRPr kumimoji="1" lang="en-US" altLang="zh-CN" sz="2400">
              <a:latin typeface="Times New Roman" panose="02020603050405020304" pitchFamily="18" charset="0"/>
              <a:ea typeface="宋体" panose="02010600030101010101" pitchFamily="2" charset="-122"/>
            </a:endParaRPr>
          </a:p>
        </p:txBody>
      </p:sp>
      <p:sp>
        <p:nvSpPr>
          <p:cNvPr id="142376" name="Text Box 1065">
            <a:extLst>
              <a:ext uri="{FF2B5EF4-FFF2-40B4-BE49-F238E27FC236}">
                <a16:creationId xmlns:a16="http://schemas.microsoft.com/office/drawing/2014/main" id="{9E186962-48BE-D223-71D4-F95A7174168E}"/>
              </a:ext>
            </a:extLst>
          </p:cNvPr>
          <p:cNvSpPr txBox="1">
            <a:spLocks noChangeArrowheads="1"/>
          </p:cNvSpPr>
          <p:nvPr/>
        </p:nvSpPr>
        <p:spPr bwMode="auto">
          <a:xfrm>
            <a:off x="3606800" y="33528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87</a:t>
            </a:r>
            <a:endParaRPr kumimoji="1" lang="en-US" altLang="zh-CN" sz="2400">
              <a:latin typeface="Times New Roman" panose="02020603050405020304" pitchFamily="18" charset="0"/>
              <a:ea typeface="宋体" panose="02010600030101010101" pitchFamily="2" charset="-122"/>
            </a:endParaRPr>
          </a:p>
        </p:txBody>
      </p:sp>
      <p:sp>
        <p:nvSpPr>
          <p:cNvPr id="142377" name="Text Box 1068">
            <a:extLst>
              <a:ext uri="{FF2B5EF4-FFF2-40B4-BE49-F238E27FC236}">
                <a16:creationId xmlns:a16="http://schemas.microsoft.com/office/drawing/2014/main" id="{1D1EE48C-5C81-0F43-5B49-FBD1B3D01616}"/>
              </a:ext>
            </a:extLst>
          </p:cNvPr>
          <p:cNvSpPr txBox="1">
            <a:spLocks noChangeArrowheads="1"/>
          </p:cNvSpPr>
          <p:nvPr/>
        </p:nvSpPr>
        <p:spPr bwMode="auto">
          <a:xfrm>
            <a:off x="6197600" y="16002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09</a:t>
            </a:r>
            <a:endParaRPr kumimoji="1" lang="en-US" altLang="zh-CN" sz="2400">
              <a:latin typeface="Times New Roman" panose="02020603050405020304" pitchFamily="18" charset="0"/>
              <a:ea typeface="宋体" panose="02010600030101010101" pitchFamily="2" charset="-122"/>
            </a:endParaRPr>
          </a:p>
        </p:txBody>
      </p:sp>
      <p:sp>
        <p:nvSpPr>
          <p:cNvPr id="142378" name="Text Box 1069">
            <a:extLst>
              <a:ext uri="{FF2B5EF4-FFF2-40B4-BE49-F238E27FC236}">
                <a16:creationId xmlns:a16="http://schemas.microsoft.com/office/drawing/2014/main" id="{287A6362-3042-5D59-7E01-8C8914AFA40F}"/>
              </a:ext>
            </a:extLst>
          </p:cNvPr>
          <p:cNvSpPr txBox="1">
            <a:spLocks noChangeArrowheads="1"/>
          </p:cNvSpPr>
          <p:nvPr/>
        </p:nvSpPr>
        <p:spPr bwMode="auto">
          <a:xfrm>
            <a:off x="5054600" y="3367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17</a:t>
            </a:r>
            <a:endParaRPr kumimoji="1" lang="en-US" altLang="zh-CN" sz="2400">
              <a:latin typeface="Times New Roman" panose="02020603050405020304" pitchFamily="18" charset="0"/>
              <a:ea typeface="宋体" panose="02010600030101010101" pitchFamily="2" charset="-122"/>
            </a:endParaRPr>
          </a:p>
        </p:txBody>
      </p:sp>
      <p:sp>
        <p:nvSpPr>
          <p:cNvPr id="142379" name="Text Box 1070">
            <a:extLst>
              <a:ext uri="{FF2B5EF4-FFF2-40B4-BE49-F238E27FC236}">
                <a16:creationId xmlns:a16="http://schemas.microsoft.com/office/drawing/2014/main" id="{7CA4121E-E94B-C7E5-0EA4-ECDE71EFE0D8}"/>
              </a:ext>
            </a:extLst>
          </p:cNvPr>
          <p:cNvSpPr txBox="1">
            <a:spLocks noChangeArrowheads="1"/>
          </p:cNvSpPr>
          <p:nvPr/>
        </p:nvSpPr>
        <p:spPr bwMode="auto">
          <a:xfrm>
            <a:off x="5816600" y="33670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45</a:t>
            </a:r>
            <a:endParaRPr kumimoji="1" lang="en-US" altLang="zh-CN" sz="2400">
              <a:latin typeface="Times New Roman" panose="02020603050405020304" pitchFamily="18" charset="0"/>
              <a:ea typeface="宋体" panose="02010600030101010101" pitchFamily="2" charset="-122"/>
            </a:endParaRPr>
          </a:p>
        </p:txBody>
      </p:sp>
      <p:sp>
        <p:nvSpPr>
          <p:cNvPr id="142380" name="Text Box 1071">
            <a:extLst>
              <a:ext uri="{FF2B5EF4-FFF2-40B4-BE49-F238E27FC236}">
                <a16:creationId xmlns:a16="http://schemas.microsoft.com/office/drawing/2014/main" id="{395B6BF5-2E19-2DAD-A9F0-BD37BC8ACA49}"/>
              </a:ext>
            </a:extLst>
          </p:cNvPr>
          <p:cNvSpPr txBox="1">
            <a:spLocks noChangeArrowheads="1"/>
          </p:cNvSpPr>
          <p:nvPr/>
        </p:nvSpPr>
        <p:spPr bwMode="auto">
          <a:xfrm>
            <a:off x="6807200" y="24384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65</a:t>
            </a:r>
            <a:endParaRPr kumimoji="1" lang="en-US" altLang="zh-CN" sz="2400">
              <a:latin typeface="Times New Roman" panose="02020603050405020304" pitchFamily="18" charset="0"/>
              <a:ea typeface="宋体" panose="02010600030101010101" pitchFamily="2" charset="-122"/>
            </a:endParaRPr>
          </a:p>
        </p:txBody>
      </p:sp>
      <p:sp>
        <p:nvSpPr>
          <p:cNvPr id="142381" name="Text Box 1072">
            <a:extLst>
              <a:ext uri="{FF2B5EF4-FFF2-40B4-BE49-F238E27FC236}">
                <a16:creationId xmlns:a16="http://schemas.microsoft.com/office/drawing/2014/main" id="{74E2A7C4-9317-CCCF-1AA1-EC9FF7AED0DA}"/>
              </a:ext>
            </a:extLst>
          </p:cNvPr>
          <p:cNvSpPr txBox="1">
            <a:spLocks noChangeArrowheads="1"/>
          </p:cNvSpPr>
          <p:nvPr/>
        </p:nvSpPr>
        <p:spPr bwMode="auto">
          <a:xfrm>
            <a:off x="7264400" y="33528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87</a:t>
            </a:r>
            <a:endParaRPr kumimoji="1" lang="en-US" altLang="zh-CN" sz="2400">
              <a:latin typeface="Times New Roman" panose="02020603050405020304" pitchFamily="18" charset="0"/>
              <a:ea typeface="宋体" panose="02010600030101010101" pitchFamily="2" charset="-122"/>
            </a:endParaRPr>
          </a:p>
        </p:txBody>
      </p:sp>
      <p:sp>
        <p:nvSpPr>
          <p:cNvPr id="142382" name="Text Box 1073">
            <a:extLst>
              <a:ext uri="{FF2B5EF4-FFF2-40B4-BE49-F238E27FC236}">
                <a16:creationId xmlns:a16="http://schemas.microsoft.com/office/drawing/2014/main" id="{F96F7610-AEA2-EE9C-6B23-AADE962C0887}"/>
              </a:ext>
            </a:extLst>
          </p:cNvPr>
          <p:cNvSpPr txBox="1">
            <a:spLocks noChangeArrowheads="1"/>
          </p:cNvSpPr>
          <p:nvPr/>
        </p:nvSpPr>
        <p:spPr bwMode="auto">
          <a:xfrm>
            <a:off x="1600200" y="1614488"/>
            <a:ext cx="3032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j</a:t>
            </a:r>
            <a:endParaRPr kumimoji="1" lang="en-US" altLang="zh-CN" sz="2400">
              <a:latin typeface="Times New Roman" panose="02020603050405020304" pitchFamily="18" charset="0"/>
              <a:ea typeface="宋体" panose="02010600030101010101" pitchFamily="2" charset="-122"/>
            </a:endParaRPr>
          </a:p>
        </p:txBody>
      </p:sp>
      <p:sp>
        <p:nvSpPr>
          <p:cNvPr id="142383" name="Oval 1074">
            <a:extLst>
              <a:ext uri="{FF2B5EF4-FFF2-40B4-BE49-F238E27FC236}">
                <a16:creationId xmlns:a16="http://schemas.microsoft.com/office/drawing/2014/main" id="{5B9B4225-B1DB-2351-7032-0CD6A64025D2}"/>
              </a:ext>
            </a:extLst>
          </p:cNvPr>
          <p:cNvSpPr>
            <a:spLocks noChangeArrowheads="1"/>
          </p:cNvSpPr>
          <p:nvPr/>
        </p:nvSpPr>
        <p:spPr bwMode="auto">
          <a:xfrm>
            <a:off x="1676400" y="42672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2384" name="Text Box 1075">
            <a:extLst>
              <a:ext uri="{FF2B5EF4-FFF2-40B4-BE49-F238E27FC236}">
                <a16:creationId xmlns:a16="http://schemas.microsoft.com/office/drawing/2014/main" id="{4BFF8FC5-A895-C611-81C8-B301B2ACF700}"/>
              </a:ext>
            </a:extLst>
          </p:cNvPr>
          <p:cNvSpPr txBox="1">
            <a:spLocks noChangeArrowheads="1"/>
          </p:cNvSpPr>
          <p:nvPr/>
        </p:nvSpPr>
        <p:spPr bwMode="auto">
          <a:xfrm>
            <a:off x="1549400" y="2286000"/>
            <a:ext cx="508000" cy="519113"/>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Arial Narrow" panose="020B0606020202030204" pitchFamily="34" charset="0"/>
                <a:ea typeface="宋体" panose="02010600030101010101" pitchFamily="2" charset="-122"/>
              </a:rPr>
              <a:t>11</a:t>
            </a:r>
            <a:endParaRPr kumimoji="1" lang="en-US" altLang="zh-CN" sz="2400">
              <a:solidFill>
                <a:schemeClr val="accent2"/>
              </a:solidFill>
              <a:latin typeface="Times New Roman" panose="02020603050405020304" pitchFamily="18" charset="0"/>
              <a:ea typeface="宋体" panose="02010600030101010101" pitchFamily="2" charset="-122"/>
            </a:endParaRPr>
          </a:p>
        </p:txBody>
      </p:sp>
      <p:sp>
        <p:nvSpPr>
          <p:cNvPr id="142385" name="Text Box 1078">
            <a:extLst>
              <a:ext uri="{FF2B5EF4-FFF2-40B4-BE49-F238E27FC236}">
                <a16:creationId xmlns:a16="http://schemas.microsoft.com/office/drawing/2014/main" id="{20EA8771-7131-DB9D-3F23-EEFB4D610443}"/>
              </a:ext>
            </a:extLst>
          </p:cNvPr>
          <p:cNvSpPr txBox="1">
            <a:spLocks noChangeArrowheads="1"/>
          </p:cNvSpPr>
          <p:nvPr/>
        </p:nvSpPr>
        <p:spPr bwMode="auto">
          <a:xfrm>
            <a:off x="838200" y="4267200"/>
            <a:ext cx="533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53</a:t>
            </a:r>
            <a:endParaRPr kumimoji="1" lang="en-US" altLang="zh-CN" sz="2400">
              <a:solidFill>
                <a:srgbClr val="FFFFCC"/>
              </a:solidFill>
              <a:latin typeface="Times New Roman" panose="02020603050405020304" pitchFamily="18" charset="0"/>
              <a:ea typeface="宋体" panose="02010600030101010101" pitchFamily="2" charset="-122"/>
            </a:endParaRPr>
          </a:p>
        </p:txBody>
      </p:sp>
      <p:sp>
        <p:nvSpPr>
          <p:cNvPr id="142386" name="Oval 1081">
            <a:extLst>
              <a:ext uri="{FF2B5EF4-FFF2-40B4-BE49-F238E27FC236}">
                <a16:creationId xmlns:a16="http://schemas.microsoft.com/office/drawing/2014/main" id="{0BC2FAE5-4AF2-ABFA-5081-63BD4B32AD8D}"/>
              </a:ext>
            </a:extLst>
          </p:cNvPr>
          <p:cNvSpPr>
            <a:spLocks noChangeArrowheads="1"/>
          </p:cNvSpPr>
          <p:nvPr/>
        </p:nvSpPr>
        <p:spPr bwMode="auto">
          <a:xfrm>
            <a:off x="5257800" y="4267200"/>
            <a:ext cx="533400" cy="533400"/>
          </a:xfrm>
          <a:prstGeom prst="ellipse">
            <a:avLst/>
          </a:prstGeom>
          <a:gradFill rotWithShape="0">
            <a:gsLst>
              <a:gs pos="0">
                <a:srgbClr val="472F18"/>
              </a:gs>
              <a:gs pos="100000">
                <a:srgbClr val="996633"/>
              </a:gs>
            </a:gsLst>
            <a:path path="shape">
              <a:fillToRect l="50000" t="50000" r="50000" b="50000"/>
            </a:path>
          </a:gra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b="1">
              <a:latin typeface="Times New Roman" panose="02020603050405020304" pitchFamily="18" charset="0"/>
              <a:ea typeface="宋体" panose="02010600030101010101" pitchFamily="2" charset="-122"/>
            </a:endParaRPr>
          </a:p>
        </p:txBody>
      </p:sp>
      <p:sp>
        <p:nvSpPr>
          <p:cNvPr id="142387" name="Text Box 1083">
            <a:extLst>
              <a:ext uri="{FF2B5EF4-FFF2-40B4-BE49-F238E27FC236}">
                <a16:creationId xmlns:a16="http://schemas.microsoft.com/office/drawing/2014/main" id="{1B3B6629-1C8D-E29D-2355-6779D35E8679}"/>
              </a:ext>
            </a:extLst>
          </p:cNvPr>
          <p:cNvSpPr txBox="1">
            <a:spLocks noChangeArrowheads="1"/>
          </p:cNvSpPr>
          <p:nvPr/>
        </p:nvSpPr>
        <p:spPr bwMode="auto">
          <a:xfrm>
            <a:off x="5283200" y="42672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23</a:t>
            </a:r>
            <a:endParaRPr kumimoji="1" lang="en-US" altLang="zh-CN" sz="2400">
              <a:latin typeface="Times New Roman" panose="02020603050405020304" pitchFamily="18" charset="0"/>
              <a:ea typeface="宋体" panose="02010600030101010101" pitchFamily="2" charset="-122"/>
            </a:endParaRPr>
          </a:p>
        </p:txBody>
      </p:sp>
      <p:sp>
        <p:nvSpPr>
          <p:cNvPr id="142388" name="Line 1084">
            <a:extLst>
              <a:ext uri="{FF2B5EF4-FFF2-40B4-BE49-F238E27FC236}">
                <a16:creationId xmlns:a16="http://schemas.microsoft.com/office/drawing/2014/main" id="{9BA5F06D-0F46-BCF5-223E-75D73F84998A}"/>
              </a:ext>
            </a:extLst>
          </p:cNvPr>
          <p:cNvSpPr>
            <a:spLocks noChangeShapeType="1"/>
          </p:cNvSpPr>
          <p:nvPr/>
        </p:nvSpPr>
        <p:spPr bwMode="auto">
          <a:xfrm>
            <a:off x="2481263" y="1219200"/>
            <a:ext cx="185737" cy="4572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2389" name="Text Box 1085">
            <a:extLst>
              <a:ext uri="{FF2B5EF4-FFF2-40B4-BE49-F238E27FC236}">
                <a16:creationId xmlns:a16="http://schemas.microsoft.com/office/drawing/2014/main" id="{0C3344F5-82BB-1B1D-B0E6-A4C18298C155}"/>
              </a:ext>
            </a:extLst>
          </p:cNvPr>
          <p:cNvSpPr txBox="1">
            <a:spLocks noChangeArrowheads="1"/>
          </p:cNvSpPr>
          <p:nvPr/>
        </p:nvSpPr>
        <p:spPr bwMode="auto">
          <a:xfrm>
            <a:off x="2308225" y="776288"/>
            <a:ext cx="2825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i</a:t>
            </a:r>
            <a:endParaRPr kumimoji="1" lang="en-US" altLang="zh-CN" sz="2400">
              <a:latin typeface="Times New Roman" panose="02020603050405020304" pitchFamily="18" charset="0"/>
              <a:ea typeface="宋体" panose="02010600030101010101" pitchFamily="2" charset="-122"/>
            </a:endParaRPr>
          </a:p>
        </p:txBody>
      </p:sp>
      <p:sp>
        <p:nvSpPr>
          <p:cNvPr id="142390" name="Line 1086">
            <a:extLst>
              <a:ext uri="{FF2B5EF4-FFF2-40B4-BE49-F238E27FC236}">
                <a16:creationId xmlns:a16="http://schemas.microsoft.com/office/drawing/2014/main" id="{78682D01-BB65-50B2-E671-17603A43B6D6}"/>
              </a:ext>
            </a:extLst>
          </p:cNvPr>
          <p:cNvSpPr>
            <a:spLocks noChangeShapeType="1"/>
          </p:cNvSpPr>
          <p:nvPr/>
        </p:nvSpPr>
        <p:spPr bwMode="auto">
          <a:xfrm>
            <a:off x="1871663" y="2057400"/>
            <a:ext cx="185737" cy="4572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2391" name="Text Box 1062">
            <a:extLst>
              <a:ext uri="{FF2B5EF4-FFF2-40B4-BE49-F238E27FC236}">
                <a16:creationId xmlns:a16="http://schemas.microsoft.com/office/drawing/2014/main" id="{8D47C35B-B071-E0CB-0CE1-157C504673B0}"/>
              </a:ext>
            </a:extLst>
          </p:cNvPr>
          <p:cNvSpPr txBox="1">
            <a:spLocks noChangeArrowheads="1"/>
          </p:cNvSpPr>
          <p:nvPr/>
        </p:nvSpPr>
        <p:spPr bwMode="auto">
          <a:xfrm>
            <a:off x="1701800" y="42672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23</a:t>
            </a:r>
            <a:endParaRPr kumimoji="1" lang="en-US" altLang="zh-CN" sz="2400">
              <a:latin typeface="Times New Roman" panose="02020603050405020304" pitchFamily="18" charset="0"/>
              <a:ea typeface="宋体" panose="02010600030101010101" pitchFamily="2" charset="-122"/>
            </a:endParaRPr>
          </a:p>
        </p:txBody>
      </p:sp>
      <p:sp>
        <p:nvSpPr>
          <p:cNvPr id="142392" name="Text Box 1089">
            <a:extLst>
              <a:ext uri="{FF2B5EF4-FFF2-40B4-BE49-F238E27FC236}">
                <a16:creationId xmlns:a16="http://schemas.microsoft.com/office/drawing/2014/main" id="{3041F66C-F1D1-E416-D433-A0CD9869C358}"/>
              </a:ext>
            </a:extLst>
          </p:cNvPr>
          <p:cNvSpPr txBox="1">
            <a:spLocks noChangeArrowheads="1"/>
          </p:cNvSpPr>
          <p:nvPr/>
        </p:nvSpPr>
        <p:spPr bwMode="auto">
          <a:xfrm>
            <a:off x="1371600" y="33528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rgbClr val="FFFFCC"/>
                </a:solidFill>
                <a:latin typeface="Arial Narrow" panose="020B0606020202030204" pitchFamily="34" charset="0"/>
                <a:ea typeface="宋体" panose="02010600030101010101" pitchFamily="2" charset="-122"/>
              </a:rPr>
              <a:t>17</a:t>
            </a:r>
            <a:endParaRPr kumimoji="1" lang="en-US" altLang="zh-CN" sz="2400">
              <a:latin typeface="Times New Roman" panose="02020603050405020304" pitchFamily="18" charset="0"/>
              <a:ea typeface="宋体" panose="02010600030101010101" pitchFamily="2" charset="-122"/>
            </a:endParaRPr>
          </a:p>
        </p:txBody>
      </p:sp>
      <p:sp>
        <p:nvSpPr>
          <p:cNvPr id="142393" name="Text Box 1090">
            <a:extLst>
              <a:ext uri="{FF2B5EF4-FFF2-40B4-BE49-F238E27FC236}">
                <a16:creationId xmlns:a16="http://schemas.microsoft.com/office/drawing/2014/main" id="{6B9D2407-4194-94AF-0D20-E6F04645E0A4}"/>
              </a:ext>
            </a:extLst>
          </p:cNvPr>
          <p:cNvSpPr txBox="1">
            <a:spLocks noChangeArrowheads="1"/>
          </p:cNvSpPr>
          <p:nvPr/>
        </p:nvSpPr>
        <p:spPr bwMode="auto">
          <a:xfrm>
            <a:off x="5257800" y="1600200"/>
            <a:ext cx="3032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j</a:t>
            </a:r>
            <a:endParaRPr kumimoji="1" lang="en-US" altLang="zh-CN" sz="2400">
              <a:latin typeface="Times New Roman" panose="02020603050405020304" pitchFamily="18" charset="0"/>
              <a:ea typeface="宋体" panose="02010600030101010101" pitchFamily="2" charset="-122"/>
            </a:endParaRPr>
          </a:p>
        </p:txBody>
      </p:sp>
      <p:sp>
        <p:nvSpPr>
          <p:cNvPr id="142394" name="Line 1091">
            <a:extLst>
              <a:ext uri="{FF2B5EF4-FFF2-40B4-BE49-F238E27FC236}">
                <a16:creationId xmlns:a16="http://schemas.microsoft.com/office/drawing/2014/main" id="{77E846E6-7405-4401-7D78-5F3CB5F10F49}"/>
              </a:ext>
            </a:extLst>
          </p:cNvPr>
          <p:cNvSpPr>
            <a:spLocks noChangeShapeType="1"/>
          </p:cNvSpPr>
          <p:nvPr/>
        </p:nvSpPr>
        <p:spPr bwMode="auto">
          <a:xfrm>
            <a:off x="6138863" y="1204913"/>
            <a:ext cx="185737" cy="4572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2395" name="Text Box 1092">
            <a:extLst>
              <a:ext uri="{FF2B5EF4-FFF2-40B4-BE49-F238E27FC236}">
                <a16:creationId xmlns:a16="http://schemas.microsoft.com/office/drawing/2014/main" id="{4ADD914C-7362-637C-E1AF-534A88F8A256}"/>
              </a:ext>
            </a:extLst>
          </p:cNvPr>
          <p:cNvSpPr txBox="1">
            <a:spLocks noChangeArrowheads="1"/>
          </p:cNvSpPr>
          <p:nvPr/>
        </p:nvSpPr>
        <p:spPr bwMode="auto">
          <a:xfrm>
            <a:off x="5965825" y="762000"/>
            <a:ext cx="2825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i</a:t>
            </a:r>
            <a:endParaRPr kumimoji="1" lang="en-US" altLang="zh-CN" sz="2400">
              <a:latin typeface="Times New Roman" panose="02020603050405020304" pitchFamily="18" charset="0"/>
              <a:ea typeface="宋体" panose="02010600030101010101" pitchFamily="2" charset="-122"/>
            </a:endParaRPr>
          </a:p>
        </p:txBody>
      </p:sp>
      <p:sp>
        <p:nvSpPr>
          <p:cNvPr id="142396" name="Line 1093">
            <a:extLst>
              <a:ext uri="{FF2B5EF4-FFF2-40B4-BE49-F238E27FC236}">
                <a16:creationId xmlns:a16="http://schemas.microsoft.com/office/drawing/2014/main" id="{AB2467E1-44ED-0900-BA46-3BBCF077EE57}"/>
              </a:ext>
            </a:extLst>
          </p:cNvPr>
          <p:cNvSpPr>
            <a:spLocks noChangeShapeType="1"/>
          </p:cNvSpPr>
          <p:nvPr/>
        </p:nvSpPr>
        <p:spPr bwMode="auto">
          <a:xfrm>
            <a:off x="5529263" y="2043113"/>
            <a:ext cx="185737" cy="4572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 name="灯片编号占位符 1">
            <a:extLst>
              <a:ext uri="{FF2B5EF4-FFF2-40B4-BE49-F238E27FC236}">
                <a16:creationId xmlns:a16="http://schemas.microsoft.com/office/drawing/2014/main" id="{55D20E99-4778-FDEB-77B2-6552D50EDBB5}"/>
              </a:ext>
            </a:extLst>
          </p:cNvPr>
          <p:cNvSpPr>
            <a:spLocks noGrp="1"/>
          </p:cNvSpPr>
          <p:nvPr>
            <p:ph type="sldNum" sz="quarter" idx="12"/>
          </p:nvPr>
        </p:nvSpPr>
        <p:spPr/>
        <p:txBody>
          <a:bodyPr/>
          <a:lstStyle/>
          <a:p>
            <a:pPr>
              <a:defRPr/>
            </a:pPr>
            <a:fld id="{32133AD1-DAA7-48C8-8009-85BC350F1DBF}" type="slidenum">
              <a:rPr lang="en-US" altLang="zh-CN" smtClean="0"/>
              <a:pPr>
                <a:defRPr/>
              </a:pPr>
              <a:t>129</a:t>
            </a:fld>
            <a:endParaRPr lang="en-US" altLang="zh-CN"/>
          </a:p>
        </p:txBody>
      </p:sp>
    </p:spTree>
  </p:cSld>
  <p:clrMapOvr>
    <a:masterClrMapping/>
  </p:clrMapOvr>
  <p:transition>
    <p:split/>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CB4962-4CC3-410C-BE28-7EF996BD1946}"/>
              </a:ext>
            </a:extLst>
          </p:cNvPr>
          <p:cNvSpPr>
            <a:spLocks noGrp="1"/>
          </p:cNvSpPr>
          <p:nvPr>
            <p:ph type="title"/>
          </p:nvPr>
        </p:nvSpPr>
        <p:spPr/>
        <p:txBody>
          <a:bodyPr/>
          <a:lstStyle/>
          <a:p>
            <a:r>
              <a:rPr lang="zh-CN" altLang="en-US" dirty="0"/>
              <a:t>最小堆的删除算法</a:t>
            </a:r>
          </a:p>
        </p:txBody>
      </p:sp>
      <p:sp>
        <p:nvSpPr>
          <p:cNvPr id="3" name="内容占位符 2">
            <a:extLst>
              <a:ext uri="{FF2B5EF4-FFF2-40B4-BE49-F238E27FC236}">
                <a16:creationId xmlns:a16="http://schemas.microsoft.com/office/drawing/2014/main" id="{267E99FC-0A76-448B-BAC8-68310C9530DC}"/>
              </a:ext>
            </a:extLst>
          </p:cNvPr>
          <p:cNvSpPr>
            <a:spLocks noGrp="1"/>
          </p:cNvSpPr>
          <p:nvPr>
            <p:ph idx="1"/>
          </p:nvPr>
        </p:nvSpPr>
        <p:spPr>
          <a:xfrm>
            <a:off x="628650" y="1825624"/>
            <a:ext cx="8191822" cy="4843735"/>
          </a:xfrm>
        </p:spPr>
        <p:txBody>
          <a:bodyPr>
            <a:normAutofit fontScale="70000" lnSpcReduction="20000"/>
          </a:bodyPr>
          <a:lstStyle/>
          <a:p>
            <a:pPr marL="0" indent="0">
              <a:buNone/>
            </a:pPr>
            <a:r>
              <a:rPr lang="en-US" altLang="zh-CN" dirty="0"/>
              <a:t>template &lt; class E&gt; </a:t>
            </a:r>
          </a:p>
          <a:p>
            <a:pPr marL="0" indent="0">
              <a:buNone/>
            </a:pPr>
            <a:r>
              <a:rPr lang="en-US" altLang="zh-CN" dirty="0"/>
              <a:t>bool </a:t>
            </a:r>
            <a:r>
              <a:rPr lang="en-US" altLang="zh-CN" dirty="0" err="1"/>
              <a:t>MinHeap</a:t>
            </a:r>
            <a:r>
              <a:rPr lang="en-US" altLang="zh-CN" dirty="0"/>
              <a:t> &lt;E&gt; ::</a:t>
            </a:r>
            <a:r>
              <a:rPr lang="en-US" altLang="zh-CN" dirty="0" err="1"/>
              <a:t>RemoveMin</a:t>
            </a:r>
            <a:r>
              <a:rPr lang="en-US" altLang="zh-CN" dirty="0"/>
              <a:t> ( E &amp;x ) {</a:t>
            </a:r>
          </a:p>
          <a:p>
            <a:pPr marL="0" indent="0">
              <a:buNone/>
            </a:pPr>
            <a:r>
              <a:rPr lang="en-US" altLang="zh-CN" dirty="0"/>
              <a:t>    if ( !</a:t>
            </a:r>
            <a:r>
              <a:rPr lang="en-US" altLang="zh-CN" dirty="0" err="1"/>
              <a:t>currentSize</a:t>
            </a:r>
            <a:r>
              <a:rPr lang="en-US" altLang="zh-CN" dirty="0"/>
              <a:t> ) {</a:t>
            </a:r>
          </a:p>
          <a:p>
            <a:pPr marL="0" indent="0">
              <a:buNone/>
            </a:pPr>
            <a:r>
              <a:rPr lang="en-US" altLang="zh-CN" dirty="0"/>
              <a:t>       </a:t>
            </a:r>
            <a:r>
              <a:rPr lang="en-US" altLang="zh-CN" dirty="0" err="1"/>
              <a:t>cout</a:t>
            </a:r>
            <a:r>
              <a:rPr lang="en-US" altLang="zh-CN" dirty="0"/>
              <a:t> &lt;&lt; “ </a:t>
            </a:r>
            <a:r>
              <a:rPr lang="zh-CN" altLang="en-US" dirty="0"/>
              <a:t>堆已空 </a:t>
            </a:r>
            <a:r>
              <a:rPr lang="en-US" altLang="zh-CN" dirty="0"/>
              <a:t>" &lt;&lt; </a:t>
            </a:r>
            <a:r>
              <a:rPr lang="en-US" altLang="zh-CN" dirty="0" err="1"/>
              <a:t>endl</a:t>
            </a:r>
            <a:r>
              <a:rPr lang="en-US" altLang="zh-CN" dirty="0"/>
              <a:t>;  return false; </a:t>
            </a:r>
          </a:p>
          <a:p>
            <a:pPr marL="0" indent="0">
              <a:buNone/>
            </a:pPr>
            <a:r>
              <a:rPr lang="en-US" altLang="zh-CN" dirty="0"/>
              <a:t>    }</a:t>
            </a:r>
          </a:p>
          <a:p>
            <a:pPr marL="0" indent="0">
              <a:buNone/>
            </a:pPr>
            <a:r>
              <a:rPr lang="en-US" altLang="zh-CN" dirty="0"/>
              <a:t>    x = heap[0];             //</a:t>
            </a:r>
            <a:r>
              <a:rPr lang="zh-CN" altLang="en-US" dirty="0"/>
              <a:t>最小元素出队列</a:t>
            </a:r>
          </a:p>
          <a:p>
            <a:pPr marL="0" indent="0">
              <a:buNone/>
            </a:pPr>
            <a:r>
              <a:rPr lang="zh-CN" altLang="en-US" dirty="0"/>
              <a:t>    </a:t>
            </a:r>
            <a:r>
              <a:rPr lang="en-US" altLang="zh-CN" dirty="0"/>
              <a:t>heap[0] = heap[currentSize-1];	 //</a:t>
            </a:r>
            <a:r>
              <a:rPr lang="zh-CN" altLang="en-US" dirty="0"/>
              <a:t>用最后元素填补</a:t>
            </a:r>
            <a:endParaRPr lang="en-US" altLang="zh-CN" dirty="0"/>
          </a:p>
          <a:p>
            <a:pPr marL="0" indent="0">
              <a:buNone/>
            </a:pPr>
            <a:r>
              <a:rPr lang="en-US" altLang="zh-CN" dirty="0"/>
              <a:t>    </a:t>
            </a:r>
            <a:r>
              <a:rPr lang="en-US" altLang="zh-CN" dirty="0" err="1"/>
              <a:t>currentSize</a:t>
            </a:r>
            <a:r>
              <a:rPr lang="en-US" altLang="zh-CN" dirty="0"/>
              <a:t>--;        </a:t>
            </a:r>
            <a:endParaRPr lang="zh-CN" altLang="en-US" dirty="0"/>
          </a:p>
          <a:p>
            <a:pPr marL="0" indent="0">
              <a:buNone/>
            </a:pPr>
            <a:r>
              <a:rPr lang="zh-CN" altLang="en-US" dirty="0"/>
              <a:t>    </a:t>
            </a:r>
            <a:r>
              <a:rPr lang="en-US" altLang="zh-CN" dirty="0" err="1"/>
              <a:t>siftDown</a:t>
            </a:r>
            <a:r>
              <a:rPr lang="en-US" altLang="zh-CN" dirty="0"/>
              <a:t> ( 0, CurrentSize-1 );    //</a:t>
            </a:r>
            <a:r>
              <a:rPr lang="zh-CN" altLang="en-US" dirty="0"/>
              <a:t>调整</a:t>
            </a:r>
          </a:p>
          <a:p>
            <a:pPr marL="0" indent="0">
              <a:buNone/>
            </a:pPr>
            <a:r>
              <a:rPr lang="zh-CN" altLang="en-US" dirty="0"/>
              <a:t>    </a:t>
            </a:r>
            <a:r>
              <a:rPr lang="en-US" altLang="zh-CN" dirty="0"/>
              <a:t>return true;</a:t>
            </a:r>
          </a:p>
          <a:p>
            <a:pPr marL="0" indent="0">
              <a:buNone/>
            </a:pPr>
            <a:r>
              <a:rPr lang="en-US" altLang="zh-CN" dirty="0"/>
              <a:t>}</a:t>
            </a:r>
          </a:p>
          <a:p>
            <a:pPr marL="0" indent="0">
              <a:buNone/>
            </a:pPr>
            <a:endParaRPr lang="zh-CN" altLang="en-US" dirty="0"/>
          </a:p>
        </p:txBody>
      </p:sp>
      <p:sp>
        <p:nvSpPr>
          <p:cNvPr id="4" name="灯片编号占位符 3">
            <a:extLst>
              <a:ext uri="{FF2B5EF4-FFF2-40B4-BE49-F238E27FC236}">
                <a16:creationId xmlns:a16="http://schemas.microsoft.com/office/drawing/2014/main" id="{810C71EB-5DCA-B597-4DE4-85EE437347AD}"/>
              </a:ext>
            </a:extLst>
          </p:cNvPr>
          <p:cNvSpPr>
            <a:spLocks noGrp="1"/>
          </p:cNvSpPr>
          <p:nvPr>
            <p:ph type="sldNum" sz="quarter" idx="12"/>
          </p:nvPr>
        </p:nvSpPr>
        <p:spPr/>
        <p:txBody>
          <a:bodyPr/>
          <a:lstStyle/>
          <a:p>
            <a:pPr>
              <a:defRPr/>
            </a:pPr>
            <a:fld id="{A598D83B-EE2A-4F12-B129-1EDE84DF129B}" type="slidenum">
              <a:rPr lang="en-US" altLang="zh-CN" smtClean="0"/>
              <a:pPr>
                <a:defRPr/>
              </a:pPr>
              <a:t>130</a:t>
            </a:fld>
            <a:endParaRPr lang="en-US" altLang="zh-CN"/>
          </a:p>
        </p:txBody>
      </p:sp>
    </p:spTree>
  </p:cSld>
  <p:clrMapOvr>
    <a:masterClrMapping/>
  </p:clrMapOvr>
  <p:transition>
    <p:split/>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21A656-1969-4A00-8228-40FEAC369124}"/>
              </a:ext>
            </a:extLst>
          </p:cNvPr>
          <p:cNvSpPr>
            <a:spLocks noGrp="1"/>
          </p:cNvSpPr>
          <p:nvPr>
            <p:ph type="title"/>
          </p:nvPr>
        </p:nvSpPr>
        <p:spPr/>
        <p:txBody>
          <a:bodyPr/>
          <a:lstStyle/>
          <a:p>
            <a:r>
              <a:rPr lang="en-US" altLang="zh-CN" dirty="0"/>
              <a:t>5.9 Huffman</a:t>
            </a:r>
            <a:r>
              <a:rPr lang="zh-CN" altLang="en-US" dirty="0"/>
              <a:t>树及其应用</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94EE774C-FAC0-4C11-840A-3716F75B4C17}"/>
                  </a:ext>
                </a:extLst>
              </p:cNvPr>
              <p:cNvSpPr>
                <a:spLocks noGrp="1"/>
              </p:cNvSpPr>
              <p:nvPr>
                <p:ph idx="1"/>
              </p:nvPr>
            </p:nvSpPr>
            <p:spPr>
              <a:xfrm>
                <a:off x="628650" y="1825625"/>
                <a:ext cx="7886700" cy="3259559"/>
              </a:xfrm>
            </p:spPr>
            <p:txBody>
              <a:bodyPr>
                <a:normAutofit fontScale="77500" lnSpcReduction="20000"/>
              </a:bodyPr>
              <a:lstStyle/>
              <a:p>
                <a:r>
                  <a:rPr lang="en-US" altLang="zh-CN" dirty="0"/>
                  <a:t>5.9.1 </a:t>
                </a:r>
                <a:r>
                  <a:rPr lang="zh-CN" altLang="en-US" dirty="0"/>
                  <a:t>路径长度</a:t>
                </a:r>
              </a:p>
              <a:p>
                <a:pPr lvl="1"/>
                <a:r>
                  <a:rPr lang="zh-CN" altLang="en-US" dirty="0"/>
                  <a:t>两个结点之间的路径长度 </a:t>
                </a:r>
                <a:r>
                  <a:rPr lang="en-US" altLang="zh-CN" dirty="0"/>
                  <a:t>PL</a:t>
                </a:r>
                <a:r>
                  <a:rPr lang="zh-CN" altLang="en-US" dirty="0"/>
                  <a:t>是连接两结点的路径上的分支数。</a:t>
                </a:r>
              </a:p>
              <a:p>
                <a:pPr lvl="1"/>
                <a:r>
                  <a:rPr lang="zh-CN" altLang="en-US" dirty="0"/>
                  <a:t>树的路径长度是各结点到根结点的路径长度之和。</a:t>
                </a:r>
                <a:endParaRPr lang="en-US" altLang="zh-CN" dirty="0"/>
              </a:p>
              <a:p>
                <a:r>
                  <a:rPr lang="zh-CN" altLang="en-US" dirty="0"/>
                  <a:t> </a:t>
                </a:r>
                <a:r>
                  <a:rPr lang="en-US" altLang="zh-CN" dirty="0"/>
                  <a:t>n </a:t>
                </a:r>
                <a:r>
                  <a:rPr lang="zh-CN" altLang="en-US" dirty="0"/>
                  <a:t>个结点的二叉树的路径长度不小于下述数列前 </a:t>
                </a:r>
                <a:r>
                  <a:rPr lang="en-US" altLang="zh-CN" dirty="0"/>
                  <a:t>n </a:t>
                </a:r>
                <a:r>
                  <a:rPr lang="zh-CN" altLang="en-US" dirty="0"/>
                  <a:t>项的和</a:t>
                </a:r>
                <a:endParaRPr lang="en-US" altLang="zh-CN" dirty="0"/>
              </a:p>
              <a:p>
                <a:pPr marL="0" indent="0">
                  <a:buNone/>
                </a:pPr>
                <a:r>
                  <a:rPr lang="en-US" altLang="zh-CN" dirty="0"/>
                  <a:t>       </a:t>
                </a:r>
                <a:r>
                  <a:rPr lang="en-US" altLang="zh-CN" i="1" dirty="0"/>
                  <a:t>PL</a:t>
                </a:r>
                <a:r>
                  <a:rPr lang="en-US" altLang="zh-CN" dirty="0"/>
                  <a:t> = </a:t>
                </a:r>
                <a14:m>
                  <m:oMath xmlns:m="http://schemas.openxmlformats.org/officeDocument/2006/math">
                    <m:nary>
                      <m:naryPr>
                        <m:chr m:val="∑"/>
                        <m:ctrlPr>
                          <a:rPr lang="en-US" altLang="zh-CN" i="1" smtClean="0">
                            <a:latin typeface="Cambria Math" panose="02040503050406030204" pitchFamily="18" charset="0"/>
                          </a:rPr>
                        </m:ctrlPr>
                      </m:naryPr>
                      <m:sub>
                        <m:r>
                          <m:rPr>
                            <m:brk m:alnAt="23"/>
                          </m:rPr>
                          <a:rPr lang="en-US" altLang="zh-CN" b="0" i="1" smtClean="0">
                            <a:latin typeface="Cambria Math" panose="02040503050406030204" pitchFamily="18" charset="0"/>
                          </a:rPr>
                          <m:t>𝑖</m:t>
                        </m:r>
                        <m:r>
                          <a:rPr lang="en-US" altLang="zh-CN" b="0" i="1" smtClean="0">
                            <a:latin typeface="Cambria Math" panose="02040503050406030204" pitchFamily="18" charset="0"/>
                          </a:rPr>
                          <m:t>=0</m:t>
                        </m:r>
                      </m:sub>
                      <m:sup>
                        <m:r>
                          <a:rPr lang="en-US" altLang="zh-CN" b="0" i="1" smtClean="0">
                            <a:latin typeface="Cambria Math" panose="02040503050406030204" pitchFamily="18" charset="0"/>
                          </a:rPr>
                          <m:t>𝑛</m:t>
                        </m:r>
                        <m:r>
                          <a:rPr lang="en-US" altLang="zh-CN" b="0" i="1" smtClean="0">
                            <a:latin typeface="Cambria Math" panose="02040503050406030204" pitchFamily="18" charset="0"/>
                          </a:rPr>
                          <m:t>−1</m:t>
                        </m:r>
                      </m:sup>
                      <m:e>
                        <m:r>
                          <a:rPr lang="en-US" altLang="zh-CN" i="1" smtClean="0">
                            <a:latin typeface="Cambria Math" panose="02040503050406030204" pitchFamily="18" charset="0"/>
                            <a:sym typeface="Symbol" panose="05050102010706020507" pitchFamily="18" charset="2"/>
                          </a:rPr>
                          <m:t></m:t>
                        </m:r>
                        <m:r>
                          <a:rPr lang="en-US" altLang="zh-CN" b="0" i="1" smtClean="0">
                            <a:latin typeface="Cambria Math" panose="02040503050406030204" pitchFamily="18" charset="0"/>
                            <a:sym typeface="Symbol" panose="05050102010706020507" pitchFamily="18" charset="2"/>
                          </a:rPr>
                          <m:t>𝑙𝑜𝑔</m:t>
                        </m:r>
                        <m:r>
                          <a:rPr lang="en-US" altLang="zh-CN" b="0" i="1" baseline="-25000" smtClean="0">
                            <a:latin typeface="Cambria Math" panose="02040503050406030204" pitchFamily="18" charset="0"/>
                            <a:sym typeface="Symbol" panose="05050102010706020507" pitchFamily="18" charset="2"/>
                          </a:rPr>
                          <m:t>2</m:t>
                        </m:r>
                        <m:r>
                          <a:rPr lang="en-US" altLang="zh-CN" b="0" i="1" smtClean="0">
                            <a:latin typeface="Cambria Math" panose="02040503050406030204" pitchFamily="18" charset="0"/>
                            <a:sym typeface="Symbol" panose="05050102010706020507" pitchFamily="18" charset="2"/>
                          </a:rPr>
                          <m:t>(</m:t>
                        </m:r>
                        <m:r>
                          <a:rPr lang="en-US" altLang="zh-CN" b="0" i="1" smtClean="0">
                            <a:latin typeface="Cambria Math" panose="02040503050406030204" pitchFamily="18" charset="0"/>
                            <a:sym typeface="Symbol" panose="05050102010706020507" pitchFamily="18" charset="2"/>
                          </a:rPr>
                          <m:t>𝑖</m:t>
                        </m:r>
                        <m:r>
                          <a:rPr lang="en-US" altLang="zh-CN" b="0" i="1" smtClean="0">
                            <a:latin typeface="Cambria Math" panose="02040503050406030204" pitchFamily="18" charset="0"/>
                            <a:sym typeface="Symbol" panose="05050102010706020507" pitchFamily="18" charset="2"/>
                          </a:rPr>
                          <m:t>+1)</m:t>
                        </m:r>
                      </m:e>
                    </m:nary>
                  </m:oMath>
                </a14:m>
                <a:endParaRPr lang="en-US" altLang="zh-CN" dirty="0"/>
              </a:p>
              <a:p>
                <a:pPr marL="0" indent="0">
                  <a:buNone/>
                </a:pPr>
                <a:r>
                  <a:rPr lang="en-US" altLang="zh-CN" dirty="0"/>
                  <a:t>           =0 + 1 + 1 + 2 + 2 + 2 + 2 + 3 + 3 + …</a:t>
                </a:r>
              </a:p>
              <a:p>
                <a:endParaRPr lang="zh-CN" altLang="en-US" dirty="0"/>
              </a:p>
            </p:txBody>
          </p:sp>
        </mc:Choice>
        <mc:Fallback xmlns="">
          <p:sp>
            <p:nvSpPr>
              <p:cNvPr id="3" name="内容占位符 2">
                <a:extLst>
                  <a:ext uri="{FF2B5EF4-FFF2-40B4-BE49-F238E27FC236}">
                    <a16:creationId xmlns:a16="http://schemas.microsoft.com/office/drawing/2014/main" id="{94EE774C-FAC0-4C11-840A-3716F75B4C17}"/>
                  </a:ext>
                </a:extLst>
              </p:cNvPr>
              <p:cNvSpPr>
                <a:spLocks noGrp="1" noRot="1" noChangeAspect="1" noMove="1" noResize="1" noEditPoints="1" noAdjustHandles="1" noChangeArrowheads="1" noChangeShapeType="1" noTextEdit="1"/>
              </p:cNvSpPr>
              <p:nvPr>
                <p:ph idx="1"/>
              </p:nvPr>
            </p:nvSpPr>
            <p:spPr>
              <a:xfrm>
                <a:off x="628650" y="1825625"/>
                <a:ext cx="7886700" cy="3259559"/>
              </a:xfrm>
              <a:blipFill>
                <a:blip r:embed="rId2"/>
                <a:stretch>
                  <a:fillRect l="-1391" t="-4299" r="-773" b="-2243"/>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D0F71836-DF1B-A37C-9256-F58EEF40213D}"/>
              </a:ext>
            </a:extLst>
          </p:cNvPr>
          <p:cNvSpPr>
            <a:spLocks noGrp="1"/>
          </p:cNvSpPr>
          <p:nvPr>
            <p:ph type="sldNum" sz="quarter" idx="12"/>
          </p:nvPr>
        </p:nvSpPr>
        <p:spPr/>
        <p:txBody>
          <a:bodyPr/>
          <a:lstStyle/>
          <a:p>
            <a:pPr>
              <a:defRPr/>
            </a:pPr>
            <a:fld id="{A598D83B-EE2A-4F12-B129-1EDE84DF129B}" type="slidenum">
              <a:rPr lang="en-US" altLang="zh-CN" smtClean="0"/>
              <a:pPr>
                <a:defRPr/>
              </a:pPr>
              <a:t>131</a:t>
            </a:fld>
            <a:endParaRPr lang="en-US" altLang="zh-CN"/>
          </a:p>
        </p:txBody>
      </p:sp>
    </p:spTree>
  </p:cSld>
  <p:clrMapOvr>
    <a:masterClrMapping/>
  </p:clrMapOvr>
  <p:transition>
    <p:split/>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F38A422D-DE25-4A86-8666-4F4029BF950B}"/>
              </a:ext>
            </a:extLst>
          </p:cNvPr>
          <p:cNvGrpSpPr/>
          <p:nvPr/>
        </p:nvGrpSpPr>
        <p:grpSpPr>
          <a:xfrm>
            <a:off x="755576" y="990600"/>
            <a:ext cx="7397750" cy="4876800"/>
            <a:chOff x="831850" y="533400"/>
            <a:chExt cx="7397750" cy="4876800"/>
          </a:xfrm>
        </p:grpSpPr>
        <p:sp>
          <p:nvSpPr>
            <p:cNvPr id="145410" name="Line 22">
              <a:extLst>
                <a:ext uri="{FF2B5EF4-FFF2-40B4-BE49-F238E27FC236}">
                  <a16:creationId xmlns:a16="http://schemas.microsoft.com/office/drawing/2014/main" id="{DD3E5CCE-9220-674D-8B3C-BDA1C9E33505}"/>
                </a:ext>
              </a:extLst>
            </p:cNvPr>
            <p:cNvSpPr>
              <a:spLocks noChangeShapeType="1"/>
            </p:cNvSpPr>
            <p:nvPr/>
          </p:nvSpPr>
          <p:spPr bwMode="auto">
            <a:xfrm flipH="1">
              <a:off x="3048000" y="1600200"/>
              <a:ext cx="381000" cy="6096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11" name="Line 21">
              <a:extLst>
                <a:ext uri="{FF2B5EF4-FFF2-40B4-BE49-F238E27FC236}">
                  <a16:creationId xmlns:a16="http://schemas.microsoft.com/office/drawing/2014/main" id="{B1D05986-420B-8859-94D9-BBD063E655D3}"/>
                </a:ext>
              </a:extLst>
            </p:cNvPr>
            <p:cNvSpPr>
              <a:spLocks noChangeShapeType="1"/>
            </p:cNvSpPr>
            <p:nvPr/>
          </p:nvSpPr>
          <p:spPr bwMode="auto">
            <a:xfrm>
              <a:off x="2209800" y="1676400"/>
              <a:ext cx="152400" cy="3810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12" name="Line 20">
              <a:extLst>
                <a:ext uri="{FF2B5EF4-FFF2-40B4-BE49-F238E27FC236}">
                  <a16:creationId xmlns:a16="http://schemas.microsoft.com/office/drawing/2014/main" id="{32E886BA-FC6B-271B-D2CA-5CEA5E5DA44B}"/>
                </a:ext>
              </a:extLst>
            </p:cNvPr>
            <p:cNvSpPr>
              <a:spLocks noChangeShapeType="1"/>
            </p:cNvSpPr>
            <p:nvPr/>
          </p:nvSpPr>
          <p:spPr bwMode="auto">
            <a:xfrm>
              <a:off x="2895600" y="990600"/>
              <a:ext cx="1066800" cy="11430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13" name="Line 19">
              <a:extLst>
                <a:ext uri="{FF2B5EF4-FFF2-40B4-BE49-F238E27FC236}">
                  <a16:creationId xmlns:a16="http://schemas.microsoft.com/office/drawing/2014/main" id="{D747FACB-5A50-E706-DE08-389C3BBF021D}"/>
                </a:ext>
              </a:extLst>
            </p:cNvPr>
            <p:cNvSpPr>
              <a:spLocks noChangeShapeType="1"/>
            </p:cNvSpPr>
            <p:nvPr/>
          </p:nvSpPr>
          <p:spPr bwMode="auto">
            <a:xfrm flipH="1">
              <a:off x="990600" y="914400"/>
              <a:ext cx="1676400" cy="20574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14" name="Oval 7">
              <a:extLst>
                <a:ext uri="{FF2B5EF4-FFF2-40B4-BE49-F238E27FC236}">
                  <a16:creationId xmlns:a16="http://schemas.microsoft.com/office/drawing/2014/main" id="{E0EA8FED-FC8A-25E7-405B-11FBFB5DA318}"/>
                </a:ext>
              </a:extLst>
            </p:cNvPr>
            <p:cNvSpPr>
              <a:spLocks noChangeArrowheads="1"/>
            </p:cNvSpPr>
            <p:nvPr/>
          </p:nvSpPr>
          <p:spPr bwMode="auto">
            <a:xfrm>
              <a:off x="2514600" y="609600"/>
              <a:ext cx="457200" cy="4572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5415" name="Oval 8">
              <a:extLst>
                <a:ext uri="{FF2B5EF4-FFF2-40B4-BE49-F238E27FC236}">
                  <a16:creationId xmlns:a16="http://schemas.microsoft.com/office/drawing/2014/main" id="{A57F29F5-8676-AC1B-145F-088AD9AF4EA1}"/>
                </a:ext>
              </a:extLst>
            </p:cNvPr>
            <p:cNvSpPr>
              <a:spLocks noChangeArrowheads="1"/>
            </p:cNvSpPr>
            <p:nvPr/>
          </p:nvSpPr>
          <p:spPr bwMode="auto">
            <a:xfrm>
              <a:off x="1905000" y="1295400"/>
              <a:ext cx="457200" cy="4572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5416" name="Oval 9">
              <a:extLst>
                <a:ext uri="{FF2B5EF4-FFF2-40B4-BE49-F238E27FC236}">
                  <a16:creationId xmlns:a16="http://schemas.microsoft.com/office/drawing/2014/main" id="{158D1EF3-FDB7-4FFB-2463-67A4EE28CD6E}"/>
                </a:ext>
              </a:extLst>
            </p:cNvPr>
            <p:cNvSpPr>
              <a:spLocks noChangeArrowheads="1"/>
            </p:cNvSpPr>
            <p:nvPr/>
          </p:nvSpPr>
          <p:spPr bwMode="auto">
            <a:xfrm>
              <a:off x="3200400" y="1295400"/>
              <a:ext cx="457200" cy="4572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5417" name="Oval 10">
              <a:extLst>
                <a:ext uri="{FF2B5EF4-FFF2-40B4-BE49-F238E27FC236}">
                  <a16:creationId xmlns:a16="http://schemas.microsoft.com/office/drawing/2014/main" id="{7D08ACFB-3072-BA81-CEAD-F04B70B5B4C1}"/>
                </a:ext>
              </a:extLst>
            </p:cNvPr>
            <p:cNvSpPr>
              <a:spLocks noChangeArrowheads="1"/>
            </p:cNvSpPr>
            <p:nvPr/>
          </p:nvSpPr>
          <p:spPr bwMode="auto">
            <a:xfrm>
              <a:off x="1371600" y="1981200"/>
              <a:ext cx="457200" cy="4572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5418" name="Oval 15">
              <a:extLst>
                <a:ext uri="{FF2B5EF4-FFF2-40B4-BE49-F238E27FC236}">
                  <a16:creationId xmlns:a16="http://schemas.microsoft.com/office/drawing/2014/main" id="{A49407EC-882A-1F9A-32F5-B7886739D95F}"/>
                </a:ext>
              </a:extLst>
            </p:cNvPr>
            <p:cNvSpPr>
              <a:spLocks noChangeArrowheads="1"/>
            </p:cNvSpPr>
            <p:nvPr/>
          </p:nvSpPr>
          <p:spPr bwMode="auto">
            <a:xfrm>
              <a:off x="2209800" y="1981200"/>
              <a:ext cx="457200" cy="4572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5419" name="Oval 16">
              <a:extLst>
                <a:ext uri="{FF2B5EF4-FFF2-40B4-BE49-F238E27FC236}">
                  <a16:creationId xmlns:a16="http://schemas.microsoft.com/office/drawing/2014/main" id="{A30FF8A8-951B-71A5-106D-355322E8BFF1}"/>
                </a:ext>
              </a:extLst>
            </p:cNvPr>
            <p:cNvSpPr>
              <a:spLocks noChangeArrowheads="1"/>
            </p:cNvSpPr>
            <p:nvPr/>
          </p:nvSpPr>
          <p:spPr bwMode="auto">
            <a:xfrm>
              <a:off x="2819400" y="1981200"/>
              <a:ext cx="457200" cy="4572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5420" name="Oval 17">
              <a:extLst>
                <a:ext uri="{FF2B5EF4-FFF2-40B4-BE49-F238E27FC236}">
                  <a16:creationId xmlns:a16="http://schemas.microsoft.com/office/drawing/2014/main" id="{B1D519C4-54A5-99AF-ACA9-1F2D9F15EE79}"/>
                </a:ext>
              </a:extLst>
            </p:cNvPr>
            <p:cNvSpPr>
              <a:spLocks noChangeArrowheads="1"/>
            </p:cNvSpPr>
            <p:nvPr/>
          </p:nvSpPr>
          <p:spPr bwMode="auto">
            <a:xfrm>
              <a:off x="3733800" y="1981200"/>
              <a:ext cx="457200" cy="4572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5421" name="Oval 18">
              <a:extLst>
                <a:ext uri="{FF2B5EF4-FFF2-40B4-BE49-F238E27FC236}">
                  <a16:creationId xmlns:a16="http://schemas.microsoft.com/office/drawing/2014/main" id="{26799E61-86E0-C1B7-20D2-DCB9869B8715}"/>
                </a:ext>
              </a:extLst>
            </p:cNvPr>
            <p:cNvSpPr>
              <a:spLocks noChangeArrowheads="1"/>
            </p:cNvSpPr>
            <p:nvPr/>
          </p:nvSpPr>
          <p:spPr bwMode="auto">
            <a:xfrm>
              <a:off x="838200" y="2667000"/>
              <a:ext cx="457200" cy="4572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5422" name="Line 23">
              <a:extLst>
                <a:ext uri="{FF2B5EF4-FFF2-40B4-BE49-F238E27FC236}">
                  <a16:creationId xmlns:a16="http://schemas.microsoft.com/office/drawing/2014/main" id="{3E10B8A0-9D74-5E8E-10EA-129F9C388216}"/>
                </a:ext>
              </a:extLst>
            </p:cNvPr>
            <p:cNvSpPr>
              <a:spLocks noChangeShapeType="1"/>
            </p:cNvSpPr>
            <p:nvPr/>
          </p:nvSpPr>
          <p:spPr bwMode="auto">
            <a:xfrm flipH="1">
              <a:off x="6324600" y="1600200"/>
              <a:ext cx="381000" cy="6096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23" name="Line 24">
              <a:extLst>
                <a:ext uri="{FF2B5EF4-FFF2-40B4-BE49-F238E27FC236}">
                  <a16:creationId xmlns:a16="http://schemas.microsoft.com/office/drawing/2014/main" id="{CB0009B0-E763-EAB6-985D-15CECD545F8C}"/>
                </a:ext>
              </a:extLst>
            </p:cNvPr>
            <p:cNvSpPr>
              <a:spLocks noChangeShapeType="1"/>
            </p:cNvSpPr>
            <p:nvPr/>
          </p:nvSpPr>
          <p:spPr bwMode="auto">
            <a:xfrm flipH="1">
              <a:off x="6629400" y="2362200"/>
              <a:ext cx="609600" cy="11430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24" name="Line 25">
              <a:extLst>
                <a:ext uri="{FF2B5EF4-FFF2-40B4-BE49-F238E27FC236}">
                  <a16:creationId xmlns:a16="http://schemas.microsoft.com/office/drawing/2014/main" id="{5647B2B4-2A1F-A393-41F5-D39BF54538FE}"/>
                </a:ext>
              </a:extLst>
            </p:cNvPr>
            <p:cNvSpPr>
              <a:spLocks noChangeShapeType="1"/>
            </p:cNvSpPr>
            <p:nvPr/>
          </p:nvSpPr>
          <p:spPr bwMode="auto">
            <a:xfrm>
              <a:off x="6324600" y="990600"/>
              <a:ext cx="1600200" cy="18288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25" name="Line 26">
              <a:extLst>
                <a:ext uri="{FF2B5EF4-FFF2-40B4-BE49-F238E27FC236}">
                  <a16:creationId xmlns:a16="http://schemas.microsoft.com/office/drawing/2014/main" id="{1892D1FE-B302-2A07-51B6-199BC9C92737}"/>
                </a:ext>
              </a:extLst>
            </p:cNvPr>
            <p:cNvSpPr>
              <a:spLocks noChangeShapeType="1"/>
            </p:cNvSpPr>
            <p:nvPr/>
          </p:nvSpPr>
          <p:spPr bwMode="auto">
            <a:xfrm flipH="1">
              <a:off x="5638800" y="914400"/>
              <a:ext cx="457200" cy="5334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26" name="Oval 27">
              <a:extLst>
                <a:ext uri="{FF2B5EF4-FFF2-40B4-BE49-F238E27FC236}">
                  <a16:creationId xmlns:a16="http://schemas.microsoft.com/office/drawing/2014/main" id="{C8095508-4573-00A1-032E-97D7785AA95F}"/>
                </a:ext>
              </a:extLst>
            </p:cNvPr>
            <p:cNvSpPr>
              <a:spLocks noChangeArrowheads="1"/>
            </p:cNvSpPr>
            <p:nvPr/>
          </p:nvSpPr>
          <p:spPr bwMode="auto">
            <a:xfrm>
              <a:off x="5943600" y="609600"/>
              <a:ext cx="457200" cy="4572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5427" name="Oval 28">
              <a:extLst>
                <a:ext uri="{FF2B5EF4-FFF2-40B4-BE49-F238E27FC236}">
                  <a16:creationId xmlns:a16="http://schemas.microsoft.com/office/drawing/2014/main" id="{2662C636-6233-3A7D-7B0E-0ED6C1524A00}"/>
                </a:ext>
              </a:extLst>
            </p:cNvPr>
            <p:cNvSpPr>
              <a:spLocks noChangeArrowheads="1"/>
            </p:cNvSpPr>
            <p:nvPr/>
          </p:nvSpPr>
          <p:spPr bwMode="auto">
            <a:xfrm>
              <a:off x="5334000" y="1295400"/>
              <a:ext cx="457200" cy="4572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5428" name="Oval 29">
              <a:extLst>
                <a:ext uri="{FF2B5EF4-FFF2-40B4-BE49-F238E27FC236}">
                  <a16:creationId xmlns:a16="http://schemas.microsoft.com/office/drawing/2014/main" id="{0FCCB824-6791-2476-FA17-8C6B3991120F}"/>
                </a:ext>
              </a:extLst>
            </p:cNvPr>
            <p:cNvSpPr>
              <a:spLocks noChangeArrowheads="1"/>
            </p:cNvSpPr>
            <p:nvPr/>
          </p:nvSpPr>
          <p:spPr bwMode="auto">
            <a:xfrm>
              <a:off x="6553200" y="1295400"/>
              <a:ext cx="457200" cy="4572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5429" name="Oval 31">
              <a:extLst>
                <a:ext uri="{FF2B5EF4-FFF2-40B4-BE49-F238E27FC236}">
                  <a16:creationId xmlns:a16="http://schemas.microsoft.com/office/drawing/2014/main" id="{B6871811-B859-0CD1-7BB0-BF8F873A73EE}"/>
                </a:ext>
              </a:extLst>
            </p:cNvPr>
            <p:cNvSpPr>
              <a:spLocks noChangeArrowheads="1"/>
            </p:cNvSpPr>
            <p:nvPr/>
          </p:nvSpPr>
          <p:spPr bwMode="auto">
            <a:xfrm>
              <a:off x="6705600" y="2667000"/>
              <a:ext cx="457200" cy="4572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5430" name="Oval 32">
              <a:extLst>
                <a:ext uri="{FF2B5EF4-FFF2-40B4-BE49-F238E27FC236}">
                  <a16:creationId xmlns:a16="http://schemas.microsoft.com/office/drawing/2014/main" id="{87831EAB-2B6F-D0A7-2343-C66D55397DDF}"/>
                </a:ext>
              </a:extLst>
            </p:cNvPr>
            <p:cNvSpPr>
              <a:spLocks noChangeArrowheads="1"/>
            </p:cNvSpPr>
            <p:nvPr/>
          </p:nvSpPr>
          <p:spPr bwMode="auto">
            <a:xfrm>
              <a:off x="6096000" y="1981200"/>
              <a:ext cx="457200" cy="4572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5431" name="Oval 33">
              <a:extLst>
                <a:ext uri="{FF2B5EF4-FFF2-40B4-BE49-F238E27FC236}">
                  <a16:creationId xmlns:a16="http://schemas.microsoft.com/office/drawing/2014/main" id="{9473D7A9-9F21-D4C9-E00A-114D8B85FA36}"/>
                </a:ext>
              </a:extLst>
            </p:cNvPr>
            <p:cNvSpPr>
              <a:spLocks noChangeArrowheads="1"/>
            </p:cNvSpPr>
            <p:nvPr/>
          </p:nvSpPr>
          <p:spPr bwMode="auto">
            <a:xfrm>
              <a:off x="7086600" y="1981200"/>
              <a:ext cx="457200" cy="4572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5432" name="Oval 34">
              <a:extLst>
                <a:ext uri="{FF2B5EF4-FFF2-40B4-BE49-F238E27FC236}">
                  <a16:creationId xmlns:a16="http://schemas.microsoft.com/office/drawing/2014/main" id="{16252270-1948-8BB3-1BC8-D3075B5A1ABE}"/>
                </a:ext>
              </a:extLst>
            </p:cNvPr>
            <p:cNvSpPr>
              <a:spLocks noChangeArrowheads="1"/>
            </p:cNvSpPr>
            <p:nvPr/>
          </p:nvSpPr>
          <p:spPr bwMode="auto">
            <a:xfrm>
              <a:off x="7696200" y="2667000"/>
              <a:ext cx="457200" cy="4572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5433" name="Oval 35">
              <a:extLst>
                <a:ext uri="{FF2B5EF4-FFF2-40B4-BE49-F238E27FC236}">
                  <a16:creationId xmlns:a16="http://schemas.microsoft.com/office/drawing/2014/main" id="{59CB9EE7-D39B-A4E6-97F1-70E48E753969}"/>
                </a:ext>
              </a:extLst>
            </p:cNvPr>
            <p:cNvSpPr>
              <a:spLocks noChangeArrowheads="1"/>
            </p:cNvSpPr>
            <p:nvPr/>
          </p:nvSpPr>
          <p:spPr bwMode="auto">
            <a:xfrm>
              <a:off x="6324600" y="3429000"/>
              <a:ext cx="457200" cy="4572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5434" name="Text Box 36">
              <a:extLst>
                <a:ext uri="{FF2B5EF4-FFF2-40B4-BE49-F238E27FC236}">
                  <a16:creationId xmlns:a16="http://schemas.microsoft.com/office/drawing/2014/main" id="{06C95B75-F671-98E5-6E50-68C53570493A}"/>
                </a:ext>
              </a:extLst>
            </p:cNvPr>
            <p:cNvSpPr txBox="1">
              <a:spLocks noChangeArrowheads="1"/>
            </p:cNvSpPr>
            <p:nvPr/>
          </p:nvSpPr>
          <p:spPr bwMode="auto">
            <a:xfrm>
              <a:off x="2508250" y="533400"/>
              <a:ext cx="539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45435" name="Text Box 37">
              <a:extLst>
                <a:ext uri="{FF2B5EF4-FFF2-40B4-BE49-F238E27FC236}">
                  <a16:creationId xmlns:a16="http://schemas.microsoft.com/office/drawing/2014/main" id="{23CC06D8-53D6-9EDB-A277-01AB3CA40423}"/>
                </a:ext>
              </a:extLst>
            </p:cNvPr>
            <p:cNvSpPr txBox="1">
              <a:spLocks noChangeArrowheads="1"/>
            </p:cNvSpPr>
            <p:nvPr/>
          </p:nvSpPr>
          <p:spPr bwMode="auto">
            <a:xfrm>
              <a:off x="5937250" y="533400"/>
              <a:ext cx="539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45436" name="Text Box 38">
              <a:extLst>
                <a:ext uri="{FF2B5EF4-FFF2-40B4-BE49-F238E27FC236}">
                  <a16:creationId xmlns:a16="http://schemas.microsoft.com/office/drawing/2014/main" id="{677AB592-AA4C-B287-9994-427F2B35CD71}"/>
                </a:ext>
              </a:extLst>
            </p:cNvPr>
            <p:cNvSpPr txBox="1">
              <a:spLocks noChangeArrowheads="1"/>
            </p:cNvSpPr>
            <p:nvPr/>
          </p:nvSpPr>
          <p:spPr bwMode="auto">
            <a:xfrm>
              <a:off x="1905000" y="1219200"/>
              <a:ext cx="539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145437" name="Text Box 39">
              <a:extLst>
                <a:ext uri="{FF2B5EF4-FFF2-40B4-BE49-F238E27FC236}">
                  <a16:creationId xmlns:a16="http://schemas.microsoft.com/office/drawing/2014/main" id="{B28A7DF2-AD47-8E5D-A66F-11900DC365E5}"/>
                </a:ext>
              </a:extLst>
            </p:cNvPr>
            <p:cNvSpPr txBox="1">
              <a:spLocks noChangeArrowheads="1"/>
            </p:cNvSpPr>
            <p:nvPr/>
          </p:nvSpPr>
          <p:spPr bwMode="auto">
            <a:xfrm>
              <a:off x="5327650" y="1219200"/>
              <a:ext cx="539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145438" name="Text Box 40">
              <a:extLst>
                <a:ext uri="{FF2B5EF4-FFF2-40B4-BE49-F238E27FC236}">
                  <a16:creationId xmlns:a16="http://schemas.microsoft.com/office/drawing/2014/main" id="{5463AE2E-AEA9-8F37-1C68-B853B070B458}"/>
                </a:ext>
              </a:extLst>
            </p:cNvPr>
            <p:cNvSpPr txBox="1">
              <a:spLocks noChangeArrowheads="1"/>
            </p:cNvSpPr>
            <p:nvPr/>
          </p:nvSpPr>
          <p:spPr bwMode="auto">
            <a:xfrm>
              <a:off x="3194050" y="1219200"/>
              <a:ext cx="539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145439" name="Text Box 41">
              <a:extLst>
                <a:ext uri="{FF2B5EF4-FFF2-40B4-BE49-F238E27FC236}">
                  <a16:creationId xmlns:a16="http://schemas.microsoft.com/office/drawing/2014/main" id="{4E96788F-B6A0-F146-5BBD-7AE2F6FF1DE5}"/>
                </a:ext>
              </a:extLst>
            </p:cNvPr>
            <p:cNvSpPr txBox="1">
              <a:spLocks noChangeArrowheads="1"/>
            </p:cNvSpPr>
            <p:nvPr/>
          </p:nvSpPr>
          <p:spPr bwMode="auto">
            <a:xfrm>
              <a:off x="6546850" y="1219200"/>
              <a:ext cx="539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145440" name="Text Box 42">
              <a:extLst>
                <a:ext uri="{FF2B5EF4-FFF2-40B4-BE49-F238E27FC236}">
                  <a16:creationId xmlns:a16="http://schemas.microsoft.com/office/drawing/2014/main" id="{81EC85D8-4F4C-CAEC-47C3-EF3A8A797EFA}"/>
                </a:ext>
              </a:extLst>
            </p:cNvPr>
            <p:cNvSpPr txBox="1">
              <a:spLocks noChangeArrowheads="1"/>
            </p:cNvSpPr>
            <p:nvPr/>
          </p:nvSpPr>
          <p:spPr bwMode="auto">
            <a:xfrm>
              <a:off x="1295400" y="1905000"/>
              <a:ext cx="539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4</a:t>
              </a:r>
              <a:endParaRPr kumimoji="1" lang="en-US" altLang="zh-CN" sz="2400">
                <a:latin typeface="Times New Roman" panose="02020603050405020304" pitchFamily="18" charset="0"/>
                <a:ea typeface="宋体" panose="02010600030101010101" pitchFamily="2" charset="-122"/>
              </a:endParaRPr>
            </a:p>
          </p:txBody>
        </p:sp>
        <p:sp>
          <p:nvSpPr>
            <p:cNvPr id="145441" name="Text Box 43">
              <a:extLst>
                <a:ext uri="{FF2B5EF4-FFF2-40B4-BE49-F238E27FC236}">
                  <a16:creationId xmlns:a16="http://schemas.microsoft.com/office/drawing/2014/main" id="{F0F6234D-6038-75D4-4549-0699E8B4FEC1}"/>
                </a:ext>
              </a:extLst>
            </p:cNvPr>
            <p:cNvSpPr txBox="1">
              <a:spLocks noChangeArrowheads="1"/>
            </p:cNvSpPr>
            <p:nvPr/>
          </p:nvSpPr>
          <p:spPr bwMode="auto">
            <a:xfrm>
              <a:off x="6019800" y="1905000"/>
              <a:ext cx="539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4</a:t>
              </a:r>
              <a:endParaRPr kumimoji="1" lang="en-US" altLang="zh-CN" sz="2400">
                <a:latin typeface="Times New Roman" panose="02020603050405020304" pitchFamily="18" charset="0"/>
                <a:ea typeface="宋体" panose="02010600030101010101" pitchFamily="2" charset="-122"/>
              </a:endParaRPr>
            </a:p>
          </p:txBody>
        </p:sp>
        <p:sp>
          <p:nvSpPr>
            <p:cNvPr id="145442" name="Text Box 44">
              <a:extLst>
                <a:ext uri="{FF2B5EF4-FFF2-40B4-BE49-F238E27FC236}">
                  <a16:creationId xmlns:a16="http://schemas.microsoft.com/office/drawing/2014/main" id="{D2F52BE8-91E0-381B-3757-F143F0925E3D}"/>
                </a:ext>
              </a:extLst>
            </p:cNvPr>
            <p:cNvSpPr txBox="1">
              <a:spLocks noChangeArrowheads="1"/>
            </p:cNvSpPr>
            <p:nvPr/>
          </p:nvSpPr>
          <p:spPr bwMode="auto">
            <a:xfrm>
              <a:off x="2133600" y="1905000"/>
              <a:ext cx="539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145443" name="Text Box 45">
              <a:extLst>
                <a:ext uri="{FF2B5EF4-FFF2-40B4-BE49-F238E27FC236}">
                  <a16:creationId xmlns:a16="http://schemas.microsoft.com/office/drawing/2014/main" id="{FB53FF3D-78CB-03F6-4360-58674970604B}"/>
                </a:ext>
              </a:extLst>
            </p:cNvPr>
            <p:cNvSpPr txBox="1">
              <a:spLocks noChangeArrowheads="1"/>
            </p:cNvSpPr>
            <p:nvPr/>
          </p:nvSpPr>
          <p:spPr bwMode="auto">
            <a:xfrm>
              <a:off x="7010400" y="1905000"/>
              <a:ext cx="539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145444" name="Text Box 46">
              <a:extLst>
                <a:ext uri="{FF2B5EF4-FFF2-40B4-BE49-F238E27FC236}">
                  <a16:creationId xmlns:a16="http://schemas.microsoft.com/office/drawing/2014/main" id="{D94F6B9D-6FB0-73B1-58E8-35C54B2CBD1B}"/>
                </a:ext>
              </a:extLst>
            </p:cNvPr>
            <p:cNvSpPr txBox="1">
              <a:spLocks noChangeArrowheads="1"/>
            </p:cNvSpPr>
            <p:nvPr/>
          </p:nvSpPr>
          <p:spPr bwMode="auto">
            <a:xfrm>
              <a:off x="2813050" y="1905000"/>
              <a:ext cx="539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6</a:t>
              </a:r>
              <a:endParaRPr kumimoji="1" lang="en-US" altLang="zh-CN" sz="2400">
                <a:latin typeface="Times New Roman" panose="02020603050405020304" pitchFamily="18" charset="0"/>
                <a:ea typeface="宋体" panose="02010600030101010101" pitchFamily="2" charset="-122"/>
              </a:endParaRPr>
            </a:p>
          </p:txBody>
        </p:sp>
        <p:sp>
          <p:nvSpPr>
            <p:cNvPr id="145445" name="Text Box 47">
              <a:extLst>
                <a:ext uri="{FF2B5EF4-FFF2-40B4-BE49-F238E27FC236}">
                  <a16:creationId xmlns:a16="http://schemas.microsoft.com/office/drawing/2014/main" id="{DFA0CEF9-14E8-1022-5645-CE87EAA10626}"/>
                </a:ext>
              </a:extLst>
            </p:cNvPr>
            <p:cNvSpPr txBox="1">
              <a:spLocks noChangeArrowheads="1"/>
            </p:cNvSpPr>
            <p:nvPr/>
          </p:nvSpPr>
          <p:spPr bwMode="auto">
            <a:xfrm>
              <a:off x="6629400" y="2590800"/>
              <a:ext cx="539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6</a:t>
              </a:r>
              <a:endParaRPr kumimoji="1" lang="en-US" altLang="zh-CN" sz="2400">
                <a:latin typeface="Times New Roman" panose="02020603050405020304" pitchFamily="18" charset="0"/>
                <a:ea typeface="宋体" panose="02010600030101010101" pitchFamily="2" charset="-122"/>
              </a:endParaRPr>
            </a:p>
          </p:txBody>
        </p:sp>
        <p:sp>
          <p:nvSpPr>
            <p:cNvPr id="145446" name="Text Box 48">
              <a:extLst>
                <a:ext uri="{FF2B5EF4-FFF2-40B4-BE49-F238E27FC236}">
                  <a16:creationId xmlns:a16="http://schemas.microsoft.com/office/drawing/2014/main" id="{78CC8908-7C32-0373-1A4C-B0F211B87A08}"/>
                </a:ext>
              </a:extLst>
            </p:cNvPr>
            <p:cNvSpPr txBox="1">
              <a:spLocks noChangeArrowheads="1"/>
            </p:cNvSpPr>
            <p:nvPr/>
          </p:nvSpPr>
          <p:spPr bwMode="auto">
            <a:xfrm>
              <a:off x="3727450" y="1905000"/>
              <a:ext cx="539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7</a:t>
              </a:r>
              <a:endParaRPr kumimoji="1" lang="en-US" altLang="zh-CN" sz="2400">
                <a:latin typeface="Times New Roman" panose="02020603050405020304" pitchFamily="18" charset="0"/>
                <a:ea typeface="宋体" panose="02010600030101010101" pitchFamily="2" charset="-122"/>
              </a:endParaRPr>
            </a:p>
          </p:txBody>
        </p:sp>
        <p:sp>
          <p:nvSpPr>
            <p:cNvPr id="145447" name="Text Box 49">
              <a:extLst>
                <a:ext uri="{FF2B5EF4-FFF2-40B4-BE49-F238E27FC236}">
                  <a16:creationId xmlns:a16="http://schemas.microsoft.com/office/drawing/2014/main" id="{8B8D373C-D9DD-78BE-50EA-7A8FBFA3F54B}"/>
                </a:ext>
              </a:extLst>
            </p:cNvPr>
            <p:cNvSpPr txBox="1">
              <a:spLocks noChangeArrowheads="1"/>
            </p:cNvSpPr>
            <p:nvPr/>
          </p:nvSpPr>
          <p:spPr bwMode="auto">
            <a:xfrm>
              <a:off x="7689850" y="2590800"/>
              <a:ext cx="539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7</a:t>
              </a:r>
              <a:endParaRPr kumimoji="1" lang="en-US" altLang="zh-CN" sz="2400">
                <a:latin typeface="Times New Roman" panose="02020603050405020304" pitchFamily="18" charset="0"/>
                <a:ea typeface="宋体" panose="02010600030101010101" pitchFamily="2" charset="-122"/>
              </a:endParaRPr>
            </a:p>
          </p:txBody>
        </p:sp>
        <p:sp>
          <p:nvSpPr>
            <p:cNvPr id="145448" name="Text Box 50">
              <a:extLst>
                <a:ext uri="{FF2B5EF4-FFF2-40B4-BE49-F238E27FC236}">
                  <a16:creationId xmlns:a16="http://schemas.microsoft.com/office/drawing/2014/main" id="{F06D263D-6428-0C41-8263-53F5BE4CC4BB}"/>
                </a:ext>
              </a:extLst>
            </p:cNvPr>
            <p:cNvSpPr txBox="1">
              <a:spLocks noChangeArrowheads="1"/>
            </p:cNvSpPr>
            <p:nvPr/>
          </p:nvSpPr>
          <p:spPr bwMode="auto">
            <a:xfrm>
              <a:off x="831850" y="2620963"/>
              <a:ext cx="5397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8</a:t>
              </a:r>
              <a:endParaRPr kumimoji="1" lang="en-US" altLang="zh-CN" sz="2400">
                <a:latin typeface="Times New Roman" panose="02020603050405020304" pitchFamily="18" charset="0"/>
                <a:ea typeface="宋体" panose="02010600030101010101" pitchFamily="2" charset="-122"/>
              </a:endParaRPr>
            </a:p>
          </p:txBody>
        </p:sp>
        <p:sp>
          <p:nvSpPr>
            <p:cNvPr id="145449" name="Text Box 51">
              <a:extLst>
                <a:ext uri="{FF2B5EF4-FFF2-40B4-BE49-F238E27FC236}">
                  <a16:creationId xmlns:a16="http://schemas.microsoft.com/office/drawing/2014/main" id="{3F77A9FA-6607-EB47-D2E5-50D27AC446B3}"/>
                </a:ext>
              </a:extLst>
            </p:cNvPr>
            <p:cNvSpPr txBox="1">
              <a:spLocks noChangeArrowheads="1"/>
            </p:cNvSpPr>
            <p:nvPr/>
          </p:nvSpPr>
          <p:spPr bwMode="auto">
            <a:xfrm>
              <a:off x="6318250" y="3352800"/>
              <a:ext cx="539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8</a:t>
              </a:r>
              <a:endParaRPr kumimoji="1" lang="en-US" altLang="zh-CN" sz="2400">
                <a:latin typeface="Times New Roman" panose="02020603050405020304" pitchFamily="18" charset="0"/>
                <a:ea typeface="宋体" panose="02010600030101010101" pitchFamily="2" charset="-122"/>
              </a:endParaRPr>
            </a:p>
          </p:txBody>
        </p:sp>
        <p:sp>
          <p:nvSpPr>
            <p:cNvPr id="313396" name="Text Box 52">
              <a:extLst>
                <a:ext uri="{FF2B5EF4-FFF2-40B4-BE49-F238E27FC236}">
                  <a16:creationId xmlns:a16="http://schemas.microsoft.com/office/drawing/2014/main" id="{3B32FD7E-3B2E-511F-889B-EAC3FD3AB405}"/>
                </a:ext>
              </a:extLst>
            </p:cNvPr>
            <p:cNvSpPr txBox="1">
              <a:spLocks noChangeArrowheads="1"/>
            </p:cNvSpPr>
            <p:nvPr/>
          </p:nvSpPr>
          <p:spPr bwMode="auto">
            <a:xfrm>
              <a:off x="838200" y="3322638"/>
              <a:ext cx="2708275" cy="1554162"/>
            </a:xfrm>
            <a:prstGeom prst="rect">
              <a:avLst/>
            </a:prstGeom>
            <a:noFill/>
            <a:ln w="38100">
              <a:noFill/>
              <a:miter lim="800000"/>
              <a:headEnd/>
              <a:tailEnd/>
            </a:ln>
            <a:effectLst/>
          </p:spPr>
          <p:txBody>
            <a:bodyPr wrap="none" anchor="ctr">
              <a:spAutoFit/>
            </a:bodyPr>
            <a:lstStyle/>
            <a:p>
              <a:pPr algn="ctr" eaLnBrk="1" fontAlgn="auto" hangingPunct="1">
                <a:spcBef>
                  <a:spcPts val="0"/>
                </a:spcBef>
                <a:spcAft>
                  <a:spcPts val="0"/>
                </a:spcAft>
                <a:defRPr/>
              </a:pPr>
              <a:r>
                <a:rPr lang="zh-CN" altLang="en-US" sz="3200" dirty="0">
                  <a:solidFill>
                    <a:srgbClr val="009900"/>
                  </a:solidFill>
                  <a:effectLst>
                    <a:outerShdw blurRad="38100" dist="38100" dir="2700000" algn="tl">
                      <a:srgbClr val="C0C0C0"/>
                    </a:outerShdw>
                  </a:effectLst>
                  <a:latin typeface="Times New Roman" charset="0"/>
                  <a:ea typeface="仿宋_GB2312" pitchFamily="49" charset="-122"/>
                </a:rPr>
                <a:t>树的路径长度</a:t>
              </a:r>
              <a:endParaRPr lang="zh-CN" altLang="en-US" sz="3200" dirty="0">
                <a:solidFill>
                  <a:srgbClr val="009900"/>
                </a:solidFill>
                <a:latin typeface="Times New Roman" charset="0"/>
                <a:ea typeface="仿宋_GB2312" pitchFamily="49" charset="-122"/>
              </a:endParaRPr>
            </a:p>
            <a:p>
              <a:pPr algn="ctr" eaLnBrk="1" fontAlgn="auto" hangingPunct="1">
                <a:spcBef>
                  <a:spcPts val="0"/>
                </a:spcBef>
                <a:spcAft>
                  <a:spcPts val="0"/>
                </a:spcAft>
                <a:defRPr/>
              </a:pPr>
              <a:r>
                <a:rPr lang="en-US" altLang="zh-CN" sz="3200" dirty="0">
                  <a:solidFill>
                    <a:schemeClr val="tx2"/>
                  </a:solidFill>
                  <a:latin typeface="Times New Roman" charset="0"/>
                  <a:ea typeface="仿宋_GB2312" pitchFamily="49" charset="-122"/>
                </a:rPr>
                <a:t>PL = 0+1*2+</a:t>
              </a:r>
            </a:p>
            <a:p>
              <a:pPr algn="ctr" eaLnBrk="1" fontAlgn="auto" hangingPunct="1">
                <a:spcBef>
                  <a:spcPts val="0"/>
                </a:spcBef>
                <a:spcAft>
                  <a:spcPts val="0"/>
                </a:spcAft>
                <a:defRPr/>
              </a:pPr>
              <a:r>
                <a:rPr lang="en-US" altLang="zh-CN" sz="3200" dirty="0">
                  <a:solidFill>
                    <a:schemeClr val="tx2"/>
                  </a:solidFill>
                  <a:latin typeface="Times New Roman" charset="0"/>
                  <a:ea typeface="仿宋_GB2312" pitchFamily="49" charset="-122"/>
                </a:rPr>
                <a:t>+2*4+3*1 = 13</a:t>
              </a:r>
            </a:p>
          </p:txBody>
        </p:sp>
        <p:sp>
          <p:nvSpPr>
            <p:cNvPr id="313397" name="Text Box 53">
              <a:extLst>
                <a:ext uri="{FF2B5EF4-FFF2-40B4-BE49-F238E27FC236}">
                  <a16:creationId xmlns:a16="http://schemas.microsoft.com/office/drawing/2014/main" id="{AC1E09AD-C8C6-B2A4-1427-EDC1F1DE2BD5}"/>
                </a:ext>
              </a:extLst>
            </p:cNvPr>
            <p:cNvSpPr txBox="1">
              <a:spLocks noChangeArrowheads="1"/>
            </p:cNvSpPr>
            <p:nvPr/>
          </p:nvSpPr>
          <p:spPr bwMode="auto">
            <a:xfrm>
              <a:off x="4897438" y="4003675"/>
              <a:ext cx="3255962" cy="1406525"/>
            </a:xfrm>
            <a:prstGeom prst="rect">
              <a:avLst/>
            </a:prstGeom>
            <a:noFill/>
            <a:ln w="38100">
              <a:noFill/>
              <a:miter lim="800000"/>
              <a:headEnd/>
              <a:tailEnd/>
            </a:ln>
            <a:effectLst/>
          </p:spPr>
          <p:txBody>
            <a:bodyPr wrap="none" anchor="ctr">
              <a:spAutoFit/>
            </a:bodyPr>
            <a:lstStyle/>
            <a:p>
              <a:pPr algn="ctr" eaLnBrk="1" fontAlgn="auto" hangingPunct="1">
                <a:lnSpc>
                  <a:spcPct val="90000"/>
                </a:lnSpc>
                <a:spcBef>
                  <a:spcPts val="0"/>
                </a:spcBef>
                <a:spcAft>
                  <a:spcPts val="0"/>
                </a:spcAft>
                <a:defRPr/>
              </a:pPr>
              <a:r>
                <a:rPr lang="zh-CN" altLang="en-US" sz="3200" dirty="0">
                  <a:solidFill>
                    <a:srgbClr val="009900"/>
                  </a:solidFill>
                  <a:effectLst>
                    <a:outerShdw blurRad="38100" dist="38100" dir="2700000" algn="tl">
                      <a:srgbClr val="C0C0C0"/>
                    </a:outerShdw>
                  </a:effectLst>
                  <a:latin typeface="Times New Roman" charset="0"/>
                  <a:ea typeface="仿宋_GB2312" pitchFamily="49" charset="-122"/>
                </a:rPr>
                <a:t>树的路径长度</a:t>
              </a:r>
              <a:endParaRPr lang="zh-CN" altLang="en-US" sz="3200" dirty="0">
                <a:solidFill>
                  <a:srgbClr val="009900"/>
                </a:solidFill>
                <a:latin typeface="Times New Roman" charset="0"/>
                <a:ea typeface="仿宋_GB2312" pitchFamily="49" charset="-122"/>
              </a:endParaRPr>
            </a:p>
            <a:p>
              <a:pPr algn="ctr" eaLnBrk="1" fontAlgn="auto" hangingPunct="1">
                <a:lnSpc>
                  <a:spcPct val="90000"/>
                </a:lnSpc>
                <a:spcBef>
                  <a:spcPts val="0"/>
                </a:spcBef>
                <a:spcAft>
                  <a:spcPts val="0"/>
                </a:spcAft>
                <a:defRPr/>
              </a:pPr>
              <a:r>
                <a:rPr lang="en-US" altLang="zh-CN" sz="3200" dirty="0">
                  <a:solidFill>
                    <a:schemeClr val="tx2"/>
                  </a:solidFill>
                  <a:latin typeface="Times New Roman" charset="0"/>
                  <a:ea typeface="仿宋_GB2312" pitchFamily="49" charset="-122"/>
                </a:rPr>
                <a:t>PL = 0+1*2+2*2+</a:t>
              </a:r>
            </a:p>
            <a:p>
              <a:pPr algn="ctr" eaLnBrk="1" fontAlgn="auto" hangingPunct="1">
                <a:lnSpc>
                  <a:spcPct val="90000"/>
                </a:lnSpc>
                <a:spcBef>
                  <a:spcPts val="0"/>
                </a:spcBef>
                <a:spcAft>
                  <a:spcPts val="0"/>
                </a:spcAft>
                <a:defRPr/>
              </a:pPr>
              <a:r>
                <a:rPr lang="en-US" altLang="zh-CN" sz="3200" dirty="0">
                  <a:solidFill>
                    <a:schemeClr val="tx2"/>
                  </a:solidFill>
                  <a:latin typeface="Times New Roman" charset="0"/>
                  <a:ea typeface="仿宋_GB2312" pitchFamily="49" charset="-122"/>
                </a:rPr>
                <a:t>+3*2+4*1 = 16</a:t>
              </a:r>
            </a:p>
          </p:txBody>
        </p:sp>
      </p:grpSp>
      <p:sp>
        <p:nvSpPr>
          <p:cNvPr id="2" name="灯片编号占位符 1">
            <a:extLst>
              <a:ext uri="{FF2B5EF4-FFF2-40B4-BE49-F238E27FC236}">
                <a16:creationId xmlns:a16="http://schemas.microsoft.com/office/drawing/2014/main" id="{9EB6D582-C4E2-6F77-D0C6-5470620788BD}"/>
              </a:ext>
            </a:extLst>
          </p:cNvPr>
          <p:cNvSpPr>
            <a:spLocks noGrp="1"/>
          </p:cNvSpPr>
          <p:nvPr>
            <p:ph type="sldNum" sz="quarter" idx="12"/>
          </p:nvPr>
        </p:nvSpPr>
        <p:spPr/>
        <p:txBody>
          <a:bodyPr/>
          <a:lstStyle/>
          <a:p>
            <a:pPr>
              <a:defRPr/>
            </a:pPr>
            <a:fld id="{A598D83B-EE2A-4F12-B129-1EDE84DF129B}" type="slidenum">
              <a:rPr lang="en-US" altLang="zh-CN" smtClean="0"/>
              <a:pPr>
                <a:defRPr/>
              </a:pPr>
              <a:t>132</a:t>
            </a:fld>
            <a:endParaRPr lang="en-US" altLang="zh-CN"/>
          </a:p>
        </p:txBody>
      </p:sp>
    </p:spTree>
  </p:cSld>
  <p:clrMapOvr>
    <a:masterClrMapping/>
  </p:clrMapOvr>
  <p:transition>
    <p:split/>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6434" name="Object 0">
            <a:extLst>
              <a:ext uri="{FF2B5EF4-FFF2-40B4-BE49-F238E27FC236}">
                <a16:creationId xmlns:a16="http://schemas.microsoft.com/office/drawing/2014/main" id="{644B6CA4-D2E7-FB5F-6320-7BFB82562BA2}"/>
              </a:ext>
            </a:extLst>
          </p:cNvPr>
          <p:cNvGraphicFramePr>
            <a:graphicFrameLocks noChangeAspect="1"/>
          </p:cNvGraphicFramePr>
          <p:nvPr/>
        </p:nvGraphicFramePr>
        <p:xfrm>
          <a:off x="4527550" y="1439863"/>
          <a:ext cx="287338" cy="511175"/>
        </p:xfrm>
        <a:graphic>
          <a:graphicData uri="http://schemas.openxmlformats.org/presentationml/2006/ole">
            <mc:AlternateContent xmlns:mc="http://schemas.openxmlformats.org/markup-compatibility/2006">
              <mc:Choice xmlns:v="urn:schemas-microsoft-com:vml" Requires="v">
                <p:oleObj name="公式" r:id="rId2" imgW="114151" imgH="215619" progId="Equation.3">
                  <p:embed/>
                </p:oleObj>
              </mc:Choice>
              <mc:Fallback>
                <p:oleObj name="公式" r:id="rId2" imgW="114151" imgH="215619" progId="Equation.3">
                  <p:embed/>
                  <p:pic>
                    <p:nvPicPr>
                      <p:cNvPr id="0" name="Object 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27550" y="1439863"/>
                        <a:ext cx="287338"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6438" name="Object 2">
            <a:extLst>
              <a:ext uri="{FF2B5EF4-FFF2-40B4-BE49-F238E27FC236}">
                <a16:creationId xmlns:a16="http://schemas.microsoft.com/office/drawing/2014/main" id="{A54B0336-CA01-F0DC-F113-B85D6E5C96D9}"/>
              </a:ext>
            </a:extLst>
          </p:cNvPr>
          <p:cNvGraphicFramePr>
            <a:graphicFrameLocks noChangeAspect="1"/>
          </p:cNvGraphicFramePr>
          <p:nvPr>
            <p:extLst>
              <p:ext uri="{D42A27DB-BD31-4B8C-83A1-F6EECF244321}">
                <p14:modId xmlns:p14="http://schemas.microsoft.com/office/powerpoint/2010/main" val="3352550793"/>
              </p:ext>
            </p:extLst>
          </p:nvPr>
        </p:nvGraphicFramePr>
        <p:xfrm>
          <a:off x="1835696" y="4546600"/>
          <a:ext cx="3276600" cy="1143000"/>
        </p:xfrm>
        <a:graphic>
          <a:graphicData uri="http://schemas.openxmlformats.org/presentationml/2006/ole">
            <mc:AlternateContent xmlns:mc="http://schemas.openxmlformats.org/markup-compatibility/2006">
              <mc:Choice xmlns:v="urn:schemas-microsoft-com:vml" Requires="v">
                <p:oleObj name="公式" r:id="rId4" imgW="1054100" imgH="431800" progId="Equation.3">
                  <p:embed/>
                </p:oleObj>
              </mc:Choice>
              <mc:Fallback>
                <p:oleObj name="公式" r:id="rId4" imgW="1054100" imgH="4318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35696" y="4546600"/>
                        <a:ext cx="3276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6439" name="Object 3">
            <a:extLst>
              <a:ext uri="{FF2B5EF4-FFF2-40B4-BE49-F238E27FC236}">
                <a16:creationId xmlns:a16="http://schemas.microsoft.com/office/drawing/2014/main" id="{14E00381-75AA-9E70-1169-B3404705C847}"/>
              </a:ext>
            </a:extLst>
          </p:cNvPr>
          <p:cNvGraphicFramePr>
            <a:graphicFrameLocks noChangeAspect="1"/>
          </p:cNvGraphicFramePr>
          <p:nvPr/>
        </p:nvGraphicFramePr>
        <p:xfrm>
          <a:off x="2686050" y="1487488"/>
          <a:ext cx="319088" cy="530225"/>
        </p:xfrm>
        <a:graphic>
          <a:graphicData uri="http://schemas.openxmlformats.org/presentationml/2006/ole">
            <mc:AlternateContent xmlns:mc="http://schemas.openxmlformats.org/markup-compatibility/2006">
              <mc:Choice xmlns:v="urn:schemas-microsoft-com:vml" Requires="v">
                <p:oleObj name="公式" r:id="rId6" imgW="114151" imgH="215619" progId="Equation.3">
                  <p:embed/>
                </p:oleObj>
              </mc:Choice>
              <mc:Fallback>
                <p:oleObj name="公式" r:id="rId6" imgW="114151" imgH="215619"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86050" y="1487488"/>
                        <a:ext cx="319088"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6440" name="Object 4">
            <a:extLst>
              <a:ext uri="{FF2B5EF4-FFF2-40B4-BE49-F238E27FC236}">
                <a16:creationId xmlns:a16="http://schemas.microsoft.com/office/drawing/2014/main" id="{1837524F-2A3E-4170-F197-3C1442965754}"/>
              </a:ext>
            </a:extLst>
          </p:cNvPr>
          <p:cNvGraphicFramePr>
            <a:graphicFrameLocks noChangeAspect="1"/>
          </p:cNvGraphicFramePr>
          <p:nvPr/>
        </p:nvGraphicFramePr>
        <p:xfrm>
          <a:off x="2762250" y="1411288"/>
          <a:ext cx="319088" cy="530225"/>
        </p:xfrm>
        <a:graphic>
          <a:graphicData uri="http://schemas.openxmlformats.org/presentationml/2006/ole">
            <mc:AlternateContent xmlns:mc="http://schemas.openxmlformats.org/markup-compatibility/2006">
              <mc:Choice xmlns:v="urn:schemas-microsoft-com:vml" Requires="v">
                <p:oleObj name="公式" r:id="rId7" imgW="114151" imgH="215619" progId="Equation.3">
                  <p:embed/>
                </p:oleObj>
              </mc:Choice>
              <mc:Fallback>
                <p:oleObj name="公式" r:id="rId7" imgW="114151" imgH="215619"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2250" y="1411288"/>
                        <a:ext cx="319088"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标题 4">
            <a:extLst>
              <a:ext uri="{FF2B5EF4-FFF2-40B4-BE49-F238E27FC236}">
                <a16:creationId xmlns:a16="http://schemas.microsoft.com/office/drawing/2014/main" id="{651B1DBF-1B16-4B4C-BF3C-4225C7A83422}"/>
              </a:ext>
            </a:extLst>
          </p:cNvPr>
          <p:cNvSpPr>
            <a:spLocks noGrp="1"/>
          </p:cNvSpPr>
          <p:nvPr>
            <p:ph type="title"/>
          </p:nvPr>
        </p:nvSpPr>
        <p:spPr/>
        <p:txBody>
          <a:bodyPr>
            <a:normAutofit/>
          </a:bodyPr>
          <a:lstStyle/>
          <a:p>
            <a:r>
              <a:rPr lang="zh-CN" altLang="en-US" dirty="0"/>
              <a:t>带权路径长度 </a:t>
            </a:r>
            <a:r>
              <a:rPr lang="en-US" altLang="zh-CN" dirty="0"/>
              <a:t>(Weighted Path Length, WPL)</a:t>
            </a:r>
            <a:endParaRPr lang="zh-CN" altLang="en-US" dirty="0"/>
          </a:p>
        </p:txBody>
      </p:sp>
      <p:sp>
        <p:nvSpPr>
          <p:cNvPr id="4" name="内容占位符 3">
            <a:extLst>
              <a:ext uri="{FF2B5EF4-FFF2-40B4-BE49-F238E27FC236}">
                <a16:creationId xmlns:a16="http://schemas.microsoft.com/office/drawing/2014/main" id="{F7743A6C-67CE-465C-BCA6-84936588939B}"/>
              </a:ext>
            </a:extLst>
          </p:cNvPr>
          <p:cNvSpPr>
            <a:spLocks noGrp="1"/>
          </p:cNvSpPr>
          <p:nvPr>
            <p:ph idx="1"/>
          </p:nvPr>
        </p:nvSpPr>
        <p:spPr>
          <a:xfrm>
            <a:off x="628650" y="1825625"/>
            <a:ext cx="7886700" cy="3292475"/>
          </a:xfrm>
        </p:spPr>
        <p:txBody>
          <a:bodyPr>
            <a:normAutofit/>
          </a:bodyPr>
          <a:lstStyle/>
          <a:p>
            <a:r>
              <a:rPr lang="zh-CN" altLang="en-US" dirty="0"/>
              <a:t>扩充二叉树是有</a:t>
            </a:r>
            <a:r>
              <a:rPr lang="en-US" altLang="zh-CN" dirty="0"/>
              <a:t>n</a:t>
            </a:r>
            <a:r>
              <a:rPr lang="zh-CN" altLang="en-US" dirty="0"/>
              <a:t>个叶结点的二叉树，每个叶子结点赋予一个权重。</a:t>
            </a:r>
            <a:endParaRPr lang="en-US" altLang="zh-CN" dirty="0"/>
          </a:p>
          <a:p>
            <a:r>
              <a:rPr lang="zh-CN" altLang="en-US" dirty="0"/>
              <a:t>树的带权路径长度是树的各叶结点所带的权值与该结点到根的路径长度的乘积的和。</a:t>
            </a:r>
          </a:p>
          <a:p>
            <a:endParaRPr lang="zh-CN" altLang="en-US" dirty="0"/>
          </a:p>
        </p:txBody>
      </p:sp>
      <p:sp>
        <p:nvSpPr>
          <p:cNvPr id="2" name="灯片编号占位符 1">
            <a:extLst>
              <a:ext uri="{FF2B5EF4-FFF2-40B4-BE49-F238E27FC236}">
                <a16:creationId xmlns:a16="http://schemas.microsoft.com/office/drawing/2014/main" id="{5572F589-4304-D099-8573-F067735F3A91}"/>
              </a:ext>
            </a:extLst>
          </p:cNvPr>
          <p:cNvSpPr>
            <a:spLocks noGrp="1"/>
          </p:cNvSpPr>
          <p:nvPr>
            <p:ph type="sldNum" sz="quarter" idx="12"/>
          </p:nvPr>
        </p:nvSpPr>
        <p:spPr/>
        <p:txBody>
          <a:bodyPr/>
          <a:lstStyle/>
          <a:p>
            <a:pPr>
              <a:defRPr/>
            </a:pPr>
            <a:fld id="{A598D83B-EE2A-4F12-B129-1EDE84DF129B}" type="slidenum">
              <a:rPr lang="en-US" altLang="zh-CN" smtClean="0"/>
              <a:pPr>
                <a:defRPr/>
              </a:pPr>
              <a:t>133</a:t>
            </a:fld>
            <a:endParaRPr lang="en-US" altLang="zh-CN"/>
          </a:p>
        </p:txBody>
      </p:sp>
    </p:spTree>
  </p:cSld>
  <p:clrMapOvr>
    <a:masterClrMapping/>
  </p:clrMapOvr>
  <p:transition>
    <p:split/>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Line 32">
            <a:extLst>
              <a:ext uri="{FF2B5EF4-FFF2-40B4-BE49-F238E27FC236}">
                <a16:creationId xmlns:a16="http://schemas.microsoft.com/office/drawing/2014/main" id="{C84EDEFE-F079-F90C-48B3-DDE1ACF3FE6E}"/>
              </a:ext>
            </a:extLst>
          </p:cNvPr>
          <p:cNvSpPr>
            <a:spLocks noChangeShapeType="1"/>
          </p:cNvSpPr>
          <p:nvPr/>
        </p:nvSpPr>
        <p:spPr bwMode="auto">
          <a:xfrm flipH="1">
            <a:off x="6324600" y="1676400"/>
            <a:ext cx="381000" cy="4572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59" name="Line 31">
            <a:extLst>
              <a:ext uri="{FF2B5EF4-FFF2-40B4-BE49-F238E27FC236}">
                <a16:creationId xmlns:a16="http://schemas.microsoft.com/office/drawing/2014/main" id="{313294EB-121D-A4A1-5F6C-990E49811AB7}"/>
              </a:ext>
            </a:extLst>
          </p:cNvPr>
          <p:cNvSpPr>
            <a:spLocks noChangeShapeType="1"/>
          </p:cNvSpPr>
          <p:nvPr/>
        </p:nvSpPr>
        <p:spPr bwMode="auto">
          <a:xfrm flipH="1">
            <a:off x="6858000" y="2286000"/>
            <a:ext cx="381000" cy="4572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60" name="Line 30">
            <a:extLst>
              <a:ext uri="{FF2B5EF4-FFF2-40B4-BE49-F238E27FC236}">
                <a16:creationId xmlns:a16="http://schemas.microsoft.com/office/drawing/2014/main" id="{6C5A059D-E308-A34C-069A-E0454FF67A1F}"/>
              </a:ext>
            </a:extLst>
          </p:cNvPr>
          <p:cNvSpPr>
            <a:spLocks noChangeShapeType="1"/>
          </p:cNvSpPr>
          <p:nvPr/>
        </p:nvSpPr>
        <p:spPr bwMode="auto">
          <a:xfrm flipH="1">
            <a:off x="7315200" y="2895600"/>
            <a:ext cx="381000" cy="4572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61" name="Line 21">
            <a:extLst>
              <a:ext uri="{FF2B5EF4-FFF2-40B4-BE49-F238E27FC236}">
                <a16:creationId xmlns:a16="http://schemas.microsoft.com/office/drawing/2014/main" id="{EBE2443F-B194-D633-8106-F75DBE0C824D}"/>
              </a:ext>
            </a:extLst>
          </p:cNvPr>
          <p:cNvSpPr>
            <a:spLocks noChangeShapeType="1"/>
          </p:cNvSpPr>
          <p:nvPr/>
        </p:nvSpPr>
        <p:spPr bwMode="auto">
          <a:xfrm>
            <a:off x="1981200" y="1828800"/>
            <a:ext cx="914400" cy="12192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62" name="Line 20">
            <a:extLst>
              <a:ext uri="{FF2B5EF4-FFF2-40B4-BE49-F238E27FC236}">
                <a16:creationId xmlns:a16="http://schemas.microsoft.com/office/drawing/2014/main" id="{045B81F2-E57E-9A4E-8D71-9842BA9C48E0}"/>
              </a:ext>
            </a:extLst>
          </p:cNvPr>
          <p:cNvSpPr>
            <a:spLocks noChangeShapeType="1"/>
          </p:cNvSpPr>
          <p:nvPr/>
        </p:nvSpPr>
        <p:spPr bwMode="auto">
          <a:xfrm flipH="1">
            <a:off x="2286000" y="2590800"/>
            <a:ext cx="152400" cy="3810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63" name="Line 18">
            <a:extLst>
              <a:ext uri="{FF2B5EF4-FFF2-40B4-BE49-F238E27FC236}">
                <a16:creationId xmlns:a16="http://schemas.microsoft.com/office/drawing/2014/main" id="{EF3EBC2D-04AE-9B35-9FD0-D106880C1753}"/>
              </a:ext>
            </a:extLst>
          </p:cNvPr>
          <p:cNvSpPr>
            <a:spLocks noChangeShapeType="1"/>
          </p:cNvSpPr>
          <p:nvPr/>
        </p:nvSpPr>
        <p:spPr bwMode="auto">
          <a:xfrm>
            <a:off x="1524000" y="2514600"/>
            <a:ext cx="152400" cy="5334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64" name="Line 16">
            <a:extLst>
              <a:ext uri="{FF2B5EF4-FFF2-40B4-BE49-F238E27FC236}">
                <a16:creationId xmlns:a16="http://schemas.microsoft.com/office/drawing/2014/main" id="{F1A45272-BE06-4EE3-B3A1-E051C37B2FDC}"/>
              </a:ext>
            </a:extLst>
          </p:cNvPr>
          <p:cNvSpPr>
            <a:spLocks noChangeShapeType="1"/>
          </p:cNvSpPr>
          <p:nvPr/>
        </p:nvSpPr>
        <p:spPr bwMode="auto">
          <a:xfrm flipH="1">
            <a:off x="990600" y="1981200"/>
            <a:ext cx="838200" cy="11430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9620" name="Rectangle 4">
            <a:extLst>
              <a:ext uri="{FF2B5EF4-FFF2-40B4-BE49-F238E27FC236}">
                <a16:creationId xmlns:a16="http://schemas.microsoft.com/office/drawing/2014/main" id="{3EFD3A3F-FEC2-5FB3-C025-DAA881F6960E}"/>
              </a:ext>
            </a:extLst>
          </p:cNvPr>
          <p:cNvSpPr>
            <a:spLocks noChangeArrowheads="1"/>
          </p:cNvSpPr>
          <p:nvPr/>
        </p:nvSpPr>
        <p:spPr bwMode="auto">
          <a:xfrm>
            <a:off x="762000" y="3810000"/>
            <a:ext cx="7772400" cy="2316163"/>
          </a:xfrm>
          <a:prstGeom prst="rect">
            <a:avLst/>
          </a:prstGeom>
          <a:noFill/>
          <a:ln w="9525">
            <a:noFill/>
            <a:miter lim="800000"/>
            <a:headEnd/>
            <a:tailEnd/>
          </a:ln>
          <a:effectLst/>
        </p:spPr>
        <p:txBody>
          <a:bodyPr>
            <a:spAutoFit/>
          </a:bodyPr>
          <a:lstStyle/>
          <a:p>
            <a:pPr eaLnBrk="1" fontAlgn="auto" hangingPunct="1">
              <a:spcBef>
                <a:spcPts val="0"/>
              </a:spcBef>
              <a:spcAft>
                <a:spcPts val="0"/>
              </a:spcAft>
              <a:defRPr/>
            </a:pPr>
            <a:r>
              <a:rPr lang="en-US" altLang="zh-CN" sz="3200">
                <a:solidFill>
                  <a:srgbClr val="CC3300"/>
                </a:solidFill>
                <a:effectLst>
                  <a:outerShdw blurRad="38100" dist="38100" dir="2700000" algn="tl">
                    <a:srgbClr val="C0C0C0"/>
                  </a:outerShdw>
                </a:effectLst>
                <a:latin typeface="Times New Roman" charset="0"/>
                <a:ea typeface="仿宋_GB2312" pitchFamily="49" charset="-122"/>
              </a:rPr>
              <a:t>WPL = 2*2+      WPL = 2*1+   WPL = 7*1+</a:t>
            </a:r>
          </a:p>
          <a:p>
            <a:pPr eaLnBrk="1" fontAlgn="auto" hangingPunct="1">
              <a:spcBef>
                <a:spcPts val="0"/>
              </a:spcBef>
              <a:spcAft>
                <a:spcPts val="0"/>
              </a:spcAft>
              <a:defRPr/>
            </a:pPr>
            <a:r>
              <a:rPr lang="en-US" altLang="zh-CN" sz="3200">
                <a:solidFill>
                  <a:srgbClr val="CC3300"/>
                </a:solidFill>
                <a:effectLst>
                  <a:outerShdw blurRad="38100" dist="38100" dir="2700000" algn="tl">
                    <a:srgbClr val="C0C0C0"/>
                  </a:outerShdw>
                </a:effectLst>
                <a:latin typeface="Times New Roman" charset="0"/>
                <a:ea typeface="仿宋_GB2312" pitchFamily="49" charset="-122"/>
              </a:rPr>
              <a:t>     4*2+5*2+           4*2+5*3+        5*2+2*3+</a:t>
            </a:r>
          </a:p>
          <a:p>
            <a:pPr eaLnBrk="1" fontAlgn="auto" hangingPunct="1">
              <a:spcBef>
                <a:spcPts val="0"/>
              </a:spcBef>
              <a:spcAft>
                <a:spcPts val="0"/>
              </a:spcAft>
              <a:defRPr/>
            </a:pPr>
            <a:r>
              <a:rPr lang="en-US" altLang="zh-CN" sz="3200">
                <a:solidFill>
                  <a:srgbClr val="CC3300"/>
                </a:solidFill>
                <a:effectLst>
                  <a:outerShdw blurRad="38100" dist="38100" dir="2700000" algn="tl">
                    <a:srgbClr val="C0C0C0"/>
                  </a:outerShdw>
                </a:effectLst>
                <a:latin typeface="Times New Roman" charset="0"/>
                <a:ea typeface="仿宋_GB2312" pitchFamily="49" charset="-122"/>
              </a:rPr>
              <a:t>     7*2 = 36             7*3 = 46          4*3 = 35  </a:t>
            </a:r>
          </a:p>
          <a:p>
            <a:pPr eaLnBrk="1" fontAlgn="auto" hangingPunct="1">
              <a:spcBef>
                <a:spcPts val="0"/>
              </a:spcBef>
              <a:spcAft>
                <a:spcPts val="0"/>
              </a:spcAft>
              <a:defRPr/>
            </a:pPr>
            <a:endParaRPr lang="en-US" altLang="zh-CN">
              <a:solidFill>
                <a:srgbClr val="CC3300"/>
              </a:solidFill>
              <a:effectLst>
                <a:outerShdw blurRad="38100" dist="38100" dir="2700000" algn="tl">
                  <a:srgbClr val="C0C0C0"/>
                </a:outerShdw>
              </a:effectLst>
              <a:latin typeface="仿宋_GB2312" pitchFamily="49" charset="-122"/>
              <a:ea typeface="仿宋_GB2312" pitchFamily="49" charset="-122"/>
            </a:endParaRPr>
          </a:p>
          <a:p>
            <a:pPr eaLnBrk="1" fontAlgn="auto" hangingPunct="1">
              <a:spcBef>
                <a:spcPts val="0"/>
              </a:spcBef>
              <a:spcAft>
                <a:spcPts val="0"/>
              </a:spcAft>
              <a:defRPr/>
            </a:pPr>
            <a:r>
              <a:rPr lang="en-US" altLang="zh-CN" sz="3200">
                <a:effectLst>
                  <a:outerShdw blurRad="38100" dist="38100" dir="2700000" algn="tl">
                    <a:srgbClr val="C0C0C0"/>
                  </a:outerShdw>
                </a:effectLst>
                <a:latin typeface="仿宋_GB2312" pitchFamily="49" charset="-122"/>
                <a:ea typeface="仿宋_GB2312" pitchFamily="49" charset="-122"/>
              </a:rPr>
              <a:t>      </a:t>
            </a:r>
            <a:r>
              <a:rPr lang="zh-CN" altLang="en-US" sz="3200">
                <a:effectLst>
                  <a:outerShdw blurRad="38100" dist="38100" dir="2700000" algn="tl">
                    <a:srgbClr val="C0C0C0"/>
                  </a:outerShdw>
                </a:effectLst>
                <a:latin typeface="仿宋_GB2312" pitchFamily="49" charset="-122"/>
                <a:ea typeface="仿宋_GB2312" pitchFamily="49" charset="-122"/>
              </a:rPr>
              <a:t>带权路径长度达到最小</a:t>
            </a:r>
            <a:endParaRPr lang="zh-CN" altLang="en-US">
              <a:latin typeface="仿宋_GB2312" pitchFamily="49" charset="-122"/>
              <a:ea typeface="仿宋_GB2312" pitchFamily="49" charset="-122"/>
            </a:endParaRPr>
          </a:p>
        </p:txBody>
      </p:sp>
      <p:sp>
        <p:nvSpPr>
          <p:cNvPr id="147467" name="Oval 5">
            <a:extLst>
              <a:ext uri="{FF2B5EF4-FFF2-40B4-BE49-F238E27FC236}">
                <a16:creationId xmlns:a16="http://schemas.microsoft.com/office/drawing/2014/main" id="{2585B6D7-23C3-E639-5F68-F085D4573A95}"/>
              </a:ext>
            </a:extLst>
          </p:cNvPr>
          <p:cNvSpPr>
            <a:spLocks noChangeArrowheads="1"/>
          </p:cNvSpPr>
          <p:nvPr/>
        </p:nvSpPr>
        <p:spPr bwMode="auto">
          <a:xfrm>
            <a:off x="1752600" y="1676400"/>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7468" name="Oval 10">
            <a:extLst>
              <a:ext uri="{FF2B5EF4-FFF2-40B4-BE49-F238E27FC236}">
                <a16:creationId xmlns:a16="http://schemas.microsoft.com/office/drawing/2014/main" id="{8FDD282F-3FA4-5737-085D-EEA217ACC12B}"/>
              </a:ext>
            </a:extLst>
          </p:cNvPr>
          <p:cNvSpPr>
            <a:spLocks noChangeArrowheads="1"/>
          </p:cNvSpPr>
          <p:nvPr/>
        </p:nvSpPr>
        <p:spPr bwMode="auto">
          <a:xfrm>
            <a:off x="838200" y="2895600"/>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7469" name="Oval 11">
            <a:extLst>
              <a:ext uri="{FF2B5EF4-FFF2-40B4-BE49-F238E27FC236}">
                <a16:creationId xmlns:a16="http://schemas.microsoft.com/office/drawing/2014/main" id="{58F5B14C-D9AB-795B-3E44-DB14A394166F}"/>
              </a:ext>
            </a:extLst>
          </p:cNvPr>
          <p:cNvSpPr>
            <a:spLocks noChangeArrowheads="1"/>
          </p:cNvSpPr>
          <p:nvPr/>
        </p:nvSpPr>
        <p:spPr bwMode="auto">
          <a:xfrm>
            <a:off x="1447800" y="2895600"/>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7470" name="Oval 12">
            <a:extLst>
              <a:ext uri="{FF2B5EF4-FFF2-40B4-BE49-F238E27FC236}">
                <a16:creationId xmlns:a16="http://schemas.microsoft.com/office/drawing/2014/main" id="{5EF43260-E97C-0B5A-0206-4723E0EBBAA5}"/>
              </a:ext>
            </a:extLst>
          </p:cNvPr>
          <p:cNvSpPr>
            <a:spLocks noChangeArrowheads="1"/>
          </p:cNvSpPr>
          <p:nvPr/>
        </p:nvSpPr>
        <p:spPr bwMode="auto">
          <a:xfrm>
            <a:off x="2057400" y="2895600"/>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7471" name="Oval 13">
            <a:extLst>
              <a:ext uri="{FF2B5EF4-FFF2-40B4-BE49-F238E27FC236}">
                <a16:creationId xmlns:a16="http://schemas.microsoft.com/office/drawing/2014/main" id="{51201CAA-E404-AAB6-FB00-9D8892EE3562}"/>
              </a:ext>
            </a:extLst>
          </p:cNvPr>
          <p:cNvSpPr>
            <a:spLocks noChangeArrowheads="1"/>
          </p:cNvSpPr>
          <p:nvPr/>
        </p:nvSpPr>
        <p:spPr bwMode="auto">
          <a:xfrm>
            <a:off x="2667000" y="2895600"/>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7472" name="Oval 14">
            <a:extLst>
              <a:ext uri="{FF2B5EF4-FFF2-40B4-BE49-F238E27FC236}">
                <a16:creationId xmlns:a16="http://schemas.microsoft.com/office/drawing/2014/main" id="{7FD18268-5925-7D49-52AC-0625C386DC0B}"/>
              </a:ext>
            </a:extLst>
          </p:cNvPr>
          <p:cNvSpPr>
            <a:spLocks noChangeArrowheads="1"/>
          </p:cNvSpPr>
          <p:nvPr/>
        </p:nvSpPr>
        <p:spPr bwMode="auto">
          <a:xfrm>
            <a:off x="1295400" y="2286000"/>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7473" name="Oval 15">
            <a:extLst>
              <a:ext uri="{FF2B5EF4-FFF2-40B4-BE49-F238E27FC236}">
                <a16:creationId xmlns:a16="http://schemas.microsoft.com/office/drawing/2014/main" id="{59A6E438-339D-21F4-322B-C42EFF197003}"/>
              </a:ext>
            </a:extLst>
          </p:cNvPr>
          <p:cNvSpPr>
            <a:spLocks noChangeArrowheads="1"/>
          </p:cNvSpPr>
          <p:nvPr/>
        </p:nvSpPr>
        <p:spPr bwMode="auto">
          <a:xfrm>
            <a:off x="2286000" y="2286000"/>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7474" name="Line 22">
            <a:extLst>
              <a:ext uri="{FF2B5EF4-FFF2-40B4-BE49-F238E27FC236}">
                <a16:creationId xmlns:a16="http://schemas.microsoft.com/office/drawing/2014/main" id="{AEA2F265-A896-066B-35F4-67DB88A84334}"/>
              </a:ext>
            </a:extLst>
          </p:cNvPr>
          <p:cNvSpPr>
            <a:spLocks noChangeShapeType="1"/>
          </p:cNvSpPr>
          <p:nvPr/>
        </p:nvSpPr>
        <p:spPr bwMode="auto">
          <a:xfrm>
            <a:off x="6858000" y="1524000"/>
            <a:ext cx="1295400" cy="1828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75" name="Oval 23">
            <a:extLst>
              <a:ext uri="{FF2B5EF4-FFF2-40B4-BE49-F238E27FC236}">
                <a16:creationId xmlns:a16="http://schemas.microsoft.com/office/drawing/2014/main" id="{A6B2EBBC-5E1C-2DC3-BD73-8A90196BFF8D}"/>
              </a:ext>
            </a:extLst>
          </p:cNvPr>
          <p:cNvSpPr>
            <a:spLocks noChangeArrowheads="1"/>
          </p:cNvSpPr>
          <p:nvPr/>
        </p:nvSpPr>
        <p:spPr bwMode="auto">
          <a:xfrm>
            <a:off x="6629400" y="1371600"/>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7476" name="Oval 24">
            <a:extLst>
              <a:ext uri="{FF2B5EF4-FFF2-40B4-BE49-F238E27FC236}">
                <a16:creationId xmlns:a16="http://schemas.microsoft.com/office/drawing/2014/main" id="{5EAEAE89-E25E-8D4B-DDA5-005C857DCE67}"/>
              </a:ext>
            </a:extLst>
          </p:cNvPr>
          <p:cNvSpPr>
            <a:spLocks noChangeArrowheads="1"/>
          </p:cNvSpPr>
          <p:nvPr/>
        </p:nvSpPr>
        <p:spPr bwMode="auto">
          <a:xfrm>
            <a:off x="7543800" y="2590800"/>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7477" name="Oval 25">
            <a:extLst>
              <a:ext uri="{FF2B5EF4-FFF2-40B4-BE49-F238E27FC236}">
                <a16:creationId xmlns:a16="http://schemas.microsoft.com/office/drawing/2014/main" id="{639F0B1D-3ECE-C634-28A2-DE948013EABE}"/>
              </a:ext>
            </a:extLst>
          </p:cNvPr>
          <p:cNvSpPr>
            <a:spLocks noChangeArrowheads="1"/>
          </p:cNvSpPr>
          <p:nvPr/>
        </p:nvSpPr>
        <p:spPr bwMode="auto">
          <a:xfrm>
            <a:off x="7086600" y="1981200"/>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7478" name="Oval 26">
            <a:extLst>
              <a:ext uri="{FF2B5EF4-FFF2-40B4-BE49-F238E27FC236}">
                <a16:creationId xmlns:a16="http://schemas.microsoft.com/office/drawing/2014/main" id="{A3087147-A56F-9936-287F-3048053B2786}"/>
              </a:ext>
            </a:extLst>
          </p:cNvPr>
          <p:cNvSpPr>
            <a:spLocks noChangeArrowheads="1"/>
          </p:cNvSpPr>
          <p:nvPr/>
        </p:nvSpPr>
        <p:spPr bwMode="auto">
          <a:xfrm>
            <a:off x="7924800" y="3200400"/>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7479" name="Oval 27">
            <a:extLst>
              <a:ext uri="{FF2B5EF4-FFF2-40B4-BE49-F238E27FC236}">
                <a16:creationId xmlns:a16="http://schemas.microsoft.com/office/drawing/2014/main" id="{B329C895-6404-F232-9C9C-703AD2C00147}"/>
              </a:ext>
            </a:extLst>
          </p:cNvPr>
          <p:cNvSpPr>
            <a:spLocks noChangeArrowheads="1"/>
          </p:cNvSpPr>
          <p:nvPr/>
        </p:nvSpPr>
        <p:spPr bwMode="auto">
          <a:xfrm>
            <a:off x="6172200" y="1981200"/>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7480" name="Oval 28">
            <a:extLst>
              <a:ext uri="{FF2B5EF4-FFF2-40B4-BE49-F238E27FC236}">
                <a16:creationId xmlns:a16="http://schemas.microsoft.com/office/drawing/2014/main" id="{B336BABE-7573-60CA-787D-D0EB8038F6E5}"/>
              </a:ext>
            </a:extLst>
          </p:cNvPr>
          <p:cNvSpPr>
            <a:spLocks noChangeArrowheads="1"/>
          </p:cNvSpPr>
          <p:nvPr/>
        </p:nvSpPr>
        <p:spPr bwMode="auto">
          <a:xfrm>
            <a:off x="7086600" y="3200400"/>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7481" name="Oval 29">
            <a:extLst>
              <a:ext uri="{FF2B5EF4-FFF2-40B4-BE49-F238E27FC236}">
                <a16:creationId xmlns:a16="http://schemas.microsoft.com/office/drawing/2014/main" id="{1B29CC52-BAB7-18EB-4D70-229101104A7D}"/>
              </a:ext>
            </a:extLst>
          </p:cNvPr>
          <p:cNvSpPr>
            <a:spLocks noChangeArrowheads="1"/>
          </p:cNvSpPr>
          <p:nvPr/>
        </p:nvSpPr>
        <p:spPr bwMode="auto">
          <a:xfrm>
            <a:off x="6629400" y="2590800"/>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7482" name="Line 33">
            <a:extLst>
              <a:ext uri="{FF2B5EF4-FFF2-40B4-BE49-F238E27FC236}">
                <a16:creationId xmlns:a16="http://schemas.microsoft.com/office/drawing/2014/main" id="{66BFC960-9F2B-0579-CD81-B691B9DD4EC8}"/>
              </a:ext>
            </a:extLst>
          </p:cNvPr>
          <p:cNvSpPr>
            <a:spLocks noChangeShapeType="1"/>
          </p:cNvSpPr>
          <p:nvPr/>
        </p:nvSpPr>
        <p:spPr bwMode="auto">
          <a:xfrm flipH="1">
            <a:off x="3886200" y="1676400"/>
            <a:ext cx="381000" cy="4572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83" name="Line 34">
            <a:extLst>
              <a:ext uri="{FF2B5EF4-FFF2-40B4-BE49-F238E27FC236}">
                <a16:creationId xmlns:a16="http://schemas.microsoft.com/office/drawing/2014/main" id="{9829B6AA-AA44-A218-7B11-B211C5783B75}"/>
              </a:ext>
            </a:extLst>
          </p:cNvPr>
          <p:cNvSpPr>
            <a:spLocks noChangeShapeType="1"/>
          </p:cNvSpPr>
          <p:nvPr/>
        </p:nvSpPr>
        <p:spPr bwMode="auto">
          <a:xfrm flipH="1">
            <a:off x="4419600" y="2286000"/>
            <a:ext cx="381000" cy="4572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84" name="Line 35">
            <a:extLst>
              <a:ext uri="{FF2B5EF4-FFF2-40B4-BE49-F238E27FC236}">
                <a16:creationId xmlns:a16="http://schemas.microsoft.com/office/drawing/2014/main" id="{6B2A958C-8458-E362-8439-8C18D4919F2C}"/>
              </a:ext>
            </a:extLst>
          </p:cNvPr>
          <p:cNvSpPr>
            <a:spLocks noChangeShapeType="1"/>
          </p:cNvSpPr>
          <p:nvPr/>
        </p:nvSpPr>
        <p:spPr bwMode="auto">
          <a:xfrm flipH="1">
            <a:off x="4876800" y="2895600"/>
            <a:ext cx="381000" cy="4572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85" name="Line 36">
            <a:extLst>
              <a:ext uri="{FF2B5EF4-FFF2-40B4-BE49-F238E27FC236}">
                <a16:creationId xmlns:a16="http://schemas.microsoft.com/office/drawing/2014/main" id="{7A76B390-19EA-0367-77E7-D79785BBE0C3}"/>
              </a:ext>
            </a:extLst>
          </p:cNvPr>
          <p:cNvSpPr>
            <a:spLocks noChangeShapeType="1"/>
          </p:cNvSpPr>
          <p:nvPr/>
        </p:nvSpPr>
        <p:spPr bwMode="auto">
          <a:xfrm>
            <a:off x="4419600" y="1524000"/>
            <a:ext cx="1295400" cy="1828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86" name="Oval 37">
            <a:extLst>
              <a:ext uri="{FF2B5EF4-FFF2-40B4-BE49-F238E27FC236}">
                <a16:creationId xmlns:a16="http://schemas.microsoft.com/office/drawing/2014/main" id="{26EF5B84-11CF-9465-F68E-2D10BC2D41CB}"/>
              </a:ext>
            </a:extLst>
          </p:cNvPr>
          <p:cNvSpPr>
            <a:spLocks noChangeArrowheads="1"/>
          </p:cNvSpPr>
          <p:nvPr/>
        </p:nvSpPr>
        <p:spPr bwMode="auto">
          <a:xfrm>
            <a:off x="4191000" y="1371600"/>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7487" name="Oval 38">
            <a:extLst>
              <a:ext uri="{FF2B5EF4-FFF2-40B4-BE49-F238E27FC236}">
                <a16:creationId xmlns:a16="http://schemas.microsoft.com/office/drawing/2014/main" id="{92A4C378-9CA9-F59E-9D03-256A02A93FBC}"/>
              </a:ext>
            </a:extLst>
          </p:cNvPr>
          <p:cNvSpPr>
            <a:spLocks noChangeArrowheads="1"/>
          </p:cNvSpPr>
          <p:nvPr/>
        </p:nvSpPr>
        <p:spPr bwMode="auto">
          <a:xfrm>
            <a:off x="5105400" y="2590800"/>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7488" name="Oval 39">
            <a:extLst>
              <a:ext uri="{FF2B5EF4-FFF2-40B4-BE49-F238E27FC236}">
                <a16:creationId xmlns:a16="http://schemas.microsoft.com/office/drawing/2014/main" id="{6D5E0CE8-B6D4-B0A0-7AD0-B08DE5969B76}"/>
              </a:ext>
            </a:extLst>
          </p:cNvPr>
          <p:cNvSpPr>
            <a:spLocks noChangeArrowheads="1"/>
          </p:cNvSpPr>
          <p:nvPr/>
        </p:nvSpPr>
        <p:spPr bwMode="auto">
          <a:xfrm>
            <a:off x="4648200" y="1981200"/>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7489" name="Oval 40">
            <a:extLst>
              <a:ext uri="{FF2B5EF4-FFF2-40B4-BE49-F238E27FC236}">
                <a16:creationId xmlns:a16="http://schemas.microsoft.com/office/drawing/2014/main" id="{4E92E0A2-0D0E-B517-B996-00EF09E3016A}"/>
              </a:ext>
            </a:extLst>
          </p:cNvPr>
          <p:cNvSpPr>
            <a:spLocks noChangeArrowheads="1"/>
          </p:cNvSpPr>
          <p:nvPr/>
        </p:nvSpPr>
        <p:spPr bwMode="auto">
          <a:xfrm>
            <a:off x="5486400" y="3200400"/>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7490" name="Oval 41">
            <a:extLst>
              <a:ext uri="{FF2B5EF4-FFF2-40B4-BE49-F238E27FC236}">
                <a16:creationId xmlns:a16="http://schemas.microsoft.com/office/drawing/2014/main" id="{612B6CE1-5718-DBF4-2807-9A55CE57161C}"/>
              </a:ext>
            </a:extLst>
          </p:cNvPr>
          <p:cNvSpPr>
            <a:spLocks noChangeArrowheads="1"/>
          </p:cNvSpPr>
          <p:nvPr/>
        </p:nvSpPr>
        <p:spPr bwMode="auto">
          <a:xfrm>
            <a:off x="3733800" y="1981200"/>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7491" name="Oval 42">
            <a:extLst>
              <a:ext uri="{FF2B5EF4-FFF2-40B4-BE49-F238E27FC236}">
                <a16:creationId xmlns:a16="http://schemas.microsoft.com/office/drawing/2014/main" id="{D32D1169-1DC4-6871-DDAA-50D7BDE16870}"/>
              </a:ext>
            </a:extLst>
          </p:cNvPr>
          <p:cNvSpPr>
            <a:spLocks noChangeArrowheads="1"/>
          </p:cNvSpPr>
          <p:nvPr/>
        </p:nvSpPr>
        <p:spPr bwMode="auto">
          <a:xfrm>
            <a:off x="4648200" y="3200400"/>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7492" name="Oval 43">
            <a:extLst>
              <a:ext uri="{FF2B5EF4-FFF2-40B4-BE49-F238E27FC236}">
                <a16:creationId xmlns:a16="http://schemas.microsoft.com/office/drawing/2014/main" id="{C858BC16-A6F5-859A-E72E-699A6026ABB6}"/>
              </a:ext>
            </a:extLst>
          </p:cNvPr>
          <p:cNvSpPr>
            <a:spLocks noChangeArrowheads="1"/>
          </p:cNvSpPr>
          <p:nvPr/>
        </p:nvSpPr>
        <p:spPr bwMode="auto">
          <a:xfrm>
            <a:off x="4191000" y="2590800"/>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7493" name="Text Box 44">
            <a:extLst>
              <a:ext uri="{FF2B5EF4-FFF2-40B4-BE49-F238E27FC236}">
                <a16:creationId xmlns:a16="http://schemas.microsoft.com/office/drawing/2014/main" id="{03A56519-8C9F-98C9-5997-154F5C50937C}"/>
              </a:ext>
            </a:extLst>
          </p:cNvPr>
          <p:cNvSpPr txBox="1">
            <a:spLocks noChangeArrowheads="1"/>
          </p:cNvSpPr>
          <p:nvPr/>
        </p:nvSpPr>
        <p:spPr bwMode="auto">
          <a:xfrm>
            <a:off x="838200" y="28194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147494" name="Text Box 45">
            <a:extLst>
              <a:ext uri="{FF2B5EF4-FFF2-40B4-BE49-F238E27FC236}">
                <a16:creationId xmlns:a16="http://schemas.microsoft.com/office/drawing/2014/main" id="{F5BBC4B3-656E-7816-278F-3FECCEA9DE7A}"/>
              </a:ext>
            </a:extLst>
          </p:cNvPr>
          <p:cNvSpPr txBox="1">
            <a:spLocks noChangeArrowheads="1"/>
          </p:cNvSpPr>
          <p:nvPr/>
        </p:nvSpPr>
        <p:spPr bwMode="auto">
          <a:xfrm>
            <a:off x="3752850" y="19050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147495" name="Text Box 46">
            <a:extLst>
              <a:ext uri="{FF2B5EF4-FFF2-40B4-BE49-F238E27FC236}">
                <a16:creationId xmlns:a16="http://schemas.microsoft.com/office/drawing/2014/main" id="{D27CF028-179A-4D03-CEEA-B2A6F4556012}"/>
              </a:ext>
            </a:extLst>
          </p:cNvPr>
          <p:cNvSpPr txBox="1">
            <a:spLocks noChangeArrowheads="1"/>
          </p:cNvSpPr>
          <p:nvPr/>
        </p:nvSpPr>
        <p:spPr bwMode="auto">
          <a:xfrm>
            <a:off x="7105650" y="31242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147496" name="Text Box 47">
            <a:extLst>
              <a:ext uri="{FF2B5EF4-FFF2-40B4-BE49-F238E27FC236}">
                <a16:creationId xmlns:a16="http://schemas.microsoft.com/office/drawing/2014/main" id="{1D00EEA7-CE17-0AA1-EA8D-707728CE2922}"/>
              </a:ext>
            </a:extLst>
          </p:cNvPr>
          <p:cNvSpPr txBox="1">
            <a:spLocks noChangeArrowheads="1"/>
          </p:cNvSpPr>
          <p:nvPr/>
        </p:nvSpPr>
        <p:spPr bwMode="auto">
          <a:xfrm>
            <a:off x="1466850" y="28194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4</a:t>
            </a:r>
            <a:endParaRPr kumimoji="1" lang="en-US" altLang="zh-CN" sz="2400">
              <a:latin typeface="Times New Roman" panose="02020603050405020304" pitchFamily="18" charset="0"/>
              <a:ea typeface="宋体" panose="02010600030101010101" pitchFamily="2" charset="-122"/>
            </a:endParaRPr>
          </a:p>
        </p:txBody>
      </p:sp>
      <p:sp>
        <p:nvSpPr>
          <p:cNvPr id="147497" name="Text Box 48">
            <a:extLst>
              <a:ext uri="{FF2B5EF4-FFF2-40B4-BE49-F238E27FC236}">
                <a16:creationId xmlns:a16="http://schemas.microsoft.com/office/drawing/2014/main" id="{B7F0AD65-45C3-7635-4889-D10F2FF748CF}"/>
              </a:ext>
            </a:extLst>
          </p:cNvPr>
          <p:cNvSpPr txBox="1">
            <a:spLocks noChangeArrowheads="1"/>
          </p:cNvSpPr>
          <p:nvPr/>
        </p:nvSpPr>
        <p:spPr bwMode="auto">
          <a:xfrm>
            <a:off x="4210050" y="25146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4</a:t>
            </a:r>
            <a:endParaRPr kumimoji="1" lang="en-US" altLang="zh-CN" sz="2400">
              <a:latin typeface="Times New Roman" panose="02020603050405020304" pitchFamily="18" charset="0"/>
              <a:ea typeface="宋体" panose="02010600030101010101" pitchFamily="2" charset="-122"/>
            </a:endParaRPr>
          </a:p>
        </p:txBody>
      </p:sp>
      <p:sp>
        <p:nvSpPr>
          <p:cNvPr id="147498" name="Text Box 49">
            <a:extLst>
              <a:ext uri="{FF2B5EF4-FFF2-40B4-BE49-F238E27FC236}">
                <a16:creationId xmlns:a16="http://schemas.microsoft.com/office/drawing/2014/main" id="{D58F126C-D1AE-22CB-2AEA-2690D9635FC4}"/>
              </a:ext>
            </a:extLst>
          </p:cNvPr>
          <p:cNvSpPr txBox="1">
            <a:spLocks noChangeArrowheads="1"/>
          </p:cNvSpPr>
          <p:nvPr/>
        </p:nvSpPr>
        <p:spPr bwMode="auto">
          <a:xfrm>
            <a:off x="7924800" y="31242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4</a:t>
            </a:r>
            <a:endParaRPr kumimoji="1" lang="en-US" altLang="zh-CN" sz="2400">
              <a:latin typeface="Times New Roman" panose="02020603050405020304" pitchFamily="18" charset="0"/>
              <a:ea typeface="宋体" panose="02010600030101010101" pitchFamily="2" charset="-122"/>
            </a:endParaRPr>
          </a:p>
        </p:txBody>
      </p:sp>
      <p:sp>
        <p:nvSpPr>
          <p:cNvPr id="147499" name="Text Box 50">
            <a:extLst>
              <a:ext uri="{FF2B5EF4-FFF2-40B4-BE49-F238E27FC236}">
                <a16:creationId xmlns:a16="http://schemas.microsoft.com/office/drawing/2014/main" id="{A8D7C4DA-6D4F-A1AC-6265-C1537F04EDFE}"/>
              </a:ext>
            </a:extLst>
          </p:cNvPr>
          <p:cNvSpPr txBox="1">
            <a:spLocks noChangeArrowheads="1"/>
          </p:cNvSpPr>
          <p:nvPr/>
        </p:nvSpPr>
        <p:spPr bwMode="auto">
          <a:xfrm>
            <a:off x="2076450" y="28194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147500" name="Text Box 51">
            <a:extLst>
              <a:ext uri="{FF2B5EF4-FFF2-40B4-BE49-F238E27FC236}">
                <a16:creationId xmlns:a16="http://schemas.microsoft.com/office/drawing/2014/main" id="{B867E7F3-5CD6-3F79-B0DA-1F3FD3337599}"/>
              </a:ext>
            </a:extLst>
          </p:cNvPr>
          <p:cNvSpPr txBox="1">
            <a:spLocks noChangeArrowheads="1"/>
          </p:cNvSpPr>
          <p:nvPr/>
        </p:nvSpPr>
        <p:spPr bwMode="auto">
          <a:xfrm>
            <a:off x="4667250" y="31242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147501" name="Text Box 52">
            <a:extLst>
              <a:ext uri="{FF2B5EF4-FFF2-40B4-BE49-F238E27FC236}">
                <a16:creationId xmlns:a16="http://schemas.microsoft.com/office/drawing/2014/main" id="{1063A5C7-FD71-4774-52F8-5B4CE62F6F3E}"/>
              </a:ext>
            </a:extLst>
          </p:cNvPr>
          <p:cNvSpPr txBox="1">
            <a:spLocks noChangeArrowheads="1"/>
          </p:cNvSpPr>
          <p:nvPr/>
        </p:nvSpPr>
        <p:spPr bwMode="auto">
          <a:xfrm>
            <a:off x="6648450" y="25146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147502" name="Text Box 53">
            <a:extLst>
              <a:ext uri="{FF2B5EF4-FFF2-40B4-BE49-F238E27FC236}">
                <a16:creationId xmlns:a16="http://schemas.microsoft.com/office/drawing/2014/main" id="{6265AA8C-6930-E2CF-688E-EA7803497F04}"/>
              </a:ext>
            </a:extLst>
          </p:cNvPr>
          <p:cNvSpPr txBox="1">
            <a:spLocks noChangeArrowheads="1"/>
          </p:cNvSpPr>
          <p:nvPr/>
        </p:nvSpPr>
        <p:spPr bwMode="auto">
          <a:xfrm>
            <a:off x="5505450" y="31242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7</a:t>
            </a:r>
            <a:endParaRPr kumimoji="1" lang="en-US" altLang="zh-CN" sz="2400">
              <a:latin typeface="Times New Roman" panose="02020603050405020304" pitchFamily="18" charset="0"/>
              <a:ea typeface="宋体" panose="02010600030101010101" pitchFamily="2" charset="-122"/>
            </a:endParaRPr>
          </a:p>
        </p:txBody>
      </p:sp>
      <p:sp>
        <p:nvSpPr>
          <p:cNvPr id="147503" name="Text Box 54">
            <a:extLst>
              <a:ext uri="{FF2B5EF4-FFF2-40B4-BE49-F238E27FC236}">
                <a16:creationId xmlns:a16="http://schemas.microsoft.com/office/drawing/2014/main" id="{C1F5E3DA-DC2B-CC9B-0199-E6D6FBDD78BE}"/>
              </a:ext>
            </a:extLst>
          </p:cNvPr>
          <p:cNvSpPr txBox="1">
            <a:spLocks noChangeArrowheads="1"/>
          </p:cNvSpPr>
          <p:nvPr/>
        </p:nvSpPr>
        <p:spPr bwMode="auto">
          <a:xfrm>
            <a:off x="6191250" y="19192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7</a:t>
            </a:r>
            <a:endParaRPr kumimoji="1" lang="en-US" altLang="zh-CN" sz="2400">
              <a:latin typeface="Times New Roman" panose="02020603050405020304" pitchFamily="18" charset="0"/>
              <a:ea typeface="宋体" panose="02010600030101010101" pitchFamily="2" charset="-122"/>
            </a:endParaRPr>
          </a:p>
        </p:txBody>
      </p:sp>
      <p:sp>
        <p:nvSpPr>
          <p:cNvPr id="147504" name="Text Box 55">
            <a:extLst>
              <a:ext uri="{FF2B5EF4-FFF2-40B4-BE49-F238E27FC236}">
                <a16:creationId xmlns:a16="http://schemas.microsoft.com/office/drawing/2014/main" id="{09444C11-952D-D195-ED46-1ABBFA92D3E3}"/>
              </a:ext>
            </a:extLst>
          </p:cNvPr>
          <p:cNvSpPr txBox="1">
            <a:spLocks noChangeArrowheads="1"/>
          </p:cNvSpPr>
          <p:nvPr/>
        </p:nvSpPr>
        <p:spPr bwMode="auto">
          <a:xfrm>
            <a:off x="2686050" y="28194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7</a:t>
            </a:r>
            <a:endParaRPr kumimoji="1" lang="en-US" altLang="zh-CN" sz="2400">
              <a:latin typeface="Times New Roman" panose="02020603050405020304" pitchFamily="18" charset="0"/>
              <a:ea typeface="宋体" panose="02010600030101010101" pitchFamily="2" charset="-122"/>
            </a:endParaRPr>
          </a:p>
        </p:txBody>
      </p:sp>
      <p:sp>
        <p:nvSpPr>
          <p:cNvPr id="147505" name="Line 56">
            <a:extLst>
              <a:ext uri="{FF2B5EF4-FFF2-40B4-BE49-F238E27FC236}">
                <a16:creationId xmlns:a16="http://schemas.microsoft.com/office/drawing/2014/main" id="{7D019247-C32A-86BF-9330-0A0D84B9392E}"/>
              </a:ext>
            </a:extLst>
          </p:cNvPr>
          <p:cNvSpPr>
            <a:spLocks noChangeShapeType="1"/>
          </p:cNvSpPr>
          <p:nvPr/>
        </p:nvSpPr>
        <p:spPr bwMode="auto">
          <a:xfrm flipV="1">
            <a:off x="6172200" y="5334000"/>
            <a:ext cx="1447800" cy="457200"/>
          </a:xfrm>
          <a:prstGeom prst="line">
            <a:avLst/>
          </a:prstGeom>
          <a:noFill/>
          <a:ln w="3810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 name="标题 1">
            <a:extLst>
              <a:ext uri="{FF2B5EF4-FFF2-40B4-BE49-F238E27FC236}">
                <a16:creationId xmlns:a16="http://schemas.microsoft.com/office/drawing/2014/main" id="{CDED2639-3880-42B8-BB0E-602767386C9A}"/>
              </a:ext>
            </a:extLst>
          </p:cNvPr>
          <p:cNvSpPr>
            <a:spLocks noGrp="1"/>
          </p:cNvSpPr>
          <p:nvPr>
            <p:ph type="title"/>
          </p:nvPr>
        </p:nvSpPr>
        <p:spPr/>
        <p:txBody>
          <a:bodyPr/>
          <a:lstStyle/>
          <a:p>
            <a:r>
              <a:rPr lang="zh-CN" altLang="en-US" dirty="0"/>
              <a:t>具有不同带权路径长度的扩充二叉树</a:t>
            </a:r>
          </a:p>
        </p:txBody>
      </p:sp>
      <p:sp>
        <p:nvSpPr>
          <p:cNvPr id="3" name="灯片编号占位符 2">
            <a:extLst>
              <a:ext uri="{FF2B5EF4-FFF2-40B4-BE49-F238E27FC236}">
                <a16:creationId xmlns:a16="http://schemas.microsoft.com/office/drawing/2014/main" id="{42B1E6B7-BA48-F3AA-7F88-1DA269C09512}"/>
              </a:ext>
            </a:extLst>
          </p:cNvPr>
          <p:cNvSpPr>
            <a:spLocks noGrp="1"/>
          </p:cNvSpPr>
          <p:nvPr>
            <p:ph type="sldNum" sz="quarter" idx="12"/>
          </p:nvPr>
        </p:nvSpPr>
        <p:spPr/>
        <p:txBody>
          <a:bodyPr/>
          <a:lstStyle/>
          <a:p>
            <a:pPr>
              <a:defRPr/>
            </a:pPr>
            <a:fld id="{6DFA40DF-1FC0-4A1B-B86F-E962D94EFA14}" type="slidenum">
              <a:rPr lang="en-US" altLang="zh-CN" smtClean="0"/>
              <a:pPr>
                <a:defRPr/>
              </a:pPr>
              <a:t>134</a:t>
            </a:fld>
            <a:endParaRPr lang="en-US" altLang="zh-CN"/>
          </a:p>
        </p:txBody>
      </p:sp>
    </p:spTree>
  </p:cSld>
  <p:clrMapOvr>
    <a:masterClrMapping/>
  </p:clrMapOvr>
  <p:transition>
    <p:split/>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256A8033-9833-4F18-ACA3-3C32EB285DFC}"/>
              </a:ext>
            </a:extLst>
          </p:cNvPr>
          <p:cNvSpPr>
            <a:spLocks noGrp="1"/>
          </p:cNvSpPr>
          <p:nvPr>
            <p:ph type="title"/>
          </p:nvPr>
        </p:nvSpPr>
        <p:spPr/>
        <p:txBody>
          <a:bodyPr/>
          <a:lstStyle/>
          <a:p>
            <a:r>
              <a:rPr lang="en-US" altLang="zh-CN" dirty="0"/>
              <a:t>5.9.2 Huffman</a:t>
            </a:r>
            <a:r>
              <a:rPr lang="zh-CN" altLang="en-US" dirty="0"/>
              <a:t>树</a:t>
            </a:r>
          </a:p>
        </p:txBody>
      </p:sp>
      <p:sp>
        <p:nvSpPr>
          <p:cNvPr id="5" name="内容占位符 4">
            <a:extLst>
              <a:ext uri="{FF2B5EF4-FFF2-40B4-BE49-F238E27FC236}">
                <a16:creationId xmlns:a16="http://schemas.microsoft.com/office/drawing/2014/main" id="{2DDF431D-9FDC-4E2E-9E3D-06F8C40362D1}"/>
              </a:ext>
            </a:extLst>
          </p:cNvPr>
          <p:cNvSpPr>
            <a:spLocks noGrp="1"/>
          </p:cNvSpPr>
          <p:nvPr>
            <p:ph idx="1"/>
          </p:nvPr>
        </p:nvSpPr>
        <p:spPr/>
        <p:txBody>
          <a:bodyPr/>
          <a:lstStyle/>
          <a:p>
            <a:r>
              <a:rPr lang="zh-CN" altLang="en-US" dirty="0"/>
              <a:t>带权路径长度达到最小的扩充二叉树即为</a:t>
            </a:r>
            <a:r>
              <a:rPr lang="en-US" altLang="zh-CN" dirty="0"/>
              <a:t>Huffman</a:t>
            </a:r>
            <a:r>
              <a:rPr lang="zh-CN" altLang="en-US" dirty="0"/>
              <a:t>树。</a:t>
            </a:r>
          </a:p>
          <a:p>
            <a:r>
              <a:rPr lang="zh-CN" altLang="en-US" dirty="0"/>
              <a:t>在</a:t>
            </a:r>
            <a:r>
              <a:rPr lang="en-US" altLang="zh-CN" dirty="0"/>
              <a:t>Huffman</a:t>
            </a:r>
            <a:r>
              <a:rPr lang="zh-CN" altLang="en-US" dirty="0"/>
              <a:t>树中，权值大的结点离根最近。</a:t>
            </a:r>
          </a:p>
        </p:txBody>
      </p:sp>
      <p:sp>
        <p:nvSpPr>
          <p:cNvPr id="3" name="灯片编号占位符 2">
            <a:extLst>
              <a:ext uri="{FF2B5EF4-FFF2-40B4-BE49-F238E27FC236}">
                <a16:creationId xmlns:a16="http://schemas.microsoft.com/office/drawing/2014/main" id="{B5B2F932-2B99-4013-A2A3-DD132073F5F4}"/>
              </a:ext>
            </a:extLst>
          </p:cNvPr>
          <p:cNvSpPr>
            <a:spLocks noGrp="1"/>
          </p:cNvSpPr>
          <p:nvPr>
            <p:ph type="sldNum" sz="quarter" idx="12"/>
          </p:nvPr>
        </p:nvSpPr>
        <p:spPr/>
        <p:txBody>
          <a:bodyPr/>
          <a:lstStyle/>
          <a:p>
            <a:pPr>
              <a:defRPr/>
            </a:pPr>
            <a:fld id="{6DFA40DF-1FC0-4A1B-B86F-E962D94EFA14}" type="slidenum">
              <a:rPr lang="en-US" altLang="zh-CN" smtClean="0"/>
              <a:pPr>
                <a:defRPr/>
              </a:pPr>
              <a:t>135</a:t>
            </a:fld>
            <a:endParaRPr lang="en-US" altLang="zh-CN"/>
          </a:p>
        </p:txBody>
      </p:sp>
    </p:spTree>
    <p:extLst>
      <p:ext uri="{BB962C8B-B14F-4D97-AF65-F5344CB8AC3E}">
        <p14:creationId xmlns:p14="http://schemas.microsoft.com/office/powerpoint/2010/main" val="3305327718"/>
      </p:ext>
    </p:extLst>
  </p:cSld>
  <p:clrMapOvr>
    <a:masterClrMapping/>
  </p:clrMapOvr>
  <p:transition>
    <p:split/>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3DD05F-85A1-4F40-95DC-CFA7DC36CA77}"/>
              </a:ext>
            </a:extLst>
          </p:cNvPr>
          <p:cNvSpPr>
            <a:spLocks noGrp="1"/>
          </p:cNvSpPr>
          <p:nvPr>
            <p:ph type="title"/>
          </p:nvPr>
        </p:nvSpPr>
        <p:spPr/>
        <p:txBody>
          <a:bodyPr/>
          <a:lstStyle/>
          <a:p>
            <a:r>
              <a:rPr lang="en-US" altLang="zh-CN" dirty="0"/>
              <a:t>Huffman</a:t>
            </a:r>
            <a:r>
              <a:rPr lang="zh-CN" altLang="en-US" dirty="0"/>
              <a:t>算法</a:t>
            </a:r>
          </a:p>
        </p:txBody>
      </p:sp>
      <p:sp>
        <p:nvSpPr>
          <p:cNvPr id="3" name="内容占位符 2">
            <a:extLst>
              <a:ext uri="{FF2B5EF4-FFF2-40B4-BE49-F238E27FC236}">
                <a16:creationId xmlns:a16="http://schemas.microsoft.com/office/drawing/2014/main" id="{46D9FE62-C5B1-4593-9F4E-3B7576D40634}"/>
              </a:ext>
            </a:extLst>
          </p:cNvPr>
          <p:cNvSpPr>
            <a:spLocks noGrp="1"/>
          </p:cNvSpPr>
          <p:nvPr>
            <p:ph idx="1"/>
          </p:nvPr>
        </p:nvSpPr>
        <p:spPr/>
        <p:txBody>
          <a:bodyPr>
            <a:normAutofit fontScale="70000" lnSpcReduction="20000"/>
          </a:bodyPr>
          <a:lstStyle/>
          <a:p>
            <a:pPr>
              <a:lnSpc>
                <a:spcPct val="120000"/>
              </a:lnSpc>
            </a:pPr>
            <a:r>
              <a:rPr lang="en-US" altLang="zh-CN" dirty="0"/>
              <a:t>(1) </a:t>
            </a:r>
            <a:r>
              <a:rPr lang="zh-CN" altLang="en-US" dirty="0"/>
              <a:t>由给定的 </a:t>
            </a:r>
            <a:r>
              <a:rPr lang="en-US" altLang="zh-CN" dirty="0"/>
              <a:t>n </a:t>
            </a:r>
            <a:r>
              <a:rPr lang="zh-CN" altLang="en-US" dirty="0"/>
              <a:t>个权值 </a:t>
            </a:r>
            <a:r>
              <a:rPr lang="en-US" altLang="zh-CN" dirty="0"/>
              <a:t>{w</a:t>
            </a:r>
            <a:r>
              <a:rPr lang="en-US" altLang="zh-CN" baseline="-25000" dirty="0"/>
              <a:t>0</a:t>
            </a:r>
            <a:r>
              <a:rPr lang="en-US" altLang="zh-CN" dirty="0"/>
              <a:t>, w</a:t>
            </a:r>
            <a:r>
              <a:rPr lang="en-US" altLang="zh-CN" baseline="-25000" dirty="0"/>
              <a:t>1</a:t>
            </a:r>
            <a:r>
              <a:rPr lang="en-US" altLang="zh-CN" dirty="0"/>
              <a:t>, w</a:t>
            </a:r>
            <a:r>
              <a:rPr lang="en-US" altLang="zh-CN" baseline="-25000" dirty="0"/>
              <a:t>2</a:t>
            </a:r>
            <a:r>
              <a:rPr lang="en-US" altLang="zh-CN" dirty="0"/>
              <a:t>, …, w</a:t>
            </a:r>
            <a:r>
              <a:rPr lang="en-US" altLang="zh-CN" baseline="-25000" dirty="0"/>
              <a:t>n-1</a:t>
            </a:r>
            <a:r>
              <a:rPr lang="en-US" altLang="zh-CN" dirty="0"/>
              <a:t>}</a:t>
            </a:r>
            <a:r>
              <a:rPr lang="zh-CN" altLang="en-US" dirty="0"/>
              <a:t>，构造具有 </a:t>
            </a:r>
            <a:r>
              <a:rPr lang="en-US" altLang="zh-CN" dirty="0"/>
              <a:t>n </a:t>
            </a:r>
            <a:r>
              <a:rPr lang="zh-CN" altLang="en-US" dirty="0"/>
              <a:t>棵扩充二叉树的森林 </a:t>
            </a:r>
            <a:r>
              <a:rPr lang="en-US" altLang="zh-CN" dirty="0"/>
              <a:t>F = { T</a:t>
            </a:r>
            <a:r>
              <a:rPr lang="en-US" altLang="zh-CN" baseline="-25000" dirty="0"/>
              <a:t>0</a:t>
            </a:r>
            <a:r>
              <a:rPr lang="en-US" altLang="zh-CN" dirty="0"/>
              <a:t>, T</a:t>
            </a:r>
            <a:r>
              <a:rPr lang="en-US" altLang="zh-CN" baseline="-25000" dirty="0"/>
              <a:t>1</a:t>
            </a:r>
            <a:r>
              <a:rPr lang="en-US" altLang="zh-CN" dirty="0"/>
              <a:t>, T</a:t>
            </a:r>
            <a:r>
              <a:rPr lang="en-US" altLang="zh-CN" baseline="-25000" dirty="0"/>
              <a:t>2</a:t>
            </a:r>
            <a:r>
              <a:rPr lang="en-US" altLang="zh-CN" dirty="0"/>
              <a:t>, …, T</a:t>
            </a:r>
            <a:r>
              <a:rPr lang="en-US" altLang="zh-CN" baseline="-25000" dirty="0"/>
              <a:t>n-1</a:t>
            </a:r>
            <a:r>
              <a:rPr lang="en-US" altLang="zh-CN" dirty="0"/>
              <a:t> }</a:t>
            </a:r>
            <a:r>
              <a:rPr lang="zh-CN" altLang="en-US" dirty="0"/>
              <a:t>，其中每棵扩充二叉树 </a:t>
            </a:r>
            <a:r>
              <a:rPr lang="en-US" altLang="zh-CN" dirty="0" err="1"/>
              <a:t>T</a:t>
            </a:r>
            <a:r>
              <a:rPr lang="en-US" altLang="zh-CN" baseline="-25000" dirty="0" err="1"/>
              <a:t>i</a:t>
            </a:r>
            <a:r>
              <a:rPr lang="en-US" altLang="zh-CN" dirty="0"/>
              <a:t> </a:t>
            </a:r>
            <a:r>
              <a:rPr lang="zh-CN" altLang="en-US" dirty="0"/>
              <a:t>只有一 个权值 </a:t>
            </a:r>
            <a:r>
              <a:rPr lang="en-US" altLang="zh-CN" dirty="0" err="1"/>
              <a:t>w</a:t>
            </a:r>
            <a:r>
              <a:rPr lang="en-US" altLang="zh-CN" baseline="-25000" dirty="0" err="1"/>
              <a:t>i</a:t>
            </a:r>
            <a:r>
              <a:rPr lang="en-US" altLang="zh-CN" dirty="0"/>
              <a:t> </a:t>
            </a:r>
            <a:r>
              <a:rPr lang="zh-CN" altLang="en-US" dirty="0"/>
              <a:t>的根结点</a:t>
            </a:r>
            <a:r>
              <a:rPr lang="en-US" altLang="zh-CN" dirty="0"/>
              <a:t>, </a:t>
            </a:r>
            <a:r>
              <a:rPr lang="zh-CN" altLang="en-US" dirty="0"/>
              <a:t>其左、右子树均为空。</a:t>
            </a:r>
            <a:endParaRPr lang="en-US" altLang="zh-CN" dirty="0"/>
          </a:p>
          <a:p>
            <a:pPr>
              <a:lnSpc>
                <a:spcPct val="120000"/>
              </a:lnSpc>
            </a:pPr>
            <a:r>
              <a:rPr lang="en-US" altLang="zh-CN" dirty="0"/>
              <a:t>(2) </a:t>
            </a:r>
            <a:r>
              <a:rPr lang="zh-CN" altLang="en-US" dirty="0"/>
              <a:t>重复以下步骤</a:t>
            </a:r>
            <a:r>
              <a:rPr lang="en-US" altLang="zh-CN" dirty="0"/>
              <a:t>, </a:t>
            </a:r>
            <a:r>
              <a:rPr lang="zh-CN" altLang="en-US" dirty="0"/>
              <a:t>直到 </a:t>
            </a:r>
            <a:r>
              <a:rPr lang="en-US" altLang="zh-CN" dirty="0"/>
              <a:t>F </a:t>
            </a:r>
            <a:r>
              <a:rPr lang="zh-CN" altLang="en-US" dirty="0"/>
              <a:t>中仅剩下一棵树为止：</a:t>
            </a:r>
          </a:p>
          <a:p>
            <a:pPr lvl="1">
              <a:lnSpc>
                <a:spcPct val="120000"/>
              </a:lnSpc>
            </a:pPr>
            <a:r>
              <a:rPr lang="zh-CN" altLang="en-US" dirty="0"/>
              <a:t>① 在 </a:t>
            </a:r>
            <a:r>
              <a:rPr lang="en-US" altLang="zh-CN" dirty="0"/>
              <a:t>F </a:t>
            </a:r>
            <a:r>
              <a:rPr lang="zh-CN" altLang="en-US" dirty="0"/>
              <a:t>中选取两棵根结点的权值最小的扩充二叉树</a:t>
            </a:r>
            <a:r>
              <a:rPr lang="en-US" altLang="zh-CN" dirty="0"/>
              <a:t>,    </a:t>
            </a:r>
            <a:r>
              <a:rPr lang="zh-CN" altLang="en-US" dirty="0"/>
              <a:t>作为左、右子树构造一棵新的二叉树。置新的二叉树的根结点的权值为其左、右子树上根结点的权值之和。</a:t>
            </a:r>
          </a:p>
          <a:p>
            <a:pPr lvl="1">
              <a:lnSpc>
                <a:spcPct val="120000"/>
              </a:lnSpc>
            </a:pPr>
            <a:r>
              <a:rPr lang="zh-CN" altLang="en-US" dirty="0"/>
              <a:t>② 在 </a:t>
            </a:r>
            <a:r>
              <a:rPr lang="en-US" altLang="zh-CN" dirty="0"/>
              <a:t>F </a:t>
            </a:r>
            <a:r>
              <a:rPr lang="zh-CN" altLang="en-US" dirty="0"/>
              <a:t>中删去这两棵二叉树。</a:t>
            </a:r>
          </a:p>
          <a:p>
            <a:pPr lvl="1">
              <a:lnSpc>
                <a:spcPct val="120000"/>
              </a:lnSpc>
            </a:pPr>
            <a:r>
              <a:rPr lang="zh-CN" altLang="en-US" dirty="0"/>
              <a:t>③ 把新的二叉树加入 </a:t>
            </a:r>
            <a:r>
              <a:rPr lang="en-US" altLang="zh-CN" dirty="0"/>
              <a:t>F</a:t>
            </a:r>
            <a:r>
              <a:rPr lang="zh-CN" altLang="en-US" dirty="0"/>
              <a:t>。</a:t>
            </a:r>
          </a:p>
        </p:txBody>
      </p:sp>
      <p:sp>
        <p:nvSpPr>
          <p:cNvPr id="4" name="灯片编号占位符 3">
            <a:extLst>
              <a:ext uri="{FF2B5EF4-FFF2-40B4-BE49-F238E27FC236}">
                <a16:creationId xmlns:a16="http://schemas.microsoft.com/office/drawing/2014/main" id="{592BAECB-C5E5-417C-A256-2092A32EA88B}"/>
              </a:ext>
            </a:extLst>
          </p:cNvPr>
          <p:cNvSpPr>
            <a:spLocks noGrp="1"/>
          </p:cNvSpPr>
          <p:nvPr>
            <p:ph type="sldNum" sz="quarter" idx="12"/>
          </p:nvPr>
        </p:nvSpPr>
        <p:spPr/>
        <p:txBody>
          <a:bodyPr/>
          <a:lstStyle/>
          <a:p>
            <a:pPr>
              <a:defRPr/>
            </a:pPr>
            <a:fld id="{A598D83B-EE2A-4F12-B129-1EDE84DF129B}" type="slidenum">
              <a:rPr lang="en-US" altLang="zh-CN" smtClean="0"/>
              <a:pPr>
                <a:defRPr/>
              </a:pPr>
              <a:t>136</a:t>
            </a:fld>
            <a:endParaRPr lang="en-US" altLang="zh-CN"/>
          </a:p>
        </p:txBody>
      </p:sp>
    </p:spTree>
    <p:extLst>
      <p:ext uri="{BB962C8B-B14F-4D97-AF65-F5344CB8AC3E}">
        <p14:creationId xmlns:p14="http://schemas.microsoft.com/office/powerpoint/2010/main" val="310882273"/>
      </p:ext>
    </p:extLst>
  </p:cSld>
  <p:clrMapOvr>
    <a:masterClrMapping/>
  </p:clrMapOvr>
  <p:transition>
    <p:split/>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782C4919-557D-4982-8DB2-9119E4C36525}"/>
              </a:ext>
            </a:extLst>
          </p:cNvPr>
          <p:cNvGrpSpPr/>
          <p:nvPr/>
        </p:nvGrpSpPr>
        <p:grpSpPr>
          <a:xfrm>
            <a:off x="78938" y="1623467"/>
            <a:ext cx="7497763" cy="2176509"/>
            <a:chOff x="395536" y="692696"/>
            <a:chExt cx="7497763" cy="2176509"/>
          </a:xfrm>
        </p:grpSpPr>
        <p:sp>
          <p:nvSpPr>
            <p:cNvPr id="150532" name="Line 17">
              <a:extLst>
                <a:ext uri="{FF2B5EF4-FFF2-40B4-BE49-F238E27FC236}">
                  <a16:creationId xmlns:a16="http://schemas.microsoft.com/office/drawing/2014/main" id="{5C81F98C-6839-0860-C490-2B903324CEAA}"/>
                </a:ext>
              </a:extLst>
            </p:cNvPr>
            <p:cNvSpPr>
              <a:spLocks noChangeShapeType="1"/>
            </p:cNvSpPr>
            <p:nvPr/>
          </p:nvSpPr>
          <p:spPr bwMode="auto">
            <a:xfrm>
              <a:off x="7253536" y="1957933"/>
              <a:ext cx="228600" cy="4572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0533" name="Line 16">
              <a:extLst>
                <a:ext uri="{FF2B5EF4-FFF2-40B4-BE49-F238E27FC236}">
                  <a16:creationId xmlns:a16="http://schemas.microsoft.com/office/drawing/2014/main" id="{1948C62A-05B6-725B-1FAF-836CE8FBECE5}"/>
                </a:ext>
              </a:extLst>
            </p:cNvPr>
            <p:cNvSpPr>
              <a:spLocks noChangeShapeType="1"/>
            </p:cNvSpPr>
            <p:nvPr/>
          </p:nvSpPr>
          <p:spPr bwMode="auto">
            <a:xfrm flipH="1">
              <a:off x="6872536" y="1957933"/>
              <a:ext cx="228600" cy="4572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0534" name="Text Box 3">
              <a:extLst>
                <a:ext uri="{FF2B5EF4-FFF2-40B4-BE49-F238E27FC236}">
                  <a16:creationId xmlns:a16="http://schemas.microsoft.com/office/drawing/2014/main" id="{19531D89-AEC3-19EF-3CF4-302E59651E50}"/>
                </a:ext>
              </a:extLst>
            </p:cNvPr>
            <p:cNvSpPr txBox="1">
              <a:spLocks noChangeArrowheads="1"/>
            </p:cNvSpPr>
            <p:nvPr/>
          </p:nvSpPr>
          <p:spPr bwMode="auto">
            <a:xfrm>
              <a:off x="395536" y="692696"/>
              <a:ext cx="4114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spcBef>
                  <a:spcPct val="50000"/>
                </a:spcBef>
              </a:pPr>
              <a:endParaRPr kumimoji="1" lang="zh-CN" altLang="zh-CN" sz="2000">
                <a:latin typeface="Times New Roman" panose="02020603050405020304" pitchFamily="18" charset="0"/>
                <a:ea typeface="宋体" panose="02010600030101010101" pitchFamily="2" charset="-122"/>
              </a:endParaRPr>
            </a:p>
          </p:txBody>
        </p:sp>
        <p:sp>
          <p:nvSpPr>
            <p:cNvPr id="150535" name="Text Box 5">
              <a:extLst>
                <a:ext uri="{FF2B5EF4-FFF2-40B4-BE49-F238E27FC236}">
                  <a16:creationId xmlns:a16="http://schemas.microsoft.com/office/drawing/2014/main" id="{E6321A90-BC08-735F-6097-39EC3D5180C6}"/>
                </a:ext>
              </a:extLst>
            </p:cNvPr>
            <p:cNvSpPr txBox="1">
              <a:spLocks noChangeArrowheads="1"/>
            </p:cNvSpPr>
            <p:nvPr/>
          </p:nvSpPr>
          <p:spPr bwMode="auto">
            <a:xfrm>
              <a:off x="852736" y="860971"/>
              <a:ext cx="317023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F : {7} {5} {2} {4}</a:t>
              </a:r>
              <a:endParaRPr kumimoji="1" lang="en-US" altLang="zh-CN" sz="2400">
                <a:latin typeface="Times New Roman" panose="02020603050405020304" pitchFamily="18" charset="0"/>
                <a:ea typeface="宋体" panose="02010600030101010101" pitchFamily="2" charset="-122"/>
              </a:endParaRPr>
            </a:p>
          </p:txBody>
        </p:sp>
        <p:sp>
          <p:nvSpPr>
            <p:cNvPr id="150536" name="Rectangle 6">
              <a:extLst>
                <a:ext uri="{FF2B5EF4-FFF2-40B4-BE49-F238E27FC236}">
                  <a16:creationId xmlns:a16="http://schemas.microsoft.com/office/drawing/2014/main" id="{F3156AF5-9D0D-8A83-272D-0AC5FAD5FEA9}"/>
                </a:ext>
              </a:extLst>
            </p:cNvPr>
            <p:cNvSpPr>
              <a:spLocks noChangeArrowheads="1"/>
            </p:cNvSpPr>
            <p:nvPr/>
          </p:nvSpPr>
          <p:spPr bwMode="auto">
            <a:xfrm>
              <a:off x="1309936" y="1653133"/>
              <a:ext cx="381000" cy="381000"/>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50537" name="Rectangle 7">
              <a:extLst>
                <a:ext uri="{FF2B5EF4-FFF2-40B4-BE49-F238E27FC236}">
                  <a16:creationId xmlns:a16="http://schemas.microsoft.com/office/drawing/2014/main" id="{0C5D85E0-0443-06AD-1DA6-0C3D06A64EEA}"/>
                </a:ext>
              </a:extLst>
            </p:cNvPr>
            <p:cNvSpPr>
              <a:spLocks noChangeArrowheads="1"/>
            </p:cNvSpPr>
            <p:nvPr/>
          </p:nvSpPr>
          <p:spPr bwMode="auto">
            <a:xfrm>
              <a:off x="1919536" y="1653133"/>
              <a:ext cx="381000" cy="381000"/>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50538" name="Rectangle 8">
              <a:extLst>
                <a:ext uri="{FF2B5EF4-FFF2-40B4-BE49-F238E27FC236}">
                  <a16:creationId xmlns:a16="http://schemas.microsoft.com/office/drawing/2014/main" id="{780A9FA7-1F8E-8ED7-9D9E-5B4C65002CB7}"/>
                </a:ext>
              </a:extLst>
            </p:cNvPr>
            <p:cNvSpPr>
              <a:spLocks noChangeArrowheads="1"/>
            </p:cNvSpPr>
            <p:nvPr/>
          </p:nvSpPr>
          <p:spPr bwMode="auto">
            <a:xfrm>
              <a:off x="2529136" y="1653133"/>
              <a:ext cx="381000" cy="381000"/>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50539" name="Rectangle 9">
              <a:extLst>
                <a:ext uri="{FF2B5EF4-FFF2-40B4-BE49-F238E27FC236}">
                  <a16:creationId xmlns:a16="http://schemas.microsoft.com/office/drawing/2014/main" id="{EB72B9A6-BBE3-94C0-48A7-A7501B772723}"/>
                </a:ext>
              </a:extLst>
            </p:cNvPr>
            <p:cNvSpPr>
              <a:spLocks noChangeArrowheads="1"/>
            </p:cNvSpPr>
            <p:nvPr/>
          </p:nvSpPr>
          <p:spPr bwMode="auto">
            <a:xfrm>
              <a:off x="3138736" y="1653133"/>
              <a:ext cx="381000" cy="381000"/>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50540" name="Text Box 10">
              <a:extLst>
                <a:ext uri="{FF2B5EF4-FFF2-40B4-BE49-F238E27FC236}">
                  <a16:creationId xmlns:a16="http://schemas.microsoft.com/office/drawing/2014/main" id="{5EACA246-3148-B0EA-3FD1-044D716252A9}"/>
                </a:ext>
              </a:extLst>
            </p:cNvPr>
            <p:cNvSpPr txBox="1">
              <a:spLocks noChangeArrowheads="1"/>
            </p:cNvSpPr>
            <p:nvPr/>
          </p:nvSpPr>
          <p:spPr bwMode="auto">
            <a:xfrm>
              <a:off x="5348536" y="845096"/>
              <a:ext cx="25447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a:solidFill>
                    <a:schemeClr val="tx2"/>
                  </a:solidFill>
                  <a:latin typeface="Times New Roman" panose="02020603050405020304" pitchFamily="18" charset="0"/>
                  <a:ea typeface="宋体" panose="02010600030101010101" pitchFamily="2" charset="-122"/>
                </a:rPr>
                <a:t>F : {7} {5} {6}</a:t>
              </a:r>
              <a:endParaRPr kumimoji="1" lang="en-US" altLang="zh-CN" sz="2400">
                <a:latin typeface="Times New Roman" panose="02020603050405020304" pitchFamily="18" charset="0"/>
                <a:ea typeface="宋体" panose="02010600030101010101" pitchFamily="2" charset="-122"/>
              </a:endParaRPr>
            </a:p>
          </p:txBody>
        </p:sp>
        <p:sp>
          <p:nvSpPr>
            <p:cNvPr id="150541" name="Rectangle 11">
              <a:extLst>
                <a:ext uri="{FF2B5EF4-FFF2-40B4-BE49-F238E27FC236}">
                  <a16:creationId xmlns:a16="http://schemas.microsoft.com/office/drawing/2014/main" id="{98ACEC45-4D9D-6AB9-4BDE-5EEEED92ADD8}"/>
                </a:ext>
              </a:extLst>
            </p:cNvPr>
            <p:cNvSpPr>
              <a:spLocks noChangeArrowheads="1"/>
            </p:cNvSpPr>
            <p:nvPr/>
          </p:nvSpPr>
          <p:spPr bwMode="auto">
            <a:xfrm>
              <a:off x="5577136" y="1653133"/>
              <a:ext cx="381000" cy="381000"/>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50542" name="Rectangle 12">
              <a:extLst>
                <a:ext uri="{FF2B5EF4-FFF2-40B4-BE49-F238E27FC236}">
                  <a16:creationId xmlns:a16="http://schemas.microsoft.com/office/drawing/2014/main" id="{6D1FD9BF-B642-D86C-0DAE-AA488E13BC2C}"/>
                </a:ext>
              </a:extLst>
            </p:cNvPr>
            <p:cNvSpPr>
              <a:spLocks noChangeArrowheads="1"/>
            </p:cNvSpPr>
            <p:nvPr/>
          </p:nvSpPr>
          <p:spPr bwMode="auto">
            <a:xfrm>
              <a:off x="6186736" y="1653133"/>
              <a:ext cx="381000" cy="381000"/>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50543" name="Rectangle 13">
              <a:extLst>
                <a:ext uri="{FF2B5EF4-FFF2-40B4-BE49-F238E27FC236}">
                  <a16:creationId xmlns:a16="http://schemas.microsoft.com/office/drawing/2014/main" id="{AB9C5657-47D9-91A2-A28A-2084D6D099C0}"/>
                </a:ext>
              </a:extLst>
            </p:cNvPr>
            <p:cNvSpPr>
              <a:spLocks noChangeArrowheads="1"/>
            </p:cNvSpPr>
            <p:nvPr/>
          </p:nvSpPr>
          <p:spPr bwMode="auto">
            <a:xfrm>
              <a:off x="6643936" y="2338933"/>
              <a:ext cx="381000" cy="381000"/>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50544" name="Rectangle 14">
              <a:extLst>
                <a:ext uri="{FF2B5EF4-FFF2-40B4-BE49-F238E27FC236}">
                  <a16:creationId xmlns:a16="http://schemas.microsoft.com/office/drawing/2014/main" id="{F6333831-561B-E660-0848-B4F4B11F7C20}"/>
                </a:ext>
              </a:extLst>
            </p:cNvPr>
            <p:cNvSpPr>
              <a:spLocks noChangeArrowheads="1"/>
            </p:cNvSpPr>
            <p:nvPr/>
          </p:nvSpPr>
          <p:spPr bwMode="auto">
            <a:xfrm>
              <a:off x="7329736" y="2338933"/>
              <a:ext cx="381000" cy="381000"/>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50545" name="Oval 15">
              <a:extLst>
                <a:ext uri="{FF2B5EF4-FFF2-40B4-BE49-F238E27FC236}">
                  <a16:creationId xmlns:a16="http://schemas.microsoft.com/office/drawing/2014/main" id="{D8419D4E-4C1B-566A-AFF0-211C39EDC5C8}"/>
                </a:ext>
              </a:extLst>
            </p:cNvPr>
            <p:cNvSpPr>
              <a:spLocks noChangeArrowheads="1"/>
            </p:cNvSpPr>
            <p:nvPr/>
          </p:nvSpPr>
          <p:spPr bwMode="auto">
            <a:xfrm>
              <a:off x="6948736" y="1576933"/>
              <a:ext cx="457200" cy="4572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50546" name="Text Box 18">
              <a:extLst>
                <a:ext uri="{FF2B5EF4-FFF2-40B4-BE49-F238E27FC236}">
                  <a16:creationId xmlns:a16="http://schemas.microsoft.com/office/drawing/2014/main" id="{50B3EAEE-3A88-4777-C38C-469E278EC9A4}"/>
                </a:ext>
              </a:extLst>
            </p:cNvPr>
            <p:cNvSpPr txBox="1">
              <a:spLocks noChangeArrowheads="1"/>
            </p:cNvSpPr>
            <p:nvPr/>
          </p:nvSpPr>
          <p:spPr bwMode="auto">
            <a:xfrm>
              <a:off x="1309936" y="1591221"/>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7</a:t>
              </a:r>
              <a:endParaRPr kumimoji="1" lang="en-US" altLang="zh-CN" sz="2400">
                <a:latin typeface="Times New Roman" panose="02020603050405020304" pitchFamily="18" charset="0"/>
                <a:ea typeface="宋体" panose="02010600030101010101" pitchFamily="2" charset="-122"/>
              </a:endParaRPr>
            </a:p>
          </p:txBody>
        </p:sp>
        <p:sp>
          <p:nvSpPr>
            <p:cNvPr id="150547" name="Text Box 19">
              <a:extLst>
                <a:ext uri="{FF2B5EF4-FFF2-40B4-BE49-F238E27FC236}">
                  <a16:creationId xmlns:a16="http://schemas.microsoft.com/office/drawing/2014/main" id="{FD81475F-4262-7D45-630C-31E619DB4FDA}"/>
                </a:ext>
              </a:extLst>
            </p:cNvPr>
            <p:cNvSpPr txBox="1">
              <a:spLocks noChangeArrowheads="1"/>
            </p:cNvSpPr>
            <p:nvPr/>
          </p:nvSpPr>
          <p:spPr bwMode="auto">
            <a:xfrm>
              <a:off x="1938586" y="1576933"/>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150548" name="Text Box 20">
              <a:extLst>
                <a:ext uri="{FF2B5EF4-FFF2-40B4-BE49-F238E27FC236}">
                  <a16:creationId xmlns:a16="http://schemas.microsoft.com/office/drawing/2014/main" id="{698D96B6-F195-648E-5913-DAE940478912}"/>
                </a:ext>
              </a:extLst>
            </p:cNvPr>
            <p:cNvSpPr txBox="1">
              <a:spLocks noChangeArrowheads="1"/>
            </p:cNvSpPr>
            <p:nvPr/>
          </p:nvSpPr>
          <p:spPr bwMode="auto">
            <a:xfrm>
              <a:off x="2548186" y="1576933"/>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150549" name="Text Box 21">
              <a:extLst>
                <a:ext uri="{FF2B5EF4-FFF2-40B4-BE49-F238E27FC236}">
                  <a16:creationId xmlns:a16="http://schemas.microsoft.com/office/drawing/2014/main" id="{2B508ACC-3BC5-7196-A9AA-B7C023439A33}"/>
                </a:ext>
              </a:extLst>
            </p:cNvPr>
            <p:cNvSpPr txBox="1">
              <a:spLocks noChangeArrowheads="1"/>
            </p:cNvSpPr>
            <p:nvPr/>
          </p:nvSpPr>
          <p:spPr bwMode="auto">
            <a:xfrm>
              <a:off x="3157786" y="1576933"/>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4</a:t>
              </a:r>
              <a:endParaRPr kumimoji="1" lang="en-US" altLang="zh-CN" sz="2400">
                <a:latin typeface="Times New Roman" panose="02020603050405020304" pitchFamily="18" charset="0"/>
                <a:ea typeface="宋体" panose="02010600030101010101" pitchFamily="2" charset="-122"/>
              </a:endParaRPr>
            </a:p>
          </p:txBody>
        </p:sp>
        <p:sp>
          <p:nvSpPr>
            <p:cNvPr id="150550" name="Text Box 22">
              <a:extLst>
                <a:ext uri="{FF2B5EF4-FFF2-40B4-BE49-F238E27FC236}">
                  <a16:creationId xmlns:a16="http://schemas.microsoft.com/office/drawing/2014/main" id="{9E35C562-B331-8F4B-EA4A-6A86205175B7}"/>
                </a:ext>
              </a:extLst>
            </p:cNvPr>
            <p:cNvSpPr txBox="1">
              <a:spLocks noChangeArrowheads="1"/>
            </p:cNvSpPr>
            <p:nvPr/>
          </p:nvSpPr>
          <p:spPr bwMode="auto">
            <a:xfrm>
              <a:off x="1989386" y="2110333"/>
              <a:ext cx="9969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zh-CN" altLang="en-US" sz="3200">
                  <a:solidFill>
                    <a:schemeClr val="accent2"/>
                  </a:solidFill>
                  <a:latin typeface="Times New Roman" panose="02020603050405020304" pitchFamily="18" charset="0"/>
                  <a:ea typeface="隶书" panose="02010509060101010101" pitchFamily="49" charset="-122"/>
                </a:rPr>
                <a:t>初始</a:t>
              </a:r>
              <a:endParaRPr kumimoji="1" lang="zh-CN" altLang="en-US" sz="2400">
                <a:latin typeface="Times New Roman" panose="02020603050405020304" pitchFamily="18" charset="0"/>
                <a:ea typeface="宋体" panose="02010600030101010101" pitchFamily="2" charset="-122"/>
              </a:endParaRPr>
            </a:p>
          </p:txBody>
        </p:sp>
        <p:sp>
          <p:nvSpPr>
            <p:cNvPr id="150551" name="Text Box 23">
              <a:extLst>
                <a:ext uri="{FF2B5EF4-FFF2-40B4-BE49-F238E27FC236}">
                  <a16:creationId xmlns:a16="http://schemas.microsoft.com/office/drawing/2014/main" id="{0FF18D03-7F52-D03D-9C1A-7847C74CE694}"/>
                </a:ext>
              </a:extLst>
            </p:cNvPr>
            <p:cNvSpPr txBox="1">
              <a:spLocks noChangeArrowheads="1"/>
            </p:cNvSpPr>
            <p:nvPr/>
          </p:nvSpPr>
          <p:spPr bwMode="auto">
            <a:xfrm>
              <a:off x="4463837" y="2289768"/>
              <a:ext cx="20002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zh-CN" altLang="en-US" sz="3200" dirty="0">
                  <a:solidFill>
                    <a:schemeClr val="accent2"/>
                  </a:solidFill>
                  <a:latin typeface="Times New Roman" panose="02020603050405020304" pitchFamily="18" charset="0"/>
                  <a:ea typeface="隶书" panose="02010509060101010101" pitchFamily="49" charset="-122"/>
                </a:rPr>
                <a:t>合并</a:t>
              </a:r>
              <a:r>
                <a:rPr kumimoji="1" lang="en-US" altLang="zh-CN" sz="2800" b="1" dirty="0">
                  <a:solidFill>
                    <a:schemeClr val="tx2"/>
                  </a:solidFill>
                  <a:latin typeface="Times New Roman" panose="02020603050405020304" pitchFamily="18" charset="0"/>
                  <a:ea typeface="宋体" panose="02010600030101010101" pitchFamily="2" charset="-122"/>
                </a:rPr>
                <a:t>{2} {4}</a:t>
              </a:r>
              <a:endParaRPr kumimoji="1" lang="en-US" altLang="zh-CN" sz="2400" dirty="0">
                <a:latin typeface="Times New Roman" panose="02020603050405020304" pitchFamily="18" charset="0"/>
                <a:ea typeface="宋体" panose="02010600030101010101" pitchFamily="2" charset="-122"/>
              </a:endParaRPr>
            </a:p>
          </p:txBody>
        </p:sp>
        <p:sp>
          <p:nvSpPr>
            <p:cNvPr id="150561" name="Text Box 35">
              <a:extLst>
                <a:ext uri="{FF2B5EF4-FFF2-40B4-BE49-F238E27FC236}">
                  <a16:creationId xmlns:a16="http://schemas.microsoft.com/office/drawing/2014/main" id="{6433B4CA-A905-C623-AFCE-DD9B874769A9}"/>
                </a:ext>
              </a:extLst>
            </p:cNvPr>
            <p:cNvSpPr txBox="1">
              <a:spLocks noChangeArrowheads="1"/>
            </p:cNvSpPr>
            <p:nvPr/>
          </p:nvSpPr>
          <p:spPr bwMode="auto">
            <a:xfrm>
              <a:off x="5596186" y="1591221"/>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7</a:t>
              </a:r>
              <a:endParaRPr kumimoji="1" lang="en-US" altLang="zh-CN" sz="2400">
                <a:latin typeface="Times New Roman" panose="02020603050405020304" pitchFamily="18" charset="0"/>
                <a:ea typeface="宋体" panose="02010600030101010101" pitchFamily="2" charset="-122"/>
              </a:endParaRPr>
            </a:p>
          </p:txBody>
        </p:sp>
        <p:sp>
          <p:nvSpPr>
            <p:cNvPr id="150562" name="Text Box 36">
              <a:extLst>
                <a:ext uri="{FF2B5EF4-FFF2-40B4-BE49-F238E27FC236}">
                  <a16:creationId xmlns:a16="http://schemas.microsoft.com/office/drawing/2014/main" id="{4160607D-54CE-11A2-F825-30A074EE150E}"/>
                </a:ext>
              </a:extLst>
            </p:cNvPr>
            <p:cNvSpPr txBox="1">
              <a:spLocks noChangeArrowheads="1"/>
            </p:cNvSpPr>
            <p:nvPr/>
          </p:nvSpPr>
          <p:spPr bwMode="auto">
            <a:xfrm>
              <a:off x="6205786" y="1576933"/>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150563" name="Text Box 37">
              <a:extLst>
                <a:ext uri="{FF2B5EF4-FFF2-40B4-BE49-F238E27FC236}">
                  <a16:creationId xmlns:a16="http://schemas.microsoft.com/office/drawing/2014/main" id="{B1DACDBA-5280-DE6C-F9C1-D180EAC00687}"/>
                </a:ext>
              </a:extLst>
            </p:cNvPr>
            <p:cNvSpPr txBox="1">
              <a:spLocks noChangeArrowheads="1"/>
            </p:cNvSpPr>
            <p:nvPr/>
          </p:nvSpPr>
          <p:spPr bwMode="auto">
            <a:xfrm>
              <a:off x="6643936" y="2277021"/>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150564" name="Text Box 38">
              <a:extLst>
                <a:ext uri="{FF2B5EF4-FFF2-40B4-BE49-F238E27FC236}">
                  <a16:creationId xmlns:a16="http://schemas.microsoft.com/office/drawing/2014/main" id="{4C9CB541-DCEE-9DB7-46FD-7DADB7757D57}"/>
                </a:ext>
              </a:extLst>
            </p:cNvPr>
            <p:cNvSpPr txBox="1">
              <a:spLocks noChangeArrowheads="1"/>
            </p:cNvSpPr>
            <p:nvPr/>
          </p:nvSpPr>
          <p:spPr bwMode="auto">
            <a:xfrm>
              <a:off x="7348786" y="2277021"/>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4</a:t>
              </a:r>
              <a:endParaRPr kumimoji="1" lang="en-US" altLang="zh-CN" sz="2400">
                <a:latin typeface="Times New Roman" panose="02020603050405020304" pitchFamily="18" charset="0"/>
                <a:ea typeface="宋体" panose="02010600030101010101" pitchFamily="2" charset="-122"/>
              </a:endParaRPr>
            </a:p>
          </p:txBody>
        </p:sp>
        <p:sp>
          <p:nvSpPr>
            <p:cNvPr id="150569" name="Text Box 43">
              <a:extLst>
                <a:ext uri="{FF2B5EF4-FFF2-40B4-BE49-F238E27FC236}">
                  <a16:creationId xmlns:a16="http://schemas.microsoft.com/office/drawing/2014/main" id="{333DBED9-3406-6C85-DAC0-0866BFD2EFE7}"/>
                </a:ext>
              </a:extLst>
            </p:cNvPr>
            <p:cNvSpPr txBox="1">
              <a:spLocks noChangeArrowheads="1"/>
            </p:cNvSpPr>
            <p:nvPr/>
          </p:nvSpPr>
          <p:spPr bwMode="auto">
            <a:xfrm>
              <a:off x="6961436" y="1530896"/>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Times New Roman" panose="02020603050405020304" pitchFamily="18" charset="0"/>
                  <a:ea typeface="宋体" panose="02010600030101010101" pitchFamily="2" charset="-122"/>
                </a:rPr>
                <a:t>6</a:t>
              </a:r>
              <a:endParaRPr kumimoji="1" lang="en-US" altLang="zh-CN" sz="2400">
                <a:latin typeface="Times New Roman" panose="02020603050405020304" pitchFamily="18" charset="0"/>
                <a:ea typeface="宋体" panose="02010600030101010101" pitchFamily="2" charset="-122"/>
              </a:endParaRPr>
            </a:p>
          </p:txBody>
        </p:sp>
      </p:grpSp>
      <p:grpSp>
        <p:nvGrpSpPr>
          <p:cNvPr id="5" name="组合 4">
            <a:extLst>
              <a:ext uri="{FF2B5EF4-FFF2-40B4-BE49-F238E27FC236}">
                <a16:creationId xmlns:a16="http://schemas.microsoft.com/office/drawing/2014/main" id="{938ECCCF-12F4-4643-BC72-0ED356DCECA8}"/>
              </a:ext>
            </a:extLst>
          </p:cNvPr>
          <p:cNvGrpSpPr/>
          <p:nvPr/>
        </p:nvGrpSpPr>
        <p:grpSpPr>
          <a:xfrm>
            <a:off x="536138" y="4104776"/>
            <a:ext cx="7672388" cy="2713037"/>
            <a:chOff x="190748" y="3969296"/>
            <a:chExt cx="7672388" cy="2713037"/>
          </a:xfrm>
        </p:grpSpPr>
        <p:sp>
          <p:nvSpPr>
            <p:cNvPr id="150530" name="Line 33">
              <a:extLst>
                <a:ext uri="{FF2B5EF4-FFF2-40B4-BE49-F238E27FC236}">
                  <a16:creationId xmlns:a16="http://schemas.microsoft.com/office/drawing/2014/main" id="{CE946F2E-F280-C229-A091-F051C90E4A92}"/>
                </a:ext>
              </a:extLst>
            </p:cNvPr>
            <p:cNvSpPr>
              <a:spLocks noChangeShapeType="1"/>
            </p:cNvSpPr>
            <p:nvPr/>
          </p:nvSpPr>
          <p:spPr bwMode="auto">
            <a:xfrm flipH="1">
              <a:off x="2376736" y="4472533"/>
              <a:ext cx="228600" cy="4572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0531" name="Line 32">
              <a:extLst>
                <a:ext uri="{FF2B5EF4-FFF2-40B4-BE49-F238E27FC236}">
                  <a16:creationId xmlns:a16="http://schemas.microsoft.com/office/drawing/2014/main" id="{9B28997E-E35D-4174-7DD4-BCC423137655}"/>
                </a:ext>
              </a:extLst>
            </p:cNvPr>
            <p:cNvSpPr>
              <a:spLocks noChangeShapeType="1"/>
            </p:cNvSpPr>
            <p:nvPr/>
          </p:nvSpPr>
          <p:spPr bwMode="auto">
            <a:xfrm>
              <a:off x="2757736" y="4472533"/>
              <a:ext cx="228600" cy="4572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0552" name="Text Box 24">
              <a:extLst>
                <a:ext uri="{FF2B5EF4-FFF2-40B4-BE49-F238E27FC236}">
                  <a16:creationId xmlns:a16="http://schemas.microsoft.com/office/drawing/2014/main" id="{A38DA058-19F1-62ED-1356-3BABAC98F3F4}"/>
                </a:ext>
              </a:extLst>
            </p:cNvPr>
            <p:cNvSpPr txBox="1">
              <a:spLocks noChangeArrowheads="1"/>
            </p:cNvSpPr>
            <p:nvPr/>
          </p:nvSpPr>
          <p:spPr bwMode="auto">
            <a:xfrm>
              <a:off x="190748" y="4017173"/>
              <a:ext cx="22240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dirty="0">
                  <a:solidFill>
                    <a:schemeClr val="tx2"/>
                  </a:solidFill>
                  <a:latin typeface="Times New Roman" panose="02020603050405020304" pitchFamily="18" charset="0"/>
                  <a:ea typeface="宋体" panose="02010600030101010101" pitchFamily="2" charset="-122"/>
                </a:rPr>
                <a:t>F : {7} {11} </a:t>
              </a:r>
              <a:endParaRPr kumimoji="1" lang="en-US" altLang="zh-CN" sz="2400" dirty="0">
                <a:latin typeface="Times New Roman" panose="02020603050405020304" pitchFamily="18" charset="0"/>
                <a:ea typeface="宋体" panose="02010600030101010101" pitchFamily="2" charset="-122"/>
              </a:endParaRPr>
            </a:p>
          </p:txBody>
        </p:sp>
        <p:sp>
          <p:nvSpPr>
            <p:cNvPr id="150553" name="Line 25">
              <a:extLst>
                <a:ext uri="{FF2B5EF4-FFF2-40B4-BE49-F238E27FC236}">
                  <a16:creationId xmlns:a16="http://schemas.microsoft.com/office/drawing/2014/main" id="{61A83BF6-ABCA-0A55-23D7-64A396ED1766}"/>
                </a:ext>
              </a:extLst>
            </p:cNvPr>
            <p:cNvSpPr>
              <a:spLocks noChangeShapeType="1"/>
            </p:cNvSpPr>
            <p:nvPr/>
          </p:nvSpPr>
          <p:spPr bwMode="auto">
            <a:xfrm>
              <a:off x="3138736" y="5234533"/>
              <a:ext cx="228600" cy="4572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0554" name="Line 26">
              <a:extLst>
                <a:ext uri="{FF2B5EF4-FFF2-40B4-BE49-F238E27FC236}">
                  <a16:creationId xmlns:a16="http://schemas.microsoft.com/office/drawing/2014/main" id="{D926DDBB-ABCF-4F1C-ACC1-0370E95A071F}"/>
                </a:ext>
              </a:extLst>
            </p:cNvPr>
            <p:cNvSpPr>
              <a:spLocks noChangeShapeType="1"/>
            </p:cNvSpPr>
            <p:nvPr/>
          </p:nvSpPr>
          <p:spPr bwMode="auto">
            <a:xfrm flipH="1">
              <a:off x="2757736" y="5144046"/>
              <a:ext cx="228600" cy="4572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0555" name="Rectangle 27">
              <a:extLst>
                <a:ext uri="{FF2B5EF4-FFF2-40B4-BE49-F238E27FC236}">
                  <a16:creationId xmlns:a16="http://schemas.microsoft.com/office/drawing/2014/main" id="{174AA9B1-F05E-9CB4-A9FC-CF8CD3B35884}"/>
                </a:ext>
              </a:extLst>
            </p:cNvPr>
            <p:cNvSpPr>
              <a:spLocks noChangeArrowheads="1"/>
            </p:cNvSpPr>
            <p:nvPr/>
          </p:nvSpPr>
          <p:spPr bwMode="auto">
            <a:xfrm>
              <a:off x="1462336" y="4777333"/>
              <a:ext cx="381000" cy="381000"/>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50556" name="Rectangle 28">
              <a:extLst>
                <a:ext uri="{FF2B5EF4-FFF2-40B4-BE49-F238E27FC236}">
                  <a16:creationId xmlns:a16="http://schemas.microsoft.com/office/drawing/2014/main" id="{0D2606EF-20F1-0F45-9BA0-30B8B482093D}"/>
                </a:ext>
              </a:extLst>
            </p:cNvPr>
            <p:cNvSpPr>
              <a:spLocks noChangeArrowheads="1"/>
            </p:cNvSpPr>
            <p:nvPr/>
          </p:nvSpPr>
          <p:spPr bwMode="auto">
            <a:xfrm>
              <a:off x="2148136" y="4777333"/>
              <a:ext cx="381000" cy="381000"/>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50557" name="Rectangle 29">
              <a:extLst>
                <a:ext uri="{FF2B5EF4-FFF2-40B4-BE49-F238E27FC236}">
                  <a16:creationId xmlns:a16="http://schemas.microsoft.com/office/drawing/2014/main" id="{51D63EFE-516C-26E0-9D68-A1C7BBE92132}"/>
                </a:ext>
              </a:extLst>
            </p:cNvPr>
            <p:cNvSpPr>
              <a:spLocks noChangeArrowheads="1"/>
            </p:cNvSpPr>
            <p:nvPr/>
          </p:nvSpPr>
          <p:spPr bwMode="auto">
            <a:xfrm>
              <a:off x="2529136" y="5525046"/>
              <a:ext cx="381000" cy="381000"/>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50558" name="Rectangle 30">
              <a:extLst>
                <a:ext uri="{FF2B5EF4-FFF2-40B4-BE49-F238E27FC236}">
                  <a16:creationId xmlns:a16="http://schemas.microsoft.com/office/drawing/2014/main" id="{449F8192-4E0F-941B-F3AF-0F1AAE72D2F3}"/>
                </a:ext>
              </a:extLst>
            </p:cNvPr>
            <p:cNvSpPr>
              <a:spLocks noChangeArrowheads="1"/>
            </p:cNvSpPr>
            <p:nvPr/>
          </p:nvSpPr>
          <p:spPr bwMode="auto">
            <a:xfrm>
              <a:off x="3138736" y="5525046"/>
              <a:ext cx="381000" cy="381000"/>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50559" name="Oval 31">
              <a:extLst>
                <a:ext uri="{FF2B5EF4-FFF2-40B4-BE49-F238E27FC236}">
                  <a16:creationId xmlns:a16="http://schemas.microsoft.com/office/drawing/2014/main" id="{A0910167-7E5F-0900-9FFB-F48717C00FA0}"/>
                </a:ext>
              </a:extLst>
            </p:cNvPr>
            <p:cNvSpPr>
              <a:spLocks noChangeArrowheads="1"/>
            </p:cNvSpPr>
            <p:nvPr/>
          </p:nvSpPr>
          <p:spPr bwMode="auto">
            <a:xfrm>
              <a:off x="2833936" y="4763046"/>
              <a:ext cx="457200" cy="4572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50560" name="Oval 34">
              <a:extLst>
                <a:ext uri="{FF2B5EF4-FFF2-40B4-BE49-F238E27FC236}">
                  <a16:creationId xmlns:a16="http://schemas.microsoft.com/office/drawing/2014/main" id="{C6145483-D159-D648-95AD-465BB1EE507C}"/>
                </a:ext>
              </a:extLst>
            </p:cNvPr>
            <p:cNvSpPr>
              <a:spLocks noChangeArrowheads="1"/>
            </p:cNvSpPr>
            <p:nvPr/>
          </p:nvSpPr>
          <p:spPr bwMode="auto">
            <a:xfrm>
              <a:off x="2452936" y="4091533"/>
              <a:ext cx="457200" cy="4572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50565" name="Text Box 39">
              <a:extLst>
                <a:ext uri="{FF2B5EF4-FFF2-40B4-BE49-F238E27FC236}">
                  <a16:creationId xmlns:a16="http://schemas.microsoft.com/office/drawing/2014/main" id="{E88B2D85-AF2F-B824-4CB1-F400FC69DDEA}"/>
                </a:ext>
              </a:extLst>
            </p:cNvPr>
            <p:cNvSpPr txBox="1">
              <a:spLocks noChangeArrowheads="1"/>
            </p:cNvSpPr>
            <p:nvPr/>
          </p:nvSpPr>
          <p:spPr bwMode="auto">
            <a:xfrm>
              <a:off x="1481386" y="4699546"/>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7</a:t>
              </a:r>
              <a:endParaRPr kumimoji="1" lang="en-US" altLang="zh-CN" sz="2400">
                <a:latin typeface="Times New Roman" panose="02020603050405020304" pitchFamily="18" charset="0"/>
                <a:ea typeface="宋体" panose="02010600030101010101" pitchFamily="2" charset="-122"/>
              </a:endParaRPr>
            </a:p>
          </p:txBody>
        </p:sp>
        <p:sp>
          <p:nvSpPr>
            <p:cNvPr id="150566" name="Text Box 40">
              <a:extLst>
                <a:ext uri="{FF2B5EF4-FFF2-40B4-BE49-F238E27FC236}">
                  <a16:creationId xmlns:a16="http://schemas.microsoft.com/office/drawing/2014/main" id="{27A21545-A2C3-1C2B-BDFB-643C2BCD0D92}"/>
                </a:ext>
              </a:extLst>
            </p:cNvPr>
            <p:cNvSpPr txBox="1">
              <a:spLocks noChangeArrowheads="1"/>
            </p:cNvSpPr>
            <p:nvPr/>
          </p:nvSpPr>
          <p:spPr bwMode="auto">
            <a:xfrm>
              <a:off x="2167186" y="4699546"/>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150567" name="Text Box 41">
              <a:extLst>
                <a:ext uri="{FF2B5EF4-FFF2-40B4-BE49-F238E27FC236}">
                  <a16:creationId xmlns:a16="http://schemas.microsoft.com/office/drawing/2014/main" id="{AE712200-947D-7619-51A1-70045876D197}"/>
                </a:ext>
              </a:extLst>
            </p:cNvPr>
            <p:cNvSpPr txBox="1">
              <a:spLocks noChangeArrowheads="1"/>
            </p:cNvSpPr>
            <p:nvPr/>
          </p:nvSpPr>
          <p:spPr bwMode="auto">
            <a:xfrm>
              <a:off x="2529136" y="5463133"/>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150568" name="Text Box 42">
              <a:extLst>
                <a:ext uri="{FF2B5EF4-FFF2-40B4-BE49-F238E27FC236}">
                  <a16:creationId xmlns:a16="http://schemas.microsoft.com/office/drawing/2014/main" id="{1B861BB4-2E89-FB69-D325-116C8D6B8C1B}"/>
                </a:ext>
              </a:extLst>
            </p:cNvPr>
            <p:cNvSpPr txBox="1">
              <a:spLocks noChangeArrowheads="1"/>
            </p:cNvSpPr>
            <p:nvPr/>
          </p:nvSpPr>
          <p:spPr bwMode="auto">
            <a:xfrm>
              <a:off x="3157786" y="5463133"/>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4</a:t>
              </a:r>
              <a:endParaRPr kumimoji="1" lang="en-US" altLang="zh-CN" sz="2400">
                <a:latin typeface="Times New Roman" panose="02020603050405020304" pitchFamily="18" charset="0"/>
                <a:ea typeface="宋体" panose="02010600030101010101" pitchFamily="2" charset="-122"/>
              </a:endParaRPr>
            </a:p>
          </p:txBody>
        </p:sp>
        <p:sp>
          <p:nvSpPr>
            <p:cNvPr id="150570" name="Text Box 44">
              <a:extLst>
                <a:ext uri="{FF2B5EF4-FFF2-40B4-BE49-F238E27FC236}">
                  <a16:creationId xmlns:a16="http://schemas.microsoft.com/office/drawing/2014/main" id="{F5430635-BBAC-A619-94B8-545B6109706D}"/>
                </a:ext>
              </a:extLst>
            </p:cNvPr>
            <p:cNvSpPr txBox="1">
              <a:spLocks noChangeArrowheads="1"/>
            </p:cNvSpPr>
            <p:nvPr/>
          </p:nvSpPr>
          <p:spPr bwMode="auto">
            <a:xfrm>
              <a:off x="2757736" y="4715421"/>
              <a:ext cx="5270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Times New Roman" panose="02020603050405020304" pitchFamily="18" charset="0"/>
                  <a:ea typeface="宋体" panose="02010600030101010101" pitchFamily="2" charset="-122"/>
                </a:rPr>
                <a:t>6</a:t>
              </a:r>
              <a:endParaRPr kumimoji="1" lang="en-US" altLang="zh-CN" sz="2400">
                <a:latin typeface="Times New Roman" panose="02020603050405020304" pitchFamily="18" charset="0"/>
                <a:ea typeface="宋体" panose="02010600030101010101" pitchFamily="2" charset="-122"/>
              </a:endParaRPr>
            </a:p>
          </p:txBody>
        </p:sp>
        <p:sp>
          <p:nvSpPr>
            <p:cNvPr id="150571" name="Text Box 45">
              <a:extLst>
                <a:ext uri="{FF2B5EF4-FFF2-40B4-BE49-F238E27FC236}">
                  <a16:creationId xmlns:a16="http://schemas.microsoft.com/office/drawing/2014/main" id="{052637D3-D744-823B-D843-3F2EC06E2120}"/>
                </a:ext>
              </a:extLst>
            </p:cNvPr>
            <p:cNvSpPr txBox="1">
              <a:spLocks noChangeArrowheads="1"/>
            </p:cNvSpPr>
            <p:nvPr/>
          </p:nvSpPr>
          <p:spPr bwMode="auto">
            <a:xfrm>
              <a:off x="2376736" y="4029621"/>
              <a:ext cx="615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Times New Roman" panose="02020603050405020304" pitchFamily="18" charset="0"/>
                  <a:ea typeface="宋体" panose="02010600030101010101" pitchFamily="2" charset="-122"/>
                </a:rPr>
                <a:t>11</a:t>
              </a:r>
              <a:endParaRPr kumimoji="1" lang="en-US" altLang="zh-CN" sz="2400">
                <a:latin typeface="Times New Roman" panose="02020603050405020304" pitchFamily="18" charset="0"/>
                <a:ea typeface="宋体" panose="02010600030101010101" pitchFamily="2" charset="-122"/>
              </a:endParaRPr>
            </a:p>
          </p:txBody>
        </p:sp>
        <p:sp>
          <p:nvSpPr>
            <p:cNvPr id="150572" name="Text Box 46">
              <a:extLst>
                <a:ext uri="{FF2B5EF4-FFF2-40B4-BE49-F238E27FC236}">
                  <a16:creationId xmlns:a16="http://schemas.microsoft.com/office/drawing/2014/main" id="{1D607D6D-E318-3340-0512-82B7897D5DE1}"/>
                </a:ext>
              </a:extLst>
            </p:cNvPr>
            <p:cNvSpPr txBox="1">
              <a:spLocks noChangeArrowheads="1"/>
            </p:cNvSpPr>
            <p:nvPr/>
          </p:nvSpPr>
          <p:spPr bwMode="auto">
            <a:xfrm>
              <a:off x="1538536" y="5874296"/>
              <a:ext cx="20002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zh-CN" altLang="en-US" sz="3200">
                  <a:solidFill>
                    <a:schemeClr val="accent2"/>
                  </a:solidFill>
                  <a:latin typeface="Times New Roman" panose="02020603050405020304" pitchFamily="18" charset="0"/>
                  <a:ea typeface="隶书" panose="02010509060101010101" pitchFamily="49" charset="-122"/>
                </a:rPr>
                <a:t>合并</a:t>
              </a:r>
              <a:r>
                <a:rPr kumimoji="1" lang="en-US" altLang="zh-CN" sz="2800" b="1">
                  <a:solidFill>
                    <a:schemeClr val="tx2"/>
                  </a:solidFill>
                  <a:latin typeface="Times New Roman" panose="02020603050405020304" pitchFamily="18" charset="0"/>
                  <a:ea typeface="宋体" panose="02010600030101010101" pitchFamily="2" charset="-122"/>
                </a:rPr>
                <a:t>{5} {6}</a:t>
              </a:r>
              <a:endParaRPr kumimoji="1" lang="en-US" altLang="zh-CN" sz="2400">
                <a:latin typeface="Times New Roman" panose="02020603050405020304" pitchFamily="18" charset="0"/>
                <a:ea typeface="宋体" panose="02010600030101010101" pitchFamily="2" charset="-122"/>
              </a:endParaRPr>
            </a:p>
          </p:txBody>
        </p:sp>
        <p:sp>
          <p:nvSpPr>
            <p:cNvPr id="150573" name="Text Box 47">
              <a:extLst>
                <a:ext uri="{FF2B5EF4-FFF2-40B4-BE49-F238E27FC236}">
                  <a16:creationId xmlns:a16="http://schemas.microsoft.com/office/drawing/2014/main" id="{F6E4798B-5650-758C-2968-A508262F8513}"/>
                </a:ext>
              </a:extLst>
            </p:cNvPr>
            <p:cNvSpPr txBox="1">
              <a:spLocks noChangeArrowheads="1"/>
            </p:cNvSpPr>
            <p:nvPr/>
          </p:nvSpPr>
          <p:spPr bwMode="auto">
            <a:xfrm>
              <a:off x="4670674" y="3969296"/>
              <a:ext cx="159861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3200" b="1" dirty="0">
                  <a:solidFill>
                    <a:schemeClr val="tx2"/>
                  </a:solidFill>
                  <a:latin typeface="Times New Roman" panose="02020603050405020304" pitchFamily="18" charset="0"/>
                  <a:ea typeface="宋体" panose="02010600030101010101" pitchFamily="2" charset="-122"/>
                </a:rPr>
                <a:t>F : {18} </a:t>
              </a:r>
              <a:endParaRPr kumimoji="1" lang="en-US" altLang="zh-CN" sz="2400" dirty="0">
                <a:latin typeface="Times New Roman" panose="02020603050405020304" pitchFamily="18" charset="0"/>
                <a:ea typeface="宋体" panose="02010600030101010101" pitchFamily="2" charset="-122"/>
              </a:endParaRPr>
            </a:p>
          </p:txBody>
        </p:sp>
        <p:sp>
          <p:nvSpPr>
            <p:cNvPr id="150574" name="Line 48">
              <a:extLst>
                <a:ext uri="{FF2B5EF4-FFF2-40B4-BE49-F238E27FC236}">
                  <a16:creationId xmlns:a16="http://schemas.microsoft.com/office/drawing/2014/main" id="{0F9A31D3-2E70-EB01-A586-B2FA6FF4F873}"/>
                </a:ext>
              </a:extLst>
            </p:cNvPr>
            <p:cNvSpPr>
              <a:spLocks noChangeShapeType="1"/>
            </p:cNvSpPr>
            <p:nvPr/>
          </p:nvSpPr>
          <p:spPr bwMode="auto">
            <a:xfrm flipH="1">
              <a:off x="6262936" y="4472533"/>
              <a:ext cx="228600" cy="4572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0575" name="Line 49">
              <a:extLst>
                <a:ext uri="{FF2B5EF4-FFF2-40B4-BE49-F238E27FC236}">
                  <a16:creationId xmlns:a16="http://schemas.microsoft.com/office/drawing/2014/main" id="{72084C06-8387-A7E9-DBD8-734664054D69}"/>
                </a:ext>
              </a:extLst>
            </p:cNvPr>
            <p:cNvSpPr>
              <a:spLocks noChangeShapeType="1"/>
            </p:cNvSpPr>
            <p:nvPr/>
          </p:nvSpPr>
          <p:spPr bwMode="auto">
            <a:xfrm>
              <a:off x="6643936" y="4396333"/>
              <a:ext cx="228600" cy="4572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0576" name="Line 50">
              <a:extLst>
                <a:ext uri="{FF2B5EF4-FFF2-40B4-BE49-F238E27FC236}">
                  <a16:creationId xmlns:a16="http://schemas.microsoft.com/office/drawing/2014/main" id="{4F39BDAA-BF53-30A6-76FA-49528DD79AEE}"/>
                </a:ext>
              </a:extLst>
            </p:cNvPr>
            <p:cNvSpPr>
              <a:spLocks noChangeShapeType="1"/>
            </p:cNvSpPr>
            <p:nvPr/>
          </p:nvSpPr>
          <p:spPr bwMode="auto">
            <a:xfrm>
              <a:off x="7024936" y="5158333"/>
              <a:ext cx="228600" cy="4572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0577" name="Line 51">
              <a:extLst>
                <a:ext uri="{FF2B5EF4-FFF2-40B4-BE49-F238E27FC236}">
                  <a16:creationId xmlns:a16="http://schemas.microsoft.com/office/drawing/2014/main" id="{22A4BE54-8BF2-1984-1AA1-D0ABEFC6E4C2}"/>
                </a:ext>
              </a:extLst>
            </p:cNvPr>
            <p:cNvSpPr>
              <a:spLocks noChangeShapeType="1"/>
            </p:cNvSpPr>
            <p:nvPr/>
          </p:nvSpPr>
          <p:spPr bwMode="auto">
            <a:xfrm flipH="1">
              <a:off x="6643936" y="5144046"/>
              <a:ext cx="228600" cy="4572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0578" name="Rectangle 53">
              <a:extLst>
                <a:ext uri="{FF2B5EF4-FFF2-40B4-BE49-F238E27FC236}">
                  <a16:creationId xmlns:a16="http://schemas.microsoft.com/office/drawing/2014/main" id="{A1A5CEE1-87CD-D550-AC4E-1FF69A291115}"/>
                </a:ext>
              </a:extLst>
            </p:cNvPr>
            <p:cNvSpPr>
              <a:spLocks noChangeArrowheads="1"/>
            </p:cNvSpPr>
            <p:nvPr/>
          </p:nvSpPr>
          <p:spPr bwMode="auto">
            <a:xfrm>
              <a:off x="6034336" y="4777333"/>
              <a:ext cx="381000" cy="381000"/>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50579" name="Rectangle 54">
              <a:extLst>
                <a:ext uri="{FF2B5EF4-FFF2-40B4-BE49-F238E27FC236}">
                  <a16:creationId xmlns:a16="http://schemas.microsoft.com/office/drawing/2014/main" id="{1E0D3C0A-674E-7D62-99EC-8E90601C5BB6}"/>
                </a:ext>
              </a:extLst>
            </p:cNvPr>
            <p:cNvSpPr>
              <a:spLocks noChangeArrowheads="1"/>
            </p:cNvSpPr>
            <p:nvPr/>
          </p:nvSpPr>
          <p:spPr bwMode="auto">
            <a:xfrm>
              <a:off x="6415336" y="5525046"/>
              <a:ext cx="381000" cy="381000"/>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50580" name="Oval 56">
              <a:extLst>
                <a:ext uri="{FF2B5EF4-FFF2-40B4-BE49-F238E27FC236}">
                  <a16:creationId xmlns:a16="http://schemas.microsoft.com/office/drawing/2014/main" id="{959D7189-56C4-9995-4FDC-70E0B82CBF45}"/>
                </a:ext>
              </a:extLst>
            </p:cNvPr>
            <p:cNvSpPr>
              <a:spLocks noChangeArrowheads="1"/>
            </p:cNvSpPr>
            <p:nvPr/>
          </p:nvSpPr>
          <p:spPr bwMode="auto">
            <a:xfrm>
              <a:off x="6720136" y="4763046"/>
              <a:ext cx="457200" cy="4572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50581" name="Oval 57">
              <a:extLst>
                <a:ext uri="{FF2B5EF4-FFF2-40B4-BE49-F238E27FC236}">
                  <a16:creationId xmlns:a16="http://schemas.microsoft.com/office/drawing/2014/main" id="{8C90BB0B-7834-99D0-8005-641E9FA2AF08}"/>
                </a:ext>
              </a:extLst>
            </p:cNvPr>
            <p:cNvSpPr>
              <a:spLocks noChangeArrowheads="1"/>
            </p:cNvSpPr>
            <p:nvPr/>
          </p:nvSpPr>
          <p:spPr bwMode="auto">
            <a:xfrm>
              <a:off x="6339136" y="4091533"/>
              <a:ext cx="457200" cy="4572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50582" name="Text Box 58">
              <a:extLst>
                <a:ext uri="{FF2B5EF4-FFF2-40B4-BE49-F238E27FC236}">
                  <a16:creationId xmlns:a16="http://schemas.microsoft.com/office/drawing/2014/main" id="{C1F2CA9A-F595-D867-213C-601B9DF139C8}"/>
                </a:ext>
              </a:extLst>
            </p:cNvPr>
            <p:cNvSpPr txBox="1">
              <a:spLocks noChangeArrowheads="1"/>
            </p:cNvSpPr>
            <p:nvPr/>
          </p:nvSpPr>
          <p:spPr bwMode="auto">
            <a:xfrm>
              <a:off x="6415336" y="5463133"/>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150583" name="Text Box 59">
              <a:extLst>
                <a:ext uri="{FF2B5EF4-FFF2-40B4-BE49-F238E27FC236}">
                  <a16:creationId xmlns:a16="http://schemas.microsoft.com/office/drawing/2014/main" id="{C1BDA7DA-B6FA-61F2-DFA5-0A00C2835A6B}"/>
                </a:ext>
              </a:extLst>
            </p:cNvPr>
            <p:cNvSpPr txBox="1">
              <a:spLocks noChangeArrowheads="1"/>
            </p:cNvSpPr>
            <p:nvPr/>
          </p:nvSpPr>
          <p:spPr bwMode="auto">
            <a:xfrm>
              <a:off x="4326098" y="5871627"/>
              <a:ext cx="217822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zh-CN" altLang="en-US" sz="3200" dirty="0">
                  <a:solidFill>
                    <a:schemeClr val="accent2"/>
                  </a:solidFill>
                  <a:latin typeface="Times New Roman" panose="02020603050405020304" pitchFamily="18" charset="0"/>
                  <a:ea typeface="隶书" panose="02010509060101010101" pitchFamily="49" charset="-122"/>
                </a:rPr>
                <a:t>合并</a:t>
              </a:r>
              <a:r>
                <a:rPr kumimoji="1" lang="en-US" altLang="zh-CN" sz="2800" b="1" dirty="0">
                  <a:solidFill>
                    <a:schemeClr val="tx2"/>
                  </a:solidFill>
                  <a:latin typeface="Times New Roman" panose="02020603050405020304" pitchFamily="18" charset="0"/>
                  <a:ea typeface="宋体" panose="02010600030101010101" pitchFamily="2" charset="-122"/>
                </a:rPr>
                <a:t>{7} {11}</a:t>
              </a:r>
              <a:endParaRPr kumimoji="1" lang="en-US" altLang="zh-CN" sz="2400" dirty="0">
                <a:latin typeface="Times New Roman" panose="02020603050405020304" pitchFamily="18" charset="0"/>
                <a:ea typeface="宋体" panose="02010600030101010101" pitchFamily="2" charset="-122"/>
              </a:endParaRPr>
            </a:p>
          </p:txBody>
        </p:sp>
        <p:sp>
          <p:nvSpPr>
            <p:cNvPr id="150584" name="Line 60">
              <a:extLst>
                <a:ext uri="{FF2B5EF4-FFF2-40B4-BE49-F238E27FC236}">
                  <a16:creationId xmlns:a16="http://schemas.microsoft.com/office/drawing/2014/main" id="{13252335-D570-B0C6-B532-2AF31B4184A5}"/>
                </a:ext>
              </a:extLst>
            </p:cNvPr>
            <p:cNvSpPr>
              <a:spLocks noChangeShapeType="1"/>
            </p:cNvSpPr>
            <p:nvPr/>
          </p:nvSpPr>
          <p:spPr bwMode="auto">
            <a:xfrm>
              <a:off x="7386886" y="5844133"/>
              <a:ext cx="228600" cy="4572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0585" name="Line 61">
              <a:extLst>
                <a:ext uri="{FF2B5EF4-FFF2-40B4-BE49-F238E27FC236}">
                  <a16:creationId xmlns:a16="http://schemas.microsoft.com/office/drawing/2014/main" id="{89F3FBAE-B454-98C0-BCA1-7C200C6918B6}"/>
                </a:ext>
              </a:extLst>
            </p:cNvPr>
            <p:cNvSpPr>
              <a:spLocks noChangeShapeType="1"/>
            </p:cNvSpPr>
            <p:nvPr/>
          </p:nvSpPr>
          <p:spPr bwMode="auto">
            <a:xfrm flipH="1">
              <a:off x="7005886" y="5844133"/>
              <a:ext cx="228600" cy="4572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0586" name="Rectangle 62">
              <a:extLst>
                <a:ext uri="{FF2B5EF4-FFF2-40B4-BE49-F238E27FC236}">
                  <a16:creationId xmlns:a16="http://schemas.microsoft.com/office/drawing/2014/main" id="{E36FCC0B-CB98-8D6F-BFDF-BC66BA89EDF5}"/>
                </a:ext>
              </a:extLst>
            </p:cNvPr>
            <p:cNvSpPr>
              <a:spLocks noChangeArrowheads="1"/>
            </p:cNvSpPr>
            <p:nvPr/>
          </p:nvSpPr>
          <p:spPr bwMode="auto">
            <a:xfrm>
              <a:off x="6777286" y="6225133"/>
              <a:ext cx="381000" cy="381000"/>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50587" name="Rectangle 63">
              <a:extLst>
                <a:ext uri="{FF2B5EF4-FFF2-40B4-BE49-F238E27FC236}">
                  <a16:creationId xmlns:a16="http://schemas.microsoft.com/office/drawing/2014/main" id="{0F8732F5-7475-A497-E294-F45FEA0F4899}"/>
                </a:ext>
              </a:extLst>
            </p:cNvPr>
            <p:cNvSpPr>
              <a:spLocks noChangeArrowheads="1"/>
            </p:cNvSpPr>
            <p:nvPr/>
          </p:nvSpPr>
          <p:spPr bwMode="auto">
            <a:xfrm>
              <a:off x="7482136" y="6225133"/>
              <a:ext cx="381000" cy="381000"/>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50588" name="Oval 64">
              <a:extLst>
                <a:ext uri="{FF2B5EF4-FFF2-40B4-BE49-F238E27FC236}">
                  <a16:creationId xmlns:a16="http://schemas.microsoft.com/office/drawing/2014/main" id="{6197830E-A848-D29C-74A3-6D6BBA95E7EF}"/>
                </a:ext>
              </a:extLst>
            </p:cNvPr>
            <p:cNvSpPr>
              <a:spLocks noChangeArrowheads="1"/>
            </p:cNvSpPr>
            <p:nvPr/>
          </p:nvSpPr>
          <p:spPr bwMode="auto">
            <a:xfrm>
              <a:off x="7082086" y="5463133"/>
              <a:ext cx="457200" cy="4572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50589" name="Text Box 65">
              <a:extLst>
                <a:ext uri="{FF2B5EF4-FFF2-40B4-BE49-F238E27FC236}">
                  <a16:creationId xmlns:a16="http://schemas.microsoft.com/office/drawing/2014/main" id="{AFDCFD76-4B0A-0174-CBCE-CEB04C60E5FB}"/>
                </a:ext>
              </a:extLst>
            </p:cNvPr>
            <p:cNvSpPr txBox="1">
              <a:spLocks noChangeArrowheads="1"/>
            </p:cNvSpPr>
            <p:nvPr/>
          </p:nvSpPr>
          <p:spPr bwMode="auto">
            <a:xfrm>
              <a:off x="6777286" y="6163221"/>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150590" name="Text Box 67">
              <a:extLst>
                <a:ext uri="{FF2B5EF4-FFF2-40B4-BE49-F238E27FC236}">
                  <a16:creationId xmlns:a16="http://schemas.microsoft.com/office/drawing/2014/main" id="{BCED4ECA-F026-2243-F3DD-A06DD4DCC71C}"/>
                </a:ext>
              </a:extLst>
            </p:cNvPr>
            <p:cNvSpPr txBox="1">
              <a:spLocks noChangeArrowheads="1"/>
            </p:cNvSpPr>
            <p:nvPr/>
          </p:nvSpPr>
          <p:spPr bwMode="auto">
            <a:xfrm>
              <a:off x="6034336" y="4701133"/>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7</a:t>
              </a:r>
              <a:endParaRPr kumimoji="1" lang="en-US" altLang="zh-CN" sz="2400">
                <a:latin typeface="Times New Roman" panose="02020603050405020304" pitchFamily="18" charset="0"/>
                <a:ea typeface="宋体" panose="02010600030101010101" pitchFamily="2" charset="-122"/>
              </a:endParaRPr>
            </a:p>
          </p:txBody>
        </p:sp>
        <p:sp>
          <p:nvSpPr>
            <p:cNvPr id="150591" name="Text Box 68">
              <a:extLst>
                <a:ext uri="{FF2B5EF4-FFF2-40B4-BE49-F238E27FC236}">
                  <a16:creationId xmlns:a16="http://schemas.microsoft.com/office/drawing/2014/main" id="{C97C59B0-915B-F888-80B7-C75C703B96FA}"/>
                </a:ext>
              </a:extLst>
            </p:cNvPr>
            <p:cNvSpPr txBox="1">
              <a:spLocks noChangeArrowheads="1"/>
            </p:cNvSpPr>
            <p:nvPr/>
          </p:nvSpPr>
          <p:spPr bwMode="auto">
            <a:xfrm>
              <a:off x="7501186" y="6163221"/>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4</a:t>
              </a:r>
              <a:endParaRPr kumimoji="1" lang="en-US" altLang="zh-CN" sz="2400">
                <a:latin typeface="Times New Roman" panose="02020603050405020304" pitchFamily="18" charset="0"/>
                <a:ea typeface="宋体" panose="02010600030101010101" pitchFamily="2" charset="-122"/>
              </a:endParaRPr>
            </a:p>
          </p:txBody>
        </p:sp>
        <p:sp>
          <p:nvSpPr>
            <p:cNvPr id="150592" name="Text Box 69">
              <a:extLst>
                <a:ext uri="{FF2B5EF4-FFF2-40B4-BE49-F238E27FC236}">
                  <a16:creationId xmlns:a16="http://schemas.microsoft.com/office/drawing/2014/main" id="{D89A5FB5-A47A-65E0-7D3D-0B15F1D2810B}"/>
                </a:ext>
              </a:extLst>
            </p:cNvPr>
            <p:cNvSpPr txBox="1">
              <a:spLocks noChangeArrowheads="1"/>
            </p:cNvSpPr>
            <p:nvPr/>
          </p:nvSpPr>
          <p:spPr bwMode="auto">
            <a:xfrm>
              <a:off x="7031286" y="5401221"/>
              <a:ext cx="5270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Times New Roman" panose="02020603050405020304" pitchFamily="18" charset="0"/>
                  <a:ea typeface="宋体" panose="02010600030101010101" pitchFamily="2" charset="-122"/>
                </a:rPr>
                <a:t>6</a:t>
              </a:r>
              <a:endParaRPr kumimoji="1" lang="en-US" altLang="zh-CN" sz="2400">
                <a:latin typeface="Times New Roman" panose="02020603050405020304" pitchFamily="18" charset="0"/>
                <a:ea typeface="宋体" panose="02010600030101010101" pitchFamily="2" charset="-122"/>
              </a:endParaRPr>
            </a:p>
          </p:txBody>
        </p:sp>
        <p:sp>
          <p:nvSpPr>
            <p:cNvPr id="150593" name="Text Box 70">
              <a:extLst>
                <a:ext uri="{FF2B5EF4-FFF2-40B4-BE49-F238E27FC236}">
                  <a16:creationId xmlns:a16="http://schemas.microsoft.com/office/drawing/2014/main" id="{CD61F4CC-F2A2-FCF3-22FE-B4A48DCF0F15}"/>
                </a:ext>
              </a:extLst>
            </p:cNvPr>
            <p:cNvSpPr txBox="1">
              <a:spLocks noChangeArrowheads="1"/>
            </p:cNvSpPr>
            <p:nvPr/>
          </p:nvSpPr>
          <p:spPr bwMode="auto">
            <a:xfrm>
              <a:off x="6650286" y="4715421"/>
              <a:ext cx="615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Times New Roman" panose="02020603050405020304" pitchFamily="18" charset="0"/>
                  <a:ea typeface="宋体" panose="02010600030101010101" pitchFamily="2" charset="-122"/>
                </a:rPr>
                <a:t>11</a:t>
              </a:r>
              <a:endParaRPr kumimoji="1" lang="en-US" altLang="zh-CN" sz="2400">
                <a:latin typeface="Times New Roman" panose="02020603050405020304" pitchFamily="18" charset="0"/>
                <a:ea typeface="宋体" panose="02010600030101010101" pitchFamily="2" charset="-122"/>
              </a:endParaRPr>
            </a:p>
          </p:txBody>
        </p:sp>
        <p:sp>
          <p:nvSpPr>
            <p:cNvPr id="150594" name="Text Box 71">
              <a:extLst>
                <a:ext uri="{FF2B5EF4-FFF2-40B4-BE49-F238E27FC236}">
                  <a16:creationId xmlns:a16="http://schemas.microsoft.com/office/drawing/2014/main" id="{872F125B-10DA-F46F-336B-1814E13B9414}"/>
                </a:ext>
              </a:extLst>
            </p:cNvPr>
            <p:cNvSpPr txBox="1">
              <a:spLocks noChangeArrowheads="1"/>
            </p:cNvSpPr>
            <p:nvPr/>
          </p:nvSpPr>
          <p:spPr bwMode="auto">
            <a:xfrm>
              <a:off x="6262936" y="4029621"/>
              <a:ext cx="615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accent2"/>
                  </a:solidFill>
                  <a:latin typeface="Times New Roman" panose="02020603050405020304" pitchFamily="18" charset="0"/>
                  <a:ea typeface="宋体" panose="02010600030101010101" pitchFamily="2" charset="-122"/>
                </a:rPr>
                <a:t>18</a:t>
              </a:r>
              <a:endParaRPr kumimoji="1" lang="en-US" altLang="zh-CN" sz="2400">
                <a:latin typeface="Times New Roman" panose="02020603050405020304" pitchFamily="18" charset="0"/>
                <a:ea typeface="宋体" panose="02010600030101010101" pitchFamily="2" charset="-122"/>
              </a:endParaRPr>
            </a:p>
          </p:txBody>
        </p:sp>
      </p:grpSp>
      <p:sp>
        <p:nvSpPr>
          <p:cNvPr id="3" name="标题 2">
            <a:extLst>
              <a:ext uri="{FF2B5EF4-FFF2-40B4-BE49-F238E27FC236}">
                <a16:creationId xmlns:a16="http://schemas.microsoft.com/office/drawing/2014/main" id="{B039632A-FD32-49C0-AF7D-254BACEB9077}"/>
              </a:ext>
            </a:extLst>
          </p:cNvPr>
          <p:cNvSpPr>
            <a:spLocks noGrp="1"/>
          </p:cNvSpPr>
          <p:nvPr>
            <p:ph type="title"/>
          </p:nvPr>
        </p:nvSpPr>
        <p:spPr/>
        <p:txBody>
          <a:bodyPr/>
          <a:lstStyle/>
          <a:p>
            <a:r>
              <a:rPr lang="zh-CN" altLang="en-US" dirty="0"/>
              <a:t>例：</a:t>
            </a:r>
            <a:r>
              <a:rPr lang="en-US" altLang="zh-CN" dirty="0"/>
              <a:t>Huffman</a:t>
            </a:r>
            <a:r>
              <a:rPr lang="zh-CN" altLang="en-US" dirty="0"/>
              <a:t>树的构造过程</a:t>
            </a:r>
          </a:p>
        </p:txBody>
      </p:sp>
      <p:sp>
        <p:nvSpPr>
          <p:cNvPr id="2" name="灯片编号占位符 1">
            <a:extLst>
              <a:ext uri="{FF2B5EF4-FFF2-40B4-BE49-F238E27FC236}">
                <a16:creationId xmlns:a16="http://schemas.microsoft.com/office/drawing/2014/main" id="{9358E44E-50FE-4D6C-126A-B87002A4E746}"/>
              </a:ext>
            </a:extLst>
          </p:cNvPr>
          <p:cNvSpPr>
            <a:spLocks noGrp="1"/>
          </p:cNvSpPr>
          <p:nvPr>
            <p:ph type="sldNum" sz="quarter" idx="12"/>
          </p:nvPr>
        </p:nvSpPr>
        <p:spPr/>
        <p:txBody>
          <a:bodyPr/>
          <a:lstStyle/>
          <a:p>
            <a:pPr>
              <a:defRPr/>
            </a:pPr>
            <a:fld id="{6DFA40DF-1FC0-4A1B-B86F-E962D94EFA14}" type="slidenum">
              <a:rPr lang="en-US" altLang="zh-CN" smtClean="0"/>
              <a:pPr>
                <a:defRPr/>
              </a:pPr>
              <a:t>137</a:t>
            </a:fld>
            <a:endParaRPr lang="en-US" altLang="zh-CN"/>
          </a:p>
        </p:txBody>
      </p:sp>
    </p:spTree>
  </p:cSld>
  <p:clrMapOvr>
    <a:masterClrMapping/>
  </p:clrMapOvr>
  <p:transition>
    <p:split/>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435D7C-A918-4C01-8F4E-108F24ADAB39}"/>
              </a:ext>
            </a:extLst>
          </p:cNvPr>
          <p:cNvSpPr>
            <a:spLocks noGrp="1"/>
          </p:cNvSpPr>
          <p:nvPr>
            <p:ph type="title"/>
          </p:nvPr>
        </p:nvSpPr>
        <p:spPr/>
        <p:txBody>
          <a:bodyPr/>
          <a:lstStyle/>
          <a:p>
            <a:r>
              <a:rPr lang="en-US" altLang="zh-CN" dirty="0"/>
              <a:t>Huffman</a:t>
            </a:r>
            <a:r>
              <a:rPr lang="zh-CN" altLang="en-US" dirty="0"/>
              <a:t>树的类定义</a:t>
            </a:r>
          </a:p>
        </p:txBody>
      </p:sp>
      <p:sp>
        <p:nvSpPr>
          <p:cNvPr id="3" name="内容占位符 2">
            <a:extLst>
              <a:ext uri="{FF2B5EF4-FFF2-40B4-BE49-F238E27FC236}">
                <a16:creationId xmlns:a16="http://schemas.microsoft.com/office/drawing/2014/main" id="{012ABBDE-2C21-4413-B810-8F77FE8298B0}"/>
              </a:ext>
            </a:extLst>
          </p:cNvPr>
          <p:cNvSpPr>
            <a:spLocks noGrp="1"/>
          </p:cNvSpPr>
          <p:nvPr>
            <p:ph idx="1"/>
          </p:nvPr>
        </p:nvSpPr>
        <p:spPr>
          <a:xfrm>
            <a:off x="628650" y="1825624"/>
            <a:ext cx="8191822" cy="4843735"/>
          </a:xfrm>
        </p:spPr>
        <p:txBody>
          <a:bodyPr>
            <a:normAutofit fontScale="62500" lnSpcReduction="20000"/>
          </a:bodyPr>
          <a:lstStyle/>
          <a:p>
            <a:pPr marL="0" indent="0">
              <a:buNone/>
            </a:pPr>
            <a:r>
              <a:rPr lang="en-US" altLang="zh-CN" dirty="0"/>
              <a:t>const  int </a:t>
            </a:r>
            <a:r>
              <a:rPr lang="en-US" altLang="zh-CN" dirty="0" err="1"/>
              <a:t>DefaultSize</a:t>
            </a:r>
            <a:r>
              <a:rPr lang="en-US" altLang="zh-CN" dirty="0"/>
              <a:t> = 20; </a:t>
            </a:r>
          </a:p>
          <a:p>
            <a:pPr marL="0" indent="0">
              <a:buNone/>
            </a:pPr>
            <a:endParaRPr lang="en-US" altLang="zh-CN" dirty="0"/>
          </a:p>
          <a:p>
            <a:pPr marL="0" indent="0">
              <a:buNone/>
            </a:pPr>
            <a:r>
              <a:rPr lang="en-US" altLang="zh-CN" dirty="0"/>
              <a:t>//</a:t>
            </a:r>
            <a:r>
              <a:rPr lang="zh-CN" altLang="en-US" dirty="0"/>
              <a:t>结点定义</a:t>
            </a:r>
            <a:endParaRPr lang="en-US" altLang="zh-CN" dirty="0"/>
          </a:p>
          <a:p>
            <a:pPr marL="0" indent="0">
              <a:buNone/>
            </a:pPr>
            <a:r>
              <a:rPr lang="en-US" altLang="zh-CN" dirty="0"/>
              <a:t>template &lt; class E&gt; </a:t>
            </a:r>
          </a:p>
          <a:p>
            <a:pPr marL="0" indent="0">
              <a:buNone/>
            </a:pPr>
            <a:r>
              <a:rPr lang="en-US" altLang="zh-CN" dirty="0"/>
              <a:t>struct </a:t>
            </a:r>
            <a:r>
              <a:rPr lang="en-US" altLang="zh-CN" dirty="0" err="1"/>
              <a:t>HuffmanNode</a:t>
            </a:r>
            <a:r>
              <a:rPr lang="en-US" altLang="zh-CN" dirty="0"/>
              <a:t> {</a:t>
            </a:r>
          </a:p>
          <a:p>
            <a:pPr marL="0" indent="0">
              <a:buNone/>
            </a:pPr>
            <a:r>
              <a:rPr lang="en-US" altLang="zh-CN" dirty="0"/>
              <a:t>    E data;</a:t>
            </a:r>
          </a:p>
          <a:p>
            <a:pPr marL="0" indent="0">
              <a:buNone/>
            </a:pPr>
            <a:r>
              <a:rPr lang="en-US" altLang="zh-CN" dirty="0"/>
              <a:t>    </a:t>
            </a:r>
            <a:r>
              <a:rPr lang="en-US" altLang="zh-CN" dirty="0" err="1"/>
              <a:t>HuffmanNode</a:t>
            </a:r>
            <a:r>
              <a:rPr lang="en-US" altLang="zh-CN" dirty="0"/>
              <a:t>&lt;E&gt; * </a:t>
            </a:r>
            <a:r>
              <a:rPr lang="en-US" altLang="zh-CN" dirty="0" err="1"/>
              <a:t>leftChild</a:t>
            </a:r>
            <a:r>
              <a:rPr lang="en-US" altLang="zh-CN" dirty="0"/>
              <a:t>, * </a:t>
            </a:r>
            <a:r>
              <a:rPr lang="en-US" altLang="zh-CN" dirty="0" err="1"/>
              <a:t>rightChild</a:t>
            </a:r>
            <a:r>
              <a:rPr lang="en-US" altLang="zh-CN" dirty="0"/>
              <a:t>, *parent;</a:t>
            </a:r>
          </a:p>
          <a:p>
            <a:pPr marL="0" indent="0">
              <a:buNone/>
            </a:pPr>
            <a:r>
              <a:rPr lang="en-US" altLang="zh-CN" dirty="0"/>
              <a:t>    </a:t>
            </a:r>
            <a:r>
              <a:rPr lang="en-US" altLang="zh-CN" dirty="0" err="1"/>
              <a:t>HuffmanNode</a:t>
            </a:r>
            <a:r>
              <a:rPr lang="en-US" altLang="zh-CN" dirty="0"/>
              <a:t>(): </a:t>
            </a:r>
            <a:r>
              <a:rPr lang="en-US" altLang="zh-CN" dirty="0" err="1"/>
              <a:t>leftChild</a:t>
            </a:r>
            <a:r>
              <a:rPr lang="en-US" altLang="zh-CN" dirty="0"/>
              <a:t>(NULL), </a:t>
            </a:r>
            <a:r>
              <a:rPr lang="en-US" altLang="zh-CN" dirty="0" err="1"/>
              <a:t>rightChild</a:t>
            </a:r>
            <a:r>
              <a:rPr lang="en-US" altLang="zh-CN" dirty="0"/>
              <a:t>(NULL), parent(NULL) { }</a:t>
            </a:r>
          </a:p>
          <a:p>
            <a:pPr marL="0" indent="0">
              <a:buNone/>
            </a:pPr>
            <a:r>
              <a:rPr lang="en-US" altLang="zh-CN" dirty="0"/>
              <a:t>    </a:t>
            </a:r>
            <a:r>
              <a:rPr lang="en-US" altLang="zh-CN" dirty="0" err="1"/>
              <a:t>HuffmanNode</a:t>
            </a:r>
            <a:r>
              <a:rPr lang="en-US" altLang="zh-CN" dirty="0"/>
              <a:t>(E </a:t>
            </a:r>
            <a:r>
              <a:rPr lang="en-US" altLang="zh-CN" dirty="0" err="1"/>
              <a:t>elem</a:t>
            </a:r>
            <a:r>
              <a:rPr lang="en-US" altLang="zh-CN" dirty="0"/>
              <a:t>, </a:t>
            </a:r>
            <a:r>
              <a:rPr lang="en-US" altLang="zh-CN" dirty="0" err="1"/>
              <a:t>HuffmanNode</a:t>
            </a:r>
            <a:r>
              <a:rPr lang="en-US" altLang="zh-CN" dirty="0"/>
              <a:t>&lt;E&gt; *left = NULL, </a:t>
            </a:r>
            <a:r>
              <a:rPr lang="en-US" altLang="zh-CN" dirty="0" err="1"/>
              <a:t>HuffmanNode</a:t>
            </a:r>
            <a:r>
              <a:rPr lang="en-US" altLang="zh-CN" dirty="0"/>
              <a:t>&lt;E&gt; *right = NULL, </a:t>
            </a:r>
            <a:r>
              <a:rPr lang="en-US" altLang="zh-CN" dirty="0" err="1"/>
              <a:t>HuffmanNode</a:t>
            </a:r>
            <a:r>
              <a:rPr lang="en-US" altLang="zh-CN" dirty="0"/>
              <a:t>&lt;E&gt; *pr = NULL) : data(</a:t>
            </a:r>
            <a:r>
              <a:rPr lang="en-US" altLang="zh-CN" dirty="0" err="1"/>
              <a:t>elem</a:t>
            </a:r>
            <a:r>
              <a:rPr lang="en-US" altLang="zh-CN" dirty="0"/>
              <a:t>), </a:t>
            </a:r>
            <a:r>
              <a:rPr lang="en-US" altLang="zh-CN" dirty="0" err="1"/>
              <a:t>leftChild</a:t>
            </a:r>
            <a:r>
              <a:rPr lang="en-US" altLang="zh-CN" dirty="0"/>
              <a:t>(left), </a:t>
            </a:r>
            <a:r>
              <a:rPr lang="en-US" altLang="zh-CN" dirty="0" err="1"/>
              <a:t>rightChild</a:t>
            </a:r>
            <a:r>
              <a:rPr lang="en-US" altLang="zh-CN" dirty="0"/>
              <a:t>(right), parent(pr) { }</a:t>
            </a:r>
          </a:p>
          <a:p>
            <a:pPr marL="0" indent="0">
              <a:buNone/>
            </a:pPr>
            <a:r>
              <a:rPr lang="en-US" altLang="zh-CN" dirty="0"/>
              <a:t>};</a:t>
            </a:r>
          </a:p>
          <a:p>
            <a:pPr marL="0" indent="0">
              <a:buNone/>
            </a:pPr>
            <a:endParaRPr lang="en-US" altLang="zh-CN" dirty="0"/>
          </a:p>
          <a:p>
            <a:pPr marL="0" indent="0">
              <a:buNone/>
            </a:pPr>
            <a:endParaRPr lang="en-US" altLang="zh-CN" dirty="0"/>
          </a:p>
          <a:p>
            <a:pPr marL="0" indent="0">
              <a:buNone/>
            </a:pPr>
            <a:endParaRPr lang="zh-CN" altLang="en-US" dirty="0"/>
          </a:p>
        </p:txBody>
      </p:sp>
      <p:sp>
        <p:nvSpPr>
          <p:cNvPr id="4" name="灯片编号占位符 3">
            <a:extLst>
              <a:ext uri="{FF2B5EF4-FFF2-40B4-BE49-F238E27FC236}">
                <a16:creationId xmlns:a16="http://schemas.microsoft.com/office/drawing/2014/main" id="{1ED73824-9B68-0F7D-E36E-4A1B539B12AA}"/>
              </a:ext>
            </a:extLst>
          </p:cNvPr>
          <p:cNvSpPr>
            <a:spLocks noGrp="1"/>
          </p:cNvSpPr>
          <p:nvPr>
            <p:ph type="sldNum" sz="quarter" idx="12"/>
          </p:nvPr>
        </p:nvSpPr>
        <p:spPr/>
        <p:txBody>
          <a:bodyPr/>
          <a:lstStyle/>
          <a:p>
            <a:pPr>
              <a:defRPr/>
            </a:pPr>
            <a:fld id="{A598D83B-EE2A-4F12-B129-1EDE84DF129B}" type="slidenum">
              <a:rPr lang="en-US" altLang="zh-CN" smtClean="0"/>
              <a:pPr>
                <a:defRPr/>
              </a:pPr>
              <a:t>138</a:t>
            </a:fld>
            <a:endParaRPr lang="en-US" altLang="zh-CN" dirty="0"/>
          </a:p>
        </p:txBody>
      </p:sp>
    </p:spTree>
  </p:cSld>
  <p:clrMapOvr>
    <a:masterClrMapping/>
  </p:clrMapOvr>
  <p:transition>
    <p:split/>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86A4FB2-A356-4384-A23B-F27405E491CF}"/>
              </a:ext>
            </a:extLst>
          </p:cNvPr>
          <p:cNvSpPr>
            <a:spLocks noGrp="1"/>
          </p:cNvSpPr>
          <p:nvPr>
            <p:ph idx="1"/>
          </p:nvPr>
        </p:nvSpPr>
        <p:spPr>
          <a:xfrm>
            <a:off x="628650" y="620688"/>
            <a:ext cx="8263830" cy="5832648"/>
          </a:xfrm>
        </p:spPr>
        <p:txBody>
          <a:bodyPr>
            <a:normAutofit fontScale="85000" lnSpcReduction="20000"/>
          </a:bodyPr>
          <a:lstStyle/>
          <a:p>
            <a:pPr marL="0" indent="0">
              <a:buNone/>
            </a:pPr>
            <a:r>
              <a:rPr lang="en-US" altLang="zh-CN" dirty="0"/>
              <a:t>//Huffman</a:t>
            </a:r>
            <a:r>
              <a:rPr lang="zh-CN" altLang="en-US" dirty="0"/>
              <a:t>树的类定义</a:t>
            </a:r>
            <a:endParaRPr lang="en-US" altLang="zh-CN" dirty="0"/>
          </a:p>
          <a:p>
            <a:pPr marL="0" indent="0">
              <a:buNone/>
            </a:pPr>
            <a:r>
              <a:rPr lang="en-US" altLang="zh-CN" dirty="0"/>
              <a:t>template &lt; class E&gt; class </a:t>
            </a:r>
            <a:r>
              <a:rPr lang="en-US" altLang="zh-CN" dirty="0" err="1"/>
              <a:t>HuffmanTree</a:t>
            </a:r>
            <a:r>
              <a:rPr lang="en-US" altLang="zh-CN" dirty="0"/>
              <a:t> {</a:t>
            </a:r>
          </a:p>
          <a:p>
            <a:pPr marL="0" indent="0">
              <a:buNone/>
            </a:pPr>
            <a:r>
              <a:rPr lang="en-US" altLang="zh-CN" dirty="0"/>
              <a:t>  public:</a:t>
            </a:r>
          </a:p>
          <a:p>
            <a:pPr marL="0" indent="0">
              <a:buNone/>
            </a:pPr>
            <a:r>
              <a:rPr lang="en-US" altLang="zh-CN" dirty="0"/>
              <a:t>     </a:t>
            </a:r>
            <a:r>
              <a:rPr lang="en-US" altLang="zh-CN" dirty="0" err="1"/>
              <a:t>HuffmanTree</a:t>
            </a:r>
            <a:r>
              <a:rPr lang="en-US" altLang="zh-CN" dirty="0"/>
              <a:t>(E w[ ], int n);</a:t>
            </a:r>
          </a:p>
          <a:p>
            <a:pPr marL="0" indent="0">
              <a:buNone/>
            </a:pPr>
            <a:r>
              <a:rPr lang="en-US" altLang="zh-CN" dirty="0"/>
              <a:t>     ~</a:t>
            </a:r>
            <a:r>
              <a:rPr lang="en-US" altLang="zh-CN" dirty="0" err="1"/>
              <a:t>HuffmanTree</a:t>
            </a:r>
            <a:r>
              <a:rPr lang="en-US" altLang="zh-CN" dirty="0"/>
              <a:t>( ) {</a:t>
            </a:r>
            <a:r>
              <a:rPr lang="en-US" altLang="zh-CN" dirty="0" err="1"/>
              <a:t>deleteTree</a:t>
            </a:r>
            <a:r>
              <a:rPr lang="en-US" altLang="zh-CN" dirty="0"/>
              <a:t>(root);}</a:t>
            </a:r>
          </a:p>
          <a:p>
            <a:pPr marL="0" indent="0">
              <a:buNone/>
            </a:pPr>
            <a:r>
              <a:rPr lang="en-US" altLang="zh-CN" dirty="0"/>
              <a:t>  protected:</a:t>
            </a:r>
          </a:p>
          <a:p>
            <a:pPr marL="0" indent="0">
              <a:buNone/>
            </a:pPr>
            <a:r>
              <a:rPr lang="en-US" altLang="zh-CN" dirty="0"/>
              <a:t>     </a:t>
            </a:r>
            <a:r>
              <a:rPr lang="en-US" altLang="zh-CN" dirty="0" err="1"/>
              <a:t>HuffmanNode</a:t>
            </a:r>
            <a:r>
              <a:rPr lang="en-US" altLang="zh-CN" dirty="0"/>
              <a:t>&lt;E&gt; *root;   //</a:t>
            </a:r>
            <a:r>
              <a:rPr lang="zh-CN" altLang="en-US" dirty="0"/>
              <a:t>二叉树的根</a:t>
            </a:r>
          </a:p>
          <a:p>
            <a:pPr marL="0" indent="0">
              <a:buNone/>
            </a:pPr>
            <a:r>
              <a:rPr lang="zh-CN" altLang="en-US" dirty="0"/>
              <a:t>     </a:t>
            </a:r>
            <a:r>
              <a:rPr lang="en-US" altLang="zh-CN" dirty="0"/>
              <a:t>void </a:t>
            </a:r>
            <a:r>
              <a:rPr lang="en-US" altLang="zh-CN" dirty="0" err="1"/>
              <a:t>deleteTree</a:t>
            </a:r>
            <a:r>
              <a:rPr lang="en-US" altLang="zh-CN" dirty="0"/>
              <a:t>(</a:t>
            </a:r>
            <a:r>
              <a:rPr lang="en-US" altLang="zh-CN" dirty="0" err="1"/>
              <a:t>HuffmanNode</a:t>
            </a:r>
            <a:r>
              <a:rPr lang="en-US" altLang="zh-CN" dirty="0"/>
              <a:t>&lt;E&gt; *t);</a:t>
            </a:r>
          </a:p>
          <a:p>
            <a:pPr marL="0" indent="0">
              <a:buNone/>
            </a:pPr>
            <a:r>
              <a:rPr lang="en-US" altLang="zh-CN" dirty="0"/>
              <a:t>     void </a:t>
            </a:r>
            <a:r>
              <a:rPr lang="en-US" altLang="zh-CN" dirty="0" err="1"/>
              <a:t>mergeTree</a:t>
            </a:r>
            <a:r>
              <a:rPr lang="en-US" altLang="zh-CN" dirty="0"/>
              <a:t>(</a:t>
            </a:r>
            <a:r>
              <a:rPr lang="en-US" altLang="zh-CN" dirty="0" err="1"/>
              <a:t>HuffmanNode</a:t>
            </a:r>
            <a:r>
              <a:rPr lang="en-US" altLang="zh-CN" dirty="0"/>
              <a:t>&lt;E&gt;* ht1, </a:t>
            </a:r>
            <a:r>
              <a:rPr lang="en-US" altLang="zh-CN" dirty="0" err="1"/>
              <a:t>HuffmanNode</a:t>
            </a:r>
            <a:r>
              <a:rPr lang="en-US" altLang="zh-CN" dirty="0"/>
              <a:t>&lt;E&gt;* ht2,  </a:t>
            </a:r>
            <a:r>
              <a:rPr lang="en-US" altLang="zh-CN" dirty="0" err="1"/>
              <a:t>HuffmanNode</a:t>
            </a:r>
            <a:r>
              <a:rPr lang="en-US" altLang="zh-CN" dirty="0"/>
              <a:t>&lt;E&gt; *&amp;parent);</a:t>
            </a:r>
          </a:p>
          <a:p>
            <a:pPr marL="0" indent="0">
              <a:buNone/>
            </a:pPr>
            <a:r>
              <a:rPr lang="en-US" altLang="zh-CN" dirty="0"/>
              <a:t>}</a:t>
            </a:r>
          </a:p>
          <a:p>
            <a:pPr marL="0" indent="0">
              <a:buNone/>
            </a:pPr>
            <a:endParaRPr lang="zh-CN" altLang="en-US" dirty="0"/>
          </a:p>
        </p:txBody>
      </p:sp>
      <p:sp>
        <p:nvSpPr>
          <p:cNvPr id="2" name="灯片编号占位符 1">
            <a:extLst>
              <a:ext uri="{FF2B5EF4-FFF2-40B4-BE49-F238E27FC236}">
                <a16:creationId xmlns:a16="http://schemas.microsoft.com/office/drawing/2014/main" id="{EC1D94AC-5836-F0EC-D98F-9098B8D44791}"/>
              </a:ext>
            </a:extLst>
          </p:cNvPr>
          <p:cNvSpPr>
            <a:spLocks noGrp="1"/>
          </p:cNvSpPr>
          <p:nvPr>
            <p:ph type="sldNum" sz="quarter" idx="12"/>
          </p:nvPr>
        </p:nvSpPr>
        <p:spPr/>
        <p:txBody>
          <a:bodyPr/>
          <a:lstStyle/>
          <a:p>
            <a:pPr>
              <a:defRPr/>
            </a:pPr>
            <a:fld id="{A598D83B-EE2A-4F12-B129-1EDE84DF129B}" type="slidenum">
              <a:rPr lang="en-US" altLang="zh-CN" smtClean="0"/>
              <a:pPr>
                <a:defRPr/>
              </a:pPr>
              <a:t>139</a:t>
            </a:fld>
            <a:endParaRPr lang="en-US" altLang="zh-CN"/>
          </a:p>
        </p:txBody>
      </p:sp>
    </p:spTree>
  </p:cSld>
  <p:clrMapOvr>
    <a:masterClrMapping/>
  </p:clrMapOvr>
  <p:transition>
    <p:split/>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a:extLst>
              <a:ext uri="{FF2B5EF4-FFF2-40B4-BE49-F238E27FC236}">
                <a16:creationId xmlns:a16="http://schemas.microsoft.com/office/drawing/2014/main" id="{5C4BF455-1722-4C2A-8087-F20E07005BE9}"/>
              </a:ext>
            </a:extLst>
          </p:cNvPr>
          <p:cNvSpPr>
            <a:spLocks noGrp="1"/>
          </p:cNvSpPr>
          <p:nvPr>
            <p:ph idx="1"/>
          </p:nvPr>
        </p:nvSpPr>
        <p:spPr>
          <a:xfrm>
            <a:off x="107504" y="152636"/>
            <a:ext cx="8928992" cy="6552728"/>
          </a:xfrm>
        </p:spPr>
        <p:txBody>
          <a:bodyPr>
            <a:normAutofit fontScale="47500" lnSpcReduction="20000"/>
          </a:bodyPr>
          <a:lstStyle/>
          <a:p>
            <a:pPr marL="0" indent="0">
              <a:buNone/>
            </a:pPr>
            <a:r>
              <a:rPr lang="en-US" altLang="zh-CN" dirty="0"/>
              <a:t>//</a:t>
            </a:r>
            <a:r>
              <a:rPr lang="zh-CN" altLang="en-US" dirty="0"/>
              <a:t>建立</a:t>
            </a:r>
            <a:r>
              <a:rPr lang="en-US" altLang="zh-CN" dirty="0"/>
              <a:t>Huffman</a:t>
            </a:r>
            <a:r>
              <a:rPr lang="zh-CN" altLang="en-US" dirty="0"/>
              <a:t>树的算法</a:t>
            </a:r>
          </a:p>
          <a:p>
            <a:pPr marL="0" indent="0">
              <a:buNone/>
            </a:pPr>
            <a:r>
              <a:rPr lang="en-US" altLang="zh-CN" dirty="0"/>
              <a:t>template &lt; class E&gt; </a:t>
            </a:r>
          </a:p>
          <a:p>
            <a:pPr marL="0" indent="0">
              <a:buNone/>
            </a:pPr>
            <a:r>
              <a:rPr lang="en-US" altLang="zh-CN" dirty="0" err="1"/>
              <a:t>HuffmanTree</a:t>
            </a:r>
            <a:r>
              <a:rPr lang="en-US" altLang="zh-CN" dirty="0"/>
              <a:t> &lt;E&gt;::</a:t>
            </a:r>
            <a:r>
              <a:rPr lang="en-US" altLang="zh-CN" dirty="0" err="1"/>
              <a:t>HuffmanTree</a:t>
            </a:r>
            <a:r>
              <a:rPr lang="en-US" altLang="zh-CN" dirty="0"/>
              <a:t> (E w[ ],  int n ) {</a:t>
            </a:r>
          </a:p>
          <a:p>
            <a:pPr marL="0" indent="0">
              <a:buNone/>
            </a:pPr>
            <a:r>
              <a:rPr lang="en-US" altLang="zh-CN" dirty="0"/>
              <a:t>    </a:t>
            </a:r>
            <a:r>
              <a:rPr lang="en-US" altLang="zh-CN" dirty="0" err="1"/>
              <a:t>MinHeap</a:t>
            </a:r>
            <a:r>
              <a:rPr lang="en-US" altLang="zh-CN" dirty="0"/>
              <a:t>&lt;</a:t>
            </a:r>
            <a:r>
              <a:rPr lang="en-US" altLang="zh-CN" b="1" dirty="0" err="1"/>
              <a:t>HuffmanNode</a:t>
            </a:r>
            <a:r>
              <a:rPr lang="en-US" altLang="zh-CN" b="1" dirty="0"/>
              <a:t>&lt;E&gt;</a:t>
            </a:r>
            <a:r>
              <a:rPr lang="en-US" altLang="zh-CN" dirty="0"/>
              <a:t>&gt; hp;</a:t>
            </a:r>
          </a:p>
          <a:p>
            <a:pPr marL="0" indent="0">
              <a:buNone/>
            </a:pPr>
            <a:r>
              <a:rPr lang="en-US" altLang="zh-CN" dirty="0"/>
              <a:t>    </a:t>
            </a:r>
            <a:r>
              <a:rPr lang="en-US" altLang="zh-CN" dirty="0" err="1"/>
              <a:t>HuffmanNode</a:t>
            </a:r>
            <a:r>
              <a:rPr lang="en-US" altLang="zh-CN" dirty="0"/>
              <a:t> &lt;E&gt; *parent, first, second; </a:t>
            </a:r>
          </a:p>
          <a:p>
            <a:pPr marL="0" indent="0">
              <a:buNone/>
            </a:pPr>
            <a:r>
              <a:rPr lang="en-US" altLang="zh-CN" dirty="0"/>
              <a:t>    </a:t>
            </a:r>
            <a:r>
              <a:rPr lang="en-US" altLang="zh-CN" dirty="0" err="1"/>
              <a:t>HuffmanNode</a:t>
            </a:r>
            <a:r>
              <a:rPr lang="en-US" altLang="zh-CN" dirty="0"/>
              <a:t> &lt;E&gt; * </a:t>
            </a:r>
            <a:r>
              <a:rPr lang="en-US" altLang="zh-CN" dirty="0" err="1"/>
              <a:t>NodeList</a:t>
            </a:r>
            <a:r>
              <a:rPr lang="en-US" altLang="zh-CN" dirty="0"/>
              <a:t> = new  </a:t>
            </a:r>
            <a:r>
              <a:rPr lang="en-US" altLang="zh-CN" dirty="0" err="1"/>
              <a:t>HuffmanNode</a:t>
            </a:r>
            <a:r>
              <a:rPr lang="en-US" altLang="zh-CN" dirty="0"/>
              <a:t> &lt;E&gt;[n];</a:t>
            </a:r>
          </a:p>
          <a:p>
            <a:pPr marL="0" indent="0">
              <a:buNone/>
            </a:pPr>
            <a:r>
              <a:rPr lang="en-US" altLang="zh-CN" dirty="0"/>
              <a:t>    for ( int </a:t>
            </a:r>
            <a:r>
              <a:rPr lang="en-US" altLang="zh-CN" dirty="0" err="1"/>
              <a:t>i</a:t>
            </a:r>
            <a:r>
              <a:rPr lang="en-US" altLang="zh-CN" dirty="0"/>
              <a:t> = 0; </a:t>
            </a:r>
            <a:r>
              <a:rPr lang="en-US" altLang="zh-CN" dirty="0" err="1"/>
              <a:t>i</a:t>
            </a:r>
            <a:r>
              <a:rPr lang="en-US" altLang="zh-CN" dirty="0"/>
              <a:t> &lt; n; </a:t>
            </a:r>
            <a:r>
              <a:rPr lang="en-US" altLang="zh-CN" dirty="0" err="1"/>
              <a:t>i</a:t>
            </a:r>
            <a:r>
              <a:rPr lang="en-US" altLang="zh-CN" dirty="0"/>
              <a:t>++ ) {</a:t>
            </a:r>
          </a:p>
          <a:p>
            <a:pPr marL="0" indent="0">
              <a:buNone/>
            </a:pPr>
            <a:r>
              <a:rPr lang="en-US" altLang="zh-CN" dirty="0"/>
              <a:t>        </a:t>
            </a:r>
            <a:r>
              <a:rPr lang="en-US" altLang="zh-CN" dirty="0" err="1"/>
              <a:t>NodeList</a:t>
            </a:r>
            <a:r>
              <a:rPr lang="en-US" altLang="zh-CN" dirty="0"/>
              <a:t>[</a:t>
            </a:r>
            <a:r>
              <a:rPr lang="en-US" altLang="zh-CN" dirty="0" err="1"/>
              <a:t>i</a:t>
            </a:r>
            <a:r>
              <a:rPr lang="en-US" altLang="zh-CN" dirty="0"/>
              <a:t>].data = w[</a:t>
            </a:r>
            <a:r>
              <a:rPr lang="en-US" altLang="zh-CN" dirty="0" err="1"/>
              <a:t>i</a:t>
            </a:r>
            <a:r>
              <a:rPr lang="en-US" altLang="zh-CN" dirty="0"/>
              <a:t>];                 </a:t>
            </a:r>
            <a:r>
              <a:rPr lang="en-US" altLang="zh-CN" dirty="0" err="1"/>
              <a:t>NodeList</a:t>
            </a:r>
            <a:r>
              <a:rPr lang="en-US" altLang="zh-CN" dirty="0"/>
              <a:t>[</a:t>
            </a:r>
            <a:r>
              <a:rPr lang="en-US" altLang="zh-CN" dirty="0" err="1"/>
              <a:t>i</a:t>
            </a:r>
            <a:r>
              <a:rPr lang="en-US" altLang="zh-CN" dirty="0"/>
              <a:t>].</a:t>
            </a:r>
            <a:r>
              <a:rPr lang="en-US" altLang="zh-CN" dirty="0" err="1"/>
              <a:t>leftChild</a:t>
            </a:r>
            <a:r>
              <a:rPr lang="en-US" altLang="zh-CN" dirty="0"/>
              <a:t> = NULL;</a:t>
            </a:r>
          </a:p>
          <a:p>
            <a:pPr marL="0" indent="0">
              <a:buNone/>
            </a:pPr>
            <a:r>
              <a:rPr lang="en-US" altLang="zh-CN" dirty="0"/>
              <a:t>        </a:t>
            </a:r>
            <a:r>
              <a:rPr lang="en-US" altLang="zh-CN" dirty="0" err="1"/>
              <a:t>NodeList</a:t>
            </a:r>
            <a:r>
              <a:rPr lang="en-US" altLang="zh-CN" dirty="0"/>
              <a:t>[</a:t>
            </a:r>
            <a:r>
              <a:rPr lang="en-US" altLang="zh-CN" dirty="0" err="1"/>
              <a:t>i</a:t>
            </a:r>
            <a:r>
              <a:rPr lang="en-US" altLang="zh-CN" dirty="0"/>
              <a:t>].</a:t>
            </a:r>
            <a:r>
              <a:rPr lang="en-US" altLang="zh-CN" dirty="0" err="1"/>
              <a:t>rightChild</a:t>
            </a:r>
            <a:r>
              <a:rPr lang="en-US" altLang="zh-CN" dirty="0"/>
              <a:t> = NULL;      </a:t>
            </a:r>
            <a:r>
              <a:rPr lang="en-US" altLang="zh-CN" dirty="0" err="1"/>
              <a:t>NodeList</a:t>
            </a:r>
            <a:r>
              <a:rPr lang="en-US" altLang="zh-CN" dirty="0"/>
              <a:t>[</a:t>
            </a:r>
            <a:r>
              <a:rPr lang="en-US" altLang="zh-CN" dirty="0" err="1"/>
              <a:t>i</a:t>
            </a:r>
            <a:r>
              <a:rPr lang="en-US" altLang="zh-CN" dirty="0"/>
              <a:t>].parent = NULL;</a:t>
            </a:r>
          </a:p>
          <a:p>
            <a:pPr marL="0" indent="0">
              <a:buNone/>
            </a:pPr>
            <a:r>
              <a:rPr lang="en-US" altLang="zh-CN" dirty="0"/>
              <a:t>        </a:t>
            </a:r>
            <a:r>
              <a:rPr lang="en-US" altLang="zh-CN" dirty="0" err="1"/>
              <a:t>hp.Insert</a:t>
            </a:r>
            <a:r>
              <a:rPr lang="en-US" altLang="zh-CN" dirty="0"/>
              <a:t>(</a:t>
            </a:r>
            <a:r>
              <a:rPr lang="en-US" altLang="zh-CN" dirty="0" err="1"/>
              <a:t>NodeList</a:t>
            </a:r>
            <a:r>
              <a:rPr lang="en-US" altLang="zh-CN" dirty="0"/>
              <a:t>[</a:t>
            </a:r>
            <a:r>
              <a:rPr lang="en-US" altLang="zh-CN" dirty="0" err="1"/>
              <a:t>i</a:t>
            </a:r>
            <a:r>
              <a:rPr lang="en-US" altLang="zh-CN" dirty="0"/>
              <a:t>]);</a:t>
            </a:r>
          </a:p>
          <a:p>
            <a:pPr marL="0" indent="0">
              <a:buNone/>
            </a:pPr>
            <a:r>
              <a:rPr lang="en-US" altLang="zh-CN" dirty="0"/>
              <a:t>    }</a:t>
            </a:r>
          </a:p>
          <a:p>
            <a:pPr marL="0" indent="0">
              <a:buNone/>
            </a:pPr>
            <a:r>
              <a:rPr lang="en-US" altLang="zh-CN" dirty="0"/>
              <a:t>    for ( int </a:t>
            </a:r>
            <a:r>
              <a:rPr lang="en-US" altLang="zh-CN" dirty="0" err="1"/>
              <a:t>i</a:t>
            </a:r>
            <a:r>
              <a:rPr lang="en-US" altLang="zh-CN" dirty="0"/>
              <a:t> = 0; </a:t>
            </a:r>
            <a:r>
              <a:rPr lang="en-US" altLang="zh-CN" dirty="0" err="1"/>
              <a:t>i</a:t>
            </a:r>
            <a:r>
              <a:rPr lang="en-US" altLang="zh-CN" dirty="0"/>
              <a:t> &lt; n-1; </a:t>
            </a:r>
            <a:r>
              <a:rPr lang="en-US" altLang="zh-CN" dirty="0" err="1"/>
              <a:t>i</a:t>
            </a:r>
            <a:r>
              <a:rPr lang="en-US" altLang="zh-CN" dirty="0"/>
              <a:t>++ ) {       //</a:t>
            </a:r>
            <a:r>
              <a:rPr lang="zh-CN" altLang="en-US" dirty="0"/>
              <a:t>做 </a:t>
            </a:r>
            <a:r>
              <a:rPr lang="en-US" altLang="zh-CN" dirty="0"/>
              <a:t>n-1</a:t>
            </a:r>
            <a:r>
              <a:rPr lang="zh-CN" altLang="en-US" dirty="0"/>
              <a:t>趟</a:t>
            </a:r>
            <a:r>
              <a:rPr lang="en-US" altLang="zh-CN" dirty="0"/>
              <a:t>, </a:t>
            </a:r>
            <a:r>
              <a:rPr lang="zh-CN" altLang="en-US" dirty="0"/>
              <a:t>逐步形成霍夫曼树</a:t>
            </a:r>
          </a:p>
          <a:p>
            <a:pPr marL="0" indent="0">
              <a:buNone/>
            </a:pPr>
            <a:r>
              <a:rPr lang="zh-CN" altLang="en-US" dirty="0"/>
              <a:t>        </a:t>
            </a:r>
            <a:r>
              <a:rPr lang="en-US" altLang="zh-CN" dirty="0" err="1"/>
              <a:t>hp.RemoveMin</a:t>
            </a:r>
            <a:r>
              <a:rPr lang="en-US" altLang="zh-CN" dirty="0"/>
              <a:t>( first );   </a:t>
            </a:r>
            <a:r>
              <a:rPr lang="en-US" altLang="zh-CN" dirty="0" err="1"/>
              <a:t>hp.RemoveMin</a:t>
            </a:r>
            <a:r>
              <a:rPr lang="en-US" altLang="zh-CN" dirty="0"/>
              <a:t> ( second );  //</a:t>
            </a:r>
            <a:r>
              <a:rPr lang="zh-CN" altLang="en-US" dirty="0"/>
              <a:t>最小和次小</a:t>
            </a:r>
          </a:p>
          <a:p>
            <a:pPr marL="0" indent="0">
              <a:buNone/>
            </a:pPr>
            <a:r>
              <a:rPr lang="en-US" altLang="zh-CN" dirty="0"/>
              <a:t>        </a:t>
            </a:r>
            <a:r>
              <a:rPr lang="en-US" altLang="zh-CN" b="1" dirty="0" err="1"/>
              <a:t>mergeTree</a:t>
            </a:r>
            <a:r>
              <a:rPr lang="en-US" altLang="zh-CN" b="1" dirty="0"/>
              <a:t>(new </a:t>
            </a:r>
            <a:r>
              <a:rPr lang="en-US" altLang="zh-CN" b="1" dirty="0" err="1"/>
              <a:t>HuffmanNode</a:t>
            </a:r>
            <a:r>
              <a:rPr lang="en-US" altLang="zh-CN" b="1" dirty="0"/>
              <a:t>&lt;E&gt;(</a:t>
            </a:r>
            <a:r>
              <a:rPr lang="en-US" altLang="zh-CN" b="1" dirty="0" err="1"/>
              <a:t>first.data</a:t>
            </a:r>
            <a:r>
              <a:rPr lang="en-US" altLang="zh-CN" b="1" dirty="0"/>
              <a:t>, </a:t>
            </a:r>
            <a:r>
              <a:rPr lang="en-US" altLang="zh-CN" b="1" dirty="0" err="1"/>
              <a:t>first.leftChild</a:t>
            </a:r>
            <a:r>
              <a:rPr lang="en-US" altLang="zh-CN" b="1" dirty="0"/>
              <a:t>, </a:t>
            </a:r>
            <a:r>
              <a:rPr lang="en-US" altLang="zh-CN" b="1" dirty="0" err="1"/>
              <a:t>first.rightChild</a:t>
            </a:r>
            <a:r>
              <a:rPr lang="en-US" altLang="zh-CN" b="1" dirty="0"/>
              <a:t>, NULL),  </a:t>
            </a:r>
          </a:p>
          <a:p>
            <a:pPr marL="0" indent="0">
              <a:buNone/>
            </a:pPr>
            <a:r>
              <a:rPr lang="en-US" altLang="zh-CN" b="1" dirty="0"/>
              <a:t>            new </a:t>
            </a:r>
            <a:r>
              <a:rPr lang="en-US" altLang="zh-CN" b="1" dirty="0" err="1"/>
              <a:t>HuffmanNode</a:t>
            </a:r>
            <a:r>
              <a:rPr lang="en-US" altLang="zh-CN" b="1" dirty="0"/>
              <a:t>&lt;E&gt;(</a:t>
            </a:r>
            <a:r>
              <a:rPr lang="en-US" altLang="zh-CN" b="1" dirty="0" err="1"/>
              <a:t>second.data</a:t>
            </a:r>
            <a:r>
              <a:rPr lang="en-US" altLang="zh-CN" b="1" dirty="0"/>
              <a:t>, </a:t>
            </a:r>
            <a:r>
              <a:rPr lang="en-US" altLang="zh-CN" b="1" dirty="0" err="1"/>
              <a:t>second.leftChild</a:t>
            </a:r>
            <a:r>
              <a:rPr lang="en-US" altLang="zh-CN" b="1" dirty="0"/>
              <a:t>, </a:t>
            </a:r>
            <a:r>
              <a:rPr lang="en-US" altLang="zh-CN" b="1" dirty="0" err="1"/>
              <a:t>second.rightChild</a:t>
            </a:r>
            <a:r>
              <a:rPr lang="en-US" altLang="zh-CN" b="1" dirty="0"/>
              <a:t>, NULL), </a:t>
            </a:r>
          </a:p>
          <a:p>
            <a:pPr marL="0" indent="0">
              <a:buNone/>
            </a:pPr>
            <a:r>
              <a:rPr lang="en-US" altLang="zh-CN" b="1" dirty="0"/>
              <a:t>            parent);    </a:t>
            </a:r>
            <a:r>
              <a:rPr lang="en-US" altLang="zh-CN" dirty="0"/>
              <a:t>//</a:t>
            </a:r>
            <a:r>
              <a:rPr lang="zh-CN" altLang="en-US" dirty="0"/>
              <a:t>合并</a:t>
            </a:r>
          </a:p>
          <a:p>
            <a:pPr marL="0" indent="0">
              <a:buNone/>
            </a:pPr>
            <a:r>
              <a:rPr lang="zh-CN" altLang="en-US" dirty="0"/>
              <a:t>        </a:t>
            </a:r>
            <a:r>
              <a:rPr lang="en-US" altLang="zh-CN" dirty="0" err="1"/>
              <a:t>hp.Insert</a:t>
            </a:r>
            <a:r>
              <a:rPr lang="en-US" altLang="zh-CN" dirty="0"/>
              <a:t> ( *parent );//</a:t>
            </a:r>
            <a:r>
              <a:rPr lang="zh-CN" altLang="en-US" dirty="0"/>
              <a:t>新的根结点加入最小堆</a:t>
            </a:r>
          </a:p>
          <a:p>
            <a:pPr marL="0" indent="0">
              <a:buNone/>
            </a:pPr>
            <a:r>
              <a:rPr lang="en-US" altLang="zh-CN" dirty="0"/>
              <a:t>    }</a:t>
            </a:r>
          </a:p>
          <a:p>
            <a:pPr marL="0" indent="0">
              <a:buNone/>
            </a:pPr>
            <a:r>
              <a:rPr lang="zh-CN" altLang="en-US" dirty="0"/>
              <a:t>    </a:t>
            </a:r>
            <a:r>
              <a:rPr lang="en-US" altLang="zh-CN" dirty="0"/>
              <a:t>root = parent;</a:t>
            </a:r>
          </a:p>
          <a:p>
            <a:pPr marL="0" indent="0">
              <a:buNone/>
            </a:pPr>
            <a:r>
              <a:rPr lang="en-US" altLang="zh-CN" dirty="0"/>
              <a:t>}</a:t>
            </a:r>
          </a:p>
        </p:txBody>
      </p:sp>
      <p:sp>
        <p:nvSpPr>
          <p:cNvPr id="2" name="灯片编号占位符 1">
            <a:extLst>
              <a:ext uri="{FF2B5EF4-FFF2-40B4-BE49-F238E27FC236}">
                <a16:creationId xmlns:a16="http://schemas.microsoft.com/office/drawing/2014/main" id="{3E5815A0-C0E3-4CBE-31B6-DAF49F02049D}"/>
              </a:ext>
            </a:extLst>
          </p:cNvPr>
          <p:cNvSpPr>
            <a:spLocks noGrp="1"/>
          </p:cNvSpPr>
          <p:nvPr>
            <p:ph type="sldNum" sz="quarter" idx="12"/>
          </p:nvPr>
        </p:nvSpPr>
        <p:spPr/>
        <p:txBody>
          <a:bodyPr/>
          <a:lstStyle/>
          <a:p>
            <a:pPr>
              <a:defRPr/>
            </a:pPr>
            <a:fld id="{A598D83B-EE2A-4F12-B129-1EDE84DF129B}" type="slidenum">
              <a:rPr lang="en-US" altLang="zh-CN" smtClean="0"/>
              <a:pPr>
                <a:defRPr/>
              </a:pPr>
              <a:t>140</a:t>
            </a:fld>
            <a:endParaRPr lang="en-US" altLang="zh-CN"/>
          </a:p>
        </p:txBody>
      </p:sp>
    </p:spTree>
  </p:cSld>
  <p:clrMapOvr>
    <a:masterClrMapping/>
  </p:clrMapOvr>
  <p:transition>
    <p:split/>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83CF5E4-C662-492B-9352-B6DEE89B43FA}"/>
              </a:ext>
            </a:extLst>
          </p:cNvPr>
          <p:cNvSpPr>
            <a:spLocks noGrp="1"/>
          </p:cNvSpPr>
          <p:nvPr>
            <p:ph idx="1"/>
          </p:nvPr>
        </p:nvSpPr>
        <p:spPr>
          <a:xfrm>
            <a:off x="628650" y="548680"/>
            <a:ext cx="7886700" cy="5628283"/>
          </a:xfrm>
        </p:spPr>
        <p:txBody>
          <a:bodyPr>
            <a:normAutofit fontScale="85000" lnSpcReduction="10000"/>
          </a:bodyPr>
          <a:lstStyle/>
          <a:p>
            <a:pPr marL="0" indent="0">
              <a:buNone/>
            </a:pPr>
            <a:r>
              <a:rPr lang="en-US" altLang="zh-CN" dirty="0"/>
              <a:t>template &lt;class E&gt;</a:t>
            </a:r>
          </a:p>
          <a:p>
            <a:pPr marL="0" indent="0">
              <a:buNone/>
            </a:pPr>
            <a:r>
              <a:rPr lang="en-US" altLang="zh-CN" dirty="0"/>
              <a:t>void </a:t>
            </a:r>
            <a:r>
              <a:rPr lang="en-US" altLang="zh-CN" dirty="0" err="1"/>
              <a:t>HuffmanTree</a:t>
            </a:r>
            <a:r>
              <a:rPr lang="en-US" altLang="zh-CN" dirty="0"/>
              <a:t>&lt;E&gt;::</a:t>
            </a:r>
            <a:r>
              <a:rPr lang="en-US" altLang="zh-CN" dirty="0" err="1"/>
              <a:t>mergeTree</a:t>
            </a:r>
            <a:r>
              <a:rPr lang="en-US" altLang="zh-CN" dirty="0"/>
              <a:t>( </a:t>
            </a:r>
            <a:r>
              <a:rPr lang="en-US" altLang="zh-CN" dirty="0" err="1"/>
              <a:t>HuffmanNode</a:t>
            </a:r>
            <a:r>
              <a:rPr lang="en-US" altLang="zh-CN" dirty="0"/>
              <a:t> &lt;E&gt;* bt1,  </a:t>
            </a:r>
            <a:r>
              <a:rPr lang="en-US" altLang="zh-CN" dirty="0" err="1"/>
              <a:t>HuffmanNode</a:t>
            </a:r>
            <a:r>
              <a:rPr lang="en-US" altLang="zh-CN" dirty="0"/>
              <a:t> &lt;E&gt;* bt2,  </a:t>
            </a:r>
            <a:r>
              <a:rPr lang="en-US" altLang="zh-CN" dirty="0" err="1"/>
              <a:t>HuffmanNode</a:t>
            </a:r>
            <a:r>
              <a:rPr lang="en-US" altLang="zh-CN" dirty="0"/>
              <a:t> &lt;E&gt; *&amp; parent ) {</a:t>
            </a:r>
          </a:p>
          <a:p>
            <a:pPr marL="0" indent="0">
              <a:buNone/>
            </a:pPr>
            <a:r>
              <a:rPr lang="en-US" altLang="zh-CN" dirty="0"/>
              <a:t>        parent = new </a:t>
            </a:r>
            <a:r>
              <a:rPr lang="en-US" altLang="zh-CN" dirty="0" err="1"/>
              <a:t>HuffmanNode</a:t>
            </a:r>
            <a:r>
              <a:rPr lang="en-US" altLang="zh-CN" dirty="0"/>
              <a:t>&lt;E&gt;;</a:t>
            </a:r>
          </a:p>
          <a:p>
            <a:pPr marL="0" indent="0">
              <a:buNone/>
            </a:pPr>
            <a:r>
              <a:rPr lang="en-US" altLang="zh-CN" dirty="0"/>
              <a:t>        parent-&gt;</a:t>
            </a:r>
            <a:r>
              <a:rPr lang="en-US" altLang="zh-CN" dirty="0" err="1"/>
              <a:t>leftChild</a:t>
            </a:r>
            <a:r>
              <a:rPr lang="en-US" altLang="zh-CN" dirty="0"/>
              <a:t> = bt1;</a:t>
            </a:r>
          </a:p>
          <a:p>
            <a:pPr marL="0" indent="0">
              <a:buNone/>
            </a:pPr>
            <a:r>
              <a:rPr lang="en-US" altLang="zh-CN" dirty="0"/>
              <a:t>        parent-&gt;</a:t>
            </a:r>
            <a:r>
              <a:rPr lang="en-US" altLang="zh-CN" dirty="0" err="1"/>
              <a:t>rightChild</a:t>
            </a:r>
            <a:r>
              <a:rPr lang="en-US" altLang="zh-CN" dirty="0"/>
              <a:t> = bt2;</a:t>
            </a:r>
          </a:p>
          <a:p>
            <a:pPr marL="0" indent="0">
              <a:buNone/>
            </a:pPr>
            <a:r>
              <a:rPr lang="en-US" altLang="zh-CN" dirty="0"/>
              <a:t>        parent-&gt;data= bt1-&gt;data + bt2-&gt;data;</a:t>
            </a:r>
          </a:p>
          <a:p>
            <a:pPr marL="0" indent="0">
              <a:buNone/>
            </a:pPr>
            <a:r>
              <a:rPr lang="en-US" altLang="zh-CN" dirty="0"/>
              <a:t>        bt1-&gt;parent = bt2-&gt;parent = parent;</a:t>
            </a:r>
          </a:p>
          <a:p>
            <a:pPr marL="0" indent="0">
              <a:buNone/>
            </a:pPr>
            <a:r>
              <a:rPr lang="en-US" altLang="zh-CN" dirty="0"/>
              <a:t>}</a:t>
            </a:r>
          </a:p>
          <a:p>
            <a:pPr marL="0" indent="0">
              <a:buNone/>
            </a:pPr>
            <a:endParaRPr lang="zh-CN" altLang="en-US" dirty="0"/>
          </a:p>
        </p:txBody>
      </p:sp>
      <p:sp>
        <p:nvSpPr>
          <p:cNvPr id="2" name="灯片编号占位符 1">
            <a:extLst>
              <a:ext uri="{FF2B5EF4-FFF2-40B4-BE49-F238E27FC236}">
                <a16:creationId xmlns:a16="http://schemas.microsoft.com/office/drawing/2014/main" id="{E8E32F35-CE42-FD6A-BC51-DBAB223CA966}"/>
              </a:ext>
            </a:extLst>
          </p:cNvPr>
          <p:cNvSpPr>
            <a:spLocks noGrp="1"/>
          </p:cNvSpPr>
          <p:nvPr>
            <p:ph type="sldNum" sz="quarter" idx="12"/>
          </p:nvPr>
        </p:nvSpPr>
        <p:spPr/>
        <p:txBody>
          <a:bodyPr/>
          <a:lstStyle/>
          <a:p>
            <a:pPr>
              <a:defRPr/>
            </a:pPr>
            <a:fld id="{A598D83B-EE2A-4F12-B129-1EDE84DF129B}" type="slidenum">
              <a:rPr lang="en-US" altLang="zh-CN" smtClean="0"/>
              <a:pPr>
                <a:defRPr/>
              </a:pPr>
              <a:t>141</a:t>
            </a:fld>
            <a:endParaRPr lang="en-US" altLang="zh-CN"/>
          </a:p>
        </p:txBody>
      </p:sp>
    </p:spTree>
  </p:cSld>
  <p:clrMapOvr>
    <a:masterClrMapping/>
  </p:clrMapOvr>
  <p:transition>
    <p:split/>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4B9FE2-1D42-3E59-58AE-8C1F8E062321}"/>
              </a:ext>
            </a:extLst>
          </p:cNvPr>
          <p:cNvSpPr>
            <a:spLocks noGrp="1"/>
          </p:cNvSpPr>
          <p:nvPr>
            <p:ph type="title"/>
          </p:nvPr>
        </p:nvSpPr>
        <p:spPr/>
        <p:txBody>
          <a:bodyPr/>
          <a:lstStyle/>
          <a:p>
            <a:r>
              <a:rPr lang="en-US" altLang="zh-CN" dirty="0"/>
              <a:t>5.9.3 Huffman</a:t>
            </a:r>
            <a:r>
              <a:rPr lang="zh-CN" altLang="en-US" dirty="0"/>
              <a:t>树的应用：最优判定树</a:t>
            </a:r>
            <a:r>
              <a:rPr lang="en-US" altLang="zh-CN" dirty="0"/>
              <a:t> </a:t>
            </a:r>
            <a:r>
              <a:rPr lang="zh-CN" altLang="en-US" dirty="0"/>
              <a:t>（自学）</a:t>
            </a:r>
          </a:p>
        </p:txBody>
      </p:sp>
      <p:sp>
        <p:nvSpPr>
          <p:cNvPr id="3" name="内容占位符 2">
            <a:extLst>
              <a:ext uri="{FF2B5EF4-FFF2-40B4-BE49-F238E27FC236}">
                <a16:creationId xmlns:a16="http://schemas.microsoft.com/office/drawing/2014/main" id="{EEC770F3-F436-68D8-9E29-ACD49B7A46C9}"/>
              </a:ext>
            </a:extLst>
          </p:cNvPr>
          <p:cNvSpPr>
            <a:spLocks noGrp="1"/>
          </p:cNvSpPr>
          <p:nvPr>
            <p:ph idx="1"/>
          </p:nvPr>
        </p:nvSpPr>
        <p:spPr/>
        <p:txBody>
          <a:bodyPr/>
          <a:lstStyle/>
          <a:p>
            <a:r>
              <a:rPr lang="zh-CN" altLang="en-US" dirty="0"/>
              <a:t>略</a:t>
            </a:r>
          </a:p>
        </p:txBody>
      </p:sp>
      <p:sp>
        <p:nvSpPr>
          <p:cNvPr id="4" name="灯片编号占位符 3">
            <a:extLst>
              <a:ext uri="{FF2B5EF4-FFF2-40B4-BE49-F238E27FC236}">
                <a16:creationId xmlns:a16="http://schemas.microsoft.com/office/drawing/2014/main" id="{0E2C2473-43DD-5A9C-917A-78CA56A84875}"/>
              </a:ext>
            </a:extLst>
          </p:cNvPr>
          <p:cNvSpPr>
            <a:spLocks noGrp="1"/>
          </p:cNvSpPr>
          <p:nvPr>
            <p:ph type="sldNum" sz="quarter" idx="12"/>
          </p:nvPr>
        </p:nvSpPr>
        <p:spPr/>
        <p:txBody>
          <a:bodyPr/>
          <a:lstStyle/>
          <a:p>
            <a:pPr>
              <a:defRPr/>
            </a:pPr>
            <a:fld id="{A598D83B-EE2A-4F12-B129-1EDE84DF129B}" type="slidenum">
              <a:rPr lang="en-US" altLang="zh-CN" smtClean="0"/>
              <a:pPr>
                <a:defRPr/>
              </a:pPr>
              <a:t>142</a:t>
            </a:fld>
            <a:endParaRPr lang="en-US" altLang="zh-CN"/>
          </a:p>
        </p:txBody>
      </p:sp>
    </p:spTree>
    <p:extLst>
      <p:ext uri="{BB962C8B-B14F-4D97-AF65-F5344CB8AC3E}">
        <p14:creationId xmlns:p14="http://schemas.microsoft.com/office/powerpoint/2010/main" val="1042802142"/>
      </p:ext>
    </p:extLst>
  </p:cSld>
  <p:clrMapOvr>
    <a:masterClrMapping/>
  </p:clrMapOvr>
  <p:transition>
    <p:split/>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79F49B-2545-4F41-951F-AC2EC1C8B3F3}"/>
              </a:ext>
            </a:extLst>
          </p:cNvPr>
          <p:cNvSpPr>
            <a:spLocks noGrp="1"/>
          </p:cNvSpPr>
          <p:nvPr>
            <p:ph type="title"/>
          </p:nvPr>
        </p:nvSpPr>
        <p:spPr>
          <a:xfrm>
            <a:off x="251520" y="365125"/>
            <a:ext cx="8784976" cy="1325563"/>
          </a:xfrm>
        </p:spPr>
        <p:txBody>
          <a:bodyPr>
            <a:normAutofit/>
          </a:bodyPr>
          <a:lstStyle/>
          <a:p>
            <a:r>
              <a:rPr lang="en-US" altLang="zh-CN" sz="4000" dirty="0"/>
              <a:t>5.9.4 Huffman</a:t>
            </a:r>
            <a:r>
              <a:rPr lang="zh-CN" altLang="en-US" sz="4000" dirty="0"/>
              <a:t>树的应用：</a:t>
            </a:r>
            <a:r>
              <a:rPr lang="en-US" altLang="zh-CN" sz="4000" dirty="0"/>
              <a:t>Huffman</a:t>
            </a:r>
            <a:r>
              <a:rPr lang="zh-CN" altLang="en-US" sz="4000" dirty="0"/>
              <a:t>编码</a:t>
            </a:r>
          </a:p>
        </p:txBody>
      </p:sp>
      <p:sp>
        <p:nvSpPr>
          <p:cNvPr id="3" name="内容占位符 2">
            <a:extLst>
              <a:ext uri="{FF2B5EF4-FFF2-40B4-BE49-F238E27FC236}">
                <a16:creationId xmlns:a16="http://schemas.microsoft.com/office/drawing/2014/main" id="{F22C22D8-BD4E-42B5-99C4-3E2207FF2545}"/>
              </a:ext>
            </a:extLst>
          </p:cNvPr>
          <p:cNvSpPr>
            <a:spLocks noGrp="1"/>
          </p:cNvSpPr>
          <p:nvPr>
            <p:ph idx="1"/>
          </p:nvPr>
        </p:nvSpPr>
        <p:spPr>
          <a:xfrm>
            <a:off x="251520" y="1825625"/>
            <a:ext cx="8568952" cy="4351338"/>
          </a:xfrm>
        </p:spPr>
        <p:txBody>
          <a:bodyPr>
            <a:normAutofit fontScale="92500"/>
          </a:bodyPr>
          <a:lstStyle/>
          <a:p>
            <a:r>
              <a:rPr lang="zh-CN" altLang="en-US" dirty="0"/>
              <a:t>主要用途是实现数据压缩。    </a:t>
            </a:r>
          </a:p>
          <a:p>
            <a:r>
              <a:rPr lang="zh-CN" altLang="en-US" dirty="0"/>
              <a:t>例：有一段报文：</a:t>
            </a:r>
            <a:r>
              <a:rPr lang="en-US" altLang="zh-CN" dirty="0"/>
              <a:t>CASTCASTSATATATASA</a:t>
            </a:r>
          </a:p>
          <a:p>
            <a:pPr lvl="1"/>
            <a:r>
              <a:rPr lang="zh-CN" altLang="en-US" dirty="0"/>
              <a:t>字符集合是 </a:t>
            </a:r>
            <a:r>
              <a:rPr lang="en-US" altLang="zh-CN" dirty="0"/>
              <a:t>{ C, A, S, T }</a:t>
            </a:r>
            <a:r>
              <a:rPr lang="zh-CN" altLang="en-US" dirty="0"/>
              <a:t>，各个字符出现的频度</a:t>
            </a:r>
            <a:r>
              <a:rPr lang="en-US" altLang="zh-CN" dirty="0"/>
              <a:t>(</a:t>
            </a:r>
            <a:r>
              <a:rPr lang="zh-CN" altLang="en-US" dirty="0"/>
              <a:t>次数</a:t>
            </a:r>
            <a:r>
              <a:rPr lang="en-US" altLang="zh-CN" dirty="0"/>
              <a:t>)</a:t>
            </a:r>
            <a:r>
              <a:rPr lang="zh-CN" altLang="en-US" dirty="0"/>
              <a:t>是 </a:t>
            </a:r>
            <a:r>
              <a:rPr lang="en-US" altLang="zh-CN" dirty="0"/>
              <a:t>W</a:t>
            </a:r>
            <a:r>
              <a:rPr lang="zh-CN" altLang="en-US" dirty="0"/>
              <a:t>＝</a:t>
            </a:r>
            <a:r>
              <a:rPr lang="en-US" altLang="zh-CN" dirty="0"/>
              <a:t>{ 2, 7, 4, 5 }</a:t>
            </a:r>
            <a:r>
              <a:rPr lang="zh-CN" altLang="en-US" dirty="0"/>
              <a:t>。</a:t>
            </a:r>
          </a:p>
          <a:p>
            <a:pPr lvl="1"/>
            <a:r>
              <a:rPr lang="zh-CN" altLang="en-US" dirty="0"/>
              <a:t>若给每个字符以等长编码</a:t>
            </a:r>
          </a:p>
          <a:p>
            <a:pPr marL="342900" lvl="1" indent="0">
              <a:buNone/>
            </a:pPr>
            <a:r>
              <a:rPr lang="zh-CN" altLang="en-US" dirty="0"/>
              <a:t>    </a:t>
            </a:r>
            <a:r>
              <a:rPr lang="en-US" altLang="zh-CN" dirty="0"/>
              <a:t>A : 00   T : 10    C : 01    S : 11</a:t>
            </a:r>
          </a:p>
          <a:p>
            <a:pPr lvl="1"/>
            <a:r>
              <a:rPr lang="zh-CN" altLang="en-US" dirty="0"/>
              <a:t>则平均总编码长度为：</a:t>
            </a:r>
            <a:endParaRPr lang="en-US" altLang="zh-CN" dirty="0"/>
          </a:p>
          <a:p>
            <a:pPr marL="685800" lvl="2" indent="0">
              <a:buNone/>
            </a:pPr>
            <a:r>
              <a:rPr lang="zh-CN" altLang="en-US" dirty="0"/>
              <a:t> </a:t>
            </a:r>
            <a:r>
              <a:rPr lang="en-US" altLang="zh-CN" dirty="0"/>
              <a:t>( 2+7+4+5 ) * 2 = 36</a:t>
            </a:r>
            <a:r>
              <a:rPr lang="zh-CN" altLang="en-US" dirty="0"/>
              <a:t>。 </a:t>
            </a:r>
          </a:p>
        </p:txBody>
      </p:sp>
      <p:grpSp>
        <p:nvGrpSpPr>
          <p:cNvPr id="7" name="组合 6">
            <a:extLst>
              <a:ext uri="{FF2B5EF4-FFF2-40B4-BE49-F238E27FC236}">
                <a16:creationId xmlns:a16="http://schemas.microsoft.com/office/drawing/2014/main" id="{83DCE6F6-10B8-4D5F-A11D-90EC978C8F61}"/>
              </a:ext>
            </a:extLst>
          </p:cNvPr>
          <p:cNvGrpSpPr/>
          <p:nvPr/>
        </p:nvGrpSpPr>
        <p:grpSpPr>
          <a:xfrm>
            <a:off x="6305872" y="4437112"/>
            <a:ext cx="2514600" cy="2212975"/>
            <a:chOff x="3352800" y="606425"/>
            <a:chExt cx="2514600" cy="2212975"/>
          </a:xfrm>
        </p:grpSpPr>
        <p:sp>
          <p:nvSpPr>
            <p:cNvPr id="8" name="Line 2">
              <a:extLst>
                <a:ext uri="{FF2B5EF4-FFF2-40B4-BE49-F238E27FC236}">
                  <a16:creationId xmlns:a16="http://schemas.microsoft.com/office/drawing/2014/main" id="{B101288E-BC36-4E20-9F59-8E1B28E0D6D8}"/>
                </a:ext>
              </a:extLst>
            </p:cNvPr>
            <p:cNvSpPr>
              <a:spLocks noChangeShapeType="1"/>
            </p:cNvSpPr>
            <p:nvPr/>
          </p:nvSpPr>
          <p:spPr bwMode="auto">
            <a:xfrm flipH="1">
              <a:off x="4953000" y="1673225"/>
              <a:ext cx="152400" cy="3810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 name="Line 4">
              <a:extLst>
                <a:ext uri="{FF2B5EF4-FFF2-40B4-BE49-F238E27FC236}">
                  <a16:creationId xmlns:a16="http://schemas.microsoft.com/office/drawing/2014/main" id="{3B5AFB69-D40A-44A6-8D80-11E19B47649A}"/>
                </a:ext>
              </a:extLst>
            </p:cNvPr>
            <p:cNvSpPr>
              <a:spLocks noChangeShapeType="1"/>
            </p:cNvSpPr>
            <p:nvPr/>
          </p:nvSpPr>
          <p:spPr bwMode="auto">
            <a:xfrm>
              <a:off x="4648200" y="758825"/>
              <a:ext cx="914400" cy="12192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 name="Line 5">
              <a:extLst>
                <a:ext uri="{FF2B5EF4-FFF2-40B4-BE49-F238E27FC236}">
                  <a16:creationId xmlns:a16="http://schemas.microsoft.com/office/drawing/2014/main" id="{4AD5DC3D-1B51-49F0-9430-83FAFE0A2D97}"/>
                </a:ext>
              </a:extLst>
            </p:cNvPr>
            <p:cNvSpPr>
              <a:spLocks noChangeShapeType="1"/>
            </p:cNvSpPr>
            <p:nvPr/>
          </p:nvSpPr>
          <p:spPr bwMode="auto">
            <a:xfrm>
              <a:off x="4191000" y="1444625"/>
              <a:ext cx="152400" cy="5334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 name="Line 6">
              <a:extLst>
                <a:ext uri="{FF2B5EF4-FFF2-40B4-BE49-F238E27FC236}">
                  <a16:creationId xmlns:a16="http://schemas.microsoft.com/office/drawing/2014/main" id="{D9936C12-0826-4F78-BE15-3224A64C309A}"/>
                </a:ext>
              </a:extLst>
            </p:cNvPr>
            <p:cNvSpPr>
              <a:spLocks noChangeShapeType="1"/>
            </p:cNvSpPr>
            <p:nvPr/>
          </p:nvSpPr>
          <p:spPr bwMode="auto">
            <a:xfrm flipH="1">
              <a:off x="3657600" y="911225"/>
              <a:ext cx="838200" cy="11430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Oval 7">
              <a:extLst>
                <a:ext uri="{FF2B5EF4-FFF2-40B4-BE49-F238E27FC236}">
                  <a16:creationId xmlns:a16="http://schemas.microsoft.com/office/drawing/2014/main" id="{FEABD5C2-53CF-4D91-A000-0A3B78D73666}"/>
                </a:ext>
              </a:extLst>
            </p:cNvPr>
            <p:cNvSpPr>
              <a:spLocks noChangeArrowheads="1"/>
            </p:cNvSpPr>
            <p:nvPr/>
          </p:nvSpPr>
          <p:spPr bwMode="auto">
            <a:xfrm>
              <a:off x="4419600" y="606425"/>
              <a:ext cx="457200" cy="457200"/>
            </a:xfrm>
            <a:prstGeom prst="ellipse">
              <a:avLst/>
            </a:prstGeom>
            <a:solidFill>
              <a:schemeClr val="folHlink"/>
            </a:solidFill>
            <a:ln>
              <a:noFill/>
            </a:ln>
            <a:effectLst>
              <a:outerShdw dist="35921" dir="2700000" algn="ctr" rotWithShape="0">
                <a:schemeClr val="bg2"/>
              </a:outerShdw>
            </a:effectLst>
            <a:extLst>
              <a:ext uri="{91240B29-F687-4F45-9708-019B960494DF}">
                <a14:hiddenLine xmlns:a14="http://schemas.microsoft.com/office/drawing/2010/main" w="19050">
                  <a:solidFill>
                    <a:srgbClr val="000000"/>
                  </a:solidFill>
                  <a:round/>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3" name="Oval 8">
              <a:extLst>
                <a:ext uri="{FF2B5EF4-FFF2-40B4-BE49-F238E27FC236}">
                  <a16:creationId xmlns:a16="http://schemas.microsoft.com/office/drawing/2014/main" id="{8B9BB727-C3DF-45E0-813F-C62F11537127}"/>
                </a:ext>
              </a:extLst>
            </p:cNvPr>
            <p:cNvSpPr>
              <a:spLocks noChangeArrowheads="1"/>
            </p:cNvSpPr>
            <p:nvPr/>
          </p:nvSpPr>
          <p:spPr bwMode="auto">
            <a:xfrm>
              <a:off x="3886200" y="1216025"/>
              <a:ext cx="457200" cy="457200"/>
            </a:xfrm>
            <a:prstGeom prst="ellipse">
              <a:avLst/>
            </a:prstGeom>
            <a:solidFill>
              <a:schemeClr val="folHlink"/>
            </a:solidFill>
            <a:ln>
              <a:noFill/>
            </a:ln>
            <a:effectLst>
              <a:outerShdw dist="35921" dir="2700000" algn="ctr" rotWithShape="0">
                <a:schemeClr val="bg2"/>
              </a:outerShdw>
            </a:effectLst>
            <a:extLst>
              <a:ext uri="{91240B29-F687-4F45-9708-019B960494DF}">
                <a14:hiddenLine xmlns:a14="http://schemas.microsoft.com/office/drawing/2010/main" w="19050">
                  <a:solidFill>
                    <a:srgbClr val="000000"/>
                  </a:solidFill>
                  <a:round/>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4" name="Oval 9">
              <a:extLst>
                <a:ext uri="{FF2B5EF4-FFF2-40B4-BE49-F238E27FC236}">
                  <a16:creationId xmlns:a16="http://schemas.microsoft.com/office/drawing/2014/main" id="{EDDCD21C-3C89-41DA-9C4B-BC42722542A8}"/>
                </a:ext>
              </a:extLst>
            </p:cNvPr>
            <p:cNvSpPr>
              <a:spLocks noChangeArrowheads="1"/>
            </p:cNvSpPr>
            <p:nvPr/>
          </p:nvSpPr>
          <p:spPr bwMode="auto">
            <a:xfrm>
              <a:off x="4953000" y="1216025"/>
              <a:ext cx="457200" cy="457200"/>
            </a:xfrm>
            <a:prstGeom prst="ellipse">
              <a:avLst/>
            </a:prstGeom>
            <a:solidFill>
              <a:schemeClr val="folHlink"/>
            </a:solidFill>
            <a:ln>
              <a:noFill/>
            </a:ln>
            <a:effectLst>
              <a:outerShdw dist="35921" dir="2700000" algn="ctr" rotWithShape="0">
                <a:schemeClr val="bg2"/>
              </a:outerShdw>
            </a:effectLst>
            <a:extLst>
              <a:ext uri="{91240B29-F687-4F45-9708-019B960494DF}">
                <a14:hiddenLine xmlns:a14="http://schemas.microsoft.com/office/drawing/2010/main" w="19050">
                  <a:solidFill>
                    <a:srgbClr val="000000"/>
                  </a:solidFill>
                  <a:round/>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5" name="Rectangle 10">
              <a:extLst>
                <a:ext uri="{FF2B5EF4-FFF2-40B4-BE49-F238E27FC236}">
                  <a16:creationId xmlns:a16="http://schemas.microsoft.com/office/drawing/2014/main" id="{FDB55AB7-F951-4D9C-BF82-130BD21D3920}"/>
                </a:ext>
              </a:extLst>
            </p:cNvPr>
            <p:cNvSpPr>
              <a:spLocks noChangeArrowheads="1"/>
            </p:cNvSpPr>
            <p:nvPr/>
          </p:nvSpPr>
          <p:spPr bwMode="auto">
            <a:xfrm>
              <a:off x="3352800" y="1978025"/>
              <a:ext cx="457200" cy="381000"/>
            </a:xfrm>
            <a:prstGeom prst="rect">
              <a:avLst/>
            </a:prstGeom>
            <a:solidFill>
              <a:srgbClr val="FFFF00"/>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6" name="Text Box 11">
              <a:extLst>
                <a:ext uri="{FF2B5EF4-FFF2-40B4-BE49-F238E27FC236}">
                  <a16:creationId xmlns:a16="http://schemas.microsoft.com/office/drawing/2014/main" id="{C7F549DC-876A-4A83-912B-A366D5CDBDE7}"/>
                </a:ext>
              </a:extLst>
            </p:cNvPr>
            <p:cNvSpPr txBox="1">
              <a:spLocks noChangeArrowheads="1"/>
            </p:cNvSpPr>
            <p:nvPr/>
          </p:nvSpPr>
          <p:spPr bwMode="auto">
            <a:xfrm>
              <a:off x="3429000" y="1901825"/>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7</a:t>
              </a:r>
              <a:endParaRPr kumimoji="1" lang="en-US" altLang="zh-CN" sz="2400">
                <a:latin typeface="Times New Roman" panose="02020603050405020304" pitchFamily="18" charset="0"/>
                <a:ea typeface="宋体" panose="02010600030101010101" pitchFamily="2" charset="-122"/>
              </a:endParaRPr>
            </a:p>
          </p:txBody>
        </p:sp>
        <p:sp>
          <p:nvSpPr>
            <p:cNvPr id="17" name="Rectangle 12">
              <a:extLst>
                <a:ext uri="{FF2B5EF4-FFF2-40B4-BE49-F238E27FC236}">
                  <a16:creationId xmlns:a16="http://schemas.microsoft.com/office/drawing/2014/main" id="{7434FB21-588E-460C-8C68-3918A03F9293}"/>
                </a:ext>
              </a:extLst>
            </p:cNvPr>
            <p:cNvSpPr>
              <a:spLocks noChangeArrowheads="1"/>
            </p:cNvSpPr>
            <p:nvPr/>
          </p:nvSpPr>
          <p:spPr bwMode="auto">
            <a:xfrm>
              <a:off x="4038600" y="1978025"/>
              <a:ext cx="457200" cy="381000"/>
            </a:xfrm>
            <a:prstGeom prst="rect">
              <a:avLst/>
            </a:prstGeom>
            <a:solidFill>
              <a:srgbClr val="FFFF00"/>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8" name="Rectangle 13">
              <a:extLst>
                <a:ext uri="{FF2B5EF4-FFF2-40B4-BE49-F238E27FC236}">
                  <a16:creationId xmlns:a16="http://schemas.microsoft.com/office/drawing/2014/main" id="{EBB33A41-1201-4887-B444-78695F28C08F}"/>
                </a:ext>
              </a:extLst>
            </p:cNvPr>
            <p:cNvSpPr>
              <a:spLocks noChangeArrowheads="1"/>
            </p:cNvSpPr>
            <p:nvPr/>
          </p:nvSpPr>
          <p:spPr bwMode="auto">
            <a:xfrm>
              <a:off x="5410200" y="1978025"/>
              <a:ext cx="457200" cy="381000"/>
            </a:xfrm>
            <a:prstGeom prst="rect">
              <a:avLst/>
            </a:prstGeom>
            <a:solidFill>
              <a:srgbClr val="FFFF00"/>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19" name="Rectangle 14">
              <a:extLst>
                <a:ext uri="{FF2B5EF4-FFF2-40B4-BE49-F238E27FC236}">
                  <a16:creationId xmlns:a16="http://schemas.microsoft.com/office/drawing/2014/main" id="{4707DCD4-0D3E-47C1-B237-7C53FDC86D79}"/>
                </a:ext>
              </a:extLst>
            </p:cNvPr>
            <p:cNvSpPr>
              <a:spLocks noChangeArrowheads="1"/>
            </p:cNvSpPr>
            <p:nvPr/>
          </p:nvSpPr>
          <p:spPr bwMode="auto">
            <a:xfrm>
              <a:off x="4724400" y="1978025"/>
              <a:ext cx="457200" cy="381000"/>
            </a:xfrm>
            <a:prstGeom prst="rect">
              <a:avLst/>
            </a:prstGeom>
            <a:solidFill>
              <a:srgbClr val="FFFF00"/>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20" name="Text Box 15">
              <a:extLst>
                <a:ext uri="{FF2B5EF4-FFF2-40B4-BE49-F238E27FC236}">
                  <a16:creationId xmlns:a16="http://schemas.microsoft.com/office/drawing/2014/main" id="{9B45558C-3580-4E5E-BBFF-37FF1B2B3BAB}"/>
                </a:ext>
              </a:extLst>
            </p:cNvPr>
            <p:cNvSpPr txBox="1">
              <a:spLocks noChangeArrowheads="1"/>
            </p:cNvSpPr>
            <p:nvPr/>
          </p:nvSpPr>
          <p:spPr bwMode="auto">
            <a:xfrm>
              <a:off x="4057650" y="1901825"/>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21" name="Text Box 16">
              <a:extLst>
                <a:ext uri="{FF2B5EF4-FFF2-40B4-BE49-F238E27FC236}">
                  <a16:creationId xmlns:a16="http://schemas.microsoft.com/office/drawing/2014/main" id="{1FD076AB-DAFF-4602-9300-E5E9AA5A572A}"/>
                </a:ext>
              </a:extLst>
            </p:cNvPr>
            <p:cNvSpPr txBox="1">
              <a:spLocks noChangeArrowheads="1"/>
            </p:cNvSpPr>
            <p:nvPr/>
          </p:nvSpPr>
          <p:spPr bwMode="auto">
            <a:xfrm>
              <a:off x="4800600" y="1901825"/>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22" name="Text Box 17">
              <a:extLst>
                <a:ext uri="{FF2B5EF4-FFF2-40B4-BE49-F238E27FC236}">
                  <a16:creationId xmlns:a16="http://schemas.microsoft.com/office/drawing/2014/main" id="{E9900982-B1ED-4CC1-8964-700D806D4949}"/>
                </a:ext>
              </a:extLst>
            </p:cNvPr>
            <p:cNvSpPr txBox="1">
              <a:spLocks noChangeArrowheads="1"/>
            </p:cNvSpPr>
            <p:nvPr/>
          </p:nvSpPr>
          <p:spPr bwMode="auto">
            <a:xfrm>
              <a:off x="5429250" y="1916113"/>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4</a:t>
              </a:r>
              <a:endParaRPr kumimoji="1" lang="en-US" altLang="zh-CN" sz="2400">
                <a:latin typeface="Times New Roman" panose="02020603050405020304" pitchFamily="18" charset="0"/>
                <a:ea typeface="宋体" panose="02010600030101010101" pitchFamily="2" charset="-122"/>
              </a:endParaRPr>
            </a:p>
          </p:txBody>
        </p:sp>
        <p:sp>
          <p:nvSpPr>
            <p:cNvPr id="23" name="Text Box 18">
              <a:extLst>
                <a:ext uri="{FF2B5EF4-FFF2-40B4-BE49-F238E27FC236}">
                  <a16:creationId xmlns:a16="http://schemas.microsoft.com/office/drawing/2014/main" id="{C5EC6745-1A54-4FD6-A035-C93E54C66922}"/>
                </a:ext>
              </a:extLst>
            </p:cNvPr>
            <p:cNvSpPr txBox="1">
              <a:spLocks noChangeArrowheads="1"/>
            </p:cNvSpPr>
            <p:nvPr/>
          </p:nvSpPr>
          <p:spPr bwMode="auto">
            <a:xfrm>
              <a:off x="4057650" y="696913"/>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24" name="Text Box 19">
              <a:extLst>
                <a:ext uri="{FF2B5EF4-FFF2-40B4-BE49-F238E27FC236}">
                  <a16:creationId xmlns:a16="http://schemas.microsoft.com/office/drawing/2014/main" id="{9362675D-6B66-4F18-8DAE-0FA278DA6C87}"/>
                </a:ext>
              </a:extLst>
            </p:cNvPr>
            <p:cNvSpPr txBox="1">
              <a:spLocks noChangeArrowheads="1"/>
            </p:cNvSpPr>
            <p:nvPr/>
          </p:nvSpPr>
          <p:spPr bwMode="auto">
            <a:xfrm>
              <a:off x="4972050" y="682625"/>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25" name="Text Box 20">
              <a:extLst>
                <a:ext uri="{FF2B5EF4-FFF2-40B4-BE49-F238E27FC236}">
                  <a16:creationId xmlns:a16="http://schemas.microsoft.com/office/drawing/2014/main" id="{30C93EED-A7F5-4BFB-971B-0EA5F29E9A01}"/>
                </a:ext>
              </a:extLst>
            </p:cNvPr>
            <p:cNvSpPr txBox="1">
              <a:spLocks noChangeArrowheads="1"/>
            </p:cNvSpPr>
            <p:nvPr/>
          </p:nvSpPr>
          <p:spPr bwMode="auto">
            <a:xfrm>
              <a:off x="4724400" y="1444625"/>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26" name="Text Box 21">
              <a:extLst>
                <a:ext uri="{FF2B5EF4-FFF2-40B4-BE49-F238E27FC236}">
                  <a16:creationId xmlns:a16="http://schemas.microsoft.com/office/drawing/2014/main" id="{1D2134A9-D5F4-4A24-A532-D3CAFA60291F}"/>
                </a:ext>
              </a:extLst>
            </p:cNvPr>
            <p:cNvSpPr txBox="1">
              <a:spLocks noChangeArrowheads="1"/>
            </p:cNvSpPr>
            <p:nvPr/>
          </p:nvSpPr>
          <p:spPr bwMode="auto">
            <a:xfrm>
              <a:off x="3505200" y="1444625"/>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27" name="Text Box 22">
              <a:extLst>
                <a:ext uri="{FF2B5EF4-FFF2-40B4-BE49-F238E27FC236}">
                  <a16:creationId xmlns:a16="http://schemas.microsoft.com/office/drawing/2014/main" id="{50D39189-F360-4395-A97F-9826AEF611A8}"/>
                </a:ext>
              </a:extLst>
            </p:cNvPr>
            <p:cNvSpPr txBox="1">
              <a:spLocks noChangeArrowheads="1"/>
            </p:cNvSpPr>
            <p:nvPr/>
          </p:nvSpPr>
          <p:spPr bwMode="auto">
            <a:xfrm>
              <a:off x="5429250" y="1444625"/>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28" name="Text Box 23">
              <a:extLst>
                <a:ext uri="{FF2B5EF4-FFF2-40B4-BE49-F238E27FC236}">
                  <a16:creationId xmlns:a16="http://schemas.microsoft.com/office/drawing/2014/main" id="{62AB9AFE-11EF-4DF1-A725-E337AB388741}"/>
                </a:ext>
              </a:extLst>
            </p:cNvPr>
            <p:cNvSpPr txBox="1">
              <a:spLocks noChangeArrowheads="1"/>
            </p:cNvSpPr>
            <p:nvPr/>
          </p:nvSpPr>
          <p:spPr bwMode="auto">
            <a:xfrm>
              <a:off x="4267200" y="1444625"/>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29" name="Text Box 24">
              <a:extLst>
                <a:ext uri="{FF2B5EF4-FFF2-40B4-BE49-F238E27FC236}">
                  <a16:creationId xmlns:a16="http://schemas.microsoft.com/office/drawing/2014/main" id="{8DA80FFD-B979-4390-A4C2-7D6AF50C4201}"/>
                </a:ext>
              </a:extLst>
            </p:cNvPr>
            <p:cNvSpPr txBox="1">
              <a:spLocks noChangeArrowheads="1"/>
            </p:cNvSpPr>
            <p:nvPr/>
          </p:nvSpPr>
          <p:spPr bwMode="auto">
            <a:xfrm>
              <a:off x="3429000" y="2286000"/>
              <a:ext cx="441325" cy="519113"/>
            </a:xfrm>
            <a:prstGeom prst="rect">
              <a:avLst/>
            </a:prstGeom>
            <a:noFill/>
            <a:ln w="38100">
              <a:noFill/>
              <a:miter lim="800000"/>
              <a:headEnd/>
              <a:tailEnd/>
            </a:ln>
            <a:effectLst/>
          </p:spPr>
          <p:txBody>
            <a:bodyPr wrap="none" anchor="ctr">
              <a:spAutoFit/>
            </a:bodyPr>
            <a:lstStyle/>
            <a:p>
              <a:pPr algn="ctr" eaLnBrk="1" fontAlgn="auto" hangingPunct="1">
                <a:spcBef>
                  <a:spcPts val="0"/>
                </a:spcBef>
                <a:spcAft>
                  <a:spcPts val="0"/>
                </a:spcAft>
                <a:defRPr/>
              </a:pPr>
              <a:r>
                <a:rPr lang="en-US" altLang="zh-CN" sz="2800">
                  <a:solidFill>
                    <a:schemeClr val="tx2"/>
                  </a:solidFill>
                  <a:effectLst>
                    <a:outerShdw blurRad="38100" dist="38100" dir="2700000" algn="tl">
                      <a:srgbClr val="C0C0C0"/>
                    </a:outerShdw>
                  </a:effectLst>
                  <a:latin typeface="Times New Roman" charset="0"/>
                  <a:ea typeface="+mn-ea"/>
                </a:rPr>
                <a:t>A</a:t>
              </a:r>
              <a:endParaRPr lang="en-US" altLang="zh-CN">
                <a:latin typeface="Times New Roman" charset="0"/>
                <a:ea typeface="+mn-ea"/>
              </a:endParaRPr>
            </a:p>
          </p:txBody>
        </p:sp>
        <p:sp>
          <p:nvSpPr>
            <p:cNvPr id="30" name="Text Box 25">
              <a:extLst>
                <a:ext uri="{FF2B5EF4-FFF2-40B4-BE49-F238E27FC236}">
                  <a16:creationId xmlns:a16="http://schemas.microsoft.com/office/drawing/2014/main" id="{471DA6CB-2684-489D-94C4-523A39EF6223}"/>
                </a:ext>
              </a:extLst>
            </p:cNvPr>
            <p:cNvSpPr txBox="1">
              <a:spLocks noChangeArrowheads="1"/>
            </p:cNvSpPr>
            <p:nvPr/>
          </p:nvSpPr>
          <p:spPr bwMode="auto">
            <a:xfrm>
              <a:off x="4038600" y="2286000"/>
              <a:ext cx="441325" cy="519113"/>
            </a:xfrm>
            <a:prstGeom prst="rect">
              <a:avLst/>
            </a:prstGeom>
            <a:noFill/>
            <a:ln w="38100">
              <a:noFill/>
              <a:miter lim="800000"/>
              <a:headEnd/>
              <a:tailEnd/>
            </a:ln>
            <a:effectLst/>
          </p:spPr>
          <p:txBody>
            <a:bodyPr wrap="none" anchor="ctr">
              <a:spAutoFit/>
            </a:bodyPr>
            <a:lstStyle/>
            <a:p>
              <a:pPr algn="ctr" eaLnBrk="1" fontAlgn="auto" hangingPunct="1">
                <a:spcBef>
                  <a:spcPts val="0"/>
                </a:spcBef>
                <a:spcAft>
                  <a:spcPts val="0"/>
                </a:spcAft>
                <a:defRPr/>
              </a:pPr>
              <a:r>
                <a:rPr lang="en-US" altLang="zh-CN" sz="2800">
                  <a:solidFill>
                    <a:schemeClr val="tx2"/>
                  </a:solidFill>
                  <a:effectLst>
                    <a:outerShdw blurRad="38100" dist="38100" dir="2700000" algn="tl">
                      <a:srgbClr val="C0C0C0"/>
                    </a:outerShdw>
                  </a:effectLst>
                  <a:latin typeface="Times New Roman" charset="0"/>
                  <a:ea typeface="+mn-ea"/>
                </a:rPr>
                <a:t>C</a:t>
              </a:r>
              <a:endParaRPr lang="en-US" altLang="zh-CN">
                <a:latin typeface="Times New Roman" charset="0"/>
                <a:ea typeface="+mn-ea"/>
              </a:endParaRPr>
            </a:p>
          </p:txBody>
        </p:sp>
        <p:sp>
          <p:nvSpPr>
            <p:cNvPr id="31" name="Text Box 26">
              <a:extLst>
                <a:ext uri="{FF2B5EF4-FFF2-40B4-BE49-F238E27FC236}">
                  <a16:creationId xmlns:a16="http://schemas.microsoft.com/office/drawing/2014/main" id="{F15CE67C-9491-40AD-9955-2AB60F5A7907}"/>
                </a:ext>
              </a:extLst>
            </p:cNvPr>
            <p:cNvSpPr txBox="1">
              <a:spLocks noChangeArrowheads="1"/>
            </p:cNvSpPr>
            <p:nvPr/>
          </p:nvSpPr>
          <p:spPr bwMode="auto">
            <a:xfrm>
              <a:off x="4749800" y="2300288"/>
              <a:ext cx="420688" cy="519112"/>
            </a:xfrm>
            <a:prstGeom prst="rect">
              <a:avLst/>
            </a:prstGeom>
            <a:noFill/>
            <a:ln w="38100">
              <a:noFill/>
              <a:miter lim="800000"/>
              <a:headEnd/>
              <a:tailEnd/>
            </a:ln>
            <a:effectLst/>
          </p:spPr>
          <p:txBody>
            <a:bodyPr wrap="none" anchor="ctr">
              <a:spAutoFit/>
            </a:bodyPr>
            <a:lstStyle/>
            <a:p>
              <a:pPr algn="ctr" eaLnBrk="1" fontAlgn="auto" hangingPunct="1">
                <a:spcBef>
                  <a:spcPts val="0"/>
                </a:spcBef>
                <a:spcAft>
                  <a:spcPts val="0"/>
                </a:spcAft>
                <a:defRPr/>
              </a:pPr>
              <a:r>
                <a:rPr lang="en-US" altLang="zh-CN" sz="2800">
                  <a:solidFill>
                    <a:schemeClr val="tx2"/>
                  </a:solidFill>
                  <a:effectLst>
                    <a:outerShdw blurRad="38100" dist="38100" dir="2700000" algn="tl">
                      <a:srgbClr val="C0C0C0"/>
                    </a:outerShdw>
                  </a:effectLst>
                  <a:latin typeface="Times New Roman" charset="0"/>
                  <a:ea typeface="+mn-ea"/>
                </a:rPr>
                <a:t>T</a:t>
              </a:r>
              <a:endParaRPr lang="en-US" altLang="zh-CN">
                <a:latin typeface="Times New Roman" charset="0"/>
                <a:ea typeface="+mn-ea"/>
              </a:endParaRPr>
            </a:p>
          </p:txBody>
        </p:sp>
        <p:sp>
          <p:nvSpPr>
            <p:cNvPr id="32" name="Text Box 27">
              <a:extLst>
                <a:ext uri="{FF2B5EF4-FFF2-40B4-BE49-F238E27FC236}">
                  <a16:creationId xmlns:a16="http://schemas.microsoft.com/office/drawing/2014/main" id="{C6E7D0B2-4DF1-404A-8AE2-927F8A209A1C}"/>
                </a:ext>
              </a:extLst>
            </p:cNvPr>
            <p:cNvSpPr txBox="1">
              <a:spLocks noChangeArrowheads="1"/>
            </p:cNvSpPr>
            <p:nvPr/>
          </p:nvSpPr>
          <p:spPr bwMode="auto">
            <a:xfrm>
              <a:off x="5410200" y="2286000"/>
              <a:ext cx="382588" cy="519113"/>
            </a:xfrm>
            <a:prstGeom prst="rect">
              <a:avLst/>
            </a:prstGeom>
            <a:noFill/>
            <a:ln w="38100">
              <a:noFill/>
              <a:miter lim="800000"/>
              <a:headEnd/>
              <a:tailEnd/>
            </a:ln>
            <a:effectLst/>
          </p:spPr>
          <p:txBody>
            <a:bodyPr wrap="none" anchor="ctr">
              <a:spAutoFit/>
            </a:bodyPr>
            <a:lstStyle/>
            <a:p>
              <a:pPr algn="ctr" eaLnBrk="1" fontAlgn="auto" hangingPunct="1">
                <a:spcBef>
                  <a:spcPts val="0"/>
                </a:spcBef>
                <a:spcAft>
                  <a:spcPts val="0"/>
                </a:spcAft>
                <a:defRPr/>
              </a:pPr>
              <a:r>
                <a:rPr lang="en-US" altLang="zh-CN" sz="2800">
                  <a:solidFill>
                    <a:schemeClr val="tx2"/>
                  </a:solidFill>
                  <a:effectLst>
                    <a:outerShdw blurRad="38100" dist="38100" dir="2700000" algn="tl">
                      <a:srgbClr val="C0C0C0"/>
                    </a:outerShdw>
                  </a:effectLst>
                  <a:latin typeface="Times New Roman" charset="0"/>
                  <a:ea typeface="+mn-ea"/>
                </a:rPr>
                <a:t>S</a:t>
              </a:r>
              <a:endParaRPr lang="en-US" altLang="zh-CN">
                <a:latin typeface="Times New Roman" charset="0"/>
                <a:ea typeface="+mn-ea"/>
              </a:endParaRPr>
            </a:p>
          </p:txBody>
        </p:sp>
      </p:grpSp>
      <p:sp>
        <p:nvSpPr>
          <p:cNvPr id="4" name="灯片编号占位符 3">
            <a:extLst>
              <a:ext uri="{FF2B5EF4-FFF2-40B4-BE49-F238E27FC236}">
                <a16:creationId xmlns:a16="http://schemas.microsoft.com/office/drawing/2014/main" id="{A92F078B-1FCC-6B02-C6AA-4AAC315B59A4}"/>
              </a:ext>
            </a:extLst>
          </p:cNvPr>
          <p:cNvSpPr>
            <a:spLocks noGrp="1"/>
          </p:cNvSpPr>
          <p:nvPr>
            <p:ph type="sldNum" sz="quarter" idx="12"/>
          </p:nvPr>
        </p:nvSpPr>
        <p:spPr/>
        <p:txBody>
          <a:bodyPr/>
          <a:lstStyle/>
          <a:p>
            <a:pPr>
              <a:defRPr/>
            </a:pPr>
            <a:fld id="{A598D83B-EE2A-4F12-B129-1EDE84DF129B}" type="slidenum">
              <a:rPr lang="en-US" altLang="zh-CN" smtClean="0"/>
              <a:pPr>
                <a:defRPr/>
              </a:pPr>
              <a:t>143</a:t>
            </a:fld>
            <a:endParaRPr lang="en-US" altLang="zh-CN"/>
          </a:p>
        </p:txBody>
      </p:sp>
    </p:spTree>
  </p:cSld>
  <p:clrMapOvr>
    <a:masterClrMapping/>
  </p:clrMapOvr>
  <p:transition>
    <p:split/>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AD258AF8-8642-4E0B-87E9-8E332CB943CB}"/>
              </a:ext>
            </a:extLst>
          </p:cNvPr>
          <p:cNvSpPr>
            <a:spLocks noGrp="1"/>
          </p:cNvSpPr>
          <p:nvPr>
            <p:ph type="title"/>
          </p:nvPr>
        </p:nvSpPr>
        <p:spPr/>
        <p:txBody>
          <a:bodyPr/>
          <a:lstStyle/>
          <a:p>
            <a:r>
              <a:rPr lang="zh-CN" altLang="en-US" dirty="0"/>
              <a:t>改为</a:t>
            </a:r>
            <a:r>
              <a:rPr lang="en-US" altLang="zh-CN" dirty="0"/>
              <a:t>Huffman</a:t>
            </a:r>
            <a:r>
              <a:rPr lang="zh-CN" altLang="en-US" dirty="0"/>
              <a:t>编码</a:t>
            </a:r>
          </a:p>
        </p:txBody>
      </p:sp>
      <p:sp>
        <p:nvSpPr>
          <p:cNvPr id="4" name="内容占位符 3">
            <a:extLst>
              <a:ext uri="{FF2B5EF4-FFF2-40B4-BE49-F238E27FC236}">
                <a16:creationId xmlns:a16="http://schemas.microsoft.com/office/drawing/2014/main" id="{15238531-4093-435E-880A-2C2F7F093617}"/>
              </a:ext>
            </a:extLst>
          </p:cNvPr>
          <p:cNvSpPr>
            <a:spLocks noGrp="1"/>
          </p:cNvSpPr>
          <p:nvPr>
            <p:ph idx="1"/>
          </p:nvPr>
        </p:nvSpPr>
        <p:spPr>
          <a:xfrm>
            <a:off x="251520" y="1844823"/>
            <a:ext cx="5802510" cy="4648051"/>
          </a:xfrm>
        </p:spPr>
        <p:txBody>
          <a:bodyPr>
            <a:normAutofit fontScale="70000" lnSpcReduction="20000"/>
          </a:bodyPr>
          <a:lstStyle/>
          <a:p>
            <a:r>
              <a:rPr lang="zh-CN" altLang="en-US" dirty="0"/>
              <a:t>原理：常出现的字符编码短，少出现的字符编码长，以减少总编码长度。</a:t>
            </a:r>
          </a:p>
          <a:p>
            <a:r>
              <a:rPr lang="zh-CN" altLang="en-US" dirty="0"/>
              <a:t>前例中各字符出现概率为</a:t>
            </a:r>
            <a:r>
              <a:rPr lang="en-US" altLang="zh-CN" dirty="0"/>
              <a:t>{ 2/18, 7/18, 4/18, 5/18 },</a:t>
            </a:r>
            <a:r>
              <a:rPr lang="zh-CN" altLang="en-US" dirty="0"/>
              <a:t>化整为 </a:t>
            </a:r>
            <a:r>
              <a:rPr lang="en-US" altLang="zh-CN" dirty="0"/>
              <a:t>{ 2, 7, 4, 5 }</a:t>
            </a:r>
            <a:r>
              <a:rPr lang="zh-CN" altLang="en-US" dirty="0"/>
              <a:t>。以它们为各叶结点的权值</a:t>
            </a:r>
            <a:r>
              <a:rPr lang="en-US" altLang="zh-CN" dirty="0"/>
              <a:t>, </a:t>
            </a:r>
            <a:r>
              <a:rPr lang="zh-CN" altLang="en-US" dirty="0"/>
              <a:t>建立</a:t>
            </a:r>
            <a:r>
              <a:rPr lang="en-US" altLang="zh-CN" dirty="0"/>
              <a:t>Huffman</a:t>
            </a:r>
            <a:r>
              <a:rPr lang="zh-CN" altLang="en-US" dirty="0"/>
              <a:t>树。左分支赋 </a:t>
            </a:r>
            <a:r>
              <a:rPr lang="en-US" altLang="zh-CN" dirty="0"/>
              <a:t>0</a:t>
            </a:r>
            <a:r>
              <a:rPr lang="zh-CN" altLang="en-US" dirty="0"/>
              <a:t>，右分支赋 </a:t>
            </a:r>
            <a:r>
              <a:rPr lang="en-US" altLang="zh-CN" dirty="0"/>
              <a:t>1</a:t>
            </a:r>
            <a:r>
              <a:rPr lang="zh-CN" altLang="en-US" dirty="0"/>
              <a:t>，得</a:t>
            </a:r>
            <a:r>
              <a:rPr lang="en-US" altLang="zh-CN" dirty="0"/>
              <a:t>Huffman</a:t>
            </a:r>
            <a:r>
              <a:rPr lang="zh-CN" altLang="en-US" dirty="0"/>
              <a:t>编码</a:t>
            </a:r>
            <a:r>
              <a:rPr lang="en-US" altLang="zh-CN" dirty="0"/>
              <a:t>(</a:t>
            </a:r>
            <a:r>
              <a:rPr lang="zh-CN" altLang="en-US" dirty="0"/>
              <a:t>变长编码</a:t>
            </a:r>
            <a:r>
              <a:rPr lang="en-US" altLang="zh-CN" dirty="0"/>
              <a:t>)</a:t>
            </a:r>
            <a:r>
              <a:rPr lang="zh-CN" altLang="en-US" dirty="0"/>
              <a:t> </a:t>
            </a:r>
            <a:endParaRPr lang="en-US" altLang="zh-CN" dirty="0"/>
          </a:p>
          <a:p>
            <a:pPr marL="342900" lvl="1" indent="0">
              <a:buNone/>
            </a:pPr>
            <a:r>
              <a:rPr lang="en-US" altLang="zh-CN" dirty="0"/>
              <a:t>        A : 0    T : 10     C : 110    S : 111</a:t>
            </a:r>
          </a:p>
          <a:p>
            <a:pPr lvl="1"/>
            <a:r>
              <a:rPr lang="zh-CN" altLang="en-US" dirty="0"/>
              <a:t>用于前例中报文的编码，总编码长度（等于</a:t>
            </a:r>
            <a:r>
              <a:rPr lang="en-US" altLang="zh-CN" dirty="0"/>
              <a:t>Huffman</a:t>
            </a:r>
            <a:r>
              <a:rPr lang="zh-CN" altLang="en-US" dirty="0"/>
              <a:t>树的带权路径长度</a:t>
            </a:r>
            <a:r>
              <a:rPr lang="en-US" altLang="zh-CN" dirty="0"/>
              <a:t>WPL </a:t>
            </a:r>
            <a:r>
              <a:rPr lang="zh-CN" altLang="en-US" dirty="0"/>
              <a:t>）：</a:t>
            </a:r>
            <a:endParaRPr lang="en-US" altLang="zh-CN" dirty="0"/>
          </a:p>
          <a:p>
            <a:pPr marL="342900" lvl="1" indent="0">
              <a:buNone/>
            </a:pPr>
            <a:r>
              <a:rPr lang="en-US" altLang="zh-CN" dirty="0"/>
              <a:t>        7*1+5*2+( 2+4 )*3 = 35</a:t>
            </a:r>
            <a:r>
              <a:rPr lang="zh-CN" altLang="en-US" dirty="0"/>
              <a:t>。</a:t>
            </a:r>
          </a:p>
          <a:p>
            <a:pPr lvl="2"/>
            <a:r>
              <a:rPr lang="zh-CN" altLang="en-US" dirty="0"/>
              <a:t>小于之前用等长编码的总编码长度</a:t>
            </a:r>
            <a:r>
              <a:rPr lang="en-US" altLang="zh-CN" dirty="0"/>
              <a:t>36</a:t>
            </a:r>
            <a:r>
              <a:rPr lang="zh-CN" altLang="en-US" dirty="0"/>
              <a:t>。</a:t>
            </a:r>
          </a:p>
          <a:p>
            <a:r>
              <a:rPr lang="zh-CN" altLang="en-US" dirty="0"/>
              <a:t>特点：</a:t>
            </a:r>
            <a:r>
              <a:rPr lang="en-US" altLang="zh-CN" dirty="0"/>
              <a:t>Huffman</a:t>
            </a:r>
            <a:r>
              <a:rPr lang="zh-CN" altLang="en-US" dirty="0"/>
              <a:t>编码是一种前缀编码。解码时不会混淆。</a:t>
            </a:r>
          </a:p>
        </p:txBody>
      </p:sp>
      <p:grpSp>
        <p:nvGrpSpPr>
          <p:cNvPr id="31" name="Group 27">
            <a:extLst>
              <a:ext uri="{FF2B5EF4-FFF2-40B4-BE49-F238E27FC236}">
                <a16:creationId xmlns:a16="http://schemas.microsoft.com/office/drawing/2014/main" id="{3BFD8520-DA72-4648-BBF1-16C667E8F37C}"/>
              </a:ext>
            </a:extLst>
          </p:cNvPr>
          <p:cNvGrpSpPr>
            <a:grpSpLocks/>
          </p:cNvGrpSpPr>
          <p:nvPr/>
        </p:nvGrpSpPr>
        <p:grpSpPr bwMode="auto">
          <a:xfrm>
            <a:off x="5844480" y="3314181"/>
            <a:ext cx="3048000" cy="3200400"/>
            <a:chOff x="3456" y="1872"/>
            <a:chExt cx="1920" cy="2016"/>
          </a:xfrm>
        </p:grpSpPr>
        <p:sp>
          <p:nvSpPr>
            <p:cNvPr id="32" name="Text Box 3">
              <a:extLst>
                <a:ext uri="{FF2B5EF4-FFF2-40B4-BE49-F238E27FC236}">
                  <a16:creationId xmlns:a16="http://schemas.microsoft.com/office/drawing/2014/main" id="{F9201AB7-EA8D-46A0-A0A2-B93F5B1978BB}"/>
                </a:ext>
              </a:extLst>
            </p:cNvPr>
            <p:cNvSpPr txBox="1">
              <a:spLocks noChangeArrowheads="1"/>
            </p:cNvSpPr>
            <p:nvPr/>
          </p:nvSpPr>
          <p:spPr bwMode="auto">
            <a:xfrm>
              <a:off x="3456" y="3523"/>
              <a:ext cx="192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rgbClr val="008000"/>
                  </a:solidFill>
                  <a:latin typeface="Times New Roman" panose="02020603050405020304" pitchFamily="18" charset="0"/>
                  <a:ea typeface="隶书" panose="02010509060101010101" pitchFamily="49" charset="-122"/>
                </a:rPr>
                <a:t>Huffman</a:t>
              </a:r>
              <a:r>
                <a:rPr kumimoji="1" lang="zh-CN" altLang="en-US" sz="3200" b="1">
                  <a:solidFill>
                    <a:srgbClr val="008000"/>
                  </a:solidFill>
                  <a:latin typeface="Times New Roman" panose="02020603050405020304" pitchFamily="18" charset="0"/>
                  <a:ea typeface="隶书" panose="02010509060101010101" pitchFamily="49" charset="-122"/>
                </a:rPr>
                <a:t>编码树</a:t>
              </a:r>
              <a:endParaRPr kumimoji="1" lang="zh-CN" altLang="en-US" sz="2000">
                <a:latin typeface="Times New Roman" panose="02020603050405020304" pitchFamily="18" charset="0"/>
                <a:ea typeface="仿宋_GB2312" pitchFamily="49" charset="-122"/>
              </a:endParaRPr>
            </a:p>
          </p:txBody>
        </p:sp>
        <p:sp>
          <p:nvSpPr>
            <p:cNvPr id="33" name="Line 4">
              <a:extLst>
                <a:ext uri="{FF2B5EF4-FFF2-40B4-BE49-F238E27FC236}">
                  <a16:creationId xmlns:a16="http://schemas.microsoft.com/office/drawing/2014/main" id="{C339B214-8163-4AEA-8B48-4DE690A0D15C}"/>
                </a:ext>
              </a:extLst>
            </p:cNvPr>
            <p:cNvSpPr>
              <a:spLocks noChangeShapeType="1"/>
            </p:cNvSpPr>
            <p:nvPr/>
          </p:nvSpPr>
          <p:spPr bwMode="auto">
            <a:xfrm flipH="1">
              <a:off x="3840" y="2121"/>
              <a:ext cx="240" cy="288"/>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 name="Line 5">
              <a:extLst>
                <a:ext uri="{FF2B5EF4-FFF2-40B4-BE49-F238E27FC236}">
                  <a16:creationId xmlns:a16="http://schemas.microsoft.com/office/drawing/2014/main" id="{6AFF62B5-0DB8-4EED-BD9D-FA026BE7A785}"/>
                </a:ext>
              </a:extLst>
            </p:cNvPr>
            <p:cNvSpPr>
              <a:spLocks noChangeShapeType="1"/>
            </p:cNvSpPr>
            <p:nvPr/>
          </p:nvSpPr>
          <p:spPr bwMode="auto">
            <a:xfrm flipH="1">
              <a:off x="4176" y="2505"/>
              <a:ext cx="240" cy="288"/>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 name="Line 6">
              <a:extLst>
                <a:ext uri="{FF2B5EF4-FFF2-40B4-BE49-F238E27FC236}">
                  <a16:creationId xmlns:a16="http://schemas.microsoft.com/office/drawing/2014/main" id="{8278B2FA-C7B6-465D-8214-8C1B185E71A0}"/>
                </a:ext>
              </a:extLst>
            </p:cNvPr>
            <p:cNvSpPr>
              <a:spLocks noChangeShapeType="1"/>
            </p:cNvSpPr>
            <p:nvPr/>
          </p:nvSpPr>
          <p:spPr bwMode="auto">
            <a:xfrm flipH="1">
              <a:off x="4464" y="2889"/>
              <a:ext cx="240" cy="288"/>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 name="Line 7">
              <a:extLst>
                <a:ext uri="{FF2B5EF4-FFF2-40B4-BE49-F238E27FC236}">
                  <a16:creationId xmlns:a16="http://schemas.microsoft.com/office/drawing/2014/main" id="{B026B38F-E10D-4674-B7DA-30B5EB263533}"/>
                </a:ext>
              </a:extLst>
            </p:cNvPr>
            <p:cNvSpPr>
              <a:spLocks noChangeShapeType="1"/>
            </p:cNvSpPr>
            <p:nvPr/>
          </p:nvSpPr>
          <p:spPr bwMode="auto">
            <a:xfrm>
              <a:off x="4176" y="2025"/>
              <a:ext cx="816" cy="1152"/>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7" name="Oval 8">
              <a:extLst>
                <a:ext uri="{FF2B5EF4-FFF2-40B4-BE49-F238E27FC236}">
                  <a16:creationId xmlns:a16="http://schemas.microsoft.com/office/drawing/2014/main" id="{97F59276-23E0-4A82-92C0-3CE17D7523AD}"/>
                </a:ext>
              </a:extLst>
            </p:cNvPr>
            <p:cNvSpPr>
              <a:spLocks noChangeArrowheads="1"/>
            </p:cNvSpPr>
            <p:nvPr/>
          </p:nvSpPr>
          <p:spPr bwMode="auto">
            <a:xfrm>
              <a:off x="3984" y="1872"/>
              <a:ext cx="288" cy="297"/>
            </a:xfrm>
            <a:prstGeom prst="ellipse">
              <a:avLst/>
            </a:prstGeom>
            <a:solidFill>
              <a:schemeClr val="folHlink"/>
            </a:solidFill>
            <a:ln>
              <a:noFill/>
            </a:ln>
            <a:effectLst>
              <a:outerShdw dist="35921" dir="2700000" algn="ctr" rotWithShape="0">
                <a:schemeClr val="bg2"/>
              </a:outerShdw>
            </a:effectLst>
            <a:extLst>
              <a:ext uri="{91240B29-F687-4F45-9708-019B960494DF}">
                <a14:hiddenLine xmlns:a14="http://schemas.microsoft.com/office/drawing/2010/main" w="19050">
                  <a:solidFill>
                    <a:srgbClr val="000000"/>
                  </a:solidFill>
                  <a:round/>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38" name="Oval 9">
              <a:extLst>
                <a:ext uri="{FF2B5EF4-FFF2-40B4-BE49-F238E27FC236}">
                  <a16:creationId xmlns:a16="http://schemas.microsoft.com/office/drawing/2014/main" id="{F69710C7-AEEC-461F-9727-FEC2FC82FE6C}"/>
                </a:ext>
              </a:extLst>
            </p:cNvPr>
            <p:cNvSpPr>
              <a:spLocks noChangeArrowheads="1"/>
            </p:cNvSpPr>
            <p:nvPr/>
          </p:nvSpPr>
          <p:spPr bwMode="auto">
            <a:xfrm>
              <a:off x="4608" y="2745"/>
              <a:ext cx="288" cy="279"/>
            </a:xfrm>
            <a:prstGeom prst="ellipse">
              <a:avLst/>
            </a:prstGeom>
            <a:solidFill>
              <a:schemeClr val="folHlink"/>
            </a:solidFill>
            <a:ln>
              <a:noFill/>
            </a:ln>
            <a:effectLst>
              <a:outerShdw dist="35921" dir="2700000" algn="ctr" rotWithShape="0">
                <a:schemeClr val="bg2"/>
              </a:outerShdw>
            </a:effectLst>
            <a:extLst>
              <a:ext uri="{91240B29-F687-4F45-9708-019B960494DF}">
                <a14:hiddenLine xmlns:a14="http://schemas.microsoft.com/office/drawing/2010/main" w="19050">
                  <a:solidFill>
                    <a:srgbClr val="000000"/>
                  </a:solidFill>
                  <a:round/>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39" name="Oval 10">
              <a:extLst>
                <a:ext uri="{FF2B5EF4-FFF2-40B4-BE49-F238E27FC236}">
                  <a16:creationId xmlns:a16="http://schemas.microsoft.com/office/drawing/2014/main" id="{8BA6AC0A-13D3-4AD0-B889-1DAB632C02F1}"/>
                </a:ext>
              </a:extLst>
            </p:cNvPr>
            <p:cNvSpPr>
              <a:spLocks noChangeArrowheads="1"/>
            </p:cNvSpPr>
            <p:nvPr/>
          </p:nvSpPr>
          <p:spPr bwMode="auto">
            <a:xfrm>
              <a:off x="4320" y="2313"/>
              <a:ext cx="288" cy="279"/>
            </a:xfrm>
            <a:prstGeom prst="ellipse">
              <a:avLst/>
            </a:prstGeom>
            <a:solidFill>
              <a:schemeClr val="folHlink"/>
            </a:solidFill>
            <a:ln>
              <a:noFill/>
            </a:ln>
            <a:effectLst>
              <a:outerShdw dist="35921" dir="2700000" algn="ctr" rotWithShape="0">
                <a:schemeClr val="bg2"/>
              </a:outerShdw>
            </a:effectLst>
            <a:extLst>
              <a:ext uri="{91240B29-F687-4F45-9708-019B960494DF}">
                <a14:hiddenLine xmlns:a14="http://schemas.microsoft.com/office/drawing/2010/main" w="19050">
                  <a:solidFill>
                    <a:srgbClr val="000000"/>
                  </a:solidFill>
                  <a:round/>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40" name="Text Box 11">
              <a:extLst>
                <a:ext uri="{FF2B5EF4-FFF2-40B4-BE49-F238E27FC236}">
                  <a16:creationId xmlns:a16="http://schemas.microsoft.com/office/drawing/2014/main" id="{B38D87E2-0958-4696-92F3-D3F6D7187B6E}"/>
                </a:ext>
              </a:extLst>
            </p:cNvPr>
            <p:cNvSpPr txBox="1">
              <a:spLocks noChangeArrowheads="1"/>
            </p:cNvSpPr>
            <p:nvPr/>
          </p:nvSpPr>
          <p:spPr bwMode="auto">
            <a:xfrm>
              <a:off x="3744" y="1977"/>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41" name="Text Box 12">
              <a:extLst>
                <a:ext uri="{FF2B5EF4-FFF2-40B4-BE49-F238E27FC236}">
                  <a16:creationId xmlns:a16="http://schemas.microsoft.com/office/drawing/2014/main" id="{50CD2816-0E3D-408B-842A-5F3BA82E6495}"/>
                </a:ext>
              </a:extLst>
            </p:cNvPr>
            <p:cNvSpPr txBox="1">
              <a:spLocks noChangeArrowheads="1"/>
            </p:cNvSpPr>
            <p:nvPr/>
          </p:nvSpPr>
          <p:spPr bwMode="auto">
            <a:xfrm>
              <a:off x="4092" y="2409"/>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42" name="Text Box 13">
              <a:extLst>
                <a:ext uri="{FF2B5EF4-FFF2-40B4-BE49-F238E27FC236}">
                  <a16:creationId xmlns:a16="http://schemas.microsoft.com/office/drawing/2014/main" id="{74A2635D-4D4C-45C8-940D-CFD794963145}"/>
                </a:ext>
              </a:extLst>
            </p:cNvPr>
            <p:cNvSpPr txBox="1">
              <a:spLocks noChangeArrowheads="1"/>
            </p:cNvSpPr>
            <p:nvPr/>
          </p:nvSpPr>
          <p:spPr bwMode="auto">
            <a:xfrm>
              <a:off x="4380" y="2784"/>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dirty="0">
                  <a:latin typeface="Times New Roman" panose="02020603050405020304" pitchFamily="18" charset="0"/>
                  <a:ea typeface="宋体" panose="02010600030101010101" pitchFamily="2" charset="-122"/>
                </a:rPr>
                <a:t>0</a:t>
              </a:r>
              <a:endParaRPr kumimoji="1" lang="en-US" altLang="zh-CN" sz="2400" dirty="0">
                <a:latin typeface="Times New Roman" panose="02020603050405020304" pitchFamily="18" charset="0"/>
                <a:ea typeface="宋体" panose="02010600030101010101" pitchFamily="2" charset="-122"/>
              </a:endParaRPr>
            </a:p>
          </p:txBody>
        </p:sp>
        <p:sp>
          <p:nvSpPr>
            <p:cNvPr id="43" name="Text Box 14">
              <a:extLst>
                <a:ext uri="{FF2B5EF4-FFF2-40B4-BE49-F238E27FC236}">
                  <a16:creationId xmlns:a16="http://schemas.microsoft.com/office/drawing/2014/main" id="{9E3E7AC1-A50B-48E3-85B7-EC40CFD8D45C}"/>
                </a:ext>
              </a:extLst>
            </p:cNvPr>
            <p:cNvSpPr txBox="1">
              <a:spLocks noChangeArrowheads="1"/>
            </p:cNvSpPr>
            <p:nvPr/>
          </p:nvSpPr>
          <p:spPr bwMode="auto">
            <a:xfrm>
              <a:off x="4320" y="1968"/>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44" name="Text Box 15">
              <a:extLst>
                <a:ext uri="{FF2B5EF4-FFF2-40B4-BE49-F238E27FC236}">
                  <a16:creationId xmlns:a16="http://schemas.microsoft.com/office/drawing/2014/main" id="{64F09543-D9BF-465C-A3FC-88A8928CFAC1}"/>
                </a:ext>
              </a:extLst>
            </p:cNvPr>
            <p:cNvSpPr txBox="1">
              <a:spLocks noChangeArrowheads="1"/>
            </p:cNvSpPr>
            <p:nvPr/>
          </p:nvSpPr>
          <p:spPr bwMode="auto">
            <a:xfrm>
              <a:off x="4620" y="2400"/>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45" name="Text Box 16">
              <a:extLst>
                <a:ext uri="{FF2B5EF4-FFF2-40B4-BE49-F238E27FC236}">
                  <a16:creationId xmlns:a16="http://schemas.microsoft.com/office/drawing/2014/main" id="{CED14B70-B3AB-489A-A4CE-C062656E3BE2}"/>
                </a:ext>
              </a:extLst>
            </p:cNvPr>
            <p:cNvSpPr txBox="1">
              <a:spLocks noChangeArrowheads="1"/>
            </p:cNvSpPr>
            <p:nvPr/>
          </p:nvSpPr>
          <p:spPr bwMode="auto">
            <a:xfrm>
              <a:off x="4848" y="2784"/>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46" name="Rectangle 18">
              <a:extLst>
                <a:ext uri="{FF2B5EF4-FFF2-40B4-BE49-F238E27FC236}">
                  <a16:creationId xmlns:a16="http://schemas.microsoft.com/office/drawing/2014/main" id="{A5D975F1-72F0-48D2-84CC-0C0819B14E60}"/>
                </a:ext>
              </a:extLst>
            </p:cNvPr>
            <p:cNvSpPr>
              <a:spLocks noChangeArrowheads="1"/>
            </p:cNvSpPr>
            <p:nvPr/>
          </p:nvSpPr>
          <p:spPr bwMode="auto">
            <a:xfrm>
              <a:off x="3696" y="2313"/>
              <a:ext cx="288" cy="288"/>
            </a:xfrm>
            <a:prstGeom prst="rect">
              <a:avLst/>
            </a:prstGeom>
            <a:solidFill>
              <a:srgbClr val="FFFF00"/>
            </a:solidFill>
            <a:ln>
              <a:noFill/>
            </a:ln>
            <a:effectLst>
              <a:outerShdw dist="35921"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47" name="Rectangle 19">
              <a:extLst>
                <a:ext uri="{FF2B5EF4-FFF2-40B4-BE49-F238E27FC236}">
                  <a16:creationId xmlns:a16="http://schemas.microsoft.com/office/drawing/2014/main" id="{9CC696CB-5139-4FBF-A9B0-A42FB7266630}"/>
                </a:ext>
              </a:extLst>
            </p:cNvPr>
            <p:cNvSpPr>
              <a:spLocks noChangeArrowheads="1"/>
            </p:cNvSpPr>
            <p:nvPr/>
          </p:nvSpPr>
          <p:spPr bwMode="auto">
            <a:xfrm>
              <a:off x="3984" y="2745"/>
              <a:ext cx="288" cy="288"/>
            </a:xfrm>
            <a:prstGeom prst="rect">
              <a:avLst/>
            </a:prstGeom>
            <a:solidFill>
              <a:srgbClr val="FFFF00"/>
            </a:solidFill>
            <a:ln>
              <a:noFill/>
            </a:ln>
            <a:effectLst>
              <a:outerShdw dist="35921"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48" name="Rectangle 20">
              <a:extLst>
                <a:ext uri="{FF2B5EF4-FFF2-40B4-BE49-F238E27FC236}">
                  <a16:creationId xmlns:a16="http://schemas.microsoft.com/office/drawing/2014/main" id="{7BFDC0E1-3343-47C3-9A1E-9E6AC615B04E}"/>
                </a:ext>
              </a:extLst>
            </p:cNvPr>
            <p:cNvSpPr>
              <a:spLocks noChangeArrowheads="1"/>
            </p:cNvSpPr>
            <p:nvPr/>
          </p:nvSpPr>
          <p:spPr bwMode="auto">
            <a:xfrm>
              <a:off x="4272" y="3177"/>
              <a:ext cx="288" cy="288"/>
            </a:xfrm>
            <a:prstGeom prst="rect">
              <a:avLst/>
            </a:prstGeom>
            <a:solidFill>
              <a:srgbClr val="FFFF00"/>
            </a:solidFill>
            <a:ln>
              <a:noFill/>
            </a:ln>
            <a:effectLst>
              <a:outerShdw dist="35921"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49" name="Rectangle 21">
              <a:extLst>
                <a:ext uri="{FF2B5EF4-FFF2-40B4-BE49-F238E27FC236}">
                  <a16:creationId xmlns:a16="http://schemas.microsoft.com/office/drawing/2014/main" id="{94EA2238-3CB0-4B69-8E56-7501E9B9D62E}"/>
                </a:ext>
              </a:extLst>
            </p:cNvPr>
            <p:cNvSpPr>
              <a:spLocks noChangeArrowheads="1"/>
            </p:cNvSpPr>
            <p:nvPr/>
          </p:nvSpPr>
          <p:spPr bwMode="auto">
            <a:xfrm>
              <a:off x="4896" y="3177"/>
              <a:ext cx="288" cy="288"/>
            </a:xfrm>
            <a:prstGeom prst="rect">
              <a:avLst/>
            </a:prstGeom>
            <a:solidFill>
              <a:srgbClr val="FFFF00"/>
            </a:solidFill>
            <a:ln>
              <a:noFill/>
            </a:ln>
            <a:effectLst>
              <a:outerShdw dist="35921"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latin typeface="Times New Roman" panose="02020603050405020304" pitchFamily="18" charset="0"/>
              </a:endParaRPr>
            </a:p>
          </p:txBody>
        </p:sp>
        <p:sp>
          <p:nvSpPr>
            <p:cNvPr id="50" name="Text Box 22">
              <a:extLst>
                <a:ext uri="{FF2B5EF4-FFF2-40B4-BE49-F238E27FC236}">
                  <a16:creationId xmlns:a16="http://schemas.microsoft.com/office/drawing/2014/main" id="{9586110C-A585-4E30-929A-D51276E26123}"/>
                </a:ext>
              </a:extLst>
            </p:cNvPr>
            <p:cNvSpPr txBox="1">
              <a:spLocks noChangeArrowheads="1"/>
            </p:cNvSpPr>
            <p:nvPr/>
          </p:nvSpPr>
          <p:spPr bwMode="auto">
            <a:xfrm>
              <a:off x="4320" y="3138"/>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2</a:t>
              </a:r>
              <a:endParaRPr kumimoji="1" lang="en-US" altLang="zh-CN" sz="2800">
                <a:latin typeface="Times New Roman" panose="02020603050405020304" pitchFamily="18" charset="0"/>
                <a:ea typeface="宋体" panose="02010600030101010101" pitchFamily="2" charset="-122"/>
              </a:endParaRPr>
            </a:p>
          </p:txBody>
        </p:sp>
        <p:sp>
          <p:nvSpPr>
            <p:cNvPr id="51" name="Text Box 23">
              <a:extLst>
                <a:ext uri="{FF2B5EF4-FFF2-40B4-BE49-F238E27FC236}">
                  <a16:creationId xmlns:a16="http://schemas.microsoft.com/office/drawing/2014/main" id="{44A1B24C-5C39-4F30-8631-9AF853B79ACC}"/>
                </a:ext>
              </a:extLst>
            </p:cNvPr>
            <p:cNvSpPr txBox="1">
              <a:spLocks noChangeArrowheads="1"/>
            </p:cNvSpPr>
            <p:nvPr/>
          </p:nvSpPr>
          <p:spPr bwMode="auto">
            <a:xfrm>
              <a:off x="4908" y="3138"/>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4</a:t>
              </a:r>
              <a:endParaRPr kumimoji="1" lang="en-US" altLang="zh-CN" sz="2800">
                <a:latin typeface="Times New Roman" panose="02020603050405020304" pitchFamily="18" charset="0"/>
                <a:ea typeface="宋体" panose="02010600030101010101" pitchFamily="2" charset="-122"/>
              </a:endParaRPr>
            </a:p>
          </p:txBody>
        </p:sp>
        <p:sp>
          <p:nvSpPr>
            <p:cNvPr id="52" name="Text Box 24">
              <a:extLst>
                <a:ext uri="{FF2B5EF4-FFF2-40B4-BE49-F238E27FC236}">
                  <a16:creationId xmlns:a16="http://schemas.microsoft.com/office/drawing/2014/main" id="{A31B67CC-32BA-4C37-AE56-1D45D8C52405}"/>
                </a:ext>
              </a:extLst>
            </p:cNvPr>
            <p:cNvSpPr txBox="1">
              <a:spLocks noChangeArrowheads="1"/>
            </p:cNvSpPr>
            <p:nvPr/>
          </p:nvSpPr>
          <p:spPr bwMode="auto">
            <a:xfrm>
              <a:off x="4044" y="2706"/>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5</a:t>
              </a:r>
              <a:endParaRPr kumimoji="1" lang="en-US" altLang="zh-CN" sz="2800">
                <a:latin typeface="Times New Roman" panose="02020603050405020304" pitchFamily="18" charset="0"/>
                <a:ea typeface="宋体" panose="02010600030101010101" pitchFamily="2" charset="-122"/>
              </a:endParaRPr>
            </a:p>
          </p:txBody>
        </p:sp>
        <p:sp>
          <p:nvSpPr>
            <p:cNvPr id="53" name="Text Box 25">
              <a:extLst>
                <a:ext uri="{FF2B5EF4-FFF2-40B4-BE49-F238E27FC236}">
                  <a16:creationId xmlns:a16="http://schemas.microsoft.com/office/drawing/2014/main" id="{342CAF00-05FC-4BCD-BBA1-78B13E58BE7E}"/>
                </a:ext>
              </a:extLst>
            </p:cNvPr>
            <p:cNvSpPr txBox="1">
              <a:spLocks noChangeArrowheads="1"/>
            </p:cNvSpPr>
            <p:nvPr/>
          </p:nvSpPr>
          <p:spPr bwMode="auto">
            <a:xfrm>
              <a:off x="3744" y="2274"/>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defTabSz="912813">
                <a:defRPr>
                  <a:solidFill>
                    <a:schemeClr val="tx1"/>
                  </a:solidFill>
                  <a:latin typeface="等线" panose="02010600030101010101" pitchFamily="2" charset="-122"/>
                  <a:ea typeface="等线" panose="02010600030101010101" pitchFamily="2" charset="-122"/>
                </a:defRPr>
              </a:lvl1pPr>
              <a:lvl2pPr marL="742950" indent="-285750" defTabSz="912813">
                <a:defRPr>
                  <a:solidFill>
                    <a:schemeClr val="tx1"/>
                  </a:solidFill>
                  <a:latin typeface="等线" panose="02010600030101010101" pitchFamily="2" charset="-122"/>
                  <a:ea typeface="等线" panose="02010600030101010101" pitchFamily="2" charset="-122"/>
                </a:defRPr>
              </a:lvl2pPr>
              <a:lvl3pPr marL="1143000" indent="-228600" defTabSz="912813">
                <a:defRPr>
                  <a:solidFill>
                    <a:schemeClr val="tx1"/>
                  </a:solidFill>
                  <a:latin typeface="等线" panose="02010600030101010101" pitchFamily="2" charset="-122"/>
                  <a:ea typeface="等线" panose="02010600030101010101" pitchFamily="2" charset="-122"/>
                </a:defRPr>
              </a:lvl3pPr>
              <a:lvl4pPr marL="1600200" indent="-228600" defTabSz="912813">
                <a:defRPr>
                  <a:solidFill>
                    <a:schemeClr val="tx1"/>
                  </a:solidFill>
                  <a:latin typeface="等线" panose="02010600030101010101" pitchFamily="2" charset="-122"/>
                  <a:ea typeface="等线" panose="02010600030101010101" pitchFamily="2" charset="-122"/>
                </a:defRPr>
              </a:lvl4pPr>
              <a:lvl5pPr marL="2057400" indent="-228600" defTabSz="912813">
                <a:defRPr>
                  <a:solidFill>
                    <a:schemeClr val="tx1"/>
                  </a:solidFill>
                  <a:latin typeface="等线" panose="02010600030101010101" pitchFamily="2" charset="-122"/>
                  <a:ea typeface="等线" panose="02010600030101010101" pitchFamily="2" charset="-122"/>
                </a:defRPr>
              </a:lvl5pPr>
              <a:lvl6pPr marL="25146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9128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en-US" altLang="zh-CN" sz="2800" b="1">
                  <a:solidFill>
                    <a:schemeClr val="tx2"/>
                  </a:solidFill>
                  <a:latin typeface="Times New Roman" panose="02020603050405020304" pitchFamily="18" charset="0"/>
                  <a:ea typeface="宋体" panose="02010600030101010101" pitchFamily="2" charset="-122"/>
                </a:rPr>
                <a:t>7</a:t>
              </a:r>
              <a:endParaRPr kumimoji="1" lang="en-US" altLang="zh-CN" sz="2800">
                <a:latin typeface="Times New Roman" panose="02020603050405020304" pitchFamily="18" charset="0"/>
                <a:ea typeface="宋体" panose="02010600030101010101" pitchFamily="2" charset="-122"/>
              </a:endParaRPr>
            </a:p>
          </p:txBody>
        </p:sp>
      </p:grpSp>
      <p:sp>
        <p:nvSpPr>
          <p:cNvPr id="2" name="灯片编号占位符 1">
            <a:extLst>
              <a:ext uri="{FF2B5EF4-FFF2-40B4-BE49-F238E27FC236}">
                <a16:creationId xmlns:a16="http://schemas.microsoft.com/office/drawing/2014/main" id="{E1904438-5247-02EF-C17B-A5DCF20FBF65}"/>
              </a:ext>
            </a:extLst>
          </p:cNvPr>
          <p:cNvSpPr>
            <a:spLocks noGrp="1"/>
          </p:cNvSpPr>
          <p:nvPr>
            <p:ph type="sldNum" sz="quarter" idx="12"/>
          </p:nvPr>
        </p:nvSpPr>
        <p:spPr/>
        <p:txBody>
          <a:bodyPr/>
          <a:lstStyle/>
          <a:p>
            <a:pPr>
              <a:defRPr/>
            </a:pPr>
            <a:fld id="{A598D83B-EE2A-4F12-B129-1EDE84DF129B}" type="slidenum">
              <a:rPr lang="en-US" altLang="zh-CN" smtClean="0"/>
              <a:pPr>
                <a:defRPr/>
              </a:pPr>
              <a:t>144</a:t>
            </a:fld>
            <a:endParaRPr lang="en-US" altLang="zh-CN"/>
          </a:p>
        </p:txBody>
      </p:sp>
    </p:spTree>
  </p:cSld>
  <p:clrMapOvr>
    <a:masterClrMapping/>
  </p:clrMapOvr>
  <p:transition>
    <p:split/>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a:extLst>
              <a:ext uri="{FF2B5EF4-FFF2-40B4-BE49-F238E27FC236}">
                <a16:creationId xmlns:a16="http://schemas.microsoft.com/office/drawing/2014/main" id="{95CFEACD-5C0C-049F-7A4C-9F3BC8A16D8E}"/>
              </a:ext>
            </a:extLst>
          </p:cNvPr>
          <p:cNvSpPr>
            <a:spLocks noGrp="1" noChangeArrowheads="1"/>
          </p:cNvSpPr>
          <p:nvPr>
            <p:ph type="title"/>
          </p:nvPr>
        </p:nvSpPr>
        <p:spPr/>
        <p:txBody>
          <a:bodyPr/>
          <a:lstStyle/>
          <a:p>
            <a:r>
              <a:rPr lang="zh-CN" altLang="en-US"/>
              <a:t>小结</a:t>
            </a:r>
          </a:p>
        </p:txBody>
      </p:sp>
      <p:sp>
        <p:nvSpPr>
          <p:cNvPr id="160771" name="Rectangle 3">
            <a:extLst>
              <a:ext uri="{FF2B5EF4-FFF2-40B4-BE49-F238E27FC236}">
                <a16:creationId xmlns:a16="http://schemas.microsoft.com/office/drawing/2014/main" id="{AA901A6A-9C50-3811-81E0-CA2EB0084D76}"/>
              </a:ext>
            </a:extLst>
          </p:cNvPr>
          <p:cNvSpPr>
            <a:spLocks noGrp="1" noChangeArrowheads="1"/>
          </p:cNvSpPr>
          <p:nvPr>
            <p:ph idx="1"/>
          </p:nvPr>
        </p:nvSpPr>
        <p:spPr/>
        <p:txBody>
          <a:bodyPr>
            <a:normAutofit fontScale="70000" lnSpcReduction="20000"/>
          </a:bodyPr>
          <a:lstStyle/>
          <a:p>
            <a:r>
              <a:rPr lang="zh-CN" altLang="en-US" dirty="0"/>
              <a:t>树、二叉树、二叉树的基本性质</a:t>
            </a:r>
          </a:p>
          <a:p>
            <a:r>
              <a:rPr lang="zh-CN" altLang="en-US" dirty="0"/>
              <a:t>二叉树上的操作</a:t>
            </a:r>
          </a:p>
          <a:p>
            <a:pPr lvl="1"/>
            <a:r>
              <a:rPr lang="zh-CN" altLang="en-US" dirty="0"/>
              <a:t>存储、遍历（前、中、后序）</a:t>
            </a:r>
          </a:p>
          <a:p>
            <a:r>
              <a:rPr lang="zh-CN" altLang="en-US" dirty="0"/>
              <a:t>线索二叉树</a:t>
            </a:r>
          </a:p>
          <a:p>
            <a:pPr lvl="1"/>
            <a:r>
              <a:rPr lang="zh-CN" altLang="en-US" dirty="0"/>
              <a:t>建立线索、遍历、插入删除结点</a:t>
            </a:r>
          </a:p>
          <a:p>
            <a:r>
              <a:rPr lang="zh-CN" altLang="en-US" dirty="0"/>
              <a:t>树和森林的基本操作</a:t>
            </a:r>
          </a:p>
          <a:p>
            <a:pPr lvl="1"/>
            <a:r>
              <a:rPr lang="zh-CN" altLang="en-US" dirty="0"/>
              <a:t>存储、与二叉树的转换、遍历</a:t>
            </a:r>
          </a:p>
          <a:p>
            <a:r>
              <a:rPr lang="zh-CN" altLang="en-US" dirty="0"/>
              <a:t>堆</a:t>
            </a:r>
          </a:p>
          <a:p>
            <a:pPr lvl="1"/>
            <a:r>
              <a:rPr lang="zh-CN" altLang="en-US" dirty="0"/>
              <a:t>建立、删除</a:t>
            </a:r>
          </a:p>
          <a:p>
            <a:r>
              <a:rPr lang="en-US" altLang="zh-CN" dirty="0"/>
              <a:t>Huffman</a:t>
            </a:r>
            <a:r>
              <a:rPr lang="zh-CN" altLang="en-US" dirty="0"/>
              <a:t>树</a:t>
            </a:r>
          </a:p>
          <a:p>
            <a:pPr lvl="1"/>
            <a:r>
              <a:rPr lang="zh-CN" altLang="en-US" dirty="0"/>
              <a:t>建立、应用</a:t>
            </a:r>
          </a:p>
        </p:txBody>
      </p:sp>
      <p:sp>
        <p:nvSpPr>
          <p:cNvPr id="2" name="灯片编号占位符 1">
            <a:extLst>
              <a:ext uri="{FF2B5EF4-FFF2-40B4-BE49-F238E27FC236}">
                <a16:creationId xmlns:a16="http://schemas.microsoft.com/office/drawing/2014/main" id="{5E0037B0-E349-E6AE-1C98-25751838E173}"/>
              </a:ext>
            </a:extLst>
          </p:cNvPr>
          <p:cNvSpPr>
            <a:spLocks noGrp="1"/>
          </p:cNvSpPr>
          <p:nvPr>
            <p:ph type="sldNum" sz="quarter" idx="12"/>
          </p:nvPr>
        </p:nvSpPr>
        <p:spPr/>
        <p:txBody>
          <a:bodyPr/>
          <a:lstStyle/>
          <a:p>
            <a:pPr>
              <a:defRPr/>
            </a:pPr>
            <a:fld id="{A598D83B-EE2A-4F12-B129-1EDE84DF129B}" type="slidenum">
              <a:rPr lang="en-US" altLang="zh-CN" smtClean="0"/>
              <a:pPr>
                <a:defRPr/>
              </a:pPr>
              <a:t>145</a:t>
            </a:fld>
            <a:endParaRPr lang="en-US" altLang="zh-CN"/>
          </a:p>
        </p:txBody>
      </p:sp>
    </p:spTree>
  </p:cSld>
  <p:clrMapOvr>
    <a:masterClrMapping/>
  </p:clrMapOvr>
  <p:transition>
    <p:split/>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a:extLst>
              <a:ext uri="{FF2B5EF4-FFF2-40B4-BE49-F238E27FC236}">
                <a16:creationId xmlns:a16="http://schemas.microsoft.com/office/drawing/2014/main" id="{2E5442F5-750F-9D3D-A495-1E0002997CFC}"/>
              </a:ext>
            </a:extLst>
          </p:cNvPr>
          <p:cNvSpPr>
            <a:spLocks noGrp="1" noChangeArrowheads="1"/>
          </p:cNvSpPr>
          <p:nvPr>
            <p:ph type="title"/>
          </p:nvPr>
        </p:nvSpPr>
        <p:spPr/>
        <p:txBody>
          <a:bodyPr/>
          <a:lstStyle/>
          <a:p>
            <a:r>
              <a:rPr lang="zh-CN" altLang="en-US" dirty="0"/>
              <a:t>常见题型</a:t>
            </a:r>
          </a:p>
        </p:txBody>
      </p:sp>
      <p:sp>
        <p:nvSpPr>
          <p:cNvPr id="161795" name="Rectangle 3">
            <a:extLst>
              <a:ext uri="{FF2B5EF4-FFF2-40B4-BE49-F238E27FC236}">
                <a16:creationId xmlns:a16="http://schemas.microsoft.com/office/drawing/2014/main" id="{281A8CD9-1B18-3784-4A98-0BF1B033F730}"/>
              </a:ext>
            </a:extLst>
          </p:cNvPr>
          <p:cNvSpPr>
            <a:spLocks noGrp="1" noChangeArrowheads="1"/>
          </p:cNvSpPr>
          <p:nvPr>
            <p:ph idx="1"/>
          </p:nvPr>
        </p:nvSpPr>
        <p:spPr>
          <a:xfrm>
            <a:off x="628650" y="1825624"/>
            <a:ext cx="7886700" cy="4816475"/>
          </a:xfrm>
        </p:spPr>
        <p:txBody>
          <a:bodyPr>
            <a:normAutofit fontScale="55000" lnSpcReduction="20000"/>
          </a:bodyPr>
          <a:lstStyle/>
          <a:p>
            <a:r>
              <a:rPr lang="zh-CN" altLang="en-US" dirty="0"/>
              <a:t>树是数据结构中重点考察的内容之一</a:t>
            </a:r>
          </a:p>
          <a:p>
            <a:r>
              <a:rPr lang="zh-CN" altLang="en-US" dirty="0"/>
              <a:t>结点的数量和度、树的高度的关系；例如：</a:t>
            </a:r>
            <a:endParaRPr lang="en-US" altLang="zh-CN" dirty="0"/>
          </a:p>
          <a:p>
            <a:pPr lvl="1"/>
            <a:r>
              <a:rPr lang="zh-CN" altLang="en-US" dirty="0"/>
              <a:t>高度</a:t>
            </a:r>
            <a:r>
              <a:rPr lang="en-US" altLang="zh-CN" dirty="0"/>
              <a:t>h(h&gt;0)</a:t>
            </a:r>
            <a:r>
              <a:rPr lang="zh-CN" altLang="en-US" dirty="0"/>
              <a:t>的二叉树如果只有度为</a:t>
            </a:r>
            <a:r>
              <a:rPr lang="en-US" altLang="zh-CN" dirty="0"/>
              <a:t>0</a:t>
            </a:r>
            <a:r>
              <a:rPr lang="zh-CN" altLang="en-US" dirty="0"/>
              <a:t>和</a:t>
            </a:r>
            <a:r>
              <a:rPr lang="en-US" altLang="zh-CN" dirty="0"/>
              <a:t>2</a:t>
            </a:r>
            <a:r>
              <a:rPr lang="zh-CN" altLang="en-US" dirty="0"/>
              <a:t>的结点，则结点数至少为</a:t>
            </a:r>
            <a:r>
              <a:rPr lang="en-US" altLang="zh-CN" dirty="0"/>
              <a:t>2h-1</a:t>
            </a:r>
            <a:r>
              <a:rPr lang="zh-CN" altLang="en-US" dirty="0"/>
              <a:t> ；高度</a:t>
            </a:r>
            <a:r>
              <a:rPr lang="en-US" altLang="zh-CN" dirty="0"/>
              <a:t>h</a:t>
            </a:r>
            <a:r>
              <a:rPr lang="zh-CN" altLang="en-US" dirty="0"/>
              <a:t>的完全二叉树，结点数至少为</a:t>
            </a:r>
            <a:r>
              <a:rPr lang="en-US" altLang="zh-CN" dirty="0"/>
              <a:t>2</a:t>
            </a:r>
            <a:r>
              <a:rPr lang="en-US" altLang="zh-CN" baseline="30000" dirty="0"/>
              <a:t>h-1</a:t>
            </a:r>
            <a:r>
              <a:rPr lang="zh-CN" altLang="en-US" dirty="0"/>
              <a:t>。已知二叉树有</a:t>
            </a:r>
            <a:r>
              <a:rPr lang="en-US" altLang="zh-CN" dirty="0"/>
              <a:t>50</a:t>
            </a:r>
            <a:r>
              <a:rPr lang="zh-CN" altLang="en-US" dirty="0"/>
              <a:t>个叶子，则它至少有</a:t>
            </a:r>
            <a:r>
              <a:rPr lang="en-US" altLang="zh-CN" dirty="0"/>
              <a:t>99</a:t>
            </a:r>
            <a:r>
              <a:rPr lang="zh-CN" altLang="en-US" dirty="0"/>
              <a:t>个结点。</a:t>
            </a:r>
            <a:endParaRPr lang="en-US" altLang="zh-CN" dirty="0"/>
          </a:p>
          <a:p>
            <a:r>
              <a:rPr lang="zh-CN" altLang="en-US" dirty="0"/>
              <a:t>二叉树</a:t>
            </a:r>
          </a:p>
          <a:p>
            <a:pPr lvl="1"/>
            <a:r>
              <a:rPr lang="zh-CN" altLang="en-US" dirty="0"/>
              <a:t>顺序存储表示与链表存储表示之间的转换；计算结点的存储地址；查找两个指定结点</a:t>
            </a:r>
            <a:r>
              <a:rPr lang="en-US" altLang="zh-CN" dirty="0"/>
              <a:t>u</a:t>
            </a:r>
            <a:r>
              <a:rPr lang="zh-CN" altLang="en-US" dirty="0"/>
              <a:t>和</a:t>
            </a:r>
            <a:r>
              <a:rPr lang="en-US" altLang="zh-CN" dirty="0"/>
              <a:t>v</a:t>
            </a:r>
            <a:r>
              <a:rPr lang="zh-CN" altLang="en-US" dirty="0"/>
              <a:t>的共同祖先；左右子树交换；二叉树的计数；</a:t>
            </a:r>
            <a:r>
              <a:rPr lang="en-US" altLang="zh-CN" dirty="0"/>
              <a:t>…</a:t>
            </a:r>
          </a:p>
          <a:p>
            <a:pPr lvl="1"/>
            <a:r>
              <a:rPr lang="zh-CN" altLang="en-US" dirty="0"/>
              <a:t>遍历：根据某两种遍历序列构造二叉树；遍历也可以反方向进行，例如要求从右到左输出二叉树的叶子结点（从右到左层次遍历）；二叉树遍历与表达式的前中后缀表示的关系。</a:t>
            </a:r>
          </a:p>
          <a:p>
            <a:r>
              <a:rPr lang="zh-CN" altLang="en-US" dirty="0"/>
              <a:t>树和森林与二叉树的相互转换</a:t>
            </a:r>
            <a:endParaRPr lang="en-US" altLang="zh-CN" dirty="0"/>
          </a:p>
          <a:p>
            <a:r>
              <a:rPr lang="zh-CN" altLang="en-US" dirty="0"/>
              <a:t>堆的构造和应用</a:t>
            </a:r>
          </a:p>
          <a:p>
            <a:r>
              <a:rPr lang="en-US" altLang="zh-CN" dirty="0"/>
              <a:t>Huffman</a:t>
            </a:r>
            <a:r>
              <a:rPr lang="zh-CN" altLang="en-US" dirty="0"/>
              <a:t>树</a:t>
            </a:r>
          </a:p>
          <a:p>
            <a:pPr lvl="1"/>
            <a:r>
              <a:rPr lang="zh-CN" altLang="en-US" dirty="0"/>
              <a:t>编码、译码、 </a:t>
            </a:r>
            <a:r>
              <a:rPr lang="en-US" altLang="zh-CN" dirty="0"/>
              <a:t>Huffman</a:t>
            </a:r>
            <a:r>
              <a:rPr lang="zh-CN" altLang="en-US" dirty="0"/>
              <a:t>树的性质（结点数量、叶结点数量）</a:t>
            </a:r>
          </a:p>
        </p:txBody>
      </p:sp>
      <p:sp>
        <p:nvSpPr>
          <p:cNvPr id="2" name="灯片编号占位符 1">
            <a:extLst>
              <a:ext uri="{FF2B5EF4-FFF2-40B4-BE49-F238E27FC236}">
                <a16:creationId xmlns:a16="http://schemas.microsoft.com/office/drawing/2014/main" id="{3FCC363F-7ABC-7616-8145-19726BE08EB6}"/>
              </a:ext>
            </a:extLst>
          </p:cNvPr>
          <p:cNvSpPr>
            <a:spLocks noGrp="1"/>
          </p:cNvSpPr>
          <p:nvPr>
            <p:ph type="sldNum" sz="quarter" idx="12"/>
          </p:nvPr>
        </p:nvSpPr>
        <p:spPr/>
        <p:txBody>
          <a:bodyPr/>
          <a:lstStyle/>
          <a:p>
            <a:pPr>
              <a:defRPr/>
            </a:pPr>
            <a:fld id="{A598D83B-EE2A-4F12-B129-1EDE84DF129B}" type="slidenum">
              <a:rPr lang="en-US" altLang="zh-CN" smtClean="0"/>
              <a:pPr>
                <a:defRPr/>
              </a:pPr>
              <a:t>146</a:t>
            </a:fld>
            <a:endParaRPr lang="en-US" altLang="zh-CN"/>
          </a:p>
        </p:txBody>
      </p:sp>
    </p:spTree>
  </p:cSld>
  <p:clrMapOvr>
    <a:masterClrMapping/>
  </p:clrMapOvr>
  <p:transition>
    <p:split/>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标题 1">
            <a:extLst>
              <a:ext uri="{FF2B5EF4-FFF2-40B4-BE49-F238E27FC236}">
                <a16:creationId xmlns:a16="http://schemas.microsoft.com/office/drawing/2014/main" id="{AF94C993-FBC2-4B72-AF56-3A2FEF5EDD59}"/>
              </a:ext>
            </a:extLst>
          </p:cNvPr>
          <p:cNvSpPr>
            <a:spLocks noGrp="1"/>
          </p:cNvSpPr>
          <p:nvPr>
            <p:ph type="title"/>
          </p:nvPr>
        </p:nvSpPr>
        <p:spPr/>
        <p:txBody>
          <a:bodyPr/>
          <a:lstStyle/>
          <a:p>
            <a:r>
              <a:rPr lang="zh-CN" altLang="en-US" dirty="0"/>
              <a:t>第</a:t>
            </a:r>
            <a:r>
              <a:rPr lang="en-US" altLang="zh-CN" dirty="0"/>
              <a:t>5</a:t>
            </a:r>
            <a:r>
              <a:rPr lang="zh-CN" altLang="en-US" dirty="0"/>
              <a:t>章作业</a:t>
            </a:r>
            <a:r>
              <a:rPr lang="en-US" altLang="zh-CN" dirty="0"/>
              <a:t>2</a:t>
            </a:r>
            <a:r>
              <a:rPr lang="zh-CN" altLang="en-US" dirty="0"/>
              <a:t>（</a:t>
            </a:r>
            <a:r>
              <a:rPr lang="en-US" altLang="zh-CN" dirty="0"/>
              <a:t>1</a:t>
            </a:r>
            <a:r>
              <a:rPr lang="zh-CN" altLang="en-US" dirty="0"/>
              <a:t>）</a:t>
            </a:r>
          </a:p>
        </p:txBody>
      </p:sp>
      <p:sp>
        <p:nvSpPr>
          <p:cNvPr id="132099" name="内容占位符 2">
            <a:extLst>
              <a:ext uri="{FF2B5EF4-FFF2-40B4-BE49-F238E27FC236}">
                <a16:creationId xmlns:a16="http://schemas.microsoft.com/office/drawing/2014/main" id="{3804684D-7373-4B76-A128-2EDA5B9D9A53}"/>
              </a:ext>
            </a:extLst>
          </p:cNvPr>
          <p:cNvSpPr>
            <a:spLocks noGrp="1"/>
          </p:cNvSpPr>
          <p:nvPr>
            <p:ph idx="1"/>
          </p:nvPr>
        </p:nvSpPr>
        <p:spPr/>
        <p:txBody>
          <a:bodyPr>
            <a:normAutofit fontScale="77500" lnSpcReduction="20000"/>
          </a:bodyPr>
          <a:lstStyle/>
          <a:p>
            <a:r>
              <a:rPr lang="en-US" altLang="zh-CN" dirty="0"/>
              <a:t>1. </a:t>
            </a:r>
            <a:r>
              <a:rPr lang="zh-CN" altLang="en-US" dirty="0"/>
              <a:t>假定用于通信的电文仅由</a:t>
            </a:r>
            <a:r>
              <a:rPr lang="en-US" altLang="zh-CN" dirty="0"/>
              <a:t>8</a:t>
            </a:r>
            <a:r>
              <a:rPr lang="zh-CN" altLang="en-US" dirty="0"/>
              <a:t>种字母</a:t>
            </a:r>
            <a:r>
              <a:rPr lang="en-US" altLang="zh-CN" dirty="0"/>
              <a:t>c1, c2, c3, c4, c5, c6, c7, c8</a:t>
            </a:r>
            <a:r>
              <a:rPr lang="zh-CN" altLang="en-US" dirty="0"/>
              <a:t>组成，各字母在电文中出现的频率分别为</a:t>
            </a:r>
            <a:r>
              <a:rPr lang="en-US" altLang="zh-CN" dirty="0"/>
              <a:t>5, 25, 3, 6, 10, 11, 36, 4</a:t>
            </a:r>
            <a:r>
              <a:rPr lang="zh-CN" altLang="en-US" dirty="0"/>
              <a:t>。试为这些字母设计</a:t>
            </a:r>
            <a:r>
              <a:rPr lang="en-US" altLang="zh-CN" dirty="0"/>
              <a:t>Huffman</a:t>
            </a:r>
            <a:r>
              <a:rPr lang="zh-CN" altLang="en-US" dirty="0"/>
              <a:t>编码，并给出该电文的总编码长度。</a:t>
            </a:r>
          </a:p>
          <a:p>
            <a:r>
              <a:rPr lang="en-US" altLang="zh-CN" dirty="0"/>
              <a:t>2. </a:t>
            </a:r>
            <a:r>
              <a:rPr lang="zh-CN" altLang="en-US" dirty="0"/>
              <a:t>判断以下序列是否是堆？如果不是，将它调整为堆。</a:t>
            </a:r>
          </a:p>
          <a:p>
            <a:pPr lvl="1"/>
            <a:r>
              <a:rPr lang="zh-CN" altLang="en-US" dirty="0"/>
              <a:t>（</a:t>
            </a:r>
            <a:r>
              <a:rPr lang="en-US" altLang="zh-CN" dirty="0"/>
              <a:t>1</a:t>
            </a:r>
            <a:r>
              <a:rPr lang="zh-CN" altLang="en-US" dirty="0"/>
              <a:t>）</a:t>
            </a:r>
            <a:r>
              <a:rPr lang="en-US" altLang="zh-CN" dirty="0"/>
              <a:t>{100,86,48,73,35,39,42,57,66,21}</a:t>
            </a:r>
            <a:endParaRPr lang="zh-CN" altLang="en-US" dirty="0"/>
          </a:p>
          <a:p>
            <a:pPr lvl="1"/>
            <a:r>
              <a:rPr lang="zh-CN" altLang="en-US" dirty="0"/>
              <a:t>（</a:t>
            </a:r>
            <a:r>
              <a:rPr lang="en-US" altLang="zh-CN" dirty="0"/>
              <a:t>2</a:t>
            </a:r>
            <a:r>
              <a:rPr lang="zh-CN" altLang="en-US" dirty="0"/>
              <a:t>）</a:t>
            </a:r>
            <a:r>
              <a:rPr lang="en-US" altLang="zh-CN" dirty="0"/>
              <a:t>{12,70,33,65,24,56,48,92,86,33}</a:t>
            </a:r>
            <a:endParaRPr lang="zh-CN" altLang="en-US" dirty="0"/>
          </a:p>
          <a:p>
            <a:pPr lvl="1"/>
            <a:r>
              <a:rPr lang="zh-CN" altLang="en-US" dirty="0"/>
              <a:t>（</a:t>
            </a:r>
            <a:r>
              <a:rPr lang="en-US" altLang="zh-CN" dirty="0"/>
              <a:t>3</a:t>
            </a:r>
            <a:r>
              <a:rPr lang="zh-CN" altLang="en-US" dirty="0"/>
              <a:t>）</a:t>
            </a:r>
            <a:r>
              <a:rPr lang="en-US" altLang="zh-CN" dirty="0"/>
              <a:t>{103,97,56,38,66,23,42,12,30,52,06,20}</a:t>
            </a:r>
            <a:endParaRPr lang="zh-CN" altLang="en-US" dirty="0"/>
          </a:p>
          <a:p>
            <a:pPr lvl="1"/>
            <a:r>
              <a:rPr lang="zh-CN" altLang="en-US" dirty="0"/>
              <a:t>（</a:t>
            </a:r>
            <a:r>
              <a:rPr lang="en-US" altLang="zh-CN" dirty="0"/>
              <a:t>4</a:t>
            </a:r>
            <a:r>
              <a:rPr lang="zh-CN" altLang="en-US" dirty="0"/>
              <a:t>）</a:t>
            </a:r>
            <a:r>
              <a:rPr lang="en-US" altLang="zh-CN" dirty="0"/>
              <a:t>{05,56,20,23,40,38,29,61,35,76,28,100}</a:t>
            </a:r>
          </a:p>
        </p:txBody>
      </p:sp>
      <p:sp>
        <p:nvSpPr>
          <p:cNvPr id="3" name="灯片编号占位符 2">
            <a:extLst>
              <a:ext uri="{FF2B5EF4-FFF2-40B4-BE49-F238E27FC236}">
                <a16:creationId xmlns:a16="http://schemas.microsoft.com/office/drawing/2014/main" id="{E38E387F-5171-4951-9409-C9EA0246B417}"/>
              </a:ext>
            </a:extLst>
          </p:cNvPr>
          <p:cNvSpPr>
            <a:spLocks noGrp="1"/>
          </p:cNvSpPr>
          <p:nvPr>
            <p:ph type="sldNum" sz="quarter" idx="12"/>
          </p:nvPr>
        </p:nvSpPr>
        <p:spPr/>
        <p:txBody>
          <a:bodyPr/>
          <a:lstStyle/>
          <a:p>
            <a:fld id="{04B9363C-368A-45A4-8D49-31EC94012550}" type="slidenum">
              <a:rPr lang="en-US" altLang="zh-CN" smtClean="0"/>
              <a:pPr/>
              <a:t>147</a:t>
            </a:fld>
            <a:endParaRPr lang="en-US" altLang="zh-CN"/>
          </a:p>
        </p:txBody>
      </p:sp>
    </p:spTree>
  </p:cSld>
  <p:clrMapOvr>
    <a:masterClrMapping/>
  </p:clrMapOvr>
  <p:transition>
    <p:split/>
  </p:transition>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a:extLst>
              <a:ext uri="{FF2B5EF4-FFF2-40B4-BE49-F238E27FC236}">
                <a16:creationId xmlns:a16="http://schemas.microsoft.com/office/drawing/2014/main" id="{B6FE5927-21D8-4DF9-8C1D-0006C257B67E}"/>
              </a:ext>
            </a:extLst>
          </p:cNvPr>
          <p:cNvSpPr>
            <a:spLocks noGrp="1" noChangeArrowheads="1"/>
          </p:cNvSpPr>
          <p:nvPr>
            <p:ph type="title"/>
          </p:nvPr>
        </p:nvSpPr>
        <p:spPr/>
        <p:txBody>
          <a:bodyPr rtlCol="0">
            <a:normAutofit/>
          </a:bodyPr>
          <a:lstStyle/>
          <a:p>
            <a:pPr eaLnBrk="1" fontAlgn="auto" hangingPunct="1">
              <a:spcAft>
                <a:spcPts val="0"/>
              </a:spcAft>
              <a:defRPr/>
            </a:pPr>
            <a:r>
              <a:rPr lang="zh-CN" altLang="en-US" dirty="0"/>
              <a:t>第</a:t>
            </a:r>
            <a:r>
              <a:rPr lang="en-US" altLang="zh-CN" dirty="0"/>
              <a:t>5</a:t>
            </a:r>
            <a:r>
              <a:rPr lang="zh-CN" altLang="en-US" dirty="0"/>
              <a:t>章作业</a:t>
            </a:r>
            <a:r>
              <a:rPr lang="en-US" altLang="zh-CN" dirty="0"/>
              <a:t>2</a:t>
            </a:r>
            <a:r>
              <a:rPr lang="zh-CN" altLang="en-US" dirty="0"/>
              <a:t>（</a:t>
            </a:r>
            <a:r>
              <a:rPr lang="en-US" altLang="zh-CN" dirty="0"/>
              <a:t>2</a:t>
            </a:r>
            <a:r>
              <a:rPr lang="zh-CN" altLang="en-US" dirty="0"/>
              <a:t>）</a:t>
            </a:r>
          </a:p>
        </p:txBody>
      </p:sp>
      <p:sp>
        <p:nvSpPr>
          <p:cNvPr id="97283" name="Rectangle 3">
            <a:extLst>
              <a:ext uri="{FF2B5EF4-FFF2-40B4-BE49-F238E27FC236}">
                <a16:creationId xmlns:a16="http://schemas.microsoft.com/office/drawing/2014/main" id="{850E280C-4537-424E-B4B3-EAA33BCE489E}"/>
              </a:ext>
            </a:extLst>
          </p:cNvPr>
          <p:cNvSpPr>
            <a:spLocks noGrp="1" noChangeArrowheads="1"/>
          </p:cNvSpPr>
          <p:nvPr>
            <p:ph idx="1"/>
          </p:nvPr>
        </p:nvSpPr>
        <p:spPr>
          <a:xfrm>
            <a:off x="392113" y="1844824"/>
            <a:ext cx="8520112" cy="4511526"/>
          </a:xfrm>
        </p:spPr>
        <p:txBody>
          <a:bodyPr rtlCol="0">
            <a:normAutofit fontScale="62500" lnSpcReduction="20000"/>
          </a:bodyPr>
          <a:lstStyle/>
          <a:p>
            <a:pPr marL="342900" lvl="1" indent="-342900" defTabSz="912813" eaLnBrk="1" fontAlgn="auto" hangingPunct="1">
              <a:spcAft>
                <a:spcPts val="0"/>
              </a:spcAft>
              <a:buFontTx/>
              <a:buChar char="•"/>
              <a:defRPr/>
            </a:pPr>
            <a:r>
              <a:rPr lang="en-US" altLang="zh-CN" dirty="0"/>
              <a:t>3. </a:t>
            </a:r>
            <a:r>
              <a:rPr lang="zh-CN" altLang="en-US" dirty="0"/>
              <a:t>以下题目要求用</a:t>
            </a:r>
            <a:r>
              <a:rPr lang="en-US" altLang="zh-CN" dirty="0"/>
              <a:t>c</a:t>
            </a:r>
            <a:r>
              <a:rPr lang="zh-CN" altLang="en-US" dirty="0"/>
              <a:t>或者</a:t>
            </a:r>
            <a:r>
              <a:rPr lang="en-US" altLang="zh-CN" dirty="0"/>
              <a:t>C++</a:t>
            </a:r>
            <a:r>
              <a:rPr lang="zh-CN" altLang="en-US" dirty="0"/>
              <a:t>写出可执行的程序，源代码中应包括</a:t>
            </a:r>
            <a:r>
              <a:rPr lang="en-US" altLang="zh-CN" dirty="0"/>
              <a:t>main</a:t>
            </a:r>
            <a:r>
              <a:rPr lang="zh-CN" altLang="en-US" dirty="0"/>
              <a:t>函数，提交源代码和生成的</a:t>
            </a:r>
            <a:r>
              <a:rPr lang="en-US" altLang="zh-CN" dirty="0"/>
              <a:t>exe</a:t>
            </a:r>
            <a:r>
              <a:rPr lang="zh-CN" altLang="en-US" dirty="0"/>
              <a:t>文件。</a:t>
            </a:r>
            <a:endParaRPr lang="en-US" altLang="zh-CN" dirty="0"/>
          </a:p>
          <a:p>
            <a:pPr marL="685800" lvl="2" indent="-342900" defTabSz="912813" eaLnBrk="1" fontAlgn="auto" hangingPunct="1">
              <a:spcAft>
                <a:spcPts val="0"/>
              </a:spcAft>
              <a:buFontTx/>
              <a:buChar char="•"/>
              <a:defRPr/>
            </a:pPr>
            <a:r>
              <a:rPr lang="en-US" altLang="zh-CN" dirty="0"/>
              <a:t>1. 1 </a:t>
            </a:r>
            <a:r>
              <a:rPr lang="zh-CN" altLang="en-US" dirty="0"/>
              <a:t>给出用二叉树表示的树的先根遍历非递归算法。遍历中对每个结点的访问就是把结点</a:t>
            </a:r>
            <a:r>
              <a:rPr lang="en-US" altLang="zh-CN" dirty="0"/>
              <a:t>data</a:t>
            </a:r>
            <a:r>
              <a:rPr lang="zh-CN" altLang="en-US" dirty="0"/>
              <a:t>属性中的字符用</a:t>
            </a:r>
            <a:r>
              <a:rPr lang="en-US" altLang="zh-CN" dirty="0" err="1"/>
              <a:t>putchar</a:t>
            </a:r>
            <a:r>
              <a:rPr lang="en-US" altLang="zh-CN" dirty="0"/>
              <a:t>(char c)</a:t>
            </a:r>
            <a:r>
              <a:rPr lang="zh-CN" altLang="en-US" dirty="0"/>
              <a:t>输出。函数声明为：</a:t>
            </a:r>
            <a:r>
              <a:rPr lang="en-US" altLang="zh-CN" dirty="0"/>
              <a:t>void </a:t>
            </a:r>
            <a:r>
              <a:rPr lang="en-US" altLang="zh-CN" dirty="0" err="1"/>
              <a:t>PreOrder</a:t>
            </a:r>
            <a:r>
              <a:rPr lang="en-US" altLang="zh-CN" dirty="0"/>
              <a:t>(</a:t>
            </a:r>
            <a:r>
              <a:rPr lang="en-US" altLang="zh-CN" dirty="0" err="1"/>
              <a:t>BiTNode</a:t>
            </a:r>
            <a:r>
              <a:rPr lang="en-US" altLang="zh-CN" dirty="0"/>
              <a:t> *root)</a:t>
            </a:r>
            <a:r>
              <a:rPr lang="zh-CN" altLang="en-US" dirty="0"/>
              <a:t>。二叉树结点类型</a:t>
            </a:r>
            <a:r>
              <a:rPr lang="en-US" altLang="zh-CN" dirty="0" err="1"/>
              <a:t>BiTNode</a:t>
            </a:r>
            <a:r>
              <a:rPr lang="zh-CN" altLang="en-US" dirty="0"/>
              <a:t>的定义如下：</a:t>
            </a:r>
            <a:endParaRPr lang="en-US" altLang="zh-CN" dirty="0"/>
          </a:p>
          <a:p>
            <a:pPr marL="342900" lvl="2" indent="0" defTabSz="912813" eaLnBrk="1" fontAlgn="auto" hangingPunct="1">
              <a:spcAft>
                <a:spcPts val="0"/>
              </a:spcAft>
              <a:buNone/>
              <a:defRPr/>
            </a:pPr>
            <a:r>
              <a:rPr lang="en-US" altLang="zh-CN" dirty="0"/>
              <a:t>       typedef struct </a:t>
            </a:r>
            <a:r>
              <a:rPr lang="en-US" altLang="zh-CN" dirty="0" err="1"/>
              <a:t>BiTNode</a:t>
            </a:r>
            <a:r>
              <a:rPr lang="en-US" altLang="zh-CN" dirty="0"/>
              <a:t> {</a:t>
            </a:r>
          </a:p>
          <a:p>
            <a:pPr marL="342900" lvl="2" indent="0" defTabSz="912813" eaLnBrk="1" fontAlgn="auto" hangingPunct="1">
              <a:spcAft>
                <a:spcPts val="0"/>
              </a:spcAft>
              <a:buNone/>
              <a:defRPr/>
            </a:pPr>
            <a:r>
              <a:rPr lang="en-US" altLang="zh-CN" dirty="0"/>
              <a:t>             char data;</a:t>
            </a:r>
          </a:p>
          <a:p>
            <a:pPr marL="342900" lvl="2" indent="0" defTabSz="912813" eaLnBrk="1" fontAlgn="auto" hangingPunct="1">
              <a:spcAft>
                <a:spcPts val="0"/>
              </a:spcAft>
              <a:buNone/>
              <a:defRPr/>
            </a:pPr>
            <a:r>
              <a:rPr lang="en-US" altLang="zh-CN" dirty="0"/>
              <a:t>             struct </a:t>
            </a:r>
            <a:r>
              <a:rPr lang="en-US" altLang="zh-CN" dirty="0" err="1"/>
              <a:t>BiTNode</a:t>
            </a:r>
            <a:r>
              <a:rPr lang="en-US" altLang="zh-CN" dirty="0"/>
              <a:t> </a:t>
            </a:r>
            <a:r>
              <a:rPr lang="zh-CN" altLang="en-US" dirty="0"/>
              <a:t>*</a:t>
            </a:r>
            <a:r>
              <a:rPr lang="en-US" altLang="zh-CN" dirty="0" err="1"/>
              <a:t>lchild</a:t>
            </a:r>
            <a:r>
              <a:rPr lang="en-US" altLang="zh-CN" dirty="0"/>
              <a:t>, *</a:t>
            </a:r>
            <a:r>
              <a:rPr lang="en-US" altLang="zh-CN" dirty="0" err="1"/>
              <a:t>rchild</a:t>
            </a:r>
            <a:r>
              <a:rPr lang="en-US" altLang="zh-CN" dirty="0"/>
              <a:t>;</a:t>
            </a:r>
          </a:p>
          <a:p>
            <a:pPr marL="342900" lvl="2" indent="0" defTabSz="912813" eaLnBrk="1" fontAlgn="auto" hangingPunct="1">
              <a:spcAft>
                <a:spcPts val="0"/>
              </a:spcAft>
              <a:buNone/>
              <a:defRPr/>
            </a:pPr>
            <a:r>
              <a:rPr lang="en-US" altLang="zh-CN" dirty="0"/>
              <a:t>       }</a:t>
            </a:r>
          </a:p>
          <a:p>
            <a:pPr marL="685800" lvl="2" indent="-342900" defTabSz="912813">
              <a:buFontTx/>
              <a:buChar char="•"/>
              <a:defRPr/>
            </a:pPr>
            <a:r>
              <a:rPr lang="en-US" altLang="zh-CN" dirty="0"/>
              <a:t>1.2 </a:t>
            </a:r>
            <a:r>
              <a:rPr lang="zh-CN" altLang="en-US" dirty="0"/>
              <a:t>给出在先序线索化二叉树上寻找任一结点</a:t>
            </a:r>
            <a:r>
              <a:rPr lang="en-US" altLang="zh-CN" dirty="0"/>
              <a:t>p</a:t>
            </a:r>
            <a:r>
              <a:rPr lang="zh-CN" altLang="en-US" dirty="0"/>
              <a:t>的后继的算法。函数声明为：</a:t>
            </a:r>
            <a:r>
              <a:rPr lang="en-US" altLang="zh-CN" dirty="0" err="1"/>
              <a:t>BiThrNode</a:t>
            </a:r>
            <a:r>
              <a:rPr lang="en-US" altLang="zh-CN" dirty="0"/>
              <a:t> * </a:t>
            </a:r>
            <a:r>
              <a:rPr lang="en-US" altLang="zh-CN" dirty="0" err="1"/>
              <a:t>PreOrderFindNext</a:t>
            </a:r>
            <a:r>
              <a:rPr lang="en-US" altLang="zh-CN" dirty="0"/>
              <a:t>(</a:t>
            </a:r>
            <a:r>
              <a:rPr lang="en-US" altLang="zh-CN" dirty="0" err="1"/>
              <a:t>BiThrNode</a:t>
            </a:r>
            <a:r>
              <a:rPr lang="en-US" altLang="zh-CN" dirty="0"/>
              <a:t> *node)</a:t>
            </a:r>
            <a:r>
              <a:rPr lang="zh-CN" altLang="en-US" dirty="0"/>
              <a:t>，其中</a:t>
            </a:r>
            <a:r>
              <a:rPr lang="en-US" altLang="zh-CN" dirty="0" err="1"/>
              <a:t>BiThrNode</a:t>
            </a:r>
            <a:r>
              <a:rPr lang="zh-CN" altLang="en-US" dirty="0"/>
              <a:t>的定义如下：</a:t>
            </a:r>
            <a:endParaRPr lang="en-US" altLang="zh-CN" dirty="0"/>
          </a:p>
          <a:p>
            <a:pPr marL="342900" lvl="2" indent="0" defTabSz="912813">
              <a:buNone/>
              <a:defRPr/>
            </a:pPr>
            <a:r>
              <a:rPr lang="en-US" altLang="zh-CN" dirty="0"/>
              <a:t>       typedef struct </a:t>
            </a:r>
            <a:r>
              <a:rPr lang="en-US" altLang="zh-CN" dirty="0" err="1"/>
              <a:t>BiTNode</a:t>
            </a:r>
            <a:r>
              <a:rPr lang="en-US" altLang="zh-CN" dirty="0"/>
              <a:t> {</a:t>
            </a:r>
          </a:p>
          <a:p>
            <a:pPr marL="342900" lvl="2" indent="0" defTabSz="912813">
              <a:buNone/>
              <a:defRPr/>
            </a:pPr>
            <a:r>
              <a:rPr lang="en-US" altLang="zh-CN" dirty="0"/>
              <a:t>             char data;</a:t>
            </a:r>
          </a:p>
          <a:p>
            <a:pPr marL="342900" lvl="2" indent="0" defTabSz="912813">
              <a:buNone/>
              <a:defRPr/>
            </a:pPr>
            <a:r>
              <a:rPr lang="en-US" altLang="zh-CN" dirty="0"/>
              <a:t>             struct </a:t>
            </a:r>
            <a:r>
              <a:rPr lang="en-US" altLang="zh-CN" dirty="0" err="1"/>
              <a:t>BiTNode</a:t>
            </a:r>
            <a:r>
              <a:rPr lang="en-US" altLang="zh-CN" dirty="0"/>
              <a:t> </a:t>
            </a:r>
            <a:r>
              <a:rPr lang="zh-CN" altLang="en-US" dirty="0"/>
              <a:t>*</a:t>
            </a:r>
            <a:r>
              <a:rPr lang="en-US" altLang="zh-CN" dirty="0" err="1"/>
              <a:t>lchild</a:t>
            </a:r>
            <a:r>
              <a:rPr lang="en-US" altLang="zh-CN" dirty="0"/>
              <a:t>, *</a:t>
            </a:r>
            <a:r>
              <a:rPr lang="en-US" altLang="zh-CN" dirty="0" err="1"/>
              <a:t>rchild</a:t>
            </a:r>
            <a:r>
              <a:rPr lang="en-US" altLang="zh-CN" dirty="0"/>
              <a:t>;</a:t>
            </a:r>
          </a:p>
          <a:p>
            <a:pPr marL="342900" lvl="2" indent="0" defTabSz="912813">
              <a:buNone/>
              <a:defRPr/>
            </a:pPr>
            <a:r>
              <a:rPr lang="en-US" altLang="zh-CN" dirty="0"/>
              <a:t>             int </a:t>
            </a:r>
            <a:r>
              <a:rPr lang="en-US" altLang="zh-CN" dirty="0" err="1"/>
              <a:t>ltag</a:t>
            </a:r>
            <a:r>
              <a:rPr lang="en-US" altLang="zh-CN" dirty="0"/>
              <a:t>, </a:t>
            </a:r>
            <a:r>
              <a:rPr lang="en-US" altLang="zh-CN" dirty="0" err="1"/>
              <a:t>rtag</a:t>
            </a:r>
            <a:r>
              <a:rPr lang="en-US" altLang="zh-CN" dirty="0"/>
              <a:t>;   //1</a:t>
            </a:r>
            <a:r>
              <a:rPr lang="zh-CN" altLang="en-US" dirty="0"/>
              <a:t>为线索，</a:t>
            </a:r>
            <a:r>
              <a:rPr lang="en-US" altLang="zh-CN" dirty="0"/>
              <a:t>0</a:t>
            </a:r>
            <a:r>
              <a:rPr lang="zh-CN" altLang="en-US" dirty="0"/>
              <a:t>为孩子</a:t>
            </a:r>
            <a:endParaRPr lang="en-US" altLang="zh-CN" dirty="0"/>
          </a:p>
          <a:p>
            <a:pPr marL="342900" lvl="2" indent="0" defTabSz="912813">
              <a:buNone/>
              <a:defRPr/>
            </a:pPr>
            <a:r>
              <a:rPr lang="en-US" altLang="zh-CN" dirty="0"/>
              <a:t>       }</a:t>
            </a:r>
          </a:p>
        </p:txBody>
      </p:sp>
      <p:sp>
        <p:nvSpPr>
          <p:cNvPr id="3" name="灯片编号占位符 2">
            <a:extLst>
              <a:ext uri="{FF2B5EF4-FFF2-40B4-BE49-F238E27FC236}">
                <a16:creationId xmlns:a16="http://schemas.microsoft.com/office/drawing/2014/main" id="{1C37A366-E0FD-4B38-B506-BB95D21CA91E}"/>
              </a:ext>
            </a:extLst>
          </p:cNvPr>
          <p:cNvSpPr>
            <a:spLocks noGrp="1"/>
          </p:cNvSpPr>
          <p:nvPr>
            <p:ph type="sldNum" sz="quarter" idx="12"/>
          </p:nvPr>
        </p:nvSpPr>
        <p:spPr/>
        <p:txBody>
          <a:bodyPr/>
          <a:lstStyle/>
          <a:p>
            <a:pPr>
              <a:defRPr/>
            </a:pPr>
            <a:fld id="{04B9363C-368A-45A4-8D49-31EC94012550}" type="slidenum">
              <a:rPr lang="en-US" altLang="zh-CN" smtClean="0"/>
              <a:pPr>
                <a:defRPr/>
              </a:pPr>
              <a:t>148</a:t>
            </a:fld>
            <a:endParaRPr lang="en-US" altLang="zh-CN"/>
          </a:p>
        </p:txBody>
      </p:sp>
    </p:spTree>
  </p:cSld>
  <p:clrMapOvr>
    <a:masterClrMapping/>
  </p:clrMapOvr>
  <p:transition>
    <p:split/>
  </p:transition>
</p:sld>
</file>

<file path=ppt/theme/theme1.xml><?xml version="1.0" encoding="utf-8"?>
<a:theme xmlns:a="http://schemas.openxmlformats.org/drawingml/2006/main" name="Office 主题​​">
  <a:themeElements>
    <a:clrScheme name="绿色">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9876</TotalTime>
  <Words>14364</Words>
  <Application>Microsoft Office PowerPoint</Application>
  <PresentationFormat>全屏显示(4:3)</PresentationFormat>
  <Paragraphs>2292</Paragraphs>
  <Slides>148</Slides>
  <Notes>20</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vt:i4>
      </vt:variant>
      <vt:variant>
        <vt:lpstr>幻灯片标题</vt:lpstr>
      </vt:variant>
      <vt:variant>
        <vt:i4>148</vt:i4>
      </vt:variant>
    </vt:vector>
  </HeadingPairs>
  <TitlesOfParts>
    <vt:vector size="162" baseType="lpstr">
      <vt:lpstr>等线</vt:lpstr>
      <vt:lpstr>等线 Light</vt:lpstr>
      <vt:lpstr>仿宋_GB2312</vt:lpstr>
      <vt:lpstr>楷体_GB2312</vt:lpstr>
      <vt:lpstr>隶书</vt:lpstr>
      <vt:lpstr>宋体</vt:lpstr>
      <vt:lpstr>Arial</vt:lpstr>
      <vt:lpstr>Arial Narrow</vt:lpstr>
      <vt:lpstr>Cambria Math</vt:lpstr>
      <vt:lpstr>Symbol</vt:lpstr>
      <vt:lpstr>Times New Roman</vt:lpstr>
      <vt:lpstr>Wingdings</vt:lpstr>
      <vt:lpstr>Office 主题​​</vt:lpstr>
      <vt:lpstr>公式</vt:lpstr>
      <vt:lpstr>第5章  树与二叉树</vt:lpstr>
      <vt:lpstr>5.1 树的基本概念</vt:lpstr>
      <vt:lpstr>有根树</vt:lpstr>
      <vt:lpstr>树的特点</vt:lpstr>
      <vt:lpstr>PowerPoint 演示文稿</vt:lpstr>
      <vt:lpstr>一些概念细节</vt:lpstr>
      <vt:lpstr>5.1.2 树的抽象数据类型</vt:lpstr>
      <vt:lpstr>5.2 二叉树</vt:lpstr>
      <vt:lpstr>5.2.2 二叉树的性质</vt:lpstr>
      <vt:lpstr>PowerPoint 演示文稿</vt:lpstr>
      <vt:lpstr>PowerPoint 演示文稿</vt:lpstr>
      <vt:lpstr>PowerPoint 演示文稿</vt:lpstr>
      <vt:lpstr>PowerPoint 演示文稿</vt:lpstr>
      <vt:lpstr>PowerPoint 演示文稿</vt:lpstr>
      <vt:lpstr>5.2.3 二叉树的抽象数据类型</vt:lpstr>
      <vt:lpstr>5.3 二叉树的存储表示</vt:lpstr>
      <vt:lpstr>5.3.1 二叉树的数组存储表示</vt:lpstr>
      <vt:lpstr>极端情形: 只有右单支的二叉树</vt:lpstr>
      <vt:lpstr>5.3.2 二叉树的链表表示</vt:lpstr>
      <vt:lpstr>三叉链表表示</vt:lpstr>
      <vt:lpstr>二叉树链表表示的示例</vt:lpstr>
      <vt:lpstr>静态三叉链表结构</vt:lpstr>
      <vt:lpstr>二叉链表表示的二叉树结点类</vt:lpstr>
      <vt:lpstr>二叉链表型二叉树的类定义</vt:lpstr>
      <vt:lpstr>5.4 二叉树遍历及其应用</vt:lpstr>
      <vt:lpstr>5.4.1 二叉树遍历的递归算法</vt:lpstr>
      <vt:lpstr>中序遍历</vt:lpstr>
      <vt:lpstr>二叉树中序遍历的递归算法</vt:lpstr>
      <vt:lpstr>前序遍历</vt:lpstr>
      <vt:lpstr>二叉树前序遍历的递归算法</vt:lpstr>
      <vt:lpstr>后序遍历</vt:lpstr>
      <vt:lpstr>二叉树后序遍历的递归算法</vt:lpstr>
      <vt:lpstr>5.4.2 二叉树遍历的应用</vt:lpstr>
      <vt:lpstr>后序遍历计算二叉树的高度</vt:lpstr>
      <vt:lpstr>后序遍历销毁二叉树</vt:lpstr>
      <vt:lpstr>前序遍历输出二叉树</vt:lpstr>
      <vt:lpstr>前序遍历查找结点双亲</vt:lpstr>
      <vt:lpstr>前序遍历以括号形式打印二叉树</vt:lpstr>
      <vt:lpstr>PowerPoint 演示文稿</vt:lpstr>
      <vt:lpstr>前序遍历复制二叉树</vt:lpstr>
      <vt:lpstr>前序遍历判断二叉树相等</vt:lpstr>
      <vt:lpstr>前序遍历按缩进形式输出二叉树</vt:lpstr>
      <vt:lpstr>PowerPoint 演示文稿</vt:lpstr>
      <vt:lpstr>前序遍历建立二叉树</vt:lpstr>
      <vt:lpstr>PowerPoint 演示文稿</vt:lpstr>
      <vt:lpstr>5.4.3 二叉树遍历的非递归算法</vt:lpstr>
      <vt:lpstr>前序遍历非递归算法的改进</vt:lpstr>
      <vt:lpstr>中序遍历非递归算法</vt:lpstr>
      <vt:lpstr>PowerPoint 演示文稿</vt:lpstr>
      <vt:lpstr>后序遍历非递归算法</vt:lpstr>
      <vt:lpstr>PowerPoint 演示文稿</vt:lpstr>
      <vt:lpstr>PowerPoint 演示文稿</vt:lpstr>
      <vt:lpstr>根据二叉树的括号表示建立二叉树 </vt:lpstr>
      <vt:lpstr>建树算法的步骤</vt:lpstr>
      <vt:lpstr>根据括号表示建立二叉树 </vt:lpstr>
      <vt:lpstr>用队列实现层次遍历</vt:lpstr>
      <vt:lpstr> 5.4.4 二叉树的计数</vt:lpstr>
      <vt:lpstr>PowerPoint 演示文稿</vt:lpstr>
      <vt:lpstr>PowerPoint 演示文稿</vt:lpstr>
      <vt:lpstr>不同形态的二叉树数目</vt:lpstr>
      <vt:lpstr>PowerPoint 演示文稿</vt:lpstr>
      <vt:lpstr>有0~4个结点的不同二叉树形态</vt:lpstr>
      <vt:lpstr>计算具有 n 个结点的不同二叉树的棵数</vt:lpstr>
      <vt:lpstr>第5章作业1（1）</vt:lpstr>
      <vt:lpstr>第5章作业1（2）</vt:lpstr>
      <vt:lpstr>5.5 线索二叉树</vt:lpstr>
      <vt:lpstr>线索化二叉树及其二叉链表表示</vt:lpstr>
      <vt:lpstr>5.5.2 中序线索二叉树的建立和遍历</vt:lpstr>
      <vt:lpstr>PowerPoint 演示文稿</vt:lpstr>
      <vt:lpstr> 寻找当前结点在中序下的后继</vt:lpstr>
      <vt:lpstr> 寻找当前结点在中序下的前驱</vt:lpstr>
      <vt:lpstr>部分成员函数的实现</vt:lpstr>
      <vt:lpstr>PowerPoint 演示文稿</vt:lpstr>
      <vt:lpstr>PowerPoint 演示文稿</vt:lpstr>
      <vt:lpstr>PowerPoint 演示文稿</vt:lpstr>
      <vt:lpstr>PowerPoint 演示文稿</vt:lpstr>
      <vt:lpstr>PowerPoint 演示文稿</vt:lpstr>
      <vt:lpstr>PowerPoint 演示文稿</vt:lpstr>
      <vt:lpstr>用中序线索信息实现前序遍历</vt:lpstr>
      <vt:lpstr>PowerPoint 演示文稿</vt:lpstr>
      <vt:lpstr>用中序线索信息实现后序遍历</vt:lpstr>
      <vt:lpstr>Parent(t)函数的思路</vt:lpstr>
      <vt:lpstr>5.5.3 中序线索二叉树的插入与删除</vt:lpstr>
      <vt:lpstr>新结点作为叶子结点插入</vt:lpstr>
      <vt:lpstr>新结点作为非叶子结点插入</vt:lpstr>
      <vt:lpstr>删除叶子结点r</vt:lpstr>
      <vt:lpstr>删除结点r，r只有右孩子</vt:lpstr>
      <vt:lpstr>删除结点r，r只有左孩子</vt:lpstr>
      <vt:lpstr>删除结点r，r同时有左右子树</vt:lpstr>
      <vt:lpstr>5.5.4 前序与后序的线索二叉树</vt:lpstr>
      <vt:lpstr>前序线索化二叉树中找当前结点的后继</vt:lpstr>
      <vt:lpstr>后序线索化二叉树中寻找当前结点的后继</vt:lpstr>
      <vt:lpstr>5.6 树与森林</vt:lpstr>
      <vt:lpstr>双亲表示</vt:lpstr>
      <vt:lpstr>孩子链表表示法</vt:lpstr>
      <vt:lpstr>改进：孩子链表表示—结点大小固定</vt:lpstr>
      <vt:lpstr>孩子-兄弟链表示法</vt:lpstr>
      <vt:lpstr>用左孩子-右兄弟表示实现的树的类定义</vt:lpstr>
      <vt:lpstr>PowerPoint 演示文稿</vt:lpstr>
      <vt:lpstr>根为 t 的树中找p的双亲, 设为当前结点（已知t!=p）</vt:lpstr>
      <vt:lpstr>PowerPoint 演示文稿</vt:lpstr>
      <vt:lpstr>PowerPoint 演示文稿</vt:lpstr>
      <vt:lpstr>5.6.2 森林与二叉树的转换</vt:lpstr>
      <vt:lpstr>(1) 森林转化成二叉树的规则</vt:lpstr>
      <vt:lpstr>(2) 二叉树转换为森林的规则</vt:lpstr>
      <vt:lpstr>5.6.3 树与二叉树的转换</vt:lpstr>
      <vt:lpstr>5.7 树与森林的遍历及其应用</vt:lpstr>
      <vt:lpstr>5.7.1 树与森林的深度优先遍历</vt:lpstr>
      <vt:lpstr>树的后根次序遍历</vt:lpstr>
      <vt:lpstr>(1) 树的先根次序遍历的递归算法</vt:lpstr>
      <vt:lpstr>(2) 树的后根次序遍历的递归算法</vt:lpstr>
      <vt:lpstr>森林的深度优先遍历：规则1--先根次序遍历</vt:lpstr>
      <vt:lpstr>森林的深度优先遍历：规则2--后根次序遍历</vt:lpstr>
      <vt:lpstr>5.7.2 树和森林的广度优先遍历</vt:lpstr>
      <vt:lpstr>森林的广度优先遍历</vt:lpstr>
      <vt:lpstr>5.7.3 树遍历算法的应用</vt:lpstr>
      <vt:lpstr>5.7.4 其它基于遍历序列的几种存储表示（自学）</vt:lpstr>
      <vt:lpstr>5.8 堆</vt:lpstr>
      <vt:lpstr>最小堆的类定义</vt:lpstr>
      <vt:lpstr>5.8.2 堆的建立</vt:lpstr>
      <vt:lpstr>将数组调整成最小堆</vt:lpstr>
      <vt:lpstr>PowerPoint 演示文稿</vt:lpstr>
      <vt:lpstr>PowerPoint 演示文稿</vt:lpstr>
      <vt:lpstr>PowerPoint 演示文稿</vt:lpstr>
      <vt:lpstr>最小堆的下滑调整算法</vt:lpstr>
      <vt:lpstr>5.8.3 堆的插入与删除</vt:lpstr>
      <vt:lpstr>最小堆的向上调整算法</vt:lpstr>
      <vt:lpstr>最小堆的向上调整</vt:lpstr>
      <vt:lpstr>PowerPoint 演示文稿</vt:lpstr>
      <vt:lpstr>最小堆的删除算法</vt:lpstr>
      <vt:lpstr>5.9 Huffman树及其应用</vt:lpstr>
      <vt:lpstr>PowerPoint 演示文稿</vt:lpstr>
      <vt:lpstr>带权路径长度 (Weighted Path Length, WPL)</vt:lpstr>
      <vt:lpstr>具有不同带权路径长度的扩充二叉树</vt:lpstr>
      <vt:lpstr>5.9.2 Huffman树</vt:lpstr>
      <vt:lpstr>Huffman算法</vt:lpstr>
      <vt:lpstr>例：Huffman树的构造过程</vt:lpstr>
      <vt:lpstr>Huffman树的类定义</vt:lpstr>
      <vt:lpstr>PowerPoint 演示文稿</vt:lpstr>
      <vt:lpstr>PowerPoint 演示文稿</vt:lpstr>
      <vt:lpstr>PowerPoint 演示文稿</vt:lpstr>
      <vt:lpstr>5.9.3 Huffman树的应用：最优判定树 （自学）</vt:lpstr>
      <vt:lpstr>5.9.4 Huffman树的应用：Huffman编码</vt:lpstr>
      <vt:lpstr>改为Huffman编码</vt:lpstr>
      <vt:lpstr>小结</vt:lpstr>
      <vt:lpstr>常见题型</vt:lpstr>
      <vt:lpstr>第5章作业2（1）</vt:lpstr>
      <vt:lpstr>第5章作业2（2）</vt:lpstr>
    </vt:vector>
  </TitlesOfParts>
  <Company>djzx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djzx</dc:creator>
  <cp:lastModifiedBy>天天向上</cp:lastModifiedBy>
  <cp:revision>283</cp:revision>
  <dcterms:created xsi:type="dcterms:W3CDTF">2000-01-30T08:24:06Z</dcterms:created>
  <dcterms:modified xsi:type="dcterms:W3CDTF">2025-11-11T13:42:14Z</dcterms:modified>
</cp:coreProperties>
</file>
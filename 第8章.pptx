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124"/>
  </p:notesMasterIdLst>
  <p:sldIdLst>
    <p:sldId id="584" r:id="rId2"/>
    <p:sldId id="263" r:id="rId3"/>
    <p:sldId id="403" r:id="rId4"/>
    <p:sldId id="264" r:id="rId5"/>
    <p:sldId id="266" r:id="rId6"/>
    <p:sldId id="404" r:id="rId7"/>
    <p:sldId id="267" r:id="rId8"/>
    <p:sldId id="269" r:id="rId9"/>
    <p:sldId id="270" r:id="rId10"/>
    <p:sldId id="405" r:id="rId11"/>
    <p:sldId id="271" r:id="rId12"/>
    <p:sldId id="272" r:id="rId13"/>
    <p:sldId id="273" r:id="rId14"/>
    <p:sldId id="276" r:id="rId15"/>
    <p:sldId id="277" r:id="rId16"/>
    <p:sldId id="278" r:id="rId17"/>
    <p:sldId id="467" r:id="rId18"/>
    <p:sldId id="279" r:id="rId19"/>
    <p:sldId id="280" r:id="rId20"/>
    <p:sldId id="408" r:id="rId21"/>
    <p:sldId id="281" r:id="rId22"/>
    <p:sldId id="282" r:id="rId23"/>
    <p:sldId id="284" r:id="rId24"/>
    <p:sldId id="436" r:id="rId25"/>
    <p:sldId id="288" r:id="rId26"/>
    <p:sldId id="437" r:id="rId27"/>
    <p:sldId id="290" r:id="rId28"/>
    <p:sldId id="291" r:id="rId29"/>
    <p:sldId id="293" r:id="rId30"/>
    <p:sldId id="294" r:id="rId31"/>
    <p:sldId id="426" r:id="rId32"/>
    <p:sldId id="406" r:id="rId33"/>
    <p:sldId id="296" r:id="rId34"/>
    <p:sldId id="297" r:id="rId35"/>
    <p:sldId id="298" r:id="rId36"/>
    <p:sldId id="409" r:id="rId37"/>
    <p:sldId id="299" r:id="rId38"/>
    <p:sldId id="301" r:id="rId39"/>
    <p:sldId id="302" r:id="rId40"/>
    <p:sldId id="468" r:id="rId41"/>
    <p:sldId id="304" r:id="rId42"/>
    <p:sldId id="306" r:id="rId43"/>
    <p:sldId id="307" r:id="rId44"/>
    <p:sldId id="469" r:id="rId45"/>
    <p:sldId id="458" r:id="rId46"/>
    <p:sldId id="309" r:id="rId47"/>
    <p:sldId id="310" r:id="rId48"/>
    <p:sldId id="410" r:id="rId49"/>
    <p:sldId id="313" r:id="rId50"/>
    <p:sldId id="314" r:id="rId51"/>
    <p:sldId id="471" r:id="rId52"/>
    <p:sldId id="823" r:id="rId53"/>
    <p:sldId id="324" r:id="rId54"/>
    <p:sldId id="325" r:id="rId55"/>
    <p:sldId id="411" r:id="rId56"/>
    <p:sldId id="412" r:id="rId57"/>
    <p:sldId id="327" r:id="rId58"/>
    <p:sldId id="328" r:id="rId59"/>
    <p:sldId id="413" r:id="rId60"/>
    <p:sldId id="330" r:id="rId61"/>
    <p:sldId id="332" r:id="rId62"/>
    <p:sldId id="472" r:id="rId63"/>
    <p:sldId id="473" r:id="rId64"/>
    <p:sldId id="334" r:id="rId65"/>
    <p:sldId id="414" r:id="rId66"/>
    <p:sldId id="459" r:id="rId67"/>
    <p:sldId id="460" r:id="rId68"/>
    <p:sldId id="463" r:id="rId69"/>
    <p:sldId id="343" r:id="rId70"/>
    <p:sldId id="344" r:id="rId71"/>
    <p:sldId id="423" r:id="rId72"/>
    <p:sldId id="346" r:id="rId73"/>
    <p:sldId id="347" r:id="rId74"/>
    <p:sldId id="474" r:id="rId75"/>
    <p:sldId id="352" r:id="rId76"/>
    <p:sldId id="475" r:id="rId77"/>
    <p:sldId id="442" r:id="rId78"/>
    <p:sldId id="443" r:id="rId79"/>
    <p:sldId id="456" r:id="rId80"/>
    <p:sldId id="444" r:id="rId81"/>
    <p:sldId id="446" r:id="rId82"/>
    <p:sldId id="448" r:id="rId83"/>
    <p:sldId id="476" r:id="rId84"/>
    <p:sldId id="449" r:id="rId85"/>
    <p:sldId id="450" r:id="rId86"/>
    <p:sldId id="451" r:id="rId87"/>
    <p:sldId id="452" r:id="rId88"/>
    <p:sldId id="453" r:id="rId89"/>
    <p:sldId id="669" r:id="rId90"/>
    <p:sldId id="670" r:id="rId91"/>
    <p:sldId id="671" r:id="rId92"/>
    <p:sldId id="673" r:id="rId93"/>
    <p:sldId id="816" r:id="rId94"/>
    <p:sldId id="365" r:id="rId95"/>
    <p:sldId id="366" r:id="rId96"/>
    <p:sldId id="367" r:id="rId97"/>
    <p:sldId id="368" r:id="rId98"/>
    <p:sldId id="369" r:id="rId99"/>
    <p:sldId id="439" r:id="rId100"/>
    <p:sldId id="370" r:id="rId101"/>
    <p:sldId id="371" r:id="rId102"/>
    <p:sldId id="372" r:id="rId103"/>
    <p:sldId id="373" r:id="rId104"/>
    <p:sldId id="374" r:id="rId105"/>
    <p:sldId id="376" r:id="rId106"/>
    <p:sldId id="377" r:id="rId107"/>
    <p:sldId id="378" r:id="rId108"/>
    <p:sldId id="425" r:id="rId109"/>
    <p:sldId id="381" r:id="rId110"/>
    <p:sldId id="477" r:id="rId111"/>
    <p:sldId id="383" r:id="rId112"/>
    <p:sldId id="384" r:id="rId113"/>
    <p:sldId id="385" r:id="rId114"/>
    <p:sldId id="386" r:id="rId115"/>
    <p:sldId id="387" r:id="rId116"/>
    <p:sldId id="388" r:id="rId117"/>
    <p:sldId id="441" r:id="rId118"/>
    <p:sldId id="390" r:id="rId119"/>
    <p:sldId id="393" r:id="rId120"/>
    <p:sldId id="478" r:id="rId121"/>
    <p:sldId id="815" r:id="rId122"/>
    <p:sldId id="479" r:id="rId123"/>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099"/>
    <a:srgbClr val="0000CC"/>
    <a:srgbClr val="000099"/>
    <a:srgbClr val="CC3300"/>
    <a:srgbClr val="66FF33"/>
    <a:srgbClr val="0000FF"/>
    <a:srgbClr val="FF99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787"/>
    <p:restoredTop sz="90929"/>
  </p:normalViewPr>
  <p:slideViewPr>
    <p:cSldViewPr>
      <p:cViewPr varScale="1">
        <p:scale>
          <a:sx n="75" d="100"/>
          <a:sy n="75" d="100"/>
        </p:scale>
        <p:origin x="749"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897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9794" name="Rectangle 2">
            <a:extLst>
              <a:ext uri="{FF2B5EF4-FFF2-40B4-BE49-F238E27FC236}">
                <a16:creationId xmlns:a16="http://schemas.microsoft.com/office/drawing/2014/main" id="{00E91D84-CE6F-57B8-93BA-4B272341A91C}"/>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200">
                <a:latin typeface="+mn-lt"/>
                <a:ea typeface="+mn-ea"/>
              </a:defRPr>
            </a:lvl1pPr>
          </a:lstStyle>
          <a:p>
            <a:pPr>
              <a:defRPr/>
            </a:pPr>
            <a:endParaRPr lang="en-US" altLang="zh-CN"/>
          </a:p>
        </p:txBody>
      </p:sp>
      <p:sp>
        <p:nvSpPr>
          <p:cNvPr id="289795" name="Rectangle 3">
            <a:extLst>
              <a:ext uri="{FF2B5EF4-FFF2-40B4-BE49-F238E27FC236}">
                <a16:creationId xmlns:a16="http://schemas.microsoft.com/office/drawing/2014/main" id="{C4AB3995-E699-BE0C-D77E-432A790C5DEB}"/>
              </a:ext>
            </a:extLst>
          </p:cNvPr>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fontAlgn="auto" hangingPunct="1">
              <a:spcBef>
                <a:spcPts val="0"/>
              </a:spcBef>
              <a:spcAft>
                <a:spcPts val="0"/>
              </a:spcAft>
              <a:defRPr sz="1200">
                <a:latin typeface="+mn-lt"/>
                <a:ea typeface="+mn-ea"/>
              </a:defRPr>
            </a:lvl1pPr>
          </a:lstStyle>
          <a:p>
            <a:pPr>
              <a:defRPr/>
            </a:pPr>
            <a:endParaRPr lang="en-US" altLang="zh-CN"/>
          </a:p>
        </p:txBody>
      </p:sp>
      <p:sp>
        <p:nvSpPr>
          <p:cNvPr id="4100" name="Rectangle 4">
            <a:extLst>
              <a:ext uri="{FF2B5EF4-FFF2-40B4-BE49-F238E27FC236}">
                <a16:creationId xmlns:a16="http://schemas.microsoft.com/office/drawing/2014/main" id="{AAB493FF-B8D3-F02A-5ACC-E5C3AF667E28}"/>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89797" name="Rectangle 5">
            <a:extLst>
              <a:ext uri="{FF2B5EF4-FFF2-40B4-BE49-F238E27FC236}">
                <a16:creationId xmlns:a16="http://schemas.microsoft.com/office/drawing/2014/main" id="{742810C8-C573-7F59-DF7D-09761FC5DB78}"/>
              </a:ext>
            </a:extLst>
          </p:cNvPr>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89798" name="Rectangle 6">
            <a:extLst>
              <a:ext uri="{FF2B5EF4-FFF2-40B4-BE49-F238E27FC236}">
                <a16:creationId xmlns:a16="http://schemas.microsoft.com/office/drawing/2014/main" id="{00C47665-4CEE-1E88-1F1C-21A2F69A05DD}"/>
              </a:ext>
            </a:extLst>
          </p:cNvPr>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200">
                <a:latin typeface="+mn-lt"/>
                <a:ea typeface="+mn-ea"/>
              </a:defRPr>
            </a:lvl1pPr>
          </a:lstStyle>
          <a:p>
            <a:pPr>
              <a:defRPr/>
            </a:pPr>
            <a:endParaRPr lang="en-US" altLang="zh-CN"/>
          </a:p>
        </p:txBody>
      </p:sp>
      <p:sp>
        <p:nvSpPr>
          <p:cNvPr id="289799" name="Rectangle 7">
            <a:extLst>
              <a:ext uri="{FF2B5EF4-FFF2-40B4-BE49-F238E27FC236}">
                <a16:creationId xmlns:a16="http://schemas.microsoft.com/office/drawing/2014/main" id="{9928915D-B5C3-B8F8-D433-52C9E8A11B8B}"/>
              </a:ext>
            </a:extLst>
          </p:cNvPr>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fontAlgn="auto" hangingPunct="1">
              <a:spcBef>
                <a:spcPts val="0"/>
              </a:spcBef>
              <a:spcAft>
                <a:spcPts val="0"/>
              </a:spcAft>
              <a:defRPr sz="1200">
                <a:latin typeface="+mn-lt"/>
                <a:ea typeface="+mn-ea"/>
              </a:defRPr>
            </a:lvl1pPr>
          </a:lstStyle>
          <a:p>
            <a:pPr>
              <a:defRPr/>
            </a:pPr>
            <a:fld id="{60533BA0-9FC8-47EB-9DD7-DABB022ABAE7}"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3EF981D2-DC57-76C7-892A-66FEE339F4E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41D3B930-D1ED-4C93-B4D7-8D8244A11427}" type="slidenum">
              <a:rPr lang="en-US" altLang="zh-CN" smtClean="0"/>
              <a:pPr fontAlgn="base">
                <a:spcBef>
                  <a:spcPct val="0"/>
                </a:spcBef>
                <a:spcAft>
                  <a:spcPct val="0"/>
                </a:spcAft>
              </a:pPr>
              <a:t>8</a:t>
            </a:fld>
            <a:endParaRPr lang="en-US" altLang="zh-CN"/>
          </a:p>
        </p:txBody>
      </p:sp>
      <p:sp>
        <p:nvSpPr>
          <p:cNvPr id="13315" name="Rectangle 2">
            <a:extLst>
              <a:ext uri="{FF2B5EF4-FFF2-40B4-BE49-F238E27FC236}">
                <a16:creationId xmlns:a16="http://schemas.microsoft.com/office/drawing/2014/main" id="{5D0ACD73-1D0C-9621-8219-98502558C9A0}"/>
              </a:ext>
            </a:extLst>
          </p:cNvPr>
          <p:cNvSpPr>
            <a:spLocks noGrp="1" noRot="1" noChangeAspect="1" noChangeArrowheads="1" noTextEdit="1"/>
          </p:cNvSpPr>
          <p:nvPr>
            <p:ph type="sldImg"/>
          </p:nvPr>
        </p:nvSpPr>
        <p:spPr>
          <a:ln/>
        </p:spPr>
      </p:sp>
      <p:sp>
        <p:nvSpPr>
          <p:cNvPr id="13316" name="Rectangle 3">
            <a:extLst>
              <a:ext uri="{FF2B5EF4-FFF2-40B4-BE49-F238E27FC236}">
                <a16:creationId xmlns:a16="http://schemas.microsoft.com/office/drawing/2014/main" id="{310BD2F0-EEDE-389F-B6E0-0C7FAE770F6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DBA2C55-E6E6-4845-BBEB-D9281390C36D}" type="slidenum">
              <a:rPr lang="en-US" altLang="zh-CN" smtClean="0"/>
              <a:pPr/>
              <a:t>52</a:t>
            </a:fld>
            <a:endParaRPr lang="en-US" altLang="zh-CN"/>
          </a:p>
        </p:txBody>
      </p:sp>
    </p:spTree>
    <p:extLst>
      <p:ext uri="{BB962C8B-B14F-4D97-AF65-F5344CB8AC3E}">
        <p14:creationId xmlns:p14="http://schemas.microsoft.com/office/powerpoint/2010/main" val="23614425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并查集图示说明：红色是合并的结点，紫色是查树根经过的结点</a:t>
            </a:r>
          </a:p>
        </p:txBody>
      </p:sp>
      <p:sp>
        <p:nvSpPr>
          <p:cNvPr id="4" name="灯片编号占位符 3"/>
          <p:cNvSpPr>
            <a:spLocks noGrp="1"/>
          </p:cNvSpPr>
          <p:nvPr>
            <p:ph type="sldNum" sz="quarter" idx="5"/>
          </p:nvPr>
        </p:nvSpPr>
        <p:spPr/>
        <p:txBody>
          <a:bodyPr/>
          <a:lstStyle/>
          <a:p>
            <a:pPr>
              <a:defRPr/>
            </a:pPr>
            <a:fld id="{60533BA0-9FC8-47EB-9DD7-DABB022ABAE7}" type="slidenum">
              <a:rPr lang="en-US" altLang="zh-CN" smtClean="0"/>
              <a:pPr>
                <a:defRPr/>
              </a:pPr>
              <a:t>61</a:t>
            </a:fld>
            <a:endParaRPr lang="en-US" altLang="zh-CN"/>
          </a:p>
        </p:txBody>
      </p:sp>
    </p:spTree>
    <p:extLst>
      <p:ext uri="{BB962C8B-B14F-4D97-AF65-F5344CB8AC3E}">
        <p14:creationId xmlns:p14="http://schemas.microsoft.com/office/powerpoint/2010/main" val="23870175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DBA2C55-E6E6-4845-BBEB-D9281390C36D}" type="slidenum">
              <a:rPr lang="en-US" altLang="zh-CN" smtClean="0"/>
              <a:pPr/>
              <a:t>90</a:t>
            </a:fld>
            <a:endParaRPr lang="en-US" altLang="zh-CN"/>
          </a:p>
        </p:txBody>
      </p:sp>
    </p:spTree>
    <p:extLst>
      <p:ext uri="{BB962C8B-B14F-4D97-AF65-F5344CB8AC3E}">
        <p14:creationId xmlns:p14="http://schemas.microsoft.com/office/powerpoint/2010/main" val="38190991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EDBA2C55-E6E6-4845-BBEB-D9281390C36D}" type="slidenum">
              <a:rPr lang="en-US" altLang="zh-CN" smtClean="0"/>
              <a:pPr/>
              <a:t>92</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DBA2C55-E6E6-4845-BBEB-D9281390C36D}" type="slidenum">
              <a:rPr lang="en-US" altLang="zh-CN" smtClean="0"/>
              <a:pPr/>
              <a:t>93</a:t>
            </a:fld>
            <a:endParaRPr lang="en-US" altLang="zh-CN"/>
          </a:p>
        </p:txBody>
      </p:sp>
    </p:spTree>
    <p:extLst>
      <p:ext uri="{BB962C8B-B14F-4D97-AF65-F5344CB8AC3E}">
        <p14:creationId xmlns:p14="http://schemas.microsoft.com/office/powerpoint/2010/main" val="21762535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indent="0" eaLnBrk="1" hangingPunct="1">
              <a:buSzPct val="85000"/>
              <a:buFont typeface="Wingdings" pitchFamily="2" charset="2"/>
              <a:buNone/>
            </a:pPr>
            <a:endParaRPr lang="en-US" altLang="zh-CN" sz="2000" dirty="0">
              <a:latin typeface="微软雅黑" pitchFamily="34" charset="-122"/>
              <a:ea typeface="微软雅黑" pitchFamily="34" charset="-122"/>
              <a:cs typeface="Consolas" pitchFamily="49" charset="0"/>
            </a:endParaRPr>
          </a:p>
        </p:txBody>
      </p:sp>
      <p:sp>
        <p:nvSpPr>
          <p:cNvPr id="4" name="灯片编号占位符 3"/>
          <p:cNvSpPr>
            <a:spLocks noGrp="1"/>
          </p:cNvSpPr>
          <p:nvPr>
            <p:ph type="sldNum" sz="quarter" idx="10"/>
          </p:nvPr>
        </p:nvSpPr>
        <p:spPr/>
        <p:txBody>
          <a:bodyPr/>
          <a:lstStyle/>
          <a:p>
            <a:fld id="{EDBA2C55-E6E6-4845-BBEB-D9281390C36D}" type="slidenum">
              <a:rPr lang="en-US" altLang="zh-CN" smtClean="0"/>
              <a:pPr/>
              <a:t>121</a:t>
            </a:fld>
            <a:endParaRPr lang="en-US" altLang="zh-CN"/>
          </a:p>
        </p:txBody>
      </p:sp>
    </p:spTree>
    <p:extLst>
      <p:ext uri="{BB962C8B-B14F-4D97-AF65-F5344CB8AC3E}">
        <p14:creationId xmlns:p14="http://schemas.microsoft.com/office/powerpoint/2010/main" val="21158957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C9F258A-2BDE-DC40-70E8-652EF13D0B84}"/>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051FA61B-188B-8797-713F-828E683928DE}"/>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4F1AA18C-658B-1EC1-0BC2-67602EB64D23}"/>
              </a:ext>
            </a:extLst>
          </p:cNvPr>
          <p:cNvSpPr>
            <a:spLocks noGrp="1"/>
          </p:cNvSpPr>
          <p:nvPr>
            <p:ph type="sldNum" sz="quarter" idx="12"/>
          </p:nvPr>
        </p:nvSpPr>
        <p:spPr/>
        <p:txBody>
          <a:bodyPr/>
          <a:lstStyle>
            <a:lvl1pPr>
              <a:defRPr/>
            </a:lvl1pPr>
          </a:lstStyle>
          <a:p>
            <a:pPr>
              <a:defRPr/>
            </a:pPr>
            <a:fld id="{DF2DFFAB-F3C0-48E6-9773-48E79DA6CDAA}" type="slidenum">
              <a:rPr lang="en-US" altLang="zh-CN"/>
              <a:pPr>
                <a:defRPr/>
              </a:pPr>
              <a:t>‹#›</a:t>
            </a:fld>
            <a:endParaRPr lang="en-US" altLang="zh-CN"/>
          </a:p>
        </p:txBody>
      </p:sp>
    </p:spTree>
    <p:extLst>
      <p:ext uri="{BB962C8B-B14F-4D97-AF65-F5344CB8AC3E}">
        <p14:creationId xmlns:p14="http://schemas.microsoft.com/office/powerpoint/2010/main" val="2101222121"/>
      </p:ext>
    </p:extLst>
  </p:cSld>
  <p:clrMapOvr>
    <a:masterClrMapping/>
  </p:clrMapOvr>
  <p:transition>
    <p:spli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lvl1pPr>
              <a:defRPr sz="4400"/>
            </a:lvl1p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defRPr sz="3600"/>
            </a:lvl1pPr>
            <a:lvl2pPr>
              <a:defRPr sz="3200"/>
            </a:lvl2pPr>
            <a:lvl3pPr>
              <a:defRPr sz="2800"/>
            </a:lvl3pPr>
            <a:lvl4pPr>
              <a:defRPr sz="1600"/>
            </a:lvl4pPr>
            <a:lvl5pPr>
              <a:defRPr sz="1600"/>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653456A2-F923-D8AA-2623-EA59B3E8A839}"/>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42FE521F-E849-7AB8-BF3A-DB56B5107781}"/>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9E93DB9A-141F-1DE8-B03D-48CF6B65DFF2}"/>
              </a:ext>
            </a:extLst>
          </p:cNvPr>
          <p:cNvSpPr>
            <a:spLocks noGrp="1"/>
          </p:cNvSpPr>
          <p:nvPr>
            <p:ph type="sldNum" sz="quarter" idx="12"/>
          </p:nvPr>
        </p:nvSpPr>
        <p:spPr/>
        <p:txBody>
          <a:bodyPr/>
          <a:lstStyle>
            <a:lvl1pPr>
              <a:defRPr/>
            </a:lvl1pPr>
          </a:lstStyle>
          <a:p>
            <a:pPr>
              <a:defRPr/>
            </a:pPr>
            <a:fld id="{2E0F9FB0-350A-4A87-9CD5-1F022F266B97}" type="slidenum">
              <a:rPr lang="en-US" altLang="zh-CN"/>
              <a:pPr>
                <a:defRPr/>
              </a:pPr>
              <a:t>‹#›</a:t>
            </a:fld>
            <a:endParaRPr lang="en-US" altLang="zh-CN"/>
          </a:p>
        </p:txBody>
      </p:sp>
    </p:spTree>
    <p:extLst>
      <p:ext uri="{BB962C8B-B14F-4D97-AF65-F5344CB8AC3E}">
        <p14:creationId xmlns:p14="http://schemas.microsoft.com/office/powerpoint/2010/main" val="2241705173"/>
      </p:ext>
    </p:extLst>
  </p:cSld>
  <p:clrMapOvr>
    <a:masterClrMapping/>
  </p:clrMapOvr>
  <p:transition>
    <p:spli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7FC5DCE-56A9-9F23-922C-3D6206831937}"/>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B3BAC616-2304-E91E-4D8D-9F209937E9CA}"/>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C388042E-9ACA-F15B-5A87-20A5C11B141B}"/>
              </a:ext>
            </a:extLst>
          </p:cNvPr>
          <p:cNvSpPr>
            <a:spLocks noGrp="1"/>
          </p:cNvSpPr>
          <p:nvPr>
            <p:ph type="sldNum" sz="quarter" idx="12"/>
          </p:nvPr>
        </p:nvSpPr>
        <p:spPr/>
        <p:txBody>
          <a:bodyPr/>
          <a:lstStyle>
            <a:lvl1pPr>
              <a:defRPr/>
            </a:lvl1pPr>
          </a:lstStyle>
          <a:p>
            <a:pPr>
              <a:defRPr/>
            </a:pPr>
            <a:fld id="{F5E88A6B-311F-42C7-BAC1-12962188494B}" type="slidenum">
              <a:rPr lang="en-US" altLang="zh-CN"/>
              <a:pPr>
                <a:defRPr/>
              </a:pPr>
              <a:t>‹#›</a:t>
            </a:fld>
            <a:endParaRPr lang="en-US" altLang="zh-CN"/>
          </a:p>
        </p:txBody>
      </p:sp>
    </p:spTree>
    <p:extLst>
      <p:ext uri="{BB962C8B-B14F-4D97-AF65-F5344CB8AC3E}">
        <p14:creationId xmlns:p14="http://schemas.microsoft.com/office/powerpoint/2010/main" val="98147011"/>
      </p:ext>
    </p:extLst>
  </p:cSld>
  <p:clrMapOvr>
    <a:masterClrMapping/>
  </p:clrMapOvr>
  <p:transition>
    <p:spli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内容占位符 3"/>
          <p:cNvSpPr>
            <a:spLocks noGrp="1"/>
          </p:cNvSpPr>
          <p:nvPr>
            <p:ph sz="half" idx="2"/>
          </p:nvPr>
        </p:nvSpPr>
        <p:spPr>
          <a:xfrm>
            <a:off x="4629150" y="1825625"/>
            <a:ext cx="3886200" cy="4351338"/>
          </a:xfrm>
        </p:spPr>
        <p:txBody>
          <a:bodyPr>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5" name="日期占位符 3">
            <a:extLst>
              <a:ext uri="{FF2B5EF4-FFF2-40B4-BE49-F238E27FC236}">
                <a16:creationId xmlns:a16="http://schemas.microsoft.com/office/drawing/2014/main" id="{A4597472-11FD-40A1-1C8C-DB8B2B789B7B}"/>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288AD6BB-D997-ABA2-EF1F-02790EE88B34}"/>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18F45265-76B6-CFEF-0091-7C21C1DCCB83}"/>
              </a:ext>
            </a:extLst>
          </p:cNvPr>
          <p:cNvSpPr>
            <a:spLocks noGrp="1"/>
          </p:cNvSpPr>
          <p:nvPr>
            <p:ph type="sldNum" sz="quarter" idx="12"/>
          </p:nvPr>
        </p:nvSpPr>
        <p:spPr/>
        <p:txBody>
          <a:bodyPr/>
          <a:lstStyle>
            <a:lvl1pPr>
              <a:defRPr/>
            </a:lvl1pPr>
          </a:lstStyle>
          <a:p>
            <a:pPr>
              <a:defRPr/>
            </a:pPr>
            <a:fld id="{A29C15A8-DE85-487B-B4F7-E02FD145AF46}" type="slidenum">
              <a:rPr lang="en-US" altLang="zh-CN"/>
              <a:pPr>
                <a:defRPr/>
              </a:pPr>
              <a:t>‹#›</a:t>
            </a:fld>
            <a:endParaRPr lang="en-US" altLang="zh-CN"/>
          </a:p>
        </p:txBody>
      </p:sp>
    </p:spTree>
    <p:extLst>
      <p:ext uri="{BB962C8B-B14F-4D97-AF65-F5344CB8AC3E}">
        <p14:creationId xmlns:p14="http://schemas.microsoft.com/office/powerpoint/2010/main" val="3592705112"/>
      </p:ext>
    </p:extLst>
  </p:cSld>
  <p:clrMapOvr>
    <a:masterClrMapping/>
  </p:clrMapOvr>
  <p:transition>
    <p:spli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3">
            <a:extLst>
              <a:ext uri="{FF2B5EF4-FFF2-40B4-BE49-F238E27FC236}">
                <a16:creationId xmlns:a16="http://schemas.microsoft.com/office/drawing/2014/main" id="{DBBA0A62-89E7-09E2-7EA9-00D18A83D3A0}"/>
              </a:ext>
            </a:extLst>
          </p:cNvPr>
          <p:cNvSpPr>
            <a:spLocks noGrp="1"/>
          </p:cNvSpPr>
          <p:nvPr>
            <p:ph type="dt" sz="half" idx="10"/>
          </p:nvPr>
        </p:nvSpPr>
        <p:spPr/>
        <p:txBody>
          <a:bodyPr/>
          <a:lstStyle>
            <a:lvl1pPr>
              <a:defRPr/>
            </a:lvl1pPr>
          </a:lstStyle>
          <a:p>
            <a:pPr>
              <a:defRPr/>
            </a:pPr>
            <a:endParaRPr lang="en-US" altLang="zh-CN"/>
          </a:p>
        </p:txBody>
      </p:sp>
      <p:sp>
        <p:nvSpPr>
          <p:cNvPr id="8" name="页脚占位符 4">
            <a:extLst>
              <a:ext uri="{FF2B5EF4-FFF2-40B4-BE49-F238E27FC236}">
                <a16:creationId xmlns:a16="http://schemas.microsoft.com/office/drawing/2014/main" id="{87EDC3A7-6C83-6CD4-9C1E-21810831700F}"/>
              </a:ext>
            </a:extLst>
          </p:cNvPr>
          <p:cNvSpPr>
            <a:spLocks noGrp="1"/>
          </p:cNvSpPr>
          <p:nvPr>
            <p:ph type="ftr" sz="quarter" idx="11"/>
          </p:nvPr>
        </p:nvSpPr>
        <p:spPr/>
        <p:txBody>
          <a:bodyPr/>
          <a:lstStyle>
            <a:lvl1pPr>
              <a:defRPr/>
            </a:lvl1pPr>
          </a:lstStyle>
          <a:p>
            <a:pPr>
              <a:defRPr/>
            </a:pPr>
            <a:endParaRPr lang="en-US" altLang="zh-CN"/>
          </a:p>
        </p:txBody>
      </p:sp>
      <p:sp>
        <p:nvSpPr>
          <p:cNvPr id="9" name="灯片编号占位符 5">
            <a:extLst>
              <a:ext uri="{FF2B5EF4-FFF2-40B4-BE49-F238E27FC236}">
                <a16:creationId xmlns:a16="http://schemas.microsoft.com/office/drawing/2014/main" id="{59434D8C-8E05-513C-F0FD-DCD6E9FA16BC}"/>
              </a:ext>
            </a:extLst>
          </p:cNvPr>
          <p:cNvSpPr>
            <a:spLocks noGrp="1"/>
          </p:cNvSpPr>
          <p:nvPr>
            <p:ph type="sldNum" sz="quarter" idx="12"/>
          </p:nvPr>
        </p:nvSpPr>
        <p:spPr/>
        <p:txBody>
          <a:bodyPr/>
          <a:lstStyle>
            <a:lvl1pPr>
              <a:defRPr/>
            </a:lvl1pPr>
          </a:lstStyle>
          <a:p>
            <a:pPr>
              <a:defRPr/>
            </a:pPr>
            <a:fld id="{D1FC2942-D9FA-49F5-B94B-2BB2AD284640}" type="slidenum">
              <a:rPr lang="en-US" altLang="zh-CN"/>
              <a:pPr>
                <a:defRPr/>
              </a:pPr>
              <a:t>‹#›</a:t>
            </a:fld>
            <a:endParaRPr lang="en-US" altLang="zh-CN"/>
          </a:p>
        </p:txBody>
      </p:sp>
    </p:spTree>
    <p:extLst>
      <p:ext uri="{BB962C8B-B14F-4D97-AF65-F5344CB8AC3E}">
        <p14:creationId xmlns:p14="http://schemas.microsoft.com/office/powerpoint/2010/main" val="709084093"/>
      </p:ext>
    </p:extLst>
  </p:cSld>
  <p:clrMapOvr>
    <a:masterClrMapping/>
  </p:clrMapOvr>
  <p:transition>
    <p:spli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4400"/>
            </a:lvl1pPr>
          </a:lstStyle>
          <a:p>
            <a:r>
              <a:rPr lang="zh-CN" altLang="en-US" dirty="0"/>
              <a:t>单击此处编辑母版标题样式</a:t>
            </a:r>
          </a:p>
        </p:txBody>
      </p:sp>
      <p:sp>
        <p:nvSpPr>
          <p:cNvPr id="3" name="日期占位符 3">
            <a:extLst>
              <a:ext uri="{FF2B5EF4-FFF2-40B4-BE49-F238E27FC236}">
                <a16:creationId xmlns:a16="http://schemas.microsoft.com/office/drawing/2014/main" id="{499D8712-B069-5ACA-3B57-A91B5A11BF59}"/>
              </a:ext>
            </a:extLst>
          </p:cNvPr>
          <p:cNvSpPr>
            <a:spLocks noGrp="1"/>
          </p:cNvSpPr>
          <p:nvPr>
            <p:ph type="dt" sz="half" idx="10"/>
          </p:nvPr>
        </p:nvSpPr>
        <p:spPr/>
        <p:txBody>
          <a:bodyPr/>
          <a:lstStyle>
            <a:lvl1pPr>
              <a:defRPr/>
            </a:lvl1pPr>
          </a:lstStyle>
          <a:p>
            <a:pPr>
              <a:defRPr/>
            </a:pPr>
            <a:endParaRPr lang="en-US" altLang="zh-CN"/>
          </a:p>
        </p:txBody>
      </p:sp>
      <p:sp>
        <p:nvSpPr>
          <p:cNvPr id="4" name="页脚占位符 4">
            <a:extLst>
              <a:ext uri="{FF2B5EF4-FFF2-40B4-BE49-F238E27FC236}">
                <a16:creationId xmlns:a16="http://schemas.microsoft.com/office/drawing/2014/main" id="{9CA0FE1B-78BA-6A16-3DD1-6CD8CFB441AC}"/>
              </a:ext>
            </a:extLst>
          </p:cNvPr>
          <p:cNvSpPr>
            <a:spLocks noGrp="1"/>
          </p:cNvSpPr>
          <p:nvPr>
            <p:ph type="ftr" sz="quarter" idx="11"/>
          </p:nvPr>
        </p:nvSpPr>
        <p:spPr/>
        <p:txBody>
          <a:bodyPr/>
          <a:lstStyle>
            <a:lvl1pPr>
              <a:defRPr/>
            </a:lvl1pPr>
          </a:lstStyle>
          <a:p>
            <a:pPr>
              <a:defRPr/>
            </a:pPr>
            <a:endParaRPr lang="en-US" altLang="zh-CN"/>
          </a:p>
        </p:txBody>
      </p:sp>
      <p:sp>
        <p:nvSpPr>
          <p:cNvPr id="5" name="灯片编号占位符 5">
            <a:extLst>
              <a:ext uri="{FF2B5EF4-FFF2-40B4-BE49-F238E27FC236}">
                <a16:creationId xmlns:a16="http://schemas.microsoft.com/office/drawing/2014/main" id="{A4F3849D-096C-B36D-616D-00A041272B95}"/>
              </a:ext>
            </a:extLst>
          </p:cNvPr>
          <p:cNvSpPr>
            <a:spLocks noGrp="1"/>
          </p:cNvSpPr>
          <p:nvPr>
            <p:ph type="sldNum" sz="quarter" idx="12"/>
          </p:nvPr>
        </p:nvSpPr>
        <p:spPr/>
        <p:txBody>
          <a:bodyPr/>
          <a:lstStyle>
            <a:lvl1pPr>
              <a:defRPr/>
            </a:lvl1pPr>
          </a:lstStyle>
          <a:p>
            <a:pPr>
              <a:defRPr/>
            </a:pPr>
            <a:fld id="{1FE7C295-45AB-455C-823A-4AF0463E4EF2}" type="slidenum">
              <a:rPr lang="en-US" altLang="zh-CN"/>
              <a:pPr>
                <a:defRPr/>
              </a:pPr>
              <a:t>‹#›</a:t>
            </a:fld>
            <a:endParaRPr lang="en-US" altLang="zh-CN"/>
          </a:p>
        </p:txBody>
      </p:sp>
    </p:spTree>
    <p:extLst>
      <p:ext uri="{BB962C8B-B14F-4D97-AF65-F5344CB8AC3E}">
        <p14:creationId xmlns:p14="http://schemas.microsoft.com/office/powerpoint/2010/main" val="2017911301"/>
      </p:ext>
    </p:extLst>
  </p:cSld>
  <p:clrMapOvr>
    <a:masterClrMapping/>
  </p:clrMapOvr>
  <p:transition>
    <p:spli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6722AEA0-B25A-78CE-8EEE-0341490D4260}"/>
              </a:ext>
            </a:extLst>
          </p:cNvPr>
          <p:cNvSpPr>
            <a:spLocks noGrp="1"/>
          </p:cNvSpPr>
          <p:nvPr>
            <p:ph type="dt" sz="half" idx="10"/>
          </p:nvPr>
        </p:nvSpPr>
        <p:spPr/>
        <p:txBody>
          <a:bodyPr/>
          <a:lstStyle>
            <a:lvl1pPr>
              <a:defRPr/>
            </a:lvl1pPr>
          </a:lstStyle>
          <a:p>
            <a:pPr>
              <a:defRPr/>
            </a:pPr>
            <a:endParaRPr lang="en-US" altLang="zh-CN"/>
          </a:p>
        </p:txBody>
      </p:sp>
      <p:sp>
        <p:nvSpPr>
          <p:cNvPr id="3" name="页脚占位符 4">
            <a:extLst>
              <a:ext uri="{FF2B5EF4-FFF2-40B4-BE49-F238E27FC236}">
                <a16:creationId xmlns:a16="http://schemas.microsoft.com/office/drawing/2014/main" id="{806BF5EB-D110-14DB-A5A4-7859625D62DA}"/>
              </a:ext>
            </a:extLst>
          </p:cNvPr>
          <p:cNvSpPr>
            <a:spLocks noGrp="1"/>
          </p:cNvSpPr>
          <p:nvPr>
            <p:ph type="ftr" sz="quarter" idx="11"/>
          </p:nvPr>
        </p:nvSpPr>
        <p:spPr/>
        <p:txBody>
          <a:bodyPr/>
          <a:lstStyle>
            <a:lvl1pPr>
              <a:defRPr/>
            </a:lvl1pPr>
          </a:lstStyle>
          <a:p>
            <a:pPr>
              <a:defRPr/>
            </a:pPr>
            <a:endParaRPr lang="en-US" altLang="zh-CN"/>
          </a:p>
        </p:txBody>
      </p:sp>
      <p:sp>
        <p:nvSpPr>
          <p:cNvPr id="4" name="灯片编号占位符 5">
            <a:extLst>
              <a:ext uri="{FF2B5EF4-FFF2-40B4-BE49-F238E27FC236}">
                <a16:creationId xmlns:a16="http://schemas.microsoft.com/office/drawing/2014/main" id="{898032D2-1117-798D-1879-F975B4F9BAB9}"/>
              </a:ext>
            </a:extLst>
          </p:cNvPr>
          <p:cNvSpPr>
            <a:spLocks noGrp="1"/>
          </p:cNvSpPr>
          <p:nvPr>
            <p:ph type="sldNum" sz="quarter" idx="12"/>
          </p:nvPr>
        </p:nvSpPr>
        <p:spPr/>
        <p:txBody>
          <a:bodyPr/>
          <a:lstStyle>
            <a:lvl1pPr>
              <a:defRPr/>
            </a:lvl1pPr>
          </a:lstStyle>
          <a:p>
            <a:pPr>
              <a:defRPr/>
            </a:pPr>
            <a:fld id="{22EEED5C-99EB-4141-8E47-FA8D31DEB9C9}" type="slidenum">
              <a:rPr lang="en-US" altLang="zh-CN"/>
              <a:pPr>
                <a:defRPr/>
              </a:pPr>
              <a:t>‹#›</a:t>
            </a:fld>
            <a:endParaRPr lang="en-US" altLang="zh-CN"/>
          </a:p>
        </p:txBody>
      </p:sp>
    </p:spTree>
    <p:extLst>
      <p:ext uri="{BB962C8B-B14F-4D97-AF65-F5344CB8AC3E}">
        <p14:creationId xmlns:p14="http://schemas.microsoft.com/office/powerpoint/2010/main" val="938621595"/>
      </p:ext>
    </p:extLst>
  </p:cSld>
  <p:clrMapOvr>
    <a:masterClrMapping/>
  </p:clrMapOvr>
  <p:transition>
    <p:spli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1E916A42-A0F3-B857-3C50-2ED6A09AE06D}"/>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77205A85-9695-09A6-3A62-D387B76B27C6}"/>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2001E19A-1A76-96C8-D152-4241E287D1FA}"/>
              </a:ext>
            </a:extLst>
          </p:cNvPr>
          <p:cNvSpPr>
            <a:spLocks noGrp="1"/>
          </p:cNvSpPr>
          <p:nvPr>
            <p:ph type="sldNum" sz="quarter" idx="12"/>
          </p:nvPr>
        </p:nvSpPr>
        <p:spPr/>
        <p:txBody>
          <a:bodyPr/>
          <a:lstStyle>
            <a:lvl1pPr>
              <a:defRPr/>
            </a:lvl1pPr>
          </a:lstStyle>
          <a:p>
            <a:pPr>
              <a:defRPr/>
            </a:pPr>
            <a:fld id="{5271B363-8483-474C-B1C0-1AFF73101706}" type="slidenum">
              <a:rPr lang="en-US" altLang="zh-CN"/>
              <a:pPr>
                <a:defRPr/>
              </a:pPr>
              <a:t>‹#›</a:t>
            </a:fld>
            <a:endParaRPr lang="en-US" altLang="zh-CN"/>
          </a:p>
        </p:txBody>
      </p:sp>
    </p:spTree>
    <p:extLst>
      <p:ext uri="{BB962C8B-B14F-4D97-AF65-F5344CB8AC3E}">
        <p14:creationId xmlns:p14="http://schemas.microsoft.com/office/powerpoint/2010/main" val="1286807563"/>
      </p:ext>
    </p:extLst>
  </p:cSld>
  <p:clrMapOvr>
    <a:masterClrMapping/>
  </p:clrMapOvr>
  <p:transition>
    <p:spli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3C3D6D19-7B13-FF09-DAF2-C56F42A44081}"/>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BCA98DE3-9AD0-4DD4-074E-7A2C200BD41A}"/>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5E888CDE-9877-4F05-FA30-57D2DC640E5A}"/>
              </a:ext>
            </a:extLst>
          </p:cNvPr>
          <p:cNvSpPr>
            <a:spLocks noGrp="1"/>
          </p:cNvSpPr>
          <p:nvPr>
            <p:ph type="sldNum" sz="quarter" idx="12"/>
          </p:nvPr>
        </p:nvSpPr>
        <p:spPr/>
        <p:txBody>
          <a:bodyPr/>
          <a:lstStyle>
            <a:lvl1pPr>
              <a:defRPr/>
            </a:lvl1pPr>
          </a:lstStyle>
          <a:p>
            <a:pPr>
              <a:defRPr/>
            </a:pPr>
            <a:fld id="{9F61373D-F558-4BED-BD1B-7AAED1AD3A8E}" type="slidenum">
              <a:rPr lang="en-US" altLang="zh-CN"/>
              <a:pPr>
                <a:defRPr/>
              </a:pPr>
              <a:t>‹#›</a:t>
            </a:fld>
            <a:endParaRPr lang="en-US" altLang="zh-CN"/>
          </a:p>
        </p:txBody>
      </p:sp>
    </p:spTree>
    <p:extLst>
      <p:ext uri="{BB962C8B-B14F-4D97-AF65-F5344CB8AC3E}">
        <p14:creationId xmlns:p14="http://schemas.microsoft.com/office/powerpoint/2010/main" val="1296393617"/>
      </p:ext>
    </p:extLst>
  </p:cSld>
  <p:clrMapOvr>
    <a:masterClrMapping/>
  </p:clrMapOvr>
  <p:transition>
    <p:spli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226D89D-2B62-0D03-77AB-6E84E80A0699}"/>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B353DF7C-481F-F124-45B8-CCCBCC526D7A}"/>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E865917B-3259-0ABF-C08B-E46996889111}"/>
              </a:ext>
            </a:extLst>
          </p:cNvPr>
          <p:cNvSpPr>
            <a:spLocks noGrp="1"/>
          </p:cNvSpPr>
          <p:nvPr>
            <p:ph type="sldNum" sz="quarter" idx="12"/>
          </p:nvPr>
        </p:nvSpPr>
        <p:spPr/>
        <p:txBody>
          <a:bodyPr/>
          <a:lstStyle>
            <a:lvl1pPr>
              <a:defRPr/>
            </a:lvl1pPr>
          </a:lstStyle>
          <a:p>
            <a:pPr>
              <a:defRPr/>
            </a:pPr>
            <a:fld id="{AC7F3D32-AE4F-4A5C-A823-89E1507FD0E3}" type="slidenum">
              <a:rPr lang="en-US" altLang="zh-CN"/>
              <a:pPr>
                <a:defRPr/>
              </a:pPr>
              <a:t>‹#›</a:t>
            </a:fld>
            <a:endParaRPr lang="en-US" altLang="zh-CN"/>
          </a:p>
        </p:txBody>
      </p:sp>
    </p:spTree>
    <p:extLst>
      <p:ext uri="{BB962C8B-B14F-4D97-AF65-F5344CB8AC3E}">
        <p14:creationId xmlns:p14="http://schemas.microsoft.com/office/powerpoint/2010/main" val="2106585615"/>
      </p:ext>
    </p:extLst>
  </p:cSld>
  <p:clrMapOvr>
    <a:masterClrMapping/>
  </p:clrMapOvr>
  <p:transition>
    <p:spli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91867F6-2D2B-1BEB-7371-3B674B1C89A0}"/>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B26B6E63-31D2-88E4-9604-E2D712B1CD71}"/>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5AF0CBAD-E151-82C3-FC94-C1FE22FE50C3}"/>
              </a:ext>
            </a:extLst>
          </p:cNvPr>
          <p:cNvSpPr>
            <a:spLocks noGrp="1"/>
          </p:cNvSpPr>
          <p:nvPr>
            <p:ph type="sldNum" sz="quarter" idx="12"/>
          </p:nvPr>
        </p:nvSpPr>
        <p:spPr/>
        <p:txBody>
          <a:bodyPr/>
          <a:lstStyle>
            <a:lvl1pPr>
              <a:defRPr/>
            </a:lvl1pPr>
          </a:lstStyle>
          <a:p>
            <a:pPr>
              <a:defRPr/>
            </a:pPr>
            <a:fld id="{A3D3E92E-26B9-4980-9309-585A4DE55DD2}" type="slidenum">
              <a:rPr lang="en-US" altLang="zh-CN"/>
              <a:pPr>
                <a:defRPr/>
              </a:pPr>
              <a:t>‹#›</a:t>
            </a:fld>
            <a:endParaRPr lang="en-US" altLang="zh-CN"/>
          </a:p>
        </p:txBody>
      </p:sp>
    </p:spTree>
    <p:extLst>
      <p:ext uri="{BB962C8B-B14F-4D97-AF65-F5344CB8AC3E}">
        <p14:creationId xmlns:p14="http://schemas.microsoft.com/office/powerpoint/2010/main" val="2673445847"/>
      </p:ext>
    </p:extLst>
  </p:cSld>
  <p:clrMapOvr>
    <a:masterClrMapping/>
  </p:clrMapOvr>
  <p:transition>
    <p:spli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p>
        </p:txBody>
      </p:sp>
      <p:sp>
        <p:nvSpPr>
          <p:cNvPr id="3" name="表格占位符 2"/>
          <p:cNvSpPr>
            <a:spLocks noGrp="1"/>
          </p:cNvSpPr>
          <p:nvPr>
            <p:ph type="tbl" idx="1"/>
          </p:nvPr>
        </p:nvSpPr>
        <p:spPr>
          <a:xfrm>
            <a:off x="685800" y="1981200"/>
            <a:ext cx="7772400" cy="4114800"/>
          </a:xfrm>
        </p:spPr>
        <p:txBody>
          <a:bodyPr rtlCol="0">
            <a:normAutofit/>
          </a:bodyPr>
          <a:lstStyle/>
          <a:p>
            <a:pPr lvl="0"/>
            <a:endParaRPr lang="zh-CN" altLang="en-US" noProof="0"/>
          </a:p>
        </p:txBody>
      </p:sp>
      <p:sp>
        <p:nvSpPr>
          <p:cNvPr id="4" name="日期占位符 3">
            <a:extLst>
              <a:ext uri="{FF2B5EF4-FFF2-40B4-BE49-F238E27FC236}">
                <a16:creationId xmlns:a16="http://schemas.microsoft.com/office/drawing/2014/main" id="{CEA7A1C4-DB30-32F0-8987-52AFD81932D9}"/>
              </a:ext>
            </a:extLst>
          </p:cNvPr>
          <p:cNvSpPr>
            <a:spLocks noGrp="1"/>
          </p:cNvSpPr>
          <p:nvPr>
            <p:ph type="dt" sz="half" idx="10"/>
          </p:nvPr>
        </p:nvSpPr>
        <p:spPr>
          <a:xfrm>
            <a:off x="685800" y="6248400"/>
            <a:ext cx="1905000" cy="457200"/>
          </a:xfrm>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354D2EB5-E76E-4C9D-332C-B7636BB67BD3}"/>
              </a:ext>
            </a:extLst>
          </p:cNvPr>
          <p:cNvSpPr>
            <a:spLocks noGrp="1"/>
          </p:cNvSpPr>
          <p:nvPr>
            <p:ph type="ftr" sz="quarter" idx="11"/>
          </p:nvPr>
        </p:nvSpPr>
        <p:spPr>
          <a:xfrm>
            <a:off x="3124200" y="6248400"/>
            <a:ext cx="2895600" cy="457200"/>
          </a:xfrm>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A7E4AA1F-D18C-5CFB-5F55-0337B6DD7F24}"/>
              </a:ext>
            </a:extLst>
          </p:cNvPr>
          <p:cNvSpPr>
            <a:spLocks noGrp="1"/>
          </p:cNvSpPr>
          <p:nvPr>
            <p:ph type="sldNum" sz="quarter" idx="12"/>
          </p:nvPr>
        </p:nvSpPr>
        <p:spPr>
          <a:xfrm>
            <a:off x="6553200" y="6248400"/>
            <a:ext cx="1905000" cy="457200"/>
          </a:xfrm>
        </p:spPr>
        <p:txBody>
          <a:bodyPr/>
          <a:lstStyle>
            <a:lvl1pPr>
              <a:defRPr/>
            </a:lvl1pPr>
          </a:lstStyle>
          <a:p>
            <a:pPr>
              <a:defRPr/>
            </a:pPr>
            <a:fld id="{DD62FCD9-5C90-4AD8-BD62-CC6BF6C2ABBB}" type="slidenum">
              <a:rPr lang="en-US" altLang="zh-CN"/>
              <a:pPr>
                <a:defRPr/>
              </a:pPr>
              <a:t>‹#›</a:t>
            </a:fld>
            <a:endParaRPr lang="en-US" altLang="zh-CN"/>
          </a:p>
        </p:txBody>
      </p:sp>
    </p:spTree>
    <p:extLst>
      <p:ext uri="{BB962C8B-B14F-4D97-AF65-F5344CB8AC3E}">
        <p14:creationId xmlns:p14="http://schemas.microsoft.com/office/powerpoint/2010/main" val="2960898101"/>
      </p:ext>
    </p:extLst>
  </p:cSld>
  <p:clrMapOvr>
    <a:masterClrMapping/>
  </p:clrMapOvr>
  <p:transition>
    <p:spli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dgm">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p>
        </p:txBody>
      </p:sp>
      <p:sp>
        <p:nvSpPr>
          <p:cNvPr id="3" name="SmartArt 占位符 2"/>
          <p:cNvSpPr>
            <a:spLocks noGrp="1"/>
          </p:cNvSpPr>
          <p:nvPr>
            <p:ph type="dgm" idx="1"/>
          </p:nvPr>
        </p:nvSpPr>
        <p:spPr>
          <a:xfrm>
            <a:off x="685800" y="1981200"/>
            <a:ext cx="7772400" cy="4114800"/>
          </a:xfrm>
        </p:spPr>
        <p:txBody>
          <a:bodyPr rtlCol="0">
            <a:normAutofit/>
          </a:bodyPr>
          <a:lstStyle/>
          <a:p>
            <a:pPr lvl="0"/>
            <a:endParaRPr lang="zh-CN" altLang="en-US" noProof="0"/>
          </a:p>
        </p:txBody>
      </p:sp>
      <p:sp>
        <p:nvSpPr>
          <p:cNvPr id="4" name="日期占位符 3">
            <a:extLst>
              <a:ext uri="{FF2B5EF4-FFF2-40B4-BE49-F238E27FC236}">
                <a16:creationId xmlns:a16="http://schemas.microsoft.com/office/drawing/2014/main" id="{ECB1890C-A620-DCE6-E977-982C523F3FE8}"/>
              </a:ext>
            </a:extLst>
          </p:cNvPr>
          <p:cNvSpPr>
            <a:spLocks noGrp="1"/>
          </p:cNvSpPr>
          <p:nvPr>
            <p:ph type="dt" sz="half" idx="10"/>
          </p:nvPr>
        </p:nvSpPr>
        <p:spPr>
          <a:xfrm>
            <a:off x="685800" y="6248400"/>
            <a:ext cx="1905000" cy="457200"/>
          </a:xfrm>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883F8AA1-7CEC-AB45-D61E-1E8858C42903}"/>
              </a:ext>
            </a:extLst>
          </p:cNvPr>
          <p:cNvSpPr>
            <a:spLocks noGrp="1"/>
          </p:cNvSpPr>
          <p:nvPr>
            <p:ph type="ftr" sz="quarter" idx="11"/>
          </p:nvPr>
        </p:nvSpPr>
        <p:spPr>
          <a:xfrm>
            <a:off x="3124200" y="6248400"/>
            <a:ext cx="2895600" cy="457200"/>
          </a:xfrm>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18028007-7A0C-942C-599E-7036A058D5E5}"/>
              </a:ext>
            </a:extLst>
          </p:cNvPr>
          <p:cNvSpPr>
            <a:spLocks noGrp="1"/>
          </p:cNvSpPr>
          <p:nvPr>
            <p:ph type="sldNum" sz="quarter" idx="12"/>
          </p:nvPr>
        </p:nvSpPr>
        <p:spPr>
          <a:xfrm>
            <a:off x="6553200" y="6248400"/>
            <a:ext cx="1905000" cy="457200"/>
          </a:xfrm>
        </p:spPr>
        <p:txBody>
          <a:bodyPr/>
          <a:lstStyle>
            <a:lvl1pPr>
              <a:defRPr/>
            </a:lvl1pPr>
          </a:lstStyle>
          <a:p>
            <a:pPr>
              <a:defRPr/>
            </a:pPr>
            <a:fld id="{BCCE4CFB-4D76-4BC0-A657-EDEF2CB0C49D}" type="slidenum">
              <a:rPr lang="en-US" altLang="zh-CN"/>
              <a:pPr>
                <a:defRPr/>
              </a:pPr>
              <a:t>‹#›</a:t>
            </a:fld>
            <a:endParaRPr lang="en-US" altLang="zh-CN"/>
          </a:p>
        </p:txBody>
      </p:sp>
    </p:spTree>
    <p:extLst>
      <p:ext uri="{BB962C8B-B14F-4D97-AF65-F5344CB8AC3E}">
        <p14:creationId xmlns:p14="http://schemas.microsoft.com/office/powerpoint/2010/main" val="268807543"/>
      </p:ext>
    </p:extLst>
  </p:cSld>
  <p:clrMapOvr>
    <a:masterClrMapping/>
  </p:clrMapOvr>
  <p:transition>
    <p:spli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64A8305B-546E-CB1E-36A6-81AF17277879}"/>
              </a:ext>
            </a:extLst>
          </p:cNvPr>
          <p:cNvSpPr>
            <a:spLocks noGrp="1" noChangeArrowheads="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6C9B4C1C-8F6F-F6BA-34CF-5882E56F8FD6}"/>
              </a:ext>
            </a:extLst>
          </p:cNvPr>
          <p:cNvSpPr>
            <a:spLocks noGrp="1" noChangeArrowheads="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4FA9E97-2756-6E60-14B0-F48E67957F89}"/>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ea typeface="+mn-ea"/>
              </a:defRPr>
            </a:lvl1pPr>
          </a:lstStyle>
          <a:p>
            <a:pPr>
              <a:defRPr/>
            </a:pPr>
            <a:endParaRPr lang="en-US" altLang="zh-CN"/>
          </a:p>
        </p:txBody>
      </p:sp>
      <p:sp>
        <p:nvSpPr>
          <p:cNvPr id="5" name="页脚占位符 4">
            <a:extLst>
              <a:ext uri="{FF2B5EF4-FFF2-40B4-BE49-F238E27FC236}">
                <a16:creationId xmlns:a16="http://schemas.microsoft.com/office/drawing/2014/main" id="{C69CFD89-4F27-598D-109C-99A955F435CE}"/>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mn-lt"/>
                <a:ea typeface="+mn-ea"/>
              </a:defRPr>
            </a:lvl1pPr>
          </a:lstStyle>
          <a:p>
            <a:pPr>
              <a:defRPr/>
            </a:pPr>
            <a:endParaRPr lang="en-US" altLang="zh-CN"/>
          </a:p>
        </p:txBody>
      </p:sp>
      <p:sp>
        <p:nvSpPr>
          <p:cNvPr id="6" name="灯片编号占位符 5">
            <a:extLst>
              <a:ext uri="{FF2B5EF4-FFF2-40B4-BE49-F238E27FC236}">
                <a16:creationId xmlns:a16="http://schemas.microsoft.com/office/drawing/2014/main" id="{872349D9-778B-82B1-5A17-681606C1D375}"/>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fontAlgn="auto" hangingPunct="1">
              <a:spcBef>
                <a:spcPts val="0"/>
              </a:spcBef>
              <a:spcAft>
                <a:spcPts val="0"/>
              </a:spcAft>
              <a:defRPr sz="900">
                <a:solidFill>
                  <a:schemeClr val="tx1">
                    <a:tint val="75000"/>
                  </a:schemeClr>
                </a:solidFill>
                <a:latin typeface="+mn-lt"/>
                <a:ea typeface="+mn-ea"/>
              </a:defRPr>
            </a:lvl1pPr>
          </a:lstStyle>
          <a:p>
            <a:pPr>
              <a:defRPr/>
            </a:pPr>
            <a:fld id="{2AC8749D-F213-4EBB-A1CE-B309ED8F3D9D}"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 id="2147483779" r:id="rId12"/>
    <p:sldLayoutId id="2147483780" r:id="rId13"/>
  </p:sldLayoutIdLst>
  <p:transition>
    <p:split/>
  </p:transition>
  <p:hf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image" Target="../media/image3.wmf"/><Relationship Id="rId4" Type="http://schemas.openxmlformats.org/officeDocument/2006/relationships/oleObject" Target="../embeddings/oleObject3.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4.bin"/><Relationship Id="rId1" Type="http://schemas.openxmlformats.org/officeDocument/2006/relationships/slideLayout" Target="../slideLayouts/slideLayout6.xml"/><Relationship Id="rId5" Type="http://schemas.openxmlformats.org/officeDocument/2006/relationships/image" Target="../media/image5.wmf"/><Relationship Id="rId4" Type="http://schemas.openxmlformats.org/officeDocument/2006/relationships/oleObject" Target="../embeddings/oleObject5.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6.jpeg"/><Relationship Id="rId1" Type="http://schemas.openxmlformats.org/officeDocument/2006/relationships/slideLayout" Target="../slideLayouts/slideLayout6.xml"/><Relationship Id="rId4" Type="http://schemas.openxmlformats.org/officeDocument/2006/relationships/image" Target="../media/image7.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8.jpeg"/><Relationship Id="rId1" Type="http://schemas.openxmlformats.org/officeDocument/2006/relationships/slideLayout" Target="../slideLayouts/slideLayout6.xml"/><Relationship Id="rId4" Type="http://schemas.openxmlformats.org/officeDocument/2006/relationships/image" Target="../media/image9.jpeg"/></Relationships>
</file>

<file path=ppt/slides/_rels/slide3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8.jpeg"/><Relationship Id="rId1" Type="http://schemas.openxmlformats.org/officeDocument/2006/relationships/slideLayout" Target="../slideLayouts/slideLayout6.xml"/><Relationship Id="rId4" Type="http://schemas.openxmlformats.org/officeDocument/2006/relationships/image" Target="../media/image9.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slide" Target="slide41.xml"/><Relationship Id="rId2" Type="http://schemas.openxmlformats.org/officeDocument/2006/relationships/slide" Target="slide3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8.bin"/><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oleObject" Target="../embeddings/oleObject9.bin"/><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6.wmf"/><Relationship Id="rId5" Type="http://schemas.openxmlformats.org/officeDocument/2006/relationships/oleObject" Target="../embeddings/oleObject11.bin"/><Relationship Id="rId10" Type="http://schemas.openxmlformats.org/officeDocument/2006/relationships/image" Target="../media/image18.wmf"/><Relationship Id="rId4" Type="http://schemas.openxmlformats.org/officeDocument/2006/relationships/image" Target="../media/image15.emf"/><Relationship Id="rId9" Type="http://schemas.openxmlformats.org/officeDocument/2006/relationships/oleObject" Target="../embeddings/oleObject13.bin"/></Relationships>
</file>

<file path=ppt/slides/_rels/slide91.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14.bin"/><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5.bin"/><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16.bin"/><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3BE112-902F-4792-8F4B-3E5CBD1A7BE5}"/>
              </a:ext>
            </a:extLst>
          </p:cNvPr>
          <p:cNvSpPr>
            <a:spLocks noGrp="1"/>
          </p:cNvSpPr>
          <p:nvPr>
            <p:ph type="title"/>
          </p:nvPr>
        </p:nvSpPr>
        <p:spPr/>
        <p:txBody>
          <a:bodyPr/>
          <a:lstStyle/>
          <a:p>
            <a:r>
              <a:rPr lang="zh-CN" altLang="en-US" dirty="0"/>
              <a:t>第八章 图</a:t>
            </a:r>
          </a:p>
        </p:txBody>
      </p:sp>
      <p:sp>
        <p:nvSpPr>
          <p:cNvPr id="3" name="内容占位符 2">
            <a:extLst>
              <a:ext uri="{FF2B5EF4-FFF2-40B4-BE49-F238E27FC236}">
                <a16:creationId xmlns:a16="http://schemas.microsoft.com/office/drawing/2014/main" id="{96F1B736-4F36-4773-84A3-1B4D9507C729}"/>
              </a:ext>
            </a:extLst>
          </p:cNvPr>
          <p:cNvSpPr>
            <a:spLocks noGrp="1"/>
          </p:cNvSpPr>
          <p:nvPr>
            <p:ph idx="1"/>
          </p:nvPr>
        </p:nvSpPr>
        <p:spPr/>
        <p:txBody>
          <a:bodyPr/>
          <a:lstStyle/>
          <a:p>
            <a:r>
              <a:rPr lang="zh-CN" altLang="en-US" dirty="0"/>
              <a:t>图的基本概念</a:t>
            </a:r>
          </a:p>
          <a:p>
            <a:r>
              <a:rPr lang="zh-CN" altLang="en-US" dirty="0"/>
              <a:t>图的存储表示</a:t>
            </a:r>
          </a:p>
          <a:p>
            <a:r>
              <a:rPr lang="zh-CN" altLang="en-US" dirty="0"/>
              <a:t>图的遍历与连通性 </a:t>
            </a:r>
          </a:p>
          <a:p>
            <a:r>
              <a:rPr lang="zh-CN" altLang="en-US" dirty="0"/>
              <a:t>最小生成树</a:t>
            </a:r>
          </a:p>
          <a:p>
            <a:r>
              <a:rPr lang="zh-CN" altLang="en-US" dirty="0"/>
              <a:t>最短路径 </a:t>
            </a:r>
          </a:p>
          <a:p>
            <a:r>
              <a:rPr lang="zh-CN" altLang="en-US" dirty="0"/>
              <a:t>活动网络</a:t>
            </a:r>
          </a:p>
        </p:txBody>
      </p:sp>
      <p:sp>
        <p:nvSpPr>
          <p:cNvPr id="4" name="灯片编号占位符 3">
            <a:extLst>
              <a:ext uri="{FF2B5EF4-FFF2-40B4-BE49-F238E27FC236}">
                <a16:creationId xmlns:a16="http://schemas.microsoft.com/office/drawing/2014/main" id="{8F2B7E0A-A1A7-411F-B462-E47CE1D1A003}"/>
              </a:ext>
            </a:extLst>
          </p:cNvPr>
          <p:cNvSpPr>
            <a:spLocks noGrp="1"/>
          </p:cNvSpPr>
          <p:nvPr>
            <p:ph type="sldNum" sz="quarter" idx="12"/>
          </p:nvPr>
        </p:nvSpPr>
        <p:spPr/>
        <p:txBody>
          <a:bodyPr/>
          <a:lstStyle/>
          <a:p>
            <a:fld id="{2E0F9FB0-350A-4A87-9CD5-1F022F266B97}" type="slidenum">
              <a:rPr lang="en-US" altLang="zh-CN" smtClean="0"/>
              <a:pPr/>
              <a:t>1</a:t>
            </a:fld>
            <a:endParaRPr lang="en-US" altLang="zh-CN"/>
          </a:p>
        </p:txBody>
      </p:sp>
    </p:spTree>
    <p:extLst>
      <p:ext uri="{BB962C8B-B14F-4D97-AF65-F5344CB8AC3E}">
        <p14:creationId xmlns:p14="http://schemas.microsoft.com/office/powerpoint/2010/main" val="1601663690"/>
      </p:ext>
    </p:extLst>
  </p:cSld>
  <p:clrMapOvr>
    <a:masterClrMapping/>
  </p:clrMapOvr>
  <p:transition>
    <p:spli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7C20EA41-2DD2-4530-E3DF-32A324020D32}"/>
              </a:ext>
            </a:extLst>
          </p:cNvPr>
          <p:cNvSpPr>
            <a:spLocks noGrp="1" noChangeArrowheads="1"/>
          </p:cNvSpPr>
          <p:nvPr>
            <p:ph type="title"/>
          </p:nvPr>
        </p:nvSpPr>
        <p:spPr/>
        <p:txBody>
          <a:bodyPr/>
          <a:lstStyle/>
          <a:p>
            <a:r>
              <a:rPr lang="en-US" altLang="zh-CN"/>
              <a:t>8.1</a:t>
            </a:r>
            <a:r>
              <a:rPr lang="zh-CN" altLang="en-US"/>
              <a:t>图的基本概念</a:t>
            </a:r>
          </a:p>
        </p:txBody>
      </p:sp>
      <p:sp>
        <p:nvSpPr>
          <p:cNvPr id="117763" name="Rectangle 3">
            <a:extLst>
              <a:ext uri="{FF2B5EF4-FFF2-40B4-BE49-F238E27FC236}">
                <a16:creationId xmlns:a16="http://schemas.microsoft.com/office/drawing/2014/main" id="{BBAFB7CB-7BFD-541A-D5F4-F6C8A5B8CEF0}"/>
              </a:ext>
            </a:extLst>
          </p:cNvPr>
          <p:cNvSpPr>
            <a:spLocks noGrp="1" noChangeArrowheads="1"/>
          </p:cNvSpPr>
          <p:nvPr>
            <p:ph type="body" idx="1"/>
          </p:nvPr>
        </p:nvSpPr>
        <p:spPr>
          <a:xfrm>
            <a:off x="628650" y="1825625"/>
            <a:ext cx="7886700" cy="4667250"/>
          </a:xfrm>
        </p:spPr>
        <p:txBody>
          <a:bodyPr>
            <a:normAutofit fontScale="77500" lnSpcReduction="20000"/>
          </a:bodyPr>
          <a:lstStyle/>
          <a:p>
            <a:r>
              <a:rPr lang="en-US" altLang="zh-CN" dirty="0"/>
              <a:t>8.1.1 </a:t>
            </a:r>
            <a:r>
              <a:rPr lang="zh-CN" altLang="en-US" dirty="0"/>
              <a:t>图的基本概念</a:t>
            </a:r>
          </a:p>
          <a:p>
            <a:pPr lvl="1">
              <a:lnSpc>
                <a:spcPct val="120000"/>
              </a:lnSpc>
            </a:pPr>
            <a:r>
              <a:rPr lang="zh-CN" altLang="en-US" b="1" dirty="0"/>
              <a:t>图定义</a:t>
            </a:r>
            <a:r>
              <a:rPr lang="zh-CN" altLang="en-US" dirty="0"/>
              <a:t>：图是由顶点 </a:t>
            </a:r>
            <a:r>
              <a:rPr lang="en-US" altLang="zh-CN" dirty="0"/>
              <a:t>(vertex)</a:t>
            </a:r>
            <a:r>
              <a:rPr lang="zh-CN" altLang="en-US" dirty="0"/>
              <a:t>集合及顶点间的关系集合组成的一种数据结构：  </a:t>
            </a:r>
            <a:endParaRPr lang="en-US" altLang="zh-CN" dirty="0"/>
          </a:p>
          <a:p>
            <a:pPr marL="342900" lvl="1" indent="0">
              <a:lnSpc>
                <a:spcPct val="120000"/>
              </a:lnSpc>
              <a:buNone/>
            </a:pPr>
            <a:r>
              <a:rPr lang="en-US" altLang="zh-CN" dirty="0"/>
              <a:t>             Graph</a:t>
            </a:r>
            <a:r>
              <a:rPr lang="zh-CN" altLang="en-US" dirty="0"/>
              <a:t>＝</a:t>
            </a:r>
            <a:r>
              <a:rPr lang="en-US" altLang="zh-CN" dirty="0"/>
              <a:t>( V, E )    </a:t>
            </a:r>
          </a:p>
          <a:p>
            <a:pPr lvl="1">
              <a:lnSpc>
                <a:spcPct val="120000"/>
              </a:lnSpc>
            </a:pPr>
            <a:r>
              <a:rPr lang="zh-CN" altLang="en-US" dirty="0"/>
              <a:t>其中    </a:t>
            </a:r>
          </a:p>
          <a:p>
            <a:pPr lvl="2">
              <a:lnSpc>
                <a:spcPct val="120000"/>
              </a:lnSpc>
            </a:pPr>
            <a:r>
              <a:rPr lang="en-US" altLang="zh-CN" dirty="0"/>
              <a:t>V = { x | x </a:t>
            </a:r>
            <a:r>
              <a:rPr lang="en-US" altLang="zh-CN" dirty="0">
                <a:sym typeface="Symbol" pitchFamily="18" charset="2"/>
              </a:rPr>
              <a:t></a:t>
            </a:r>
            <a:r>
              <a:rPr lang="en-US" altLang="zh-CN" dirty="0"/>
              <a:t> </a:t>
            </a:r>
            <a:r>
              <a:rPr lang="zh-CN" altLang="en-US" dirty="0"/>
              <a:t>某个数据集合</a:t>
            </a:r>
            <a:r>
              <a:rPr lang="en-US" altLang="zh-CN" dirty="0"/>
              <a:t>} </a:t>
            </a:r>
            <a:r>
              <a:rPr lang="zh-CN" altLang="en-US" dirty="0"/>
              <a:t>是顶点的有限非空集合；            </a:t>
            </a:r>
          </a:p>
          <a:p>
            <a:pPr lvl="2">
              <a:lnSpc>
                <a:spcPct val="120000"/>
              </a:lnSpc>
            </a:pPr>
            <a:r>
              <a:rPr lang="en-US" altLang="zh-CN" dirty="0"/>
              <a:t>E = {(x, y) | x, y </a:t>
            </a:r>
            <a:r>
              <a:rPr lang="en-US" altLang="zh-CN" dirty="0">
                <a:sym typeface="Symbol" pitchFamily="18" charset="2"/>
              </a:rPr>
              <a:t></a:t>
            </a:r>
            <a:r>
              <a:rPr lang="en-US" altLang="zh-CN" dirty="0"/>
              <a:t> V } </a:t>
            </a:r>
            <a:r>
              <a:rPr lang="zh-CN" altLang="en-US" dirty="0"/>
              <a:t>或 </a:t>
            </a:r>
            <a:r>
              <a:rPr lang="en-US" altLang="zh-CN" dirty="0"/>
              <a:t>E = {&lt;x, y&gt; | x, y </a:t>
            </a:r>
            <a:r>
              <a:rPr lang="en-US" altLang="zh-CN" dirty="0">
                <a:sym typeface="Symbol" pitchFamily="18" charset="2"/>
              </a:rPr>
              <a:t></a:t>
            </a:r>
            <a:r>
              <a:rPr lang="en-US" altLang="zh-CN" dirty="0"/>
              <a:t> V &amp;&amp; Path (x, y)}</a:t>
            </a:r>
            <a:r>
              <a:rPr lang="zh-CN" altLang="en-US" dirty="0"/>
              <a:t>是顶点之间关系的有限集合，也叫做边</a:t>
            </a:r>
            <a:r>
              <a:rPr lang="en-US" altLang="zh-CN" dirty="0"/>
              <a:t>(edge)</a:t>
            </a:r>
            <a:r>
              <a:rPr lang="zh-CN" altLang="en-US" dirty="0"/>
              <a:t>集合。</a:t>
            </a:r>
          </a:p>
          <a:p>
            <a:pPr lvl="3">
              <a:lnSpc>
                <a:spcPct val="120000"/>
              </a:lnSpc>
            </a:pPr>
            <a:r>
              <a:rPr lang="en-US" altLang="zh-CN" sz="2000" dirty="0"/>
              <a:t>Path (x, y)</a:t>
            </a:r>
            <a:r>
              <a:rPr lang="zh-CN" altLang="en-US" sz="2000" dirty="0"/>
              <a:t>表示从 </a:t>
            </a:r>
            <a:r>
              <a:rPr lang="en-US" altLang="zh-CN" sz="2000" dirty="0"/>
              <a:t>x </a:t>
            </a:r>
            <a:r>
              <a:rPr lang="zh-CN" altLang="en-US" sz="2000" dirty="0"/>
              <a:t>到 </a:t>
            </a:r>
            <a:r>
              <a:rPr lang="en-US" altLang="zh-CN" sz="2000" dirty="0"/>
              <a:t>y </a:t>
            </a:r>
            <a:r>
              <a:rPr lang="zh-CN" altLang="en-US" sz="2000" dirty="0"/>
              <a:t>的一条单向通路</a:t>
            </a:r>
            <a:r>
              <a:rPr lang="en-US" altLang="zh-CN" sz="2000" dirty="0"/>
              <a:t>, </a:t>
            </a:r>
            <a:r>
              <a:rPr lang="zh-CN" altLang="en-US" sz="2000" dirty="0"/>
              <a:t>它是有方向的。</a:t>
            </a:r>
            <a:endParaRPr lang="en-US" altLang="zh-CN" sz="2000" dirty="0"/>
          </a:p>
          <a:p>
            <a:pPr lvl="2">
              <a:lnSpc>
                <a:spcPct val="120000"/>
              </a:lnSpc>
            </a:pPr>
            <a:r>
              <a:rPr lang="zh-CN" altLang="en-US" dirty="0"/>
              <a:t>除非特别说明，本章的图中都不包含重边、自边</a:t>
            </a:r>
          </a:p>
        </p:txBody>
      </p:sp>
      <p:sp>
        <p:nvSpPr>
          <p:cNvPr id="2" name="灯片编号占位符 1">
            <a:extLst>
              <a:ext uri="{FF2B5EF4-FFF2-40B4-BE49-F238E27FC236}">
                <a16:creationId xmlns:a16="http://schemas.microsoft.com/office/drawing/2014/main" id="{4337FBB9-F934-B80F-293A-8D81C82B05C3}"/>
              </a:ext>
            </a:extLst>
          </p:cNvPr>
          <p:cNvSpPr>
            <a:spLocks noGrp="1"/>
          </p:cNvSpPr>
          <p:nvPr>
            <p:ph type="sldNum" sz="quarter" idx="12"/>
          </p:nvPr>
        </p:nvSpPr>
        <p:spPr/>
        <p:txBody>
          <a:bodyPr/>
          <a:lstStyle/>
          <a:p>
            <a:pPr>
              <a:defRPr/>
            </a:pPr>
            <a:fld id="{2E0F9FB0-350A-4A87-9CD5-1F022F266B97}" type="slidenum">
              <a:rPr lang="en-US" altLang="zh-CN" smtClean="0"/>
              <a:pPr>
                <a:defRPr/>
              </a:pPr>
              <a:t>2</a:t>
            </a:fld>
            <a:endParaRPr lang="en-US" altLang="zh-CN"/>
          </a:p>
        </p:txBody>
      </p:sp>
    </p:spTree>
  </p:cSld>
  <p:clrMapOvr>
    <a:masterClrMapping/>
  </p:clrMapOvr>
  <p:transition>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3" name="Rectangle 3">
            <a:extLst>
              <a:ext uri="{FF2B5EF4-FFF2-40B4-BE49-F238E27FC236}">
                <a16:creationId xmlns:a16="http://schemas.microsoft.com/office/drawing/2014/main" id="{F1462632-AFC9-66B5-8F8A-55250FAE33D0}"/>
              </a:ext>
            </a:extLst>
          </p:cNvPr>
          <p:cNvSpPr>
            <a:spLocks noGrp="1" noChangeArrowheads="1"/>
          </p:cNvSpPr>
          <p:nvPr>
            <p:ph type="body" idx="1"/>
          </p:nvPr>
        </p:nvSpPr>
        <p:spPr>
          <a:xfrm>
            <a:off x="484319" y="1825625"/>
            <a:ext cx="8489196" cy="2416350"/>
          </a:xfrm>
        </p:spPr>
        <p:txBody>
          <a:bodyPr>
            <a:normAutofit fontScale="70000" lnSpcReduction="20000"/>
          </a:bodyPr>
          <a:lstStyle/>
          <a:p>
            <a:r>
              <a:rPr lang="zh-CN" altLang="en-US" dirty="0"/>
              <a:t>有向图中，顶点对 </a:t>
            </a:r>
            <a:r>
              <a:rPr lang="en-US" altLang="zh-CN" dirty="0"/>
              <a:t>&lt;x, y&gt; </a:t>
            </a:r>
            <a:r>
              <a:rPr lang="zh-CN" altLang="en-US" dirty="0"/>
              <a:t>是有序的。</a:t>
            </a:r>
          </a:p>
          <a:p>
            <a:r>
              <a:rPr lang="zh-CN" altLang="en-US" dirty="0"/>
              <a:t>无向图中，顶点对</a:t>
            </a:r>
            <a:r>
              <a:rPr lang="en-US" altLang="zh-CN" dirty="0"/>
              <a:t>(x, y)</a:t>
            </a:r>
            <a:r>
              <a:rPr lang="zh-CN" altLang="en-US" dirty="0"/>
              <a:t>是无序的。</a:t>
            </a:r>
          </a:p>
          <a:p>
            <a:r>
              <a:rPr lang="zh-CN" altLang="en-US" dirty="0"/>
              <a:t>完全图   </a:t>
            </a:r>
            <a:endParaRPr lang="en-US" altLang="zh-CN" dirty="0"/>
          </a:p>
          <a:p>
            <a:pPr lvl="1">
              <a:lnSpc>
                <a:spcPct val="120000"/>
              </a:lnSpc>
            </a:pPr>
            <a:r>
              <a:rPr lang="zh-CN" altLang="en-US" dirty="0"/>
              <a:t>有 </a:t>
            </a:r>
            <a:r>
              <a:rPr lang="en-US" altLang="zh-CN" dirty="0"/>
              <a:t>n </a:t>
            </a:r>
            <a:r>
              <a:rPr lang="zh-CN" altLang="en-US" dirty="0"/>
              <a:t>个顶点的无向图有 </a:t>
            </a:r>
            <a:r>
              <a:rPr lang="en-US" altLang="zh-CN" dirty="0"/>
              <a:t>n(n-1)/2 </a:t>
            </a:r>
            <a:r>
              <a:rPr lang="zh-CN" altLang="en-US" dirty="0"/>
              <a:t>条边</a:t>
            </a:r>
            <a:r>
              <a:rPr lang="en-US" altLang="zh-CN" dirty="0"/>
              <a:t>, </a:t>
            </a:r>
            <a:r>
              <a:rPr lang="zh-CN" altLang="en-US" dirty="0"/>
              <a:t>则此图为完全无向图。</a:t>
            </a:r>
            <a:endParaRPr lang="en-US" altLang="zh-CN" dirty="0"/>
          </a:p>
          <a:p>
            <a:pPr lvl="1">
              <a:lnSpc>
                <a:spcPct val="120000"/>
              </a:lnSpc>
            </a:pPr>
            <a:r>
              <a:rPr lang="zh-CN" altLang="en-US" dirty="0"/>
              <a:t>有 </a:t>
            </a:r>
            <a:r>
              <a:rPr lang="en-US" altLang="zh-CN" dirty="0"/>
              <a:t>n </a:t>
            </a:r>
            <a:r>
              <a:rPr lang="zh-CN" altLang="en-US" dirty="0"/>
              <a:t>个顶点的有向图有</a:t>
            </a:r>
            <a:r>
              <a:rPr lang="en-US" altLang="zh-CN" dirty="0"/>
              <a:t>n(n-1) </a:t>
            </a:r>
            <a:r>
              <a:rPr lang="zh-CN" altLang="en-US" dirty="0"/>
              <a:t>条边</a:t>
            </a:r>
            <a:r>
              <a:rPr lang="en-US" altLang="zh-CN" dirty="0"/>
              <a:t>, </a:t>
            </a:r>
            <a:r>
              <a:rPr lang="zh-CN" altLang="en-US" dirty="0"/>
              <a:t>则此图为完全有向图。</a:t>
            </a:r>
          </a:p>
        </p:txBody>
      </p:sp>
      <p:grpSp>
        <p:nvGrpSpPr>
          <p:cNvPr id="5" name="组合 4">
            <a:extLst>
              <a:ext uri="{FF2B5EF4-FFF2-40B4-BE49-F238E27FC236}">
                <a16:creationId xmlns:a16="http://schemas.microsoft.com/office/drawing/2014/main" id="{8F9B54FA-B7C2-47BD-B30C-05DB79278F24}"/>
              </a:ext>
            </a:extLst>
          </p:cNvPr>
          <p:cNvGrpSpPr/>
          <p:nvPr/>
        </p:nvGrpSpPr>
        <p:grpSpPr>
          <a:xfrm>
            <a:off x="628650" y="4063884"/>
            <a:ext cx="7543800" cy="2088232"/>
            <a:chOff x="815975" y="3414713"/>
            <a:chExt cx="7543800" cy="2103437"/>
          </a:xfrm>
        </p:grpSpPr>
        <p:sp>
          <p:nvSpPr>
            <p:cNvPr id="7170" name="Line 55">
              <a:extLst>
                <a:ext uri="{FF2B5EF4-FFF2-40B4-BE49-F238E27FC236}">
                  <a16:creationId xmlns:a16="http://schemas.microsoft.com/office/drawing/2014/main" id="{C22D5630-27D7-1F8C-DBA1-7E95ECD05537}"/>
                </a:ext>
              </a:extLst>
            </p:cNvPr>
            <p:cNvSpPr>
              <a:spLocks noChangeShapeType="1"/>
            </p:cNvSpPr>
            <p:nvPr/>
          </p:nvSpPr>
          <p:spPr bwMode="auto">
            <a:xfrm rot="10746533">
              <a:off x="5997575" y="4024313"/>
              <a:ext cx="1588" cy="2286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1" name="Oval 54">
              <a:extLst>
                <a:ext uri="{FF2B5EF4-FFF2-40B4-BE49-F238E27FC236}">
                  <a16:creationId xmlns:a16="http://schemas.microsoft.com/office/drawing/2014/main" id="{98164316-2D16-880C-C5C7-9B8CEDE9A05E}"/>
                </a:ext>
              </a:extLst>
            </p:cNvPr>
            <p:cNvSpPr>
              <a:spLocks noChangeArrowheads="1"/>
            </p:cNvSpPr>
            <p:nvPr/>
          </p:nvSpPr>
          <p:spPr bwMode="auto">
            <a:xfrm>
              <a:off x="5692775" y="3948113"/>
              <a:ext cx="304800" cy="533400"/>
            </a:xfrm>
            <a:prstGeom prst="ellipse">
              <a:avLst/>
            </a:prstGeom>
            <a:noFill/>
            <a:ln w="28575">
              <a:solidFill>
                <a:srgbClr val="FF505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172" name="Oval 49">
              <a:extLst>
                <a:ext uri="{FF2B5EF4-FFF2-40B4-BE49-F238E27FC236}">
                  <a16:creationId xmlns:a16="http://schemas.microsoft.com/office/drawing/2014/main" id="{0753FB08-7729-5C40-BFE3-D265CECA0A1B}"/>
                </a:ext>
              </a:extLst>
            </p:cNvPr>
            <p:cNvSpPr>
              <a:spLocks noChangeArrowheads="1"/>
            </p:cNvSpPr>
            <p:nvPr/>
          </p:nvSpPr>
          <p:spPr bwMode="auto">
            <a:xfrm rot="1365800" flipH="1">
              <a:off x="7747000" y="3871913"/>
              <a:ext cx="307975" cy="1371600"/>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173" name="Oval 48">
              <a:extLst>
                <a:ext uri="{FF2B5EF4-FFF2-40B4-BE49-F238E27FC236}">
                  <a16:creationId xmlns:a16="http://schemas.microsoft.com/office/drawing/2014/main" id="{F3650917-2454-0BE5-DC0A-15C717E83986}"/>
                </a:ext>
              </a:extLst>
            </p:cNvPr>
            <p:cNvSpPr>
              <a:spLocks noChangeArrowheads="1"/>
            </p:cNvSpPr>
            <p:nvPr/>
          </p:nvSpPr>
          <p:spPr bwMode="auto">
            <a:xfrm rot="-1365800">
              <a:off x="7061200" y="3868738"/>
              <a:ext cx="307975" cy="1371600"/>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174" name="Oval 45">
              <a:extLst>
                <a:ext uri="{FF2B5EF4-FFF2-40B4-BE49-F238E27FC236}">
                  <a16:creationId xmlns:a16="http://schemas.microsoft.com/office/drawing/2014/main" id="{51E87197-6B9C-7A7A-1544-056544E4D0AA}"/>
                </a:ext>
              </a:extLst>
            </p:cNvPr>
            <p:cNvSpPr>
              <a:spLocks noChangeArrowheads="1"/>
            </p:cNvSpPr>
            <p:nvPr/>
          </p:nvSpPr>
          <p:spPr bwMode="auto">
            <a:xfrm>
              <a:off x="6988175" y="3643313"/>
              <a:ext cx="1066800" cy="304800"/>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175" name="Line 25">
              <a:extLst>
                <a:ext uri="{FF2B5EF4-FFF2-40B4-BE49-F238E27FC236}">
                  <a16:creationId xmlns:a16="http://schemas.microsoft.com/office/drawing/2014/main" id="{7BC4CF19-4A30-A837-7384-45131A782196}"/>
                </a:ext>
              </a:extLst>
            </p:cNvPr>
            <p:cNvSpPr>
              <a:spLocks noChangeShapeType="1"/>
            </p:cNvSpPr>
            <p:nvPr/>
          </p:nvSpPr>
          <p:spPr bwMode="auto">
            <a:xfrm>
              <a:off x="3940175" y="3948113"/>
              <a:ext cx="381000" cy="5334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6" name="Line 26">
              <a:extLst>
                <a:ext uri="{FF2B5EF4-FFF2-40B4-BE49-F238E27FC236}">
                  <a16:creationId xmlns:a16="http://schemas.microsoft.com/office/drawing/2014/main" id="{C4BBEB36-8914-537C-F3E2-70A97B90A84A}"/>
                </a:ext>
              </a:extLst>
            </p:cNvPr>
            <p:cNvSpPr>
              <a:spLocks noChangeShapeType="1"/>
            </p:cNvSpPr>
            <p:nvPr/>
          </p:nvSpPr>
          <p:spPr bwMode="auto">
            <a:xfrm flipH="1">
              <a:off x="4092575" y="4633913"/>
              <a:ext cx="152400" cy="5334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7" name="Line 27">
              <a:extLst>
                <a:ext uri="{FF2B5EF4-FFF2-40B4-BE49-F238E27FC236}">
                  <a16:creationId xmlns:a16="http://schemas.microsoft.com/office/drawing/2014/main" id="{DB639E9B-7194-E4A5-E581-9641D581F7B6}"/>
                </a:ext>
              </a:extLst>
            </p:cNvPr>
            <p:cNvSpPr>
              <a:spLocks noChangeShapeType="1"/>
            </p:cNvSpPr>
            <p:nvPr/>
          </p:nvSpPr>
          <p:spPr bwMode="auto">
            <a:xfrm>
              <a:off x="4397375" y="4633913"/>
              <a:ext cx="228600" cy="5334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8" name="Line 24">
              <a:extLst>
                <a:ext uri="{FF2B5EF4-FFF2-40B4-BE49-F238E27FC236}">
                  <a16:creationId xmlns:a16="http://schemas.microsoft.com/office/drawing/2014/main" id="{D246282E-2A4D-15BA-D6E5-A70C2DF4BD98}"/>
                </a:ext>
              </a:extLst>
            </p:cNvPr>
            <p:cNvSpPr>
              <a:spLocks noChangeShapeType="1"/>
            </p:cNvSpPr>
            <p:nvPr/>
          </p:nvSpPr>
          <p:spPr bwMode="auto">
            <a:xfrm flipH="1">
              <a:off x="3330575" y="3948113"/>
              <a:ext cx="304800" cy="3810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9" name="Line 23">
              <a:extLst>
                <a:ext uri="{FF2B5EF4-FFF2-40B4-BE49-F238E27FC236}">
                  <a16:creationId xmlns:a16="http://schemas.microsoft.com/office/drawing/2014/main" id="{0F5CEC52-6BF5-0713-9339-FF79BA8A7C59}"/>
                </a:ext>
              </a:extLst>
            </p:cNvPr>
            <p:cNvSpPr>
              <a:spLocks noChangeShapeType="1"/>
            </p:cNvSpPr>
            <p:nvPr/>
          </p:nvSpPr>
          <p:spPr bwMode="auto">
            <a:xfrm>
              <a:off x="3254375" y="4633913"/>
              <a:ext cx="152400" cy="5334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80" name="Line 22">
              <a:extLst>
                <a:ext uri="{FF2B5EF4-FFF2-40B4-BE49-F238E27FC236}">
                  <a16:creationId xmlns:a16="http://schemas.microsoft.com/office/drawing/2014/main" id="{1355E7DF-4DA8-F2D5-CA28-C08B5B5D9E91}"/>
                </a:ext>
              </a:extLst>
            </p:cNvPr>
            <p:cNvSpPr>
              <a:spLocks noChangeShapeType="1"/>
            </p:cNvSpPr>
            <p:nvPr/>
          </p:nvSpPr>
          <p:spPr bwMode="auto">
            <a:xfrm flipH="1">
              <a:off x="2797175" y="4633913"/>
              <a:ext cx="304800" cy="5334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81" name="Line 15">
              <a:extLst>
                <a:ext uri="{FF2B5EF4-FFF2-40B4-BE49-F238E27FC236}">
                  <a16:creationId xmlns:a16="http://schemas.microsoft.com/office/drawing/2014/main" id="{054C7D51-09B6-B752-CD30-96EC93723A15}"/>
                </a:ext>
              </a:extLst>
            </p:cNvPr>
            <p:cNvSpPr>
              <a:spLocks noChangeShapeType="1"/>
            </p:cNvSpPr>
            <p:nvPr/>
          </p:nvSpPr>
          <p:spPr bwMode="auto">
            <a:xfrm>
              <a:off x="1120775" y="4557713"/>
              <a:ext cx="381000" cy="6096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82" name="Line 14">
              <a:extLst>
                <a:ext uri="{FF2B5EF4-FFF2-40B4-BE49-F238E27FC236}">
                  <a16:creationId xmlns:a16="http://schemas.microsoft.com/office/drawing/2014/main" id="{E7AA5F87-9079-AA70-95DC-EACA166872F2}"/>
                </a:ext>
              </a:extLst>
            </p:cNvPr>
            <p:cNvSpPr>
              <a:spLocks noChangeShapeType="1"/>
            </p:cNvSpPr>
            <p:nvPr/>
          </p:nvSpPr>
          <p:spPr bwMode="auto">
            <a:xfrm>
              <a:off x="1654175" y="3795713"/>
              <a:ext cx="381000" cy="6096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83" name="Line 13">
              <a:extLst>
                <a:ext uri="{FF2B5EF4-FFF2-40B4-BE49-F238E27FC236}">
                  <a16:creationId xmlns:a16="http://schemas.microsoft.com/office/drawing/2014/main" id="{3F7806B9-0B74-04B0-9449-402152E51A94}"/>
                </a:ext>
              </a:extLst>
            </p:cNvPr>
            <p:cNvSpPr>
              <a:spLocks noChangeShapeType="1"/>
            </p:cNvSpPr>
            <p:nvPr/>
          </p:nvSpPr>
          <p:spPr bwMode="auto">
            <a:xfrm flipH="1">
              <a:off x="1654175" y="4557713"/>
              <a:ext cx="381000" cy="6096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84" name="Line 12">
              <a:extLst>
                <a:ext uri="{FF2B5EF4-FFF2-40B4-BE49-F238E27FC236}">
                  <a16:creationId xmlns:a16="http://schemas.microsoft.com/office/drawing/2014/main" id="{E3B873A6-4F75-5CE7-2738-DE106121A952}"/>
                </a:ext>
              </a:extLst>
            </p:cNvPr>
            <p:cNvSpPr>
              <a:spLocks noChangeShapeType="1"/>
            </p:cNvSpPr>
            <p:nvPr/>
          </p:nvSpPr>
          <p:spPr bwMode="auto">
            <a:xfrm flipH="1">
              <a:off x="1120775" y="3795713"/>
              <a:ext cx="381000" cy="6096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85" name="Line 11">
              <a:extLst>
                <a:ext uri="{FF2B5EF4-FFF2-40B4-BE49-F238E27FC236}">
                  <a16:creationId xmlns:a16="http://schemas.microsoft.com/office/drawing/2014/main" id="{4ACC204A-A2A2-3185-6FBD-9CFF4C441471}"/>
                </a:ext>
              </a:extLst>
            </p:cNvPr>
            <p:cNvSpPr>
              <a:spLocks noChangeShapeType="1"/>
            </p:cNvSpPr>
            <p:nvPr/>
          </p:nvSpPr>
          <p:spPr bwMode="auto">
            <a:xfrm>
              <a:off x="1196975" y="4481513"/>
              <a:ext cx="838200"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86" name="Line 10">
              <a:extLst>
                <a:ext uri="{FF2B5EF4-FFF2-40B4-BE49-F238E27FC236}">
                  <a16:creationId xmlns:a16="http://schemas.microsoft.com/office/drawing/2014/main" id="{AFD363B4-0D72-3E47-5FD5-6FA50E53F4A1}"/>
                </a:ext>
              </a:extLst>
            </p:cNvPr>
            <p:cNvSpPr>
              <a:spLocks noChangeShapeType="1"/>
            </p:cNvSpPr>
            <p:nvPr/>
          </p:nvSpPr>
          <p:spPr bwMode="auto">
            <a:xfrm>
              <a:off x="1577975" y="3871913"/>
              <a:ext cx="0" cy="13716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89" name="Oval 5">
              <a:extLst>
                <a:ext uri="{FF2B5EF4-FFF2-40B4-BE49-F238E27FC236}">
                  <a16:creationId xmlns:a16="http://schemas.microsoft.com/office/drawing/2014/main" id="{83253271-CF02-F643-A04D-AD34583EF750}"/>
                </a:ext>
              </a:extLst>
            </p:cNvPr>
            <p:cNvSpPr>
              <a:spLocks noChangeArrowheads="1"/>
            </p:cNvSpPr>
            <p:nvPr/>
          </p:nvSpPr>
          <p:spPr bwMode="auto">
            <a:xfrm>
              <a:off x="815975" y="4252913"/>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7190" name="Oval 6">
              <a:extLst>
                <a:ext uri="{FF2B5EF4-FFF2-40B4-BE49-F238E27FC236}">
                  <a16:creationId xmlns:a16="http://schemas.microsoft.com/office/drawing/2014/main" id="{472D187A-427D-EE0F-3DA4-CA17A52C9D64}"/>
                </a:ext>
              </a:extLst>
            </p:cNvPr>
            <p:cNvSpPr>
              <a:spLocks noChangeArrowheads="1"/>
            </p:cNvSpPr>
            <p:nvPr/>
          </p:nvSpPr>
          <p:spPr bwMode="auto">
            <a:xfrm>
              <a:off x="1882775" y="4252913"/>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7191" name="Oval 7">
              <a:extLst>
                <a:ext uri="{FF2B5EF4-FFF2-40B4-BE49-F238E27FC236}">
                  <a16:creationId xmlns:a16="http://schemas.microsoft.com/office/drawing/2014/main" id="{B66771FE-1934-E90E-BA45-A5B245F0D1FC}"/>
                </a:ext>
              </a:extLst>
            </p:cNvPr>
            <p:cNvSpPr>
              <a:spLocks noChangeArrowheads="1"/>
            </p:cNvSpPr>
            <p:nvPr/>
          </p:nvSpPr>
          <p:spPr bwMode="auto">
            <a:xfrm>
              <a:off x="1349375" y="3490913"/>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7192" name="Oval 8">
              <a:extLst>
                <a:ext uri="{FF2B5EF4-FFF2-40B4-BE49-F238E27FC236}">
                  <a16:creationId xmlns:a16="http://schemas.microsoft.com/office/drawing/2014/main" id="{48507EFD-107C-1D02-0E50-8E398BDEF4F0}"/>
                </a:ext>
              </a:extLst>
            </p:cNvPr>
            <p:cNvSpPr>
              <a:spLocks noChangeArrowheads="1"/>
            </p:cNvSpPr>
            <p:nvPr/>
          </p:nvSpPr>
          <p:spPr bwMode="auto">
            <a:xfrm>
              <a:off x="1349375" y="5014913"/>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7193" name="Oval 9">
              <a:extLst>
                <a:ext uri="{FF2B5EF4-FFF2-40B4-BE49-F238E27FC236}">
                  <a16:creationId xmlns:a16="http://schemas.microsoft.com/office/drawing/2014/main" id="{D5567BAE-30AC-663C-BA1E-7380C1F1138A}"/>
                </a:ext>
              </a:extLst>
            </p:cNvPr>
            <p:cNvSpPr>
              <a:spLocks noChangeArrowheads="1"/>
            </p:cNvSpPr>
            <p:nvPr/>
          </p:nvSpPr>
          <p:spPr bwMode="auto">
            <a:xfrm>
              <a:off x="2568575" y="5014913"/>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7194" name="Oval 16">
              <a:extLst>
                <a:ext uri="{FF2B5EF4-FFF2-40B4-BE49-F238E27FC236}">
                  <a16:creationId xmlns:a16="http://schemas.microsoft.com/office/drawing/2014/main" id="{4D77AEB0-76AA-2CDC-3FE3-69B77702875F}"/>
                </a:ext>
              </a:extLst>
            </p:cNvPr>
            <p:cNvSpPr>
              <a:spLocks noChangeArrowheads="1"/>
            </p:cNvSpPr>
            <p:nvPr/>
          </p:nvSpPr>
          <p:spPr bwMode="auto">
            <a:xfrm>
              <a:off x="3178175" y="5014913"/>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7195" name="Oval 17">
              <a:extLst>
                <a:ext uri="{FF2B5EF4-FFF2-40B4-BE49-F238E27FC236}">
                  <a16:creationId xmlns:a16="http://schemas.microsoft.com/office/drawing/2014/main" id="{B2094C8B-AE9F-D32A-EBF9-19C94A83831B}"/>
                </a:ext>
              </a:extLst>
            </p:cNvPr>
            <p:cNvSpPr>
              <a:spLocks noChangeArrowheads="1"/>
            </p:cNvSpPr>
            <p:nvPr/>
          </p:nvSpPr>
          <p:spPr bwMode="auto">
            <a:xfrm>
              <a:off x="3787775" y="5014913"/>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7196" name="Oval 18">
              <a:extLst>
                <a:ext uri="{FF2B5EF4-FFF2-40B4-BE49-F238E27FC236}">
                  <a16:creationId xmlns:a16="http://schemas.microsoft.com/office/drawing/2014/main" id="{00E21789-CAB5-77FE-92B4-304B81879836}"/>
                </a:ext>
              </a:extLst>
            </p:cNvPr>
            <p:cNvSpPr>
              <a:spLocks noChangeArrowheads="1"/>
            </p:cNvSpPr>
            <p:nvPr/>
          </p:nvSpPr>
          <p:spPr bwMode="auto">
            <a:xfrm>
              <a:off x="4397375" y="5014913"/>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7197" name="Oval 19">
              <a:extLst>
                <a:ext uri="{FF2B5EF4-FFF2-40B4-BE49-F238E27FC236}">
                  <a16:creationId xmlns:a16="http://schemas.microsoft.com/office/drawing/2014/main" id="{B9E1B737-9171-5637-B31D-3706A1434CE0}"/>
                </a:ext>
              </a:extLst>
            </p:cNvPr>
            <p:cNvSpPr>
              <a:spLocks noChangeArrowheads="1"/>
            </p:cNvSpPr>
            <p:nvPr/>
          </p:nvSpPr>
          <p:spPr bwMode="auto">
            <a:xfrm>
              <a:off x="2949575" y="4252913"/>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7198" name="Oval 20">
              <a:extLst>
                <a:ext uri="{FF2B5EF4-FFF2-40B4-BE49-F238E27FC236}">
                  <a16:creationId xmlns:a16="http://schemas.microsoft.com/office/drawing/2014/main" id="{2D5F3A83-06B0-231B-C952-ECDED0468D4B}"/>
                </a:ext>
              </a:extLst>
            </p:cNvPr>
            <p:cNvSpPr>
              <a:spLocks noChangeArrowheads="1"/>
            </p:cNvSpPr>
            <p:nvPr/>
          </p:nvSpPr>
          <p:spPr bwMode="auto">
            <a:xfrm>
              <a:off x="4092575" y="4252913"/>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7199" name="Oval 21">
              <a:extLst>
                <a:ext uri="{FF2B5EF4-FFF2-40B4-BE49-F238E27FC236}">
                  <a16:creationId xmlns:a16="http://schemas.microsoft.com/office/drawing/2014/main" id="{1CC57DB3-F689-F280-7DFF-F8190911F0E9}"/>
                </a:ext>
              </a:extLst>
            </p:cNvPr>
            <p:cNvSpPr>
              <a:spLocks noChangeArrowheads="1"/>
            </p:cNvSpPr>
            <p:nvPr/>
          </p:nvSpPr>
          <p:spPr bwMode="auto">
            <a:xfrm>
              <a:off x="3559175" y="3567113"/>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7200" name="Oval 28">
              <a:extLst>
                <a:ext uri="{FF2B5EF4-FFF2-40B4-BE49-F238E27FC236}">
                  <a16:creationId xmlns:a16="http://schemas.microsoft.com/office/drawing/2014/main" id="{452AE3A3-4541-272A-1D67-DB7856CCF6B0}"/>
                </a:ext>
              </a:extLst>
            </p:cNvPr>
            <p:cNvSpPr>
              <a:spLocks noChangeArrowheads="1"/>
            </p:cNvSpPr>
            <p:nvPr/>
          </p:nvSpPr>
          <p:spPr bwMode="auto">
            <a:xfrm>
              <a:off x="5616575" y="3567113"/>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7201" name="Oval 29">
              <a:extLst>
                <a:ext uri="{FF2B5EF4-FFF2-40B4-BE49-F238E27FC236}">
                  <a16:creationId xmlns:a16="http://schemas.microsoft.com/office/drawing/2014/main" id="{52385F47-17E7-E669-1941-7F879FF69C74}"/>
                </a:ext>
              </a:extLst>
            </p:cNvPr>
            <p:cNvSpPr>
              <a:spLocks noChangeArrowheads="1"/>
            </p:cNvSpPr>
            <p:nvPr/>
          </p:nvSpPr>
          <p:spPr bwMode="auto">
            <a:xfrm>
              <a:off x="5616575" y="4329113"/>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7202" name="Oval 30">
              <a:extLst>
                <a:ext uri="{FF2B5EF4-FFF2-40B4-BE49-F238E27FC236}">
                  <a16:creationId xmlns:a16="http://schemas.microsoft.com/office/drawing/2014/main" id="{CA89C185-B12D-E465-96DE-E0F01EF375AB}"/>
                </a:ext>
              </a:extLst>
            </p:cNvPr>
            <p:cNvSpPr>
              <a:spLocks noChangeArrowheads="1"/>
            </p:cNvSpPr>
            <p:nvPr/>
          </p:nvSpPr>
          <p:spPr bwMode="auto">
            <a:xfrm>
              <a:off x="5616575" y="5014913"/>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7203" name="Line 37">
              <a:extLst>
                <a:ext uri="{FF2B5EF4-FFF2-40B4-BE49-F238E27FC236}">
                  <a16:creationId xmlns:a16="http://schemas.microsoft.com/office/drawing/2014/main" id="{A5E1C29B-315A-22DD-28ED-BA8A986772AD}"/>
                </a:ext>
              </a:extLst>
            </p:cNvPr>
            <p:cNvSpPr>
              <a:spLocks noChangeShapeType="1"/>
            </p:cNvSpPr>
            <p:nvPr/>
          </p:nvSpPr>
          <p:spPr bwMode="auto">
            <a:xfrm>
              <a:off x="5845175" y="4786313"/>
              <a:ext cx="0" cy="228600"/>
            </a:xfrm>
            <a:prstGeom prst="line">
              <a:avLst/>
            </a:prstGeom>
            <a:noFill/>
            <a:ln w="28575">
              <a:solidFill>
                <a:schemeClr val="tx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04" name="Oval 38">
              <a:extLst>
                <a:ext uri="{FF2B5EF4-FFF2-40B4-BE49-F238E27FC236}">
                  <a16:creationId xmlns:a16="http://schemas.microsoft.com/office/drawing/2014/main" id="{E233AFC2-AD27-FA56-F74B-EDFFB9EFE803}"/>
                </a:ext>
              </a:extLst>
            </p:cNvPr>
            <p:cNvSpPr>
              <a:spLocks noChangeArrowheads="1"/>
            </p:cNvSpPr>
            <p:nvPr/>
          </p:nvSpPr>
          <p:spPr bwMode="auto">
            <a:xfrm>
              <a:off x="6683375" y="3567113"/>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7205" name="Oval 39">
              <a:extLst>
                <a:ext uri="{FF2B5EF4-FFF2-40B4-BE49-F238E27FC236}">
                  <a16:creationId xmlns:a16="http://schemas.microsoft.com/office/drawing/2014/main" id="{4CE95ECE-33C6-5EC8-85FA-12FD28A40334}"/>
                </a:ext>
              </a:extLst>
            </p:cNvPr>
            <p:cNvSpPr>
              <a:spLocks noChangeArrowheads="1"/>
            </p:cNvSpPr>
            <p:nvPr/>
          </p:nvSpPr>
          <p:spPr bwMode="auto">
            <a:xfrm>
              <a:off x="7902575" y="3567113"/>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7206" name="Oval 40">
              <a:extLst>
                <a:ext uri="{FF2B5EF4-FFF2-40B4-BE49-F238E27FC236}">
                  <a16:creationId xmlns:a16="http://schemas.microsoft.com/office/drawing/2014/main" id="{91471FFF-956F-473B-B5FF-8981C59A928C}"/>
                </a:ext>
              </a:extLst>
            </p:cNvPr>
            <p:cNvSpPr>
              <a:spLocks noChangeArrowheads="1"/>
            </p:cNvSpPr>
            <p:nvPr/>
          </p:nvSpPr>
          <p:spPr bwMode="auto">
            <a:xfrm>
              <a:off x="7292975" y="5014913"/>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7207" name="Line 46">
              <a:extLst>
                <a:ext uri="{FF2B5EF4-FFF2-40B4-BE49-F238E27FC236}">
                  <a16:creationId xmlns:a16="http://schemas.microsoft.com/office/drawing/2014/main" id="{2CE09045-D512-D4A0-51FF-CF66A68C197D}"/>
                </a:ext>
              </a:extLst>
            </p:cNvPr>
            <p:cNvSpPr>
              <a:spLocks noChangeShapeType="1"/>
            </p:cNvSpPr>
            <p:nvPr/>
          </p:nvSpPr>
          <p:spPr bwMode="auto">
            <a:xfrm>
              <a:off x="7826375" y="3643313"/>
              <a:ext cx="152400" cy="762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08" name="Line 47">
              <a:extLst>
                <a:ext uri="{FF2B5EF4-FFF2-40B4-BE49-F238E27FC236}">
                  <a16:creationId xmlns:a16="http://schemas.microsoft.com/office/drawing/2014/main" id="{01D7C25C-8DFA-05F7-CB12-F3BE606D8D13}"/>
                </a:ext>
              </a:extLst>
            </p:cNvPr>
            <p:cNvSpPr>
              <a:spLocks noChangeShapeType="1"/>
            </p:cNvSpPr>
            <p:nvPr/>
          </p:nvSpPr>
          <p:spPr bwMode="auto">
            <a:xfrm rot="10800000">
              <a:off x="7140575" y="3871913"/>
              <a:ext cx="152400" cy="762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09" name="Line 50">
              <a:extLst>
                <a:ext uri="{FF2B5EF4-FFF2-40B4-BE49-F238E27FC236}">
                  <a16:creationId xmlns:a16="http://schemas.microsoft.com/office/drawing/2014/main" id="{49E8A982-B227-55DB-0EBE-034A6A874B53}"/>
                </a:ext>
              </a:extLst>
            </p:cNvPr>
            <p:cNvSpPr>
              <a:spLocks noChangeShapeType="1"/>
            </p:cNvSpPr>
            <p:nvPr/>
          </p:nvSpPr>
          <p:spPr bwMode="auto">
            <a:xfrm rot="-2253034">
              <a:off x="7292975" y="4938713"/>
              <a:ext cx="1588" cy="2286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10" name="Line 51">
              <a:extLst>
                <a:ext uri="{FF2B5EF4-FFF2-40B4-BE49-F238E27FC236}">
                  <a16:creationId xmlns:a16="http://schemas.microsoft.com/office/drawing/2014/main" id="{92AB7F89-CB0A-C8A4-F053-A7AD6865AB21}"/>
                </a:ext>
              </a:extLst>
            </p:cNvPr>
            <p:cNvSpPr>
              <a:spLocks noChangeShapeType="1"/>
            </p:cNvSpPr>
            <p:nvPr/>
          </p:nvSpPr>
          <p:spPr bwMode="auto">
            <a:xfrm rot="9367210">
              <a:off x="7140575" y="3948113"/>
              <a:ext cx="1588" cy="2286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11" name="Line 52">
              <a:extLst>
                <a:ext uri="{FF2B5EF4-FFF2-40B4-BE49-F238E27FC236}">
                  <a16:creationId xmlns:a16="http://schemas.microsoft.com/office/drawing/2014/main" id="{669520B3-07B9-0C83-3847-E83AE40E99B2}"/>
                </a:ext>
              </a:extLst>
            </p:cNvPr>
            <p:cNvSpPr>
              <a:spLocks noChangeShapeType="1"/>
            </p:cNvSpPr>
            <p:nvPr/>
          </p:nvSpPr>
          <p:spPr bwMode="auto">
            <a:xfrm rot="21392571" flipH="1">
              <a:off x="7600950" y="4859338"/>
              <a:ext cx="73025" cy="150812"/>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12" name="Line 53">
              <a:extLst>
                <a:ext uri="{FF2B5EF4-FFF2-40B4-BE49-F238E27FC236}">
                  <a16:creationId xmlns:a16="http://schemas.microsoft.com/office/drawing/2014/main" id="{44323DD0-C537-34E1-7DFD-443F36B598FF}"/>
                </a:ext>
              </a:extLst>
            </p:cNvPr>
            <p:cNvSpPr>
              <a:spLocks noChangeShapeType="1"/>
            </p:cNvSpPr>
            <p:nvPr/>
          </p:nvSpPr>
          <p:spPr bwMode="auto">
            <a:xfrm rot="10175820" flipH="1">
              <a:off x="8129588" y="4098925"/>
              <a:ext cx="76200" cy="1524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13" name="Line 56">
              <a:extLst>
                <a:ext uri="{FF2B5EF4-FFF2-40B4-BE49-F238E27FC236}">
                  <a16:creationId xmlns:a16="http://schemas.microsoft.com/office/drawing/2014/main" id="{E42F63F0-3E61-8CF2-B224-D58BB8501643}"/>
                </a:ext>
              </a:extLst>
            </p:cNvPr>
            <p:cNvSpPr>
              <a:spLocks noChangeShapeType="1"/>
            </p:cNvSpPr>
            <p:nvPr/>
          </p:nvSpPr>
          <p:spPr bwMode="auto">
            <a:xfrm rot="-1144227">
              <a:off x="5692775" y="4176713"/>
              <a:ext cx="1588" cy="2286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14" name="Text Box 57">
              <a:extLst>
                <a:ext uri="{FF2B5EF4-FFF2-40B4-BE49-F238E27FC236}">
                  <a16:creationId xmlns:a16="http://schemas.microsoft.com/office/drawing/2014/main" id="{F64F99B4-ED12-9FFE-C46E-17683D517057}"/>
                </a:ext>
              </a:extLst>
            </p:cNvPr>
            <p:cNvSpPr txBox="1">
              <a:spLocks noChangeArrowheads="1"/>
            </p:cNvSpPr>
            <p:nvPr/>
          </p:nvSpPr>
          <p:spPr bwMode="auto">
            <a:xfrm>
              <a:off x="1419225" y="341471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7215" name="Text Box 58">
              <a:extLst>
                <a:ext uri="{FF2B5EF4-FFF2-40B4-BE49-F238E27FC236}">
                  <a16:creationId xmlns:a16="http://schemas.microsoft.com/office/drawing/2014/main" id="{A14D3042-4097-588C-C599-8125F4AE28CC}"/>
                </a:ext>
              </a:extLst>
            </p:cNvPr>
            <p:cNvSpPr txBox="1">
              <a:spLocks noChangeArrowheads="1"/>
            </p:cNvSpPr>
            <p:nvPr/>
          </p:nvSpPr>
          <p:spPr bwMode="auto">
            <a:xfrm>
              <a:off x="3559175" y="349091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7216" name="Text Box 59">
              <a:extLst>
                <a:ext uri="{FF2B5EF4-FFF2-40B4-BE49-F238E27FC236}">
                  <a16:creationId xmlns:a16="http://schemas.microsoft.com/office/drawing/2014/main" id="{12BDB54D-B82A-4914-3E3B-ECC26304ABAE}"/>
                </a:ext>
              </a:extLst>
            </p:cNvPr>
            <p:cNvSpPr txBox="1">
              <a:spLocks noChangeArrowheads="1"/>
            </p:cNvSpPr>
            <p:nvPr/>
          </p:nvSpPr>
          <p:spPr bwMode="auto">
            <a:xfrm>
              <a:off x="5686425" y="349091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7217" name="Text Box 60">
              <a:extLst>
                <a:ext uri="{FF2B5EF4-FFF2-40B4-BE49-F238E27FC236}">
                  <a16:creationId xmlns:a16="http://schemas.microsoft.com/office/drawing/2014/main" id="{335822BD-EE3A-698C-E810-097BD35BC8E4}"/>
                </a:ext>
              </a:extLst>
            </p:cNvPr>
            <p:cNvSpPr txBox="1">
              <a:spLocks noChangeArrowheads="1"/>
            </p:cNvSpPr>
            <p:nvPr/>
          </p:nvSpPr>
          <p:spPr bwMode="auto">
            <a:xfrm>
              <a:off x="6683375" y="349091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7218" name="Text Box 61">
              <a:extLst>
                <a:ext uri="{FF2B5EF4-FFF2-40B4-BE49-F238E27FC236}">
                  <a16:creationId xmlns:a16="http://schemas.microsoft.com/office/drawing/2014/main" id="{1F12944B-BB91-FDD8-A34A-96FB22114801}"/>
                </a:ext>
              </a:extLst>
            </p:cNvPr>
            <p:cNvSpPr txBox="1">
              <a:spLocks noChangeArrowheads="1"/>
            </p:cNvSpPr>
            <p:nvPr/>
          </p:nvSpPr>
          <p:spPr bwMode="auto">
            <a:xfrm>
              <a:off x="5686425" y="4283075"/>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7219" name="Text Box 62">
              <a:extLst>
                <a:ext uri="{FF2B5EF4-FFF2-40B4-BE49-F238E27FC236}">
                  <a16:creationId xmlns:a16="http://schemas.microsoft.com/office/drawing/2014/main" id="{8637961C-A7E2-DABA-38A5-9B3FD0AD8115}"/>
                </a:ext>
              </a:extLst>
            </p:cNvPr>
            <p:cNvSpPr txBox="1">
              <a:spLocks noChangeArrowheads="1"/>
            </p:cNvSpPr>
            <p:nvPr/>
          </p:nvSpPr>
          <p:spPr bwMode="auto">
            <a:xfrm>
              <a:off x="7972425" y="349091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7220" name="Text Box 63">
              <a:extLst>
                <a:ext uri="{FF2B5EF4-FFF2-40B4-BE49-F238E27FC236}">
                  <a16:creationId xmlns:a16="http://schemas.microsoft.com/office/drawing/2014/main" id="{B4FEB1C8-6366-1A53-FB1B-49D99AD7B56A}"/>
                </a:ext>
              </a:extLst>
            </p:cNvPr>
            <p:cNvSpPr txBox="1">
              <a:spLocks noChangeArrowheads="1"/>
            </p:cNvSpPr>
            <p:nvPr/>
          </p:nvSpPr>
          <p:spPr bwMode="auto">
            <a:xfrm>
              <a:off x="885825" y="417671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7221" name="Text Box 64">
              <a:extLst>
                <a:ext uri="{FF2B5EF4-FFF2-40B4-BE49-F238E27FC236}">
                  <a16:creationId xmlns:a16="http://schemas.microsoft.com/office/drawing/2014/main" id="{BE480E20-305A-45C2-4599-F4229E0E4A82}"/>
                </a:ext>
              </a:extLst>
            </p:cNvPr>
            <p:cNvSpPr txBox="1">
              <a:spLocks noChangeArrowheads="1"/>
            </p:cNvSpPr>
            <p:nvPr/>
          </p:nvSpPr>
          <p:spPr bwMode="auto">
            <a:xfrm>
              <a:off x="3019425" y="417671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7222" name="Text Box 65">
              <a:extLst>
                <a:ext uri="{FF2B5EF4-FFF2-40B4-BE49-F238E27FC236}">
                  <a16:creationId xmlns:a16="http://schemas.microsoft.com/office/drawing/2014/main" id="{26C801A3-571E-1D66-AAF2-4BE2DB544204}"/>
                </a:ext>
              </a:extLst>
            </p:cNvPr>
            <p:cNvSpPr txBox="1">
              <a:spLocks noChangeArrowheads="1"/>
            </p:cNvSpPr>
            <p:nvPr/>
          </p:nvSpPr>
          <p:spPr bwMode="auto">
            <a:xfrm>
              <a:off x="1952625" y="417671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7223" name="Text Box 66">
              <a:extLst>
                <a:ext uri="{FF2B5EF4-FFF2-40B4-BE49-F238E27FC236}">
                  <a16:creationId xmlns:a16="http://schemas.microsoft.com/office/drawing/2014/main" id="{BD614DA3-8361-0D60-96D6-0C2756C42021}"/>
                </a:ext>
              </a:extLst>
            </p:cNvPr>
            <p:cNvSpPr txBox="1">
              <a:spLocks noChangeArrowheads="1"/>
            </p:cNvSpPr>
            <p:nvPr/>
          </p:nvSpPr>
          <p:spPr bwMode="auto">
            <a:xfrm>
              <a:off x="4162425" y="417671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7224" name="Text Box 67">
              <a:extLst>
                <a:ext uri="{FF2B5EF4-FFF2-40B4-BE49-F238E27FC236}">
                  <a16:creationId xmlns:a16="http://schemas.microsoft.com/office/drawing/2014/main" id="{41B1AE79-CEFE-B47F-B9EC-6B69042B87FF}"/>
                </a:ext>
              </a:extLst>
            </p:cNvPr>
            <p:cNvSpPr txBox="1">
              <a:spLocks noChangeArrowheads="1"/>
            </p:cNvSpPr>
            <p:nvPr/>
          </p:nvSpPr>
          <p:spPr bwMode="auto">
            <a:xfrm>
              <a:off x="5686425" y="493871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7225" name="Text Box 68">
              <a:extLst>
                <a:ext uri="{FF2B5EF4-FFF2-40B4-BE49-F238E27FC236}">
                  <a16:creationId xmlns:a16="http://schemas.microsoft.com/office/drawing/2014/main" id="{E332D6AF-7753-DE72-AD2C-A86FCF36F293}"/>
                </a:ext>
              </a:extLst>
            </p:cNvPr>
            <p:cNvSpPr txBox="1">
              <a:spLocks noChangeArrowheads="1"/>
            </p:cNvSpPr>
            <p:nvPr/>
          </p:nvSpPr>
          <p:spPr bwMode="auto">
            <a:xfrm>
              <a:off x="7362825" y="493871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7226" name="Text Box 69">
              <a:extLst>
                <a:ext uri="{FF2B5EF4-FFF2-40B4-BE49-F238E27FC236}">
                  <a16:creationId xmlns:a16="http://schemas.microsoft.com/office/drawing/2014/main" id="{88BF84C4-D568-43A3-A2FD-38EC5EB1C9CC}"/>
                </a:ext>
              </a:extLst>
            </p:cNvPr>
            <p:cNvSpPr txBox="1">
              <a:spLocks noChangeArrowheads="1"/>
            </p:cNvSpPr>
            <p:nvPr/>
          </p:nvSpPr>
          <p:spPr bwMode="auto">
            <a:xfrm>
              <a:off x="4467225" y="493871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6</a:t>
              </a:r>
              <a:endParaRPr kumimoji="1" lang="en-US" altLang="zh-CN" sz="2400">
                <a:latin typeface="Times New Roman" panose="02020603050405020304" pitchFamily="18" charset="0"/>
                <a:ea typeface="宋体" panose="02010600030101010101" pitchFamily="2" charset="-122"/>
              </a:endParaRPr>
            </a:p>
          </p:txBody>
        </p:sp>
        <p:sp>
          <p:nvSpPr>
            <p:cNvPr id="7227" name="Text Box 70">
              <a:extLst>
                <a:ext uri="{FF2B5EF4-FFF2-40B4-BE49-F238E27FC236}">
                  <a16:creationId xmlns:a16="http://schemas.microsoft.com/office/drawing/2014/main" id="{C41F8F5A-4E2C-50CA-62DE-FC93AE0FE803}"/>
                </a:ext>
              </a:extLst>
            </p:cNvPr>
            <p:cNvSpPr txBox="1">
              <a:spLocks noChangeArrowheads="1"/>
            </p:cNvSpPr>
            <p:nvPr/>
          </p:nvSpPr>
          <p:spPr bwMode="auto">
            <a:xfrm>
              <a:off x="3787775" y="493871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7228" name="Text Box 71">
              <a:extLst>
                <a:ext uri="{FF2B5EF4-FFF2-40B4-BE49-F238E27FC236}">
                  <a16:creationId xmlns:a16="http://schemas.microsoft.com/office/drawing/2014/main" id="{831BC62B-9728-D8A6-ACCF-4545A67CF5F8}"/>
                </a:ext>
              </a:extLst>
            </p:cNvPr>
            <p:cNvSpPr txBox="1">
              <a:spLocks noChangeArrowheads="1"/>
            </p:cNvSpPr>
            <p:nvPr/>
          </p:nvSpPr>
          <p:spPr bwMode="auto">
            <a:xfrm>
              <a:off x="3178175" y="493871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4</a:t>
              </a:r>
              <a:endParaRPr kumimoji="1" lang="en-US" altLang="zh-CN" sz="2400">
                <a:latin typeface="Times New Roman" panose="02020603050405020304" pitchFamily="18" charset="0"/>
                <a:ea typeface="宋体" panose="02010600030101010101" pitchFamily="2" charset="-122"/>
              </a:endParaRPr>
            </a:p>
          </p:txBody>
        </p:sp>
        <p:sp>
          <p:nvSpPr>
            <p:cNvPr id="7229" name="Text Box 72">
              <a:extLst>
                <a:ext uri="{FF2B5EF4-FFF2-40B4-BE49-F238E27FC236}">
                  <a16:creationId xmlns:a16="http://schemas.microsoft.com/office/drawing/2014/main" id="{6E4920EE-DBF2-5DE4-A0DC-0773E3C3B4BB}"/>
                </a:ext>
              </a:extLst>
            </p:cNvPr>
            <p:cNvSpPr txBox="1">
              <a:spLocks noChangeArrowheads="1"/>
            </p:cNvSpPr>
            <p:nvPr/>
          </p:nvSpPr>
          <p:spPr bwMode="auto">
            <a:xfrm>
              <a:off x="2638425" y="493871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7230" name="Text Box 73">
              <a:extLst>
                <a:ext uri="{FF2B5EF4-FFF2-40B4-BE49-F238E27FC236}">
                  <a16:creationId xmlns:a16="http://schemas.microsoft.com/office/drawing/2014/main" id="{E3733F2F-ABEF-8250-64EB-E36232070A69}"/>
                </a:ext>
              </a:extLst>
            </p:cNvPr>
            <p:cNvSpPr txBox="1">
              <a:spLocks noChangeArrowheads="1"/>
            </p:cNvSpPr>
            <p:nvPr/>
          </p:nvSpPr>
          <p:spPr bwMode="auto">
            <a:xfrm>
              <a:off x="1419225" y="493871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grpSp>
      <p:sp>
        <p:nvSpPr>
          <p:cNvPr id="4" name="标题 3">
            <a:extLst>
              <a:ext uri="{FF2B5EF4-FFF2-40B4-BE49-F238E27FC236}">
                <a16:creationId xmlns:a16="http://schemas.microsoft.com/office/drawing/2014/main" id="{A83893CC-8C41-4DFD-9CAE-49EAA314F232}"/>
              </a:ext>
            </a:extLst>
          </p:cNvPr>
          <p:cNvSpPr>
            <a:spLocks noGrp="1"/>
          </p:cNvSpPr>
          <p:nvPr>
            <p:ph type="title"/>
          </p:nvPr>
        </p:nvSpPr>
        <p:spPr/>
        <p:txBody>
          <a:bodyPr/>
          <a:lstStyle/>
          <a:p>
            <a:r>
              <a:rPr lang="zh-CN" altLang="en-US" dirty="0"/>
              <a:t>有向图、无向图、完全图</a:t>
            </a:r>
          </a:p>
        </p:txBody>
      </p:sp>
      <p:sp>
        <p:nvSpPr>
          <p:cNvPr id="2" name="灯片编号占位符 1">
            <a:extLst>
              <a:ext uri="{FF2B5EF4-FFF2-40B4-BE49-F238E27FC236}">
                <a16:creationId xmlns:a16="http://schemas.microsoft.com/office/drawing/2014/main" id="{41789705-B433-C431-9D7C-4DABC1AA0C40}"/>
              </a:ext>
            </a:extLst>
          </p:cNvPr>
          <p:cNvSpPr>
            <a:spLocks noGrp="1"/>
          </p:cNvSpPr>
          <p:nvPr>
            <p:ph type="sldNum" sz="quarter" idx="12"/>
          </p:nvPr>
        </p:nvSpPr>
        <p:spPr/>
        <p:txBody>
          <a:bodyPr/>
          <a:lstStyle/>
          <a:p>
            <a:pPr>
              <a:defRPr/>
            </a:pPr>
            <a:fld id="{2E0F9FB0-350A-4A87-9CD5-1F022F266B97}" type="slidenum">
              <a:rPr lang="en-US" altLang="zh-CN" smtClean="0"/>
              <a:pPr>
                <a:defRPr/>
              </a:pPr>
              <a:t>3</a:t>
            </a:fld>
            <a:endParaRPr lang="en-US" altLang="zh-CN"/>
          </a:p>
        </p:txBody>
      </p:sp>
      <p:sp>
        <p:nvSpPr>
          <p:cNvPr id="3" name="文本框 2">
            <a:extLst>
              <a:ext uri="{FF2B5EF4-FFF2-40B4-BE49-F238E27FC236}">
                <a16:creationId xmlns:a16="http://schemas.microsoft.com/office/drawing/2014/main" id="{7C7FA866-07F4-70D4-7BCD-9AE7584A7772}"/>
              </a:ext>
            </a:extLst>
          </p:cNvPr>
          <p:cNvSpPr txBox="1"/>
          <p:nvPr/>
        </p:nvSpPr>
        <p:spPr>
          <a:xfrm>
            <a:off x="800100" y="6255566"/>
            <a:ext cx="7490442" cy="369332"/>
          </a:xfrm>
          <a:prstGeom prst="rect">
            <a:avLst/>
          </a:prstGeom>
          <a:noFill/>
        </p:spPr>
        <p:txBody>
          <a:bodyPr wrap="square" rtlCol="0">
            <a:spAutoFit/>
          </a:bodyPr>
          <a:lstStyle/>
          <a:p>
            <a:r>
              <a:rPr lang="zh-CN" altLang="en-US" sz="1800" b="1" dirty="0">
                <a:solidFill>
                  <a:srgbClr val="003366"/>
                </a:solidFill>
                <a:latin typeface="Times New Roman" panose="02020603050405020304" pitchFamily="18" charset="0"/>
                <a:ea typeface="仿宋_GB2312" pitchFamily="49" charset="-122"/>
              </a:rPr>
              <a:t>完全无向图            无向图（自由树）              有向图              完全有向图</a:t>
            </a:r>
            <a:endParaRPr lang="zh-CN" altLang="en-US" sz="1800" b="1" dirty="0">
              <a:latin typeface="Times New Roman" panose="02020603050405020304" pitchFamily="18" charset="0"/>
              <a:ea typeface="仿宋_GB2312" pitchFamily="49" charset="-122"/>
            </a:endParaRPr>
          </a:p>
        </p:txBody>
      </p:sp>
    </p:spTree>
  </p:cSld>
  <p:clrMapOvr>
    <a:masterClrMapping/>
  </p:clrMapOvr>
  <p:transition>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7" name="Rectangle 3">
            <a:extLst>
              <a:ext uri="{FF2B5EF4-FFF2-40B4-BE49-F238E27FC236}">
                <a16:creationId xmlns:a16="http://schemas.microsoft.com/office/drawing/2014/main" id="{2FF20FEF-F60D-7883-CDF0-992EF8FA325D}"/>
              </a:ext>
            </a:extLst>
          </p:cNvPr>
          <p:cNvSpPr>
            <a:spLocks noGrp="1" noChangeArrowheads="1"/>
          </p:cNvSpPr>
          <p:nvPr>
            <p:ph type="body" idx="1"/>
          </p:nvPr>
        </p:nvSpPr>
        <p:spPr>
          <a:xfrm>
            <a:off x="628650" y="692696"/>
            <a:ext cx="8191822" cy="5484267"/>
          </a:xfrm>
        </p:spPr>
        <p:txBody>
          <a:bodyPr>
            <a:normAutofit fontScale="92500" lnSpcReduction="10000"/>
          </a:bodyPr>
          <a:lstStyle/>
          <a:p>
            <a:r>
              <a:rPr lang="zh-CN" altLang="en-US" dirty="0"/>
              <a:t>邻接顶点   如果 </a:t>
            </a:r>
            <a:r>
              <a:rPr lang="en-US" altLang="zh-CN" dirty="0"/>
              <a:t>(u, v) </a:t>
            </a:r>
            <a:r>
              <a:rPr lang="zh-CN" altLang="en-US" dirty="0"/>
              <a:t>是 </a:t>
            </a:r>
            <a:r>
              <a:rPr lang="en-US" altLang="zh-CN" dirty="0"/>
              <a:t>E(G) </a:t>
            </a:r>
            <a:r>
              <a:rPr lang="zh-CN" altLang="en-US" dirty="0"/>
              <a:t>中的一条边，则称 </a:t>
            </a:r>
            <a:r>
              <a:rPr lang="en-US" altLang="zh-CN" dirty="0"/>
              <a:t>u </a:t>
            </a:r>
            <a:r>
              <a:rPr lang="zh-CN" altLang="en-US" dirty="0"/>
              <a:t>与 </a:t>
            </a:r>
            <a:r>
              <a:rPr lang="en-US" altLang="zh-CN" dirty="0"/>
              <a:t>v </a:t>
            </a:r>
            <a:r>
              <a:rPr lang="zh-CN" altLang="en-US" dirty="0"/>
              <a:t>互为邻接顶点。</a:t>
            </a:r>
          </a:p>
          <a:p>
            <a:r>
              <a:rPr lang="zh-CN" altLang="en-US" dirty="0"/>
              <a:t>子图  设有两个图 </a:t>
            </a:r>
            <a:r>
              <a:rPr lang="en-US" altLang="zh-CN" dirty="0"/>
              <a:t>G</a:t>
            </a:r>
            <a:r>
              <a:rPr lang="zh-CN" altLang="en-US" dirty="0"/>
              <a:t>＝</a:t>
            </a:r>
            <a:r>
              <a:rPr lang="en-US" altLang="zh-CN" dirty="0"/>
              <a:t>(V, E) </a:t>
            </a:r>
            <a:r>
              <a:rPr lang="zh-CN" altLang="en-US" dirty="0"/>
              <a:t>和 </a:t>
            </a:r>
            <a:r>
              <a:rPr lang="en-US" altLang="zh-CN" dirty="0"/>
              <a:t>G’</a:t>
            </a:r>
            <a:r>
              <a:rPr lang="zh-CN" altLang="en-US" dirty="0"/>
              <a:t>＝</a:t>
            </a:r>
            <a:r>
              <a:rPr lang="en-US" altLang="zh-CN" dirty="0"/>
              <a:t>(V’, E’)</a:t>
            </a:r>
            <a:r>
              <a:rPr lang="zh-CN" altLang="en-US" dirty="0"/>
              <a:t>。若 </a:t>
            </a:r>
            <a:r>
              <a:rPr lang="en-US" altLang="zh-CN" dirty="0"/>
              <a:t>V’</a:t>
            </a:r>
            <a:r>
              <a:rPr lang="en-US" altLang="zh-CN" dirty="0">
                <a:sym typeface="Symbol" panose="05050102010706020507" pitchFamily="18" charset="2"/>
              </a:rPr>
              <a:t></a:t>
            </a:r>
            <a:r>
              <a:rPr lang="en-US" altLang="zh-CN" dirty="0"/>
              <a:t> V </a:t>
            </a:r>
            <a:r>
              <a:rPr lang="zh-CN" altLang="en-US" dirty="0"/>
              <a:t>且 </a:t>
            </a:r>
            <a:r>
              <a:rPr lang="en-US" altLang="zh-CN" dirty="0"/>
              <a:t>E’</a:t>
            </a:r>
            <a:r>
              <a:rPr lang="en-US" altLang="zh-CN" dirty="0">
                <a:sym typeface="Symbol" panose="05050102010706020507" pitchFamily="18" charset="2"/>
              </a:rPr>
              <a:t></a:t>
            </a:r>
            <a:r>
              <a:rPr lang="en-US" altLang="zh-CN" dirty="0"/>
              <a:t>E, </a:t>
            </a:r>
            <a:r>
              <a:rPr lang="zh-CN" altLang="en-US" dirty="0"/>
              <a:t>则称图</a:t>
            </a:r>
            <a:r>
              <a:rPr lang="en-US" altLang="zh-CN" dirty="0"/>
              <a:t>G’ </a:t>
            </a:r>
            <a:r>
              <a:rPr lang="zh-CN" altLang="en-US" dirty="0"/>
              <a:t>是图</a:t>
            </a:r>
            <a:r>
              <a:rPr lang="en-US" altLang="zh-CN" dirty="0"/>
              <a:t>G </a:t>
            </a:r>
            <a:r>
              <a:rPr lang="zh-CN" altLang="en-US" dirty="0"/>
              <a:t>的子图。</a:t>
            </a:r>
          </a:p>
          <a:p>
            <a:endParaRPr lang="zh-CN" altLang="en-US" dirty="0"/>
          </a:p>
          <a:p>
            <a:endParaRPr lang="zh-CN" altLang="en-US" dirty="0"/>
          </a:p>
          <a:p>
            <a:endParaRPr lang="zh-CN" altLang="en-US" dirty="0"/>
          </a:p>
          <a:p>
            <a:endParaRPr lang="zh-CN" altLang="en-US" dirty="0"/>
          </a:p>
          <a:p>
            <a:r>
              <a:rPr lang="zh-CN" altLang="en-US" dirty="0"/>
              <a:t>权  某些图的边具有与它相关的数值</a:t>
            </a:r>
            <a:r>
              <a:rPr lang="en-US" altLang="zh-CN" dirty="0"/>
              <a:t>, </a:t>
            </a:r>
            <a:r>
              <a:rPr lang="zh-CN" altLang="en-US" dirty="0"/>
              <a:t>称之为权。这种带权图叫做网络。</a:t>
            </a:r>
          </a:p>
        </p:txBody>
      </p:sp>
      <p:grpSp>
        <p:nvGrpSpPr>
          <p:cNvPr id="5" name="组合 4">
            <a:extLst>
              <a:ext uri="{FF2B5EF4-FFF2-40B4-BE49-F238E27FC236}">
                <a16:creationId xmlns:a16="http://schemas.microsoft.com/office/drawing/2014/main" id="{720DB318-F632-4D34-B4AC-C058975DE328}"/>
              </a:ext>
            </a:extLst>
          </p:cNvPr>
          <p:cNvGrpSpPr/>
          <p:nvPr/>
        </p:nvGrpSpPr>
        <p:grpSpPr>
          <a:xfrm>
            <a:off x="1473846" y="2636912"/>
            <a:ext cx="7010400" cy="2103438"/>
            <a:chOff x="609600" y="3124200"/>
            <a:chExt cx="7010400" cy="2103438"/>
          </a:xfrm>
        </p:grpSpPr>
        <p:sp>
          <p:nvSpPr>
            <p:cNvPr id="8194" name="Line 22">
              <a:extLst>
                <a:ext uri="{FF2B5EF4-FFF2-40B4-BE49-F238E27FC236}">
                  <a16:creationId xmlns:a16="http://schemas.microsoft.com/office/drawing/2014/main" id="{D7CEF78C-CD20-DA37-B344-D385CCED71DF}"/>
                </a:ext>
              </a:extLst>
            </p:cNvPr>
            <p:cNvSpPr>
              <a:spLocks noChangeShapeType="1"/>
            </p:cNvSpPr>
            <p:nvPr/>
          </p:nvSpPr>
          <p:spPr bwMode="auto">
            <a:xfrm flipH="1">
              <a:off x="1447800" y="4237038"/>
              <a:ext cx="381000" cy="6096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5" name="Line 23">
              <a:extLst>
                <a:ext uri="{FF2B5EF4-FFF2-40B4-BE49-F238E27FC236}">
                  <a16:creationId xmlns:a16="http://schemas.microsoft.com/office/drawing/2014/main" id="{B3D6D9EC-7C4E-B33A-DFB1-4C418AB48479}"/>
                </a:ext>
              </a:extLst>
            </p:cNvPr>
            <p:cNvSpPr>
              <a:spLocks noChangeShapeType="1"/>
            </p:cNvSpPr>
            <p:nvPr/>
          </p:nvSpPr>
          <p:spPr bwMode="auto">
            <a:xfrm flipH="1">
              <a:off x="914400" y="3475038"/>
              <a:ext cx="381000" cy="6096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8" name="Line 10">
              <a:extLst>
                <a:ext uri="{FF2B5EF4-FFF2-40B4-BE49-F238E27FC236}">
                  <a16:creationId xmlns:a16="http://schemas.microsoft.com/office/drawing/2014/main" id="{91A38937-FAE8-317F-3551-73954C47EEF6}"/>
                </a:ext>
              </a:extLst>
            </p:cNvPr>
            <p:cNvSpPr>
              <a:spLocks noChangeShapeType="1"/>
            </p:cNvSpPr>
            <p:nvPr/>
          </p:nvSpPr>
          <p:spPr bwMode="auto">
            <a:xfrm>
              <a:off x="914400" y="4267200"/>
              <a:ext cx="381000" cy="6096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9" name="Line 11">
              <a:extLst>
                <a:ext uri="{FF2B5EF4-FFF2-40B4-BE49-F238E27FC236}">
                  <a16:creationId xmlns:a16="http://schemas.microsoft.com/office/drawing/2014/main" id="{6BEA908D-C193-7EA6-EF1A-B32E58D819B4}"/>
                </a:ext>
              </a:extLst>
            </p:cNvPr>
            <p:cNvSpPr>
              <a:spLocks noChangeShapeType="1"/>
            </p:cNvSpPr>
            <p:nvPr/>
          </p:nvSpPr>
          <p:spPr bwMode="auto">
            <a:xfrm>
              <a:off x="1447800" y="3505200"/>
              <a:ext cx="381000" cy="6096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00" name="Line 12">
              <a:extLst>
                <a:ext uri="{FF2B5EF4-FFF2-40B4-BE49-F238E27FC236}">
                  <a16:creationId xmlns:a16="http://schemas.microsoft.com/office/drawing/2014/main" id="{46A41A7F-3318-20C3-F114-06A5D3D9506A}"/>
                </a:ext>
              </a:extLst>
            </p:cNvPr>
            <p:cNvSpPr>
              <a:spLocks noChangeShapeType="1"/>
            </p:cNvSpPr>
            <p:nvPr/>
          </p:nvSpPr>
          <p:spPr bwMode="auto">
            <a:xfrm>
              <a:off x="990600" y="4191000"/>
              <a:ext cx="838200"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01" name="Line 13">
              <a:extLst>
                <a:ext uri="{FF2B5EF4-FFF2-40B4-BE49-F238E27FC236}">
                  <a16:creationId xmlns:a16="http://schemas.microsoft.com/office/drawing/2014/main" id="{FA9B9E2A-4565-4772-5096-63DA31211B3C}"/>
                </a:ext>
              </a:extLst>
            </p:cNvPr>
            <p:cNvSpPr>
              <a:spLocks noChangeShapeType="1"/>
            </p:cNvSpPr>
            <p:nvPr/>
          </p:nvSpPr>
          <p:spPr bwMode="auto">
            <a:xfrm>
              <a:off x="1371600" y="3581400"/>
              <a:ext cx="0" cy="134143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02" name="Oval 14">
              <a:extLst>
                <a:ext uri="{FF2B5EF4-FFF2-40B4-BE49-F238E27FC236}">
                  <a16:creationId xmlns:a16="http://schemas.microsoft.com/office/drawing/2014/main" id="{866EC074-E273-5CD7-14EE-711D95972C27}"/>
                </a:ext>
              </a:extLst>
            </p:cNvPr>
            <p:cNvSpPr>
              <a:spLocks noChangeArrowheads="1"/>
            </p:cNvSpPr>
            <p:nvPr/>
          </p:nvSpPr>
          <p:spPr bwMode="auto">
            <a:xfrm>
              <a:off x="609600" y="39624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8203" name="Oval 15">
              <a:extLst>
                <a:ext uri="{FF2B5EF4-FFF2-40B4-BE49-F238E27FC236}">
                  <a16:creationId xmlns:a16="http://schemas.microsoft.com/office/drawing/2014/main" id="{119746CF-1316-4B86-32CB-6A2FA00BA7E6}"/>
                </a:ext>
              </a:extLst>
            </p:cNvPr>
            <p:cNvSpPr>
              <a:spLocks noChangeArrowheads="1"/>
            </p:cNvSpPr>
            <p:nvPr/>
          </p:nvSpPr>
          <p:spPr bwMode="auto">
            <a:xfrm>
              <a:off x="1676400" y="39624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8204" name="Oval 16">
              <a:extLst>
                <a:ext uri="{FF2B5EF4-FFF2-40B4-BE49-F238E27FC236}">
                  <a16:creationId xmlns:a16="http://schemas.microsoft.com/office/drawing/2014/main" id="{C6A9F688-558E-6A0A-517D-E6F5ECC6B9CF}"/>
                </a:ext>
              </a:extLst>
            </p:cNvPr>
            <p:cNvSpPr>
              <a:spLocks noChangeArrowheads="1"/>
            </p:cNvSpPr>
            <p:nvPr/>
          </p:nvSpPr>
          <p:spPr bwMode="auto">
            <a:xfrm>
              <a:off x="1143000" y="32004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8205" name="Oval 17">
              <a:extLst>
                <a:ext uri="{FF2B5EF4-FFF2-40B4-BE49-F238E27FC236}">
                  <a16:creationId xmlns:a16="http://schemas.microsoft.com/office/drawing/2014/main" id="{D4B8AFD2-C6EA-D266-9F45-48ED30F068B6}"/>
                </a:ext>
              </a:extLst>
            </p:cNvPr>
            <p:cNvSpPr>
              <a:spLocks noChangeArrowheads="1"/>
            </p:cNvSpPr>
            <p:nvPr/>
          </p:nvSpPr>
          <p:spPr bwMode="auto">
            <a:xfrm>
              <a:off x="1143000" y="47244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8206" name="Text Box 18">
              <a:extLst>
                <a:ext uri="{FF2B5EF4-FFF2-40B4-BE49-F238E27FC236}">
                  <a16:creationId xmlns:a16="http://schemas.microsoft.com/office/drawing/2014/main" id="{1CBD500F-987F-3524-C172-26DEB19C9E8C}"/>
                </a:ext>
              </a:extLst>
            </p:cNvPr>
            <p:cNvSpPr txBox="1">
              <a:spLocks noChangeArrowheads="1"/>
            </p:cNvSpPr>
            <p:nvPr/>
          </p:nvSpPr>
          <p:spPr bwMode="auto">
            <a:xfrm>
              <a:off x="1212850" y="31242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dirty="0">
                  <a:solidFill>
                    <a:schemeClr val="accent2"/>
                  </a:solidFill>
                  <a:latin typeface="Times New Roman" panose="02020603050405020304" pitchFamily="18" charset="0"/>
                  <a:ea typeface="宋体" panose="02010600030101010101" pitchFamily="2" charset="-122"/>
                </a:rPr>
                <a:t>0</a:t>
              </a:r>
              <a:endParaRPr kumimoji="1" lang="en-US" altLang="zh-CN" sz="2400" dirty="0">
                <a:latin typeface="Times New Roman" panose="02020603050405020304" pitchFamily="18" charset="0"/>
                <a:ea typeface="宋体" panose="02010600030101010101" pitchFamily="2" charset="-122"/>
              </a:endParaRPr>
            </a:p>
          </p:txBody>
        </p:sp>
        <p:sp>
          <p:nvSpPr>
            <p:cNvPr id="8207" name="Text Box 19">
              <a:extLst>
                <a:ext uri="{FF2B5EF4-FFF2-40B4-BE49-F238E27FC236}">
                  <a16:creationId xmlns:a16="http://schemas.microsoft.com/office/drawing/2014/main" id="{1A70DD5E-19D1-47F9-3117-2FF5E1DF970C}"/>
                </a:ext>
              </a:extLst>
            </p:cNvPr>
            <p:cNvSpPr txBox="1">
              <a:spLocks noChangeArrowheads="1"/>
            </p:cNvSpPr>
            <p:nvPr/>
          </p:nvSpPr>
          <p:spPr bwMode="auto">
            <a:xfrm>
              <a:off x="679450" y="38862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8208" name="Text Box 20">
              <a:extLst>
                <a:ext uri="{FF2B5EF4-FFF2-40B4-BE49-F238E27FC236}">
                  <a16:creationId xmlns:a16="http://schemas.microsoft.com/office/drawing/2014/main" id="{5E9B0E14-F7EF-D532-3C9F-8FE4FA82ACF3}"/>
                </a:ext>
              </a:extLst>
            </p:cNvPr>
            <p:cNvSpPr txBox="1">
              <a:spLocks noChangeArrowheads="1"/>
            </p:cNvSpPr>
            <p:nvPr/>
          </p:nvSpPr>
          <p:spPr bwMode="auto">
            <a:xfrm>
              <a:off x="1746250" y="38862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dirty="0">
                  <a:solidFill>
                    <a:schemeClr val="accent2"/>
                  </a:solidFill>
                  <a:latin typeface="Times New Roman" panose="02020603050405020304" pitchFamily="18" charset="0"/>
                  <a:ea typeface="宋体" panose="02010600030101010101" pitchFamily="2" charset="-122"/>
                </a:rPr>
                <a:t>2</a:t>
              </a:r>
              <a:endParaRPr kumimoji="1" lang="en-US" altLang="zh-CN" sz="2400" dirty="0">
                <a:latin typeface="Times New Roman" panose="02020603050405020304" pitchFamily="18" charset="0"/>
                <a:ea typeface="宋体" panose="02010600030101010101" pitchFamily="2" charset="-122"/>
              </a:endParaRPr>
            </a:p>
          </p:txBody>
        </p:sp>
        <p:sp>
          <p:nvSpPr>
            <p:cNvPr id="8209" name="Text Box 21">
              <a:extLst>
                <a:ext uri="{FF2B5EF4-FFF2-40B4-BE49-F238E27FC236}">
                  <a16:creationId xmlns:a16="http://schemas.microsoft.com/office/drawing/2014/main" id="{6629080A-78F4-D8D4-6210-6A7B4FB91810}"/>
                </a:ext>
              </a:extLst>
            </p:cNvPr>
            <p:cNvSpPr txBox="1">
              <a:spLocks noChangeArrowheads="1"/>
            </p:cNvSpPr>
            <p:nvPr/>
          </p:nvSpPr>
          <p:spPr bwMode="auto">
            <a:xfrm>
              <a:off x="1212850" y="46482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8210" name="AutoShape 24">
              <a:extLst>
                <a:ext uri="{FF2B5EF4-FFF2-40B4-BE49-F238E27FC236}">
                  <a16:creationId xmlns:a16="http://schemas.microsoft.com/office/drawing/2014/main" id="{2BDCF690-6A8A-B70F-8183-1751C80AF24B}"/>
                </a:ext>
              </a:extLst>
            </p:cNvPr>
            <p:cNvSpPr>
              <a:spLocks noChangeArrowheads="1"/>
            </p:cNvSpPr>
            <p:nvPr/>
          </p:nvSpPr>
          <p:spPr bwMode="auto">
            <a:xfrm>
              <a:off x="2362200" y="3962400"/>
              <a:ext cx="762000" cy="533400"/>
            </a:xfrm>
            <a:prstGeom prst="rightArrow">
              <a:avLst>
                <a:gd name="adj1" fmla="val 50000"/>
                <a:gd name="adj2" fmla="val 35714"/>
              </a:avLst>
            </a:prstGeom>
            <a:gradFill rotWithShape="0">
              <a:gsLst>
                <a:gs pos="0">
                  <a:srgbClr val="FFFFCC"/>
                </a:gs>
                <a:gs pos="100000">
                  <a:srgbClr val="76765E"/>
                </a:gs>
              </a:gsLst>
              <a:lin ang="5400000" scaled="1"/>
            </a:gradFill>
            <a:ln w="9525">
              <a:solidFill>
                <a:srgbClr val="FFFFCC"/>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8211" name="Text Box 25">
              <a:extLst>
                <a:ext uri="{FF2B5EF4-FFF2-40B4-BE49-F238E27FC236}">
                  <a16:creationId xmlns:a16="http://schemas.microsoft.com/office/drawing/2014/main" id="{01EF6644-6CBB-0BD2-CBE1-DE461E445F7E}"/>
                </a:ext>
              </a:extLst>
            </p:cNvPr>
            <p:cNvSpPr txBox="1">
              <a:spLocks noChangeArrowheads="1"/>
            </p:cNvSpPr>
            <p:nvPr/>
          </p:nvSpPr>
          <p:spPr bwMode="auto">
            <a:xfrm>
              <a:off x="2209800" y="3429000"/>
              <a:ext cx="9017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zh-CN" altLang="en-US" sz="2800" b="1">
                  <a:solidFill>
                    <a:schemeClr val="accent2"/>
                  </a:solidFill>
                  <a:latin typeface="Times New Roman" panose="02020603050405020304" pitchFamily="18" charset="0"/>
                  <a:ea typeface="仿宋_GB2312" pitchFamily="49" charset="-122"/>
                </a:rPr>
                <a:t>子图</a:t>
              </a:r>
              <a:endParaRPr kumimoji="1" lang="zh-CN" altLang="en-US" sz="2400">
                <a:latin typeface="Times New Roman" panose="02020603050405020304" pitchFamily="18" charset="0"/>
                <a:ea typeface="宋体" panose="02010600030101010101" pitchFamily="2" charset="-122"/>
              </a:endParaRPr>
            </a:p>
          </p:txBody>
        </p:sp>
        <p:sp>
          <p:nvSpPr>
            <p:cNvPr id="8212" name="Line 26">
              <a:extLst>
                <a:ext uri="{FF2B5EF4-FFF2-40B4-BE49-F238E27FC236}">
                  <a16:creationId xmlns:a16="http://schemas.microsoft.com/office/drawing/2014/main" id="{FEDEA0BF-75B0-7A12-9503-DE57C4275535}"/>
                </a:ext>
              </a:extLst>
            </p:cNvPr>
            <p:cNvSpPr>
              <a:spLocks noChangeShapeType="1"/>
            </p:cNvSpPr>
            <p:nvPr/>
          </p:nvSpPr>
          <p:spPr bwMode="auto">
            <a:xfrm flipH="1">
              <a:off x="3657600" y="3475038"/>
              <a:ext cx="381000" cy="6096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13" name="Line 27">
              <a:extLst>
                <a:ext uri="{FF2B5EF4-FFF2-40B4-BE49-F238E27FC236}">
                  <a16:creationId xmlns:a16="http://schemas.microsoft.com/office/drawing/2014/main" id="{B99B1BD4-85A4-818D-272C-FDA45AC69321}"/>
                </a:ext>
              </a:extLst>
            </p:cNvPr>
            <p:cNvSpPr>
              <a:spLocks noChangeShapeType="1"/>
            </p:cNvSpPr>
            <p:nvPr/>
          </p:nvSpPr>
          <p:spPr bwMode="auto">
            <a:xfrm>
              <a:off x="3657600" y="4267200"/>
              <a:ext cx="381000" cy="6096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14" name="Oval 28">
              <a:extLst>
                <a:ext uri="{FF2B5EF4-FFF2-40B4-BE49-F238E27FC236}">
                  <a16:creationId xmlns:a16="http://schemas.microsoft.com/office/drawing/2014/main" id="{CCF7C459-28EA-0554-B94B-B55EBFF74684}"/>
                </a:ext>
              </a:extLst>
            </p:cNvPr>
            <p:cNvSpPr>
              <a:spLocks noChangeArrowheads="1"/>
            </p:cNvSpPr>
            <p:nvPr/>
          </p:nvSpPr>
          <p:spPr bwMode="auto">
            <a:xfrm>
              <a:off x="3352800" y="39624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8215" name="Oval 29">
              <a:extLst>
                <a:ext uri="{FF2B5EF4-FFF2-40B4-BE49-F238E27FC236}">
                  <a16:creationId xmlns:a16="http://schemas.microsoft.com/office/drawing/2014/main" id="{C1A8118C-01EE-4644-A54E-5847E45D6C70}"/>
                </a:ext>
              </a:extLst>
            </p:cNvPr>
            <p:cNvSpPr>
              <a:spLocks noChangeArrowheads="1"/>
            </p:cNvSpPr>
            <p:nvPr/>
          </p:nvSpPr>
          <p:spPr bwMode="auto">
            <a:xfrm>
              <a:off x="3886200" y="32004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8216" name="Oval 30">
              <a:extLst>
                <a:ext uri="{FF2B5EF4-FFF2-40B4-BE49-F238E27FC236}">
                  <a16:creationId xmlns:a16="http://schemas.microsoft.com/office/drawing/2014/main" id="{B8F7BB78-7166-E88F-A206-83765DE29826}"/>
                </a:ext>
              </a:extLst>
            </p:cNvPr>
            <p:cNvSpPr>
              <a:spLocks noChangeArrowheads="1"/>
            </p:cNvSpPr>
            <p:nvPr/>
          </p:nvSpPr>
          <p:spPr bwMode="auto">
            <a:xfrm>
              <a:off x="3886200" y="47244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8217" name="Text Box 31">
              <a:extLst>
                <a:ext uri="{FF2B5EF4-FFF2-40B4-BE49-F238E27FC236}">
                  <a16:creationId xmlns:a16="http://schemas.microsoft.com/office/drawing/2014/main" id="{11B9C358-E57B-5EB4-E533-D63E14ABC6CE}"/>
                </a:ext>
              </a:extLst>
            </p:cNvPr>
            <p:cNvSpPr txBox="1">
              <a:spLocks noChangeArrowheads="1"/>
            </p:cNvSpPr>
            <p:nvPr/>
          </p:nvSpPr>
          <p:spPr bwMode="auto">
            <a:xfrm>
              <a:off x="3956050" y="31242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8218" name="Text Box 32">
              <a:extLst>
                <a:ext uri="{FF2B5EF4-FFF2-40B4-BE49-F238E27FC236}">
                  <a16:creationId xmlns:a16="http://schemas.microsoft.com/office/drawing/2014/main" id="{F6936554-F617-03EB-61E8-627832AC1C51}"/>
                </a:ext>
              </a:extLst>
            </p:cNvPr>
            <p:cNvSpPr txBox="1">
              <a:spLocks noChangeArrowheads="1"/>
            </p:cNvSpPr>
            <p:nvPr/>
          </p:nvSpPr>
          <p:spPr bwMode="auto">
            <a:xfrm>
              <a:off x="3422650" y="38862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8219" name="Text Box 33">
              <a:extLst>
                <a:ext uri="{FF2B5EF4-FFF2-40B4-BE49-F238E27FC236}">
                  <a16:creationId xmlns:a16="http://schemas.microsoft.com/office/drawing/2014/main" id="{D87A24B4-319A-F147-4BCC-B9621F5D5828}"/>
                </a:ext>
              </a:extLst>
            </p:cNvPr>
            <p:cNvSpPr txBox="1">
              <a:spLocks noChangeArrowheads="1"/>
            </p:cNvSpPr>
            <p:nvPr/>
          </p:nvSpPr>
          <p:spPr bwMode="auto">
            <a:xfrm>
              <a:off x="3956050" y="46482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8220" name="Line 34">
              <a:extLst>
                <a:ext uri="{FF2B5EF4-FFF2-40B4-BE49-F238E27FC236}">
                  <a16:creationId xmlns:a16="http://schemas.microsoft.com/office/drawing/2014/main" id="{9799EA20-8370-A485-553A-981F65C0907B}"/>
                </a:ext>
              </a:extLst>
            </p:cNvPr>
            <p:cNvSpPr>
              <a:spLocks noChangeShapeType="1"/>
            </p:cNvSpPr>
            <p:nvPr/>
          </p:nvSpPr>
          <p:spPr bwMode="auto">
            <a:xfrm>
              <a:off x="5029200" y="4267200"/>
              <a:ext cx="381000" cy="6096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21" name="Line 35">
              <a:extLst>
                <a:ext uri="{FF2B5EF4-FFF2-40B4-BE49-F238E27FC236}">
                  <a16:creationId xmlns:a16="http://schemas.microsoft.com/office/drawing/2014/main" id="{F7A03442-C47D-88E5-0AEB-AEB86D8DC96B}"/>
                </a:ext>
              </a:extLst>
            </p:cNvPr>
            <p:cNvSpPr>
              <a:spLocks noChangeShapeType="1"/>
            </p:cNvSpPr>
            <p:nvPr/>
          </p:nvSpPr>
          <p:spPr bwMode="auto">
            <a:xfrm>
              <a:off x="5562600" y="3505200"/>
              <a:ext cx="381000" cy="6096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22" name="Oval 36">
              <a:extLst>
                <a:ext uri="{FF2B5EF4-FFF2-40B4-BE49-F238E27FC236}">
                  <a16:creationId xmlns:a16="http://schemas.microsoft.com/office/drawing/2014/main" id="{70A91F77-6FCA-D232-4989-7DA31AA46778}"/>
                </a:ext>
              </a:extLst>
            </p:cNvPr>
            <p:cNvSpPr>
              <a:spLocks noChangeArrowheads="1"/>
            </p:cNvSpPr>
            <p:nvPr/>
          </p:nvSpPr>
          <p:spPr bwMode="auto">
            <a:xfrm>
              <a:off x="4724400" y="39624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8223" name="Oval 37">
              <a:extLst>
                <a:ext uri="{FF2B5EF4-FFF2-40B4-BE49-F238E27FC236}">
                  <a16:creationId xmlns:a16="http://schemas.microsoft.com/office/drawing/2014/main" id="{5CBD00DE-4B9D-4E79-2978-6B38B6F7EAB2}"/>
                </a:ext>
              </a:extLst>
            </p:cNvPr>
            <p:cNvSpPr>
              <a:spLocks noChangeArrowheads="1"/>
            </p:cNvSpPr>
            <p:nvPr/>
          </p:nvSpPr>
          <p:spPr bwMode="auto">
            <a:xfrm>
              <a:off x="5791200" y="39624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8224" name="Oval 38">
              <a:extLst>
                <a:ext uri="{FF2B5EF4-FFF2-40B4-BE49-F238E27FC236}">
                  <a16:creationId xmlns:a16="http://schemas.microsoft.com/office/drawing/2014/main" id="{B041EB1F-1E79-927A-5BF1-22CC47B102F2}"/>
                </a:ext>
              </a:extLst>
            </p:cNvPr>
            <p:cNvSpPr>
              <a:spLocks noChangeArrowheads="1"/>
            </p:cNvSpPr>
            <p:nvPr/>
          </p:nvSpPr>
          <p:spPr bwMode="auto">
            <a:xfrm>
              <a:off x="5257800" y="32004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8225" name="Oval 39">
              <a:extLst>
                <a:ext uri="{FF2B5EF4-FFF2-40B4-BE49-F238E27FC236}">
                  <a16:creationId xmlns:a16="http://schemas.microsoft.com/office/drawing/2014/main" id="{807D2AE3-79B5-401F-A639-35E5233B3ADE}"/>
                </a:ext>
              </a:extLst>
            </p:cNvPr>
            <p:cNvSpPr>
              <a:spLocks noChangeArrowheads="1"/>
            </p:cNvSpPr>
            <p:nvPr/>
          </p:nvSpPr>
          <p:spPr bwMode="auto">
            <a:xfrm>
              <a:off x="5257800" y="47244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8226" name="Text Box 40">
              <a:extLst>
                <a:ext uri="{FF2B5EF4-FFF2-40B4-BE49-F238E27FC236}">
                  <a16:creationId xmlns:a16="http://schemas.microsoft.com/office/drawing/2014/main" id="{7C0778EC-B1D9-E76D-DEEE-4F14BD45741F}"/>
                </a:ext>
              </a:extLst>
            </p:cNvPr>
            <p:cNvSpPr txBox="1">
              <a:spLocks noChangeArrowheads="1"/>
            </p:cNvSpPr>
            <p:nvPr/>
          </p:nvSpPr>
          <p:spPr bwMode="auto">
            <a:xfrm>
              <a:off x="5327650" y="31242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8227" name="Text Box 41">
              <a:extLst>
                <a:ext uri="{FF2B5EF4-FFF2-40B4-BE49-F238E27FC236}">
                  <a16:creationId xmlns:a16="http://schemas.microsoft.com/office/drawing/2014/main" id="{77D2AA5D-C336-0E3C-2706-5AA50082725D}"/>
                </a:ext>
              </a:extLst>
            </p:cNvPr>
            <p:cNvSpPr txBox="1">
              <a:spLocks noChangeArrowheads="1"/>
            </p:cNvSpPr>
            <p:nvPr/>
          </p:nvSpPr>
          <p:spPr bwMode="auto">
            <a:xfrm>
              <a:off x="4794250" y="38862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8228" name="Text Box 42">
              <a:extLst>
                <a:ext uri="{FF2B5EF4-FFF2-40B4-BE49-F238E27FC236}">
                  <a16:creationId xmlns:a16="http://schemas.microsoft.com/office/drawing/2014/main" id="{7C85738B-854B-2993-35DF-20F9F57475D0}"/>
                </a:ext>
              </a:extLst>
            </p:cNvPr>
            <p:cNvSpPr txBox="1">
              <a:spLocks noChangeArrowheads="1"/>
            </p:cNvSpPr>
            <p:nvPr/>
          </p:nvSpPr>
          <p:spPr bwMode="auto">
            <a:xfrm>
              <a:off x="5861050" y="38862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8229" name="Text Box 43">
              <a:extLst>
                <a:ext uri="{FF2B5EF4-FFF2-40B4-BE49-F238E27FC236}">
                  <a16:creationId xmlns:a16="http://schemas.microsoft.com/office/drawing/2014/main" id="{55602A8C-6152-A5FF-4F36-0FDF68797735}"/>
                </a:ext>
              </a:extLst>
            </p:cNvPr>
            <p:cNvSpPr txBox="1">
              <a:spLocks noChangeArrowheads="1"/>
            </p:cNvSpPr>
            <p:nvPr/>
          </p:nvSpPr>
          <p:spPr bwMode="auto">
            <a:xfrm>
              <a:off x="5327650" y="46482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8230" name="Line 45">
              <a:extLst>
                <a:ext uri="{FF2B5EF4-FFF2-40B4-BE49-F238E27FC236}">
                  <a16:creationId xmlns:a16="http://schemas.microsoft.com/office/drawing/2014/main" id="{40154F22-F3D2-E8A0-E6AB-F16AEB70AB47}"/>
                </a:ext>
              </a:extLst>
            </p:cNvPr>
            <p:cNvSpPr>
              <a:spLocks noChangeShapeType="1"/>
            </p:cNvSpPr>
            <p:nvPr/>
          </p:nvSpPr>
          <p:spPr bwMode="auto">
            <a:xfrm>
              <a:off x="6858000" y="3581400"/>
              <a:ext cx="0" cy="134143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31" name="Oval 46">
              <a:extLst>
                <a:ext uri="{FF2B5EF4-FFF2-40B4-BE49-F238E27FC236}">
                  <a16:creationId xmlns:a16="http://schemas.microsoft.com/office/drawing/2014/main" id="{3ACCC6BA-41B3-F6F8-9401-E8E17C38FB82}"/>
                </a:ext>
              </a:extLst>
            </p:cNvPr>
            <p:cNvSpPr>
              <a:spLocks noChangeArrowheads="1"/>
            </p:cNvSpPr>
            <p:nvPr/>
          </p:nvSpPr>
          <p:spPr bwMode="auto">
            <a:xfrm>
              <a:off x="7162800" y="39624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8232" name="Oval 47">
              <a:extLst>
                <a:ext uri="{FF2B5EF4-FFF2-40B4-BE49-F238E27FC236}">
                  <a16:creationId xmlns:a16="http://schemas.microsoft.com/office/drawing/2014/main" id="{52D0CA3F-BE05-BF5B-7C15-3F7CDCEF4181}"/>
                </a:ext>
              </a:extLst>
            </p:cNvPr>
            <p:cNvSpPr>
              <a:spLocks noChangeArrowheads="1"/>
            </p:cNvSpPr>
            <p:nvPr/>
          </p:nvSpPr>
          <p:spPr bwMode="auto">
            <a:xfrm>
              <a:off x="6629400" y="32004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8233" name="Oval 48">
              <a:extLst>
                <a:ext uri="{FF2B5EF4-FFF2-40B4-BE49-F238E27FC236}">
                  <a16:creationId xmlns:a16="http://schemas.microsoft.com/office/drawing/2014/main" id="{325753FF-59F0-E202-B531-253378A151D1}"/>
                </a:ext>
              </a:extLst>
            </p:cNvPr>
            <p:cNvSpPr>
              <a:spLocks noChangeArrowheads="1"/>
            </p:cNvSpPr>
            <p:nvPr/>
          </p:nvSpPr>
          <p:spPr bwMode="auto">
            <a:xfrm>
              <a:off x="6629400" y="47244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8234" name="Text Box 49">
              <a:extLst>
                <a:ext uri="{FF2B5EF4-FFF2-40B4-BE49-F238E27FC236}">
                  <a16:creationId xmlns:a16="http://schemas.microsoft.com/office/drawing/2014/main" id="{C436D386-0109-2067-10E6-C745884A3065}"/>
                </a:ext>
              </a:extLst>
            </p:cNvPr>
            <p:cNvSpPr txBox="1">
              <a:spLocks noChangeArrowheads="1"/>
            </p:cNvSpPr>
            <p:nvPr/>
          </p:nvSpPr>
          <p:spPr bwMode="auto">
            <a:xfrm>
              <a:off x="6699250" y="31242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8235" name="Text Box 50">
              <a:extLst>
                <a:ext uri="{FF2B5EF4-FFF2-40B4-BE49-F238E27FC236}">
                  <a16:creationId xmlns:a16="http://schemas.microsoft.com/office/drawing/2014/main" id="{D91F6676-1395-E8B7-A7AD-C5265C2071A7}"/>
                </a:ext>
              </a:extLst>
            </p:cNvPr>
            <p:cNvSpPr txBox="1">
              <a:spLocks noChangeArrowheads="1"/>
            </p:cNvSpPr>
            <p:nvPr/>
          </p:nvSpPr>
          <p:spPr bwMode="auto">
            <a:xfrm>
              <a:off x="7232650" y="38862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8236" name="Text Box 51">
              <a:extLst>
                <a:ext uri="{FF2B5EF4-FFF2-40B4-BE49-F238E27FC236}">
                  <a16:creationId xmlns:a16="http://schemas.microsoft.com/office/drawing/2014/main" id="{98C9DA97-1981-47BA-3F2E-DF8FE32FC29A}"/>
                </a:ext>
              </a:extLst>
            </p:cNvPr>
            <p:cNvSpPr txBox="1">
              <a:spLocks noChangeArrowheads="1"/>
            </p:cNvSpPr>
            <p:nvPr/>
          </p:nvSpPr>
          <p:spPr bwMode="auto">
            <a:xfrm>
              <a:off x="6699250" y="46482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grpSp>
      <p:sp>
        <p:nvSpPr>
          <p:cNvPr id="2" name="灯片编号占位符 1">
            <a:extLst>
              <a:ext uri="{FF2B5EF4-FFF2-40B4-BE49-F238E27FC236}">
                <a16:creationId xmlns:a16="http://schemas.microsoft.com/office/drawing/2014/main" id="{4ABFD442-80A7-C952-8B22-B785A38713F8}"/>
              </a:ext>
            </a:extLst>
          </p:cNvPr>
          <p:cNvSpPr>
            <a:spLocks noGrp="1"/>
          </p:cNvSpPr>
          <p:nvPr>
            <p:ph type="sldNum" sz="quarter" idx="12"/>
          </p:nvPr>
        </p:nvSpPr>
        <p:spPr/>
        <p:txBody>
          <a:bodyPr/>
          <a:lstStyle/>
          <a:p>
            <a:pPr>
              <a:defRPr/>
            </a:pPr>
            <a:fld id="{2E0F9FB0-350A-4A87-9CD5-1F022F266B97}" type="slidenum">
              <a:rPr lang="en-US" altLang="zh-CN" smtClean="0"/>
              <a:pPr>
                <a:defRPr/>
              </a:pPr>
              <a:t>4</a:t>
            </a:fld>
            <a:endParaRPr lang="en-US" altLang="zh-CN"/>
          </a:p>
        </p:txBody>
      </p:sp>
    </p:spTree>
  </p:cSld>
  <p:clrMapOvr>
    <a:masterClrMapping/>
  </p:clrMapOvr>
  <p:transition>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8D7B46C5-3623-BC9D-0489-3DD9BD1C875F}"/>
              </a:ext>
            </a:extLst>
          </p:cNvPr>
          <p:cNvSpPr>
            <a:spLocks noGrp="1" noChangeArrowheads="1"/>
          </p:cNvSpPr>
          <p:nvPr>
            <p:ph type="body" idx="1"/>
          </p:nvPr>
        </p:nvSpPr>
        <p:spPr>
          <a:xfrm>
            <a:off x="628650" y="692696"/>
            <a:ext cx="8047806" cy="5760640"/>
          </a:xfrm>
        </p:spPr>
        <p:txBody>
          <a:bodyPr>
            <a:normAutofit fontScale="92500"/>
          </a:bodyPr>
          <a:lstStyle/>
          <a:p>
            <a:r>
              <a:rPr lang="zh-CN" altLang="en-US" dirty="0"/>
              <a:t>顶点的度  一个顶点</a:t>
            </a:r>
            <a:r>
              <a:rPr lang="en-US" altLang="zh-CN" dirty="0"/>
              <a:t>v</a:t>
            </a:r>
            <a:r>
              <a:rPr lang="zh-CN" altLang="en-US" dirty="0"/>
              <a:t>的度是与它相关联的边的条数。记作</a:t>
            </a:r>
            <a:r>
              <a:rPr lang="en-US" altLang="zh-CN" dirty="0"/>
              <a:t>deg(v)</a:t>
            </a:r>
            <a:r>
              <a:rPr lang="zh-CN" altLang="en-US" dirty="0"/>
              <a:t>。在有向图中</a:t>
            </a:r>
            <a:r>
              <a:rPr lang="en-US" altLang="zh-CN" dirty="0"/>
              <a:t>, </a:t>
            </a:r>
            <a:r>
              <a:rPr lang="zh-CN" altLang="en-US" dirty="0"/>
              <a:t>顶点的度等于该顶点的入度与出度之和。</a:t>
            </a:r>
          </a:p>
          <a:p>
            <a:r>
              <a:rPr lang="zh-CN" altLang="en-US" dirty="0"/>
              <a:t>顶点</a:t>
            </a:r>
            <a:r>
              <a:rPr lang="en-US" altLang="zh-CN" dirty="0"/>
              <a:t>v</a:t>
            </a:r>
            <a:r>
              <a:rPr lang="zh-CN" altLang="en-US" dirty="0"/>
              <a:t>的入度是以</a:t>
            </a:r>
            <a:r>
              <a:rPr lang="en-US" altLang="zh-CN" dirty="0"/>
              <a:t>v</a:t>
            </a:r>
            <a:r>
              <a:rPr lang="zh-CN" altLang="en-US" dirty="0"/>
              <a:t>为终点的有向边的条数</a:t>
            </a:r>
            <a:r>
              <a:rPr lang="en-US" altLang="zh-CN" dirty="0"/>
              <a:t>, </a:t>
            </a:r>
            <a:r>
              <a:rPr lang="zh-CN" altLang="en-US" dirty="0"/>
              <a:t>记作 </a:t>
            </a:r>
            <a:r>
              <a:rPr lang="en-US" altLang="zh-CN" dirty="0" err="1"/>
              <a:t>indeg</a:t>
            </a:r>
            <a:r>
              <a:rPr lang="en-US" altLang="zh-CN" dirty="0"/>
              <a:t>(v); </a:t>
            </a:r>
            <a:r>
              <a:rPr lang="zh-CN" altLang="en-US" dirty="0"/>
              <a:t>顶点</a:t>
            </a:r>
            <a:r>
              <a:rPr lang="en-US" altLang="zh-CN" dirty="0"/>
              <a:t>v</a:t>
            </a:r>
            <a:r>
              <a:rPr lang="zh-CN" altLang="en-US" dirty="0"/>
              <a:t>的出度是以</a:t>
            </a:r>
            <a:r>
              <a:rPr lang="en-US" altLang="zh-CN" dirty="0"/>
              <a:t>v</a:t>
            </a:r>
            <a:r>
              <a:rPr lang="zh-CN" altLang="en-US" dirty="0"/>
              <a:t>为始点的有向边的条数</a:t>
            </a:r>
            <a:r>
              <a:rPr lang="en-US" altLang="zh-CN" dirty="0"/>
              <a:t>, </a:t>
            </a:r>
            <a:r>
              <a:rPr lang="zh-CN" altLang="en-US" dirty="0"/>
              <a:t>记作</a:t>
            </a:r>
            <a:r>
              <a:rPr lang="en-US" altLang="zh-CN" dirty="0" err="1"/>
              <a:t>outdeg</a:t>
            </a:r>
            <a:r>
              <a:rPr lang="en-US" altLang="zh-CN" dirty="0"/>
              <a:t>(v)</a:t>
            </a:r>
            <a:r>
              <a:rPr lang="zh-CN" altLang="en-US" dirty="0"/>
              <a:t>。</a:t>
            </a:r>
          </a:p>
          <a:p>
            <a:r>
              <a:rPr lang="zh-CN" altLang="en-US" dirty="0"/>
              <a:t>路径  在图 </a:t>
            </a:r>
            <a:r>
              <a:rPr lang="en-US" altLang="zh-CN" dirty="0"/>
              <a:t>G</a:t>
            </a:r>
            <a:r>
              <a:rPr lang="zh-CN" altLang="en-US" dirty="0"/>
              <a:t>＝</a:t>
            </a:r>
            <a:r>
              <a:rPr lang="en-US" altLang="zh-CN" dirty="0"/>
              <a:t>(V, E) </a:t>
            </a:r>
            <a:r>
              <a:rPr lang="zh-CN" altLang="en-US" dirty="0"/>
              <a:t>中</a:t>
            </a:r>
            <a:r>
              <a:rPr lang="en-US" altLang="zh-CN" dirty="0"/>
              <a:t>, </a:t>
            </a:r>
            <a:r>
              <a:rPr lang="zh-CN" altLang="en-US" dirty="0"/>
              <a:t>若从顶点 </a:t>
            </a:r>
            <a:r>
              <a:rPr lang="en-US" altLang="zh-CN" dirty="0"/>
              <a:t>v</a:t>
            </a:r>
            <a:r>
              <a:rPr lang="en-US" altLang="zh-CN" baseline="-25000" dirty="0"/>
              <a:t>i</a:t>
            </a:r>
            <a:r>
              <a:rPr lang="en-US" altLang="zh-CN" dirty="0"/>
              <a:t> </a:t>
            </a:r>
            <a:r>
              <a:rPr lang="zh-CN" altLang="en-US" dirty="0"/>
              <a:t>出发</a:t>
            </a:r>
            <a:r>
              <a:rPr lang="en-US" altLang="zh-CN" dirty="0"/>
              <a:t>, </a:t>
            </a:r>
            <a:r>
              <a:rPr lang="zh-CN" altLang="en-US" dirty="0"/>
              <a:t>沿一些边经过一些顶点 </a:t>
            </a:r>
            <a:r>
              <a:rPr lang="en-US" altLang="zh-CN" dirty="0"/>
              <a:t>v</a:t>
            </a:r>
            <a:r>
              <a:rPr lang="en-US" altLang="zh-CN" baseline="-25000" dirty="0"/>
              <a:t>p1</a:t>
            </a:r>
            <a:r>
              <a:rPr lang="en-US" altLang="zh-CN" dirty="0"/>
              <a:t>, v</a:t>
            </a:r>
            <a:r>
              <a:rPr lang="en-US" altLang="zh-CN" baseline="-25000" dirty="0"/>
              <a:t>p2</a:t>
            </a:r>
            <a:r>
              <a:rPr lang="en-US" altLang="zh-CN" dirty="0"/>
              <a:t>, …, </a:t>
            </a:r>
            <a:r>
              <a:rPr lang="en-US" altLang="zh-CN" dirty="0" err="1"/>
              <a:t>v</a:t>
            </a:r>
            <a:r>
              <a:rPr lang="en-US" altLang="zh-CN" baseline="-25000" dirty="0" err="1"/>
              <a:t>pm</a:t>
            </a:r>
            <a:r>
              <a:rPr lang="zh-CN" altLang="en-US" dirty="0"/>
              <a:t>，到达顶点</a:t>
            </a:r>
            <a:r>
              <a:rPr lang="en-US" altLang="zh-CN" dirty="0" err="1"/>
              <a:t>v</a:t>
            </a:r>
            <a:r>
              <a:rPr lang="en-US" altLang="zh-CN" baseline="-25000" dirty="0" err="1"/>
              <a:t>j</a:t>
            </a:r>
            <a:r>
              <a:rPr lang="zh-CN" altLang="en-US" dirty="0"/>
              <a:t>。则称顶点序列 </a:t>
            </a:r>
            <a:r>
              <a:rPr lang="en-US" altLang="zh-CN" dirty="0"/>
              <a:t>(v</a:t>
            </a:r>
            <a:r>
              <a:rPr lang="en-US" altLang="zh-CN" baseline="-25000" dirty="0"/>
              <a:t>i</a:t>
            </a:r>
            <a:r>
              <a:rPr lang="en-US" altLang="zh-CN" dirty="0"/>
              <a:t> , v</a:t>
            </a:r>
            <a:r>
              <a:rPr lang="en-US" altLang="zh-CN" baseline="-25000" dirty="0"/>
              <a:t>p1</a:t>
            </a:r>
            <a:r>
              <a:rPr lang="en-US" altLang="zh-CN" dirty="0"/>
              <a:t> , v</a:t>
            </a:r>
            <a:r>
              <a:rPr lang="en-US" altLang="zh-CN" baseline="-25000" dirty="0"/>
              <a:t>p2</a:t>
            </a:r>
            <a:r>
              <a:rPr lang="en-US" altLang="zh-CN" dirty="0"/>
              <a:t> ,... , </a:t>
            </a:r>
            <a:r>
              <a:rPr lang="en-US" altLang="zh-CN" dirty="0" err="1"/>
              <a:t>v</a:t>
            </a:r>
            <a:r>
              <a:rPr lang="en-US" altLang="zh-CN" baseline="-25000" dirty="0" err="1"/>
              <a:t>pm</a:t>
            </a:r>
            <a:r>
              <a:rPr lang="en-US" altLang="zh-CN" dirty="0"/>
              <a:t>  </a:t>
            </a:r>
            <a:r>
              <a:rPr lang="en-US" altLang="zh-CN" dirty="0" err="1"/>
              <a:t>v</a:t>
            </a:r>
            <a:r>
              <a:rPr lang="en-US" altLang="zh-CN" baseline="-25000" dirty="0" err="1"/>
              <a:t>j</a:t>
            </a:r>
            <a:r>
              <a:rPr lang="en-US" altLang="zh-CN" dirty="0"/>
              <a:t>) </a:t>
            </a:r>
            <a:r>
              <a:rPr lang="zh-CN" altLang="en-US" dirty="0"/>
              <a:t>为从顶点</a:t>
            </a:r>
            <a:r>
              <a:rPr lang="en-US" altLang="zh-CN" dirty="0"/>
              <a:t>v</a:t>
            </a:r>
            <a:r>
              <a:rPr lang="en-US" altLang="zh-CN" baseline="-25000" dirty="0"/>
              <a:t>i</a:t>
            </a:r>
            <a:r>
              <a:rPr lang="en-US" altLang="zh-CN" dirty="0"/>
              <a:t> </a:t>
            </a:r>
            <a:r>
              <a:rPr lang="zh-CN" altLang="en-US" dirty="0"/>
              <a:t>到顶点 </a:t>
            </a:r>
            <a:r>
              <a:rPr lang="en-US" altLang="zh-CN" dirty="0" err="1"/>
              <a:t>v</a:t>
            </a:r>
            <a:r>
              <a:rPr lang="en-US" altLang="zh-CN" baseline="-25000" dirty="0" err="1"/>
              <a:t>j</a:t>
            </a:r>
            <a:r>
              <a:rPr lang="en-US" altLang="zh-CN" dirty="0"/>
              <a:t> </a:t>
            </a:r>
            <a:r>
              <a:rPr lang="zh-CN" altLang="en-US" dirty="0"/>
              <a:t>的路径。它经过的边</a:t>
            </a:r>
            <a:r>
              <a:rPr lang="en-US" altLang="zh-CN" dirty="0"/>
              <a:t>(v</a:t>
            </a:r>
            <a:r>
              <a:rPr lang="en-US" altLang="zh-CN" baseline="-25000" dirty="0"/>
              <a:t>i</a:t>
            </a:r>
            <a:r>
              <a:rPr lang="en-US" altLang="zh-CN" dirty="0"/>
              <a:t>, v</a:t>
            </a:r>
            <a:r>
              <a:rPr lang="en-US" altLang="zh-CN" baseline="-25000" dirty="0"/>
              <a:t>p1</a:t>
            </a:r>
            <a:r>
              <a:rPr lang="en-US" altLang="zh-CN" dirty="0"/>
              <a:t>)</a:t>
            </a:r>
            <a:r>
              <a:rPr lang="zh-CN" altLang="en-US" dirty="0"/>
              <a:t>、</a:t>
            </a:r>
            <a:r>
              <a:rPr lang="en-US" altLang="zh-CN" dirty="0"/>
              <a:t>(v</a:t>
            </a:r>
            <a:r>
              <a:rPr lang="en-US" altLang="zh-CN" baseline="-25000" dirty="0"/>
              <a:t>p1</a:t>
            </a:r>
            <a:r>
              <a:rPr lang="en-US" altLang="zh-CN" dirty="0"/>
              <a:t>, v</a:t>
            </a:r>
            <a:r>
              <a:rPr lang="en-US" altLang="zh-CN" baseline="-25000" dirty="0"/>
              <a:t>p2</a:t>
            </a:r>
            <a:r>
              <a:rPr lang="en-US" altLang="zh-CN" dirty="0"/>
              <a:t>)</a:t>
            </a:r>
            <a:r>
              <a:rPr lang="zh-CN" altLang="en-US" dirty="0"/>
              <a:t>、</a:t>
            </a:r>
            <a:r>
              <a:rPr lang="en-US" altLang="zh-CN" dirty="0"/>
              <a:t>...</a:t>
            </a:r>
            <a:r>
              <a:rPr lang="zh-CN" altLang="en-US" dirty="0"/>
              <a:t>、</a:t>
            </a:r>
            <a:r>
              <a:rPr lang="en-US" altLang="zh-CN" dirty="0"/>
              <a:t>(</a:t>
            </a:r>
            <a:r>
              <a:rPr lang="en-US" altLang="zh-CN" dirty="0" err="1"/>
              <a:t>v</a:t>
            </a:r>
            <a:r>
              <a:rPr lang="en-US" altLang="zh-CN" baseline="-25000" dirty="0" err="1"/>
              <a:t>pm</a:t>
            </a:r>
            <a:r>
              <a:rPr lang="en-US" altLang="zh-CN" dirty="0"/>
              <a:t>, </a:t>
            </a:r>
            <a:r>
              <a:rPr lang="en-US" altLang="zh-CN" dirty="0" err="1"/>
              <a:t>v</a:t>
            </a:r>
            <a:r>
              <a:rPr lang="en-US" altLang="zh-CN" baseline="-25000" dirty="0" err="1"/>
              <a:t>j</a:t>
            </a:r>
            <a:r>
              <a:rPr lang="en-US" altLang="zh-CN" dirty="0"/>
              <a:t>) </a:t>
            </a:r>
            <a:r>
              <a:rPr lang="zh-CN" altLang="en-US" dirty="0"/>
              <a:t>应是属于</a:t>
            </a:r>
            <a:r>
              <a:rPr lang="en-US" altLang="zh-CN" dirty="0"/>
              <a:t>E</a:t>
            </a:r>
            <a:r>
              <a:rPr lang="zh-CN" altLang="en-US" dirty="0"/>
              <a:t>的边。</a:t>
            </a:r>
          </a:p>
        </p:txBody>
      </p:sp>
      <p:sp>
        <p:nvSpPr>
          <p:cNvPr id="2" name="灯片编号占位符 1">
            <a:extLst>
              <a:ext uri="{FF2B5EF4-FFF2-40B4-BE49-F238E27FC236}">
                <a16:creationId xmlns:a16="http://schemas.microsoft.com/office/drawing/2014/main" id="{58CEF21B-46E1-B04B-79BF-E781B0075B20}"/>
              </a:ext>
            </a:extLst>
          </p:cNvPr>
          <p:cNvSpPr>
            <a:spLocks noGrp="1"/>
          </p:cNvSpPr>
          <p:nvPr>
            <p:ph type="sldNum" sz="quarter" idx="12"/>
          </p:nvPr>
        </p:nvSpPr>
        <p:spPr/>
        <p:txBody>
          <a:bodyPr/>
          <a:lstStyle/>
          <a:p>
            <a:pPr>
              <a:defRPr/>
            </a:pPr>
            <a:fld id="{2E0F9FB0-350A-4A87-9CD5-1F022F266B97}" type="slidenum">
              <a:rPr lang="en-US" altLang="zh-CN" smtClean="0"/>
              <a:pPr>
                <a:defRPr/>
              </a:pPr>
              <a:t>5</a:t>
            </a:fld>
            <a:endParaRPr lang="en-US" altLang="zh-CN"/>
          </a:p>
        </p:txBody>
      </p:sp>
    </p:spTree>
  </p:cSld>
  <p:clrMapOvr>
    <a:masterClrMapping/>
  </p:clrMapOvr>
  <p:transition>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2">
            <a:extLst>
              <a:ext uri="{FF2B5EF4-FFF2-40B4-BE49-F238E27FC236}">
                <a16:creationId xmlns:a16="http://schemas.microsoft.com/office/drawing/2014/main" id="{1B348EC5-11D8-43BE-C11E-57C56DA98743}"/>
              </a:ext>
            </a:extLst>
          </p:cNvPr>
          <p:cNvSpPr>
            <a:spLocks noGrp="1" noChangeArrowheads="1"/>
          </p:cNvSpPr>
          <p:nvPr>
            <p:ph type="body" idx="1"/>
          </p:nvPr>
        </p:nvSpPr>
        <p:spPr>
          <a:xfrm>
            <a:off x="628649" y="332657"/>
            <a:ext cx="8191821" cy="4383653"/>
          </a:xfrm>
        </p:spPr>
        <p:txBody>
          <a:bodyPr>
            <a:normAutofit lnSpcReduction="10000"/>
          </a:bodyPr>
          <a:lstStyle/>
          <a:p>
            <a:r>
              <a:rPr lang="zh-CN" altLang="en-US" dirty="0"/>
              <a:t>路径长度：非带权图的路径长度是指此路径上边的条数。带权图的路径长度是指路径上各边的权之和。</a:t>
            </a:r>
          </a:p>
          <a:p>
            <a:r>
              <a:rPr lang="zh-CN" altLang="en-US" dirty="0"/>
              <a:t>简单路径：若路径上各顶点 </a:t>
            </a:r>
            <a:r>
              <a:rPr lang="en-US" altLang="zh-CN" dirty="0"/>
              <a:t>v</a:t>
            </a:r>
            <a:r>
              <a:rPr lang="en-US" altLang="zh-CN" baseline="-25000" dirty="0"/>
              <a:t>1</a:t>
            </a:r>
            <a:r>
              <a:rPr lang="en-US" altLang="zh-CN" dirty="0"/>
              <a:t>,v</a:t>
            </a:r>
            <a:r>
              <a:rPr lang="en-US" altLang="zh-CN" baseline="-25000" dirty="0"/>
              <a:t>2</a:t>
            </a:r>
            <a:r>
              <a:rPr lang="en-US" altLang="zh-CN" dirty="0"/>
              <a:t>,...,</a:t>
            </a:r>
            <a:r>
              <a:rPr lang="en-US" altLang="zh-CN" dirty="0" err="1"/>
              <a:t>v</a:t>
            </a:r>
            <a:r>
              <a:rPr lang="en-US" altLang="zh-CN" baseline="-25000" dirty="0" err="1"/>
              <a:t>m</a:t>
            </a:r>
            <a:r>
              <a:rPr lang="en-US" altLang="zh-CN" dirty="0"/>
              <a:t> </a:t>
            </a:r>
            <a:r>
              <a:rPr lang="zh-CN" altLang="en-US" dirty="0"/>
              <a:t>均不互相重复</a:t>
            </a:r>
            <a:r>
              <a:rPr lang="en-US" altLang="zh-CN" dirty="0"/>
              <a:t>, </a:t>
            </a:r>
            <a:r>
              <a:rPr lang="zh-CN" altLang="en-US" dirty="0"/>
              <a:t>则称这样的路径为简单路径。</a:t>
            </a:r>
          </a:p>
          <a:p>
            <a:r>
              <a:rPr lang="zh-CN" altLang="en-US" dirty="0"/>
              <a:t>回路：若路径上第一个顶点 </a:t>
            </a:r>
            <a:r>
              <a:rPr lang="en-US" altLang="zh-CN" dirty="0"/>
              <a:t>v</a:t>
            </a:r>
            <a:r>
              <a:rPr lang="en-US" altLang="zh-CN" baseline="-25000" dirty="0"/>
              <a:t>1</a:t>
            </a:r>
            <a:r>
              <a:rPr lang="en-US" altLang="zh-CN" dirty="0"/>
              <a:t> </a:t>
            </a:r>
            <a:r>
              <a:rPr lang="zh-CN" altLang="en-US" dirty="0"/>
              <a:t>与最后一个顶点</a:t>
            </a:r>
            <a:r>
              <a:rPr lang="en-US" altLang="zh-CN" dirty="0" err="1"/>
              <a:t>v</a:t>
            </a:r>
            <a:r>
              <a:rPr lang="en-US" altLang="zh-CN" baseline="-25000" dirty="0" err="1"/>
              <a:t>m</a:t>
            </a:r>
            <a:r>
              <a:rPr lang="en-US" altLang="zh-CN" dirty="0"/>
              <a:t> </a:t>
            </a:r>
            <a:r>
              <a:rPr lang="zh-CN" altLang="en-US" dirty="0"/>
              <a:t>重合</a:t>
            </a:r>
            <a:r>
              <a:rPr lang="en-US" altLang="zh-CN" dirty="0"/>
              <a:t>, </a:t>
            </a:r>
            <a:r>
              <a:rPr lang="zh-CN" altLang="en-US" dirty="0"/>
              <a:t>则称这样的路径为回路或环。</a:t>
            </a:r>
          </a:p>
        </p:txBody>
      </p:sp>
      <p:grpSp>
        <p:nvGrpSpPr>
          <p:cNvPr id="4" name="组合 3">
            <a:extLst>
              <a:ext uri="{FF2B5EF4-FFF2-40B4-BE49-F238E27FC236}">
                <a16:creationId xmlns:a16="http://schemas.microsoft.com/office/drawing/2014/main" id="{B5A1C7ED-189A-4386-8A8A-1529477411FC}"/>
              </a:ext>
            </a:extLst>
          </p:cNvPr>
          <p:cNvGrpSpPr/>
          <p:nvPr/>
        </p:nvGrpSpPr>
        <p:grpSpPr>
          <a:xfrm>
            <a:off x="1641475" y="4455243"/>
            <a:ext cx="5861050" cy="2070100"/>
            <a:chOff x="1538288" y="4087813"/>
            <a:chExt cx="5861050" cy="2070100"/>
          </a:xfrm>
        </p:grpSpPr>
        <p:sp>
          <p:nvSpPr>
            <p:cNvPr id="10243" name="Line 3">
              <a:extLst>
                <a:ext uri="{FF2B5EF4-FFF2-40B4-BE49-F238E27FC236}">
                  <a16:creationId xmlns:a16="http://schemas.microsoft.com/office/drawing/2014/main" id="{2A7923E2-E1FC-A24B-8261-BDCBA26AC14F}"/>
                </a:ext>
              </a:extLst>
            </p:cNvPr>
            <p:cNvSpPr>
              <a:spLocks noChangeShapeType="1"/>
            </p:cNvSpPr>
            <p:nvPr/>
          </p:nvSpPr>
          <p:spPr bwMode="auto">
            <a:xfrm>
              <a:off x="1843088" y="5243513"/>
              <a:ext cx="762000" cy="6096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4" name="Line 4">
              <a:extLst>
                <a:ext uri="{FF2B5EF4-FFF2-40B4-BE49-F238E27FC236}">
                  <a16:creationId xmlns:a16="http://schemas.microsoft.com/office/drawing/2014/main" id="{6F58335C-60A2-E43D-8F91-5680296AB4D3}"/>
                </a:ext>
              </a:extLst>
            </p:cNvPr>
            <p:cNvSpPr>
              <a:spLocks noChangeShapeType="1"/>
            </p:cNvSpPr>
            <p:nvPr/>
          </p:nvSpPr>
          <p:spPr bwMode="auto">
            <a:xfrm>
              <a:off x="2681288" y="4557713"/>
              <a:ext cx="685800" cy="5334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5" name="Line 5">
              <a:extLst>
                <a:ext uri="{FF2B5EF4-FFF2-40B4-BE49-F238E27FC236}">
                  <a16:creationId xmlns:a16="http://schemas.microsoft.com/office/drawing/2014/main" id="{842E6714-1E69-5231-14B9-09B2E111A9FE}"/>
                </a:ext>
              </a:extLst>
            </p:cNvPr>
            <p:cNvSpPr>
              <a:spLocks noChangeShapeType="1"/>
            </p:cNvSpPr>
            <p:nvPr/>
          </p:nvSpPr>
          <p:spPr bwMode="auto">
            <a:xfrm flipH="1">
              <a:off x="2757488" y="5319713"/>
              <a:ext cx="533400" cy="3810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6" name="Line 6">
              <a:extLst>
                <a:ext uri="{FF2B5EF4-FFF2-40B4-BE49-F238E27FC236}">
                  <a16:creationId xmlns:a16="http://schemas.microsoft.com/office/drawing/2014/main" id="{70B7624F-A147-1C3A-C251-5A02AE0F7D4E}"/>
                </a:ext>
              </a:extLst>
            </p:cNvPr>
            <p:cNvSpPr>
              <a:spLocks noChangeShapeType="1"/>
            </p:cNvSpPr>
            <p:nvPr/>
          </p:nvSpPr>
          <p:spPr bwMode="auto">
            <a:xfrm flipH="1">
              <a:off x="1843088" y="4557713"/>
              <a:ext cx="685800" cy="5334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7" name="Line 7">
              <a:extLst>
                <a:ext uri="{FF2B5EF4-FFF2-40B4-BE49-F238E27FC236}">
                  <a16:creationId xmlns:a16="http://schemas.microsoft.com/office/drawing/2014/main" id="{47775765-00B7-991A-0B76-42570924FC4A}"/>
                </a:ext>
              </a:extLst>
            </p:cNvPr>
            <p:cNvSpPr>
              <a:spLocks noChangeShapeType="1"/>
            </p:cNvSpPr>
            <p:nvPr/>
          </p:nvSpPr>
          <p:spPr bwMode="auto">
            <a:xfrm>
              <a:off x="1919288" y="5167313"/>
              <a:ext cx="1371600"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8" name="Line 8">
              <a:extLst>
                <a:ext uri="{FF2B5EF4-FFF2-40B4-BE49-F238E27FC236}">
                  <a16:creationId xmlns:a16="http://schemas.microsoft.com/office/drawing/2014/main" id="{6BCE4B4A-8FED-4249-EC11-087930AC103F}"/>
                </a:ext>
              </a:extLst>
            </p:cNvPr>
            <p:cNvSpPr>
              <a:spLocks noChangeShapeType="1"/>
            </p:cNvSpPr>
            <p:nvPr/>
          </p:nvSpPr>
          <p:spPr bwMode="auto">
            <a:xfrm>
              <a:off x="2605088" y="4587875"/>
              <a:ext cx="0" cy="134143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9" name="Oval 9">
              <a:extLst>
                <a:ext uri="{FF2B5EF4-FFF2-40B4-BE49-F238E27FC236}">
                  <a16:creationId xmlns:a16="http://schemas.microsoft.com/office/drawing/2014/main" id="{2E3547BF-11F7-5212-177B-680B2AB69ADE}"/>
                </a:ext>
              </a:extLst>
            </p:cNvPr>
            <p:cNvSpPr>
              <a:spLocks noChangeArrowheads="1"/>
            </p:cNvSpPr>
            <p:nvPr/>
          </p:nvSpPr>
          <p:spPr bwMode="auto">
            <a:xfrm>
              <a:off x="1538288" y="4968875"/>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10250" name="Oval 10">
              <a:extLst>
                <a:ext uri="{FF2B5EF4-FFF2-40B4-BE49-F238E27FC236}">
                  <a16:creationId xmlns:a16="http://schemas.microsoft.com/office/drawing/2014/main" id="{E5C9EA5D-A0EF-583A-C0B0-9E5F525E5B12}"/>
                </a:ext>
              </a:extLst>
            </p:cNvPr>
            <p:cNvSpPr>
              <a:spLocks noChangeArrowheads="1"/>
            </p:cNvSpPr>
            <p:nvPr/>
          </p:nvSpPr>
          <p:spPr bwMode="auto">
            <a:xfrm>
              <a:off x="3214688" y="4968875"/>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10251" name="Oval 11">
              <a:extLst>
                <a:ext uri="{FF2B5EF4-FFF2-40B4-BE49-F238E27FC236}">
                  <a16:creationId xmlns:a16="http://schemas.microsoft.com/office/drawing/2014/main" id="{CF895BE7-D2DA-4F76-D09E-5948E1A6B100}"/>
                </a:ext>
              </a:extLst>
            </p:cNvPr>
            <p:cNvSpPr>
              <a:spLocks noChangeArrowheads="1"/>
            </p:cNvSpPr>
            <p:nvPr/>
          </p:nvSpPr>
          <p:spPr bwMode="auto">
            <a:xfrm>
              <a:off x="2376488" y="4206875"/>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10252" name="Oval 12">
              <a:extLst>
                <a:ext uri="{FF2B5EF4-FFF2-40B4-BE49-F238E27FC236}">
                  <a16:creationId xmlns:a16="http://schemas.microsoft.com/office/drawing/2014/main" id="{4307DF00-82E3-0D73-ED7B-725A47E806A5}"/>
                </a:ext>
              </a:extLst>
            </p:cNvPr>
            <p:cNvSpPr>
              <a:spLocks noChangeArrowheads="1"/>
            </p:cNvSpPr>
            <p:nvPr/>
          </p:nvSpPr>
          <p:spPr bwMode="auto">
            <a:xfrm>
              <a:off x="2376488" y="5654675"/>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10253" name="Text Box 13">
              <a:extLst>
                <a:ext uri="{FF2B5EF4-FFF2-40B4-BE49-F238E27FC236}">
                  <a16:creationId xmlns:a16="http://schemas.microsoft.com/office/drawing/2014/main" id="{6EFE2591-01DE-A07C-FC38-0875BFB2A914}"/>
                </a:ext>
              </a:extLst>
            </p:cNvPr>
            <p:cNvSpPr txBox="1">
              <a:spLocks noChangeArrowheads="1"/>
            </p:cNvSpPr>
            <p:nvPr/>
          </p:nvSpPr>
          <p:spPr bwMode="auto">
            <a:xfrm>
              <a:off x="2446338" y="4130675"/>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0254" name="Text Box 14">
              <a:extLst>
                <a:ext uri="{FF2B5EF4-FFF2-40B4-BE49-F238E27FC236}">
                  <a16:creationId xmlns:a16="http://schemas.microsoft.com/office/drawing/2014/main" id="{CCFC8327-0E9C-8A1A-60D1-283AAD824F15}"/>
                </a:ext>
              </a:extLst>
            </p:cNvPr>
            <p:cNvSpPr txBox="1">
              <a:spLocks noChangeArrowheads="1"/>
            </p:cNvSpPr>
            <p:nvPr/>
          </p:nvSpPr>
          <p:spPr bwMode="auto">
            <a:xfrm>
              <a:off x="1608138" y="4892675"/>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0255" name="Text Box 15">
              <a:extLst>
                <a:ext uri="{FF2B5EF4-FFF2-40B4-BE49-F238E27FC236}">
                  <a16:creationId xmlns:a16="http://schemas.microsoft.com/office/drawing/2014/main" id="{D2BFB9B3-826A-57B3-2421-B2DA21B654DF}"/>
                </a:ext>
              </a:extLst>
            </p:cNvPr>
            <p:cNvSpPr txBox="1">
              <a:spLocks noChangeArrowheads="1"/>
            </p:cNvSpPr>
            <p:nvPr/>
          </p:nvSpPr>
          <p:spPr bwMode="auto">
            <a:xfrm>
              <a:off x="3284538" y="4892675"/>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10256" name="Text Box 16">
              <a:extLst>
                <a:ext uri="{FF2B5EF4-FFF2-40B4-BE49-F238E27FC236}">
                  <a16:creationId xmlns:a16="http://schemas.microsoft.com/office/drawing/2014/main" id="{E4783827-1C67-4E79-0372-F9FF853CA8E0}"/>
                </a:ext>
              </a:extLst>
            </p:cNvPr>
            <p:cNvSpPr txBox="1">
              <a:spLocks noChangeArrowheads="1"/>
            </p:cNvSpPr>
            <p:nvPr/>
          </p:nvSpPr>
          <p:spPr bwMode="auto">
            <a:xfrm>
              <a:off x="2446338" y="5578475"/>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10257" name="Line 31">
              <a:extLst>
                <a:ext uri="{FF2B5EF4-FFF2-40B4-BE49-F238E27FC236}">
                  <a16:creationId xmlns:a16="http://schemas.microsoft.com/office/drawing/2014/main" id="{64D9DE2F-2CB8-51E5-15D4-8679BBB5103E}"/>
                </a:ext>
              </a:extLst>
            </p:cNvPr>
            <p:cNvSpPr>
              <a:spLocks noChangeShapeType="1"/>
            </p:cNvSpPr>
            <p:nvPr/>
          </p:nvSpPr>
          <p:spPr bwMode="auto">
            <a:xfrm>
              <a:off x="5570538" y="5200650"/>
              <a:ext cx="762000" cy="6096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58" name="Line 32">
              <a:extLst>
                <a:ext uri="{FF2B5EF4-FFF2-40B4-BE49-F238E27FC236}">
                  <a16:creationId xmlns:a16="http://schemas.microsoft.com/office/drawing/2014/main" id="{C07FCD1A-DB7F-20D4-9E68-054771B7B581}"/>
                </a:ext>
              </a:extLst>
            </p:cNvPr>
            <p:cNvSpPr>
              <a:spLocks noChangeShapeType="1"/>
            </p:cNvSpPr>
            <p:nvPr/>
          </p:nvSpPr>
          <p:spPr bwMode="auto">
            <a:xfrm>
              <a:off x="6408738" y="4514850"/>
              <a:ext cx="685800" cy="5334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59" name="Line 33">
              <a:extLst>
                <a:ext uri="{FF2B5EF4-FFF2-40B4-BE49-F238E27FC236}">
                  <a16:creationId xmlns:a16="http://schemas.microsoft.com/office/drawing/2014/main" id="{23C94A2A-5097-80E1-3D6E-D550151E52AA}"/>
                </a:ext>
              </a:extLst>
            </p:cNvPr>
            <p:cNvSpPr>
              <a:spLocks noChangeShapeType="1"/>
            </p:cNvSpPr>
            <p:nvPr/>
          </p:nvSpPr>
          <p:spPr bwMode="auto">
            <a:xfrm flipH="1">
              <a:off x="6484938" y="5276850"/>
              <a:ext cx="533400" cy="3810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60" name="Line 34">
              <a:extLst>
                <a:ext uri="{FF2B5EF4-FFF2-40B4-BE49-F238E27FC236}">
                  <a16:creationId xmlns:a16="http://schemas.microsoft.com/office/drawing/2014/main" id="{BAF274AD-764E-531A-FF9A-1FE3241D3D89}"/>
                </a:ext>
              </a:extLst>
            </p:cNvPr>
            <p:cNvSpPr>
              <a:spLocks noChangeShapeType="1"/>
            </p:cNvSpPr>
            <p:nvPr/>
          </p:nvSpPr>
          <p:spPr bwMode="auto">
            <a:xfrm flipH="1">
              <a:off x="5570538" y="4514850"/>
              <a:ext cx="685800" cy="5334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61" name="Line 35">
              <a:extLst>
                <a:ext uri="{FF2B5EF4-FFF2-40B4-BE49-F238E27FC236}">
                  <a16:creationId xmlns:a16="http://schemas.microsoft.com/office/drawing/2014/main" id="{9522F9DD-F294-5B31-A22C-B7BFA159509B}"/>
                </a:ext>
              </a:extLst>
            </p:cNvPr>
            <p:cNvSpPr>
              <a:spLocks noChangeShapeType="1"/>
            </p:cNvSpPr>
            <p:nvPr/>
          </p:nvSpPr>
          <p:spPr bwMode="auto">
            <a:xfrm>
              <a:off x="5646738" y="5124450"/>
              <a:ext cx="1371600"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62" name="Line 36">
              <a:extLst>
                <a:ext uri="{FF2B5EF4-FFF2-40B4-BE49-F238E27FC236}">
                  <a16:creationId xmlns:a16="http://schemas.microsoft.com/office/drawing/2014/main" id="{5BCCBEC1-456D-A0B4-11BA-DA114A01BF28}"/>
                </a:ext>
              </a:extLst>
            </p:cNvPr>
            <p:cNvSpPr>
              <a:spLocks noChangeShapeType="1"/>
            </p:cNvSpPr>
            <p:nvPr/>
          </p:nvSpPr>
          <p:spPr bwMode="auto">
            <a:xfrm>
              <a:off x="6332538" y="4545013"/>
              <a:ext cx="0" cy="1341437"/>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63" name="Oval 37">
              <a:extLst>
                <a:ext uri="{FF2B5EF4-FFF2-40B4-BE49-F238E27FC236}">
                  <a16:creationId xmlns:a16="http://schemas.microsoft.com/office/drawing/2014/main" id="{38E51387-5690-061A-E761-89957B9B39B0}"/>
                </a:ext>
              </a:extLst>
            </p:cNvPr>
            <p:cNvSpPr>
              <a:spLocks noChangeArrowheads="1"/>
            </p:cNvSpPr>
            <p:nvPr/>
          </p:nvSpPr>
          <p:spPr bwMode="auto">
            <a:xfrm>
              <a:off x="5265738" y="4926013"/>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10264" name="Oval 38">
              <a:extLst>
                <a:ext uri="{FF2B5EF4-FFF2-40B4-BE49-F238E27FC236}">
                  <a16:creationId xmlns:a16="http://schemas.microsoft.com/office/drawing/2014/main" id="{FB0ABC24-843A-0ABB-E16A-A2025986A7CD}"/>
                </a:ext>
              </a:extLst>
            </p:cNvPr>
            <p:cNvSpPr>
              <a:spLocks noChangeArrowheads="1"/>
            </p:cNvSpPr>
            <p:nvPr/>
          </p:nvSpPr>
          <p:spPr bwMode="auto">
            <a:xfrm>
              <a:off x="6942138" y="4926013"/>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10265" name="Oval 39">
              <a:extLst>
                <a:ext uri="{FF2B5EF4-FFF2-40B4-BE49-F238E27FC236}">
                  <a16:creationId xmlns:a16="http://schemas.microsoft.com/office/drawing/2014/main" id="{C409ABAD-7919-C45C-14E5-63F55E75F9CE}"/>
                </a:ext>
              </a:extLst>
            </p:cNvPr>
            <p:cNvSpPr>
              <a:spLocks noChangeArrowheads="1"/>
            </p:cNvSpPr>
            <p:nvPr/>
          </p:nvSpPr>
          <p:spPr bwMode="auto">
            <a:xfrm>
              <a:off x="6103938" y="4164013"/>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10266" name="Oval 40">
              <a:extLst>
                <a:ext uri="{FF2B5EF4-FFF2-40B4-BE49-F238E27FC236}">
                  <a16:creationId xmlns:a16="http://schemas.microsoft.com/office/drawing/2014/main" id="{C248C423-34B2-3A34-1563-D239A5C5CB5B}"/>
                </a:ext>
              </a:extLst>
            </p:cNvPr>
            <p:cNvSpPr>
              <a:spLocks noChangeArrowheads="1"/>
            </p:cNvSpPr>
            <p:nvPr/>
          </p:nvSpPr>
          <p:spPr bwMode="auto">
            <a:xfrm>
              <a:off x="6103938" y="5611813"/>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10267" name="Text Box 41">
              <a:extLst>
                <a:ext uri="{FF2B5EF4-FFF2-40B4-BE49-F238E27FC236}">
                  <a16:creationId xmlns:a16="http://schemas.microsoft.com/office/drawing/2014/main" id="{F76EC749-C3BE-4818-3029-B2788EF1F1BC}"/>
                </a:ext>
              </a:extLst>
            </p:cNvPr>
            <p:cNvSpPr txBox="1">
              <a:spLocks noChangeArrowheads="1"/>
            </p:cNvSpPr>
            <p:nvPr/>
          </p:nvSpPr>
          <p:spPr bwMode="auto">
            <a:xfrm>
              <a:off x="6173788" y="408781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0268" name="Text Box 42">
              <a:extLst>
                <a:ext uri="{FF2B5EF4-FFF2-40B4-BE49-F238E27FC236}">
                  <a16:creationId xmlns:a16="http://schemas.microsoft.com/office/drawing/2014/main" id="{334608A0-CDF1-519F-CF2A-C67C70D89E37}"/>
                </a:ext>
              </a:extLst>
            </p:cNvPr>
            <p:cNvSpPr txBox="1">
              <a:spLocks noChangeArrowheads="1"/>
            </p:cNvSpPr>
            <p:nvPr/>
          </p:nvSpPr>
          <p:spPr bwMode="auto">
            <a:xfrm>
              <a:off x="5335588" y="484981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0269" name="Text Box 43">
              <a:extLst>
                <a:ext uri="{FF2B5EF4-FFF2-40B4-BE49-F238E27FC236}">
                  <a16:creationId xmlns:a16="http://schemas.microsoft.com/office/drawing/2014/main" id="{F1E73E3C-623D-3E08-730F-6A0402126DF4}"/>
                </a:ext>
              </a:extLst>
            </p:cNvPr>
            <p:cNvSpPr txBox="1">
              <a:spLocks noChangeArrowheads="1"/>
            </p:cNvSpPr>
            <p:nvPr/>
          </p:nvSpPr>
          <p:spPr bwMode="auto">
            <a:xfrm>
              <a:off x="7011988" y="484981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10270" name="Text Box 44">
              <a:extLst>
                <a:ext uri="{FF2B5EF4-FFF2-40B4-BE49-F238E27FC236}">
                  <a16:creationId xmlns:a16="http://schemas.microsoft.com/office/drawing/2014/main" id="{4BAB2423-37E2-4BA3-3D3D-80837120AE7E}"/>
                </a:ext>
              </a:extLst>
            </p:cNvPr>
            <p:cNvSpPr txBox="1">
              <a:spLocks noChangeArrowheads="1"/>
            </p:cNvSpPr>
            <p:nvPr/>
          </p:nvSpPr>
          <p:spPr bwMode="auto">
            <a:xfrm>
              <a:off x="6173788" y="553561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10271" name="Line 45">
              <a:extLst>
                <a:ext uri="{FF2B5EF4-FFF2-40B4-BE49-F238E27FC236}">
                  <a16:creationId xmlns:a16="http://schemas.microsoft.com/office/drawing/2014/main" id="{AC93E042-EB93-6C60-9F2F-735A70EB68E6}"/>
                </a:ext>
              </a:extLst>
            </p:cNvPr>
            <p:cNvSpPr>
              <a:spLocks noChangeShapeType="1"/>
            </p:cNvSpPr>
            <p:nvPr/>
          </p:nvSpPr>
          <p:spPr bwMode="auto">
            <a:xfrm flipH="1">
              <a:off x="2071688" y="4710113"/>
              <a:ext cx="457200" cy="381000"/>
            </a:xfrm>
            <a:prstGeom prst="line">
              <a:avLst/>
            </a:prstGeom>
            <a:noFill/>
            <a:ln w="28575">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72" name="Line 46">
              <a:extLst>
                <a:ext uri="{FF2B5EF4-FFF2-40B4-BE49-F238E27FC236}">
                  <a16:creationId xmlns:a16="http://schemas.microsoft.com/office/drawing/2014/main" id="{EC60B2B7-F939-D086-FC19-AAF2712A3D57}"/>
                </a:ext>
              </a:extLst>
            </p:cNvPr>
            <p:cNvSpPr>
              <a:spLocks noChangeShapeType="1"/>
            </p:cNvSpPr>
            <p:nvPr/>
          </p:nvSpPr>
          <p:spPr bwMode="auto">
            <a:xfrm>
              <a:off x="2147888" y="5319713"/>
              <a:ext cx="990600" cy="0"/>
            </a:xfrm>
            <a:prstGeom prst="line">
              <a:avLst/>
            </a:prstGeom>
            <a:noFill/>
            <a:ln w="28575">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73" name="Line 47">
              <a:extLst>
                <a:ext uri="{FF2B5EF4-FFF2-40B4-BE49-F238E27FC236}">
                  <a16:creationId xmlns:a16="http://schemas.microsoft.com/office/drawing/2014/main" id="{39529BC9-3B8D-5BB0-F04C-5EDC0CB232CB}"/>
                </a:ext>
              </a:extLst>
            </p:cNvPr>
            <p:cNvSpPr>
              <a:spLocks noChangeShapeType="1"/>
            </p:cNvSpPr>
            <p:nvPr/>
          </p:nvSpPr>
          <p:spPr bwMode="auto">
            <a:xfrm flipH="1">
              <a:off x="2909888" y="5472113"/>
              <a:ext cx="381000" cy="304800"/>
            </a:xfrm>
            <a:prstGeom prst="line">
              <a:avLst/>
            </a:prstGeom>
            <a:noFill/>
            <a:ln w="28575">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74" name="Line 48">
              <a:extLst>
                <a:ext uri="{FF2B5EF4-FFF2-40B4-BE49-F238E27FC236}">
                  <a16:creationId xmlns:a16="http://schemas.microsoft.com/office/drawing/2014/main" id="{0632EC3D-9633-DDEF-DC19-CB3BD87A0D58}"/>
                </a:ext>
              </a:extLst>
            </p:cNvPr>
            <p:cNvSpPr>
              <a:spLocks noChangeShapeType="1"/>
            </p:cNvSpPr>
            <p:nvPr/>
          </p:nvSpPr>
          <p:spPr bwMode="auto">
            <a:xfrm flipH="1">
              <a:off x="5799138" y="4667250"/>
              <a:ext cx="457200" cy="381000"/>
            </a:xfrm>
            <a:prstGeom prst="line">
              <a:avLst/>
            </a:prstGeom>
            <a:noFill/>
            <a:ln w="28575">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75" name="Line 49">
              <a:extLst>
                <a:ext uri="{FF2B5EF4-FFF2-40B4-BE49-F238E27FC236}">
                  <a16:creationId xmlns:a16="http://schemas.microsoft.com/office/drawing/2014/main" id="{0FAB2186-36B6-36E5-92A5-77AE0FC8CC84}"/>
                </a:ext>
              </a:extLst>
            </p:cNvPr>
            <p:cNvSpPr>
              <a:spLocks noChangeShapeType="1"/>
            </p:cNvSpPr>
            <p:nvPr/>
          </p:nvSpPr>
          <p:spPr bwMode="auto">
            <a:xfrm>
              <a:off x="5875338" y="5276850"/>
              <a:ext cx="990600" cy="0"/>
            </a:xfrm>
            <a:prstGeom prst="line">
              <a:avLst/>
            </a:prstGeom>
            <a:noFill/>
            <a:ln w="28575">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76" name="Line 50">
              <a:extLst>
                <a:ext uri="{FF2B5EF4-FFF2-40B4-BE49-F238E27FC236}">
                  <a16:creationId xmlns:a16="http://schemas.microsoft.com/office/drawing/2014/main" id="{2BBD3794-E3EC-61C1-72D6-970CAFDB6788}"/>
                </a:ext>
              </a:extLst>
            </p:cNvPr>
            <p:cNvSpPr>
              <a:spLocks noChangeShapeType="1"/>
            </p:cNvSpPr>
            <p:nvPr/>
          </p:nvSpPr>
          <p:spPr bwMode="auto">
            <a:xfrm flipH="1" flipV="1">
              <a:off x="6408738" y="4667250"/>
              <a:ext cx="457200" cy="381000"/>
            </a:xfrm>
            <a:prstGeom prst="line">
              <a:avLst/>
            </a:prstGeom>
            <a:noFill/>
            <a:ln w="28575">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 name="灯片编号占位符 1">
            <a:extLst>
              <a:ext uri="{FF2B5EF4-FFF2-40B4-BE49-F238E27FC236}">
                <a16:creationId xmlns:a16="http://schemas.microsoft.com/office/drawing/2014/main" id="{1D3C95E0-8958-7C8D-48B3-FF2559882E00}"/>
              </a:ext>
            </a:extLst>
          </p:cNvPr>
          <p:cNvSpPr>
            <a:spLocks noGrp="1"/>
          </p:cNvSpPr>
          <p:nvPr>
            <p:ph type="sldNum" sz="quarter" idx="12"/>
          </p:nvPr>
        </p:nvSpPr>
        <p:spPr/>
        <p:txBody>
          <a:bodyPr/>
          <a:lstStyle/>
          <a:p>
            <a:pPr>
              <a:defRPr/>
            </a:pPr>
            <a:fld id="{2E0F9FB0-350A-4A87-9CD5-1F022F266B97}" type="slidenum">
              <a:rPr lang="en-US" altLang="zh-CN" smtClean="0"/>
              <a:pPr>
                <a:defRPr/>
              </a:pPr>
              <a:t>6</a:t>
            </a:fld>
            <a:endParaRPr lang="en-US" altLang="zh-CN"/>
          </a:p>
        </p:txBody>
      </p:sp>
    </p:spTree>
  </p:cSld>
  <p:clrMapOvr>
    <a:masterClrMapping/>
  </p:clrMapOvr>
  <p:transition>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9F337FAB-1C19-07D3-D744-0BDF48514100}"/>
              </a:ext>
            </a:extLst>
          </p:cNvPr>
          <p:cNvSpPr>
            <a:spLocks noGrp="1" noChangeArrowheads="1"/>
          </p:cNvSpPr>
          <p:nvPr>
            <p:ph type="body" idx="1"/>
          </p:nvPr>
        </p:nvSpPr>
        <p:spPr>
          <a:xfrm>
            <a:off x="628650" y="692696"/>
            <a:ext cx="7886700" cy="5484267"/>
          </a:xfrm>
        </p:spPr>
        <p:txBody>
          <a:bodyPr>
            <a:normAutofit fontScale="77500" lnSpcReduction="20000"/>
          </a:bodyPr>
          <a:lstStyle/>
          <a:p>
            <a:pPr>
              <a:lnSpc>
                <a:spcPct val="120000"/>
              </a:lnSpc>
            </a:pPr>
            <a:r>
              <a:rPr lang="zh-CN" altLang="en-US" dirty="0"/>
              <a:t>连通图与连通分量：在无向图中</a:t>
            </a:r>
            <a:r>
              <a:rPr lang="en-US" altLang="zh-CN" dirty="0"/>
              <a:t>, </a:t>
            </a:r>
            <a:r>
              <a:rPr lang="zh-CN" altLang="en-US" dirty="0"/>
              <a:t>若从顶点</a:t>
            </a:r>
            <a:r>
              <a:rPr lang="en-US" altLang="zh-CN" dirty="0"/>
              <a:t>v</a:t>
            </a:r>
            <a:r>
              <a:rPr lang="en-US" altLang="zh-CN" baseline="-25000" dirty="0"/>
              <a:t>1</a:t>
            </a:r>
            <a:r>
              <a:rPr lang="zh-CN" altLang="en-US" dirty="0"/>
              <a:t>到顶点</a:t>
            </a:r>
            <a:r>
              <a:rPr lang="en-US" altLang="zh-CN" dirty="0"/>
              <a:t>v</a:t>
            </a:r>
            <a:r>
              <a:rPr lang="en-US" altLang="zh-CN" baseline="-25000" dirty="0"/>
              <a:t>2</a:t>
            </a:r>
            <a:r>
              <a:rPr lang="zh-CN" altLang="en-US" dirty="0"/>
              <a:t>有路径</a:t>
            </a:r>
            <a:r>
              <a:rPr lang="en-US" altLang="zh-CN" dirty="0"/>
              <a:t>, </a:t>
            </a:r>
            <a:r>
              <a:rPr lang="zh-CN" altLang="en-US" dirty="0"/>
              <a:t>则称顶点</a:t>
            </a:r>
            <a:r>
              <a:rPr lang="en-US" altLang="zh-CN" dirty="0"/>
              <a:t>v</a:t>
            </a:r>
            <a:r>
              <a:rPr lang="en-US" altLang="zh-CN" baseline="-25000" dirty="0"/>
              <a:t>1</a:t>
            </a:r>
            <a:r>
              <a:rPr lang="zh-CN" altLang="en-US" dirty="0"/>
              <a:t>与</a:t>
            </a:r>
            <a:r>
              <a:rPr lang="en-US" altLang="zh-CN" dirty="0"/>
              <a:t>v</a:t>
            </a:r>
            <a:r>
              <a:rPr lang="en-US" altLang="zh-CN" baseline="-25000" dirty="0"/>
              <a:t>2</a:t>
            </a:r>
            <a:r>
              <a:rPr lang="zh-CN" altLang="en-US" dirty="0"/>
              <a:t>是连通的。如果图中任意一对顶点都是连通的</a:t>
            </a:r>
            <a:r>
              <a:rPr lang="en-US" altLang="zh-CN" dirty="0"/>
              <a:t>, </a:t>
            </a:r>
            <a:r>
              <a:rPr lang="zh-CN" altLang="en-US" dirty="0"/>
              <a:t>则称此图是连通图。非连通图的极大连通子图叫做连通分量。</a:t>
            </a:r>
          </a:p>
          <a:p>
            <a:pPr>
              <a:lnSpc>
                <a:spcPct val="120000"/>
              </a:lnSpc>
            </a:pPr>
            <a:r>
              <a:rPr lang="zh-CN" altLang="en-US" dirty="0"/>
              <a:t>强连通图与强连通分量：在有向图中</a:t>
            </a:r>
            <a:r>
              <a:rPr lang="en-US" altLang="zh-CN" dirty="0"/>
              <a:t>, </a:t>
            </a:r>
            <a:r>
              <a:rPr lang="zh-CN" altLang="en-US" dirty="0"/>
              <a:t>若对于每一对顶点</a:t>
            </a:r>
            <a:r>
              <a:rPr lang="en-US" altLang="zh-CN" dirty="0"/>
              <a:t>v</a:t>
            </a:r>
            <a:r>
              <a:rPr lang="en-US" altLang="zh-CN" baseline="-25000" dirty="0"/>
              <a:t>i</a:t>
            </a:r>
            <a:r>
              <a:rPr lang="zh-CN" altLang="en-US" dirty="0"/>
              <a:t>和</a:t>
            </a:r>
            <a:r>
              <a:rPr lang="en-US" altLang="zh-CN" dirty="0" err="1"/>
              <a:t>v</a:t>
            </a:r>
            <a:r>
              <a:rPr lang="en-US" altLang="zh-CN" baseline="-25000" dirty="0" err="1"/>
              <a:t>j</a:t>
            </a:r>
            <a:r>
              <a:rPr lang="en-US" altLang="zh-CN" dirty="0"/>
              <a:t>, </a:t>
            </a:r>
            <a:r>
              <a:rPr lang="zh-CN" altLang="en-US" dirty="0"/>
              <a:t>都存在一条从</a:t>
            </a:r>
            <a:r>
              <a:rPr lang="en-US" altLang="zh-CN" dirty="0"/>
              <a:t>v</a:t>
            </a:r>
            <a:r>
              <a:rPr lang="en-US" altLang="zh-CN" baseline="-25000" dirty="0"/>
              <a:t>i</a:t>
            </a:r>
            <a:r>
              <a:rPr lang="zh-CN" altLang="en-US" dirty="0"/>
              <a:t>到</a:t>
            </a:r>
            <a:r>
              <a:rPr lang="en-US" altLang="zh-CN" dirty="0" err="1"/>
              <a:t>v</a:t>
            </a:r>
            <a:r>
              <a:rPr lang="en-US" altLang="zh-CN" baseline="-25000" dirty="0" err="1"/>
              <a:t>j</a:t>
            </a:r>
            <a:r>
              <a:rPr lang="zh-CN" altLang="en-US" dirty="0"/>
              <a:t>和从</a:t>
            </a:r>
            <a:r>
              <a:rPr lang="en-US" altLang="zh-CN" dirty="0" err="1"/>
              <a:t>v</a:t>
            </a:r>
            <a:r>
              <a:rPr lang="en-US" altLang="zh-CN" baseline="-25000" dirty="0" err="1"/>
              <a:t>j</a:t>
            </a:r>
            <a:r>
              <a:rPr lang="zh-CN" altLang="en-US" dirty="0"/>
              <a:t>到</a:t>
            </a:r>
            <a:r>
              <a:rPr lang="en-US" altLang="zh-CN" dirty="0"/>
              <a:t>v</a:t>
            </a:r>
            <a:r>
              <a:rPr lang="en-US" altLang="zh-CN" baseline="-25000" dirty="0"/>
              <a:t>i</a:t>
            </a:r>
            <a:r>
              <a:rPr lang="zh-CN" altLang="en-US" dirty="0"/>
              <a:t>的路径</a:t>
            </a:r>
            <a:r>
              <a:rPr lang="en-US" altLang="zh-CN" dirty="0"/>
              <a:t>, </a:t>
            </a:r>
            <a:r>
              <a:rPr lang="zh-CN" altLang="en-US" dirty="0"/>
              <a:t>则称此图是强连通图。非强连通图的极大强连通子图叫做强连通分量。</a:t>
            </a:r>
          </a:p>
          <a:p>
            <a:pPr>
              <a:lnSpc>
                <a:spcPct val="120000"/>
              </a:lnSpc>
            </a:pPr>
            <a:r>
              <a:rPr lang="zh-CN" altLang="en-US" dirty="0"/>
              <a:t>生成树   一个连通图（注意连通图是无向的）的生成树是其极小连通子图，在</a:t>
            </a:r>
            <a:r>
              <a:rPr lang="en-US" altLang="zh-CN" dirty="0"/>
              <a:t>n</a:t>
            </a:r>
            <a:r>
              <a:rPr lang="zh-CN" altLang="en-US" dirty="0"/>
              <a:t>个顶点的情形下，有</a:t>
            </a:r>
            <a:r>
              <a:rPr lang="en-US" altLang="zh-CN" dirty="0"/>
              <a:t>n-1</a:t>
            </a:r>
            <a:r>
              <a:rPr lang="zh-CN" altLang="en-US" dirty="0"/>
              <a:t>条边。</a:t>
            </a:r>
          </a:p>
        </p:txBody>
      </p:sp>
      <p:sp>
        <p:nvSpPr>
          <p:cNvPr id="2" name="灯片编号占位符 1">
            <a:extLst>
              <a:ext uri="{FF2B5EF4-FFF2-40B4-BE49-F238E27FC236}">
                <a16:creationId xmlns:a16="http://schemas.microsoft.com/office/drawing/2014/main" id="{8E469EB3-8166-9EF1-2481-4FAF43961664}"/>
              </a:ext>
            </a:extLst>
          </p:cNvPr>
          <p:cNvSpPr>
            <a:spLocks noGrp="1"/>
          </p:cNvSpPr>
          <p:nvPr>
            <p:ph type="sldNum" sz="quarter" idx="12"/>
          </p:nvPr>
        </p:nvSpPr>
        <p:spPr/>
        <p:txBody>
          <a:bodyPr/>
          <a:lstStyle/>
          <a:p>
            <a:pPr>
              <a:defRPr/>
            </a:pPr>
            <a:fld id="{2E0F9FB0-350A-4A87-9CD5-1F022F266B97}" type="slidenum">
              <a:rPr lang="en-US" altLang="zh-CN" smtClean="0"/>
              <a:pPr>
                <a:defRPr/>
              </a:pPr>
              <a:t>7</a:t>
            </a:fld>
            <a:endParaRPr lang="en-US" altLang="zh-CN"/>
          </a:p>
        </p:txBody>
      </p:sp>
    </p:spTree>
  </p:cSld>
  <p:clrMapOvr>
    <a:masterClrMapping/>
  </p:clrMapOvr>
  <p:transition>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735EDB-8EFF-47A8-A5CA-0D44973803DB}"/>
              </a:ext>
            </a:extLst>
          </p:cNvPr>
          <p:cNvSpPr>
            <a:spLocks noGrp="1"/>
          </p:cNvSpPr>
          <p:nvPr>
            <p:ph type="title"/>
          </p:nvPr>
        </p:nvSpPr>
        <p:spPr/>
        <p:txBody>
          <a:bodyPr/>
          <a:lstStyle/>
          <a:p>
            <a:r>
              <a:rPr lang="zh-CN" altLang="en-US" dirty="0"/>
              <a:t> </a:t>
            </a:r>
            <a:r>
              <a:rPr lang="en-US" altLang="zh-CN" dirty="0"/>
              <a:t>8.1.2 </a:t>
            </a:r>
            <a:r>
              <a:rPr lang="zh-CN" altLang="en-US" dirty="0"/>
              <a:t>图的抽象数据类型</a:t>
            </a:r>
          </a:p>
        </p:txBody>
      </p:sp>
      <p:sp>
        <p:nvSpPr>
          <p:cNvPr id="3" name="内容占位符 2">
            <a:extLst>
              <a:ext uri="{FF2B5EF4-FFF2-40B4-BE49-F238E27FC236}">
                <a16:creationId xmlns:a16="http://schemas.microsoft.com/office/drawing/2014/main" id="{20F0FCDA-DB12-47E1-A061-5B380F2DFEDB}"/>
              </a:ext>
            </a:extLst>
          </p:cNvPr>
          <p:cNvSpPr>
            <a:spLocks noGrp="1"/>
          </p:cNvSpPr>
          <p:nvPr>
            <p:ph idx="1"/>
          </p:nvPr>
        </p:nvSpPr>
        <p:spPr>
          <a:xfrm>
            <a:off x="628650" y="1825624"/>
            <a:ext cx="7886700" cy="4771727"/>
          </a:xfrm>
        </p:spPr>
        <p:txBody>
          <a:bodyPr>
            <a:normAutofit fontScale="70000" lnSpcReduction="20000"/>
          </a:bodyPr>
          <a:lstStyle/>
          <a:p>
            <a:pPr marL="0" indent="0">
              <a:buNone/>
            </a:pPr>
            <a:r>
              <a:rPr lang="en-US" altLang="zh-CN" dirty="0"/>
              <a:t>class Graph {</a:t>
            </a:r>
          </a:p>
          <a:p>
            <a:pPr marL="0" indent="0">
              <a:buNone/>
            </a:pPr>
            <a:r>
              <a:rPr lang="en-US" altLang="zh-CN" dirty="0"/>
              <a:t>public:</a:t>
            </a:r>
          </a:p>
          <a:p>
            <a:pPr marL="0" indent="0">
              <a:buNone/>
            </a:pPr>
            <a:r>
              <a:rPr lang="en-US" altLang="zh-CN" dirty="0"/>
              <a:t>    Graph ( );</a:t>
            </a:r>
          </a:p>
          <a:p>
            <a:pPr marL="0" indent="0">
              <a:buNone/>
            </a:pPr>
            <a:r>
              <a:rPr lang="en-US" altLang="zh-CN" dirty="0"/>
              <a:t>    void </a:t>
            </a:r>
            <a:r>
              <a:rPr lang="en-US" altLang="zh-CN" dirty="0" err="1"/>
              <a:t>insertVertex</a:t>
            </a:r>
            <a:r>
              <a:rPr lang="en-US" altLang="zh-CN" dirty="0"/>
              <a:t> (const T &amp; vertex );</a:t>
            </a:r>
          </a:p>
          <a:p>
            <a:pPr marL="0" indent="0">
              <a:buNone/>
            </a:pPr>
            <a:r>
              <a:rPr lang="en-US" altLang="zh-CN" dirty="0"/>
              <a:t>    void </a:t>
            </a:r>
            <a:r>
              <a:rPr lang="en-US" altLang="zh-CN" dirty="0" err="1"/>
              <a:t>insertEdge</a:t>
            </a:r>
            <a:r>
              <a:rPr lang="en-US" altLang="zh-CN" dirty="0"/>
              <a:t> ( int v1,  int v2,  int weight );</a:t>
            </a:r>
          </a:p>
          <a:p>
            <a:pPr marL="0" indent="0">
              <a:buNone/>
            </a:pPr>
            <a:r>
              <a:rPr lang="en-US" altLang="zh-CN" dirty="0"/>
              <a:t>    void </a:t>
            </a:r>
            <a:r>
              <a:rPr lang="en-US" altLang="zh-CN" dirty="0" err="1"/>
              <a:t>removeVertex</a:t>
            </a:r>
            <a:r>
              <a:rPr lang="en-US" altLang="zh-CN" dirty="0"/>
              <a:t> ( int v );</a:t>
            </a:r>
          </a:p>
          <a:p>
            <a:pPr marL="0" indent="0">
              <a:buNone/>
            </a:pPr>
            <a:r>
              <a:rPr lang="en-US" altLang="zh-CN" dirty="0"/>
              <a:t>    void </a:t>
            </a:r>
            <a:r>
              <a:rPr lang="en-US" altLang="zh-CN" dirty="0" err="1"/>
              <a:t>removeEdge</a:t>
            </a:r>
            <a:r>
              <a:rPr lang="en-US" altLang="zh-CN" dirty="0"/>
              <a:t> ( int v1,  int v2 );</a:t>
            </a:r>
          </a:p>
          <a:p>
            <a:pPr marL="0" indent="0">
              <a:buNone/>
            </a:pPr>
            <a:r>
              <a:rPr lang="en-US" altLang="zh-CN" dirty="0"/>
              <a:t>    bool </a:t>
            </a:r>
            <a:r>
              <a:rPr lang="en-US" altLang="zh-CN" dirty="0" err="1"/>
              <a:t>IsEmpty</a:t>
            </a:r>
            <a:r>
              <a:rPr lang="en-US" altLang="zh-CN" dirty="0"/>
              <a:t> ( );</a:t>
            </a:r>
          </a:p>
          <a:p>
            <a:pPr marL="0" indent="0">
              <a:buNone/>
            </a:pPr>
            <a:r>
              <a:rPr lang="en-US" altLang="zh-CN" dirty="0"/>
              <a:t>    T </a:t>
            </a:r>
            <a:r>
              <a:rPr lang="en-US" altLang="zh-CN" dirty="0" err="1"/>
              <a:t>getWeight</a:t>
            </a:r>
            <a:r>
              <a:rPr lang="en-US" altLang="zh-CN" dirty="0"/>
              <a:t> ( int v1,  int v2 );</a:t>
            </a:r>
          </a:p>
          <a:p>
            <a:pPr marL="0" indent="0">
              <a:buNone/>
            </a:pPr>
            <a:r>
              <a:rPr lang="en-US" altLang="zh-CN" dirty="0"/>
              <a:t>    int </a:t>
            </a:r>
            <a:r>
              <a:rPr lang="en-US" altLang="zh-CN" dirty="0" err="1"/>
              <a:t>getFirstNeighbor</a:t>
            </a:r>
            <a:r>
              <a:rPr lang="en-US" altLang="zh-CN" dirty="0"/>
              <a:t> ( int v );</a:t>
            </a:r>
          </a:p>
          <a:p>
            <a:pPr marL="0" indent="0">
              <a:buNone/>
            </a:pPr>
            <a:r>
              <a:rPr lang="en-US" altLang="zh-CN" dirty="0"/>
              <a:t>    int </a:t>
            </a:r>
            <a:r>
              <a:rPr lang="en-US" altLang="zh-CN" dirty="0" err="1"/>
              <a:t>getNextNeighbor</a:t>
            </a:r>
            <a:r>
              <a:rPr lang="en-US" altLang="zh-CN" dirty="0"/>
              <a:t> ( int v1,  int v2 ); </a:t>
            </a:r>
          </a:p>
          <a:p>
            <a:pPr marL="0" indent="0">
              <a:buNone/>
            </a:pPr>
            <a:r>
              <a:rPr lang="en-US" altLang="zh-CN" dirty="0"/>
              <a:t>}</a:t>
            </a:r>
          </a:p>
        </p:txBody>
      </p:sp>
      <p:sp>
        <p:nvSpPr>
          <p:cNvPr id="4" name="灯片编号占位符 3">
            <a:extLst>
              <a:ext uri="{FF2B5EF4-FFF2-40B4-BE49-F238E27FC236}">
                <a16:creationId xmlns:a16="http://schemas.microsoft.com/office/drawing/2014/main" id="{A292B672-07C5-9D81-0640-4993F9CE1196}"/>
              </a:ext>
            </a:extLst>
          </p:cNvPr>
          <p:cNvSpPr>
            <a:spLocks noGrp="1"/>
          </p:cNvSpPr>
          <p:nvPr>
            <p:ph type="sldNum" sz="quarter" idx="12"/>
          </p:nvPr>
        </p:nvSpPr>
        <p:spPr/>
        <p:txBody>
          <a:bodyPr/>
          <a:lstStyle/>
          <a:p>
            <a:pPr>
              <a:defRPr/>
            </a:pPr>
            <a:fld id="{2E0F9FB0-350A-4A87-9CD5-1F022F266B97}" type="slidenum">
              <a:rPr lang="en-US" altLang="zh-CN" smtClean="0"/>
              <a:pPr>
                <a:defRPr/>
              </a:pPr>
              <a:t>8</a:t>
            </a:fld>
            <a:endParaRPr lang="en-US" altLang="zh-CN"/>
          </a:p>
        </p:txBody>
      </p:sp>
    </p:spTree>
  </p:cSld>
  <p:clrMapOvr>
    <a:masterClrMapping/>
  </p:clrMapOvr>
  <p:transition>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a:extLst>
              <a:ext uri="{FF2B5EF4-FFF2-40B4-BE49-F238E27FC236}">
                <a16:creationId xmlns:a16="http://schemas.microsoft.com/office/drawing/2014/main" id="{EE251455-1631-6D00-4997-0238CF867D79}"/>
              </a:ext>
            </a:extLst>
          </p:cNvPr>
          <p:cNvSpPr>
            <a:spLocks noGrp="1" noChangeArrowheads="1"/>
          </p:cNvSpPr>
          <p:nvPr>
            <p:ph type="title"/>
          </p:nvPr>
        </p:nvSpPr>
        <p:spPr/>
        <p:txBody>
          <a:bodyPr/>
          <a:lstStyle/>
          <a:p>
            <a:r>
              <a:rPr lang="en-US" altLang="zh-CN"/>
              <a:t>8.2 </a:t>
            </a:r>
            <a:r>
              <a:rPr lang="zh-CN" altLang="en-US"/>
              <a:t>图的存储结构</a:t>
            </a:r>
          </a:p>
        </p:txBody>
      </p:sp>
      <p:sp>
        <p:nvSpPr>
          <p:cNvPr id="124931" name="Rectangle 3">
            <a:extLst>
              <a:ext uri="{FF2B5EF4-FFF2-40B4-BE49-F238E27FC236}">
                <a16:creationId xmlns:a16="http://schemas.microsoft.com/office/drawing/2014/main" id="{23EDB35C-484F-3400-CF83-1B0593F2493C}"/>
              </a:ext>
            </a:extLst>
          </p:cNvPr>
          <p:cNvSpPr>
            <a:spLocks noGrp="1" noChangeArrowheads="1"/>
          </p:cNvSpPr>
          <p:nvPr>
            <p:ph type="body" idx="1"/>
          </p:nvPr>
        </p:nvSpPr>
        <p:spPr/>
        <p:txBody>
          <a:bodyPr/>
          <a:lstStyle/>
          <a:p>
            <a:r>
              <a:rPr lang="en-US" altLang="zh-CN" dirty="0"/>
              <a:t>8.2.1 </a:t>
            </a:r>
            <a:r>
              <a:rPr lang="zh-CN" altLang="en-US" dirty="0"/>
              <a:t>邻接矩阵 </a:t>
            </a:r>
            <a:r>
              <a:rPr lang="en-US" altLang="zh-CN" dirty="0"/>
              <a:t>(Adjacency Matrix)</a:t>
            </a:r>
          </a:p>
          <a:p>
            <a:pPr lvl="1"/>
            <a:r>
              <a:rPr lang="zh-CN" altLang="en-US" dirty="0"/>
              <a:t>在图的邻接矩阵表示中，有一个记录各个顶点信息的顶点表，还有一个表示各个顶点之间关系的邻接矩阵。</a:t>
            </a:r>
          </a:p>
          <a:p>
            <a:pPr lvl="1"/>
            <a:r>
              <a:rPr lang="zh-CN" altLang="en-US" dirty="0"/>
              <a:t>设图 </a:t>
            </a:r>
            <a:r>
              <a:rPr lang="en-US" altLang="zh-CN" dirty="0"/>
              <a:t>A = (V, E)</a:t>
            </a:r>
            <a:r>
              <a:rPr lang="zh-CN" altLang="en-US" dirty="0"/>
              <a:t>是一个有 </a:t>
            </a:r>
            <a:r>
              <a:rPr lang="en-US" altLang="zh-CN" dirty="0"/>
              <a:t>n </a:t>
            </a:r>
            <a:r>
              <a:rPr lang="zh-CN" altLang="en-US" dirty="0"/>
              <a:t>个顶点的图</a:t>
            </a:r>
            <a:r>
              <a:rPr lang="en-US" altLang="zh-CN" dirty="0"/>
              <a:t>, </a:t>
            </a:r>
            <a:r>
              <a:rPr lang="zh-CN" altLang="en-US" dirty="0"/>
              <a:t>图的邻接矩阵是一个二维数组 </a:t>
            </a:r>
            <a:r>
              <a:rPr lang="en-US" altLang="zh-CN" dirty="0" err="1"/>
              <a:t>A.edge</a:t>
            </a:r>
            <a:r>
              <a:rPr lang="en-US" altLang="zh-CN" dirty="0"/>
              <a:t>[n][n]</a:t>
            </a:r>
            <a:r>
              <a:rPr lang="zh-CN" altLang="en-US" dirty="0"/>
              <a:t>，定义：</a:t>
            </a:r>
          </a:p>
        </p:txBody>
      </p:sp>
      <p:graphicFrame>
        <p:nvGraphicFramePr>
          <p:cNvPr id="14341" name="Object 5">
            <a:extLst>
              <a:ext uri="{FF2B5EF4-FFF2-40B4-BE49-F238E27FC236}">
                <a16:creationId xmlns:a16="http://schemas.microsoft.com/office/drawing/2014/main" id="{97B4D294-E68A-C183-3A68-A08AF17B357B}"/>
              </a:ext>
            </a:extLst>
          </p:cNvPr>
          <p:cNvGraphicFramePr>
            <a:graphicFrameLocks noChangeAspect="1"/>
          </p:cNvGraphicFramePr>
          <p:nvPr>
            <p:extLst>
              <p:ext uri="{D42A27DB-BD31-4B8C-83A1-F6EECF244321}">
                <p14:modId xmlns:p14="http://schemas.microsoft.com/office/powerpoint/2010/main" val="2136967829"/>
              </p:ext>
            </p:extLst>
          </p:nvPr>
        </p:nvGraphicFramePr>
        <p:xfrm>
          <a:off x="1154113" y="5083175"/>
          <a:ext cx="7361237" cy="1228725"/>
        </p:xfrm>
        <a:graphic>
          <a:graphicData uri="http://schemas.openxmlformats.org/presentationml/2006/ole">
            <mc:AlternateContent xmlns:mc="http://schemas.openxmlformats.org/markup-compatibility/2006">
              <mc:Choice xmlns:v="urn:schemas-microsoft-com:vml" Requires="v">
                <p:oleObj name="Equation" r:id="rId2" imgW="3390900" imgH="482600" progId="Equation.3">
                  <p:embed/>
                </p:oleObj>
              </mc:Choice>
              <mc:Fallback>
                <p:oleObj name="Equation" r:id="rId2" imgW="3390900" imgH="48260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4113" y="5083175"/>
                        <a:ext cx="7361237" cy="1228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a:extLst>
              <a:ext uri="{FF2B5EF4-FFF2-40B4-BE49-F238E27FC236}">
                <a16:creationId xmlns:a16="http://schemas.microsoft.com/office/drawing/2014/main" id="{C9D35660-8998-AA4D-6B88-54B4A1937006}"/>
              </a:ext>
            </a:extLst>
          </p:cNvPr>
          <p:cNvSpPr>
            <a:spLocks noGrp="1"/>
          </p:cNvSpPr>
          <p:nvPr>
            <p:ph type="sldNum" sz="quarter" idx="12"/>
          </p:nvPr>
        </p:nvSpPr>
        <p:spPr/>
        <p:txBody>
          <a:bodyPr/>
          <a:lstStyle/>
          <a:p>
            <a:pPr>
              <a:defRPr/>
            </a:pPr>
            <a:fld id="{2E0F9FB0-350A-4A87-9CD5-1F022F266B97}" type="slidenum">
              <a:rPr lang="en-US" altLang="zh-CN" smtClean="0"/>
              <a:pPr>
                <a:defRPr/>
              </a:pPr>
              <a:t>9</a:t>
            </a:fld>
            <a:endParaRPr lang="en-US" altLang="zh-CN"/>
          </a:p>
        </p:txBody>
      </p:sp>
    </p:spTree>
  </p:cSld>
  <p:clrMapOvr>
    <a:masterClrMapping/>
  </p:clrMapOvr>
  <p:transition>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1" name="Rectangle 3">
            <a:extLst>
              <a:ext uri="{FF2B5EF4-FFF2-40B4-BE49-F238E27FC236}">
                <a16:creationId xmlns:a16="http://schemas.microsoft.com/office/drawing/2014/main" id="{296E5CCB-A99C-E9CC-09C2-6CEB8D8DDF70}"/>
              </a:ext>
            </a:extLst>
          </p:cNvPr>
          <p:cNvSpPr>
            <a:spLocks noGrp="1" noChangeArrowheads="1"/>
          </p:cNvSpPr>
          <p:nvPr>
            <p:ph type="body" idx="1"/>
          </p:nvPr>
        </p:nvSpPr>
        <p:spPr>
          <a:xfrm>
            <a:off x="628650" y="334590"/>
            <a:ext cx="7886700" cy="1501768"/>
          </a:xfrm>
        </p:spPr>
        <p:txBody>
          <a:bodyPr/>
          <a:lstStyle/>
          <a:p>
            <a:r>
              <a:rPr lang="zh-CN" altLang="en-US" dirty="0"/>
              <a:t>无向图的邻接矩阵是对称的；</a:t>
            </a:r>
            <a:endParaRPr lang="en-US" altLang="zh-CN" dirty="0"/>
          </a:p>
          <a:p>
            <a:r>
              <a:rPr lang="zh-CN" altLang="en-US" dirty="0"/>
              <a:t>有向图的邻接矩阵可能是不对称的。</a:t>
            </a:r>
          </a:p>
        </p:txBody>
      </p:sp>
      <p:grpSp>
        <p:nvGrpSpPr>
          <p:cNvPr id="4" name="组合 3">
            <a:extLst>
              <a:ext uri="{FF2B5EF4-FFF2-40B4-BE49-F238E27FC236}">
                <a16:creationId xmlns:a16="http://schemas.microsoft.com/office/drawing/2014/main" id="{ED59F6C4-0051-4C9C-BE03-21D3ED5D2917}"/>
              </a:ext>
            </a:extLst>
          </p:cNvPr>
          <p:cNvGrpSpPr/>
          <p:nvPr/>
        </p:nvGrpSpPr>
        <p:grpSpPr>
          <a:xfrm>
            <a:off x="990600" y="1700808"/>
            <a:ext cx="7162800" cy="4664075"/>
            <a:chOff x="685800" y="487363"/>
            <a:chExt cx="7162800" cy="4664075"/>
          </a:xfrm>
        </p:grpSpPr>
        <p:sp>
          <p:nvSpPr>
            <p:cNvPr id="15362" name="Line 26">
              <a:extLst>
                <a:ext uri="{FF2B5EF4-FFF2-40B4-BE49-F238E27FC236}">
                  <a16:creationId xmlns:a16="http://schemas.microsoft.com/office/drawing/2014/main" id="{C0CC7CD6-4CCB-D769-3353-B137DD13BD8C}"/>
                </a:ext>
              </a:extLst>
            </p:cNvPr>
            <p:cNvSpPr>
              <a:spLocks noChangeShapeType="1"/>
            </p:cNvSpPr>
            <p:nvPr/>
          </p:nvSpPr>
          <p:spPr bwMode="auto">
            <a:xfrm>
              <a:off x="1752600" y="4191000"/>
              <a:ext cx="0" cy="533400"/>
            </a:xfrm>
            <a:prstGeom prst="line">
              <a:avLst/>
            </a:prstGeom>
            <a:noFill/>
            <a:ln w="28575">
              <a:solidFill>
                <a:srgbClr val="008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63" name="Oval 25">
              <a:extLst>
                <a:ext uri="{FF2B5EF4-FFF2-40B4-BE49-F238E27FC236}">
                  <a16:creationId xmlns:a16="http://schemas.microsoft.com/office/drawing/2014/main" id="{9C4B15E3-C13F-75DC-5A22-A3B962C24C74}"/>
                </a:ext>
              </a:extLst>
            </p:cNvPr>
            <p:cNvSpPr>
              <a:spLocks noChangeArrowheads="1"/>
            </p:cNvSpPr>
            <p:nvPr/>
          </p:nvSpPr>
          <p:spPr bwMode="auto">
            <a:xfrm>
              <a:off x="1600200" y="3200400"/>
              <a:ext cx="304800" cy="685800"/>
            </a:xfrm>
            <a:prstGeom prst="ellipse">
              <a:avLst/>
            </a:prstGeom>
            <a:noFill/>
            <a:ln w="28575">
              <a:solidFill>
                <a:srgbClr val="00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15365" name="Line 6">
              <a:extLst>
                <a:ext uri="{FF2B5EF4-FFF2-40B4-BE49-F238E27FC236}">
                  <a16:creationId xmlns:a16="http://schemas.microsoft.com/office/drawing/2014/main" id="{4EBD1D13-325F-8022-52A8-8FF70F81A800}"/>
                </a:ext>
              </a:extLst>
            </p:cNvPr>
            <p:cNvSpPr>
              <a:spLocks noChangeShapeType="1"/>
            </p:cNvSpPr>
            <p:nvPr/>
          </p:nvSpPr>
          <p:spPr bwMode="auto">
            <a:xfrm flipH="1">
              <a:off x="1905000" y="1676400"/>
              <a:ext cx="533400" cy="3810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66" name="Line 7">
              <a:extLst>
                <a:ext uri="{FF2B5EF4-FFF2-40B4-BE49-F238E27FC236}">
                  <a16:creationId xmlns:a16="http://schemas.microsoft.com/office/drawing/2014/main" id="{E7C7CFC8-1254-E10C-1447-91D4762C8916}"/>
                </a:ext>
              </a:extLst>
            </p:cNvPr>
            <p:cNvSpPr>
              <a:spLocks noChangeShapeType="1"/>
            </p:cNvSpPr>
            <p:nvPr/>
          </p:nvSpPr>
          <p:spPr bwMode="auto">
            <a:xfrm flipH="1">
              <a:off x="990600" y="914400"/>
              <a:ext cx="685800" cy="5334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67" name="Line 8">
              <a:extLst>
                <a:ext uri="{FF2B5EF4-FFF2-40B4-BE49-F238E27FC236}">
                  <a16:creationId xmlns:a16="http://schemas.microsoft.com/office/drawing/2014/main" id="{CF1BCE9E-DBF1-8715-9A2F-CB8C301E0273}"/>
                </a:ext>
              </a:extLst>
            </p:cNvPr>
            <p:cNvSpPr>
              <a:spLocks noChangeShapeType="1"/>
            </p:cNvSpPr>
            <p:nvPr/>
          </p:nvSpPr>
          <p:spPr bwMode="auto">
            <a:xfrm>
              <a:off x="1066800" y="1524000"/>
              <a:ext cx="1371600"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68" name="Line 9">
              <a:extLst>
                <a:ext uri="{FF2B5EF4-FFF2-40B4-BE49-F238E27FC236}">
                  <a16:creationId xmlns:a16="http://schemas.microsoft.com/office/drawing/2014/main" id="{0395C83B-B2D0-0CAB-78B8-B160940DFCE9}"/>
                </a:ext>
              </a:extLst>
            </p:cNvPr>
            <p:cNvSpPr>
              <a:spLocks noChangeShapeType="1"/>
            </p:cNvSpPr>
            <p:nvPr/>
          </p:nvSpPr>
          <p:spPr bwMode="auto">
            <a:xfrm>
              <a:off x="1752600" y="944563"/>
              <a:ext cx="0" cy="1341437"/>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69" name="Oval 10">
              <a:extLst>
                <a:ext uri="{FF2B5EF4-FFF2-40B4-BE49-F238E27FC236}">
                  <a16:creationId xmlns:a16="http://schemas.microsoft.com/office/drawing/2014/main" id="{3AB077EF-966D-5B08-D913-2F18B206C516}"/>
                </a:ext>
              </a:extLst>
            </p:cNvPr>
            <p:cNvSpPr>
              <a:spLocks noChangeArrowheads="1"/>
            </p:cNvSpPr>
            <p:nvPr/>
          </p:nvSpPr>
          <p:spPr bwMode="auto">
            <a:xfrm>
              <a:off x="685800" y="1325563"/>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15370" name="Oval 11">
              <a:extLst>
                <a:ext uri="{FF2B5EF4-FFF2-40B4-BE49-F238E27FC236}">
                  <a16:creationId xmlns:a16="http://schemas.microsoft.com/office/drawing/2014/main" id="{A0F0CDE9-0345-B30C-AB34-A00E8483BAFE}"/>
                </a:ext>
              </a:extLst>
            </p:cNvPr>
            <p:cNvSpPr>
              <a:spLocks noChangeArrowheads="1"/>
            </p:cNvSpPr>
            <p:nvPr/>
          </p:nvSpPr>
          <p:spPr bwMode="auto">
            <a:xfrm>
              <a:off x="2362200" y="1325563"/>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15371" name="Oval 12">
              <a:extLst>
                <a:ext uri="{FF2B5EF4-FFF2-40B4-BE49-F238E27FC236}">
                  <a16:creationId xmlns:a16="http://schemas.microsoft.com/office/drawing/2014/main" id="{9F9C4371-106B-8D1C-0305-B15556B3E22F}"/>
                </a:ext>
              </a:extLst>
            </p:cNvPr>
            <p:cNvSpPr>
              <a:spLocks noChangeArrowheads="1"/>
            </p:cNvSpPr>
            <p:nvPr/>
          </p:nvSpPr>
          <p:spPr bwMode="auto">
            <a:xfrm>
              <a:off x="1524000" y="563563"/>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15372" name="Oval 13">
              <a:extLst>
                <a:ext uri="{FF2B5EF4-FFF2-40B4-BE49-F238E27FC236}">
                  <a16:creationId xmlns:a16="http://schemas.microsoft.com/office/drawing/2014/main" id="{49982BA5-DB55-9FF0-C1C2-A59E96B9AB82}"/>
                </a:ext>
              </a:extLst>
            </p:cNvPr>
            <p:cNvSpPr>
              <a:spLocks noChangeArrowheads="1"/>
            </p:cNvSpPr>
            <p:nvPr/>
          </p:nvSpPr>
          <p:spPr bwMode="auto">
            <a:xfrm>
              <a:off x="1524000" y="2011363"/>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15373" name="Text Box 14">
              <a:extLst>
                <a:ext uri="{FF2B5EF4-FFF2-40B4-BE49-F238E27FC236}">
                  <a16:creationId xmlns:a16="http://schemas.microsoft.com/office/drawing/2014/main" id="{579565BA-5E4C-5E23-3556-09C14056C69E}"/>
                </a:ext>
              </a:extLst>
            </p:cNvPr>
            <p:cNvSpPr txBox="1">
              <a:spLocks noChangeArrowheads="1"/>
            </p:cNvSpPr>
            <p:nvPr/>
          </p:nvSpPr>
          <p:spPr bwMode="auto">
            <a:xfrm>
              <a:off x="1593850" y="4873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5374" name="Text Box 15">
              <a:extLst>
                <a:ext uri="{FF2B5EF4-FFF2-40B4-BE49-F238E27FC236}">
                  <a16:creationId xmlns:a16="http://schemas.microsoft.com/office/drawing/2014/main" id="{6A987258-E59C-2795-1DBD-0BD56073AC8A}"/>
                </a:ext>
              </a:extLst>
            </p:cNvPr>
            <p:cNvSpPr txBox="1">
              <a:spLocks noChangeArrowheads="1"/>
            </p:cNvSpPr>
            <p:nvPr/>
          </p:nvSpPr>
          <p:spPr bwMode="auto">
            <a:xfrm>
              <a:off x="755650" y="12493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5375" name="Text Box 16">
              <a:extLst>
                <a:ext uri="{FF2B5EF4-FFF2-40B4-BE49-F238E27FC236}">
                  <a16:creationId xmlns:a16="http://schemas.microsoft.com/office/drawing/2014/main" id="{3FA653E9-A71F-A59F-5740-7C6157CAA866}"/>
                </a:ext>
              </a:extLst>
            </p:cNvPr>
            <p:cNvSpPr txBox="1">
              <a:spLocks noChangeArrowheads="1"/>
            </p:cNvSpPr>
            <p:nvPr/>
          </p:nvSpPr>
          <p:spPr bwMode="auto">
            <a:xfrm>
              <a:off x="2432050" y="12493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15376" name="Text Box 17">
              <a:extLst>
                <a:ext uri="{FF2B5EF4-FFF2-40B4-BE49-F238E27FC236}">
                  <a16:creationId xmlns:a16="http://schemas.microsoft.com/office/drawing/2014/main" id="{9D3C7FFE-C176-F863-85FC-31E4B8AF410C}"/>
                </a:ext>
              </a:extLst>
            </p:cNvPr>
            <p:cNvSpPr txBox="1">
              <a:spLocks noChangeArrowheads="1"/>
            </p:cNvSpPr>
            <p:nvPr/>
          </p:nvSpPr>
          <p:spPr bwMode="auto">
            <a:xfrm>
              <a:off x="1593850" y="19351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graphicFrame>
          <p:nvGraphicFramePr>
            <p:cNvPr id="15377" name="Object 18">
              <a:extLst>
                <a:ext uri="{FF2B5EF4-FFF2-40B4-BE49-F238E27FC236}">
                  <a16:creationId xmlns:a16="http://schemas.microsoft.com/office/drawing/2014/main" id="{A972AE40-9B45-48BB-2F83-953578C9B3B6}"/>
                </a:ext>
              </a:extLst>
            </p:cNvPr>
            <p:cNvGraphicFramePr>
              <a:graphicFrameLocks noChangeAspect="1"/>
            </p:cNvGraphicFramePr>
            <p:nvPr>
              <p:extLst>
                <p:ext uri="{D42A27DB-BD31-4B8C-83A1-F6EECF244321}">
                  <p14:modId xmlns:p14="http://schemas.microsoft.com/office/powerpoint/2010/main" val="1435538925"/>
                </p:ext>
              </p:extLst>
            </p:nvPr>
          </p:nvGraphicFramePr>
          <p:xfrm>
            <a:off x="3457575" y="685800"/>
            <a:ext cx="4391025" cy="1905000"/>
          </p:xfrm>
          <a:graphic>
            <a:graphicData uri="http://schemas.openxmlformats.org/presentationml/2006/ole">
              <mc:AlternateContent xmlns:mc="http://schemas.openxmlformats.org/markup-compatibility/2006">
                <mc:Choice xmlns:v="urn:schemas-microsoft-com:vml" Requires="v">
                  <p:oleObj name="公式" r:id="rId2" imgW="1358900" imgH="660400" progId="Equation.3">
                    <p:embed/>
                  </p:oleObj>
                </mc:Choice>
                <mc:Fallback>
                  <p:oleObj name="公式" r:id="rId2" imgW="1358900" imgH="660400" progId="Equation.3">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7575" y="685800"/>
                          <a:ext cx="4391025" cy="190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78" name="Oval 19">
              <a:extLst>
                <a:ext uri="{FF2B5EF4-FFF2-40B4-BE49-F238E27FC236}">
                  <a16:creationId xmlns:a16="http://schemas.microsoft.com/office/drawing/2014/main" id="{0B7CC53B-893D-3DBC-2354-1D7D707064D6}"/>
                </a:ext>
              </a:extLst>
            </p:cNvPr>
            <p:cNvSpPr>
              <a:spLocks noChangeArrowheads="1"/>
            </p:cNvSpPr>
            <p:nvPr/>
          </p:nvSpPr>
          <p:spPr bwMode="auto">
            <a:xfrm>
              <a:off x="1524000" y="2849563"/>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15379" name="Text Box 20">
              <a:extLst>
                <a:ext uri="{FF2B5EF4-FFF2-40B4-BE49-F238E27FC236}">
                  <a16:creationId xmlns:a16="http://schemas.microsoft.com/office/drawing/2014/main" id="{E9F65050-45A0-9DA6-5B4D-65DD29C3E83E}"/>
                </a:ext>
              </a:extLst>
            </p:cNvPr>
            <p:cNvSpPr txBox="1">
              <a:spLocks noChangeArrowheads="1"/>
            </p:cNvSpPr>
            <p:nvPr/>
          </p:nvSpPr>
          <p:spPr bwMode="auto">
            <a:xfrm>
              <a:off x="1593850" y="27733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5380" name="Oval 21">
              <a:extLst>
                <a:ext uri="{FF2B5EF4-FFF2-40B4-BE49-F238E27FC236}">
                  <a16:creationId xmlns:a16="http://schemas.microsoft.com/office/drawing/2014/main" id="{6CC62177-4C97-6BD5-BABE-AB51FACFDA42}"/>
                </a:ext>
              </a:extLst>
            </p:cNvPr>
            <p:cNvSpPr>
              <a:spLocks noChangeArrowheads="1"/>
            </p:cNvSpPr>
            <p:nvPr/>
          </p:nvSpPr>
          <p:spPr bwMode="auto">
            <a:xfrm>
              <a:off x="1524000" y="3763963"/>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15381" name="Text Box 22">
              <a:extLst>
                <a:ext uri="{FF2B5EF4-FFF2-40B4-BE49-F238E27FC236}">
                  <a16:creationId xmlns:a16="http://schemas.microsoft.com/office/drawing/2014/main" id="{8CE810C7-0275-FBF3-6E37-BA2D9074A01E}"/>
                </a:ext>
              </a:extLst>
            </p:cNvPr>
            <p:cNvSpPr txBox="1">
              <a:spLocks noChangeArrowheads="1"/>
            </p:cNvSpPr>
            <p:nvPr/>
          </p:nvSpPr>
          <p:spPr bwMode="auto">
            <a:xfrm>
              <a:off x="1593850" y="36877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5382" name="Oval 23">
              <a:extLst>
                <a:ext uri="{FF2B5EF4-FFF2-40B4-BE49-F238E27FC236}">
                  <a16:creationId xmlns:a16="http://schemas.microsoft.com/office/drawing/2014/main" id="{E953FF53-FE58-4D40-7F6D-32AEF71DA00B}"/>
                </a:ext>
              </a:extLst>
            </p:cNvPr>
            <p:cNvSpPr>
              <a:spLocks noChangeArrowheads="1"/>
            </p:cNvSpPr>
            <p:nvPr/>
          </p:nvSpPr>
          <p:spPr bwMode="auto">
            <a:xfrm>
              <a:off x="1524000" y="46482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15383" name="Text Box 24">
              <a:extLst>
                <a:ext uri="{FF2B5EF4-FFF2-40B4-BE49-F238E27FC236}">
                  <a16:creationId xmlns:a16="http://schemas.microsoft.com/office/drawing/2014/main" id="{71E1D4B7-317A-0D18-2E1E-F7F1E6AF24DE}"/>
                </a:ext>
              </a:extLst>
            </p:cNvPr>
            <p:cNvSpPr txBox="1">
              <a:spLocks noChangeArrowheads="1"/>
            </p:cNvSpPr>
            <p:nvPr/>
          </p:nvSpPr>
          <p:spPr bwMode="auto">
            <a:xfrm>
              <a:off x="1593850" y="45720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15384" name="Line 27">
              <a:extLst>
                <a:ext uri="{FF2B5EF4-FFF2-40B4-BE49-F238E27FC236}">
                  <a16:creationId xmlns:a16="http://schemas.microsoft.com/office/drawing/2014/main" id="{A8C10101-FC2A-716E-EE0C-63CE4A0A49AD}"/>
                </a:ext>
              </a:extLst>
            </p:cNvPr>
            <p:cNvSpPr>
              <a:spLocks noChangeShapeType="1"/>
            </p:cNvSpPr>
            <p:nvPr/>
          </p:nvSpPr>
          <p:spPr bwMode="auto">
            <a:xfrm>
              <a:off x="1600200" y="3657600"/>
              <a:ext cx="76200" cy="152400"/>
            </a:xfrm>
            <a:prstGeom prst="line">
              <a:avLst/>
            </a:prstGeom>
            <a:noFill/>
            <a:ln w="28575">
              <a:solidFill>
                <a:srgbClr val="339966"/>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85" name="Line 28">
              <a:extLst>
                <a:ext uri="{FF2B5EF4-FFF2-40B4-BE49-F238E27FC236}">
                  <a16:creationId xmlns:a16="http://schemas.microsoft.com/office/drawing/2014/main" id="{5A5009A5-0D75-66ED-F3EB-F40C78A06595}"/>
                </a:ext>
              </a:extLst>
            </p:cNvPr>
            <p:cNvSpPr>
              <a:spLocks noChangeShapeType="1"/>
            </p:cNvSpPr>
            <p:nvPr/>
          </p:nvSpPr>
          <p:spPr bwMode="auto">
            <a:xfrm rot="12266637">
              <a:off x="1828800" y="3276600"/>
              <a:ext cx="76200" cy="152400"/>
            </a:xfrm>
            <a:prstGeom prst="line">
              <a:avLst/>
            </a:prstGeom>
            <a:noFill/>
            <a:ln w="28575">
              <a:solidFill>
                <a:srgbClr val="339966"/>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5386" name="Object 29">
              <a:extLst>
                <a:ext uri="{FF2B5EF4-FFF2-40B4-BE49-F238E27FC236}">
                  <a16:creationId xmlns:a16="http://schemas.microsoft.com/office/drawing/2014/main" id="{F35242AA-DCB1-1702-9F85-2AA431B66678}"/>
                </a:ext>
              </a:extLst>
            </p:cNvPr>
            <p:cNvGraphicFramePr>
              <a:graphicFrameLocks noChangeAspect="1"/>
            </p:cNvGraphicFramePr>
            <p:nvPr>
              <p:extLst>
                <p:ext uri="{D42A27DB-BD31-4B8C-83A1-F6EECF244321}">
                  <p14:modId xmlns:p14="http://schemas.microsoft.com/office/powerpoint/2010/main" val="2094379825"/>
                </p:ext>
              </p:extLst>
            </p:nvPr>
          </p:nvGraphicFramePr>
          <p:xfrm>
            <a:off x="3657600" y="3124200"/>
            <a:ext cx="3505200" cy="1644650"/>
          </p:xfrm>
          <a:graphic>
            <a:graphicData uri="http://schemas.openxmlformats.org/presentationml/2006/ole">
              <mc:AlternateContent xmlns:mc="http://schemas.openxmlformats.org/markup-compatibility/2006">
                <mc:Choice xmlns:v="urn:schemas-microsoft-com:vml" Requires="v">
                  <p:oleObj name="公式" r:id="rId4" imgW="1193800" imgH="533400" progId="Equation.3">
                    <p:embed/>
                  </p:oleObj>
                </mc:Choice>
                <mc:Fallback>
                  <p:oleObj name="公式" r:id="rId4" imgW="1193800" imgH="533400" progId="Equation.3">
                    <p:embed/>
                    <p:pic>
                      <p:nvPicPr>
                        <p:cNvPr id="0" name="Object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57600" y="3124200"/>
                          <a:ext cx="3505200" cy="164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 name="灯片编号占位符 1">
            <a:extLst>
              <a:ext uri="{FF2B5EF4-FFF2-40B4-BE49-F238E27FC236}">
                <a16:creationId xmlns:a16="http://schemas.microsoft.com/office/drawing/2014/main" id="{9EE383F6-E783-E1A0-5AB3-AAE00488133B}"/>
              </a:ext>
            </a:extLst>
          </p:cNvPr>
          <p:cNvSpPr>
            <a:spLocks noGrp="1"/>
          </p:cNvSpPr>
          <p:nvPr>
            <p:ph type="sldNum" sz="quarter" idx="12"/>
          </p:nvPr>
        </p:nvSpPr>
        <p:spPr/>
        <p:txBody>
          <a:bodyPr/>
          <a:lstStyle/>
          <a:p>
            <a:pPr>
              <a:defRPr/>
            </a:pPr>
            <a:fld id="{2E0F9FB0-350A-4A87-9CD5-1F022F266B97}" type="slidenum">
              <a:rPr lang="en-US" altLang="zh-CN" smtClean="0"/>
              <a:pPr>
                <a:defRPr/>
              </a:pPr>
              <a:t>10</a:t>
            </a:fld>
            <a:endParaRPr lang="en-US" altLang="zh-CN"/>
          </a:p>
        </p:txBody>
      </p:sp>
    </p:spTree>
  </p:cSld>
  <p:clrMapOvr>
    <a:masterClrMapping/>
  </p:clrMapOvr>
  <p:transition>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0D4374A5-E13E-4417-9BBA-A0BA9D462F06}"/>
              </a:ext>
            </a:extLst>
          </p:cNvPr>
          <p:cNvSpPr>
            <a:spLocks noGrp="1"/>
          </p:cNvSpPr>
          <p:nvPr>
            <p:ph type="title"/>
          </p:nvPr>
        </p:nvSpPr>
        <p:spPr/>
        <p:txBody>
          <a:bodyPr/>
          <a:lstStyle/>
          <a:p>
            <a:r>
              <a:rPr lang="zh-CN" altLang="en-US" dirty="0"/>
              <a:t>结点的度</a:t>
            </a:r>
          </a:p>
        </p:txBody>
      </p:sp>
      <p:sp>
        <p:nvSpPr>
          <p:cNvPr id="125954" name="Rectangle 2">
            <a:extLst>
              <a:ext uri="{FF2B5EF4-FFF2-40B4-BE49-F238E27FC236}">
                <a16:creationId xmlns:a16="http://schemas.microsoft.com/office/drawing/2014/main" id="{5D0EDAF7-5BAA-2AAA-E1AA-8630123A8C1A}"/>
              </a:ext>
            </a:extLst>
          </p:cNvPr>
          <p:cNvSpPr>
            <a:spLocks noGrp="1" noChangeArrowheads="1"/>
          </p:cNvSpPr>
          <p:nvPr>
            <p:ph type="body" idx="1"/>
          </p:nvPr>
        </p:nvSpPr>
        <p:spPr/>
        <p:txBody>
          <a:bodyPr/>
          <a:lstStyle/>
          <a:p>
            <a:r>
              <a:rPr lang="zh-CN" altLang="en-US" dirty="0"/>
              <a:t>在有向图中</a:t>
            </a:r>
            <a:r>
              <a:rPr lang="en-US" altLang="zh-CN" dirty="0"/>
              <a:t>, </a:t>
            </a:r>
            <a:r>
              <a:rPr lang="zh-CN" altLang="en-US" dirty="0"/>
              <a:t>统计第 </a:t>
            </a:r>
            <a:r>
              <a:rPr lang="en-US" altLang="zh-CN" dirty="0" err="1"/>
              <a:t>i</a:t>
            </a:r>
            <a:r>
              <a:rPr lang="en-US" altLang="zh-CN" dirty="0"/>
              <a:t> </a:t>
            </a:r>
            <a:r>
              <a:rPr lang="zh-CN" altLang="en-US" dirty="0"/>
              <a:t>行 </a:t>
            </a:r>
            <a:r>
              <a:rPr lang="en-US" altLang="zh-CN" dirty="0"/>
              <a:t>1 </a:t>
            </a:r>
            <a:r>
              <a:rPr lang="zh-CN" altLang="en-US" dirty="0"/>
              <a:t>的个数可得顶点 </a:t>
            </a:r>
            <a:r>
              <a:rPr lang="en-US" altLang="zh-CN" dirty="0" err="1"/>
              <a:t>i</a:t>
            </a:r>
            <a:r>
              <a:rPr lang="en-US" altLang="zh-CN" dirty="0"/>
              <a:t> </a:t>
            </a:r>
            <a:r>
              <a:rPr lang="zh-CN" altLang="en-US" dirty="0"/>
              <a:t>的出度，统计第 </a:t>
            </a:r>
            <a:r>
              <a:rPr lang="en-US" altLang="zh-CN" dirty="0"/>
              <a:t>j </a:t>
            </a:r>
            <a:r>
              <a:rPr lang="zh-CN" altLang="en-US" dirty="0"/>
              <a:t>列 </a:t>
            </a:r>
            <a:r>
              <a:rPr lang="en-US" altLang="zh-CN" dirty="0"/>
              <a:t>1 </a:t>
            </a:r>
            <a:r>
              <a:rPr lang="zh-CN" altLang="en-US" dirty="0"/>
              <a:t>的个数可得顶点 </a:t>
            </a:r>
            <a:r>
              <a:rPr lang="en-US" altLang="zh-CN" dirty="0"/>
              <a:t>j </a:t>
            </a:r>
            <a:r>
              <a:rPr lang="zh-CN" altLang="en-US" dirty="0"/>
              <a:t>的入度。</a:t>
            </a:r>
          </a:p>
          <a:p>
            <a:r>
              <a:rPr lang="zh-CN" altLang="en-US" dirty="0"/>
              <a:t>在无向图中</a:t>
            </a:r>
            <a:r>
              <a:rPr lang="en-US" altLang="zh-CN" dirty="0"/>
              <a:t>, </a:t>
            </a:r>
            <a:r>
              <a:rPr lang="zh-CN" altLang="en-US" dirty="0"/>
              <a:t>统计第 </a:t>
            </a:r>
            <a:r>
              <a:rPr lang="en-US" altLang="zh-CN" dirty="0" err="1"/>
              <a:t>i</a:t>
            </a:r>
            <a:r>
              <a:rPr lang="en-US" altLang="zh-CN" dirty="0"/>
              <a:t> </a:t>
            </a:r>
            <a:r>
              <a:rPr lang="zh-CN" altLang="zh-CN" dirty="0"/>
              <a:t>行 (列) 1 的个数可得顶点</a:t>
            </a:r>
            <a:r>
              <a:rPr lang="en-US" altLang="zh-CN" dirty="0" err="1"/>
              <a:t>i</a:t>
            </a:r>
            <a:r>
              <a:rPr lang="en-US" altLang="zh-CN" dirty="0"/>
              <a:t> </a:t>
            </a:r>
            <a:r>
              <a:rPr lang="zh-CN" altLang="zh-CN" dirty="0"/>
              <a:t>的度。</a:t>
            </a:r>
            <a:endParaRPr lang="zh-CN" altLang="en-US" dirty="0"/>
          </a:p>
        </p:txBody>
      </p:sp>
      <p:sp>
        <p:nvSpPr>
          <p:cNvPr id="2" name="灯片编号占位符 1">
            <a:extLst>
              <a:ext uri="{FF2B5EF4-FFF2-40B4-BE49-F238E27FC236}">
                <a16:creationId xmlns:a16="http://schemas.microsoft.com/office/drawing/2014/main" id="{24E42F12-3C86-9798-715B-6A4CB18CBB45}"/>
              </a:ext>
            </a:extLst>
          </p:cNvPr>
          <p:cNvSpPr>
            <a:spLocks noGrp="1"/>
          </p:cNvSpPr>
          <p:nvPr>
            <p:ph type="sldNum" sz="quarter" idx="12"/>
          </p:nvPr>
        </p:nvSpPr>
        <p:spPr/>
        <p:txBody>
          <a:bodyPr/>
          <a:lstStyle/>
          <a:p>
            <a:pPr>
              <a:defRPr/>
            </a:pPr>
            <a:fld id="{2E0F9FB0-350A-4A87-9CD5-1F022F266B97}" type="slidenum">
              <a:rPr lang="en-US" altLang="zh-CN" smtClean="0"/>
              <a:pPr>
                <a:defRPr/>
              </a:pPr>
              <a:t>11</a:t>
            </a:fld>
            <a:endParaRPr lang="en-US" altLang="zh-CN"/>
          </a:p>
        </p:txBody>
      </p:sp>
    </p:spTree>
  </p:cSld>
  <p:clrMapOvr>
    <a:masterClrMapping/>
  </p:clrMapOvr>
  <p:transition>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Oval 15">
            <a:extLst>
              <a:ext uri="{FF2B5EF4-FFF2-40B4-BE49-F238E27FC236}">
                <a16:creationId xmlns:a16="http://schemas.microsoft.com/office/drawing/2014/main" id="{B6D0BFEF-CED1-8B51-0D00-F2FAFF221D1D}"/>
              </a:ext>
            </a:extLst>
          </p:cNvPr>
          <p:cNvSpPr>
            <a:spLocks noChangeArrowheads="1"/>
          </p:cNvSpPr>
          <p:nvPr/>
        </p:nvSpPr>
        <p:spPr bwMode="auto">
          <a:xfrm rot="2803039">
            <a:off x="973138" y="4717247"/>
            <a:ext cx="2667000" cy="266700"/>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17411" name="Oval 10">
            <a:extLst>
              <a:ext uri="{FF2B5EF4-FFF2-40B4-BE49-F238E27FC236}">
                <a16:creationId xmlns:a16="http://schemas.microsoft.com/office/drawing/2014/main" id="{4C6D75DF-C953-269D-0B30-53F8CBBC0503}"/>
              </a:ext>
            </a:extLst>
          </p:cNvPr>
          <p:cNvSpPr>
            <a:spLocks noChangeArrowheads="1"/>
          </p:cNvSpPr>
          <p:nvPr/>
        </p:nvSpPr>
        <p:spPr bwMode="auto">
          <a:xfrm>
            <a:off x="1487488" y="3669497"/>
            <a:ext cx="1676400" cy="304800"/>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17412" name="Oval 6">
            <a:extLst>
              <a:ext uri="{FF2B5EF4-FFF2-40B4-BE49-F238E27FC236}">
                <a16:creationId xmlns:a16="http://schemas.microsoft.com/office/drawing/2014/main" id="{9155F07C-0C1A-079F-DAD3-F40CF91170BA}"/>
              </a:ext>
            </a:extLst>
          </p:cNvPr>
          <p:cNvSpPr>
            <a:spLocks noChangeArrowheads="1"/>
          </p:cNvSpPr>
          <p:nvPr/>
        </p:nvSpPr>
        <p:spPr bwMode="auto">
          <a:xfrm>
            <a:off x="1182688" y="3593297"/>
            <a:ext cx="457200" cy="457200"/>
          </a:xfrm>
          <a:prstGeom prst="ellipse">
            <a:avLst/>
          </a:prstGeom>
          <a:solidFill>
            <a:srgbClr val="FFFFCC"/>
          </a:solidFill>
          <a:ln w="28575">
            <a:solidFill>
              <a:schemeClr val="tx2"/>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17413" name="Oval 7">
            <a:extLst>
              <a:ext uri="{FF2B5EF4-FFF2-40B4-BE49-F238E27FC236}">
                <a16:creationId xmlns:a16="http://schemas.microsoft.com/office/drawing/2014/main" id="{208C6BC6-D3B0-5C98-A148-E116C597EC07}"/>
              </a:ext>
            </a:extLst>
          </p:cNvPr>
          <p:cNvSpPr>
            <a:spLocks noChangeArrowheads="1"/>
          </p:cNvSpPr>
          <p:nvPr/>
        </p:nvSpPr>
        <p:spPr bwMode="auto">
          <a:xfrm>
            <a:off x="3011488" y="3593297"/>
            <a:ext cx="457200" cy="457200"/>
          </a:xfrm>
          <a:prstGeom prst="ellipse">
            <a:avLst/>
          </a:prstGeom>
          <a:solidFill>
            <a:srgbClr val="FFFFCC"/>
          </a:solidFill>
          <a:ln w="28575">
            <a:solidFill>
              <a:schemeClr val="tx2"/>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17414" name="Oval 8">
            <a:extLst>
              <a:ext uri="{FF2B5EF4-FFF2-40B4-BE49-F238E27FC236}">
                <a16:creationId xmlns:a16="http://schemas.microsoft.com/office/drawing/2014/main" id="{BD5B66F8-82CE-9354-E592-E28B7B074D93}"/>
              </a:ext>
            </a:extLst>
          </p:cNvPr>
          <p:cNvSpPr>
            <a:spLocks noChangeArrowheads="1"/>
          </p:cNvSpPr>
          <p:nvPr/>
        </p:nvSpPr>
        <p:spPr bwMode="auto">
          <a:xfrm>
            <a:off x="1189038" y="5574497"/>
            <a:ext cx="457200" cy="457200"/>
          </a:xfrm>
          <a:prstGeom prst="ellipse">
            <a:avLst/>
          </a:prstGeom>
          <a:solidFill>
            <a:srgbClr val="FFFFCC"/>
          </a:solidFill>
          <a:ln w="28575">
            <a:solidFill>
              <a:schemeClr val="tx2"/>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17415" name="Oval 9">
            <a:extLst>
              <a:ext uri="{FF2B5EF4-FFF2-40B4-BE49-F238E27FC236}">
                <a16:creationId xmlns:a16="http://schemas.microsoft.com/office/drawing/2014/main" id="{4F77B443-EC2D-C8A5-152E-3D16AB9A70DB}"/>
              </a:ext>
            </a:extLst>
          </p:cNvPr>
          <p:cNvSpPr>
            <a:spLocks noChangeArrowheads="1"/>
          </p:cNvSpPr>
          <p:nvPr/>
        </p:nvSpPr>
        <p:spPr bwMode="auto">
          <a:xfrm>
            <a:off x="3017838" y="5574497"/>
            <a:ext cx="457200" cy="457200"/>
          </a:xfrm>
          <a:prstGeom prst="ellipse">
            <a:avLst/>
          </a:prstGeom>
          <a:solidFill>
            <a:srgbClr val="FFFFCC"/>
          </a:solidFill>
          <a:ln w="28575">
            <a:solidFill>
              <a:schemeClr val="tx2"/>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17416" name="Line 11">
            <a:extLst>
              <a:ext uri="{FF2B5EF4-FFF2-40B4-BE49-F238E27FC236}">
                <a16:creationId xmlns:a16="http://schemas.microsoft.com/office/drawing/2014/main" id="{6C29EB93-EE13-4127-7E1C-0A551C945137}"/>
              </a:ext>
            </a:extLst>
          </p:cNvPr>
          <p:cNvSpPr>
            <a:spLocks noChangeShapeType="1"/>
          </p:cNvSpPr>
          <p:nvPr/>
        </p:nvSpPr>
        <p:spPr bwMode="auto">
          <a:xfrm flipV="1">
            <a:off x="1417638" y="4050497"/>
            <a:ext cx="0" cy="1524000"/>
          </a:xfrm>
          <a:prstGeom prst="line">
            <a:avLst/>
          </a:prstGeom>
          <a:noFill/>
          <a:ln w="28575">
            <a:solidFill>
              <a:schemeClr val="tx2"/>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7" name="Line 12">
            <a:extLst>
              <a:ext uri="{FF2B5EF4-FFF2-40B4-BE49-F238E27FC236}">
                <a16:creationId xmlns:a16="http://schemas.microsoft.com/office/drawing/2014/main" id="{D54A9E4B-64AC-B8A5-7BFF-D4F246823B13}"/>
              </a:ext>
            </a:extLst>
          </p:cNvPr>
          <p:cNvSpPr>
            <a:spLocks noChangeShapeType="1"/>
          </p:cNvSpPr>
          <p:nvPr/>
        </p:nvSpPr>
        <p:spPr bwMode="auto">
          <a:xfrm flipV="1">
            <a:off x="3240088" y="4050497"/>
            <a:ext cx="0" cy="15240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8" name="Line 13">
            <a:extLst>
              <a:ext uri="{FF2B5EF4-FFF2-40B4-BE49-F238E27FC236}">
                <a16:creationId xmlns:a16="http://schemas.microsoft.com/office/drawing/2014/main" id="{CC3698DC-7232-4668-7FF0-B9FAD2D8B6B9}"/>
              </a:ext>
            </a:extLst>
          </p:cNvPr>
          <p:cNvSpPr>
            <a:spLocks noChangeShapeType="1"/>
          </p:cNvSpPr>
          <p:nvPr/>
        </p:nvSpPr>
        <p:spPr bwMode="auto">
          <a:xfrm>
            <a:off x="1646238" y="5803097"/>
            <a:ext cx="1371600" cy="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9" name="Line 14">
            <a:extLst>
              <a:ext uri="{FF2B5EF4-FFF2-40B4-BE49-F238E27FC236}">
                <a16:creationId xmlns:a16="http://schemas.microsoft.com/office/drawing/2014/main" id="{A6B27970-C82F-3818-C5CC-C220A94AD974}"/>
              </a:ext>
            </a:extLst>
          </p:cNvPr>
          <p:cNvSpPr>
            <a:spLocks noChangeShapeType="1"/>
          </p:cNvSpPr>
          <p:nvPr/>
        </p:nvSpPr>
        <p:spPr bwMode="auto">
          <a:xfrm flipV="1">
            <a:off x="1563688" y="3974297"/>
            <a:ext cx="1600200" cy="16764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20" name="Line 16">
            <a:extLst>
              <a:ext uri="{FF2B5EF4-FFF2-40B4-BE49-F238E27FC236}">
                <a16:creationId xmlns:a16="http://schemas.microsoft.com/office/drawing/2014/main" id="{E055241B-C59C-65F3-1801-977BF1969041}"/>
              </a:ext>
            </a:extLst>
          </p:cNvPr>
          <p:cNvSpPr>
            <a:spLocks noChangeShapeType="1"/>
          </p:cNvSpPr>
          <p:nvPr/>
        </p:nvSpPr>
        <p:spPr bwMode="auto">
          <a:xfrm flipH="1" flipV="1">
            <a:off x="1487488" y="4050497"/>
            <a:ext cx="76200" cy="1524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21" name="Line 17">
            <a:extLst>
              <a:ext uri="{FF2B5EF4-FFF2-40B4-BE49-F238E27FC236}">
                <a16:creationId xmlns:a16="http://schemas.microsoft.com/office/drawing/2014/main" id="{984DC626-B69A-BBB3-6076-50F55873D765}"/>
              </a:ext>
            </a:extLst>
          </p:cNvPr>
          <p:cNvSpPr>
            <a:spLocks noChangeShapeType="1"/>
          </p:cNvSpPr>
          <p:nvPr/>
        </p:nvSpPr>
        <p:spPr bwMode="auto">
          <a:xfrm rot="10336690" flipH="1" flipV="1">
            <a:off x="3011488" y="5422097"/>
            <a:ext cx="76200" cy="1524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22" name="Line 18">
            <a:extLst>
              <a:ext uri="{FF2B5EF4-FFF2-40B4-BE49-F238E27FC236}">
                <a16:creationId xmlns:a16="http://schemas.microsoft.com/office/drawing/2014/main" id="{98FD348C-205E-0408-BD3C-C42E42060A3F}"/>
              </a:ext>
            </a:extLst>
          </p:cNvPr>
          <p:cNvSpPr>
            <a:spLocks noChangeShapeType="1"/>
          </p:cNvSpPr>
          <p:nvPr/>
        </p:nvSpPr>
        <p:spPr bwMode="auto">
          <a:xfrm>
            <a:off x="2706688" y="3669497"/>
            <a:ext cx="304800" cy="762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23" name="Line 19">
            <a:extLst>
              <a:ext uri="{FF2B5EF4-FFF2-40B4-BE49-F238E27FC236}">
                <a16:creationId xmlns:a16="http://schemas.microsoft.com/office/drawing/2014/main" id="{2580B62B-815E-58AC-474B-5665EB83B273}"/>
              </a:ext>
            </a:extLst>
          </p:cNvPr>
          <p:cNvSpPr>
            <a:spLocks noChangeShapeType="1"/>
          </p:cNvSpPr>
          <p:nvPr/>
        </p:nvSpPr>
        <p:spPr bwMode="auto">
          <a:xfrm>
            <a:off x="1639888" y="3898097"/>
            <a:ext cx="304800" cy="76200"/>
          </a:xfrm>
          <a:prstGeom prst="line">
            <a:avLst/>
          </a:prstGeom>
          <a:noFill/>
          <a:ln w="28575">
            <a:solidFill>
              <a:schemeClr val="tx2"/>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24" name="Text Box 20">
            <a:extLst>
              <a:ext uri="{FF2B5EF4-FFF2-40B4-BE49-F238E27FC236}">
                <a16:creationId xmlns:a16="http://schemas.microsoft.com/office/drawing/2014/main" id="{0E2D24D6-B6DF-6079-1DDB-11A2B7D768D2}"/>
              </a:ext>
            </a:extLst>
          </p:cNvPr>
          <p:cNvSpPr txBox="1">
            <a:spLocks noChangeArrowheads="1"/>
          </p:cNvSpPr>
          <p:nvPr/>
        </p:nvSpPr>
        <p:spPr bwMode="auto">
          <a:xfrm>
            <a:off x="2173288" y="3166260"/>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8</a:t>
            </a:r>
            <a:endParaRPr kumimoji="1" lang="en-US" altLang="zh-CN" sz="2400">
              <a:latin typeface="Times New Roman" panose="02020603050405020304" pitchFamily="18" charset="0"/>
              <a:ea typeface="宋体" panose="02010600030101010101" pitchFamily="2" charset="-122"/>
            </a:endParaRPr>
          </a:p>
        </p:txBody>
      </p:sp>
      <p:sp>
        <p:nvSpPr>
          <p:cNvPr id="17425" name="Text Box 21">
            <a:extLst>
              <a:ext uri="{FF2B5EF4-FFF2-40B4-BE49-F238E27FC236}">
                <a16:creationId xmlns:a16="http://schemas.microsoft.com/office/drawing/2014/main" id="{B69B5091-EBF2-C62C-2F07-BE391E86F9B0}"/>
              </a:ext>
            </a:extLst>
          </p:cNvPr>
          <p:cNvSpPr txBox="1">
            <a:spLocks noChangeArrowheads="1"/>
          </p:cNvSpPr>
          <p:nvPr/>
        </p:nvSpPr>
        <p:spPr bwMode="auto">
          <a:xfrm>
            <a:off x="2173288" y="3898097"/>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6</a:t>
            </a:r>
            <a:endParaRPr kumimoji="1" lang="en-US" altLang="zh-CN" sz="2400">
              <a:latin typeface="Times New Roman" panose="02020603050405020304" pitchFamily="18" charset="0"/>
              <a:ea typeface="宋体" panose="02010600030101010101" pitchFamily="2" charset="-122"/>
            </a:endParaRPr>
          </a:p>
        </p:txBody>
      </p:sp>
      <p:sp>
        <p:nvSpPr>
          <p:cNvPr id="17426" name="Text Box 22">
            <a:extLst>
              <a:ext uri="{FF2B5EF4-FFF2-40B4-BE49-F238E27FC236}">
                <a16:creationId xmlns:a16="http://schemas.microsoft.com/office/drawing/2014/main" id="{7B38FA0C-E9F6-96F5-2F20-3B8F5F499B47}"/>
              </a:ext>
            </a:extLst>
          </p:cNvPr>
          <p:cNvSpPr txBox="1">
            <a:spLocks noChangeArrowheads="1"/>
          </p:cNvSpPr>
          <p:nvPr/>
        </p:nvSpPr>
        <p:spPr bwMode="auto">
          <a:xfrm>
            <a:off x="1030288" y="4507697"/>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17427" name="Text Box 23">
            <a:extLst>
              <a:ext uri="{FF2B5EF4-FFF2-40B4-BE49-F238E27FC236}">
                <a16:creationId xmlns:a16="http://schemas.microsoft.com/office/drawing/2014/main" id="{FE8A7D8E-3559-838B-5A86-C3949580093D}"/>
              </a:ext>
            </a:extLst>
          </p:cNvPr>
          <p:cNvSpPr txBox="1">
            <a:spLocks noChangeArrowheads="1"/>
          </p:cNvSpPr>
          <p:nvPr/>
        </p:nvSpPr>
        <p:spPr bwMode="auto">
          <a:xfrm>
            <a:off x="2179638" y="5757060"/>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7428" name="Text Box 24">
            <a:extLst>
              <a:ext uri="{FF2B5EF4-FFF2-40B4-BE49-F238E27FC236}">
                <a16:creationId xmlns:a16="http://schemas.microsoft.com/office/drawing/2014/main" id="{BF51D700-C266-DCAE-B6C0-517AEB5586F4}"/>
              </a:ext>
            </a:extLst>
          </p:cNvPr>
          <p:cNvSpPr txBox="1">
            <a:spLocks noChangeArrowheads="1"/>
          </p:cNvSpPr>
          <p:nvPr/>
        </p:nvSpPr>
        <p:spPr bwMode="auto">
          <a:xfrm>
            <a:off x="3240088" y="4507697"/>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17429" name="Text Box 25">
            <a:extLst>
              <a:ext uri="{FF2B5EF4-FFF2-40B4-BE49-F238E27FC236}">
                <a16:creationId xmlns:a16="http://schemas.microsoft.com/office/drawing/2014/main" id="{521FF5FE-7D8E-EBA4-063B-93559DFF0C8F}"/>
              </a:ext>
            </a:extLst>
          </p:cNvPr>
          <p:cNvSpPr txBox="1">
            <a:spLocks noChangeArrowheads="1"/>
          </p:cNvSpPr>
          <p:nvPr/>
        </p:nvSpPr>
        <p:spPr bwMode="auto">
          <a:xfrm>
            <a:off x="1563688" y="4461660"/>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9</a:t>
            </a:r>
            <a:endParaRPr kumimoji="1" lang="en-US" altLang="zh-CN" sz="2400">
              <a:latin typeface="Times New Roman" panose="02020603050405020304" pitchFamily="18" charset="0"/>
              <a:ea typeface="宋体" panose="02010600030101010101" pitchFamily="2" charset="-122"/>
            </a:endParaRPr>
          </a:p>
        </p:txBody>
      </p:sp>
      <p:sp>
        <p:nvSpPr>
          <p:cNvPr id="17430" name="Text Box 26">
            <a:extLst>
              <a:ext uri="{FF2B5EF4-FFF2-40B4-BE49-F238E27FC236}">
                <a16:creationId xmlns:a16="http://schemas.microsoft.com/office/drawing/2014/main" id="{97F5D1C2-5D85-2ECB-D43E-AD837A7734CD}"/>
              </a:ext>
            </a:extLst>
          </p:cNvPr>
          <p:cNvSpPr txBox="1">
            <a:spLocks noChangeArrowheads="1"/>
          </p:cNvSpPr>
          <p:nvPr/>
        </p:nvSpPr>
        <p:spPr bwMode="auto">
          <a:xfrm>
            <a:off x="2624138" y="4614060"/>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17431" name="Text Box 27">
            <a:extLst>
              <a:ext uri="{FF2B5EF4-FFF2-40B4-BE49-F238E27FC236}">
                <a16:creationId xmlns:a16="http://schemas.microsoft.com/office/drawing/2014/main" id="{58F92F4F-8D34-3D14-5877-F60825C93EE6}"/>
              </a:ext>
            </a:extLst>
          </p:cNvPr>
          <p:cNvSpPr txBox="1">
            <a:spLocks noChangeArrowheads="1"/>
          </p:cNvSpPr>
          <p:nvPr/>
        </p:nvSpPr>
        <p:spPr bwMode="auto">
          <a:xfrm>
            <a:off x="1951038" y="5071260"/>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4</a:t>
            </a:r>
            <a:endParaRPr kumimoji="1" lang="en-US" altLang="zh-CN" sz="2400">
              <a:latin typeface="Times New Roman" panose="02020603050405020304" pitchFamily="18" charset="0"/>
              <a:ea typeface="宋体" panose="02010600030101010101" pitchFamily="2" charset="-122"/>
            </a:endParaRPr>
          </a:p>
        </p:txBody>
      </p:sp>
      <p:sp>
        <p:nvSpPr>
          <p:cNvPr id="17432" name="Text Box 28">
            <a:extLst>
              <a:ext uri="{FF2B5EF4-FFF2-40B4-BE49-F238E27FC236}">
                <a16:creationId xmlns:a16="http://schemas.microsoft.com/office/drawing/2014/main" id="{4FC3CC47-E1FB-4CCF-55E6-53E0559E34A6}"/>
              </a:ext>
            </a:extLst>
          </p:cNvPr>
          <p:cNvSpPr txBox="1">
            <a:spLocks noChangeArrowheads="1"/>
          </p:cNvSpPr>
          <p:nvPr/>
        </p:nvSpPr>
        <p:spPr bwMode="auto">
          <a:xfrm>
            <a:off x="1252538" y="3517097"/>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17433" name="Text Box 29">
            <a:extLst>
              <a:ext uri="{FF2B5EF4-FFF2-40B4-BE49-F238E27FC236}">
                <a16:creationId xmlns:a16="http://schemas.microsoft.com/office/drawing/2014/main" id="{1E193F6E-228B-98CA-9984-0E6FF06D28A3}"/>
              </a:ext>
            </a:extLst>
          </p:cNvPr>
          <p:cNvSpPr txBox="1">
            <a:spLocks noChangeArrowheads="1"/>
          </p:cNvSpPr>
          <p:nvPr/>
        </p:nvSpPr>
        <p:spPr bwMode="auto">
          <a:xfrm>
            <a:off x="1252538" y="5498297"/>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7434" name="Text Box 30">
            <a:extLst>
              <a:ext uri="{FF2B5EF4-FFF2-40B4-BE49-F238E27FC236}">
                <a16:creationId xmlns:a16="http://schemas.microsoft.com/office/drawing/2014/main" id="{29F9330E-62D4-8F13-FDD2-B5C1CE177119}"/>
              </a:ext>
            </a:extLst>
          </p:cNvPr>
          <p:cNvSpPr txBox="1">
            <a:spLocks noChangeArrowheads="1"/>
          </p:cNvSpPr>
          <p:nvPr/>
        </p:nvSpPr>
        <p:spPr bwMode="auto">
          <a:xfrm>
            <a:off x="3081338" y="3517097"/>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17435" name="Text Box 31">
            <a:extLst>
              <a:ext uri="{FF2B5EF4-FFF2-40B4-BE49-F238E27FC236}">
                <a16:creationId xmlns:a16="http://schemas.microsoft.com/office/drawing/2014/main" id="{492E0094-C221-C22B-FA7E-6E4C28DECFAA}"/>
              </a:ext>
            </a:extLst>
          </p:cNvPr>
          <p:cNvSpPr txBox="1">
            <a:spLocks noChangeArrowheads="1"/>
          </p:cNvSpPr>
          <p:nvPr/>
        </p:nvSpPr>
        <p:spPr bwMode="auto">
          <a:xfrm>
            <a:off x="3087688" y="5498297"/>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graphicFrame>
        <p:nvGraphicFramePr>
          <p:cNvPr id="17436" name="Object 32">
            <a:extLst>
              <a:ext uri="{FF2B5EF4-FFF2-40B4-BE49-F238E27FC236}">
                <a16:creationId xmlns:a16="http://schemas.microsoft.com/office/drawing/2014/main" id="{1766A9FB-4198-FE59-9FCC-780C8896C510}"/>
              </a:ext>
            </a:extLst>
          </p:cNvPr>
          <p:cNvGraphicFramePr>
            <a:graphicFrameLocks noChangeAspect="1"/>
          </p:cNvGraphicFramePr>
          <p:nvPr>
            <p:extLst>
              <p:ext uri="{D42A27DB-BD31-4B8C-83A1-F6EECF244321}">
                <p14:modId xmlns:p14="http://schemas.microsoft.com/office/powerpoint/2010/main" val="3770315745"/>
              </p:ext>
            </p:extLst>
          </p:nvPr>
        </p:nvGraphicFramePr>
        <p:xfrm>
          <a:off x="4110038" y="3821897"/>
          <a:ext cx="3860800" cy="1778000"/>
        </p:xfrm>
        <a:graphic>
          <a:graphicData uri="http://schemas.openxmlformats.org/presentationml/2006/ole">
            <mc:AlternateContent xmlns:mc="http://schemas.openxmlformats.org/markup-compatibility/2006">
              <mc:Choice xmlns:v="urn:schemas-microsoft-com:vml" Requires="v">
                <p:oleObj name="公式" r:id="rId2" imgW="1473200" imgH="660400" progId="Equation.3">
                  <p:embed/>
                </p:oleObj>
              </mc:Choice>
              <mc:Fallback>
                <p:oleObj name="公式" r:id="rId2" imgW="1473200" imgH="660400" progId="Equation.3">
                  <p:embed/>
                  <p:pic>
                    <p:nvPicPr>
                      <p:cNvPr id="0" name="Object 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0038" y="3821897"/>
                        <a:ext cx="3860800" cy="177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7011" name="Rectangle 35">
            <a:extLst>
              <a:ext uri="{FF2B5EF4-FFF2-40B4-BE49-F238E27FC236}">
                <a16:creationId xmlns:a16="http://schemas.microsoft.com/office/drawing/2014/main" id="{9434052A-7D50-A48D-AE7F-4AA561D6AB68}"/>
              </a:ext>
            </a:extLst>
          </p:cNvPr>
          <p:cNvSpPr>
            <a:spLocks noGrp="1" noChangeArrowheads="1"/>
          </p:cNvSpPr>
          <p:nvPr>
            <p:ph type="title"/>
          </p:nvPr>
        </p:nvSpPr>
        <p:spPr/>
        <p:txBody>
          <a:bodyPr/>
          <a:lstStyle/>
          <a:p>
            <a:r>
              <a:rPr lang="zh-CN" altLang="en-US" dirty="0"/>
              <a:t>网络的邻接矩阵</a:t>
            </a:r>
          </a:p>
        </p:txBody>
      </p:sp>
      <p:graphicFrame>
        <p:nvGraphicFramePr>
          <p:cNvPr id="17438" name="Object 36">
            <a:extLst>
              <a:ext uri="{FF2B5EF4-FFF2-40B4-BE49-F238E27FC236}">
                <a16:creationId xmlns:a16="http://schemas.microsoft.com/office/drawing/2014/main" id="{E6CD1B7F-FC4E-E173-FB79-FD8018199138}"/>
              </a:ext>
            </a:extLst>
          </p:cNvPr>
          <p:cNvGraphicFramePr>
            <a:graphicFrameLocks noChangeAspect="1"/>
          </p:cNvGraphicFramePr>
          <p:nvPr>
            <p:extLst>
              <p:ext uri="{D42A27DB-BD31-4B8C-83A1-F6EECF244321}">
                <p14:modId xmlns:p14="http://schemas.microsoft.com/office/powerpoint/2010/main" val="1991588581"/>
              </p:ext>
            </p:extLst>
          </p:nvPr>
        </p:nvGraphicFramePr>
        <p:xfrm>
          <a:off x="571500" y="1705760"/>
          <a:ext cx="8001000" cy="1422400"/>
        </p:xfrm>
        <a:graphic>
          <a:graphicData uri="http://schemas.openxmlformats.org/presentationml/2006/ole">
            <mc:AlternateContent xmlns:mc="http://schemas.openxmlformats.org/markup-compatibility/2006">
              <mc:Choice xmlns:v="urn:schemas-microsoft-com:vml" Requires="v">
                <p:oleObj name="Microsoft 公式 3.0" r:id="rId4" imgW="3543300" imgH="660400" progId="Equation.3">
                  <p:embed/>
                </p:oleObj>
              </mc:Choice>
              <mc:Fallback>
                <p:oleObj name="Microsoft 公式 3.0" r:id="rId4" imgW="3543300" imgH="660400" progId="Equation.3">
                  <p:embed/>
                  <p:pic>
                    <p:nvPicPr>
                      <p:cNvPr id="0" name="Object 3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500" y="1705760"/>
                        <a:ext cx="8001000" cy="1422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a:extLst>
              <a:ext uri="{FF2B5EF4-FFF2-40B4-BE49-F238E27FC236}">
                <a16:creationId xmlns:a16="http://schemas.microsoft.com/office/drawing/2014/main" id="{0C925C27-D5E7-0D82-585E-293B5712C1FF}"/>
              </a:ext>
            </a:extLst>
          </p:cNvPr>
          <p:cNvSpPr>
            <a:spLocks noGrp="1"/>
          </p:cNvSpPr>
          <p:nvPr>
            <p:ph type="sldNum" sz="quarter" idx="12"/>
          </p:nvPr>
        </p:nvSpPr>
        <p:spPr/>
        <p:txBody>
          <a:bodyPr/>
          <a:lstStyle/>
          <a:p>
            <a:pPr>
              <a:defRPr/>
            </a:pPr>
            <a:fld id="{1FE7C295-45AB-455C-823A-4AF0463E4EF2}" type="slidenum">
              <a:rPr lang="en-US" altLang="zh-CN" smtClean="0"/>
              <a:pPr>
                <a:defRPr/>
              </a:pPr>
              <a:t>12</a:t>
            </a:fld>
            <a:endParaRPr lang="en-US" altLang="zh-CN"/>
          </a:p>
        </p:txBody>
      </p:sp>
    </p:spTree>
  </p:cSld>
  <p:clrMapOvr>
    <a:masterClrMapping/>
  </p:clrMapOvr>
  <p:transition>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45B1533-FF90-4402-90D6-D6338CB56C84}"/>
              </a:ext>
            </a:extLst>
          </p:cNvPr>
          <p:cNvSpPr>
            <a:spLocks noGrp="1"/>
          </p:cNvSpPr>
          <p:nvPr>
            <p:ph idx="1"/>
          </p:nvPr>
        </p:nvSpPr>
        <p:spPr>
          <a:xfrm>
            <a:off x="107504" y="116632"/>
            <a:ext cx="8928992" cy="6624736"/>
          </a:xfrm>
        </p:spPr>
        <p:txBody>
          <a:bodyPr>
            <a:normAutofit lnSpcReduction="10000"/>
          </a:bodyPr>
          <a:lstStyle/>
          <a:p>
            <a:pPr marL="0" indent="0">
              <a:buNone/>
            </a:pPr>
            <a:r>
              <a:rPr lang="en-US" altLang="zh-CN" sz="1800" dirty="0"/>
              <a:t>//</a:t>
            </a:r>
            <a:r>
              <a:rPr lang="zh-CN" altLang="en-US" sz="1800" dirty="0"/>
              <a:t>用邻接矩阵表示的图的类定义</a:t>
            </a:r>
          </a:p>
          <a:p>
            <a:pPr marL="0" indent="0">
              <a:buNone/>
            </a:pPr>
            <a:r>
              <a:rPr lang="en-US" altLang="zh-CN" sz="1800" dirty="0"/>
              <a:t>template &lt;class T, class E&gt;   class </a:t>
            </a:r>
            <a:r>
              <a:rPr lang="en-US" altLang="zh-CN" sz="1800" dirty="0" err="1"/>
              <a:t>Graphmtx</a:t>
            </a:r>
            <a:r>
              <a:rPr lang="en-US" altLang="zh-CN" sz="1800" dirty="0"/>
              <a:t> : public Graph&lt;T, E&gt; {</a:t>
            </a:r>
          </a:p>
          <a:p>
            <a:pPr marL="0" indent="0">
              <a:buNone/>
            </a:pPr>
            <a:r>
              <a:rPr lang="en-US" altLang="zh-CN" sz="1800" dirty="0"/>
              <a:t>template&lt;T, E&gt; friend </a:t>
            </a:r>
            <a:r>
              <a:rPr lang="en-US" altLang="zh-CN" sz="1800" dirty="0" err="1"/>
              <a:t>istream</a:t>
            </a:r>
            <a:r>
              <a:rPr lang="en-US" altLang="zh-CN" sz="1800" dirty="0"/>
              <a:t>&amp; operator &gt;&gt; (</a:t>
            </a:r>
            <a:r>
              <a:rPr lang="en-US" altLang="zh-CN" sz="1800" dirty="0" err="1"/>
              <a:t>istream</a:t>
            </a:r>
            <a:r>
              <a:rPr lang="en-US" altLang="zh-CN" sz="1800" dirty="0"/>
              <a:t>&amp; in, </a:t>
            </a:r>
            <a:r>
              <a:rPr lang="en-US" altLang="zh-CN" sz="1800" dirty="0" err="1"/>
              <a:t>Graphmtx</a:t>
            </a:r>
            <a:r>
              <a:rPr lang="en-US" altLang="zh-CN" sz="1800" dirty="0"/>
              <a:t>&lt;T, E&gt;&amp; G);   //</a:t>
            </a:r>
            <a:r>
              <a:rPr lang="zh-CN" altLang="en-US" sz="1800" dirty="0"/>
              <a:t>输入</a:t>
            </a:r>
          </a:p>
          <a:p>
            <a:pPr marL="0" indent="0">
              <a:buNone/>
            </a:pPr>
            <a:r>
              <a:rPr lang="en-US" altLang="zh-CN" sz="1800" dirty="0"/>
              <a:t>template&lt;T, E&gt; friend </a:t>
            </a:r>
            <a:r>
              <a:rPr lang="en-US" altLang="zh-CN" sz="1800" dirty="0" err="1"/>
              <a:t>ostream</a:t>
            </a:r>
            <a:r>
              <a:rPr lang="en-US" altLang="zh-CN" sz="1800" dirty="0"/>
              <a:t>&amp; operator &lt;&lt; (</a:t>
            </a:r>
            <a:r>
              <a:rPr lang="en-US" altLang="zh-CN" sz="1800" dirty="0" err="1"/>
              <a:t>ostream</a:t>
            </a:r>
            <a:r>
              <a:rPr lang="en-US" altLang="zh-CN" sz="1800" dirty="0"/>
              <a:t>&amp; out, </a:t>
            </a:r>
            <a:r>
              <a:rPr lang="en-US" altLang="zh-CN" sz="1800" dirty="0" err="1"/>
              <a:t>Graphmtx</a:t>
            </a:r>
            <a:r>
              <a:rPr lang="en-US" altLang="zh-CN" sz="1800" dirty="0"/>
              <a:t>&lt;T,E&gt;&amp;G);//</a:t>
            </a:r>
            <a:r>
              <a:rPr lang="zh-CN" altLang="en-US" sz="1800" dirty="0"/>
              <a:t>输出</a:t>
            </a:r>
          </a:p>
          <a:p>
            <a:pPr marL="0" indent="0">
              <a:buNone/>
            </a:pPr>
            <a:r>
              <a:rPr lang="en-US" altLang="zh-CN" sz="1800" dirty="0"/>
              <a:t> private:</a:t>
            </a:r>
          </a:p>
          <a:p>
            <a:pPr marL="0" indent="0">
              <a:buNone/>
            </a:pPr>
            <a:r>
              <a:rPr lang="en-US" altLang="zh-CN" sz="1800" dirty="0"/>
              <a:t>    T *</a:t>
            </a:r>
            <a:r>
              <a:rPr lang="en-US" altLang="zh-CN" sz="1800" dirty="0" err="1"/>
              <a:t>VerticesList</a:t>
            </a:r>
            <a:r>
              <a:rPr lang="en-US" altLang="zh-CN" sz="1800" dirty="0"/>
              <a:t>;                    E **Edge; </a:t>
            </a:r>
          </a:p>
          <a:p>
            <a:pPr marL="0" indent="0">
              <a:buNone/>
            </a:pPr>
            <a:r>
              <a:rPr lang="en-US" altLang="zh-CN" sz="1800" dirty="0"/>
              <a:t>    int </a:t>
            </a:r>
            <a:r>
              <a:rPr lang="en-US" altLang="zh-CN" sz="1800" dirty="0" err="1"/>
              <a:t>numVertices</a:t>
            </a:r>
            <a:r>
              <a:rPr lang="en-US" altLang="zh-CN" sz="1800" dirty="0"/>
              <a:t>, </a:t>
            </a:r>
            <a:r>
              <a:rPr lang="en-US" altLang="zh-CN" sz="1800" dirty="0" err="1"/>
              <a:t>maxVertices</a:t>
            </a:r>
            <a:r>
              <a:rPr lang="en-US" altLang="zh-CN" sz="1800" dirty="0"/>
              <a:t> , </a:t>
            </a:r>
            <a:r>
              <a:rPr lang="en-US" altLang="zh-CN" sz="1800" dirty="0" err="1"/>
              <a:t>numEdges</a:t>
            </a:r>
            <a:r>
              <a:rPr lang="en-US" altLang="zh-CN" sz="1800" dirty="0"/>
              <a:t> ;</a:t>
            </a:r>
          </a:p>
          <a:p>
            <a:pPr marL="0" indent="0">
              <a:buNone/>
            </a:pPr>
            <a:r>
              <a:rPr lang="en-US" altLang="zh-CN" sz="1800" dirty="0"/>
              <a:t>    int </a:t>
            </a:r>
            <a:r>
              <a:rPr lang="en-US" altLang="zh-CN" sz="1800" dirty="0" err="1"/>
              <a:t>getVertexPos</a:t>
            </a:r>
            <a:r>
              <a:rPr lang="en-US" altLang="zh-CN" sz="1800" dirty="0"/>
              <a:t> ( T vertex ) {</a:t>
            </a:r>
          </a:p>
          <a:p>
            <a:pPr marL="0" indent="0">
              <a:buNone/>
            </a:pPr>
            <a:r>
              <a:rPr lang="en-US" altLang="zh-CN" sz="1800" dirty="0"/>
              <a:t>        for ( int </a:t>
            </a:r>
            <a:r>
              <a:rPr lang="en-US" altLang="zh-CN" sz="1800" dirty="0" err="1"/>
              <a:t>i</a:t>
            </a:r>
            <a:r>
              <a:rPr lang="en-US" altLang="zh-CN" sz="1800" dirty="0"/>
              <a:t> = 0; </a:t>
            </a:r>
            <a:r>
              <a:rPr lang="en-US" altLang="zh-CN" sz="1800" dirty="0" err="1"/>
              <a:t>i</a:t>
            </a:r>
            <a:r>
              <a:rPr lang="en-US" altLang="zh-CN" sz="1800" dirty="0"/>
              <a:t> &lt; </a:t>
            </a:r>
            <a:r>
              <a:rPr lang="en-US" altLang="zh-CN" sz="1800" dirty="0" err="1"/>
              <a:t>numVertices</a:t>
            </a:r>
            <a:r>
              <a:rPr lang="en-US" altLang="zh-CN" sz="1800" dirty="0"/>
              <a:t>; </a:t>
            </a:r>
            <a:r>
              <a:rPr lang="en-US" altLang="zh-CN" sz="1800" dirty="0" err="1"/>
              <a:t>i</a:t>
            </a:r>
            <a:r>
              <a:rPr lang="en-US" altLang="zh-CN" sz="1800" dirty="0"/>
              <a:t>++ )  if ( </a:t>
            </a:r>
            <a:r>
              <a:rPr lang="en-US" altLang="zh-CN" sz="1800" dirty="0" err="1"/>
              <a:t>VerticesList</a:t>
            </a:r>
            <a:r>
              <a:rPr lang="en-US" altLang="zh-CN" sz="1800" dirty="0"/>
              <a:t>[</a:t>
            </a:r>
            <a:r>
              <a:rPr lang="en-US" altLang="zh-CN" sz="1800" dirty="0" err="1"/>
              <a:t>i</a:t>
            </a:r>
            <a:r>
              <a:rPr lang="en-US" altLang="zh-CN" sz="1800" dirty="0"/>
              <a:t>] == vertex ) return </a:t>
            </a:r>
            <a:r>
              <a:rPr lang="en-US" altLang="zh-CN" sz="1800" dirty="0" err="1"/>
              <a:t>i</a:t>
            </a:r>
            <a:r>
              <a:rPr lang="en-US" altLang="zh-CN" sz="1800" dirty="0"/>
              <a:t>;</a:t>
            </a:r>
          </a:p>
          <a:p>
            <a:pPr marL="0" indent="0">
              <a:buNone/>
            </a:pPr>
            <a:r>
              <a:rPr lang="en-US" altLang="zh-CN" sz="1800" dirty="0"/>
              <a:t>        return -1; </a:t>
            </a:r>
          </a:p>
          <a:p>
            <a:pPr marL="0" indent="0">
              <a:buNone/>
            </a:pPr>
            <a:r>
              <a:rPr lang="en-US" altLang="zh-CN" sz="1800" dirty="0"/>
              <a:t>    }</a:t>
            </a:r>
          </a:p>
          <a:p>
            <a:pPr marL="0" indent="0">
              <a:buNone/>
            </a:pPr>
            <a:r>
              <a:rPr lang="en-US" altLang="zh-CN" sz="1800" dirty="0"/>
              <a:t> public:</a:t>
            </a:r>
          </a:p>
          <a:p>
            <a:pPr marL="0" indent="0">
              <a:buNone/>
            </a:pPr>
            <a:r>
              <a:rPr lang="en-US" altLang="zh-CN" sz="1800" dirty="0"/>
              <a:t>    </a:t>
            </a:r>
            <a:r>
              <a:rPr lang="en-US" altLang="zh-CN" sz="1800" dirty="0" err="1"/>
              <a:t>Graphmtx</a:t>
            </a:r>
            <a:r>
              <a:rPr lang="en-US" altLang="zh-CN" sz="1800" dirty="0"/>
              <a:t> ( int </a:t>
            </a:r>
            <a:r>
              <a:rPr lang="en-US" altLang="zh-CN" sz="1800" dirty="0" err="1"/>
              <a:t>sz</a:t>
            </a:r>
            <a:r>
              <a:rPr lang="en-US" altLang="zh-CN" sz="1800" dirty="0"/>
              <a:t> = </a:t>
            </a:r>
            <a:r>
              <a:rPr lang="en-US" altLang="zh-CN" sz="1800" dirty="0" err="1"/>
              <a:t>DefaultVertices</a:t>
            </a:r>
            <a:r>
              <a:rPr lang="en-US" altLang="zh-CN" sz="1800" dirty="0"/>
              <a:t> ); </a:t>
            </a:r>
          </a:p>
          <a:p>
            <a:pPr marL="0" indent="0">
              <a:buNone/>
            </a:pPr>
            <a:r>
              <a:rPr lang="en-US" altLang="zh-CN" sz="1800" dirty="0"/>
              <a:t>    ~</a:t>
            </a:r>
            <a:r>
              <a:rPr lang="en-US" altLang="zh-CN" sz="1800" dirty="0" err="1"/>
              <a:t>Graphmtx</a:t>
            </a:r>
            <a:r>
              <a:rPr lang="en-US" altLang="zh-CN" sz="1800" dirty="0"/>
              <a:t> ( )     {delete []</a:t>
            </a:r>
            <a:r>
              <a:rPr lang="en-US" altLang="zh-CN" sz="1800" dirty="0" err="1"/>
              <a:t>VerticesList</a:t>
            </a:r>
            <a:r>
              <a:rPr lang="en-US" altLang="zh-CN" sz="1800" dirty="0"/>
              <a:t>; delete [] Edge;}</a:t>
            </a:r>
          </a:p>
          <a:p>
            <a:pPr marL="0" indent="0">
              <a:buNone/>
            </a:pPr>
            <a:r>
              <a:rPr lang="en-US" altLang="zh-CN" sz="1800" dirty="0"/>
              <a:t>    T </a:t>
            </a:r>
            <a:r>
              <a:rPr lang="en-US" altLang="zh-CN" sz="1800" dirty="0" err="1"/>
              <a:t>getValue</a:t>
            </a:r>
            <a:r>
              <a:rPr lang="en-US" altLang="zh-CN" sz="1800" dirty="0"/>
              <a:t> ( int </a:t>
            </a:r>
            <a:r>
              <a:rPr lang="en-US" altLang="zh-CN" sz="1800" dirty="0" err="1"/>
              <a:t>i</a:t>
            </a:r>
            <a:r>
              <a:rPr lang="en-US" altLang="zh-CN" sz="1800" dirty="0"/>
              <a:t> ) {  return </a:t>
            </a:r>
            <a:r>
              <a:rPr lang="en-US" altLang="zh-CN" sz="1800" dirty="0" err="1"/>
              <a:t>i</a:t>
            </a:r>
            <a:r>
              <a:rPr lang="en-US" altLang="zh-CN" sz="1800" dirty="0"/>
              <a:t> &gt;= 0 &amp;&amp; </a:t>
            </a:r>
            <a:r>
              <a:rPr lang="en-US" altLang="zh-CN" sz="1800" dirty="0" err="1"/>
              <a:t>i</a:t>
            </a:r>
            <a:r>
              <a:rPr lang="en-US" altLang="zh-CN" sz="1800" dirty="0"/>
              <a:t> &lt;= </a:t>
            </a:r>
            <a:r>
              <a:rPr lang="en-US" altLang="zh-CN" sz="1800" dirty="0" err="1"/>
              <a:t>numVertices</a:t>
            </a:r>
            <a:r>
              <a:rPr lang="en-US" altLang="zh-CN" sz="1800" dirty="0"/>
              <a:t> ? </a:t>
            </a:r>
            <a:r>
              <a:rPr lang="en-US" altLang="zh-CN" sz="1800" dirty="0" err="1"/>
              <a:t>VerticesList</a:t>
            </a:r>
            <a:r>
              <a:rPr lang="en-US" altLang="zh-CN" sz="1800" dirty="0"/>
              <a:t>[</a:t>
            </a:r>
            <a:r>
              <a:rPr lang="en-US" altLang="zh-CN" sz="1800" dirty="0" err="1"/>
              <a:t>i</a:t>
            </a:r>
            <a:r>
              <a:rPr lang="en-US" altLang="zh-CN" sz="1800" dirty="0"/>
              <a:t>] : 0; } </a:t>
            </a:r>
          </a:p>
          <a:p>
            <a:pPr marL="0" indent="0">
              <a:buNone/>
            </a:pPr>
            <a:r>
              <a:rPr lang="en-US" altLang="zh-CN" sz="1800" dirty="0"/>
              <a:t>    E </a:t>
            </a:r>
            <a:r>
              <a:rPr lang="en-US" altLang="zh-CN" sz="1800" dirty="0" err="1"/>
              <a:t>getWeight</a:t>
            </a:r>
            <a:r>
              <a:rPr lang="en-US" altLang="zh-CN" sz="1800" dirty="0"/>
              <a:t> ( int v1,  int v2 ) { return v1 != -1 &amp;&amp; v2 != -1? Edge[v1][v2] : 0;   }</a:t>
            </a:r>
          </a:p>
          <a:p>
            <a:pPr marL="0" indent="0">
              <a:buNone/>
            </a:pPr>
            <a:r>
              <a:rPr lang="en-US" altLang="zh-CN" sz="1800" dirty="0"/>
              <a:t>    int </a:t>
            </a:r>
            <a:r>
              <a:rPr lang="en-US" altLang="zh-CN" sz="1800" dirty="0" err="1"/>
              <a:t>getFirstNeighbor</a:t>
            </a:r>
            <a:r>
              <a:rPr lang="en-US" altLang="zh-CN" sz="1800" dirty="0"/>
              <a:t> ( int v );                          int </a:t>
            </a:r>
            <a:r>
              <a:rPr lang="en-US" altLang="zh-CN" sz="1800" dirty="0" err="1"/>
              <a:t>getNextNeighbor</a:t>
            </a:r>
            <a:r>
              <a:rPr lang="en-US" altLang="zh-CN" sz="1800" dirty="0"/>
              <a:t> ( int v,  int w );</a:t>
            </a:r>
          </a:p>
          <a:p>
            <a:pPr marL="0" indent="0">
              <a:buNone/>
            </a:pPr>
            <a:r>
              <a:rPr lang="en-US" altLang="zh-CN" sz="1800" dirty="0"/>
              <a:t>    bool </a:t>
            </a:r>
            <a:r>
              <a:rPr lang="en-US" altLang="zh-CN" sz="1800" dirty="0" err="1"/>
              <a:t>insertVertex</a:t>
            </a:r>
            <a:r>
              <a:rPr lang="en-US" altLang="zh-CN" sz="1800" dirty="0"/>
              <a:t> ( const T vertex );               bool </a:t>
            </a:r>
            <a:r>
              <a:rPr lang="en-US" altLang="zh-CN" sz="1800" dirty="0" err="1"/>
              <a:t>insertEdge</a:t>
            </a:r>
            <a:r>
              <a:rPr lang="en-US" altLang="zh-CN" sz="1800" dirty="0"/>
              <a:t> ( int v1,  int v2, E cost );  </a:t>
            </a:r>
          </a:p>
          <a:p>
            <a:pPr marL="0" indent="0">
              <a:buNone/>
            </a:pPr>
            <a:r>
              <a:rPr lang="en-US" altLang="zh-CN" sz="1800" dirty="0"/>
              <a:t>    bool </a:t>
            </a:r>
            <a:r>
              <a:rPr lang="en-US" altLang="zh-CN" sz="1800" dirty="0" err="1"/>
              <a:t>removeVertex</a:t>
            </a:r>
            <a:r>
              <a:rPr lang="en-US" altLang="zh-CN" sz="1800" dirty="0"/>
              <a:t> ( int v );                           bool </a:t>
            </a:r>
            <a:r>
              <a:rPr lang="en-US" altLang="zh-CN" sz="1800" dirty="0" err="1"/>
              <a:t>removeEdge</a:t>
            </a:r>
            <a:r>
              <a:rPr lang="en-US" altLang="zh-CN" sz="1800" dirty="0"/>
              <a:t> ( int v1,  int v2 );</a:t>
            </a:r>
          </a:p>
          <a:p>
            <a:pPr marL="0" indent="0">
              <a:buNone/>
            </a:pPr>
            <a:r>
              <a:rPr lang="en-US" altLang="zh-CN" sz="1800" dirty="0"/>
              <a:t>}</a:t>
            </a:r>
          </a:p>
        </p:txBody>
      </p:sp>
      <p:sp>
        <p:nvSpPr>
          <p:cNvPr id="2" name="灯片编号占位符 1">
            <a:extLst>
              <a:ext uri="{FF2B5EF4-FFF2-40B4-BE49-F238E27FC236}">
                <a16:creationId xmlns:a16="http://schemas.microsoft.com/office/drawing/2014/main" id="{C59AFF53-41B0-28C9-4E1D-1AF0E2EC0022}"/>
              </a:ext>
            </a:extLst>
          </p:cNvPr>
          <p:cNvSpPr>
            <a:spLocks noGrp="1"/>
          </p:cNvSpPr>
          <p:nvPr>
            <p:ph type="sldNum" sz="quarter" idx="12"/>
          </p:nvPr>
        </p:nvSpPr>
        <p:spPr/>
        <p:txBody>
          <a:bodyPr/>
          <a:lstStyle/>
          <a:p>
            <a:pPr>
              <a:defRPr/>
            </a:pPr>
            <a:fld id="{2E0F9FB0-350A-4A87-9CD5-1F022F266B97}" type="slidenum">
              <a:rPr lang="en-US" altLang="zh-CN" smtClean="0"/>
              <a:pPr>
                <a:defRPr/>
              </a:pPr>
              <a:t>13</a:t>
            </a:fld>
            <a:endParaRPr lang="en-US" altLang="zh-CN"/>
          </a:p>
        </p:txBody>
      </p:sp>
    </p:spTree>
  </p:cSld>
  <p:clrMapOvr>
    <a:masterClrMapping/>
  </p:clrMapOvr>
  <p:transition>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95B8A5-5869-48D1-8CE0-BE8C94145D5C}"/>
              </a:ext>
            </a:extLst>
          </p:cNvPr>
          <p:cNvSpPr>
            <a:spLocks noGrp="1"/>
          </p:cNvSpPr>
          <p:nvPr>
            <p:ph type="title"/>
          </p:nvPr>
        </p:nvSpPr>
        <p:spPr/>
        <p:txBody>
          <a:bodyPr/>
          <a:lstStyle/>
          <a:p>
            <a:r>
              <a:rPr lang="zh-CN" altLang="en-US" dirty="0"/>
              <a:t>邻接矩阵实现的部分图操作</a:t>
            </a:r>
          </a:p>
        </p:txBody>
      </p:sp>
      <p:sp>
        <p:nvSpPr>
          <p:cNvPr id="3" name="内容占位符 2">
            <a:extLst>
              <a:ext uri="{FF2B5EF4-FFF2-40B4-BE49-F238E27FC236}">
                <a16:creationId xmlns:a16="http://schemas.microsoft.com/office/drawing/2014/main" id="{80518341-928E-42ED-B323-90FF6327ED01}"/>
              </a:ext>
            </a:extLst>
          </p:cNvPr>
          <p:cNvSpPr>
            <a:spLocks noGrp="1"/>
          </p:cNvSpPr>
          <p:nvPr>
            <p:ph idx="1"/>
          </p:nvPr>
        </p:nvSpPr>
        <p:spPr/>
        <p:txBody>
          <a:bodyPr>
            <a:normAutofit fontScale="62500" lnSpcReduction="20000"/>
          </a:bodyPr>
          <a:lstStyle/>
          <a:p>
            <a:pPr marL="0" indent="0">
              <a:buNone/>
            </a:pPr>
            <a:r>
              <a:rPr lang="en-US" altLang="zh-CN" dirty="0"/>
              <a:t>template &lt;class T, class E&gt; </a:t>
            </a:r>
          </a:p>
          <a:p>
            <a:pPr marL="0" indent="0">
              <a:buNone/>
            </a:pPr>
            <a:r>
              <a:rPr lang="en-US" altLang="zh-CN" dirty="0" err="1"/>
              <a:t>Graphmtx</a:t>
            </a:r>
            <a:r>
              <a:rPr lang="en-US" altLang="zh-CN" dirty="0"/>
              <a:t> &lt;T, E&gt; :: </a:t>
            </a:r>
            <a:r>
              <a:rPr lang="en-US" altLang="zh-CN" dirty="0" err="1"/>
              <a:t>Graphmtx</a:t>
            </a:r>
            <a:r>
              <a:rPr lang="en-US" altLang="zh-CN" dirty="0"/>
              <a:t> ( int </a:t>
            </a:r>
            <a:r>
              <a:rPr lang="en-US" altLang="zh-CN" dirty="0" err="1"/>
              <a:t>sz</a:t>
            </a:r>
            <a:r>
              <a:rPr lang="en-US" altLang="zh-CN" dirty="0"/>
              <a:t> ) {   //</a:t>
            </a:r>
            <a:r>
              <a:rPr lang="zh-CN" altLang="en-US" dirty="0"/>
              <a:t>构造函数</a:t>
            </a:r>
          </a:p>
          <a:p>
            <a:pPr marL="0" indent="0">
              <a:buNone/>
            </a:pPr>
            <a:r>
              <a:rPr lang="zh-CN" altLang="en-US" dirty="0"/>
              <a:t>    </a:t>
            </a:r>
            <a:r>
              <a:rPr lang="en-US" altLang="zh-CN" dirty="0" err="1"/>
              <a:t>maxVertices</a:t>
            </a:r>
            <a:r>
              <a:rPr lang="en-US" altLang="zh-CN" dirty="0"/>
              <a:t> = </a:t>
            </a:r>
            <a:r>
              <a:rPr lang="en-US" altLang="zh-CN" dirty="0" err="1"/>
              <a:t>sz</a:t>
            </a:r>
            <a:r>
              <a:rPr lang="en-US" altLang="zh-CN" dirty="0"/>
              <a:t>; </a:t>
            </a:r>
            <a:r>
              <a:rPr lang="en-US" altLang="zh-CN" dirty="0" err="1"/>
              <a:t>numVertices</a:t>
            </a:r>
            <a:r>
              <a:rPr lang="en-US" altLang="zh-CN" dirty="0"/>
              <a:t> = 0; </a:t>
            </a:r>
            <a:r>
              <a:rPr lang="en-US" altLang="zh-CN" dirty="0" err="1"/>
              <a:t>numEdges</a:t>
            </a:r>
            <a:r>
              <a:rPr lang="en-US" altLang="zh-CN" dirty="0"/>
              <a:t> = 0;</a:t>
            </a:r>
          </a:p>
          <a:p>
            <a:pPr marL="0" indent="0">
              <a:buNone/>
            </a:pPr>
            <a:r>
              <a:rPr lang="en-US" altLang="zh-CN" dirty="0"/>
              <a:t>    int </a:t>
            </a:r>
            <a:r>
              <a:rPr lang="en-US" altLang="zh-CN" dirty="0" err="1"/>
              <a:t>i</a:t>
            </a:r>
            <a:r>
              <a:rPr lang="en-US" altLang="zh-CN" dirty="0"/>
              <a:t>, j;</a:t>
            </a:r>
          </a:p>
          <a:p>
            <a:pPr marL="0" indent="0">
              <a:buNone/>
            </a:pPr>
            <a:r>
              <a:rPr lang="en-US" altLang="zh-CN" dirty="0"/>
              <a:t>    </a:t>
            </a:r>
            <a:r>
              <a:rPr lang="en-US" altLang="zh-CN" dirty="0" err="1"/>
              <a:t>VerticesList</a:t>
            </a:r>
            <a:r>
              <a:rPr lang="en-US" altLang="zh-CN" dirty="0"/>
              <a:t> = new T[</a:t>
            </a:r>
            <a:r>
              <a:rPr lang="en-US" altLang="zh-CN" dirty="0" err="1"/>
              <a:t>maxVertices</a:t>
            </a:r>
            <a:r>
              <a:rPr lang="en-US" altLang="zh-CN" dirty="0"/>
              <a:t>];</a:t>
            </a:r>
          </a:p>
          <a:p>
            <a:pPr marL="0" indent="0">
              <a:buNone/>
            </a:pPr>
            <a:r>
              <a:rPr lang="en-US" altLang="zh-CN" dirty="0"/>
              <a:t>    Edge = (int**) new int *[</a:t>
            </a:r>
            <a:r>
              <a:rPr lang="en-US" altLang="zh-CN" dirty="0" err="1"/>
              <a:t>maxVertices</a:t>
            </a:r>
            <a:r>
              <a:rPr lang="en-US" altLang="zh-CN" dirty="0"/>
              <a:t>] ;</a:t>
            </a:r>
          </a:p>
          <a:p>
            <a:pPr marL="0" indent="0">
              <a:buNone/>
            </a:pPr>
            <a:r>
              <a:rPr lang="en-US" altLang="zh-CN" dirty="0"/>
              <a:t>    for ( </a:t>
            </a:r>
            <a:r>
              <a:rPr lang="en-US" altLang="zh-CN" dirty="0" err="1"/>
              <a:t>i</a:t>
            </a:r>
            <a:r>
              <a:rPr lang="en-US" altLang="zh-CN" dirty="0"/>
              <a:t> = 0; </a:t>
            </a:r>
            <a:r>
              <a:rPr lang="en-US" altLang="zh-CN" dirty="0" err="1"/>
              <a:t>i</a:t>
            </a:r>
            <a:r>
              <a:rPr lang="en-US" altLang="zh-CN" dirty="0"/>
              <a:t> &lt; </a:t>
            </a:r>
            <a:r>
              <a:rPr lang="en-US" altLang="zh-CN" dirty="0" err="1"/>
              <a:t>maxVertices</a:t>
            </a:r>
            <a:r>
              <a:rPr lang="en-US" altLang="zh-CN" dirty="0"/>
              <a:t>; </a:t>
            </a:r>
            <a:r>
              <a:rPr lang="en-US" altLang="zh-CN" dirty="0" err="1"/>
              <a:t>i</a:t>
            </a:r>
            <a:r>
              <a:rPr lang="en-US" altLang="zh-CN" dirty="0"/>
              <a:t>++ )	</a:t>
            </a:r>
          </a:p>
          <a:p>
            <a:pPr marL="0" indent="0">
              <a:buNone/>
            </a:pPr>
            <a:r>
              <a:rPr lang="en-US" altLang="zh-CN" dirty="0"/>
              <a:t>       Edge[</a:t>
            </a:r>
            <a:r>
              <a:rPr lang="en-US" altLang="zh-CN" dirty="0" err="1"/>
              <a:t>i</a:t>
            </a:r>
            <a:r>
              <a:rPr lang="en-US" altLang="zh-CN" dirty="0"/>
              <a:t>] = new E[</a:t>
            </a:r>
            <a:r>
              <a:rPr lang="en-US" altLang="zh-CN" dirty="0" err="1"/>
              <a:t>maxVertices</a:t>
            </a:r>
            <a:r>
              <a:rPr lang="en-US" altLang="zh-CN" dirty="0"/>
              <a:t>];</a:t>
            </a:r>
          </a:p>
          <a:p>
            <a:pPr marL="0" indent="0">
              <a:buNone/>
            </a:pPr>
            <a:r>
              <a:rPr lang="en-US" altLang="zh-CN" dirty="0"/>
              <a:t>    for ( </a:t>
            </a:r>
            <a:r>
              <a:rPr lang="en-US" altLang="zh-CN" dirty="0" err="1"/>
              <a:t>i</a:t>
            </a:r>
            <a:r>
              <a:rPr lang="en-US" altLang="zh-CN" dirty="0"/>
              <a:t> = 0; </a:t>
            </a:r>
            <a:r>
              <a:rPr lang="en-US" altLang="zh-CN" dirty="0" err="1"/>
              <a:t>i</a:t>
            </a:r>
            <a:r>
              <a:rPr lang="en-US" altLang="zh-CN" dirty="0"/>
              <a:t> &lt; </a:t>
            </a:r>
            <a:r>
              <a:rPr lang="en-US" altLang="zh-CN" dirty="0" err="1"/>
              <a:t>maxVertices</a:t>
            </a:r>
            <a:r>
              <a:rPr lang="en-US" altLang="zh-CN" dirty="0"/>
              <a:t>; </a:t>
            </a:r>
            <a:r>
              <a:rPr lang="en-US" altLang="zh-CN" dirty="0" err="1"/>
              <a:t>i</a:t>
            </a:r>
            <a:r>
              <a:rPr lang="en-US" altLang="zh-CN" dirty="0"/>
              <a:t>++ )	</a:t>
            </a:r>
          </a:p>
          <a:p>
            <a:pPr marL="0" indent="0">
              <a:buNone/>
            </a:pPr>
            <a:r>
              <a:rPr lang="en-US" altLang="zh-CN" dirty="0"/>
              <a:t>       for ( j = 0; j &lt; </a:t>
            </a:r>
            <a:r>
              <a:rPr lang="en-US" altLang="zh-CN" dirty="0" err="1"/>
              <a:t>maxVertices</a:t>
            </a:r>
            <a:r>
              <a:rPr lang="en-US" altLang="zh-CN" dirty="0"/>
              <a:t>; </a:t>
            </a:r>
            <a:r>
              <a:rPr lang="en-US" altLang="zh-CN" dirty="0" err="1"/>
              <a:t>j++</a:t>
            </a:r>
            <a:r>
              <a:rPr lang="en-US" altLang="zh-CN" dirty="0"/>
              <a:t> ) </a:t>
            </a:r>
          </a:p>
          <a:p>
            <a:pPr marL="0" indent="0">
              <a:buNone/>
            </a:pPr>
            <a:r>
              <a:rPr lang="en-US" altLang="zh-CN" dirty="0"/>
              <a:t>            Edge[</a:t>
            </a:r>
            <a:r>
              <a:rPr lang="en-US" altLang="zh-CN" dirty="0" err="1"/>
              <a:t>i</a:t>
            </a:r>
            <a:r>
              <a:rPr lang="en-US" altLang="zh-CN" dirty="0"/>
              <a:t>][j] = (</a:t>
            </a:r>
            <a:r>
              <a:rPr lang="en-US" altLang="zh-CN" dirty="0" err="1"/>
              <a:t>i</a:t>
            </a:r>
            <a:r>
              <a:rPr lang="en-US" altLang="zh-CN" dirty="0"/>
              <a:t> == j) ? 0:maxWeight;		</a:t>
            </a:r>
          </a:p>
          <a:p>
            <a:pPr marL="0" indent="0">
              <a:buNone/>
            </a:pPr>
            <a:r>
              <a:rPr lang="en-US" altLang="zh-CN" dirty="0"/>
              <a:t>}</a:t>
            </a:r>
          </a:p>
          <a:p>
            <a:pPr marL="0" indent="0">
              <a:buNone/>
            </a:pPr>
            <a:endParaRPr lang="zh-CN" altLang="en-US" dirty="0"/>
          </a:p>
        </p:txBody>
      </p:sp>
      <p:sp>
        <p:nvSpPr>
          <p:cNvPr id="4" name="灯片编号占位符 3">
            <a:extLst>
              <a:ext uri="{FF2B5EF4-FFF2-40B4-BE49-F238E27FC236}">
                <a16:creationId xmlns:a16="http://schemas.microsoft.com/office/drawing/2014/main" id="{445B5C48-BB8F-C0A6-4247-FD3327976191}"/>
              </a:ext>
            </a:extLst>
          </p:cNvPr>
          <p:cNvSpPr>
            <a:spLocks noGrp="1"/>
          </p:cNvSpPr>
          <p:nvPr>
            <p:ph type="sldNum" sz="quarter" idx="12"/>
          </p:nvPr>
        </p:nvSpPr>
        <p:spPr/>
        <p:txBody>
          <a:bodyPr/>
          <a:lstStyle/>
          <a:p>
            <a:pPr>
              <a:defRPr/>
            </a:pPr>
            <a:fld id="{2E0F9FB0-350A-4A87-9CD5-1F022F266B97}" type="slidenum">
              <a:rPr lang="en-US" altLang="zh-CN" smtClean="0"/>
              <a:pPr>
                <a:defRPr/>
              </a:pPr>
              <a:t>14</a:t>
            </a:fld>
            <a:endParaRPr lang="en-US" altLang="zh-CN"/>
          </a:p>
        </p:txBody>
      </p:sp>
    </p:spTree>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7505E6E-33E5-4916-82A7-8C87872C89C9}"/>
              </a:ext>
            </a:extLst>
          </p:cNvPr>
          <p:cNvSpPr>
            <a:spLocks noGrp="1"/>
          </p:cNvSpPr>
          <p:nvPr>
            <p:ph idx="1"/>
          </p:nvPr>
        </p:nvSpPr>
        <p:spPr>
          <a:xfrm>
            <a:off x="251520" y="476672"/>
            <a:ext cx="8712968" cy="5700291"/>
          </a:xfrm>
        </p:spPr>
        <p:txBody>
          <a:bodyPr>
            <a:normAutofit fontScale="92500"/>
          </a:bodyPr>
          <a:lstStyle/>
          <a:p>
            <a:pPr marL="0" indent="0">
              <a:buNone/>
            </a:pPr>
            <a:r>
              <a:rPr lang="en-US" altLang="zh-CN" dirty="0"/>
              <a:t>template &lt;class T, class E&gt; </a:t>
            </a:r>
          </a:p>
          <a:p>
            <a:pPr marL="0" indent="0">
              <a:buNone/>
            </a:pPr>
            <a:r>
              <a:rPr lang="en-US" altLang="zh-CN" dirty="0"/>
              <a:t>int </a:t>
            </a:r>
            <a:r>
              <a:rPr lang="en-US" altLang="zh-CN" dirty="0" err="1"/>
              <a:t>Graphmtx</a:t>
            </a:r>
            <a:r>
              <a:rPr lang="en-US" altLang="zh-CN" dirty="0"/>
              <a:t> &lt;T, E&gt;::</a:t>
            </a:r>
            <a:r>
              <a:rPr lang="en-US" altLang="zh-CN" dirty="0" err="1"/>
              <a:t>getFirstNeighbor</a:t>
            </a:r>
            <a:r>
              <a:rPr lang="en-US" altLang="zh-CN" dirty="0"/>
              <a:t> ( int v ) {</a:t>
            </a:r>
          </a:p>
          <a:p>
            <a:pPr marL="0" indent="0">
              <a:buNone/>
            </a:pPr>
            <a:r>
              <a:rPr lang="en-US" altLang="zh-CN" dirty="0"/>
              <a:t>//</a:t>
            </a:r>
            <a:r>
              <a:rPr lang="zh-CN" altLang="en-US" dirty="0"/>
              <a:t>给出顶点 </a:t>
            </a:r>
            <a:r>
              <a:rPr lang="en-US" altLang="zh-CN" dirty="0"/>
              <a:t>v </a:t>
            </a:r>
            <a:r>
              <a:rPr lang="zh-CN" altLang="en-US" dirty="0"/>
              <a:t>的第一个邻接顶点的位置</a:t>
            </a:r>
          </a:p>
          <a:p>
            <a:pPr marL="0" indent="0">
              <a:buNone/>
            </a:pPr>
            <a:r>
              <a:rPr lang="zh-CN" altLang="en-US" dirty="0"/>
              <a:t>   </a:t>
            </a:r>
            <a:r>
              <a:rPr lang="en-US" altLang="zh-CN" dirty="0"/>
              <a:t>if ( v != -1 ) {</a:t>
            </a:r>
          </a:p>
          <a:p>
            <a:pPr marL="0" indent="0">
              <a:buNone/>
            </a:pPr>
            <a:r>
              <a:rPr lang="en-US" altLang="zh-CN" dirty="0"/>
              <a:t>     for ( int col = 0; col &lt; </a:t>
            </a:r>
            <a:r>
              <a:rPr lang="en-US" altLang="zh-CN" dirty="0" err="1"/>
              <a:t>numVertices</a:t>
            </a:r>
            <a:r>
              <a:rPr lang="en-US" altLang="zh-CN" dirty="0"/>
              <a:t>; col++ )</a:t>
            </a:r>
          </a:p>
          <a:p>
            <a:pPr marL="0" indent="0">
              <a:buNone/>
            </a:pPr>
            <a:r>
              <a:rPr lang="en-US" altLang="zh-CN" dirty="0"/>
              <a:t>	 if ( Edge[v][col] &amp;&amp; Edge[v][col] &lt; </a:t>
            </a:r>
            <a:r>
              <a:rPr lang="en-US" altLang="zh-CN" dirty="0" err="1"/>
              <a:t>maxWeight</a:t>
            </a:r>
            <a:r>
              <a:rPr lang="en-US" altLang="zh-CN" dirty="0"/>
              <a:t> ) return col;</a:t>
            </a:r>
          </a:p>
          <a:p>
            <a:pPr marL="0" indent="0">
              <a:buNone/>
            </a:pPr>
            <a:r>
              <a:rPr lang="en-US" altLang="zh-CN" dirty="0"/>
              <a:t>   } </a:t>
            </a:r>
          </a:p>
          <a:p>
            <a:pPr marL="0" indent="0">
              <a:buNone/>
            </a:pPr>
            <a:r>
              <a:rPr lang="en-US" altLang="zh-CN" dirty="0"/>
              <a:t>   return -1;</a:t>
            </a:r>
          </a:p>
          <a:p>
            <a:pPr marL="0" indent="0">
              <a:buNone/>
            </a:pPr>
            <a:r>
              <a:rPr lang="en-US" altLang="zh-CN" dirty="0"/>
              <a:t>} </a:t>
            </a:r>
          </a:p>
          <a:p>
            <a:pPr marL="0" indent="0">
              <a:buNone/>
            </a:pPr>
            <a:endParaRPr lang="zh-CN" altLang="en-US" dirty="0"/>
          </a:p>
        </p:txBody>
      </p:sp>
      <p:sp>
        <p:nvSpPr>
          <p:cNvPr id="2" name="灯片编号占位符 1">
            <a:extLst>
              <a:ext uri="{FF2B5EF4-FFF2-40B4-BE49-F238E27FC236}">
                <a16:creationId xmlns:a16="http://schemas.microsoft.com/office/drawing/2014/main" id="{B348C413-3964-3EF1-350B-2F4F930E57D6}"/>
              </a:ext>
            </a:extLst>
          </p:cNvPr>
          <p:cNvSpPr>
            <a:spLocks noGrp="1"/>
          </p:cNvSpPr>
          <p:nvPr>
            <p:ph type="sldNum" sz="quarter" idx="12"/>
          </p:nvPr>
        </p:nvSpPr>
        <p:spPr/>
        <p:txBody>
          <a:bodyPr/>
          <a:lstStyle/>
          <a:p>
            <a:pPr>
              <a:defRPr/>
            </a:pPr>
            <a:fld id="{2E0F9FB0-350A-4A87-9CD5-1F022F266B97}" type="slidenum">
              <a:rPr lang="en-US" altLang="zh-CN" smtClean="0"/>
              <a:pPr>
                <a:defRPr/>
              </a:pPr>
              <a:t>15</a:t>
            </a:fld>
            <a:endParaRPr lang="en-US" altLang="zh-CN"/>
          </a:p>
        </p:txBody>
      </p:sp>
    </p:spTree>
  </p:cSld>
  <p:clrMapOvr>
    <a:masterClrMapping/>
  </p:clrMapOvr>
  <p:transition>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7DE967C-2D6A-4A56-9C30-FA1B3317F75F}"/>
              </a:ext>
            </a:extLst>
          </p:cNvPr>
          <p:cNvSpPr>
            <a:spLocks noGrp="1"/>
          </p:cNvSpPr>
          <p:nvPr>
            <p:ph idx="1"/>
          </p:nvPr>
        </p:nvSpPr>
        <p:spPr>
          <a:xfrm>
            <a:off x="107504" y="476672"/>
            <a:ext cx="8784976" cy="5700291"/>
          </a:xfrm>
        </p:spPr>
        <p:txBody>
          <a:bodyPr>
            <a:normAutofit fontScale="92500" lnSpcReduction="20000"/>
          </a:bodyPr>
          <a:lstStyle/>
          <a:p>
            <a:pPr marL="0" indent="0">
              <a:buNone/>
            </a:pPr>
            <a:r>
              <a:rPr lang="en-US" altLang="zh-CN" dirty="0"/>
              <a:t>//</a:t>
            </a:r>
            <a:r>
              <a:rPr lang="zh-CN" altLang="en-US" dirty="0"/>
              <a:t>给出顶点</a:t>
            </a:r>
            <a:r>
              <a:rPr lang="en-US" altLang="zh-CN" dirty="0"/>
              <a:t>v</a:t>
            </a:r>
            <a:r>
              <a:rPr lang="zh-CN" altLang="en-US" dirty="0"/>
              <a:t>的某邻接顶点</a:t>
            </a:r>
            <a:r>
              <a:rPr lang="en-US" altLang="zh-CN" dirty="0"/>
              <a:t>w</a:t>
            </a:r>
            <a:r>
              <a:rPr lang="zh-CN" altLang="en-US" dirty="0"/>
              <a:t>的下一个邻接顶点 </a:t>
            </a:r>
          </a:p>
          <a:p>
            <a:pPr marL="0" indent="0">
              <a:buNone/>
            </a:pPr>
            <a:r>
              <a:rPr lang="en-US" altLang="zh-CN" dirty="0"/>
              <a:t>template &lt;class T, class E&gt; </a:t>
            </a:r>
          </a:p>
          <a:p>
            <a:pPr marL="0" indent="0">
              <a:buNone/>
            </a:pPr>
            <a:r>
              <a:rPr lang="en-US" altLang="zh-CN" dirty="0"/>
              <a:t>int </a:t>
            </a:r>
            <a:r>
              <a:rPr lang="en-US" altLang="zh-CN" dirty="0" err="1"/>
              <a:t>Graphmtx</a:t>
            </a:r>
            <a:r>
              <a:rPr lang="en-US" altLang="zh-CN" dirty="0"/>
              <a:t> &lt;T, E&gt;::</a:t>
            </a:r>
            <a:r>
              <a:rPr lang="en-US" altLang="zh-CN" dirty="0" err="1"/>
              <a:t>getNextNeighbor</a:t>
            </a:r>
            <a:r>
              <a:rPr lang="en-US" altLang="zh-CN" dirty="0"/>
              <a:t> ( int v,  int w ) {</a:t>
            </a:r>
          </a:p>
          <a:p>
            <a:pPr marL="0" indent="0">
              <a:buNone/>
            </a:pPr>
            <a:r>
              <a:rPr lang="zh-CN" altLang="en-US" dirty="0"/>
              <a:t>	   </a:t>
            </a:r>
            <a:r>
              <a:rPr lang="en-US" altLang="zh-CN" dirty="0"/>
              <a:t>if ( v != -1 &amp;&amp; w != -1 ) {</a:t>
            </a:r>
          </a:p>
          <a:p>
            <a:pPr marL="0" indent="0">
              <a:buNone/>
            </a:pPr>
            <a:r>
              <a:rPr lang="en-US" altLang="zh-CN" dirty="0"/>
              <a:t>	      for ( int col = w+1; col &lt; </a:t>
            </a:r>
            <a:r>
              <a:rPr lang="en-US" altLang="zh-CN" dirty="0" err="1"/>
              <a:t>numVertices</a:t>
            </a:r>
            <a:r>
              <a:rPr lang="en-US" altLang="zh-CN" dirty="0"/>
              <a:t>; col++ ) </a:t>
            </a:r>
          </a:p>
          <a:p>
            <a:pPr marL="0" indent="0">
              <a:buNone/>
            </a:pPr>
            <a:r>
              <a:rPr lang="en-US" altLang="zh-CN" dirty="0"/>
              <a:t>                 if ( Edge[v][col] &amp;&amp; Edge[v][col] &lt; </a:t>
            </a:r>
            <a:r>
              <a:rPr lang="en-US" altLang="zh-CN" dirty="0" err="1"/>
              <a:t>maxWeight</a:t>
            </a:r>
            <a:r>
              <a:rPr lang="en-US" altLang="zh-CN" dirty="0"/>
              <a:t> ) </a:t>
            </a:r>
          </a:p>
          <a:p>
            <a:pPr marL="0" indent="0">
              <a:buNone/>
            </a:pPr>
            <a:r>
              <a:rPr lang="en-US" altLang="zh-CN" dirty="0"/>
              <a:t>                         return col;</a:t>
            </a:r>
          </a:p>
          <a:p>
            <a:pPr marL="0" indent="0">
              <a:buNone/>
            </a:pPr>
            <a:r>
              <a:rPr lang="en-US" altLang="zh-CN" dirty="0"/>
              <a:t>         }</a:t>
            </a:r>
          </a:p>
          <a:p>
            <a:pPr marL="0" indent="0">
              <a:buNone/>
            </a:pPr>
            <a:r>
              <a:rPr lang="en-US" altLang="zh-CN" dirty="0"/>
              <a:t>	   return -1;</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C9A68525-85A4-DD62-EFF1-D2C04B6351BC}"/>
              </a:ext>
            </a:extLst>
          </p:cNvPr>
          <p:cNvSpPr>
            <a:spLocks noGrp="1"/>
          </p:cNvSpPr>
          <p:nvPr>
            <p:ph type="sldNum" sz="quarter" idx="12"/>
          </p:nvPr>
        </p:nvSpPr>
        <p:spPr/>
        <p:txBody>
          <a:bodyPr/>
          <a:lstStyle/>
          <a:p>
            <a:pPr>
              <a:defRPr/>
            </a:pPr>
            <a:fld id="{2E0F9FB0-350A-4A87-9CD5-1F022F266B97}" type="slidenum">
              <a:rPr lang="en-US" altLang="zh-CN" smtClean="0"/>
              <a:pPr>
                <a:defRPr/>
              </a:pPr>
              <a:t>16</a:t>
            </a:fld>
            <a:endParaRPr lang="en-US" altLang="zh-CN"/>
          </a:p>
        </p:txBody>
      </p:sp>
    </p:spTree>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2">
            <a:extLst>
              <a:ext uri="{FF2B5EF4-FFF2-40B4-BE49-F238E27FC236}">
                <a16:creationId xmlns:a16="http://schemas.microsoft.com/office/drawing/2014/main" id="{92FBE6F2-51BE-F12A-9794-389676C0DFAD}"/>
              </a:ext>
            </a:extLst>
          </p:cNvPr>
          <p:cNvSpPr>
            <a:spLocks noGrp="1" noChangeArrowheads="1"/>
          </p:cNvSpPr>
          <p:nvPr>
            <p:ph type="title"/>
          </p:nvPr>
        </p:nvSpPr>
        <p:spPr/>
        <p:txBody>
          <a:bodyPr/>
          <a:lstStyle/>
          <a:p>
            <a:r>
              <a:rPr lang="en-US" altLang="zh-CN" dirty="0"/>
              <a:t>8.2.2 </a:t>
            </a:r>
            <a:r>
              <a:rPr lang="zh-CN" altLang="en-US" dirty="0"/>
              <a:t>图的邻接表表示</a:t>
            </a:r>
          </a:p>
        </p:txBody>
      </p:sp>
      <p:sp>
        <p:nvSpPr>
          <p:cNvPr id="24579" name="Rectangle 3">
            <a:extLst>
              <a:ext uri="{FF2B5EF4-FFF2-40B4-BE49-F238E27FC236}">
                <a16:creationId xmlns:a16="http://schemas.microsoft.com/office/drawing/2014/main" id="{67755298-4C33-7E8E-81B7-37C3E91A18E2}"/>
              </a:ext>
            </a:extLst>
          </p:cNvPr>
          <p:cNvSpPr>
            <a:spLocks noGrp="1" noChangeArrowheads="1"/>
          </p:cNvSpPr>
          <p:nvPr>
            <p:ph type="body" idx="1"/>
          </p:nvPr>
        </p:nvSpPr>
        <p:spPr/>
        <p:txBody>
          <a:bodyPr/>
          <a:lstStyle/>
          <a:p>
            <a:r>
              <a:rPr lang="zh-CN" altLang="en-US" dirty="0"/>
              <a:t>当</a:t>
            </a:r>
            <a:r>
              <a:rPr lang="en-US" altLang="zh-CN" dirty="0"/>
              <a:t>e</a:t>
            </a:r>
            <a:r>
              <a:rPr lang="zh-CN" altLang="en-US" dirty="0"/>
              <a:t>远小于</a:t>
            </a:r>
            <a:r>
              <a:rPr lang="en-US" altLang="zh-CN" dirty="0"/>
              <a:t>n</a:t>
            </a:r>
            <a:r>
              <a:rPr lang="en-US" altLang="zh-CN" baseline="30000" dirty="0"/>
              <a:t>2</a:t>
            </a:r>
            <a:r>
              <a:rPr lang="zh-CN" altLang="en-US" dirty="0"/>
              <a:t>的时候，邻接矩阵中会有大量的</a:t>
            </a:r>
            <a:r>
              <a:rPr lang="en-US" altLang="zh-CN" dirty="0"/>
              <a:t>0</a:t>
            </a:r>
            <a:r>
              <a:rPr lang="zh-CN" altLang="en-US" dirty="0"/>
              <a:t>元素。</a:t>
            </a:r>
          </a:p>
          <a:p>
            <a:r>
              <a:rPr lang="zh-CN" altLang="en-US" dirty="0"/>
              <a:t>这时采用邻接表更合适</a:t>
            </a:r>
          </a:p>
        </p:txBody>
      </p:sp>
      <p:sp>
        <p:nvSpPr>
          <p:cNvPr id="2" name="灯片编号占位符 1">
            <a:extLst>
              <a:ext uri="{FF2B5EF4-FFF2-40B4-BE49-F238E27FC236}">
                <a16:creationId xmlns:a16="http://schemas.microsoft.com/office/drawing/2014/main" id="{AB91787B-B0C4-6A88-8E2B-E9C342D3B36B}"/>
              </a:ext>
            </a:extLst>
          </p:cNvPr>
          <p:cNvSpPr>
            <a:spLocks noGrp="1"/>
          </p:cNvSpPr>
          <p:nvPr>
            <p:ph type="sldNum" sz="quarter" idx="12"/>
          </p:nvPr>
        </p:nvSpPr>
        <p:spPr/>
        <p:txBody>
          <a:bodyPr/>
          <a:lstStyle/>
          <a:p>
            <a:pPr>
              <a:defRPr/>
            </a:pPr>
            <a:fld id="{2E0F9FB0-350A-4A87-9CD5-1F022F266B97}" type="slidenum">
              <a:rPr lang="en-US" altLang="zh-CN" smtClean="0"/>
              <a:pPr>
                <a:defRPr/>
              </a:pPr>
              <a:t>17</a:t>
            </a:fld>
            <a:endParaRPr lang="en-US" altLang="zh-CN"/>
          </a:p>
        </p:txBody>
      </p:sp>
    </p:spTree>
  </p:cSld>
  <p:clrMapOvr>
    <a:masterClrMapping/>
  </p:clrMapOvr>
  <p:transition>
    <p:spli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a:extLst>
              <a:ext uri="{FF2B5EF4-FFF2-40B4-BE49-F238E27FC236}">
                <a16:creationId xmlns:a16="http://schemas.microsoft.com/office/drawing/2014/main" id="{B3FE677C-BE81-41F7-EAEB-BB890E44704E}"/>
              </a:ext>
            </a:extLst>
          </p:cNvPr>
          <p:cNvSpPr>
            <a:spLocks noGrp="1" noChangeArrowheads="1"/>
          </p:cNvSpPr>
          <p:nvPr>
            <p:ph type="title"/>
          </p:nvPr>
        </p:nvSpPr>
        <p:spPr/>
        <p:txBody>
          <a:bodyPr/>
          <a:lstStyle/>
          <a:p>
            <a:r>
              <a:rPr lang="zh-CN" altLang="en-US"/>
              <a:t>无向图的邻接表</a:t>
            </a:r>
          </a:p>
        </p:txBody>
      </p:sp>
      <p:sp>
        <p:nvSpPr>
          <p:cNvPr id="134147" name="Rectangle 3">
            <a:extLst>
              <a:ext uri="{FF2B5EF4-FFF2-40B4-BE49-F238E27FC236}">
                <a16:creationId xmlns:a16="http://schemas.microsoft.com/office/drawing/2014/main" id="{C48F43DD-BD3E-EC2E-1043-2B07A3FE59AF}"/>
              </a:ext>
            </a:extLst>
          </p:cNvPr>
          <p:cNvSpPr>
            <a:spLocks noGrp="1" noChangeArrowheads="1"/>
          </p:cNvSpPr>
          <p:nvPr>
            <p:ph type="body" idx="1"/>
          </p:nvPr>
        </p:nvSpPr>
        <p:spPr/>
        <p:txBody>
          <a:bodyPr>
            <a:normAutofit fontScale="85000" lnSpcReduction="20000"/>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同一个顶点发出的边链接在同一个边链表中，每一个链结点代表一条边（边结点），结点中有另一顶点的下标 </a:t>
            </a:r>
            <a:r>
              <a:rPr lang="en-US" altLang="zh-CN" dirty="0" err="1"/>
              <a:t>dest</a:t>
            </a:r>
            <a:r>
              <a:rPr lang="en-US" altLang="zh-CN" dirty="0"/>
              <a:t> </a:t>
            </a:r>
            <a:r>
              <a:rPr lang="zh-CN" altLang="en-US" dirty="0"/>
              <a:t>和指针 </a:t>
            </a:r>
            <a:r>
              <a:rPr lang="en-US" altLang="zh-CN" dirty="0"/>
              <a:t>link</a:t>
            </a:r>
            <a:r>
              <a:rPr lang="zh-CN" altLang="en-US" dirty="0"/>
              <a:t>。</a:t>
            </a:r>
          </a:p>
        </p:txBody>
      </p:sp>
      <p:sp>
        <p:nvSpPr>
          <p:cNvPr id="25604" name="Line 6">
            <a:extLst>
              <a:ext uri="{FF2B5EF4-FFF2-40B4-BE49-F238E27FC236}">
                <a16:creationId xmlns:a16="http://schemas.microsoft.com/office/drawing/2014/main" id="{F92B2DA2-4A6F-BCC5-09C2-9E7AC3607789}"/>
              </a:ext>
            </a:extLst>
          </p:cNvPr>
          <p:cNvSpPr>
            <a:spLocks noChangeShapeType="1"/>
          </p:cNvSpPr>
          <p:nvPr/>
        </p:nvSpPr>
        <p:spPr bwMode="auto">
          <a:xfrm flipH="1">
            <a:off x="990600" y="2514600"/>
            <a:ext cx="685800" cy="5334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05" name="Line 7">
            <a:extLst>
              <a:ext uri="{FF2B5EF4-FFF2-40B4-BE49-F238E27FC236}">
                <a16:creationId xmlns:a16="http://schemas.microsoft.com/office/drawing/2014/main" id="{AF942FCE-A696-8FD6-1604-DD296CB5B25E}"/>
              </a:ext>
            </a:extLst>
          </p:cNvPr>
          <p:cNvSpPr>
            <a:spLocks noChangeShapeType="1"/>
          </p:cNvSpPr>
          <p:nvPr/>
        </p:nvSpPr>
        <p:spPr bwMode="auto">
          <a:xfrm>
            <a:off x="1066800" y="3124200"/>
            <a:ext cx="1371600"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06" name="Line 8">
            <a:extLst>
              <a:ext uri="{FF2B5EF4-FFF2-40B4-BE49-F238E27FC236}">
                <a16:creationId xmlns:a16="http://schemas.microsoft.com/office/drawing/2014/main" id="{CA33E9E0-4108-4F27-104F-EA8B0C1EDEF9}"/>
              </a:ext>
            </a:extLst>
          </p:cNvPr>
          <p:cNvSpPr>
            <a:spLocks noChangeShapeType="1"/>
          </p:cNvSpPr>
          <p:nvPr/>
        </p:nvSpPr>
        <p:spPr bwMode="auto">
          <a:xfrm>
            <a:off x="1752600" y="2544763"/>
            <a:ext cx="0" cy="1341437"/>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07" name="Oval 9">
            <a:extLst>
              <a:ext uri="{FF2B5EF4-FFF2-40B4-BE49-F238E27FC236}">
                <a16:creationId xmlns:a16="http://schemas.microsoft.com/office/drawing/2014/main" id="{85961042-BA12-9428-6BCF-4C8EE9766E36}"/>
              </a:ext>
            </a:extLst>
          </p:cNvPr>
          <p:cNvSpPr>
            <a:spLocks noChangeArrowheads="1"/>
          </p:cNvSpPr>
          <p:nvPr/>
        </p:nvSpPr>
        <p:spPr bwMode="auto">
          <a:xfrm>
            <a:off x="685800" y="2925763"/>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5608" name="Oval 10">
            <a:extLst>
              <a:ext uri="{FF2B5EF4-FFF2-40B4-BE49-F238E27FC236}">
                <a16:creationId xmlns:a16="http://schemas.microsoft.com/office/drawing/2014/main" id="{7FA2FE04-6446-C64F-7505-9DCB6E7879E4}"/>
              </a:ext>
            </a:extLst>
          </p:cNvPr>
          <p:cNvSpPr>
            <a:spLocks noChangeArrowheads="1"/>
          </p:cNvSpPr>
          <p:nvPr/>
        </p:nvSpPr>
        <p:spPr bwMode="auto">
          <a:xfrm>
            <a:off x="2362200" y="2925763"/>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5609" name="Oval 11">
            <a:extLst>
              <a:ext uri="{FF2B5EF4-FFF2-40B4-BE49-F238E27FC236}">
                <a16:creationId xmlns:a16="http://schemas.microsoft.com/office/drawing/2014/main" id="{B10A047C-C42B-C406-693A-4EF5231636EB}"/>
              </a:ext>
            </a:extLst>
          </p:cNvPr>
          <p:cNvSpPr>
            <a:spLocks noChangeArrowheads="1"/>
          </p:cNvSpPr>
          <p:nvPr/>
        </p:nvSpPr>
        <p:spPr bwMode="auto">
          <a:xfrm>
            <a:off x="1524000" y="2163763"/>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5610" name="Oval 12">
            <a:extLst>
              <a:ext uri="{FF2B5EF4-FFF2-40B4-BE49-F238E27FC236}">
                <a16:creationId xmlns:a16="http://schemas.microsoft.com/office/drawing/2014/main" id="{DF84F784-8894-8B4E-053D-F497B38A135F}"/>
              </a:ext>
            </a:extLst>
          </p:cNvPr>
          <p:cNvSpPr>
            <a:spLocks noChangeArrowheads="1"/>
          </p:cNvSpPr>
          <p:nvPr/>
        </p:nvSpPr>
        <p:spPr bwMode="auto">
          <a:xfrm>
            <a:off x="1524000" y="3611563"/>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5611" name="Text Box 13">
            <a:extLst>
              <a:ext uri="{FF2B5EF4-FFF2-40B4-BE49-F238E27FC236}">
                <a16:creationId xmlns:a16="http://schemas.microsoft.com/office/drawing/2014/main" id="{757E0D99-45C1-7DB2-05BD-12B24C5B48AD}"/>
              </a:ext>
            </a:extLst>
          </p:cNvPr>
          <p:cNvSpPr txBox="1">
            <a:spLocks noChangeArrowheads="1"/>
          </p:cNvSpPr>
          <p:nvPr/>
        </p:nvSpPr>
        <p:spPr bwMode="auto">
          <a:xfrm>
            <a:off x="1524000" y="2087563"/>
            <a:ext cx="4778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25612" name="Text Box 14">
            <a:extLst>
              <a:ext uri="{FF2B5EF4-FFF2-40B4-BE49-F238E27FC236}">
                <a16:creationId xmlns:a16="http://schemas.microsoft.com/office/drawing/2014/main" id="{D7D0B18D-C8B8-FC31-A02F-7B6DACE30B2A}"/>
              </a:ext>
            </a:extLst>
          </p:cNvPr>
          <p:cNvSpPr txBox="1">
            <a:spLocks noChangeArrowheads="1"/>
          </p:cNvSpPr>
          <p:nvPr/>
        </p:nvSpPr>
        <p:spPr bwMode="auto">
          <a:xfrm>
            <a:off x="685800" y="2849563"/>
            <a:ext cx="4556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25613" name="Text Box 15">
            <a:extLst>
              <a:ext uri="{FF2B5EF4-FFF2-40B4-BE49-F238E27FC236}">
                <a16:creationId xmlns:a16="http://schemas.microsoft.com/office/drawing/2014/main" id="{681555C9-EBDC-2873-AB9C-8C87D0A9AB9C}"/>
              </a:ext>
            </a:extLst>
          </p:cNvPr>
          <p:cNvSpPr txBox="1">
            <a:spLocks noChangeArrowheads="1"/>
          </p:cNvSpPr>
          <p:nvPr/>
        </p:nvSpPr>
        <p:spPr bwMode="auto">
          <a:xfrm>
            <a:off x="2362200" y="2849563"/>
            <a:ext cx="4778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25614" name="Text Box 16">
            <a:extLst>
              <a:ext uri="{FF2B5EF4-FFF2-40B4-BE49-F238E27FC236}">
                <a16:creationId xmlns:a16="http://schemas.microsoft.com/office/drawing/2014/main" id="{FE46DCB9-FD7C-4342-40AF-92752B714184}"/>
              </a:ext>
            </a:extLst>
          </p:cNvPr>
          <p:cNvSpPr txBox="1">
            <a:spLocks noChangeArrowheads="1"/>
          </p:cNvSpPr>
          <p:nvPr/>
        </p:nvSpPr>
        <p:spPr bwMode="auto">
          <a:xfrm>
            <a:off x="1524000" y="3535363"/>
            <a:ext cx="4778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25615" name="Text Box 17">
            <a:extLst>
              <a:ext uri="{FF2B5EF4-FFF2-40B4-BE49-F238E27FC236}">
                <a16:creationId xmlns:a16="http://schemas.microsoft.com/office/drawing/2014/main" id="{88779692-2FC6-213B-3905-10E1FBAB8BB9}"/>
              </a:ext>
            </a:extLst>
          </p:cNvPr>
          <p:cNvSpPr txBox="1">
            <a:spLocks noChangeArrowheads="1"/>
          </p:cNvSpPr>
          <p:nvPr/>
        </p:nvSpPr>
        <p:spPr bwMode="auto">
          <a:xfrm>
            <a:off x="3260725" y="1666875"/>
            <a:ext cx="1441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data adj</a:t>
            </a:r>
            <a:endParaRPr kumimoji="1" lang="en-US" altLang="zh-CN" sz="2400">
              <a:latin typeface="Times New Roman" panose="02020603050405020304" pitchFamily="18" charset="0"/>
              <a:ea typeface="宋体" panose="02010600030101010101" pitchFamily="2" charset="-122"/>
            </a:endParaRPr>
          </a:p>
        </p:txBody>
      </p:sp>
      <p:sp>
        <p:nvSpPr>
          <p:cNvPr id="25616" name="Rectangle 18" descr="白色大理石">
            <a:extLst>
              <a:ext uri="{FF2B5EF4-FFF2-40B4-BE49-F238E27FC236}">
                <a16:creationId xmlns:a16="http://schemas.microsoft.com/office/drawing/2014/main" id="{D2DE183F-268A-6C88-A740-A5B6DD907BCD}"/>
              </a:ext>
            </a:extLst>
          </p:cNvPr>
          <p:cNvSpPr>
            <a:spLocks noChangeArrowheads="1"/>
          </p:cNvSpPr>
          <p:nvPr/>
        </p:nvSpPr>
        <p:spPr bwMode="auto">
          <a:xfrm>
            <a:off x="3505200" y="2209800"/>
            <a:ext cx="990600" cy="2133600"/>
          </a:xfrm>
          <a:prstGeom prst="rect">
            <a:avLst/>
          </a:prstGeom>
          <a:blipFill dpi="0" rotWithShape="0">
            <a:blip r:embed="rId2"/>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5617" name="Line 19">
            <a:extLst>
              <a:ext uri="{FF2B5EF4-FFF2-40B4-BE49-F238E27FC236}">
                <a16:creationId xmlns:a16="http://schemas.microsoft.com/office/drawing/2014/main" id="{E5214CD2-4806-4A8D-617D-CFFE2CA7BAEA}"/>
              </a:ext>
            </a:extLst>
          </p:cNvPr>
          <p:cNvSpPr>
            <a:spLocks noChangeShapeType="1"/>
          </p:cNvSpPr>
          <p:nvPr/>
        </p:nvSpPr>
        <p:spPr bwMode="auto">
          <a:xfrm>
            <a:off x="4038600" y="2209800"/>
            <a:ext cx="0" cy="2133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18" name="Text Box 20">
            <a:extLst>
              <a:ext uri="{FF2B5EF4-FFF2-40B4-BE49-F238E27FC236}">
                <a16:creationId xmlns:a16="http://schemas.microsoft.com/office/drawing/2014/main" id="{A3D4DAFA-49A4-B856-3431-F1943AAE555C}"/>
              </a:ext>
            </a:extLst>
          </p:cNvPr>
          <p:cNvSpPr txBox="1">
            <a:spLocks noChangeArrowheads="1"/>
          </p:cNvSpPr>
          <p:nvPr/>
        </p:nvSpPr>
        <p:spPr bwMode="auto">
          <a:xfrm>
            <a:off x="3560763" y="2109788"/>
            <a:ext cx="477837" cy="223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A</a:t>
            </a:r>
          </a:p>
          <a:p>
            <a:pPr eaLnBrk="1" hangingPunct="1">
              <a:lnSpc>
                <a:spcPct val="11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B</a:t>
            </a:r>
          </a:p>
          <a:p>
            <a:pPr eaLnBrk="1" hangingPunct="1">
              <a:lnSpc>
                <a:spcPct val="11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C</a:t>
            </a:r>
          </a:p>
          <a:p>
            <a:pPr eaLnBrk="1" hangingPunct="1">
              <a:lnSpc>
                <a:spcPct val="11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25619" name="Line 21">
            <a:extLst>
              <a:ext uri="{FF2B5EF4-FFF2-40B4-BE49-F238E27FC236}">
                <a16:creationId xmlns:a16="http://schemas.microsoft.com/office/drawing/2014/main" id="{65D0BB59-CCD0-1DB6-7645-6881E2F4BFAC}"/>
              </a:ext>
            </a:extLst>
          </p:cNvPr>
          <p:cNvSpPr>
            <a:spLocks noChangeShapeType="1"/>
          </p:cNvSpPr>
          <p:nvPr/>
        </p:nvSpPr>
        <p:spPr bwMode="auto">
          <a:xfrm>
            <a:off x="3505200" y="2743200"/>
            <a:ext cx="990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0" name="Line 22">
            <a:extLst>
              <a:ext uri="{FF2B5EF4-FFF2-40B4-BE49-F238E27FC236}">
                <a16:creationId xmlns:a16="http://schemas.microsoft.com/office/drawing/2014/main" id="{F0DBAA6F-8D8E-4EA1-CF43-932CF76E0637}"/>
              </a:ext>
            </a:extLst>
          </p:cNvPr>
          <p:cNvSpPr>
            <a:spLocks noChangeShapeType="1"/>
          </p:cNvSpPr>
          <p:nvPr/>
        </p:nvSpPr>
        <p:spPr bwMode="auto">
          <a:xfrm>
            <a:off x="3505200" y="3276600"/>
            <a:ext cx="990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1" name="Line 23">
            <a:extLst>
              <a:ext uri="{FF2B5EF4-FFF2-40B4-BE49-F238E27FC236}">
                <a16:creationId xmlns:a16="http://schemas.microsoft.com/office/drawing/2014/main" id="{A2CF1E2F-9E5B-141A-311E-5AAAD5478FE8}"/>
              </a:ext>
            </a:extLst>
          </p:cNvPr>
          <p:cNvSpPr>
            <a:spLocks noChangeShapeType="1"/>
          </p:cNvSpPr>
          <p:nvPr/>
        </p:nvSpPr>
        <p:spPr bwMode="auto">
          <a:xfrm>
            <a:off x="3505200" y="3810000"/>
            <a:ext cx="990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2" name="Text Box 24">
            <a:extLst>
              <a:ext uri="{FF2B5EF4-FFF2-40B4-BE49-F238E27FC236}">
                <a16:creationId xmlns:a16="http://schemas.microsoft.com/office/drawing/2014/main" id="{C0679150-BDB7-86D1-6FC9-3BE88B752031}"/>
              </a:ext>
            </a:extLst>
          </p:cNvPr>
          <p:cNvSpPr txBox="1">
            <a:spLocks noChangeArrowheads="1"/>
          </p:cNvSpPr>
          <p:nvPr/>
        </p:nvSpPr>
        <p:spPr bwMode="auto">
          <a:xfrm>
            <a:off x="3143250" y="2132013"/>
            <a:ext cx="361950"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20000"/>
              </a:lnSpc>
              <a:spcBef>
                <a:spcPct val="0"/>
              </a:spcBef>
              <a:buFontTx/>
              <a:buNone/>
            </a:pPr>
            <a:r>
              <a:rPr kumimoji="1" lang="en-US" altLang="zh-CN" sz="2800" b="1">
                <a:solidFill>
                  <a:srgbClr val="009900"/>
                </a:solidFill>
                <a:latin typeface="Times New Roman" panose="02020603050405020304" pitchFamily="18" charset="0"/>
                <a:ea typeface="宋体" panose="02010600030101010101" pitchFamily="2" charset="-122"/>
              </a:rPr>
              <a:t>0</a:t>
            </a:r>
          </a:p>
          <a:p>
            <a:pPr eaLnBrk="1" hangingPunct="1">
              <a:lnSpc>
                <a:spcPct val="120000"/>
              </a:lnSpc>
              <a:spcBef>
                <a:spcPct val="0"/>
              </a:spcBef>
              <a:buFontTx/>
              <a:buNone/>
            </a:pPr>
            <a:r>
              <a:rPr kumimoji="1" lang="en-US" altLang="zh-CN" sz="2800" b="1">
                <a:solidFill>
                  <a:srgbClr val="009900"/>
                </a:solidFill>
                <a:latin typeface="Times New Roman" panose="02020603050405020304" pitchFamily="18" charset="0"/>
                <a:ea typeface="宋体" panose="02010600030101010101" pitchFamily="2" charset="-122"/>
              </a:rPr>
              <a:t>1</a:t>
            </a:r>
          </a:p>
          <a:p>
            <a:pPr eaLnBrk="1" hangingPunct="1">
              <a:lnSpc>
                <a:spcPct val="120000"/>
              </a:lnSpc>
              <a:spcBef>
                <a:spcPct val="0"/>
              </a:spcBef>
              <a:buFontTx/>
              <a:buNone/>
            </a:pPr>
            <a:r>
              <a:rPr kumimoji="1" lang="en-US" altLang="zh-CN" sz="2800" b="1">
                <a:solidFill>
                  <a:srgbClr val="009900"/>
                </a:solidFill>
                <a:latin typeface="Times New Roman" panose="02020603050405020304" pitchFamily="18" charset="0"/>
                <a:ea typeface="宋体" panose="02010600030101010101" pitchFamily="2" charset="-122"/>
              </a:rPr>
              <a:t>2</a:t>
            </a:r>
          </a:p>
          <a:p>
            <a:pPr eaLnBrk="1" hangingPunct="1">
              <a:lnSpc>
                <a:spcPct val="120000"/>
              </a:lnSpc>
              <a:spcBef>
                <a:spcPct val="0"/>
              </a:spcBef>
              <a:buFontTx/>
              <a:buNone/>
            </a:pPr>
            <a:r>
              <a:rPr kumimoji="1" lang="en-US" altLang="zh-CN" sz="2800" b="1">
                <a:solidFill>
                  <a:srgbClr val="009900"/>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25623" name="Line 25">
            <a:extLst>
              <a:ext uri="{FF2B5EF4-FFF2-40B4-BE49-F238E27FC236}">
                <a16:creationId xmlns:a16="http://schemas.microsoft.com/office/drawing/2014/main" id="{E2658164-3F5E-8B32-4EE4-B5F0F81DE30D}"/>
              </a:ext>
            </a:extLst>
          </p:cNvPr>
          <p:cNvSpPr>
            <a:spLocks noChangeShapeType="1"/>
          </p:cNvSpPr>
          <p:nvPr/>
        </p:nvSpPr>
        <p:spPr bwMode="auto">
          <a:xfrm>
            <a:off x="4267200" y="2438400"/>
            <a:ext cx="762000" cy="0"/>
          </a:xfrm>
          <a:prstGeom prst="line">
            <a:avLst/>
          </a:prstGeom>
          <a:noFill/>
          <a:ln w="28575">
            <a:solidFill>
              <a:srgbClr val="CC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4" name="Line 26">
            <a:extLst>
              <a:ext uri="{FF2B5EF4-FFF2-40B4-BE49-F238E27FC236}">
                <a16:creationId xmlns:a16="http://schemas.microsoft.com/office/drawing/2014/main" id="{5EF18500-9B83-D142-D282-7D7F0F573D0C}"/>
              </a:ext>
            </a:extLst>
          </p:cNvPr>
          <p:cNvSpPr>
            <a:spLocks noChangeShapeType="1"/>
          </p:cNvSpPr>
          <p:nvPr/>
        </p:nvSpPr>
        <p:spPr bwMode="auto">
          <a:xfrm>
            <a:off x="4267200" y="3048000"/>
            <a:ext cx="762000" cy="0"/>
          </a:xfrm>
          <a:prstGeom prst="line">
            <a:avLst/>
          </a:prstGeom>
          <a:noFill/>
          <a:ln w="28575">
            <a:solidFill>
              <a:srgbClr val="CC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5" name="Line 27">
            <a:extLst>
              <a:ext uri="{FF2B5EF4-FFF2-40B4-BE49-F238E27FC236}">
                <a16:creationId xmlns:a16="http://schemas.microsoft.com/office/drawing/2014/main" id="{02D382BB-E38E-AE2A-9822-C737C0A9CF94}"/>
              </a:ext>
            </a:extLst>
          </p:cNvPr>
          <p:cNvSpPr>
            <a:spLocks noChangeShapeType="1"/>
          </p:cNvSpPr>
          <p:nvPr/>
        </p:nvSpPr>
        <p:spPr bwMode="auto">
          <a:xfrm>
            <a:off x="4267200" y="3581400"/>
            <a:ext cx="762000" cy="0"/>
          </a:xfrm>
          <a:prstGeom prst="line">
            <a:avLst/>
          </a:prstGeom>
          <a:noFill/>
          <a:ln w="28575">
            <a:solidFill>
              <a:srgbClr val="CC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6" name="Line 28">
            <a:extLst>
              <a:ext uri="{FF2B5EF4-FFF2-40B4-BE49-F238E27FC236}">
                <a16:creationId xmlns:a16="http://schemas.microsoft.com/office/drawing/2014/main" id="{F8482B13-AA3D-BA64-C0A7-B4D9A0E5D0D9}"/>
              </a:ext>
            </a:extLst>
          </p:cNvPr>
          <p:cNvSpPr>
            <a:spLocks noChangeShapeType="1"/>
          </p:cNvSpPr>
          <p:nvPr/>
        </p:nvSpPr>
        <p:spPr bwMode="auto">
          <a:xfrm>
            <a:off x="4267200" y="4114800"/>
            <a:ext cx="762000" cy="152400"/>
          </a:xfrm>
          <a:prstGeom prst="line">
            <a:avLst/>
          </a:prstGeom>
          <a:noFill/>
          <a:ln w="28575">
            <a:solidFill>
              <a:srgbClr val="CC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7" name="Rectangle 29" descr="永恒">
            <a:extLst>
              <a:ext uri="{FF2B5EF4-FFF2-40B4-BE49-F238E27FC236}">
                <a16:creationId xmlns:a16="http://schemas.microsoft.com/office/drawing/2014/main" id="{A47F8F64-EAC9-6179-DDD5-068ADAFC83BF}"/>
              </a:ext>
            </a:extLst>
          </p:cNvPr>
          <p:cNvSpPr>
            <a:spLocks noChangeArrowheads="1"/>
          </p:cNvSpPr>
          <p:nvPr/>
        </p:nvSpPr>
        <p:spPr bwMode="auto">
          <a:xfrm>
            <a:off x="5029200" y="2209800"/>
            <a:ext cx="1219200" cy="457200"/>
          </a:xfrm>
          <a:prstGeom prst="rect">
            <a:avLst/>
          </a:prstGeom>
          <a:blipFill dpi="0" rotWithShape="0">
            <a:blip r:embed="rId3"/>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5628" name="Text Box 30">
            <a:extLst>
              <a:ext uri="{FF2B5EF4-FFF2-40B4-BE49-F238E27FC236}">
                <a16:creationId xmlns:a16="http://schemas.microsoft.com/office/drawing/2014/main" id="{ED2FD0A6-3833-1F6F-C5E2-1162D6993A0B}"/>
              </a:ext>
            </a:extLst>
          </p:cNvPr>
          <p:cNvSpPr txBox="1">
            <a:spLocks noChangeArrowheads="1"/>
          </p:cNvSpPr>
          <p:nvPr/>
        </p:nvSpPr>
        <p:spPr bwMode="auto">
          <a:xfrm>
            <a:off x="4921250" y="1690688"/>
            <a:ext cx="1479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dest link</a:t>
            </a:r>
            <a:endParaRPr kumimoji="1" lang="en-US" altLang="zh-CN" sz="2400">
              <a:latin typeface="Times New Roman" panose="02020603050405020304" pitchFamily="18" charset="0"/>
              <a:ea typeface="宋体" panose="02010600030101010101" pitchFamily="2" charset="-122"/>
            </a:endParaRPr>
          </a:p>
        </p:txBody>
      </p:sp>
      <p:sp>
        <p:nvSpPr>
          <p:cNvPr id="25629" name="Line 31">
            <a:extLst>
              <a:ext uri="{FF2B5EF4-FFF2-40B4-BE49-F238E27FC236}">
                <a16:creationId xmlns:a16="http://schemas.microsoft.com/office/drawing/2014/main" id="{1A14FDED-E50B-DC4B-D091-334DBE96FB9D}"/>
              </a:ext>
            </a:extLst>
          </p:cNvPr>
          <p:cNvSpPr>
            <a:spLocks noChangeShapeType="1"/>
          </p:cNvSpPr>
          <p:nvPr/>
        </p:nvSpPr>
        <p:spPr bwMode="auto">
          <a:xfrm>
            <a:off x="5943600" y="2438400"/>
            <a:ext cx="762000" cy="0"/>
          </a:xfrm>
          <a:prstGeom prst="line">
            <a:avLst/>
          </a:prstGeom>
          <a:noFill/>
          <a:ln w="28575">
            <a:solidFill>
              <a:srgbClr val="CC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30" name="Line 32">
            <a:extLst>
              <a:ext uri="{FF2B5EF4-FFF2-40B4-BE49-F238E27FC236}">
                <a16:creationId xmlns:a16="http://schemas.microsoft.com/office/drawing/2014/main" id="{11F11AE5-BACC-8535-D090-B629A8822A59}"/>
              </a:ext>
            </a:extLst>
          </p:cNvPr>
          <p:cNvSpPr>
            <a:spLocks noChangeShapeType="1"/>
          </p:cNvSpPr>
          <p:nvPr/>
        </p:nvSpPr>
        <p:spPr bwMode="auto">
          <a:xfrm>
            <a:off x="5638800" y="22098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31" name="Rectangle 33" descr="永恒">
            <a:extLst>
              <a:ext uri="{FF2B5EF4-FFF2-40B4-BE49-F238E27FC236}">
                <a16:creationId xmlns:a16="http://schemas.microsoft.com/office/drawing/2014/main" id="{88D09250-F891-1705-D9B7-E34146FA9EFA}"/>
              </a:ext>
            </a:extLst>
          </p:cNvPr>
          <p:cNvSpPr>
            <a:spLocks noChangeArrowheads="1"/>
          </p:cNvSpPr>
          <p:nvPr/>
        </p:nvSpPr>
        <p:spPr bwMode="auto">
          <a:xfrm>
            <a:off x="5029200" y="2819400"/>
            <a:ext cx="1219200" cy="457200"/>
          </a:xfrm>
          <a:prstGeom prst="rect">
            <a:avLst/>
          </a:prstGeom>
          <a:blipFill dpi="0" rotWithShape="0">
            <a:blip r:embed="rId3"/>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5632" name="Line 34">
            <a:extLst>
              <a:ext uri="{FF2B5EF4-FFF2-40B4-BE49-F238E27FC236}">
                <a16:creationId xmlns:a16="http://schemas.microsoft.com/office/drawing/2014/main" id="{ADD07FA2-4BBF-985F-BA61-EE4F84ED2F69}"/>
              </a:ext>
            </a:extLst>
          </p:cNvPr>
          <p:cNvSpPr>
            <a:spLocks noChangeShapeType="1"/>
          </p:cNvSpPr>
          <p:nvPr/>
        </p:nvSpPr>
        <p:spPr bwMode="auto">
          <a:xfrm>
            <a:off x="5943600" y="3048000"/>
            <a:ext cx="762000" cy="0"/>
          </a:xfrm>
          <a:prstGeom prst="line">
            <a:avLst/>
          </a:prstGeom>
          <a:noFill/>
          <a:ln w="28575">
            <a:solidFill>
              <a:srgbClr val="CC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33" name="Line 35">
            <a:extLst>
              <a:ext uri="{FF2B5EF4-FFF2-40B4-BE49-F238E27FC236}">
                <a16:creationId xmlns:a16="http://schemas.microsoft.com/office/drawing/2014/main" id="{A8E41E6B-001C-A43E-FDE9-95033B0F8FE8}"/>
              </a:ext>
            </a:extLst>
          </p:cNvPr>
          <p:cNvSpPr>
            <a:spLocks noChangeShapeType="1"/>
          </p:cNvSpPr>
          <p:nvPr/>
        </p:nvSpPr>
        <p:spPr bwMode="auto">
          <a:xfrm>
            <a:off x="5638800" y="28194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34" name="Rectangle 36" descr="永恒">
            <a:extLst>
              <a:ext uri="{FF2B5EF4-FFF2-40B4-BE49-F238E27FC236}">
                <a16:creationId xmlns:a16="http://schemas.microsoft.com/office/drawing/2014/main" id="{3BFAD51D-FE0E-FA03-0091-66405C508206}"/>
              </a:ext>
            </a:extLst>
          </p:cNvPr>
          <p:cNvSpPr>
            <a:spLocks noChangeArrowheads="1"/>
          </p:cNvSpPr>
          <p:nvPr/>
        </p:nvSpPr>
        <p:spPr bwMode="auto">
          <a:xfrm>
            <a:off x="5029200" y="3429000"/>
            <a:ext cx="1219200" cy="457200"/>
          </a:xfrm>
          <a:prstGeom prst="rect">
            <a:avLst/>
          </a:prstGeom>
          <a:blipFill dpi="0" rotWithShape="0">
            <a:blip r:embed="rId3"/>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5635" name="Line 38">
            <a:extLst>
              <a:ext uri="{FF2B5EF4-FFF2-40B4-BE49-F238E27FC236}">
                <a16:creationId xmlns:a16="http://schemas.microsoft.com/office/drawing/2014/main" id="{82768F40-B5C1-D51A-F6C5-0AE444C2CFAD}"/>
              </a:ext>
            </a:extLst>
          </p:cNvPr>
          <p:cNvSpPr>
            <a:spLocks noChangeShapeType="1"/>
          </p:cNvSpPr>
          <p:nvPr/>
        </p:nvSpPr>
        <p:spPr bwMode="auto">
          <a:xfrm>
            <a:off x="5638800" y="34290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36" name="Rectangle 39" descr="永恒">
            <a:extLst>
              <a:ext uri="{FF2B5EF4-FFF2-40B4-BE49-F238E27FC236}">
                <a16:creationId xmlns:a16="http://schemas.microsoft.com/office/drawing/2014/main" id="{02FA0774-E93B-CEFE-CCE4-4B2447CF07DC}"/>
              </a:ext>
            </a:extLst>
          </p:cNvPr>
          <p:cNvSpPr>
            <a:spLocks noChangeArrowheads="1"/>
          </p:cNvSpPr>
          <p:nvPr/>
        </p:nvSpPr>
        <p:spPr bwMode="auto">
          <a:xfrm>
            <a:off x="5029200" y="4038600"/>
            <a:ext cx="1219200" cy="457200"/>
          </a:xfrm>
          <a:prstGeom prst="rect">
            <a:avLst/>
          </a:prstGeom>
          <a:blipFill dpi="0" rotWithShape="0">
            <a:blip r:embed="rId3"/>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5637" name="Line 41">
            <a:extLst>
              <a:ext uri="{FF2B5EF4-FFF2-40B4-BE49-F238E27FC236}">
                <a16:creationId xmlns:a16="http://schemas.microsoft.com/office/drawing/2014/main" id="{D3892DCD-E50A-C416-3839-173E7354BD73}"/>
              </a:ext>
            </a:extLst>
          </p:cNvPr>
          <p:cNvSpPr>
            <a:spLocks noChangeShapeType="1"/>
          </p:cNvSpPr>
          <p:nvPr/>
        </p:nvSpPr>
        <p:spPr bwMode="auto">
          <a:xfrm>
            <a:off x="5638800" y="40386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38" name="Rectangle 42" descr="永恒">
            <a:extLst>
              <a:ext uri="{FF2B5EF4-FFF2-40B4-BE49-F238E27FC236}">
                <a16:creationId xmlns:a16="http://schemas.microsoft.com/office/drawing/2014/main" id="{6E4A7AC0-3F46-7718-FBDC-AAA23343BA17}"/>
              </a:ext>
            </a:extLst>
          </p:cNvPr>
          <p:cNvSpPr>
            <a:spLocks noChangeArrowheads="1"/>
          </p:cNvSpPr>
          <p:nvPr/>
        </p:nvSpPr>
        <p:spPr bwMode="auto">
          <a:xfrm>
            <a:off x="6705600" y="2209800"/>
            <a:ext cx="1219200" cy="457200"/>
          </a:xfrm>
          <a:prstGeom prst="rect">
            <a:avLst/>
          </a:prstGeom>
          <a:blipFill dpi="0" rotWithShape="0">
            <a:blip r:embed="rId3"/>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5639" name="Line 44">
            <a:extLst>
              <a:ext uri="{FF2B5EF4-FFF2-40B4-BE49-F238E27FC236}">
                <a16:creationId xmlns:a16="http://schemas.microsoft.com/office/drawing/2014/main" id="{733820E4-C827-149F-8584-656ABAC1832C}"/>
              </a:ext>
            </a:extLst>
          </p:cNvPr>
          <p:cNvSpPr>
            <a:spLocks noChangeShapeType="1"/>
          </p:cNvSpPr>
          <p:nvPr/>
        </p:nvSpPr>
        <p:spPr bwMode="auto">
          <a:xfrm>
            <a:off x="7315200" y="22098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40" name="Rectangle 45" descr="永恒">
            <a:extLst>
              <a:ext uri="{FF2B5EF4-FFF2-40B4-BE49-F238E27FC236}">
                <a16:creationId xmlns:a16="http://schemas.microsoft.com/office/drawing/2014/main" id="{EB0694D7-7A74-9163-2843-98868B087693}"/>
              </a:ext>
            </a:extLst>
          </p:cNvPr>
          <p:cNvSpPr>
            <a:spLocks noChangeArrowheads="1"/>
          </p:cNvSpPr>
          <p:nvPr/>
        </p:nvSpPr>
        <p:spPr bwMode="auto">
          <a:xfrm>
            <a:off x="6705600" y="2819400"/>
            <a:ext cx="1219200" cy="457200"/>
          </a:xfrm>
          <a:prstGeom prst="rect">
            <a:avLst/>
          </a:prstGeom>
          <a:blipFill dpi="0" rotWithShape="0">
            <a:blip r:embed="rId3"/>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5641" name="Line 47">
            <a:extLst>
              <a:ext uri="{FF2B5EF4-FFF2-40B4-BE49-F238E27FC236}">
                <a16:creationId xmlns:a16="http://schemas.microsoft.com/office/drawing/2014/main" id="{28126E9B-9C20-D11E-DA11-EFFF67E77223}"/>
              </a:ext>
            </a:extLst>
          </p:cNvPr>
          <p:cNvSpPr>
            <a:spLocks noChangeShapeType="1"/>
          </p:cNvSpPr>
          <p:nvPr/>
        </p:nvSpPr>
        <p:spPr bwMode="auto">
          <a:xfrm>
            <a:off x="7315200" y="28194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42" name="Text Box 48">
            <a:extLst>
              <a:ext uri="{FF2B5EF4-FFF2-40B4-BE49-F238E27FC236}">
                <a16:creationId xmlns:a16="http://schemas.microsoft.com/office/drawing/2014/main" id="{EA930785-2FC3-D4E7-537B-E6B47163D850}"/>
              </a:ext>
            </a:extLst>
          </p:cNvPr>
          <p:cNvSpPr txBox="1">
            <a:spLocks noChangeArrowheads="1"/>
          </p:cNvSpPr>
          <p:nvPr/>
        </p:nvSpPr>
        <p:spPr bwMode="auto">
          <a:xfrm>
            <a:off x="6597650" y="1676400"/>
            <a:ext cx="1479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dest link</a:t>
            </a:r>
            <a:endParaRPr kumimoji="1" lang="en-US" altLang="zh-CN" sz="2400">
              <a:latin typeface="Times New Roman" panose="02020603050405020304" pitchFamily="18" charset="0"/>
              <a:ea typeface="宋体" panose="02010600030101010101" pitchFamily="2" charset="-122"/>
            </a:endParaRPr>
          </a:p>
        </p:txBody>
      </p:sp>
      <p:sp>
        <p:nvSpPr>
          <p:cNvPr id="25643" name="Text Box 49">
            <a:extLst>
              <a:ext uri="{FF2B5EF4-FFF2-40B4-BE49-F238E27FC236}">
                <a16:creationId xmlns:a16="http://schemas.microsoft.com/office/drawing/2014/main" id="{2B64F6A8-E2E1-4DBE-7B53-8B0928A9C017}"/>
              </a:ext>
            </a:extLst>
          </p:cNvPr>
          <p:cNvSpPr txBox="1">
            <a:spLocks noChangeArrowheads="1"/>
          </p:cNvSpPr>
          <p:nvPr/>
        </p:nvSpPr>
        <p:spPr bwMode="auto">
          <a:xfrm>
            <a:off x="7391400" y="2057400"/>
            <a:ext cx="4603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600" b="1">
                <a:solidFill>
                  <a:srgbClr val="CC33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25644" name="Text Box 50">
            <a:extLst>
              <a:ext uri="{FF2B5EF4-FFF2-40B4-BE49-F238E27FC236}">
                <a16:creationId xmlns:a16="http://schemas.microsoft.com/office/drawing/2014/main" id="{14C3F10D-0C8C-3C5B-0185-638C9CC72BC7}"/>
              </a:ext>
            </a:extLst>
          </p:cNvPr>
          <p:cNvSpPr txBox="1">
            <a:spLocks noChangeArrowheads="1"/>
          </p:cNvSpPr>
          <p:nvPr/>
        </p:nvSpPr>
        <p:spPr bwMode="auto">
          <a:xfrm>
            <a:off x="7391400" y="2635250"/>
            <a:ext cx="4603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600" b="1">
                <a:solidFill>
                  <a:srgbClr val="CC33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25645" name="Text Box 51">
            <a:extLst>
              <a:ext uri="{FF2B5EF4-FFF2-40B4-BE49-F238E27FC236}">
                <a16:creationId xmlns:a16="http://schemas.microsoft.com/office/drawing/2014/main" id="{9D3EDF0A-58EE-9439-BE17-7CC5E72C39A3}"/>
              </a:ext>
            </a:extLst>
          </p:cNvPr>
          <p:cNvSpPr txBox="1">
            <a:spLocks noChangeArrowheads="1"/>
          </p:cNvSpPr>
          <p:nvPr/>
        </p:nvSpPr>
        <p:spPr bwMode="auto">
          <a:xfrm>
            <a:off x="5715000" y="3276600"/>
            <a:ext cx="4603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600" b="1">
                <a:solidFill>
                  <a:srgbClr val="CC33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25646" name="Text Box 52">
            <a:extLst>
              <a:ext uri="{FF2B5EF4-FFF2-40B4-BE49-F238E27FC236}">
                <a16:creationId xmlns:a16="http://schemas.microsoft.com/office/drawing/2014/main" id="{BE5912B5-9D79-301C-6ECE-C37B0F2C5D5A}"/>
              </a:ext>
            </a:extLst>
          </p:cNvPr>
          <p:cNvSpPr txBox="1">
            <a:spLocks noChangeArrowheads="1"/>
          </p:cNvSpPr>
          <p:nvPr/>
        </p:nvSpPr>
        <p:spPr bwMode="auto">
          <a:xfrm>
            <a:off x="5715000" y="3854450"/>
            <a:ext cx="4603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600" b="1">
                <a:solidFill>
                  <a:srgbClr val="CC33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25647" name="Text Box 53">
            <a:extLst>
              <a:ext uri="{FF2B5EF4-FFF2-40B4-BE49-F238E27FC236}">
                <a16:creationId xmlns:a16="http://schemas.microsoft.com/office/drawing/2014/main" id="{0153FEBF-458F-06A1-FC21-384DD13CE3E7}"/>
              </a:ext>
            </a:extLst>
          </p:cNvPr>
          <p:cNvSpPr txBox="1">
            <a:spLocks noChangeArrowheads="1"/>
          </p:cNvSpPr>
          <p:nvPr/>
        </p:nvSpPr>
        <p:spPr bwMode="auto">
          <a:xfrm>
            <a:off x="5181600" y="21336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25648" name="Text Box 54">
            <a:extLst>
              <a:ext uri="{FF2B5EF4-FFF2-40B4-BE49-F238E27FC236}">
                <a16:creationId xmlns:a16="http://schemas.microsoft.com/office/drawing/2014/main" id="{BBF502A9-93D5-7D9B-6683-E002FBD2B985}"/>
              </a:ext>
            </a:extLst>
          </p:cNvPr>
          <p:cNvSpPr txBox="1">
            <a:spLocks noChangeArrowheads="1"/>
          </p:cNvSpPr>
          <p:nvPr/>
        </p:nvSpPr>
        <p:spPr bwMode="auto">
          <a:xfrm>
            <a:off x="6851650" y="21336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25649" name="Text Box 55">
            <a:extLst>
              <a:ext uri="{FF2B5EF4-FFF2-40B4-BE49-F238E27FC236}">
                <a16:creationId xmlns:a16="http://schemas.microsoft.com/office/drawing/2014/main" id="{A975AF83-634E-0105-E166-9D16F56C3F8A}"/>
              </a:ext>
            </a:extLst>
          </p:cNvPr>
          <p:cNvSpPr txBox="1">
            <a:spLocks noChangeArrowheads="1"/>
          </p:cNvSpPr>
          <p:nvPr/>
        </p:nvSpPr>
        <p:spPr bwMode="auto">
          <a:xfrm>
            <a:off x="5181600" y="27733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25650" name="Text Box 56">
            <a:extLst>
              <a:ext uri="{FF2B5EF4-FFF2-40B4-BE49-F238E27FC236}">
                <a16:creationId xmlns:a16="http://schemas.microsoft.com/office/drawing/2014/main" id="{B94DD092-424C-CD42-E1A5-F28402D46DA0}"/>
              </a:ext>
            </a:extLst>
          </p:cNvPr>
          <p:cNvSpPr txBox="1">
            <a:spLocks noChangeArrowheads="1"/>
          </p:cNvSpPr>
          <p:nvPr/>
        </p:nvSpPr>
        <p:spPr bwMode="auto">
          <a:xfrm>
            <a:off x="6851650" y="27733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25651" name="Text Box 57">
            <a:extLst>
              <a:ext uri="{FF2B5EF4-FFF2-40B4-BE49-F238E27FC236}">
                <a16:creationId xmlns:a16="http://schemas.microsoft.com/office/drawing/2014/main" id="{8D59E5D7-B93B-071C-4B00-ADD82E32E43D}"/>
              </a:ext>
            </a:extLst>
          </p:cNvPr>
          <p:cNvSpPr txBox="1">
            <a:spLocks noChangeArrowheads="1"/>
          </p:cNvSpPr>
          <p:nvPr/>
        </p:nvSpPr>
        <p:spPr bwMode="auto">
          <a:xfrm>
            <a:off x="5181600" y="33528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25652" name="Text Box 58">
            <a:extLst>
              <a:ext uri="{FF2B5EF4-FFF2-40B4-BE49-F238E27FC236}">
                <a16:creationId xmlns:a16="http://schemas.microsoft.com/office/drawing/2014/main" id="{2E53E4B3-D002-1289-01BB-DCC7E660AD95}"/>
              </a:ext>
            </a:extLst>
          </p:cNvPr>
          <p:cNvSpPr txBox="1">
            <a:spLocks noChangeArrowheads="1"/>
          </p:cNvSpPr>
          <p:nvPr/>
        </p:nvSpPr>
        <p:spPr bwMode="auto">
          <a:xfrm>
            <a:off x="5181600" y="39925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2" name="灯片编号占位符 1">
            <a:extLst>
              <a:ext uri="{FF2B5EF4-FFF2-40B4-BE49-F238E27FC236}">
                <a16:creationId xmlns:a16="http://schemas.microsoft.com/office/drawing/2014/main" id="{00B2D3D4-378D-45B7-97A6-846A07AE455A}"/>
              </a:ext>
            </a:extLst>
          </p:cNvPr>
          <p:cNvSpPr>
            <a:spLocks noGrp="1"/>
          </p:cNvSpPr>
          <p:nvPr>
            <p:ph type="sldNum" sz="quarter" idx="12"/>
          </p:nvPr>
        </p:nvSpPr>
        <p:spPr/>
        <p:txBody>
          <a:bodyPr/>
          <a:lstStyle/>
          <a:p>
            <a:pPr>
              <a:defRPr/>
            </a:pPr>
            <a:fld id="{2E0F9FB0-350A-4A87-9CD5-1F022F266B97}" type="slidenum">
              <a:rPr lang="en-US" altLang="zh-CN" smtClean="0"/>
              <a:pPr>
                <a:defRPr/>
              </a:pPr>
              <a:t>18</a:t>
            </a:fld>
            <a:endParaRPr lang="en-US" altLang="zh-CN"/>
          </a:p>
        </p:txBody>
      </p:sp>
    </p:spTree>
  </p:cSld>
  <p:clrMapOvr>
    <a:masterClrMapping/>
  </p:clrMapOvr>
  <p:transition>
    <p:zo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3BB30CD1-7D5E-47DF-9C90-BE1FD93EA379}"/>
              </a:ext>
            </a:extLst>
          </p:cNvPr>
          <p:cNvSpPr>
            <a:spLocks noGrp="1"/>
          </p:cNvSpPr>
          <p:nvPr>
            <p:ph type="title"/>
          </p:nvPr>
        </p:nvSpPr>
        <p:spPr/>
        <p:txBody>
          <a:bodyPr/>
          <a:lstStyle/>
          <a:p>
            <a:r>
              <a:rPr lang="zh-CN" altLang="en-US" dirty="0"/>
              <a:t>有向图的邻接表和逆邻接表</a:t>
            </a:r>
          </a:p>
        </p:txBody>
      </p:sp>
      <p:grpSp>
        <p:nvGrpSpPr>
          <p:cNvPr id="5" name="组合 4">
            <a:extLst>
              <a:ext uri="{FF2B5EF4-FFF2-40B4-BE49-F238E27FC236}">
                <a16:creationId xmlns:a16="http://schemas.microsoft.com/office/drawing/2014/main" id="{B41F41E7-0012-47F1-9FFB-2A9B6E74C010}"/>
              </a:ext>
            </a:extLst>
          </p:cNvPr>
          <p:cNvGrpSpPr/>
          <p:nvPr/>
        </p:nvGrpSpPr>
        <p:grpSpPr>
          <a:xfrm>
            <a:off x="1366837" y="1268760"/>
            <a:ext cx="6410325" cy="5380038"/>
            <a:chOff x="1371600" y="1066800"/>
            <a:chExt cx="6410325" cy="5380038"/>
          </a:xfrm>
        </p:grpSpPr>
        <p:sp>
          <p:nvSpPr>
            <p:cNvPr id="26627" name="Line 4">
              <a:extLst>
                <a:ext uri="{FF2B5EF4-FFF2-40B4-BE49-F238E27FC236}">
                  <a16:creationId xmlns:a16="http://schemas.microsoft.com/office/drawing/2014/main" id="{2985A401-3171-2BC2-52DF-2847368CD637}"/>
                </a:ext>
              </a:extLst>
            </p:cNvPr>
            <p:cNvSpPr>
              <a:spLocks noChangeShapeType="1"/>
            </p:cNvSpPr>
            <p:nvPr/>
          </p:nvSpPr>
          <p:spPr bwMode="auto">
            <a:xfrm>
              <a:off x="1600200" y="2636838"/>
              <a:ext cx="0" cy="533400"/>
            </a:xfrm>
            <a:prstGeom prst="line">
              <a:avLst/>
            </a:prstGeom>
            <a:noFill/>
            <a:ln w="28575">
              <a:solidFill>
                <a:srgbClr val="008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28" name="Oval 5">
              <a:extLst>
                <a:ext uri="{FF2B5EF4-FFF2-40B4-BE49-F238E27FC236}">
                  <a16:creationId xmlns:a16="http://schemas.microsoft.com/office/drawing/2014/main" id="{D0C34E68-F726-F32A-FB2D-087B6DA726DC}"/>
                </a:ext>
              </a:extLst>
            </p:cNvPr>
            <p:cNvSpPr>
              <a:spLocks noChangeArrowheads="1"/>
            </p:cNvSpPr>
            <p:nvPr/>
          </p:nvSpPr>
          <p:spPr bwMode="auto">
            <a:xfrm>
              <a:off x="1447800" y="1646238"/>
              <a:ext cx="304800" cy="685800"/>
            </a:xfrm>
            <a:prstGeom prst="ellipse">
              <a:avLst/>
            </a:prstGeom>
            <a:noFill/>
            <a:ln w="28575">
              <a:solidFill>
                <a:srgbClr val="00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26629" name="Oval 6">
              <a:extLst>
                <a:ext uri="{FF2B5EF4-FFF2-40B4-BE49-F238E27FC236}">
                  <a16:creationId xmlns:a16="http://schemas.microsoft.com/office/drawing/2014/main" id="{7E4389F3-9AF8-3B4C-89A5-2C104E36D524}"/>
                </a:ext>
              </a:extLst>
            </p:cNvPr>
            <p:cNvSpPr>
              <a:spLocks noChangeArrowheads="1"/>
            </p:cNvSpPr>
            <p:nvPr/>
          </p:nvSpPr>
          <p:spPr bwMode="auto">
            <a:xfrm>
              <a:off x="1371600" y="12954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6630" name="Text Box 7">
              <a:extLst>
                <a:ext uri="{FF2B5EF4-FFF2-40B4-BE49-F238E27FC236}">
                  <a16:creationId xmlns:a16="http://schemas.microsoft.com/office/drawing/2014/main" id="{28D66E4C-A727-CD3F-4C21-9059AB65A9DD}"/>
                </a:ext>
              </a:extLst>
            </p:cNvPr>
            <p:cNvSpPr txBox="1">
              <a:spLocks noChangeArrowheads="1"/>
            </p:cNvSpPr>
            <p:nvPr/>
          </p:nvSpPr>
          <p:spPr bwMode="auto">
            <a:xfrm>
              <a:off x="1371600" y="1219200"/>
              <a:ext cx="4778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26631" name="Oval 8">
              <a:extLst>
                <a:ext uri="{FF2B5EF4-FFF2-40B4-BE49-F238E27FC236}">
                  <a16:creationId xmlns:a16="http://schemas.microsoft.com/office/drawing/2014/main" id="{7DF4D3DC-7F19-7869-D405-003F3A4584F4}"/>
                </a:ext>
              </a:extLst>
            </p:cNvPr>
            <p:cNvSpPr>
              <a:spLocks noChangeArrowheads="1"/>
            </p:cNvSpPr>
            <p:nvPr/>
          </p:nvSpPr>
          <p:spPr bwMode="auto">
            <a:xfrm>
              <a:off x="1371600" y="2209800"/>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6632" name="Text Box 9">
              <a:extLst>
                <a:ext uri="{FF2B5EF4-FFF2-40B4-BE49-F238E27FC236}">
                  <a16:creationId xmlns:a16="http://schemas.microsoft.com/office/drawing/2014/main" id="{05146CAA-4CA0-559D-7996-D5184D26D6C4}"/>
                </a:ext>
              </a:extLst>
            </p:cNvPr>
            <p:cNvSpPr txBox="1">
              <a:spLocks noChangeArrowheads="1"/>
            </p:cNvSpPr>
            <p:nvPr/>
          </p:nvSpPr>
          <p:spPr bwMode="auto">
            <a:xfrm>
              <a:off x="1371600" y="2133600"/>
              <a:ext cx="455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26633" name="Oval 10">
              <a:extLst>
                <a:ext uri="{FF2B5EF4-FFF2-40B4-BE49-F238E27FC236}">
                  <a16:creationId xmlns:a16="http://schemas.microsoft.com/office/drawing/2014/main" id="{2748491B-56BF-E4BA-D2D8-E0CA226B31AC}"/>
                </a:ext>
              </a:extLst>
            </p:cNvPr>
            <p:cNvSpPr>
              <a:spLocks noChangeArrowheads="1"/>
            </p:cNvSpPr>
            <p:nvPr/>
          </p:nvSpPr>
          <p:spPr bwMode="auto">
            <a:xfrm>
              <a:off x="1371600" y="3094038"/>
              <a:ext cx="457200" cy="457200"/>
            </a:xfrm>
            <a:prstGeom prst="ellipse">
              <a:avLst/>
            </a:prstGeom>
            <a:solidFill>
              <a:srgbClr val="FFFFCC"/>
            </a:solidFill>
            <a:ln w="1905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6634" name="Text Box 11">
              <a:extLst>
                <a:ext uri="{FF2B5EF4-FFF2-40B4-BE49-F238E27FC236}">
                  <a16:creationId xmlns:a16="http://schemas.microsoft.com/office/drawing/2014/main" id="{5260F9D0-DD48-DF95-0CBA-A43769DDAB18}"/>
                </a:ext>
              </a:extLst>
            </p:cNvPr>
            <p:cNvSpPr txBox="1">
              <a:spLocks noChangeArrowheads="1"/>
            </p:cNvSpPr>
            <p:nvPr/>
          </p:nvSpPr>
          <p:spPr bwMode="auto">
            <a:xfrm>
              <a:off x="1371600" y="3017838"/>
              <a:ext cx="4778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26635" name="Line 12">
              <a:extLst>
                <a:ext uri="{FF2B5EF4-FFF2-40B4-BE49-F238E27FC236}">
                  <a16:creationId xmlns:a16="http://schemas.microsoft.com/office/drawing/2014/main" id="{E8BC428E-743C-77D7-E317-B6273F4D34CB}"/>
                </a:ext>
              </a:extLst>
            </p:cNvPr>
            <p:cNvSpPr>
              <a:spLocks noChangeShapeType="1"/>
            </p:cNvSpPr>
            <p:nvPr/>
          </p:nvSpPr>
          <p:spPr bwMode="auto">
            <a:xfrm>
              <a:off x="1447800" y="2103438"/>
              <a:ext cx="76200" cy="152400"/>
            </a:xfrm>
            <a:prstGeom prst="line">
              <a:avLst/>
            </a:prstGeom>
            <a:noFill/>
            <a:ln w="28575">
              <a:solidFill>
                <a:srgbClr val="339966"/>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36" name="Line 13">
              <a:extLst>
                <a:ext uri="{FF2B5EF4-FFF2-40B4-BE49-F238E27FC236}">
                  <a16:creationId xmlns:a16="http://schemas.microsoft.com/office/drawing/2014/main" id="{62CE93C0-0325-89A0-6CE3-CA148715CC8A}"/>
                </a:ext>
              </a:extLst>
            </p:cNvPr>
            <p:cNvSpPr>
              <a:spLocks noChangeShapeType="1"/>
            </p:cNvSpPr>
            <p:nvPr/>
          </p:nvSpPr>
          <p:spPr bwMode="auto">
            <a:xfrm rot="-9333363">
              <a:off x="1676400" y="1722438"/>
              <a:ext cx="76200" cy="152400"/>
            </a:xfrm>
            <a:prstGeom prst="line">
              <a:avLst/>
            </a:prstGeom>
            <a:noFill/>
            <a:ln w="28575">
              <a:solidFill>
                <a:srgbClr val="339966"/>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37" name="Text Box 14">
              <a:extLst>
                <a:ext uri="{FF2B5EF4-FFF2-40B4-BE49-F238E27FC236}">
                  <a16:creationId xmlns:a16="http://schemas.microsoft.com/office/drawing/2014/main" id="{DD9EB074-D536-A77F-FB70-9E5ACAA46EB5}"/>
                </a:ext>
              </a:extLst>
            </p:cNvPr>
            <p:cNvSpPr txBox="1">
              <a:spLocks noChangeArrowheads="1"/>
            </p:cNvSpPr>
            <p:nvPr/>
          </p:nvSpPr>
          <p:spPr bwMode="auto">
            <a:xfrm>
              <a:off x="2727325" y="1066800"/>
              <a:ext cx="1441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data adj</a:t>
              </a:r>
              <a:endParaRPr kumimoji="1" lang="en-US" altLang="zh-CN" sz="2400">
                <a:latin typeface="Times New Roman" panose="02020603050405020304" pitchFamily="18" charset="0"/>
                <a:ea typeface="宋体" panose="02010600030101010101" pitchFamily="2" charset="-122"/>
              </a:endParaRPr>
            </a:p>
          </p:txBody>
        </p:sp>
        <p:sp>
          <p:nvSpPr>
            <p:cNvPr id="26638" name="Rectangle 15" descr="白色大理石">
              <a:extLst>
                <a:ext uri="{FF2B5EF4-FFF2-40B4-BE49-F238E27FC236}">
                  <a16:creationId xmlns:a16="http://schemas.microsoft.com/office/drawing/2014/main" id="{91B48EA3-F41D-A8CD-5A49-39A05C2DB74D}"/>
                </a:ext>
              </a:extLst>
            </p:cNvPr>
            <p:cNvSpPr>
              <a:spLocks noChangeArrowheads="1"/>
            </p:cNvSpPr>
            <p:nvPr/>
          </p:nvSpPr>
          <p:spPr bwMode="auto">
            <a:xfrm>
              <a:off x="2971800" y="1609725"/>
              <a:ext cx="990600" cy="1666875"/>
            </a:xfrm>
            <a:prstGeom prst="rect">
              <a:avLst/>
            </a:prstGeom>
            <a:blipFill dpi="0" rotWithShape="0">
              <a:blip r:embed="rId2"/>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6639" name="Line 16">
              <a:extLst>
                <a:ext uri="{FF2B5EF4-FFF2-40B4-BE49-F238E27FC236}">
                  <a16:creationId xmlns:a16="http://schemas.microsoft.com/office/drawing/2014/main" id="{7A67C522-2173-3154-0537-58B475D352EA}"/>
                </a:ext>
              </a:extLst>
            </p:cNvPr>
            <p:cNvSpPr>
              <a:spLocks noChangeShapeType="1"/>
            </p:cNvSpPr>
            <p:nvPr/>
          </p:nvSpPr>
          <p:spPr bwMode="auto">
            <a:xfrm>
              <a:off x="3505200" y="1609725"/>
              <a:ext cx="0" cy="16668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40" name="Text Box 17">
              <a:extLst>
                <a:ext uri="{FF2B5EF4-FFF2-40B4-BE49-F238E27FC236}">
                  <a16:creationId xmlns:a16="http://schemas.microsoft.com/office/drawing/2014/main" id="{FD5B497E-EEBA-9E39-8E75-42C886EF1382}"/>
                </a:ext>
              </a:extLst>
            </p:cNvPr>
            <p:cNvSpPr txBox="1">
              <a:spLocks noChangeArrowheads="1"/>
            </p:cNvSpPr>
            <p:nvPr/>
          </p:nvSpPr>
          <p:spPr bwMode="auto">
            <a:xfrm>
              <a:off x="3027363" y="1509713"/>
              <a:ext cx="477837" cy="170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A</a:t>
              </a:r>
            </a:p>
            <a:p>
              <a:pPr eaLnBrk="1" hangingPunct="1">
                <a:lnSpc>
                  <a:spcPct val="11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B</a:t>
              </a:r>
            </a:p>
            <a:p>
              <a:pPr eaLnBrk="1" hangingPunct="1">
                <a:lnSpc>
                  <a:spcPct val="11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26641" name="Line 18">
              <a:extLst>
                <a:ext uri="{FF2B5EF4-FFF2-40B4-BE49-F238E27FC236}">
                  <a16:creationId xmlns:a16="http://schemas.microsoft.com/office/drawing/2014/main" id="{1BE48AF7-BAA6-0224-6F2E-3B860A7D4D2F}"/>
                </a:ext>
              </a:extLst>
            </p:cNvPr>
            <p:cNvSpPr>
              <a:spLocks noChangeShapeType="1"/>
            </p:cNvSpPr>
            <p:nvPr/>
          </p:nvSpPr>
          <p:spPr bwMode="auto">
            <a:xfrm>
              <a:off x="2971800" y="2143125"/>
              <a:ext cx="990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42" name="Line 19">
              <a:extLst>
                <a:ext uri="{FF2B5EF4-FFF2-40B4-BE49-F238E27FC236}">
                  <a16:creationId xmlns:a16="http://schemas.microsoft.com/office/drawing/2014/main" id="{9270AA53-DD29-1266-7C20-C58A1F11A64D}"/>
                </a:ext>
              </a:extLst>
            </p:cNvPr>
            <p:cNvSpPr>
              <a:spLocks noChangeShapeType="1"/>
            </p:cNvSpPr>
            <p:nvPr/>
          </p:nvSpPr>
          <p:spPr bwMode="auto">
            <a:xfrm>
              <a:off x="2971800" y="2667000"/>
              <a:ext cx="990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43" name="Text Box 20">
              <a:extLst>
                <a:ext uri="{FF2B5EF4-FFF2-40B4-BE49-F238E27FC236}">
                  <a16:creationId xmlns:a16="http://schemas.microsoft.com/office/drawing/2014/main" id="{294C3006-076B-9CD0-A516-600A4FC41B8C}"/>
                </a:ext>
              </a:extLst>
            </p:cNvPr>
            <p:cNvSpPr txBox="1">
              <a:spLocks noChangeArrowheads="1"/>
            </p:cNvSpPr>
            <p:nvPr/>
          </p:nvSpPr>
          <p:spPr bwMode="auto">
            <a:xfrm>
              <a:off x="2609850" y="1531938"/>
              <a:ext cx="361950"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20000"/>
                </a:lnSpc>
                <a:spcBef>
                  <a:spcPct val="0"/>
                </a:spcBef>
                <a:buFontTx/>
                <a:buNone/>
              </a:pPr>
              <a:r>
                <a:rPr kumimoji="1" lang="en-US" altLang="zh-CN" sz="2800" b="1">
                  <a:solidFill>
                    <a:srgbClr val="009900"/>
                  </a:solidFill>
                  <a:latin typeface="Times New Roman" panose="02020603050405020304" pitchFamily="18" charset="0"/>
                  <a:ea typeface="宋体" panose="02010600030101010101" pitchFamily="2" charset="-122"/>
                </a:rPr>
                <a:t>0</a:t>
              </a:r>
            </a:p>
            <a:p>
              <a:pPr eaLnBrk="1" hangingPunct="1">
                <a:lnSpc>
                  <a:spcPct val="120000"/>
                </a:lnSpc>
                <a:spcBef>
                  <a:spcPct val="0"/>
                </a:spcBef>
                <a:buFontTx/>
                <a:buNone/>
              </a:pPr>
              <a:r>
                <a:rPr kumimoji="1" lang="en-US" altLang="zh-CN" sz="2800" b="1">
                  <a:solidFill>
                    <a:srgbClr val="009900"/>
                  </a:solidFill>
                  <a:latin typeface="Times New Roman" panose="02020603050405020304" pitchFamily="18" charset="0"/>
                  <a:ea typeface="宋体" panose="02010600030101010101" pitchFamily="2" charset="-122"/>
                </a:rPr>
                <a:t>1</a:t>
              </a:r>
            </a:p>
            <a:p>
              <a:pPr eaLnBrk="1" hangingPunct="1">
                <a:lnSpc>
                  <a:spcPct val="120000"/>
                </a:lnSpc>
                <a:spcBef>
                  <a:spcPct val="0"/>
                </a:spcBef>
                <a:buFontTx/>
                <a:buNone/>
              </a:pPr>
              <a:r>
                <a:rPr kumimoji="1" lang="en-US" altLang="zh-CN" sz="2800" b="1">
                  <a:solidFill>
                    <a:srgbClr val="009900"/>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26644" name="Line 21">
              <a:extLst>
                <a:ext uri="{FF2B5EF4-FFF2-40B4-BE49-F238E27FC236}">
                  <a16:creationId xmlns:a16="http://schemas.microsoft.com/office/drawing/2014/main" id="{4E93D4AA-4686-CFA1-EE39-55DA8F498BB6}"/>
                </a:ext>
              </a:extLst>
            </p:cNvPr>
            <p:cNvSpPr>
              <a:spLocks noChangeShapeType="1"/>
            </p:cNvSpPr>
            <p:nvPr/>
          </p:nvSpPr>
          <p:spPr bwMode="auto">
            <a:xfrm>
              <a:off x="3733800" y="1838325"/>
              <a:ext cx="762000" cy="0"/>
            </a:xfrm>
            <a:prstGeom prst="line">
              <a:avLst/>
            </a:prstGeom>
            <a:noFill/>
            <a:ln w="28575">
              <a:solidFill>
                <a:srgbClr val="CC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45" name="Line 22">
              <a:extLst>
                <a:ext uri="{FF2B5EF4-FFF2-40B4-BE49-F238E27FC236}">
                  <a16:creationId xmlns:a16="http://schemas.microsoft.com/office/drawing/2014/main" id="{69A8EBAA-BAF7-F05C-1939-971CDE922471}"/>
                </a:ext>
              </a:extLst>
            </p:cNvPr>
            <p:cNvSpPr>
              <a:spLocks noChangeShapeType="1"/>
            </p:cNvSpPr>
            <p:nvPr/>
          </p:nvSpPr>
          <p:spPr bwMode="auto">
            <a:xfrm>
              <a:off x="3733800" y="2447925"/>
              <a:ext cx="762000" cy="0"/>
            </a:xfrm>
            <a:prstGeom prst="line">
              <a:avLst/>
            </a:prstGeom>
            <a:noFill/>
            <a:ln w="28575">
              <a:solidFill>
                <a:srgbClr val="CC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46" name="Rectangle 23" descr="永恒">
              <a:extLst>
                <a:ext uri="{FF2B5EF4-FFF2-40B4-BE49-F238E27FC236}">
                  <a16:creationId xmlns:a16="http://schemas.microsoft.com/office/drawing/2014/main" id="{CBD422C5-17F5-2562-135B-045806494019}"/>
                </a:ext>
              </a:extLst>
            </p:cNvPr>
            <p:cNvSpPr>
              <a:spLocks noChangeArrowheads="1"/>
            </p:cNvSpPr>
            <p:nvPr/>
          </p:nvSpPr>
          <p:spPr bwMode="auto">
            <a:xfrm>
              <a:off x="4495800" y="1609725"/>
              <a:ext cx="1219200" cy="457200"/>
            </a:xfrm>
            <a:prstGeom prst="rect">
              <a:avLst/>
            </a:prstGeom>
            <a:blipFill dpi="0" rotWithShape="0">
              <a:blip r:embed="rId3"/>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6647" name="Text Box 24">
              <a:extLst>
                <a:ext uri="{FF2B5EF4-FFF2-40B4-BE49-F238E27FC236}">
                  <a16:creationId xmlns:a16="http://schemas.microsoft.com/office/drawing/2014/main" id="{2E5D17F6-8EA4-4B21-535E-A7FE02679F5D}"/>
                </a:ext>
              </a:extLst>
            </p:cNvPr>
            <p:cNvSpPr txBox="1">
              <a:spLocks noChangeArrowheads="1"/>
            </p:cNvSpPr>
            <p:nvPr/>
          </p:nvSpPr>
          <p:spPr bwMode="auto">
            <a:xfrm>
              <a:off x="4387850" y="1090613"/>
              <a:ext cx="1479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dest link</a:t>
              </a:r>
              <a:endParaRPr kumimoji="1" lang="en-US" altLang="zh-CN" sz="2400">
                <a:latin typeface="Times New Roman" panose="02020603050405020304" pitchFamily="18" charset="0"/>
                <a:ea typeface="宋体" panose="02010600030101010101" pitchFamily="2" charset="-122"/>
              </a:endParaRPr>
            </a:p>
          </p:txBody>
        </p:sp>
        <p:sp>
          <p:nvSpPr>
            <p:cNvPr id="26648" name="Line 25">
              <a:extLst>
                <a:ext uri="{FF2B5EF4-FFF2-40B4-BE49-F238E27FC236}">
                  <a16:creationId xmlns:a16="http://schemas.microsoft.com/office/drawing/2014/main" id="{89BC57E1-806B-371D-0D6A-2328C3D9C035}"/>
                </a:ext>
              </a:extLst>
            </p:cNvPr>
            <p:cNvSpPr>
              <a:spLocks noChangeShapeType="1"/>
            </p:cNvSpPr>
            <p:nvPr/>
          </p:nvSpPr>
          <p:spPr bwMode="auto">
            <a:xfrm>
              <a:off x="5105400" y="1609725"/>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49" name="Rectangle 26" descr="永恒">
              <a:extLst>
                <a:ext uri="{FF2B5EF4-FFF2-40B4-BE49-F238E27FC236}">
                  <a16:creationId xmlns:a16="http://schemas.microsoft.com/office/drawing/2014/main" id="{54DB729E-7ACB-802C-8531-0642F1D24031}"/>
                </a:ext>
              </a:extLst>
            </p:cNvPr>
            <p:cNvSpPr>
              <a:spLocks noChangeArrowheads="1"/>
            </p:cNvSpPr>
            <p:nvPr/>
          </p:nvSpPr>
          <p:spPr bwMode="auto">
            <a:xfrm>
              <a:off x="4495800" y="2219325"/>
              <a:ext cx="1219200" cy="457200"/>
            </a:xfrm>
            <a:prstGeom prst="rect">
              <a:avLst/>
            </a:prstGeom>
            <a:blipFill dpi="0" rotWithShape="0">
              <a:blip r:embed="rId3"/>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6650" name="Line 27">
              <a:extLst>
                <a:ext uri="{FF2B5EF4-FFF2-40B4-BE49-F238E27FC236}">
                  <a16:creationId xmlns:a16="http://schemas.microsoft.com/office/drawing/2014/main" id="{A8833520-A14C-0A9F-B218-F964930B5BB6}"/>
                </a:ext>
              </a:extLst>
            </p:cNvPr>
            <p:cNvSpPr>
              <a:spLocks noChangeShapeType="1"/>
            </p:cNvSpPr>
            <p:nvPr/>
          </p:nvSpPr>
          <p:spPr bwMode="auto">
            <a:xfrm>
              <a:off x="5410200" y="2447925"/>
              <a:ext cx="762000" cy="0"/>
            </a:xfrm>
            <a:prstGeom prst="line">
              <a:avLst/>
            </a:prstGeom>
            <a:noFill/>
            <a:ln w="28575">
              <a:solidFill>
                <a:srgbClr val="CC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51" name="Line 28">
              <a:extLst>
                <a:ext uri="{FF2B5EF4-FFF2-40B4-BE49-F238E27FC236}">
                  <a16:creationId xmlns:a16="http://schemas.microsoft.com/office/drawing/2014/main" id="{A51BDDC5-DD16-FF5C-8190-BCC2ABEC3324}"/>
                </a:ext>
              </a:extLst>
            </p:cNvPr>
            <p:cNvSpPr>
              <a:spLocks noChangeShapeType="1"/>
            </p:cNvSpPr>
            <p:nvPr/>
          </p:nvSpPr>
          <p:spPr bwMode="auto">
            <a:xfrm>
              <a:off x="5105400" y="2219325"/>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52" name="Rectangle 29" descr="永恒">
              <a:extLst>
                <a:ext uri="{FF2B5EF4-FFF2-40B4-BE49-F238E27FC236}">
                  <a16:creationId xmlns:a16="http://schemas.microsoft.com/office/drawing/2014/main" id="{EEE6D785-28FC-7C38-E10F-4D61AB760ACD}"/>
                </a:ext>
              </a:extLst>
            </p:cNvPr>
            <p:cNvSpPr>
              <a:spLocks noChangeArrowheads="1"/>
            </p:cNvSpPr>
            <p:nvPr/>
          </p:nvSpPr>
          <p:spPr bwMode="auto">
            <a:xfrm>
              <a:off x="6172200" y="2219325"/>
              <a:ext cx="1219200" cy="457200"/>
            </a:xfrm>
            <a:prstGeom prst="rect">
              <a:avLst/>
            </a:prstGeom>
            <a:blipFill dpi="0" rotWithShape="0">
              <a:blip r:embed="rId3"/>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6653" name="Line 30">
              <a:extLst>
                <a:ext uri="{FF2B5EF4-FFF2-40B4-BE49-F238E27FC236}">
                  <a16:creationId xmlns:a16="http://schemas.microsoft.com/office/drawing/2014/main" id="{CE2E42C8-93EB-BE51-33D6-505C8C63E032}"/>
                </a:ext>
              </a:extLst>
            </p:cNvPr>
            <p:cNvSpPr>
              <a:spLocks noChangeShapeType="1"/>
            </p:cNvSpPr>
            <p:nvPr/>
          </p:nvSpPr>
          <p:spPr bwMode="auto">
            <a:xfrm>
              <a:off x="6781800" y="2219325"/>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54" name="Text Box 31">
              <a:extLst>
                <a:ext uri="{FF2B5EF4-FFF2-40B4-BE49-F238E27FC236}">
                  <a16:creationId xmlns:a16="http://schemas.microsoft.com/office/drawing/2014/main" id="{A8E7E821-D2FF-9D99-D0D7-975858BF7730}"/>
                </a:ext>
              </a:extLst>
            </p:cNvPr>
            <p:cNvSpPr txBox="1">
              <a:spLocks noChangeArrowheads="1"/>
            </p:cNvSpPr>
            <p:nvPr/>
          </p:nvSpPr>
          <p:spPr bwMode="auto">
            <a:xfrm>
              <a:off x="6064250" y="1690688"/>
              <a:ext cx="1479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dest link</a:t>
              </a:r>
              <a:endParaRPr kumimoji="1" lang="en-US" altLang="zh-CN" sz="2400">
                <a:latin typeface="Times New Roman" panose="02020603050405020304" pitchFamily="18" charset="0"/>
                <a:ea typeface="宋体" panose="02010600030101010101" pitchFamily="2" charset="-122"/>
              </a:endParaRPr>
            </a:p>
          </p:txBody>
        </p:sp>
        <p:sp>
          <p:nvSpPr>
            <p:cNvPr id="26655" name="Text Box 32">
              <a:extLst>
                <a:ext uri="{FF2B5EF4-FFF2-40B4-BE49-F238E27FC236}">
                  <a16:creationId xmlns:a16="http://schemas.microsoft.com/office/drawing/2014/main" id="{2EFF39B4-F584-7EA9-B3F5-4E2BA6B7A15A}"/>
                </a:ext>
              </a:extLst>
            </p:cNvPr>
            <p:cNvSpPr txBox="1">
              <a:spLocks noChangeArrowheads="1"/>
            </p:cNvSpPr>
            <p:nvPr/>
          </p:nvSpPr>
          <p:spPr bwMode="auto">
            <a:xfrm>
              <a:off x="6858000" y="2057400"/>
              <a:ext cx="4603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600" b="1">
                  <a:solidFill>
                    <a:srgbClr val="CC33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135201" name="Text Box 33">
              <a:extLst>
                <a:ext uri="{FF2B5EF4-FFF2-40B4-BE49-F238E27FC236}">
                  <a16:creationId xmlns:a16="http://schemas.microsoft.com/office/drawing/2014/main" id="{B5E6C6A0-5A1E-36A5-7369-4226D69387C3}"/>
                </a:ext>
              </a:extLst>
            </p:cNvPr>
            <p:cNvSpPr txBox="1">
              <a:spLocks noChangeArrowheads="1"/>
            </p:cNvSpPr>
            <p:nvPr/>
          </p:nvSpPr>
          <p:spPr bwMode="auto">
            <a:xfrm>
              <a:off x="4378325" y="2971800"/>
              <a:ext cx="3013075" cy="579438"/>
            </a:xfrm>
            <a:prstGeom prst="rect">
              <a:avLst/>
            </a:prstGeom>
            <a:noFill/>
            <a:ln w="9525">
              <a:noFill/>
              <a:miter lim="800000"/>
              <a:headEnd/>
              <a:tailEnd/>
            </a:ln>
            <a:effectLst/>
          </p:spPr>
          <p:txBody>
            <a:bodyPr wrap="none">
              <a:spAutoFit/>
            </a:bodyPr>
            <a:lstStyle/>
            <a:p>
              <a:pPr>
                <a:defRPr/>
              </a:pPr>
              <a:r>
                <a:rPr lang="zh-CN" altLang="en-US" sz="3200" b="1">
                  <a:effectLst>
                    <a:outerShdw blurRad="38100" dist="38100" dir="2700000" algn="tl">
                      <a:srgbClr val="C0C0C0"/>
                    </a:outerShdw>
                  </a:effectLst>
                  <a:ea typeface="仿宋_GB2312" pitchFamily="49" charset="-122"/>
                </a:rPr>
                <a:t>邻接表 </a:t>
              </a:r>
              <a:r>
                <a:rPr lang="en-US" altLang="zh-CN" sz="3200" b="1">
                  <a:effectLst>
                    <a:outerShdw blurRad="38100" dist="38100" dir="2700000" algn="tl">
                      <a:srgbClr val="C0C0C0"/>
                    </a:outerShdw>
                  </a:effectLst>
                  <a:ea typeface="仿宋_GB2312" pitchFamily="49" charset="-122"/>
                </a:rPr>
                <a:t>(</a:t>
              </a:r>
              <a:r>
                <a:rPr lang="zh-CN" altLang="en-US" sz="3200" b="1">
                  <a:effectLst>
                    <a:outerShdw blurRad="38100" dist="38100" dir="2700000" algn="tl">
                      <a:srgbClr val="C0C0C0"/>
                    </a:outerShdw>
                  </a:effectLst>
                  <a:ea typeface="仿宋_GB2312" pitchFamily="49" charset="-122"/>
                </a:rPr>
                <a:t>出边表</a:t>
              </a:r>
              <a:r>
                <a:rPr lang="en-US" altLang="zh-CN" sz="3200" b="1">
                  <a:effectLst>
                    <a:outerShdw blurRad="38100" dist="38100" dir="2700000" algn="tl">
                      <a:srgbClr val="C0C0C0"/>
                    </a:outerShdw>
                  </a:effectLst>
                  <a:ea typeface="仿宋_GB2312" pitchFamily="49" charset="-122"/>
                </a:rPr>
                <a:t>)</a:t>
              </a:r>
              <a:endParaRPr lang="en-US" altLang="zh-CN"/>
            </a:p>
          </p:txBody>
        </p:sp>
        <p:sp>
          <p:nvSpPr>
            <p:cNvPr id="26657" name="Text Box 34">
              <a:extLst>
                <a:ext uri="{FF2B5EF4-FFF2-40B4-BE49-F238E27FC236}">
                  <a16:creationId xmlns:a16="http://schemas.microsoft.com/office/drawing/2014/main" id="{DE5EB798-5B0D-08D5-A895-6AED08101E6C}"/>
                </a:ext>
              </a:extLst>
            </p:cNvPr>
            <p:cNvSpPr txBox="1">
              <a:spLocks noChangeArrowheads="1"/>
            </p:cNvSpPr>
            <p:nvPr/>
          </p:nvSpPr>
          <p:spPr bwMode="auto">
            <a:xfrm>
              <a:off x="2708275" y="3535363"/>
              <a:ext cx="1441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data adj</a:t>
              </a:r>
              <a:endParaRPr kumimoji="1" lang="en-US" altLang="zh-CN" sz="2400">
                <a:latin typeface="Times New Roman" panose="02020603050405020304" pitchFamily="18" charset="0"/>
                <a:ea typeface="宋体" panose="02010600030101010101" pitchFamily="2" charset="-122"/>
              </a:endParaRPr>
            </a:p>
          </p:txBody>
        </p:sp>
        <p:sp>
          <p:nvSpPr>
            <p:cNvPr id="26658" name="Rectangle 35" descr="白色大理石">
              <a:extLst>
                <a:ext uri="{FF2B5EF4-FFF2-40B4-BE49-F238E27FC236}">
                  <a16:creationId xmlns:a16="http://schemas.microsoft.com/office/drawing/2014/main" id="{BFCAE5A9-958F-5D88-3EBC-6A3083F81693}"/>
                </a:ext>
              </a:extLst>
            </p:cNvPr>
            <p:cNvSpPr>
              <a:spLocks noChangeArrowheads="1"/>
            </p:cNvSpPr>
            <p:nvPr/>
          </p:nvSpPr>
          <p:spPr bwMode="auto">
            <a:xfrm>
              <a:off x="2952750" y="4078288"/>
              <a:ext cx="990600" cy="1666875"/>
            </a:xfrm>
            <a:prstGeom prst="rect">
              <a:avLst/>
            </a:prstGeom>
            <a:blipFill dpi="0" rotWithShape="0">
              <a:blip r:embed="rId2"/>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6659" name="Line 36">
              <a:extLst>
                <a:ext uri="{FF2B5EF4-FFF2-40B4-BE49-F238E27FC236}">
                  <a16:creationId xmlns:a16="http://schemas.microsoft.com/office/drawing/2014/main" id="{60502909-0778-C2A2-49F6-15928D44B9E7}"/>
                </a:ext>
              </a:extLst>
            </p:cNvPr>
            <p:cNvSpPr>
              <a:spLocks noChangeShapeType="1"/>
            </p:cNvSpPr>
            <p:nvPr/>
          </p:nvSpPr>
          <p:spPr bwMode="auto">
            <a:xfrm>
              <a:off x="3486150" y="4078288"/>
              <a:ext cx="0" cy="16668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0" name="Text Box 37">
              <a:extLst>
                <a:ext uri="{FF2B5EF4-FFF2-40B4-BE49-F238E27FC236}">
                  <a16:creationId xmlns:a16="http://schemas.microsoft.com/office/drawing/2014/main" id="{34601C86-1377-8932-A8A0-FE26D480B835}"/>
                </a:ext>
              </a:extLst>
            </p:cNvPr>
            <p:cNvSpPr txBox="1">
              <a:spLocks noChangeArrowheads="1"/>
            </p:cNvSpPr>
            <p:nvPr/>
          </p:nvSpPr>
          <p:spPr bwMode="auto">
            <a:xfrm>
              <a:off x="3008313" y="3978275"/>
              <a:ext cx="477837" cy="170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A</a:t>
              </a:r>
            </a:p>
            <a:p>
              <a:pPr eaLnBrk="1" hangingPunct="1">
                <a:lnSpc>
                  <a:spcPct val="11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B</a:t>
              </a:r>
            </a:p>
            <a:p>
              <a:pPr eaLnBrk="1" hangingPunct="1">
                <a:lnSpc>
                  <a:spcPct val="11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26661" name="Line 38">
              <a:extLst>
                <a:ext uri="{FF2B5EF4-FFF2-40B4-BE49-F238E27FC236}">
                  <a16:creationId xmlns:a16="http://schemas.microsoft.com/office/drawing/2014/main" id="{FD793B45-48AA-D51C-DD49-D4C4023ECB2B}"/>
                </a:ext>
              </a:extLst>
            </p:cNvPr>
            <p:cNvSpPr>
              <a:spLocks noChangeShapeType="1"/>
            </p:cNvSpPr>
            <p:nvPr/>
          </p:nvSpPr>
          <p:spPr bwMode="auto">
            <a:xfrm>
              <a:off x="2952750" y="4611688"/>
              <a:ext cx="990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2" name="Line 39">
              <a:extLst>
                <a:ext uri="{FF2B5EF4-FFF2-40B4-BE49-F238E27FC236}">
                  <a16:creationId xmlns:a16="http://schemas.microsoft.com/office/drawing/2014/main" id="{D770F2C2-5D10-62B1-0AA5-6CB9157433F2}"/>
                </a:ext>
              </a:extLst>
            </p:cNvPr>
            <p:cNvSpPr>
              <a:spLocks noChangeShapeType="1"/>
            </p:cNvSpPr>
            <p:nvPr/>
          </p:nvSpPr>
          <p:spPr bwMode="auto">
            <a:xfrm>
              <a:off x="2952750" y="5135563"/>
              <a:ext cx="990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3" name="Text Box 40">
              <a:extLst>
                <a:ext uri="{FF2B5EF4-FFF2-40B4-BE49-F238E27FC236}">
                  <a16:creationId xmlns:a16="http://schemas.microsoft.com/office/drawing/2014/main" id="{BA51C65A-F7E6-B2AF-675E-485224CE3746}"/>
                </a:ext>
              </a:extLst>
            </p:cNvPr>
            <p:cNvSpPr txBox="1">
              <a:spLocks noChangeArrowheads="1"/>
            </p:cNvSpPr>
            <p:nvPr/>
          </p:nvSpPr>
          <p:spPr bwMode="auto">
            <a:xfrm>
              <a:off x="2590800" y="4000500"/>
              <a:ext cx="361950" cy="163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20000"/>
                </a:lnSpc>
                <a:spcBef>
                  <a:spcPct val="0"/>
                </a:spcBef>
                <a:buFontTx/>
                <a:buNone/>
              </a:pPr>
              <a:r>
                <a:rPr kumimoji="1" lang="en-US" altLang="zh-CN" sz="2800" b="1">
                  <a:solidFill>
                    <a:srgbClr val="009900"/>
                  </a:solidFill>
                  <a:latin typeface="Times New Roman" panose="02020603050405020304" pitchFamily="18" charset="0"/>
                  <a:ea typeface="宋体" panose="02010600030101010101" pitchFamily="2" charset="-122"/>
                </a:rPr>
                <a:t>0</a:t>
              </a:r>
            </a:p>
            <a:p>
              <a:pPr eaLnBrk="1" hangingPunct="1">
                <a:lnSpc>
                  <a:spcPct val="120000"/>
                </a:lnSpc>
                <a:spcBef>
                  <a:spcPct val="0"/>
                </a:spcBef>
                <a:buFontTx/>
                <a:buNone/>
              </a:pPr>
              <a:r>
                <a:rPr kumimoji="1" lang="en-US" altLang="zh-CN" sz="2800" b="1">
                  <a:solidFill>
                    <a:srgbClr val="009900"/>
                  </a:solidFill>
                  <a:latin typeface="Times New Roman" panose="02020603050405020304" pitchFamily="18" charset="0"/>
                  <a:ea typeface="宋体" panose="02010600030101010101" pitchFamily="2" charset="-122"/>
                </a:rPr>
                <a:t>1</a:t>
              </a:r>
            </a:p>
            <a:p>
              <a:pPr eaLnBrk="1" hangingPunct="1">
                <a:lnSpc>
                  <a:spcPct val="120000"/>
                </a:lnSpc>
                <a:spcBef>
                  <a:spcPct val="0"/>
                </a:spcBef>
                <a:buFontTx/>
                <a:buNone/>
              </a:pPr>
              <a:r>
                <a:rPr kumimoji="1" lang="en-US" altLang="zh-CN" sz="2800" b="1">
                  <a:solidFill>
                    <a:srgbClr val="009900"/>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26664" name="Line 41">
              <a:extLst>
                <a:ext uri="{FF2B5EF4-FFF2-40B4-BE49-F238E27FC236}">
                  <a16:creationId xmlns:a16="http://schemas.microsoft.com/office/drawing/2014/main" id="{DFE72465-8757-98FB-DB82-B94E734C4DF8}"/>
                </a:ext>
              </a:extLst>
            </p:cNvPr>
            <p:cNvSpPr>
              <a:spLocks noChangeShapeType="1"/>
            </p:cNvSpPr>
            <p:nvPr/>
          </p:nvSpPr>
          <p:spPr bwMode="auto">
            <a:xfrm>
              <a:off x="3714750" y="4306888"/>
              <a:ext cx="762000" cy="0"/>
            </a:xfrm>
            <a:prstGeom prst="line">
              <a:avLst/>
            </a:prstGeom>
            <a:noFill/>
            <a:ln w="28575">
              <a:solidFill>
                <a:srgbClr val="CC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5" name="Line 42">
              <a:extLst>
                <a:ext uri="{FF2B5EF4-FFF2-40B4-BE49-F238E27FC236}">
                  <a16:creationId xmlns:a16="http://schemas.microsoft.com/office/drawing/2014/main" id="{881E21C6-40AC-D056-288D-0AB3AD1127BD}"/>
                </a:ext>
              </a:extLst>
            </p:cNvPr>
            <p:cNvSpPr>
              <a:spLocks noChangeShapeType="1"/>
            </p:cNvSpPr>
            <p:nvPr/>
          </p:nvSpPr>
          <p:spPr bwMode="auto">
            <a:xfrm>
              <a:off x="3714750" y="4916488"/>
              <a:ext cx="762000" cy="0"/>
            </a:xfrm>
            <a:prstGeom prst="line">
              <a:avLst/>
            </a:prstGeom>
            <a:noFill/>
            <a:ln w="28575">
              <a:solidFill>
                <a:srgbClr val="CC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6" name="Rectangle 43" descr="永恒">
              <a:extLst>
                <a:ext uri="{FF2B5EF4-FFF2-40B4-BE49-F238E27FC236}">
                  <a16:creationId xmlns:a16="http://schemas.microsoft.com/office/drawing/2014/main" id="{7AA10EF5-27B5-B06F-9A4B-CBCA33DCA5FB}"/>
                </a:ext>
              </a:extLst>
            </p:cNvPr>
            <p:cNvSpPr>
              <a:spLocks noChangeArrowheads="1"/>
            </p:cNvSpPr>
            <p:nvPr/>
          </p:nvSpPr>
          <p:spPr bwMode="auto">
            <a:xfrm>
              <a:off x="4476750" y="4078288"/>
              <a:ext cx="1219200" cy="457200"/>
            </a:xfrm>
            <a:prstGeom prst="rect">
              <a:avLst/>
            </a:prstGeom>
            <a:blipFill dpi="0" rotWithShape="0">
              <a:blip r:embed="rId3"/>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6667" name="Text Box 44">
              <a:extLst>
                <a:ext uri="{FF2B5EF4-FFF2-40B4-BE49-F238E27FC236}">
                  <a16:creationId xmlns:a16="http://schemas.microsoft.com/office/drawing/2014/main" id="{D0EE1BB7-6073-3FF5-3924-9B575A87E9A0}"/>
                </a:ext>
              </a:extLst>
            </p:cNvPr>
            <p:cNvSpPr txBox="1">
              <a:spLocks noChangeArrowheads="1"/>
            </p:cNvSpPr>
            <p:nvPr/>
          </p:nvSpPr>
          <p:spPr bwMode="auto">
            <a:xfrm>
              <a:off x="4368800" y="3559175"/>
              <a:ext cx="1479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dest link</a:t>
              </a:r>
              <a:endParaRPr kumimoji="1" lang="en-US" altLang="zh-CN" sz="2400">
                <a:latin typeface="Times New Roman" panose="02020603050405020304" pitchFamily="18" charset="0"/>
                <a:ea typeface="宋体" panose="02010600030101010101" pitchFamily="2" charset="-122"/>
              </a:endParaRPr>
            </a:p>
          </p:txBody>
        </p:sp>
        <p:sp>
          <p:nvSpPr>
            <p:cNvPr id="26668" name="Line 45">
              <a:extLst>
                <a:ext uri="{FF2B5EF4-FFF2-40B4-BE49-F238E27FC236}">
                  <a16:creationId xmlns:a16="http://schemas.microsoft.com/office/drawing/2014/main" id="{74DCF086-E307-D7C5-9B37-1F9618587473}"/>
                </a:ext>
              </a:extLst>
            </p:cNvPr>
            <p:cNvSpPr>
              <a:spLocks noChangeShapeType="1"/>
            </p:cNvSpPr>
            <p:nvPr/>
          </p:nvSpPr>
          <p:spPr bwMode="auto">
            <a:xfrm>
              <a:off x="5086350" y="407828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9" name="Rectangle 46" descr="永恒">
              <a:extLst>
                <a:ext uri="{FF2B5EF4-FFF2-40B4-BE49-F238E27FC236}">
                  <a16:creationId xmlns:a16="http://schemas.microsoft.com/office/drawing/2014/main" id="{759E3BF3-AA2A-96AE-FA56-B549AA18FF29}"/>
                </a:ext>
              </a:extLst>
            </p:cNvPr>
            <p:cNvSpPr>
              <a:spLocks noChangeArrowheads="1"/>
            </p:cNvSpPr>
            <p:nvPr/>
          </p:nvSpPr>
          <p:spPr bwMode="auto">
            <a:xfrm>
              <a:off x="4476750" y="4687888"/>
              <a:ext cx="1219200" cy="457200"/>
            </a:xfrm>
            <a:prstGeom prst="rect">
              <a:avLst/>
            </a:prstGeom>
            <a:blipFill dpi="0" rotWithShape="0">
              <a:blip r:embed="rId3"/>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6670" name="Line 47">
              <a:extLst>
                <a:ext uri="{FF2B5EF4-FFF2-40B4-BE49-F238E27FC236}">
                  <a16:creationId xmlns:a16="http://schemas.microsoft.com/office/drawing/2014/main" id="{CBB5A28D-1953-F7A1-2B1F-42751AE76EA1}"/>
                </a:ext>
              </a:extLst>
            </p:cNvPr>
            <p:cNvSpPr>
              <a:spLocks noChangeShapeType="1"/>
            </p:cNvSpPr>
            <p:nvPr/>
          </p:nvSpPr>
          <p:spPr bwMode="auto">
            <a:xfrm>
              <a:off x="5086350" y="468788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216" name="Text Box 48">
              <a:extLst>
                <a:ext uri="{FF2B5EF4-FFF2-40B4-BE49-F238E27FC236}">
                  <a16:creationId xmlns:a16="http://schemas.microsoft.com/office/drawing/2014/main" id="{25C97FB2-26E1-A12B-F23E-1D9447A83390}"/>
                </a:ext>
              </a:extLst>
            </p:cNvPr>
            <p:cNvSpPr txBox="1">
              <a:spLocks noChangeArrowheads="1"/>
            </p:cNvSpPr>
            <p:nvPr/>
          </p:nvSpPr>
          <p:spPr bwMode="auto">
            <a:xfrm>
              <a:off x="4359275" y="5867400"/>
              <a:ext cx="3422650" cy="579438"/>
            </a:xfrm>
            <a:prstGeom prst="rect">
              <a:avLst/>
            </a:prstGeom>
            <a:noFill/>
            <a:ln w="9525">
              <a:noFill/>
              <a:miter lim="800000"/>
              <a:headEnd/>
              <a:tailEnd/>
            </a:ln>
            <a:effectLst/>
          </p:spPr>
          <p:txBody>
            <a:bodyPr wrap="none">
              <a:spAutoFit/>
            </a:bodyPr>
            <a:lstStyle/>
            <a:p>
              <a:pPr>
                <a:defRPr/>
              </a:pPr>
              <a:r>
                <a:rPr lang="zh-CN" altLang="en-US" sz="3200" b="1">
                  <a:effectLst>
                    <a:outerShdw blurRad="38100" dist="38100" dir="2700000" algn="tl">
                      <a:srgbClr val="C0C0C0"/>
                    </a:outerShdw>
                  </a:effectLst>
                  <a:ea typeface="仿宋_GB2312" pitchFamily="49" charset="-122"/>
                </a:rPr>
                <a:t>逆邻接表 </a:t>
              </a:r>
              <a:r>
                <a:rPr lang="en-US" altLang="zh-CN" sz="3200" b="1">
                  <a:effectLst>
                    <a:outerShdw blurRad="38100" dist="38100" dir="2700000" algn="tl">
                      <a:srgbClr val="C0C0C0"/>
                    </a:outerShdw>
                  </a:effectLst>
                  <a:ea typeface="仿宋_GB2312" pitchFamily="49" charset="-122"/>
                </a:rPr>
                <a:t>(</a:t>
              </a:r>
              <a:r>
                <a:rPr lang="zh-CN" altLang="en-US" sz="3200" b="1">
                  <a:effectLst>
                    <a:outerShdw blurRad="38100" dist="38100" dir="2700000" algn="tl">
                      <a:srgbClr val="C0C0C0"/>
                    </a:outerShdw>
                  </a:effectLst>
                  <a:ea typeface="仿宋_GB2312" pitchFamily="49" charset="-122"/>
                </a:rPr>
                <a:t>入边表</a:t>
              </a:r>
              <a:r>
                <a:rPr lang="en-US" altLang="zh-CN" sz="3200" b="1">
                  <a:effectLst>
                    <a:outerShdw blurRad="38100" dist="38100" dir="2700000" algn="tl">
                      <a:srgbClr val="C0C0C0"/>
                    </a:outerShdw>
                  </a:effectLst>
                  <a:ea typeface="仿宋_GB2312" pitchFamily="49" charset="-122"/>
                </a:rPr>
                <a:t>)</a:t>
              </a:r>
              <a:endParaRPr lang="en-US" altLang="zh-CN"/>
            </a:p>
          </p:txBody>
        </p:sp>
        <p:sp>
          <p:nvSpPr>
            <p:cNvPr id="26672" name="Line 49">
              <a:extLst>
                <a:ext uri="{FF2B5EF4-FFF2-40B4-BE49-F238E27FC236}">
                  <a16:creationId xmlns:a16="http://schemas.microsoft.com/office/drawing/2014/main" id="{E9A055FC-F42A-31FB-96EA-C4C2CF26F909}"/>
                </a:ext>
              </a:extLst>
            </p:cNvPr>
            <p:cNvSpPr>
              <a:spLocks noChangeShapeType="1"/>
            </p:cNvSpPr>
            <p:nvPr/>
          </p:nvSpPr>
          <p:spPr bwMode="auto">
            <a:xfrm>
              <a:off x="3705225" y="5556250"/>
              <a:ext cx="762000" cy="0"/>
            </a:xfrm>
            <a:prstGeom prst="line">
              <a:avLst/>
            </a:prstGeom>
            <a:noFill/>
            <a:ln w="28575">
              <a:solidFill>
                <a:srgbClr val="CC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73" name="Rectangle 50" descr="永恒">
              <a:extLst>
                <a:ext uri="{FF2B5EF4-FFF2-40B4-BE49-F238E27FC236}">
                  <a16:creationId xmlns:a16="http://schemas.microsoft.com/office/drawing/2014/main" id="{50575C51-1338-9096-7C77-6DED8F254C12}"/>
                </a:ext>
              </a:extLst>
            </p:cNvPr>
            <p:cNvSpPr>
              <a:spLocks noChangeArrowheads="1"/>
            </p:cNvSpPr>
            <p:nvPr/>
          </p:nvSpPr>
          <p:spPr bwMode="auto">
            <a:xfrm>
              <a:off x="4467225" y="5327650"/>
              <a:ext cx="1219200" cy="457200"/>
            </a:xfrm>
            <a:prstGeom prst="rect">
              <a:avLst/>
            </a:prstGeom>
            <a:blipFill dpi="0" rotWithShape="0">
              <a:blip r:embed="rId3"/>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6674" name="Line 51">
              <a:extLst>
                <a:ext uri="{FF2B5EF4-FFF2-40B4-BE49-F238E27FC236}">
                  <a16:creationId xmlns:a16="http://schemas.microsoft.com/office/drawing/2014/main" id="{AADE0E34-0A76-F473-8F0D-F453780F9371}"/>
                </a:ext>
              </a:extLst>
            </p:cNvPr>
            <p:cNvSpPr>
              <a:spLocks noChangeShapeType="1"/>
            </p:cNvSpPr>
            <p:nvPr/>
          </p:nvSpPr>
          <p:spPr bwMode="auto">
            <a:xfrm>
              <a:off x="5076825" y="532765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75" name="Text Box 53">
              <a:extLst>
                <a:ext uri="{FF2B5EF4-FFF2-40B4-BE49-F238E27FC236}">
                  <a16:creationId xmlns:a16="http://schemas.microsoft.com/office/drawing/2014/main" id="{8FCC7C85-7AC7-DFEE-9D69-5F47C615C43A}"/>
                </a:ext>
              </a:extLst>
            </p:cNvPr>
            <p:cNvSpPr txBox="1">
              <a:spLocks noChangeArrowheads="1"/>
            </p:cNvSpPr>
            <p:nvPr/>
          </p:nvSpPr>
          <p:spPr bwMode="auto">
            <a:xfrm>
              <a:off x="4648200" y="15240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26676" name="Text Box 54">
              <a:extLst>
                <a:ext uri="{FF2B5EF4-FFF2-40B4-BE49-F238E27FC236}">
                  <a16:creationId xmlns:a16="http://schemas.microsoft.com/office/drawing/2014/main" id="{8D00AB09-F0AD-1799-CCB8-D8F5A93B5201}"/>
                </a:ext>
              </a:extLst>
            </p:cNvPr>
            <p:cNvSpPr txBox="1">
              <a:spLocks noChangeArrowheads="1"/>
            </p:cNvSpPr>
            <p:nvPr/>
          </p:nvSpPr>
          <p:spPr bwMode="auto">
            <a:xfrm>
              <a:off x="4648200" y="21637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26677" name="Text Box 55">
              <a:extLst>
                <a:ext uri="{FF2B5EF4-FFF2-40B4-BE49-F238E27FC236}">
                  <a16:creationId xmlns:a16="http://schemas.microsoft.com/office/drawing/2014/main" id="{BF754761-E650-260D-553A-5D3D06D69339}"/>
                </a:ext>
              </a:extLst>
            </p:cNvPr>
            <p:cNvSpPr txBox="1">
              <a:spLocks noChangeArrowheads="1"/>
            </p:cNvSpPr>
            <p:nvPr/>
          </p:nvSpPr>
          <p:spPr bwMode="auto">
            <a:xfrm>
              <a:off x="6318250" y="21637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26678" name="Text Box 56">
              <a:extLst>
                <a:ext uri="{FF2B5EF4-FFF2-40B4-BE49-F238E27FC236}">
                  <a16:creationId xmlns:a16="http://schemas.microsoft.com/office/drawing/2014/main" id="{EDEBF81A-C530-1FCA-F489-4D8F86D24C60}"/>
                </a:ext>
              </a:extLst>
            </p:cNvPr>
            <p:cNvSpPr txBox="1">
              <a:spLocks noChangeArrowheads="1"/>
            </p:cNvSpPr>
            <p:nvPr/>
          </p:nvSpPr>
          <p:spPr bwMode="auto">
            <a:xfrm>
              <a:off x="5181600" y="1447800"/>
              <a:ext cx="4603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600" b="1">
                  <a:solidFill>
                    <a:srgbClr val="CC33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26679" name="Text Box 57">
              <a:extLst>
                <a:ext uri="{FF2B5EF4-FFF2-40B4-BE49-F238E27FC236}">
                  <a16:creationId xmlns:a16="http://schemas.microsoft.com/office/drawing/2014/main" id="{512A5EF2-7635-C107-702F-E78B4DC301A7}"/>
                </a:ext>
              </a:extLst>
            </p:cNvPr>
            <p:cNvSpPr txBox="1">
              <a:spLocks noChangeArrowheads="1"/>
            </p:cNvSpPr>
            <p:nvPr/>
          </p:nvSpPr>
          <p:spPr bwMode="auto">
            <a:xfrm>
              <a:off x="3505200" y="2559050"/>
              <a:ext cx="4603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600" b="1">
                  <a:solidFill>
                    <a:srgbClr val="CC33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26680" name="Text Box 58">
              <a:extLst>
                <a:ext uri="{FF2B5EF4-FFF2-40B4-BE49-F238E27FC236}">
                  <a16:creationId xmlns:a16="http://schemas.microsoft.com/office/drawing/2014/main" id="{E195F6DF-16AA-6043-5106-81DD451F7607}"/>
                </a:ext>
              </a:extLst>
            </p:cNvPr>
            <p:cNvSpPr txBox="1">
              <a:spLocks noChangeArrowheads="1"/>
            </p:cNvSpPr>
            <p:nvPr/>
          </p:nvSpPr>
          <p:spPr bwMode="auto">
            <a:xfrm>
              <a:off x="5181600" y="3930650"/>
              <a:ext cx="4603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600" b="1">
                  <a:solidFill>
                    <a:srgbClr val="CC33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26681" name="Text Box 59">
              <a:extLst>
                <a:ext uri="{FF2B5EF4-FFF2-40B4-BE49-F238E27FC236}">
                  <a16:creationId xmlns:a16="http://schemas.microsoft.com/office/drawing/2014/main" id="{340FC1F8-0E93-9394-F24A-A080F446376C}"/>
                </a:ext>
              </a:extLst>
            </p:cNvPr>
            <p:cNvSpPr txBox="1">
              <a:spLocks noChangeArrowheads="1"/>
            </p:cNvSpPr>
            <p:nvPr/>
          </p:nvSpPr>
          <p:spPr bwMode="auto">
            <a:xfrm>
              <a:off x="5181600" y="4540250"/>
              <a:ext cx="4603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600" b="1">
                  <a:solidFill>
                    <a:srgbClr val="CC33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26682" name="Text Box 60">
              <a:extLst>
                <a:ext uri="{FF2B5EF4-FFF2-40B4-BE49-F238E27FC236}">
                  <a16:creationId xmlns:a16="http://schemas.microsoft.com/office/drawing/2014/main" id="{F9326E10-FA84-9F1E-28FC-AF3CAB8F3A76}"/>
                </a:ext>
              </a:extLst>
            </p:cNvPr>
            <p:cNvSpPr txBox="1">
              <a:spLocks noChangeArrowheads="1"/>
            </p:cNvSpPr>
            <p:nvPr/>
          </p:nvSpPr>
          <p:spPr bwMode="auto">
            <a:xfrm>
              <a:off x="5181600" y="5181600"/>
              <a:ext cx="4603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600" b="1">
                  <a:solidFill>
                    <a:srgbClr val="CC33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26683" name="Text Box 61">
              <a:extLst>
                <a:ext uri="{FF2B5EF4-FFF2-40B4-BE49-F238E27FC236}">
                  <a16:creationId xmlns:a16="http://schemas.microsoft.com/office/drawing/2014/main" id="{F0CF09AC-2629-6E73-CCC3-8155FB66D97C}"/>
                </a:ext>
              </a:extLst>
            </p:cNvPr>
            <p:cNvSpPr txBox="1">
              <a:spLocks noChangeArrowheads="1"/>
            </p:cNvSpPr>
            <p:nvPr/>
          </p:nvSpPr>
          <p:spPr bwMode="auto">
            <a:xfrm>
              <a:off x="4641850" y="46482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26684" name="Text Box 62">
              <a:extLst>
                <a:ext uri="{FF2B5EF4-FFF2-40B4-BE49-F238E27FC236}">
                  <a16:creationId xmlns:a16="http://schemas.microsoft.com/office/drawing/2014/main" id="{803650C3-BF01-52B8-020A-3ECD2D2766D5}"/>
                </a:ext>
              </a:extLst>
            </p:cNvPr>
            <p:cNvSpPr txBox="1">
              <a:spLocks noChangeArrowheads="1"/>
            </p:cNvSpPr>
            <p:nvPr/>
          </p:nvSpPr>
          <p:spPr bwMode="auto">
            <a:xfrm>
              <a:off x="4648200" y="39925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26685" name="Text Box 63">
              <a:extLst>
                <a:ext uri="{FF2B5EF4-FFF2-40B4-BE49-F238E27FC236}">
                  <a16:creationId xmlns:a16="http://schemas.microsoft.com/office/drawing/2014/main" id="{2B20D9CB-EF8D-94BE-477C-9D32839F4388}"/>
                </a:ext>
              </a:extLst>
            </p:cNvPr>
            <p:cNvSpPr txBox="1">
              <a:spLocks noChangeArrowheads="1"/>
            </p:cNvSpPr>
            <p:nvPr/>
          </p:nvSpPr>
          <p:spPr bwMode="auto">
            <a:xfrm>
              <a:off x="4648200" y="52578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grpSp>
      <p:sp>
        <p:nvSpPr>
          <p:cNvPr id="2" name="灯片编号占位符 1">
            <a:extLst>
              <a:ext uri="{FF2B5EF4-FFF2-40B4-BE49-F238E27FC236}">
                <a16:creationId xmlns:a16="http://schemas.microsoft.com/office/drawing/2014/main" id="{4FAC1F9D-3454-E93B-2B66-09F991BBAACC}"/>
              </a:ext>
            </a:extLst>
          </p:cNvPr>
          <p:cNvSpPr>
            <a:spLocks noGrp="1"/>
          </p:cNvSpPr>
          <p:nvPr>
            <p:ph type="sldNum" sz="quarter" idx="12"/>
          </p:nvPr>
        </p:nvSpPr>
        <p:spPr/>
        <p:txBody>
          <a:bodyPr/>
          <a:lstStyle/>
          <a:p>
            <a:pPr>
              <a:defRPr/>
            </a:pPr>
            <a:fld id="{1FE7C295-45AB-455C-823A-4AF0463E4EF2}" type="slidenum">
              <a:rPr lang="en-US" altLang="zh-CN" smtClean="0"/>
              <a:pPr>
                <a:defRPr/>
              </a:pPr>
              <a:t>19</a:t>
            </a:fld>
            <a:endParaRPr lang="en-US" altLang="zh-CN"/>
          </a:p>
        </p:txBody>
      </p:sp>
    </p:spTree>
  </p:cSld>
  <p:clrMapOvr>
    <a:masterClrMapping/>
  </p:clrMapOvr>
  <p:transition>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F3D858AA-793E-434A-B933-6BA398C9284F}"/>
              </a:ext>
            </a:extLst>
          </p:cNvPr>
          <p:cNvSpPr>
            <a:spLocks noGrp="1"/>
          </p:cNvSpPr>
          <p:nvPr>
            <p:ph type="title"/>
          </p:nvPr>
        </p:nvSpPr>
        <p:spPr/>
        <p:txBody>
          <a:bodyPr/>
          <a:lstStyle/>
          <a:p>
            <a:r>
              <a:rPr lang="zh-CN" altLang="en-US" dirty="0"/>
              <a:t>网络 </a:t>
            </a:r>
            <a:r>
              <a:rPr lang="en-US" altLang="zh-CN" dirty="0"/>
              <a:t>(</a:t>
            </a:r>
            <a:r>
              <a:rPr lang="zh-CN" altLang="en-US" dirty="0"/>
              <a:t>带权图</a:t>
            </a:r>
            <a:r>
              <a:rPr lang="en-US" altLang="zh-CN" dirty="0"/>
              <a:t>) </a:t>
            </a:r>
            <a:r>
              <a:rPr lang="zh-CN" altLang="en-US" dirty="0"/>
              <a:t>的邻接表</a:t>
            </a:r>
          </a:p>
        </p:txBody>
      </p:sp>
      <p:grpSp>
        <p:nvGrpSpPr>
          <p:cNvPr id="4" name="组合 3">
            <a:extLst>
              <a:ext uri="{FF2B5EF4-FFF2-40B4-BE49-F238E27FC236}">
                <a16:creationId xmlns:a16="http://schemas.microsoft.com/office/drawing/2014/main" id="{26760AAD-3D84-4AC1-A97B-AA9F411E8093}"/>
              </a:ext>
            </a:extLst>
          </p:cNvPr>
          <p:cNvGrpSpPr/>
          <p:nvPr/>
        </p:nvGrpSpPr>
        <p:grpSpPr>
          <a:xfrm>
            <a:off x="1066800" y="2187575"/>
            <a:ext cx="7010400" cy="3627438"/>
            <a:chOff x="533400" y="990600"/>
            <a:chExt cx="7010400" cy="3627438"/>
          </a:xfrm>
        </p:grpSpPr>
        <p:sp>
          <p:nvSpPr>
            <p:cNvPr id="27650" name="Rectangle 52" descr="白色大理石">
              <a:extLst>
                <a:ext uri="{FF2B5EF4-FFF2-40B4-BE49-F238E27FC236}">
                  <a16:creationId xmlns:a16="http://schemas.microsoft.com/office/drawing/2014/main" id="{79E066B7-568A-BB4E-3658-52EFA3BB6D45}"/>
                </a:ext>
              </a:extLst>
            </p:cNvPr>
            <p:cNvSpPr>
              <a:spLocks noChangeArrowheads="1"/>
            </p:cNvSpPr>
            <p:nvPr/>
          </p:nvSpPr>
          <p:spPr bwMode="auto">
            <a:xfrm>
              <a:off x="2819400" y="1600200"/>
              <a:ext cx="990600" cy="2133600"/>
            </a:xfrm>
            <a:prstGeom prst="rect">
              <a:avLst/>
            </a:prstGeom>
            <a:blipFill dpi="0" rotWithShape="0">
              <a:blip r:embed="rId2"/>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7651" name="Line 31">
              <a:extLst>
                <a:ext uri="{FF2B5EF4-FFF2-40B4-BE49-F238E27FC236}">
                  <a16:creationId xmlns:a16="http://schemas.microsoft.com/office/drawing/2014/main" id="{EC4B8BD1-4AC5-F003-2643-87A6475BF9A6}"/>
                </a:ext>
              </a:extLst>
            </p:cNvPr>
            <p:cNvSpPr>
              <a:spLocks noChangeShapeType="1"/>
            </p:cNvSpPr>
            <p:nvPr/>
          </p:nvSpPr>
          <p:spPr bwMode="auto">
            <a:xfrm>
              <a:off x="2057400" y="1752600"/>
              <a:ext cx="0" cy="838200"/>
            </a:xfrm>
            <a:prstGeom prst="line">
              <a:avLst/>
            </a:prstGeom>
            <a:noFill/>
            <a:ln w="31750">
              <a:solidFill>
                <a:schemeClr val="accent2"/>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52" name="Line 32">
              <a:extLst>
                <a:ext uri="{FF2B5EF4-FFF2-40B4-BE49-F238E27FC236}">
                  <a16:creationId xmlns:a16="http://schemas.microsoft.com/office/drawing/2014/main" id="{7619B84E-7CAD-A47B-FCC0-A1285436CB5E}"/>
                </a:ext>
              </a:extLst>
            </p:cNvPr>
            <p:cNvSpPr>
              <a:spLocks noChangeShapeType="1"/>
            </p:cNvSpPr>
            <p:nvPr/>
          </p:nvSpPr>
          <p:spPr bwMode="auto">
            <a:xfrm flipV="1">
              <a:off x="1066800" y="1676400"/>
              <a:ext cx="838200" cy="990600"/>
            </a:xfrm>
            <a:prstGeom prst="line">
              <a:avLst/>
            </a:prstGeom>
            <a:noFill/>
            <a:ln w="28575">
              <a:solidFill>
                <a:schemeClr val="accent2"/>
              </a:solidFill>
              <a:round/>
              <a:headEnd type="triangle" w="sm"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53" name="Line 30">
              <a:extLst>
                <a:ext uri="{FF2B5EF4-FFF2-40B4-BE49-F238E27FC236}">
                  <a16:creationId xmlns:a16="http://schemas.microsoft.com/office/drawing/2014/main" id="{D1EC621B-E51E-80F5-6D48-3FE3E6F599CC}"/>
                </a:ext>
              </a:extLst>
            </p:cNvPr>
            <p:cNvSpPr>
              <a:spLocks noChangeShapeType="1"/>
            </p:cNvSpPr>
            <p:nvPr/>
          </p:nvSpPr>
          <p:spPr bwMode="auto">
            <a:xfrm>
              <a:off x="914400" y="1752600"/>
              <a:ext cx="0" cy="838200"/>
            </a:xfrm>
            <a:prstGeom prst="line">
              <a:avLst/>
            </a:prstGeom>
            <a:noFill/>
            <a:ln w="31750">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55" name="Oval 24" descr="再生纸">
              <a:extLst>
                <a:ext uri="{FF2B5EF4-FFF2-40B4-BE49-F238E27FC236}">
                  <a16:creationId xmlns:a16="http://schemas.microsoft.com/office/drawing/2014/main" id="{0DEFFC03-56F4-3863-7A2C-32E760FA0037}"/>
                </a:ext>
              </a:extLst>
            </p:cNvPr>
            <p:cNvSpPr>
              <a:spLocks noChangeArrowheads="1"/>
            </p:cNvSpPr>
            <p:nvPr/>
          </p:nvSpPr>
          <p:spPr bwMode="auto">
            <a:xfrm>
              <a:off x="685800" y="2514600"/>
              <a:ext cx="457200" cy="457200"/>
            </a:xfrm>
            <a:prstGeom prst="ellipse">
              <a:avLst/>
            </a:prstGeom>
            <a:blipFill dpi="0" rotWithShape="0">
              <a:blip r:embed="rId3"/>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2800" b="1">
                  <a:solidFill>
                    <a:schemeClr val="accent2"/>
                  </a:solidFill>
                </a:rPr>
                <a:t>B</a:t>
              </a:r>
              <a:endParaRPr lang="en-US" altLang="zh-CN">
                <a:solidFill>
                  <a:schemeClr val="tx2"/>
                </a:solidFill>
              </a:endParaRPr>
            </a:p>
          </p:txBody>
        </p:sp>
        <p:sp>
          <p:nvSpPr>
            <p:cNvPr id="27656" name="Oval 25" descr="再生纸">
              <a:extLst>
                <a:ext uri="{FF2B5EF4-FFF2-40B4-BE49-F238E27FC236}">
                  <a16:creationId xmlns:a16="http://schemas.microsoft.com/office/drawing/2014/main" id="{1C119C9B-19F4-4766-91C4-FE678A117005}"/>
                </a:ext>
              </a:extLst>
            </p:cNvPr>
            <p:cNvSpPr>
              <a:spLocks noChangeArrowheads="1"/>
            </p:cNvSpPr>
            <p:nvPr/>
          </p:nvSpPr>
          <p:spPr bwMode="auto">
            <a:xfrm>
              <a:off x="685800" y="1295400"/>
              <a:ext cx="457200" cy="457200"/>
            </a:xfrm>
            <a:prstGeom prst="ellipse">
              <a:avLst/>
            </a:prstGeom>
            <a:blipFill dpi="0" rotWithShape="0">
              <a:blip r:embed="rId3"/>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2800" b="1">
                  <a:solidFill>
                    <a:schemeClr val="accent2"/>
                  </a:solidFill>
                </a:rPr>
                <a:t>A</a:t>
              </a:r>
              <a:endParaRPr lang="en-US" altLang="zh-CN">
                <a:solidFill>
                  <a:schemeClr val="tx2"/>
                </a:solidFill>
              </a:endParaRPr>
            </a:p>
          </p:txBody>
        </p:sp>
        <p:sp>
          <p:nvSpPr>
            <p:cNvPr id="27657" name="Oval 26" descr="再生纸">
              <a:extLst>
                <a:ext uri="{FF2B5EF4-FFF2-40B4-BE49-F238E27FC236}">
                  <a16:creationId xmlns:a16="http://schemas.microsoft.com/office/drawing/2014/main" id="{EB8ED541-08E0-DBFA-220C-13559AA25F93}"/>
                </a:ext>
              </a:extLst>
            </p:cNvPr>
            <p:cNvSpPr>
              <a:spLocks noChangeArrowheads="1"/>
            </p:cNvSpPr>
            <p:nvPr/>
          </p:nvSpPr>
          <p:spPr bwMode="auto">
            <a:xfrm>
              <a:off x="1828800" y="2514600"/>
              <a:ext cx="457200" cy="457200"/>
            </a:xfrm>
            <a:prstGeom prst="ellipse">
              <a:avLst/>
            </a:prstGeom>
            <a:blipFill dpi="0" rotWithShape="0">
              <a:blip r:embed="rId3"/>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2800" b="1">
                  <a:solidFill>
                    <a:schemeClr val="accent2"/>
                  </a:solidFill>
                </a:rPr>
                <a:t>C</a:t>
              </a:r>
              <a:endParaRPr lang="en-US" altLang="zh-CN">
                <a:solidFill>
                  <a:schemeClr val="tx2"/>
                </a:solidFill>
              </a:endParaRPr>
            </a:p>
          </p:txBody>
        </p:sp>
        <p:sp>
          <p:nvSpPr>
            <p:cNvPr id="27658" name="Oval 27" descr="再生纸">
              <a:extLst>
                <a:ext uri="{FF2B5EF4-FFF2-40B4-BE49-F238E27FC236}">
                  <a16:creationId xmlns:a16="http://schemas.microsoft.com/office/drawing/2014/main" id="{5AF91BAB-0854-590C-729B-98E78D2F3FA0}"/>
                </a:ext>
              </a:extLst>
            </p:cNvPr>
            <p:cNvSpPr>
              <a:spLocks noChangeArrowheads="1"/>
            </p:cNvSpPr>
            <p:nvPr/>
          </p:nvSpPr>
          <p:spPr bwMode="auto">
            <a:xfrm>
              <a:off x="1828800" y="1295400"/>
              <a:ext cx="457200" cy="457200"/>
            </a:xfrm>
            <a:prstGeom prst="ellipse">
              <a:avLst/>
            </a:prstGeom>
            <a:blipFill dpi="0" rotWithShape="0">
              <a:blip r:embed="rId3"/>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2800" b="1">
                  <a:solidFill>
                    <a:schemeClr val="accent2"/>
                  </a:solidFill>
                </a:rPr>
                <a:t>D</a:t>
              </a:r>
              <a:endParaRPr lang="en-US" altLang="zh-CN">
                <a:solidFill>
                  <a:schemeClr val="tx2"/>
                </a:solidFill>
              </a:endParaRPr>
            </a:p>
          </p:txBody>
        </p:sp>
        <p:sp>
          <p:nvSpPr>
            <p:cNvPr id="27659" name="Line 28">
              <a:extLst>
                <a:ext uri="{FF2B5EF4-FFF2-40B4-BE49-F238E27FC236}">
                  <a16:creationId xmlns:a16="http://schemas.microsoft.com/office/drawing/2014/main" id="{2058922B-FC2E-0620-37DC-759F323A4034}"/>
                </a:ext>
              </a:extLst>
            </p:cNvPr>
            <p:cNvSpPr>
              <a:spLocks noChangeShapeType="1"/>
            </p:cNvSpPr>
            <p:nvPr/>
          </p:nvSpPr>
          <p:spPr bwMode="auto">
            <a:xfrm>
              <a:off x="1143000" y="1524000"/>
              <a:ext cx="685800" cy="0"/>
            </a:xfrm>
            <a:prstGeom prst="line">
              <a:avLst/>
            </a:prstGeom>
            <a:noFill/>
            <a:ln w="31750">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60" name="Line 29">
              <a:extLst>
                <a:ext uri="{FF2B5EF4-FFF2-40B4-BE49-F238E27FC236}">
                  <a16:creationId xmlns:a16="http://schemas.microsoft.com/office/drawing/2014/main" id="{8BD48B40-D781-EEC5-228C-776B4C212B09}"/>
                </a:ext>
              </a:extLst>
            </p:cNvPr>
            <p:cNvSpPr>
              <a:spLocks noChangeShapeType="1"/>
            </p:cNvSpPr>
            <p:nvPr/>
          </p:nvSpPr>
          <p:spPr bwMode="auto">
            <a:xfrm>
              <a:off x="1143000" y="2743200"/>
              <a:ext cx="685800" cy="0"/>
            </a:xfrm>
            <a:prstGeom prst="line">
              <a:avLst/>
            </a:prstGeom>
            <a:noFill/>
            <a:ln w="31750">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61" name="Text Box 33">
              <a:extLst>
                <a:ext uri="{FF2B5EF4-FFF2-40B4-BE49-F238E27FC236}">
                  <a16:creationId xmlns:a16="http://schemas.microsoft.com/office/drawing/2014/main" id="{7598DB47-D37F-C8B6-4A0B-39D2C24621E3}"/>
                </a:ext>
              </a:extLst>
            </p:cNvPr>
            <p:cNvSpPr txBox="1">
              <a:spLocks noChangeArrowheads="1"/>
            </p:cNvSpPr>
            <p:nvPr/>
          </p:nvSpPr>
          <p:spPr bwMode="auto">
            <a:xfrm>
              <a:off x="1295400" y="9906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6</a:t>
              </a:r>
              <a:endParaRPr kumimoji="1" lang="en-US" altLang="zh-CN" sz="2400">
                <a:latin typeface="Times New Roman" panose="02020603050405020304" pitchFamily="18" charset="0"/>
                <a:ea typeface="宋体" panose="02010600030101010101" pitchFamily="2" charset="-122"/>
              </a:endParaRPr>
            </a:p>
          </p:txBody>
        </p:sp>
        <p:sp>
          <p:nvSpPr>
            <p:cNvPr id="27662" name="Text Box 34">
              <a:extLst>
                <a:ext uri="{FF2B5EF4-FFF2-40B4-BE49-F238E27FC236}">
                  <a16:creationId xmlns:a16="http://schemas.microsoft.com/office/drawing/2014/main" id="{25823B47-BEF4-378A-724B-8D48F724C0B4}"/>
                </a:ext>
              </a:extLst>
            </p:cNvPr>
            <p:cNvSpPr txBox="1">
              <a:spLocks noChangeArrowheads="1"/>
            </p:cNvSpPr>
            <p:nvPr/>
          </p:nvSpPr>
          <p:spPr bwMode="auto">
            <a:xfrm>
              <a:off x="1295400" y="16144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9</a:t>
              </a:r>
              <a:endParaRPr kumimoji="1" lang="en-US" altLang="zh-CN" sz="2400">
                <a:latin typeface="Times New Roman" panose="02020603050405020304" pitchFamily="18" charset="0"/>
                <a:ea typeface="宋体" panose="02010600030101010101" pitchFamily="2" charset="-122"/>
              </a:endParaRPr>
            </a:p>
          </p:txBody>
        </p:sp>
        <p:sp>
          <p:nvSpPr>
            <p:cNvPr id="27663" name="Text Box 35">
              <a:extLst>
                <a:ext uri="{FF2B5EF4-FFF2-40B4-BE49-F238E27FC236}">
                  <a16:creationId xmlns:a16="http://schemas.microsoft.com/office/drawing/2014/main" id="{FB93C6C7-47A2-2BAA-DB5E-67B7C1AA7839}"/>
                </a:ext>
              </a:extLst>
            </p:cNvPr>
            <p:cNvSpPr txBox="1">
              <a:spLocks noChangeArrowheads="1"/>
            </p:cNvSpPr>
            <p:nvPr/>
          </p:nvSpPr>
          <p:spPr bwMode="auto">
            <a:xfrm>
              <a:off x="533400" y="18430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27664" name="Text Box 36">
              <a:extLst>
                <a:ext uri="{FF2B5EF4-FFF2-40B4-BE49-F238E27FC236}">
                  <a16:creationId xmlns:a16="http://schemas.microsoft.com/office/drawing/2014/main" id="{8FADA115-7DCE-C84B-C773-70C932DB2F9B}"/>
                </a:ext>
              </a:extLst>
            </p:cNvPr>
            <p:cNvSpPr txBox="1">
              <a:spLocks noChangeArrowheads="1"/>
            </p:cNvSpPr>
            <p:nvPr/>
          </p:nvSpPr>
          <p:spPr bwMode="auto">
            <a:xfrm>
              <a:off x="2076450" y="18430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27665" name="Text Box 37">
              <a:extLst>
                <a:ext uri="{FF2B5EF4-FFF2-40B4-BE49-F238E27FC236}">
                  <a16:creationId xmlns:a16="http://schemas.microsoft.com/office/drawing/2014/main" id="{C6EACCDC-1FFE-B473-75F2-A55C9BE9D5C8}"/>
                </a:ext>
              </a:extLst>
            </p:cNvPr>
            <p:cNvSpPr txBox="1">
              <a:spLocks noChangeArrowheads="1"/>
            </p:cNvSpPr>
            <p:nvPr/>
          </p:nvSpPr>
          <p:spPr bwMode="auto">
            <a:xfrm>
              <a:off x="1371600" y="27432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8</a:t>
              </a:r>
              <a:endParaRPr kumimoji="1" lang="en-US" altLang="zh-CN" sz="2400">
                <a:latin typeface="Times New Roman" panose="02020603050405020304" pitchFamily="18" charset="0"/>
                <a:ea typeface="宋体" panose="02010600030101010101" pitchFamily="2" charset="-122"/>
              </a:endParaRPr>
            </a:p>
          </p:txBody>
        </p:sp>
        <p:sp>
          <p:nvSpPr>
            <p:cNvPr id="27666" name="Text Box 38">
              <a:extLst>
                <a:ext uri="{FF2B5EF4-FFF2-40B4-BE49-F238E27FC236}">
                  <a16:creationId xmlns:a16="http://schemas.microsoft.com/office/drawing/2014/main" id="{54FED0D0-4472-A533-25E7-2BF59518BC09}"/>
                </a:ext>
              </a:extLst>
            </p:cNvPr>
            <p:cNvSpPr txBox="1">
              <a:spLocks noChangeArrowheads="1"/>
            </p:cNvSpPr>
            <p:nvPr/>
          </p:nvSpPr>
          <p:spPr bwMode="auto">
            <a:xfrm>
              <a:off x="2574925" y="1066800"/>
              <a:ext cx="1441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data adj</a:t>
              </a:r>
              <a:endParaRPr kumimoji="1" lang="en-US" altLang="zh-CN" sz="2400">
                <a:latin typeface="Times New Roman" panose="02020603050405020304" pitchFamily="18" charset="0"/>
                <a:ea typeface="宋体" panose="02010600030101010101" pitchFamily="2" charset="-122"/>
              </a:endParaRPr>
            </a:p>
          </p:txBody>
        </p:sp>
        <p:sp>
          <p:nvSpPr>
            <p:cNvPr id="27667" name="Line 39">
              <a:extLst>
                <a:ext uri="{FF2B5EF4-FFF2-40B4-BE49-F238E27FC236}">
                  <a16:creationId xmlns:a16="http://schemas.microsoft.com/office/drawing/2014/main" id="{6B7E3307-165C-D3D8-4E52-0F34F6DE973A}"/>
                </a:ext>
              </a:extLst>
            </p:cNvPr>
            <p:cNvSpPr>
              <a:spLocks noChangeShapeType="1"/>
            </p:cNvSpPr>
            <p:nvPr/>
          </p:nvSpPr>
          <p:spPr bwMode="auto">
            <a:xfrm>
              <a:off x="3352800" y="1609725"/>
              <a:ext cx="0" cy="21240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68" name="Text Box 40">
              <a:extLst>
                <a:ext uri="{FF2B5EF4-FFF2-40B4-BE49-F238E27FC236}">
                  <a16:creationId xmlns:a16="http://schemas.microsoft.com/office/drawing/2014/main" id="{E1AB41C5-26E0-6063-6D09-D6A25BF4134B}"/>
                </a:ext>
              </a:extLst>
            </p:cNvPr>
            <p:cNvSpPr txBox="1">
              <a:spLocks noChangeArrowheads="1"/>
            </p:cNvSpPr>
            <p:nvPr/>
          </p:nvSpPr>
          <p:spPr bwMode="auto">
            <a:xfrm>
              <a:off x="2874963" y="1509713"/>
              <a:ext cx="477837" cy="223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A</a:t>
              </a:r>
            </a:p>
            <a:p>
              <a:pPr eaLnBrk="1" hangingPunct="1">
                <a:lnSpc>
                  <a:spcPct val="11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B</a:t>
              </a:r>
            </a:p>
            <a:p>
              <a:pPr eaLnBrk="1" hangingPunct="1">
                <a:lnSpc>
                  <a:spcPct val="11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C</a:t>
              </a:r>
            </a:p>
            <a:p>
              <a:pPr eaLnBrk="1" hangingPunct="1">
                <a:lnSpc>
                  <a:spcPct val="11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27669" name="Line 41">
              <a:extLst>
                <a:ext uri="{FF2B5EF4-FFF2-40B4-BE49-F238E27FC236}">
                  <a16:creationId xmlns:a16="http://schemas.microsoft.com/office/drawing/2014/main" id="{2B02757C-EED4-35EE-7702-D6377B6834A7}"/>
                </a:ext>
              </a:extLst>
            </p:cNvPr>
            <p:cNvSpPr>
              <a:spLocks noChangeShapeType="1"/>
            </p:cNvSpPr>
            <p:nvPr/>
          </p:nvSpPr>
          <p:spPr bwMode="auto">
            <a:xfrm>
              <a:off x="2819400" y="2133600"/>
              <a:ext cx="990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70" name="Line 42">
              <a:extLst>
                <a:ext uri="{FF2B5EF4-FFF2-40B4-BE49-F238E27FC236}">
                  <a16:creationId xmlns:a16="http://schemas.microsoft.com/office/drawing/2014/main" id="{F3A4075D-F87A-93F0-BA6F-5813A9B77440}"/>
                </a:ext>
              </a:extLst>
            </p:cNvPr>
            <p:cNvSpPr>
              <a:spLocks noChangeShapeType="1"/>
            </p:cNvSpPr>
            <p:nvPr/>
          </p:nvSpPr>
          <p:spPr bwMode="auto">
            <a:xfrm>
              <a:off x="2819400" y="2667000"/>
              <a:ext cx="990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71" name="Text Box 43">
              <a:extLst>
                <a:ext uri="{FF2B5EF4-FFF2-40B4-BE49-F238E27FC236}">
                  <a16:creationId xmlns:a16="http://schemas.microsoft.com/office/drawing/2014/main" id="{429187C3-8662-59D2-A9EE-C41EC10BB3C5}"/>
                </a:ext>
              </a:extLst>
            </p:cNvPr>
            <p:cNvSpPr txBox="1">
              <a:spLocks noChangeArrowheads="1"/>
            </p:cNvSpPr>
            <p:nvPr/>
          </p:nvSpPr>
          <p:spPr bwMode="auto">
            <a:xfrm>
              <a:off x="2457450" y="1531938"/>
              <a:ext cx="361950"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20000"/>
                </a:lnSpc>
                <a:spcBef>
                  <a:spcPct val="0"/>
                </a:spcBef>
                <a:buFontTx/>
                <a:buNone/>
              </a:pPr>
              <a:r>
                <a:rPr kumimoji="1" lang="en-US" altLang="zh-CN" sz="2800" b="1">
                  <a:solidFill>
                    <a:srgbClr val="009900"/>
                  </a:solidFill>
                  <a:latin typeface="Times New Roman" panose="02020603050405020304" pitchFamily="18" charset="0"/>
                  <a:ea typeface="宋体" panose="02010600030101010101" pitchFamily="2" charset="-122"/>
                </a:rPr>
                <a:t>0</a:t>
              </a:r>
            </a:p>
            <a:p>
              <a:pPr eaLnBrk="1" hangingPunct="1">
                <a:lnSpc>
                  <a:spcPct val="120000"/>
                </a:lnSpc>
                <a:spcBef>
                  <a:spcPct val="0"/>
                </a:spcBef>
                <a:buFontTx/>
                <a:buNone/>
              </a:pPr>
              <a:r>
                <a:rPr kumimoji="1" lang="en-US" altLang="zh-CN" sz="2800" b="1">
                  <a:solidFill>
                    <a:srgbClr val="009900"/>
                  </a:solidFill>
                  <a:latin typeface="Times New Roman" panose="02020603050405020304" pitchFamily="18" charset="0"/>
                  <a:ea typeface="宋体" panose="02010600030101010101" pitchFamily="2" charset="-122"/>
                </a:rPr>
                <a:t>1</a:t>
              </a:r>
            </a:p>
            <a:p>
              <a:pPr eaLnBrk="1" hangingPunct="1">
                <a:lnSpc>
                  <a:spcPct val="120000"/>
                </a:lnSpc>
                <a:spcBef>
                  <a:spcPct val="0"/>
                </a:spcBef>
                <a:buFontTx/>
                <a:buNone/>
              </a:pPr>
              <a:r>
                <a:rPr kumimoji="1" lang="en-US" altLang="zh-CN" sz="2800" b="1">
                  <a:solidFill>
                    <a:srgbClr val="009900"/>
                  </a:solidFill>
                  <a:latin typeface="Times New Roman" panose="02020603050405020304" pitchFamily="18" charset="0"/>
                  <a:ea typeface="宋体" panose="02010600030101010101" pitchFamily="2" charset="-122"/>
                </a:rPr>
                <a:t>2</a:t>
              </a:r>
            </a:p>
            <a:p>
              <a:pPr eaLnBrk="1" hangingPunct="1">
                <a:lnSpc>
                  <a:spcPct val="120000"/>
                </a:lnSpc>
                <a:spcBef>
                  <a:spcPct val="0"/>
                </a:spcBef>
                <a:buFontTx/>
                <a:buNone/>
              </a:pPr>
              <a:r>
                <a:rPr kumimoji="1" lang="en-US" altLang="zh-CN" sz="2800" b="1">
                  <a:solidFill>
                    <a:srgbClr val="009900"/>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27672" name="Line 44">
              <a:extLst>
                <a:ext uri="{FF2B5EF4-FFF2-40B4-BE49-F238E27FC236}">
                  <a16:creationId xmlns:a16="http://schemas.microsoft.com/office/drawing/2014/main" id="{24B63CD7-27A6-CA7E-2714-21EB01CEBD28}"/>
                </a:ext>
              </a:extLst>
            </p:cNvPr>
            <p:cNvSpPr>
              <a:spLocks noChangeShapeType="1"/>
            </p:cNvSpPr>
            <p:nvPr/>
          </p:nvSpPr>
          <p:spPr bwMode="auto">
            <a:xfrm>
              <a:off x="3581400" y="1838325"/>
              <a:ext cx="762000" cy="0"/>
            </a:xfrm>
            <a:prstGeom prst="line">
              <a:avLst/>
            </a:prstGeom>
            <a:noFill/>
            <a:ln w="28575">
              <a:solidFill>
                <a:srgbClr val="CC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73" name="Line 45">
              <a:extLst>
                <a:ext uri="{FF2B5EF4-FFF2-40B4-BE49-F238E27FC236}">
                  <a16:creationId xmlns:a16="http://schemas.microsoft.com/office/drawing/2014/main" id="{66A792C1-DD37-A807-668E-59C60BAAA2D3}"/>
                </a:ext>
              </a:extLst>
            </p:cNvPr>
            <p:cNvSpPr>
              <a:spLocks noChangeShapeType="1"/>
            </p:cNvSpPr>
            <p:nvPr/>
          </p:nvSpPr>
          <p:spPr bwMode="auto">
            <a:xfrm>
              <a:off x="3581400" y="2447925"/>
              <a:ext cx="762000" cy="0"/>
            </a:xfrm>
            <a:prstGeom prst="line">
              <a:avLst/>
            </a:prstGeom>
            <a:noFill/>
            <a:ln w="28575">
              <a:solidFill>
                <a:srgbClr val="CC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74" name="Rectangle 46" descr="永恒">
              <a:extLst>
                <a:ext uri="{FF2B5EF4-FFF2-40B4-BE49-F238E27FC236}">
                  <a16:creationId xmlns:a16="http://schemas.microsoft.com/office/drawing/2014/main" id="{D6CE144E-28B4-646F-59C8-CD14EE07B586}"/>
                </a:ext>
              </a:extLst>
            </p:cNvPr>
            <p:cNvSpPr>
              <a:spLocks noChangeArrowheads="1"/>
            </p:cNvSpPr>
            <p:nvPr/>
          </p:nvSpPr>
          <p:spPr bwMode="auto">
            <a:xfrm>
              <a:off x="4343400" y="1609725"/>
              <a:ext cx="1371600" cy="457200"/>
            </a:xfrm>
            <a:prstGeom prst="rect">
              <a:avLst/>
            </a:prstGeom>
            <a:blipFill dpi="0" rotWithShape="0">
              <a:blip r:embed="rId4"/>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7675" name="Text Box 47">
              <a:extLst>
                <a:ext uri="{FF2B5EF4-FFF2-40B4-BE49-F238E27FC236}">
                  <a16:creationId xmlns:a16="http://schemas.microsoft.com/office/drawing/2014/main" id="{C858045C-CEBB-B2DE-CEDC-245FF818494A}"/>
                </a:ext>
              </a:extLst>
            </p:cNvPr>
            <p:cNvSpPr txBox="1">
              <a:spLocks noChangeArrowheads="1"/>
            </p:cNvSpPr>
            <p:nvPr/>
          </p:nvSpPr>
          <p:spPr bwMode="auto">
            <a:xfrm>
              <a:off x="4011613" y="1066800"/>
              <a:ext cx="21605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dest cost link</a:t>
              </a:r>
              <a:endParaRPr kumimoji="1" lang="en-US" altLang="zh-CN" sz="2400">
                <a:latin typeface="Times New Roman" panose="02020603050405020304" pitchFamily="18" charset="0"/>
                <a:ea typeface="宋体" panose="02010600030101010101" pitchFamily="2" charset="-122"/>
              </a:endParaRPr>
            </a:p>
          </p:txBody>
        </p:sp>
        <p:sp>
          <p:nvSpPr>
            <p:cNvPr id="27676" name="Line 48">
              <a:extLst>
                <a:ext uri="{FF2B5EF4-FFF2-40B4-BE49-F238E27FC236}">
                  <a16:creationId xmlns:a16="http://schemas.microsoft.com/office/drawing/2014/main" id="{2D5E8CAA-F08A-C7FB-1ACC-C7C3456B4837}"/>
                </a:ext>
              </a:extLst>
            </p:cNvPr>
            <p:cNvSpPr>
              <a:spLocks noChangeShapeType="1"/>
            </p:cNvSpPr>
            <p:nvPr/>
          </p:nvSpPr>
          <p:spPr bwMode="auto">
            <a:xfrm>
              <a:off x="4800600" y="1609725"/>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77" name="Rectangle 49" descr="永恒">
              <a:extLst>
                <a:ext uri="{FF2B5EF4-FFF2-40B4-BE49-F238E27FC236}">
                  <a16:creationId xmlns:a16="http://schemas.microsoft.com/office/drawing/2014/main" id="{8E8A2DF2-F620-EA35-D673-B68741CEB84A}"/>
                </a:ext>
              </a:extLst>
            </p:cNvPr>
            <p:cNvSpPr>
              <a:spLocks noChangeArrowheads="1"/>
            </p:cNvSpPr>
            <p:nvPr/>
          </p:nvSpPr>
          <p:spPr bwMode="auto">
            <a:xfrm>
              <a:off x="4343400" y="2209800"/>
              <a:ext cx="1371600" cy="457200"/>
            </a:xfrm>
            <a:prstGeom prst="rect">
              <a:avLst/>
            </a:prstGeom>
            <a:blipFill dpi="0" rotWithShape="0">
              <a:blip r:embed="rId4"/>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7678" name="Line 50">
              <a:extLst>
                <a:ext uri="{FF2B5EF4-FFF2-40B4-BE49-F238E27FC236}">
                  <a16:creationId xmlns:a16="http://schemas.microsoft.com/office/drawing/2014/main" id="{D2CF4927-ED6D-E38D-40EB-D59D4AB5980F}"/>
                </a:ext>
              </a:extLst>
            </p:cNvPr>
            <p:cNvSpPr>
              <a:spLocks noChangeShapeType="1"/>
            </p:cNvSpPr>
            <p:nvPr/>
          </p:nvSpPr>
          <p:spPr bwMode="auto">
            <a:xfrm>
              <a:off x="4800600" y="2219325"/>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79" name="Text Box 51">
              <a:extLst>
                <a:ext uri="{FF2B5EF4-FFF2-40B4-BE49-F238E27FC236}">
                  <a16:creationId xmlns:a16="http://schemas.microsoft.com/office/drawing/2014/main" id="{F0930227-A8C6-5EBE-FE4A-EB439D82DD57}"/>
                </a:ext>
              </a:extLst>
            </p:cNvPr>
            <p:cNvSpPr txBox="1">
              <a:spLocks noChangeArrowheads="1"/>
            </p:cNvSpPr>
            <p:nvPr/>
          </p:nvSpPr>
          <p:spPr bwMode="auto">
            <a:xfrm>
              <a:off x="5257800" y="2057400"/>
              <a:ext cx="4603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600" b="1">
                  <a:solidFill>
                    <a:srgbClr val="CC33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27680" name="Line 53">
              <a:extLst>
                <a:ext uri="{FF2B5EF4-FFF2-40B4-BE49-F238E27FC236}">
                  <a16:creationId xmlns:a16="http://schemas.microsoft.com/office/drawing/2014/main" id="{FCB0E274-F2C5-F98C-B4CA-1F03CD48A7AF}"/>
                </a:ext>
              </a:extLst>
            </p:cNvPr>
            <p:cNvSpPr>
              <a:spLocks noChangeShapeType="1"/>
            </p:cNvSpPr>
            <p:nvPr/>
          </p:nvSpPr>
          <p:spPr bwMode="auto">
            <a:xfrm>
              <a:off x="2819400" y="3200400"/>
              <a:ext cx="990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1" name="Line 54">
              <a:extLst>
                <a:ext uri="{FF2B5EF4-FFF2-40B4-BE49-F238E27FC236}">
                  <a16:creationId xmlns:a16="http://schemas.microsoft.com/office/drawing/2014/main" id="{CC0E1220-84ED-B4D2-74B8-578BE79D1749}"/>
                </a:ext>
              </a:extLst>
            </p:cNvPr>
            <p:cNvSpPr>
              <a:spLocks noChangeShapeType="1"/>
            </p:cNvSpPr>
            <p:nvPr/>
          </p:nvSpPr>
          <p:spPr bwMode="auto">
            <a:xfrm>
              <a:off x="5257800" y="16002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2" name="Line 56">
              <a:extLst>
                <a:ext uri="{FF2B5EF4-FFF2-40B4-BE49-F238E27FC236}">
                  <a16:creationId xmlns:a16="http://schemas.microsoft.com/office/drawing/2014/main" id="{69631F6B-46E2-CF46-84C7-EFE6C0380AF5}"/>
                </a:ext>
              </a:extLst>
            </p:cNvPr>
            <p:cNvSpPr>
              <a:spLocks noChangeShapeType="1"/>
            </p:cNvSpPr>
            <p:nvPr/>
          </p:nvSpPr>
          <p:spPr bwMode="auto">
            <a:xfrm>
              <a:off x="5257800" y="22098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3" name="Rectangle 57" descr="永恒">
              <a:extLst>
                <a:ext uri="{FF2B5EF4-FFF2-40B4-BE49-F238E27FC236}">
                  <a16:creationId xmlns:a16="http://schemas.microsoft.com/office/drawing/2014/main" id="{3B87D1F2-A355-9A96-24F4-F2AFA21A7714}"/>
                </a:ext>
              </a:extLst>
            </p:cNvPr>
            <p:cNvSpPr>
              <a:spLocks noChangeArrowheads="1"/>
            </p:cNvSpPr>
            <p:nvPr/>
          </p:nvSpPr>
          <p:spPr bwMode="auto">
            <a:xfrm>
              <a:off x="6172200" y="1609725"/>
              <a:ext cx="1371600" cy="457200"/>
            </a:xfrm>
            <a:prstGeom prst="rect">
              <a:avLst/>
            </a:prstGeom>
            <a:blipFill dpi="0" rotWithShape="0">
              <a:blip r:embed="rId4"/>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7684" name="Line 58">
              <a:extLst>
                <a:ext uri="{FF2B5EF4-FFF2-40B4-BE49-F238E27FC236}">
                  <a16:creationId xmlns:a16="http://schemas.microsoft.com/office/drawing/2014/main" id="{C0AC1023-DC15-0878-A78C-235F05F58AC7}"/>
                </a:ext>
              </a:extLst>
            </p:cNvPr>
            <p:cNvSpPr>
              <a:spLocks noChangeShapeType="1"/>
            </p:cNvSpPr>
            <p:nvPr/>
          </p:nvSpPr>
          <p:spPr bwMode="auto">
            <a:xfrm>
              <a:off x="6629400" y="1609725"/>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5" name="Line 59">
              <a:extLst>
                <a:ext uri="{FF2B5EF4-FFF2-40B4-BE49-F238E27FC236}">
                  <a16:creationId xmlns:a16="http://schemas.microsoft.com/office/drawing/2014/main" id="{E0E244AB-104A-3E61-FB8C-CB0F2521B26E}"/>
                </a:ext>
              </a:extLst>
            </p:cNvPr>
            <p:cNvSpPr>
              <a:spLocks noChangeShapeType="1"/>
            </p:cNvSpPr>
            <p:nvPr/>
          </p:nvSpPr>
          <p:spPr bwMode="auto">
            <a:xfrm>
              <a:off x="7086600" y="16002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6" name="Rectangle 60" descr="永恒">
              <a:extLst>
                <a:ext uri="{FF2B5EF4-FFF2-40B4-BE49-F238E27FC236}">
                  <a16:creationId xmlns:a16="http://schemas.microsoft.com/office/drawing/2014/main" id="{59513628-BC5A-DB8C-7D1A-0BD9809396B8}"/>
                </a:ext>
              </a:extLst>
            </p:cNvPr>
            <p:cNvSpPr>
              <a:spLocks noChangeArrowheads="1"/>
            </p:cNvSpPr>
            <p:nvPr/>
          </p:nvSpPr>
          <p:spPr bwMode="auto">
            <a:xfrm>
              <a:off x="4343400" y="2819400"/>
              <a:ext cx="1371600" cy="457200"/>
            </a:xfrm>
            <a:prstGeom prst="rect">
              <a:avLst/>
            </a:prstGeom>
            <a:blipFill dpi="0" rotWithShape="0">
              <a:blip r:embed="rId4"/>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7687" name="Line 61">
              <a:extLst>
                <a:ext uri="{FF2B5EF4-FFF2-40B4-BE49-F238E27FC236}">
                  <a16:creationId xmlns:a16="http://schemas.microsoft.com/office/drawing/2014/main" id="{79453529-C644-77A8-3ADB-FFAFED055198}"/>
                </a:ext>
              </a:extLst>
            </p:cNvPr>
            <p:cNvSpPr>
              <a:spLocks noChangeShapeType="1"/>
            </p:cNvSpPr>
            <p:nvPr/>
          </p:nvSpPr>
          <p:spPr bwMode="auto">
            <a:xfrm>
              <a:off x="4800600" y="28194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8" name="Line 62">
              <a:extLst>
                <a:ext uri="{FF2B5EF4-FFF2-40B4-BE49-F238E27FC236}">
                  <a16:creationId xmlns:a16="http://schemas.microsoft.com/office/drawing/2014/main" id="{711B5BE5-3327-208C-D9DE-0120C2E1C2CD}"/>
                </a:ext>
              </a:extLst>
            </p:cNvPr>
            <p:cNvSpPr>
              <a:spLocks noChangeShapeType="1"/>
            </p:cNvSpPr>
            <p:nvPr/>
          </p:nvSpPr>
          <p:spPr bwMode="auto">
            <a:xfrm>
              <a:off x="5257800" y="28194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9" name="Rectangle 63" descr="永恒">
              <a:extLst>
                <a:ext uri="{FF2B5EF4-FFF2-40B4-BE49-F238E27FC236}">
                  <a16:creationId xmlns:a16="http://schemas.microsoft.com/office/drawing/2014/main" id="{D47A69A7-E702-1B92-F216-6BBB4869A2C2}"/>
                </a:ext>
              </a:extLst>
            </p:cNvPr>
            <p:cNvSpPr>
              <a:spLocks noChangeArrowheads="1"/>
            </p:cNvSpPr>
            <p:nvPr/>
          </p:nvSpPr>
          <p:spPr bwMode="auto">
            <a:xfrm>
              <a:off x="4343400" y="3429000"/>
              <a:ext cx="1371600" cy="457200"/>
            </a:xfrm>
            <a:prstGeom prst="rect">
              <a:avLst/>
            </a:prstGeom>
            <a:blipFill dpi="0" rotWithShape="0">
              <a:blip r:embed="rId4"/>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7690" name="Line 64">
              <a:extLst>
                <a:ext uri="{FF2B5EF4-FFF2-40B4-BE49-F238E27FC236}">
                  <a16:creationId xmlns:a16="http://schemas.microsoft.com/office/drawing/2014/main" id="{FDD308D6-4A60-825D-E395-94CA9855781B}"/>
                </a:ext>
              </a:extLst>
            </p:cNvPr>
            <p:cNvSpPr>
              <a:spLocks noChangeShapeType="1"/>
            </p:cNvSpPr>
            <p:nvPr/>
          </p:nvSpPr>
          <p:spPr bwMode="auto">
            <a:xfrm>
              <a:off x="4800600" y="34290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91" name="Line 65">
              <a:extLst>
                <a:ext uri="{FF2B5EF4-FFF2-40B4-BE49-F238E27FC236}">
                  <a16:creationId xmlns:a16="http://schemas.microsoft.com/office/drawing/2014/main" id="{D7FFB126-D966-C6B4-EC19-EFAEBE758891}"/>
                </a:ext>
              </a:extLst>
            </p:cNvPr>
            <p:cNvSpPr>
              <a:spLocks noChangeShapeType="1"/>
            </p:cNvSpPr>
            <p:nvPr/>
          </p:nvSpPr>
          <p:spPr bwMode="auto">
            <a:xfrm>
              <a:off x="5257800" y="3419475"/>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92" name="Line 66">
              <a:extLst>
                <a:ext uri="{FF2B5EF4-FFF2-40B4-BE49-F238E27FC236}">
                  <a16:creationId xmlns:a16="http://schemas.microsoft.com/office/drawing/2014/main" id="{B7A7D5F7-5B07-C520-1A22-2E1BC9DEBD06}"/>
                </a:ext>
              </a:extLst>
            </p:cNvPr>
            <p:cNvSpPr>
              <a:spLocks noChangeShapeType="1"/>
            </p:cNvSpPr>
            <p:nvPr/>
          </p:nvSpPr>
          <p:spPr bwMode="auto">
            <a:xfrm>
              <a:off x="3581400" y="2971800"/>
              <a:ext cx="762000" cy="0"/>
            </a:xfrm>
            <a:prstGeom prst="line">
              <a:avLst/>
            </a:prstGeom>
            <a:noFill/>
            <a:ln w="28575">
              <a:solidFill>
                <a:srgbClr val="CC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93" name="Line 67">
              <a:extLst>
                <a:ext uri="{FF2B5EF4-FFF2-40B4-BE49-F238E27FC236}">
                  <a16:creationId xmlns:a16="http://schemas.microsoft.com/office/drawing/2014/main" id="{ADEDBAAB-2202-09D8-FC5E-2C434BE21BAB}"/>
                </a:ext>
              </a:extLst>
            </p:cNvPr>
            <p:cNvSpPr>
              <a:spLocks noChangeShapeType="1"/>
            </p:cNvSpPr>
            <p:nvPr/>
          </p:nvSpPr>
          <p:spPr bwMode="auto">
            <a:xfrm>
              <a:off x="3581400" y="3429000"/>
              <a:ext cx="762000" cy="228600"/>
            </a:xfrm>
            <a:prstGeom prst="line">
              <a:avLst/>
            </a:prstGeom>
            <a:noFill/>
            <a:ln w="28575">
              <a:solidFill>
                <a:srgbClr val="CC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94" name="Text Box 68">
              <a:extLst>
                <a:ext uri="{FF2B5EF4-FFF2-40B4-BE49-F238E27FC236}">
                  <a16:creationId xmlns:a16="http://schemas.microsoft.com/office/drawing/2014/main" id="{06BD160B-78B6-62E0-145A-D410437CE0B3}"/>
                </a:ext>
              </a:extLst>
            </p:cNvPr>
            <p:cNvSpPr txBox="1">
              <a:spLocks noChangeArrowheads="1"/>
            </p:cNvSpPr>
            <p:nvPr/>
          </p:nvSpPr>
          <p:spPr bwMode="auto">
            <a:xfrm>
              <a:off x="5257800" y="2667000"/>
              <a:ext cx="4603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600" b="1">
                  <a:solidFill>
                    <a:srgbClr val="CC33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27695" name="Text Box 69">
              <a:extLst>
                <a:ext uri="{FF2B5EF4-FFF2-40B4-BE49-F238E27FC236}">
                  <a16:creationId xmlns:a16="http://schemas.microsoft.com/office/drawing/2014/main" id="{77DD0390-7386-DBE0-6AD6-1E6548C68098}"/>
                </a:ext>
              </a:extLst>
            </p:cNvPr>
            <p:cNvSpPr txBox="1">
              <a:spLocks noChangeArrowheads="1"/>
            </p:cNvSpPr>
            <p:nvPr/>
          </p:nvSpPr>
          <p:spPr bwMode="auto">
            <a:xfrm>
              <a:off x="5257800" y="3276600"/>
              <a:ext cx="4603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600" b="1">
                  <a:solidFill>
                    <a:srgbClr val="CC33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27696" name="Text Box 70">
              <a:extLst>
                <a:ext uri="{FF2B5EF4-FFF2-40B4-BE49-F238E27FC236}">
                  <a16:creationId xmlns:a16="http://schemas.microsoft.com/office/drawing/2014/main" id="{D17159CB-0FE8-A388-D085-1908D1AC623A}"/>
                </a:ext>
              </a:extLst>
            </p:cNvPr>
            <p:cNvSpPr txBox="1">
              <a:spLocks noChangeArrowheads="1"/>
            </p:cNvSpPr>
            <p:nvPr/>
          </p:nvSpPr>
          <p:spPr bwMode="auto">
            <a:xfrm>
              <a:off x="7083425" y="1447800"/>
              <a:ext cx="4603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600" b="1">
                  <a:solidFill>
                    <a:srgbClr val="CC3300"/>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27697" name="Line 71">
              <a:extLst>
                <a:ext uri="{FF2B5EF4-FFF2-40B4-BE49-F238E27FC236}">
                  <a16:creationId xmlns:a16="http://schemas.microsoft.com/office/drawing/2014/main" id="{9B7DDC98-31C8-DC3B-A1E9-3E36EBBFBE2D}"/>
                </a:ext>
              </a:extLst>
            </p:cNvPr>
            <p:cNvSpPr>
              <a:spLocks noChangeShapeType="1"/>
            </p:cNvSpPr>
            <p:nvPr/>
          </p:nvSpPr>
          <p:spPr bwMode="auto">
            <a:xfrm>
              <a:off x="5486400" y="1828800"/>
              <a:ext cx="685800" cy="0"/>
            </a:xfrm>
            <a:prstGeom prst="line">
              <a:avLst/>
            </a:prstGeom>
            <a:noFill/>
            <a:ln w="28575">
              <a:solidFill>
                <a:srgbClr val="CC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98" name="Text Box 72">
              <a:extLst>
                <a:ext uri="{FF2B5EF4-FFF2-40B4-BE49-F238E27FC236}">
                  <a16:creationId xmlns:a16="http://schemas.microsoft.com/office/drawing/2014/main" id="{C207DCFA-9268-D1A7-4884-39075513F573}"/>
                </a:ext>
              </a:extLst>
            </p:cNvPr>
            <p:cNvSpPr txBox="1">
              <a:spLocks noChangeArrowheads="1"/>
            </p:cNvSpPr>
            <p:nvPr/>
          </p:nvSpPr>
          <p:spPr bwMode="auto">
            <a:xfrm>
              <a:off x="4419600" y="1554163"/>
              <a:ext cx="7937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1</a:t>
              </a:r>
              <a:r>
                <a:rPr kumimoji="1" lang="en-US" altLang="zh-CN" sz="3200" b="1">
                  <a:latin typeface="Times New Roman" panose="02020603050405020304" pitchFamily="18" charset="0"/>
                  <a:ea typeface="宋体" panose="02010600030101010101" pitchFamily="2" charset="-122"/>
                </a:rPr>
                <a:t>  </a:t>
              </a:r>
              <a:r>
                <a:rPr kumimoji="1" lang="en-US" altLang="zh-CN" sz="3200" b="1">
                  <a:solidFill>
                    <a:schemeClr val="tx2"/>
                  </a:solidFill>
                  <a:latin typeface="Times New Roman" panose="02020603050405020304" pitchFamily="18" charset="0"/>
                  <a:ea typeface="宋体" panose="02010600030101010101" pitchFamily="2" charset="-122"/>
                </a:rPr>
                <a:t>5</a:t>
              </a:r>
              <a:endParaRPr kumimoji="1" lang="en-US" altLang="zh-CN" sz="3200" b="1">
                <a:latin typeface="Times New Roman" panose="02020603050405020304" pitchFamily="18" charset="0"/>
                <a:ea typeface="宋体" panose="02010600030101010101" pitchFamily="2" charset="-122"/>
              </a:endParaRPr>
            </a:p>
          </p:txBody>
        </p:sp>
        <p:sp>
          <p:nvSpPr>
            <p:cNvPr id="27699" name="Text Box 73">
              <a:extLst>
                <a:ext uri="{FF2B5EF4-FFF2-40B4-BE49-F238E27FC236}">
                  <a16:creationId xmlns:a16="http://schemas.microsoft.com/office/drawing/2014/main" id="{97083AB6-3FEE-47F3-EE3B-DF646315D16C}"/>
                </a:ext>
              </a:extLst>
            </p:cNvPr>
            <p:cNvSpPr txBox="1">
              <a:spLocks noChangeArrowheads="1"/>
            </p:cNvSpPr>
            <p:nvPr/>
          </p:nvSpPr>
          <p:spPr bwMode="auto">
            <a:xfrm>
              <a:off x="6248400" y="1554163"/>
              <a:ext cx="7937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3</a:t>
              </a:r>
              <a:r>
                <a:rPr kumimoji="1" lang="en-US" altLang="zh-CN" sz="3200" b="1">
                  <a:latin typeface="Times New Roman" panose="02020603050405020304" pitchFamily="18" charset="0"/>
                  <a:ea typeface="宋体" panose="02010600030101010101" pitchFamily="2" charset="-122"/>
                </a:rPr>
                <a:t>  </a:t>
              </a:r>
              <a:r>
                <a:rPr kumimoji="1" lang="en-US" altLang="zh-CN" sz="3200" b="1">
                  <a:solidFill>
                    <a:schemeClr val="tx2"/>
                  </a:solidFill>
                  <a:latin typeface="Times New Roman" panose="02020603050405020304" pitchFamily="18" charset="0"/>
                  <a:ea typeface="宋体" panose="02010600030101010101" pitchFamily="2" charset="-122"/>
                </a:rPr>
                <a:t>6</a:t>
              </a:r>
              <a:endParaRPr kumimoji="1" lang="en-US" altLang="zh-CN" sz="3200" b="1">
                <a:latin typeface="Times New Roman" panose="02020603050405020304" pitchFamily="18" charset="0"/>
                <a:ea typeface="宋体" panose="02010600030101010101" pitchFamily="2" charset="-122"/>
              </a:endParaRPr>
            </a:p>
          </p:txBody>
        </p:sp>
        <p:sp>
          <p:nvSpPr>
            <p:cNvPr id="27700" name="Text Box 74">
              <a:extLst>
                <a:ext uri="{FF2B5EF4-FFF2-40B4-BE49-F238E27FC236}">
                  <a16:creationId xmlns:a16="http://schemas.microsoft.com/office/drawing/2014/main" id="{36621753-6B19-B278-E230-5CA4974CB6BA}"/>
                </a:ext>
              </a:extLst>
            </p:cNvPr>
            <p:cNvSpPr txBox="1">
              <a:spLocks noChangeArrowheads="1"/>
            </p:cNvSpPr>
            <p:nvPr/>
          </p:nvSpPr>
          <p:spPr bwMode="auto">
            <a:xfrm>
              <a:off x="4419600" y="21336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2</a:t>
              </a:r>
              <a:r>
                <a:rPr kumimoji="1" lang="en-US" altLang="zh-CN" sz="3200" b="1">
                  <a:latin typeface="Times New Roman" panose="02020603050405020304" pitchFamily="18" charset="0"/>
                  <a:ea typeface="宋体" panose="02010600030101010101" pitchFamily="2" charset="-122"/>
                </a:rPr>
                <a:t>  </a:t>
              </a:r>
              <a:r>
                <a:rPr kumimoji="1" lang="en-US" altLang="zh-CN" sz="3200" b="1">
                  <a:solidFill>
                    <a:schemeClr val="tx2"/>
                  </a:solidFill>
                  <a:latin typeface="Times New Roman" panose="02020603050405020304" pitchFamily="18" charset="0"/>
                  <a:ea typeface="宋体" panose="02010600030101010101" pitchFamily="2" charset="-122"/>
                </a:rPr>
                <a:t>8</a:t>
              </a:r>
              <a:endParaRPr kumimoji="1" lang="en-US" altLang="zh-CN" sz="3200" b="1">
                <a:latin typeface="Times New Roman" panose="02020603050405020304" pitchFamily="18" charset="0"/>
                <a:ea typeface="宋体" panose="02010600030101010101" pitchFamily="2" charset="-122"/>
              </a:endParaRPr>
            </a:p>
          </p:txBody>
        </p:sp>
        <p:sp>
          <p:nvSpPr>
            <p:cNvPr id="27701" name="Text Box 75">
              <a:extLst>
                <a:ext uri="{FF2B5EF4-FFF2-40B4-BE49-F238E27FC236}">
                  <a16:creationId xmlns:a16="http://schemas.microsoft.com/office/drawing/2014/main" id="{56B8B48A-E743-C7B6-F29A-6AB9F5AE0FDF}"/>
                </a:ext>
              </a:extLst>
            </p:cNvPr>
            <p:cNvSpPr txBox="1">
              <a:spLocks noChangeArrowheads="1"/>
            </p:cNvSpPr>
            <p:nvPr/>
          </p:nvSpPr>
          <p:spPr bwMode="auto">
            <a:xfrm>
              <a:off x="4419600" y="2773363"/>
              <a:ext cx="7937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3</a:t>
              </a:r>
              <a:r>
                <a:rPr kumimoji="1" lang="en-US" altLang="zh-CN" sz="3200" b="1">
                  <a:latin typeface="Times New Roman" panose="02020603050405020304" pitchFamily="18" charset="0"/>
                  <a:ea typeface="宋体" panose="02010600030101010101" pitchFamily="2" charset="-122"/>
                </a:rPr>
                <a:t>  </a:t>
              </a:r>
              <a:r>
                <a:rPr kumimoji="1" lang="en-US" altLang="zh-CN" sz="3200" b="1">
                  <a:solidFill>
                    <a:schemeClr val="tx2"/>
                  </a:solidFill>
                  <a:latin typeface="Times New Roman" panose="02020603050405020304" pitchFamily="18" charset="0"/>
                  <a:ea typeface="宋体" panose="02010600030101010101" pitchFamily="2" charset="-122"/>
                </a:rPr>
                <a:t>2</a:t>
              </a:r>
              <a:endParaRPr kumimoji="1" lang="en-US" altLang="zh-CN" sz="3200" b="1">
                <a:latin typeface="Times New Roman" panose="02020603050405020304" pitchFamily="18" charset="0"/>
                <a:ea typeface="宋体" panose="02010600030101010101" pitchFamily="2" charset="-122"/>
              </a:endParaRPr>
            </a:p>
          </p:txBody>
        </p:sp>
        <p:sp>
          <p:nvSpPr>
            <p:cNvPr id="27702" name="Text Box 76">
              <a:extLst>
                <a:ext uri="{FF2B5EF4-FFF2-40B4-BE49-F238E27FC236}">
                  <a16:creationId xmlns:a16="http://schemas.microsoft.com/office/drawing/2014/main" id="{E9619C9C-BDF1-E237-D42E-25F217176924}"/>
                </a:ext>
              </a:extLst>
            </p:cNvPr>
            <p:cNvSpPr txBox="1">
              <a:spLocks noChangeArrowheads="1"/>
            </p:cNvSpPr>
            <p:nvPr/>
          </p:nvSpPr>
          <p:spPr bwMode="auto">
            <a:xfrm>
              <a:off x="4419600" y="3352800"/>
              <a:ext cx="79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1</a:t>
              </a:r>
              <a:r>
                <a:rPr kumimoji="1" lang="en-US" altLang="zh-CN" sz="3200" b="1">
                  <a:latin typeface="Times New Roman" panose="02020603050405020304" pitchFamily="18" charset="0"/>
                  <a:ea typeface="宋体" panose="02010600030101010101" pitchFamily="2" charset="-122"/>
                </a:rPr>
                <a:t>  </a:t>
              </a:r>
              <a:r>
                <a:rPr kumimoji="1" lang="en-US" altLang="zh-CN" sz="3200" b="1">
                  <a:solidFill>
                    <a:schemeClr val="tx2"/>
                  </a:solidFill>
                  <a:latin typeface="Times New Roman" panose="02020603050405020304" pitchFamily="18" charset="0"/>
                  <a:ea typeface="宋体" panose="02010600030101010101" pitchFamily="2" charset="-122"/>
                </a:rPr>
                <a:t>9</a:t>
              </a:r>
              <a:endParaRPr kumimoji="1" lang="en-US" altLang="zh-CN" sz="3200" b="1">
                <a:latin typeface="Times New Roman" panose="02020603050405020304" pitchFamily="18" charset="0"/>
                <a:ea typeface="宋体" panose="02010600030101010101" pitchFamily="2" charset="-122"/>
              </a:endParaRPr>
            </a:p>
          </p:txBody>
        </p:sp>
        <p:sp>
          <p:nvSpPr>
            <p:cNvPr id="268365" name="Text Box 77">
              <a:extLst>
                <a:ext uri="{FF2B5EF4-FFF2-40B4-BE49-F238E27FC236}">
                  <a16:creationId xmlns:a16="http://schemas.microsoft.com/office/drawing/2014/main" id="{C981BAE0-1FFD-386A-6482-6DA10165B89B}"/>
                </a:ext>
              </a:extLst>
            </p:cNvPr>
            <p:cNvSpPr txBox="1">
              <a:spLocks noChangeArrowheads="1"/>
            </p:cNvSpPr>
            <p:nvPr/>
          </p:nvSpPr>
          <p:spPr bwMode="auto">
            <a:xfrm>
              <a:off x="4343400" y="4038600"/>
              <a:ext cx="1682750" cy="579438"/>
            </a:xfrm>
            <a:prstGeom prst="rect">
              <a:avLst/>
            </a:prstGeom>
            <a:noFill/>
            <a:ln w="9525">
              <a:noFill/>
              <a:miter lim="800000"/>
              <a:headEnd/>
              <a:tailEnd/>
            </a:ln>
            <a:effectLst/>
          </p:spPr>
          <p:txBody>
            <a:bodyPr wrap="none">
              <a:spAutoFit/>
            </a:bodyPr>
            <a:lstStyle/>
            <a:p>
              <a:pPr>
                <a:defRPr/>
              </a:pPr>
              <a:r>
                <a:rPr lang="en-US" altLang="zh-CN" sz="3200" b="1">
                  <a:effectLst>
                    <a:outerShdw blurRad="38100" dist="38100" dir="2700000" algn="tl">
                      <a:srgbClr val="C0C0C0"/>
                    </a:outerShdw>
                  </a:effectLst>
                  <a:ea typeface="仿宋_GB2312" pitchFamily="49" charset="-122"/>
                </a:rPr>
                <a:t>(</a:t>
              </a:r>
              <a:r>
                <a:rPr lang="zh-CN" altLang="en-US" sz="3200" b="1">
                  <a:effectLst>
                    <a:outerShdw blurRad="38100" dist="38100" dir="2700000" algn="tl">
                      <a:srgbClr val="C0C0C0"/>
                    </a:outerShdw>
                  </a:effectLst>
                  <a:ea typeface="仿宋_GB2312" pitchFamily="49" charset="-122"/>
                </a:rPr>
                <a:t>出边表</a:t>
              </a:r>
              <a:r>
                <a:rPr lang="en-US" altLang="zh-CN" sz="3200" b="1">
                  <a:effectLst>
                    <a:outerShdw blurRad="38100" dist="38100" dir="2700000" algn="tl">
                      <a:srgbClr val="C0C0C0"/>
                    </a:outerShdw>
                  </a:effectLst>
                  <a:ea typeface="仿宋_GB2312" pitchFamily="49" charset="-122"/>
                </a:rPr>
                <a:t>)</a:t>
              </a:r>
              <a:endParaRPr lang="en-US" altLang="zh-CN"/>
            </a:p>
          </p:txBody>
        </p:sp>
        <p:sp>
          <p:nvSpPr>
            <p:cNvPr id="268366" name="Text Box 78">
              <a:extLst>
                <a:ext uri="{FF2B5EF4-FFF2-40B4-BE49-F238E27FC236}">
                  <a16:creationId xmlns:a16="http://schemas.microsoft.com/office/drawing/2014/main" id="{AFBE725B-6EC4-D6F7-9CCE-677776ADD7CA}"/>
                </a:ext>
              </a:extLst>
            </p:cNvPr>
            <p:cNvSpPr txBox="1">
              <a:spLocks noChangeArrowheads="1"/>
            </p:cNvSpPr>
            <p:nvPr/>
          </p:nvSpPr>
          <p:spPr bwMode="auto">
            <a:xfrm>
              <a:off x="2438400" y="4038600"/>
              <a:ext cx="1682750" cy="579438"/>
            </a:xfrm>
            <a:prstGeom prst="rect">
              <a:avLst/>
            </a:prstGeom>
            <a:noFill/>
            <a:ln w="9525">
              <a:noFill/>
              <a:miter lim="800000"/>
              <a:headEnd/>
              <a:tailEnd/>
            </a:ln>
            <a:effectLst/>
          </p:spPr>
          <p:txBody>
            <a:bodyPr wrap="none">
              <a:spAutoFit/>
            </a:bodyPr>
            <a:lstStyle/>
            <a:p>
              <a:pPr>
                <a:defRPr/>
              </a:pPr>
              <a:r>
                <a:rPr lang="en-US" altLang="zh-CN" sz="3200" b="1">
                  <a:effectLst>
                    <a:outerShdw blurRad="38100" dist="38100" dir="2700000" algn="tl">
                      <a:srgbClr val="C0C0C0"/>
                    </a:outerShdw>
                  </a:effectLst>
                  <a:ea typeface="仿宋_GB2312" pitchFamily="49" charset="-122"/>
                </a:rPr>
                <a:t>(</a:t>
              </a:r>
              <a:r>
                <a:rPr lang="zh-CN" altLang="en-US" sz="3200" b="1">
                  <a:effectLst>
                    <a:outerShdw blurRad="38100" dist="38100" dir="2700000" algn="tl">
                      <a:srgbClr val="C0C0C0"/>
                    </a:outerShdw>
                  </a:effectLst>
                  <a:ea typeface="仿宋_GB2312" pitchFamily="49" charset="-122"/>
                </a:rPr>
                <a:t>顶点表</a:t>
              </a:r>
              <a:r>
                <a:rPr lang="en-US" altLang="zh-CN" sz="3200" b="1">
                  <a:effectLst>
                    <a:outerShdw blurRad="38100" dist="38100" dir="2700000" algn="tl">
                      <a:srgbClr val="C0C0C0"/>
                    </a:outerShdw>
                  </a:effectLst>
                  <a:ea typeface="仿宋_GB2312" pitchFamily="49" charset="-122"/>
                </a:rPr>
                <a:t>)</a:t>
              </a:r>
              <a:endParaRPr lang="en-US" altLang="zh-CN"/>
            </a:p>
          </p:txBody>
        </p:sp>
      </p:grpSp>
      <p:sp>
        <p:nvSpPr>
          <p:cNvPr id="2" name="灯片编号占位符 1">
            <a:extLst>
              <a:ext uri="{FF2B5EF4-FFF2-40B4-BE49-F238E27FC236}">
                <a16:creationId xmlns:a16="http://schemas.microsoft.com/office/drawing/2014/main" id="{E7A150C5-1919-0835-20B6-E17762EF8831}"/>
              </a:ext>
            </a:extLst>
          </p:cNvPr>
          <p:cNvSpPr>
            <a:spLocks noGrp="1"/>
          </p:cNvSpPr>
          <p:nvPr>
            <p:ph type="sldNum" sz="quarter" idx="12"/>
          </p:nvPr>
        </p:nvSpPr>
        <p:spPr/>
        <p:txBody>
          <a:bodyPr/>
          <a:lstStyle/>
          <a:p>
            <a:pPr>
              <a:defRPr/>
            </a:pPr>
            <a:fld id="{1FE7C295-45AB-455C-823A-4AF0463E4EF2}" type="slidenum">
              <a:rPr lang="en-US" altLang="zh-CN" smtClean="0"/>
              <a:pPr>
                <a:defRPr/>
              </a:pPr>
              <a:t>20</a:t>
            </a:fld>
            <a:endParaRPr lang="en-US" altLang="zh-CN"/>
          </a:p>
        </p:txBody>
      </p:sp>
    </p:spTree>
  </p:cSld>
  <p:clrMapOvr>
    <a:masterClrMapping/>
  </p:clrMapOvr>
  <p:transition>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FA8C498A-B9C8-8756-EACB-493A70726511}"/>
              </a:ext>
            </a:extLst>
          </p:cNvPr>
          <p:cNvSpPr>
            <a:spLocks noGrp="1" noChangeArrowheads="1"/>
          </p:cNvSpPr>
          <p:nvPr>
            <p:ph type="body" idx="1"/>
          </p:nvPr>
        </p:nvSpPr>
        <p:spPr>
          <a:xfrm>
            <a:off x="628650" y="548680"/>
            <a:ext cx="7886700" cy="5628283"/>
          </a:xfrm>
        </p:spPr>
        <p:txBody>
          <a:bodyPr>
            <a:normAutofit fontScale="92500" lnSpcReduction="10000"/>
          </a:bodyPr>
          <a:lstStyle/>
          <a:p>
            <a:r>
              <a:rPr lang="zh-CN" altLang="en-US" dirty="0"/>
              <a:t>带权图的边结点中保存该边上的权值 </a:t>
            </a:r>
            <a:r>
              <a:rPr lang="en-US" altLang="zh-CN" dirty="0"/>
              <a:t>cost</a:t>
            </a:r>
            <a:r>
              <a:rPr lang="zh-CN" altLang="en-US" dirty="0"/>
              <a:t>。</a:t>
            </a:r>
          </a:p>
          <a:p>
            <a:r>
              <a:rPr lang="zh-CN" altLang="en-US" dirty="0"/>
              <a:t>顶点 </a:t>
            </a:r>
            <a:r>
              <a:rPr lang="en-US" altLang="zh-CN" dirty="0" err="1"/>
              <a:t>i</a:t>
            </a:r>
            <a:r>
              <a:rPr lang="en-US" altLang="zh-CN" dirty="0"/>
              <a:t> </a:t>
            </a:r>
            <a:r>
              <a:rPr lang="zh-CN" altLang="en-US" dirty="0"/>
              <a:t>的边链表的表头指针 </a:t>
            </a:r>
            <a:r>
              <a:rPr lang="en-US" altLang="zh-CN" dirty="0"/>
              <a:t>adj </a:t>
            </a:r>
            <a:r>
              <a:rPr lang="zh-CN" altLang="en-US" dirty="0"/>
              <a:t>在顶点表的下标为 </a:t>
            </a:r>
            <a:r>
              <a:rPr lang="en-US" altLang="zh-CN" dirty="0" err="1"/>
              <a:t>i</a:t>
            </a:r>
            <a:r>
              <a:rPr lang="en-US" altLang="zh-CN" dirty="0"/>
              <a:t> </a:t>
            </a:r>
            <a:r>
              <a:rPr lang="zh-CN" altLang="en-US" dirty="0"/>
              <a:t>的顶点记录中，该记录还保存了该顶点的其他信息。</a:t>
            </a:r>
          </a:p>
          <a:p>
            <a:r>
              <a:rPr lang="zh-CN" altLang="en-US" dirty="0"/>
              <a:t>在邻接表的边链表中，各个边结点的链入顺序任意，视边结点输入次序而定。</a:t>
            </a:r>
          </a:p>
          <a:p>
            <a:r>
              <a:rPr lang="zh-CN" altLang="en-US" dirty="0"/>
              <a:t>设图中有 </a:t>
            </a:r>
            <a:r>
              <a:rPr lang="en-US" altLang="zh-CN" dirty="0"/>
              <a:t>n </a:t>
            </a:r>
            <a:r>
              <a:rPr lang="zh-CN" altLang="en-US" dirty="0"/>
              <a:t>个顶点，</a:t>
            </a:r>
            <a:r>
              <a:rPr lang="en-US" altLang="zh-CN" dirty="0"/>
              <a:t>e </a:t>
            </a:r>
            <a:r>
              <a:rPr lang="zh-CN" altLang="en-US" dirty="0"/>
              <a:t>条边，则用邻接表表示无向图时，需要 </a:t>
            </a:r>
            <a:r>
              <a:rPr lang="en-US" altLang="zh-CN" dirty="0"/>
              <a:t>n </a:t>
            </a:r>
            <a:r>
              <a:rPr lang="zh-CN" altLang="en-US" dirty="0"/>
              <a:t>个顶点结点，</a:t>
            </a:r>
            <a:r>
              <a:rPr lang="en-US" altLang="zh-CN" dirty="0"/>
              <a:t>2e </a:t>
            </a:r>
            <a:r>
              <a:rPr lang="zh-CN" altLang="en-US" dirty="0"/>
              <a:t>个边结点；用邻接表表示有向图时，若不考虑逆邻接表，只需 </a:t>
            </a:r>
            <a:r>
              <a:rPr lang="en-US" altLang="zh-CN" dirty="0"/>
              <a:t>n </a:t>
            </a:r>
            <a:r>
              <a:rPr lang="zh-CN" altLang="en-US" dirty="0"/>
              <a:t>个顶点结点，</a:t>
            </a:r>
            <a:r>
              <a:rPr lang="en-US" altLang="zh-CN" dirty="0"/>
              <a:t>e </a:t>
            </a:r>
            <a:r>
              <a:rPr lang="zh-CN" altLang="en-US" dirty="0"/>
              <a:t>个边结点。</a:t>
            </a:r>
          </a:p>
        </p:txBody>
      </p:sp>
      <p:sp>
        <p:nvSpPr>
          <p:cNvPr id="2" name="灯片编号占位符 1">
            <a:extLst>
              <a:ext uri="{FF2B5EF4-FFF2-40B4-BE49-F238E27FC236}">
                <a16:creationId xmlns:a16="http://schemas.microsoft.com/office/drawing/2014/main" id="{7F3654ED-018A-6D9E-906D-2F14371A5E03}"/>
              </a:ext>
            </a:extLst>
          </p:cNvPr>
          <p:cNvSpPr>
            <a:spLocks noGrp="1"/>
          </p:cNvSpPr>
          <p:nvPr>
            <p:ph type="sldNum" sz="quarter" idx="12"/>
          </p:nvPr>
        </p:nvSpPr>
        <p:spPr/>
        <p:txBody>
          <a:bodyPr/>
          <a:lstStyle/>
          <a:p>
            <a:pPr>
              <a:defRPr/>
            </a:pPr>
            <a:fld id="{2E0F9FB0-350A-4A87-9CD5-1F022F266B97}" type="slidenum">
              <a:rPr lang="en-US" altLang="zh-CN" smtClean="0"/>
              <a:pPr>
                <a:defRPr/>
              </a:pPr>
              <a:t>21</a:t>
            </a:fld>
            <a:endParaRPr lang="en-US" altLang="zh-CN"/>
          </a:p>
        </p:txBody>
      </p:sp>
    </p:spTree>
  </p:cSld>
  <p:clrMapOvr>
    <a:masterClrMapping/>
  </p:clrMapOvr>
  <p:transition>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DFA6D2-F8A2-422E-90F4-AC25F8CB0418}"/>
              </a:ext>
            </a:extLst>
          </p:cNvPr>
          <p:cNvSpPr>
            <a:spLocks noGrp="1"/>
          </p:cNvSpPr>
          <p:nvPr>
            <p:ph type="title"/>
          </p:nvPr>
        </p:nvSpPr>
        <p:spPr/>
        <p:txBody>
          <a:bodyPr/>
          <a:lstStyle/>
          <a:p>
            <a:r>
              <a:rPr lang="zh-CN" altLang="en-US" dirty="0"/>
              <a:t> 邻接表表示的图的类定义</a:t>
            </a:r>
          </a:p>
        </p:txBody>
      </p:sp>
      <p:sp>
        <p:nvSpPr>
          <p:cNvPr id="3" name="内容占位符 2">
            <a:extLst>
              <a:ext uri="{FF2B5EF4-FFF2-40B4-BE49-F238E27FC236}">
                <a16:creationId xmlns:a16="http://schemas.microsoft.com/office/drawing/2014/main" id="{ADF027B3-A409-4ED1-8F81-18B387D11405}"/>
              </a:ext>
            </a:extLst>
          </p:cNvPr>
          <p:cNvSpPr>
            <a:spLocks noGrp="1"/>
          </p:cNvSpPr>
          <p:nvPr>
            <p:ph idx="1"/>
          </p:nvPr>
        </p:nvSpPr>
        <p:spPr>
          <a:xfrm>
            <a:off x="323528" y="1825624"/>
            <a:ext cx="8640960" cy="4771727"/>
          </a:xfrm>
        </p:spPr>
        <p:txBody>
          <a:bodyPr>
            <a:normAutofit fontScale="55000" lnSpcReduction="20000"/>
          </a:bodyPr>
          <a:lstStyle/>
          <a:p>
            <a:pPr marL="0" indent="0">
              <a:buNone/>
            </a:pPr>
            <a:r>
              <a:rPr lang="en-US" altLang="zh-CN" dirty="0"/>
              <a:t>template &lt;class T, class E&gt; struct Edge {//</a:t>
            </a:r>
            <a:r>
              <a:rPr lang="zh-CN" altLang="en-US" dirty="0"/>
              <a:t>边结点</a:t>
            </a:r>
          </a:p>
          <a:p>
            <a:pPr marL="0" indent="0">
              <a:buNone/>
            </a:pPr>
            <a:r>
              <a:rPr lang="zh-CN" altLang="en-US" dirty="0"/>
              <a:t>    </a:t>
            </a:r>
            <a:r>
              <a:rPr lang="en-US" altLang="zh-CN" dirty="0"/>
              <a:t>int </a:t>
            </a:r>
            <a:r>
              <a:rPr lang="en-US" altLang="zh-CN" dirty="0" err="1"/>
              <a:t>dest</a:t>
            </a:r>
            <a:r>
              <a:rPr lang="en-US" altLang="zh-CN" dirty="0"/>
              <a:t>;			//</a:t>
            </a:r>
            <a:r>
              <a:rPr lang="zh-CN" altLang="en-US" dirty="0"/>
              <a:t>目标顶点下标	</a:t>
            </a:r>
          </a:p>
          <a:p>
            <a:pPr marL="0" indent="0">
              <a:buNone/>
            </a:pPr>
            <a:r>
              <a:rPr lang="zh-CN" altLang="en-US" dirty="0"/>
              <a:t>    </a:t>
            </a:r>
            <a:r>
              <a:rPr lang="en-US" altLang="zh-CN" dirty="0"/>
              <a:t>E cost;    	                    //</a:t>
            </a:r>
            <a:r>
              <a:rPr lang="zh-CN" altLang="en-US" dirty="0"/>
              <a:t>边上的权值</a:t>
            </a:r>
          </a:p>
          <a:p>
            <a:pPr marL="0" indent="0">
              <a:buNone/>
            </a:pPr>
            <a:r>
              <a:rPr lang="zh-CN" altLang="en-US" dirty="0"/>
              <a:t>    </a:t>
            </a:r>
            <a:r>
              <a:rPr lang="en-US" altLang="zh-CN" dirty="0"/>
              <a:t>Edge&lt;T, E&gt; * link;        //</a:t>
            </a:r>
            <a:r>
              <a:rPr lang="zh-CN" altLang="en-US" dirty="0"/>
              <a:t>下一边链接指针</a:t>
            </a:r>
          </a:p>
          <a:p>
            <a:pPr marL="0" indent="0">
              <a:buNone/>
            </a:pPr>
            <a:r>
              <a:rPr lang="zh-CN" altLang="en-US" dirty="0"/>
              <a:t>    </a:t>
            </a:r>
            <a:r>
              <a:rPr lang="en-US" altLang="zh-CN" dirty="0"/>
              <a:t>Edge ( ) { }                    //</a:t>
            </a:r>
            <a:r>
              <a:rPr lang="zh-CN" altLang="en-US" dirty="0"/>
              <a:t>构造函数</a:t>
            </a:r>
          </a:p>
          <a:p>
            <a:pPr marL="0" indent="0">
              <a:buNone/>
            </a:pPr>
            <a:r>
              <a:rPr lang="zh-CN" altLang="en-US" dirty="0"/>
              <a:t>    </a:t>
            </a:r>
            <a:r>
              <a:rPr lang="en-US" altLang="zh-CN" dirty="0"/>
              <a:t>Edge ( int num, E weight ) : </a:t>
            </a:r>
            <a:r>
              <a:rPr lang="en-US" altLang="zh-CN" dirty="0" err="1"/>
              <a:t>dest</a:t>
            </a:r>
            <a:r>
              <a:rPr lang="en-US" altLang="zh-CN" dirty="0"/>
              <a:t> (num), cost (weight), link (NULL) { } </a:t>
            </a:r>
          </a:p>
          <a:p>
            <a:pPr marL="0" indent="0">
              <a:buNone/>
            </a:pPr>
            <a:r>
              <a:rPr lang="en-US" altLang="zh-CN" dirty="0"/>
              <a:t>    bool operator != ( Edge&lt;T, E&gt;&amp; R ) const  { return </a:t>
            </a:r>
            <a:r>
              <a:rPr lang="en-US" altLang="zh-CN" dirty="0" err="1"/>
              <a:t>dest</a:t>
            </a:r>
            <a:r>
              <a:rPr lang="en-US" altLang="zh-CN" dirty="0"/>
              <a:t> != </a:t>
            </a:r>
            <a:r>
              <a:rPr lang="en-US" altLang="zh-CN" dirty="0" err="1"/>
              <a:t>R.dest</a:t>
            </a:r>
            <a:r>
              <a:rPr lang="en-US" altLang="zh-CN" dirty="0"/>
              <a:t>; } </a:t>
            </a:r>
          </a:p>
          <a:p>
            <a:pPr marL="0" indent="0">
              <a:buNone/>
            </a:pPr>
            <a:r>
              <a:rPr lang="en-US" altLang="zh-CN" dirty="0"/>
              <a:t>} </a:t>
            </a:r>
          </a:p>
          <a:p>
            <a:pPr marL="0" indent="0">
              <a:buNone/>
            </a:pPr>
            <a:endParaRPr lang="en-US" altLang="zh-CN" dirty="0"/>
          </a:p>
          <a:p>
            <a:pPr marL="0" indent="0">
              <a:buNone/>
            </a:pPr>
            <a:r>
              <a:rPr lang="en-US" altLang="zh-CN" dirty="0"/>
              <a:t>template &lt;class T, class E&gt; struct Vertex { </a:t>
            </a:r>
          </a:p>
          <a:p>
            <a:pPr marL="0" indent="0">
              <a:buNone/>
            </a:pPr>
            <a:r>
              <a:rPr lang="en-US" altLang="zh-CN" dirty="0"/>
              <a:t>    T data;    		  	//</a:t>
            </a:r>
            <a:r>
              <a:rPr lang="zh-CN" altLang="en-US" dirty="0"/>
              <a:t>顶点数据</a:t>
            </a:r>
          </a:p>
          <a:p>
            <a:pPr marL="0" indent="0">
              <a:buNone/>
            </a:pPr>
            <a:r>
              <a:rPr lang="zh-CN" altLang="en-US" dirty="0"/>
              <a:t>    </a:t>
            </a:r>
            <a:r>
              <a:rPr lang="en-US" altLang="zh-CN" dirty="0"/>
              <a:t>Edge &lt;T, E&gt; *adj;        //</a:t>
            </a:r>
            <a:r>
              <a:rPr lang="zh-CN" altLang="en-US" dirty="0"/>
              <a:t>边链表头指针</a:t>
            </a:r>
          </a:p>
          <a:p>
            <a:pPr marL="0" indent="0">
              <a:buNone/>
            </a:pPr>
            <a:r>
              <a:rPr lang="en-US" altLang="zh-CN" dirty="0"/>
              <a:t>}</a:t>
            </a:r>
          </a:p>
          <a:p>
            <a:pPr marL="0" indent="0">
              <a:buNone/>
            </a:pPr>
            <a:endParaRPr lang="zh-CN" altLang="en-US" dirty="0"/>
          </a:p>
        </p:txBody>
      </p:sp>
      <p:sp>
        <p:nvSpPr>
          <p:cNvPr id="4" name="灯片编号占位符 3">
            <a:extLst>
              <a:ext uri="{FF2B5EF4-FFF2-40B4-BE49-F238E27FC236}">
                <a16:creationId xmlns:a16="http://schemas.microsoft.com/office/drawing/2014/main" id="{EE38D9DD-C52B-4EE6-2E1A-52A1ACDC213D}"/>
              </a:ext>
            </a:extLst>
          </p:cNvPr>
          <p:cNvSpPr>
            <a:spLocks noGrp="1"/>
          </p:cNvSpPr>
          <p:nvPr>
            <p:ph type="sldNum" sz="quarter" idx="12"/>
          </p:nvPr>
        </p:nvSpPr>
        <p:spPr/>
        <p:txBody>
          <a:bodyPr/>
          <a:lstStyle/>
          <a:p>
            <a:pPr>
              <a:defRPr/>
            </a:pPr>
            <a:fld id="{2E0F9FB0-350A-4A87-9CD5-1F022F266B97}" type="slidenum">
              <a:rPr lang="en-US" altLang="zh-CN" smtClean="0"/>
              <a:pPr>
                <a:defRPr/>
              </a:pPr>
              <a:t>22</a:t>
            </a:fld>
            <a:endParaRPr lang="en-US" altLang="zh-CN"/>
          </a:p>
        </p:txBody>
      </p:sp>
    </p:spTree>
  </p:cSld>
  <p:clrMapOvr>
    <a:masterClrMapping/>
  </p:clrMapOvr>
  <p:transition>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84509DA-4D7F-4CEB-A61A-C31B1104B6C8}"/>
              </a:ext>
            </a:extLst>
          </p:cNvPr>
          <p:cNvSpPr>
            <a:spLocks noGrp="1"/>
          </p:cNvSpPr>
          <p:nvPr>
            <p:ph idx="1"/>
          </p:nvPr>
        </p:nvSpPr>
        <p:spPr>
          <a:xfrm>
            <a:off x="107504" y="188640"/>
            <a:ext cx="8856984" cy="6480720"/>
          </a:xfrm>
        </p:spPr>
        <p:txBody>
          <a:bodyPr>
            <a:normAutofit fontScale="55000" lnSpcReduction="20000"/>
          </a:bodyPr>
          <a:lstStyle/>
          <a:p>
            <a:pPr marL="0" indent="0">
              <a:buNone/>
            </a:pPr>
            <a:r>
              <a:rPr lang="en-US" altLang="zh-CN" dirty="0"/>
              <a:t>template &lt;class T, class E&gt; class </a:t>
            </a:r>
            <a:r>
              <a:rPr lang="en-US" altLang="zh-CN" dirty="0" err="1"/>
              <a:t>Graphlnk</a:t>
            </a:r>
            <a:r>
              <a:rPr lang="en-US" altLang="zh-CN" dirty="0"/>
              <a:t> : public Graph&lt;T, E&gt; { </a:t>
            </a:r>
            <a:endParaRPr lang="zh-CN" altLang="en-US" dirty="0"/>
          </a:p>
          <a:p>
            <a:pPr marL="0" indent="0">
              <a:buNone/>
            </a:pPr>
            <a:r>
              <a:rPr lang="zh-CN" altLang="en-US" dirty="0"/>
              <a:t>    </a:t>
            </a:r>
            <a:r>
              <a:rPr lang="en-US" altLang="zh-CN" dirty="0"/>
              <a:t>template &lt;T, E&gt; friend </a:t>
            </a:r>
            <a:r>
              <a:rPr lang="en-US" altLang="zh-CN" dirty="0" err="1"/>
              <a:t>istream</a:t>
            </a:r>
            <a:r>
              <a:rPr lang="en-US" altLang="zh-CN" dirty="0"/>
              <a:t>&amp; operator &gt;&gt; (</a:t>
            </a:r>
            <a:r>
              <a:rPr lang="en-US" altLang="zh-CN" dirty="0" err="1"/>
              <a:t>istream</a:t>
            </a:r>
            <a:r>
              <a:rPr lang="en-US" altLang="zh-CN" dirty="0"/>
              <a:t>&amp; in, </a:t>
            </a:r>
            <a:r>
              <a:rPr lang="en-US" altLang="zh-CN" dirty="0" err="1"/>
              <a:t>Graphlnk</a:t>
            </a:r>
            <a:r>
              <a:rPr lang="en-US" altLang="zh-CN" dirty="0"/>
              <a:t>&lt;T, E&gt;&amp; G);</a:t>
            </a:r>
          </a:p>
          <a:p>
            <a:pPr marL="0" indent="0">
              <a:buNone/>
            </a:pPr>
            <a:r>
              <a:rPr lang="en-US" altLang="zh-CN" dirty="0"/>
              <a:t>    template&lt;T,E&gt; friend </a:t>
            </a:r>
            <a:r>
              <a:rPr lang="en-US" altLang="zh-CN" dirty="0" err="1"/>
              <a:t>ostream</a:t>
            </a:r>
            <a:r>
              <a:rPr lang="en-US" altLang="zh-CN" dirty="0"/>
              <a:t>&amp; operator &lt;&lt; (</a:t>
            </a:r>
            <a:r>
              <a:rPr lang="en-US" altLang="zh-CN" dirty="0" err="1"/>
              <a:t>ostream</a:t>
            </a:r>
            <a:r>
              <a:rPr lang="en-US" altLang="zh-CN" dirty="0"/>
              <a:t>&amp; out, </a:t>
            </a:r>
            <a:r>
              <a:rPr lang="en-US" altLang="zh-CN" dirty="0" err="1"/>
              <a:t>Graphlnk</a:t>
            </a:r>
            <a:r>
              <a:rPr lang="en-US" altLang="zh-CN" dirty="0"/>
              <a:t>&lt;T, E&gt;&amp; G);</a:t>
            </a:r>
          </a:p>
          <a:p>
            <a:pPr marL="0" indent="0">
              <a:buNone/>
            </a:pPr>
            <a:r>
              <a:rPr lang="en-US" altLang="zh-CN" dirty="0"/>
              <a:t>public:</a:t>
            </a:r>
          </a:p>
          <a:p>
            <a:pPr marL="0" indent="0">
              <a:buNone/>
            </a:pPr>
            <a:r>
              <a:rPr lang="en-US" altLang="zh-CN" dirty="0"/>
              <a:t>    </a:t>
            </a:r>
            <a:r>
              <a:rPr lang="en-US" altLang="zh-CN" dirty="0" err="1"/>
              <a:t>Graphlnk</a:t>
            </a:r>
            <a:r>
              <a:rPr lang="en-US" altLang="zh-CN" dirty="0"/>
              <a:t> ( int </a:t>
            </a:r>
            <a:r>
              <a:rPr lang="en-US" altLang="zh-CN" dirty="0" err="1"/>
              <a:t>sz</a:t>
            </a:r>
            <a:r>
              <a:rPr lang="en-US" altLang="zh-CN" dirty="0"/>
              <a:t> = </a:t>
            </a:r>
            <a:r>
              <a:rPr lang="en-US" altLang="zh-CN" dirty="0" err="1"/>
              <a:t>DefaultVertices</a:t>
            </a:r>
            <a:r>
              <a:rPr lang="en-US" altLang="zh-CN" dirty="0"/>
              <a:t> );	    ~</a:t>
            </a:r>
            <a:r>
              <a:rPr lang="en-US" altLang="zh-CN" dirty="0" err="1"/>
              <a:t>Graphlnk</a:t>
            </a:r>
            <a:r>
              <a:rPr lang="en-US" altLang="zh-CN" dirty="0"/>
              <a:t> ( );</a:t>
            </a:r>
          </a:p>
          <a:p>
            <a:pPr marL="0" indent="0">
              <a:buNone/>
            </a:pPr>
            <a:r>
              <a:rPr lang="en-US" altLang="zh-CN" dirty="0"/>
              <a:t>    T </a:t>
            </a:r>
            <a:r>
              <a:rPr lang="en-US" altLang="zh-CN" dirty="0" err="1"/>
              <a:t>getValue</a:t>
            </a:r>
            <a:r>
              <a:rPr lang="en-US" altLang="zh-CN" dirty="0"/>
              <a:t> ( int </a:t>
            </a:r>
            <a:r>
              <a:rPr lang="en-US" altLang="zh-CN" dirty="0" err="1"/>
              <a:t>i</a:t>
            </a:r>
            <a:r>
              <a:rPr lang="en-US" altLang="zh-CN" dirty="0"/>
              <a:t> )</a:t>
            </a:r>
          </a:p>
          <a:p>
            <a:pPr marL="0" indent="0">
              <a:buNone/>
            </a:pPr>
            <a:r>
              <a:rPr lang="en-US" altLang="zh-CN" dirty="0"/>
              <a:t>       { return (</a:t>
            </a:r>
            <a:r>
              <a:rPr lang="en-US" altLang="zh-CN" dirty="0" err="1"/>
              <a:t>i</a:t>
            </a:r>
            <a:r>
              <a:rPr lang="en-US" altLang="zh-CN" dirty="0"/>
              <a:t> &gt;= 0 &amp;&amp; </a:t>
            </a:r>
            <a:r>
              <a:rPr lang="en-US" altLang="zh-CN" dirty="0" err="1"/>
              <a:t>i</a:t>
            </a:r>
            <a:r>
              <a:rPr lang="en-US" altLang="zh-CN" dirty="0"/>
              <a:t> &lt; </a:t>
            </a:r>
            <a:r>
              <a:rPr lang="en-US" altLang="zh-CN" dirty="0" err="1"/>
              <a:t>numVertices</a:t>
            </a:r>
            <a:r>
              <a:rPr lang="en-US" altLang="zh-CN" dirty="0"/>
              <a:t>) ? </a:t>
            </a:r>
            <a:r>
              <a:rPr lang="en-US" altLang="zh-CN" dirty="0" err="1"/>
              <a:t>NodeTable</a:t>
            </a:r>
            <a:r>
              <a:rPr lang="en-US" altLang="zh-CN" dirty="0"/>
              <a:t>[</a:t>
            </a:r>
            <a:r>
              <a:rPr lang="en-US" altLang="zh-CN" dirty="0" err="1"/>
              <a:t>i</a:t>
            </a:r>
            <a:r>
              <a:rPr lang="en-US" altLang="zh-CN" dirty="0"/>
              <a:t>].data : 0; }</a:t>
            </a:r>
          </a:p>
          <a:p>
            <a:pPr marL="0" indent="0">
              <a:buNone/>
            </a:pPr>
            <a:r>
              <a:rPr lang="en-US" altLang="zh-CN" dirty="0"/>
              <a:t>    E </a:t>
            </a:r>
            <a:r>
              <a:rPr lang="en-US" altLang="zh-CN" dirty="0" err="1"/>
              <a:t>getWeight</a:t>
            </a:r>
            <a:r>
              <a:rPr lang="en-US" altLang="zh-CN" dirty="0"/>
              <a:t> ( int v1,  int v2 );       bool </a:t>
            </a:r>
            <a:r>
              <a:rPr lang="en-US" altLang="zh-CN" dirty="0" err="1"/>
              <a:t>insertVertex</a:t>
            </a:r>
            <a:r>
              <a:rPr lang="en-US" altLang="zh-CN" dirty="0"/>
              <a:t> ( const T&amp; vertex );</a:t>
            </a:r>
          </a:p>
          <a:p>
            <a:pPr marL="0" indent="0">
              <a:buNone/>
            </a:pPr>
            <a:r>
              <a:rPr lang="en-US" altLang="zh-CN" dirty="0"/>
              <a:t>    bool </a:t>
            </a:r>
            <a:r>
              <a:rPr lang="en-US" altLang="zh-CN" dirty="0" err="1"/>
              <a:t>removeVertex</a:t>
            </a:r>
            <a:r>
              <a:rPr lang="en-US" altLang="zh-CN" dirty="0"/>
              <a:t> ( int v );          bool </a:t>
            </a:r>
            <a:r>
              <a:rPr lang="en-US" altLang="zh-CN" dirty="0" err="1"/>
              <a:t>insertEdge</a:t>
            </a:r>
            <a:r>
              <a:rPr lang="en-US" altLang="zh-CN" dirty="0"/>
              <a:t> ( int v1,  int v2, E cost );</a:t>
            </a:r>
          </a:p>
          <a:p>
            <a:pPr marL="0" indent="0">
              <a:buNone/>
            </a:pPr>
            <a:r>
              <a:rPr lang="en-US" altLang="zh-CN" dirty="0"/>
              <a:t>    bool </a:t>
            </a:r>
            <a:r>
              <a:rPr lang="en-US" altLang="zh-CN" dirty="0" err="1"/>
              <a:t>removeEdge</a:t>
            </a:r>
            <a:r>
              <a:rPr lang="en-US" altLang="zh-CN" dirty="0"/>
              <a:t> ( int v1,  int v2 );      int </a:t>
            </a:r>
            <a:r>
              <a:rPr lang="en-US" altLang="zh-CN" dirty="0" err="1"/>
              <a:t>getFirstNeighbor</a:t>
            </a:r>
            <a:r>
              <a:rPr lang="en-US" altLang="zh-CN" dirty="0"/>
              <a:t> ( int v );	    </a:t>
            </a:r>
          </a:p>
          <a:p>
            <a:pPr marL="0" indent="0">
              <a:buNone/>
            </a:pPr>
            <a:r>
              <a:rPr lang="en-US" altLang="zh-CN" dirty="0"/>
              <a:t>    int </a:t>
            </a:r>
            <a:r>
              <a:rPr lang="en-US" altLang="zh-CN" dirty="0" err="1"/>
              <a:t>getNextNeighbor</a:t>
            </a:r>
            <a:r>
              <a:rPr lang="en-US" altLang="zh-CN" dirty="0"/>
              <a:t> ( int v,  int w );</a:t>
            </a:r>
          </a:p>
          <a:p>
            <a:pPr marL="0" indent="0">
              <a:buNone/>
            </a:pPr>
            <a:r>
              <a:rPr lang="en-US" altLang="zh-CN" dirty="0"/>
              <a:t>private:</a:t>
            </a:r>
          </a:p>
          <a:p>
            <a:pPr marL="0" indent="0">
              <a:buNone/>
            </a:pPr>
            <a:r>
              <a:rPr lang="en-US" altLang="zh-CN" dirty="0"/>
              <a:t>   Vertex&lt;T, E&gt; * </a:t>
            </a:r>
            <a:r>
              <a:rPr lang="en-US" altLang="zh-CN" dirty="0" err="1"/>
              <a:t>NodeTable</a:t>
            </a:r>
            <a:r>
              <a:rPr lang="en-US" altLang="zh-CN" dirty="0"/>
              <a:t>;    //</a:t>
            </a:r>
            <a:r>
              <a:rPr lang="zh-CN" altLang="en-US" dirty="0"/>
              <a:t>顶点表</a:t>
            </a:r>
            <a:endParaRPr lang="en-US" altLang="zh-CN" dirty="0"/>
          </a:p>
          <a:p>
            <a:pPr marL="0" indent="0">
              <a:buNone/>
            </a:pPr>
            <a:r>
              <a:rPr lang="en-US" altLang="zh-CN" dirty="0"/>
              <a:t>   int </a:t>
            </a:r>
            <a:r>
              <a:rPr lang="en-US" altLang="zh-CN" dirty="0" err="1"/>
              <a:t>numVertices</a:t>
            </a:r>
            <a:r>
              <a:rPr lang="en-US" altLang="zh-CN" dirty="0"/>
              <a:t>, </a:t>
            </a:r>
            <a:r>
              <a:rPr lang="en-US" altLang="zh-CN" dirty="0" err="1"/>
              <a:t>maxVertices</a:t>
            </a:r>
            <a:r>
              <a:rPr lang="en-US" altLang="zh-CN" dirty="0"/>
              <a:t> , </a:t>
            </a:r>
            <a:r>
              <a:rPr lang="en-US" altLang="zh-CN" dirty="0" err="1"/>
              <a:t>numEdges</a:t>
            </a:r>
            <a:r>
              <a:rPr lang="en-US" altLang="zh-CN" dirty="0"/>
              <a:t> ;</a:t>
            </a:r>
            <a:endParaRPr lang="zh-CN" altLang="en-US" dirty="0"/>
          </a:p>
          <a:p>
            <a:pPr marL="0" indent="0">
              <a:buNone/>
            </a:pPr>
            <a:r>
              <a:rPr lang="zh-CN" altLang="en-US" dirty="0"/>
              <a:t>   </a:t>
            </a:r>
            <a:r>
              <a:rPr lang="en-US" altLang="zh-CN" dirty="0"/>
              <a:t>int </a:t>
            </a:r>
            <a:r>
              <a:rPr lang="en-US" altLang="zh-CN" dirty="0" err="1"/>
              <a:t>getVertexPos</a:t>
            </a:r>
            <a:r>
              <a:rPr lang="en-US" altLang="zh-CN" dirty="0"/>
              <a:t> ( const T vertex ) {</a:t>
            </a:r>
          </a:p>
          <a:p>
            <a:pPr marL="0" indent="0">
              <a:buNone/>
            </a:pPr>
            <a:r>
              <a:rPr lang="en-US" altLang="zh-CN" dirty="0"/>
              <a:t>       for(int </a:t>
            </a:r>
            <a:r>
              <a:rPr lang="en-US" altLang="zh-CN" dirty="0" err="1"/>
              <a:t>i</a:t>
            </a:r>
            <a:r>
              <a:rPr lang="en-US" altLang="zh-CN" dirty="0"/>
              <a:t>=0; </a:t>
            </a:r>
            <a:r>
              <a:rPr lang="en-US" altLang="zh-CN" dirty="0" err="1"/>
              <a:t>i</a:t>
            </a:r>
            <a:r>
              <a:rPr lang="en-US" altLang="zh-CN" dirty="0"/>
              <a:t>&lt;</a:t>
            </a:r>
            <a:r>
              <a:rPr lang="en-US" altLang="zh-CN" dirty="0" err="1"/>
              <a:t>numVertices</a:t>
            </a:r>
            <a:r>
              <a:rPr lang="en-US" altLang="zh-CN" dirty="0"/>
              <a:t>; </a:t>
            </a:r>
            <a:r>
              <a:rPr lang="en-US" altLang="zh-CN" dirty="0" err="1"/>
              <a:t>i</a:t>
            </a:r>
            <a:r>
              <a:rPr lang="en-US" altLang="zh-CN" dirty="0"/>
              <a:t>++) if(</a:t>
            </a:r>
            <a:r>
              <a:rPr lang="en-US" altLang="zh-CN" dirty="0" err="1"/>
              <a:t>NodeTable</a:t>
            </a:r>
            <a:r>
              <a:rPr lang="en-US" altLang="zh-CN" dirty="0"/>
              <a:t>[</a:t>
            </a:r>
            <a:r>
              <a:rPr lang="en-US" altLang="zh-CN" dirty="0" err="1"/>
              <a:t>i</a:t>
            </a:r>
            <a:r>
              <a:rPr lang="en-US" altLang="zh-CN" dirty="0"/>
              <a:t>].data == vertex) return </a:t>
            </a:r>
            <a:r>
              <a:rPr lang="en-US" altLang="zh-CN" dirty="0" err="1"/>
              <a:t>i</a:t>
            </a:r>
            <a:r>
              <a:rPr lang="en-US" altLang="zh-CN" dirty="0"/>
              <a:t>;</a:t>
            </a:r>
          </a:p>
          <a:p>
            <a:pPr marL="0" indent="0">
              <a:buNone/>
            </a:pPr>
            <a:r>
              <a:rPr lang="en-US" altLang="zh-CN" dirty="0"/>
              <a:t>       return -1;</a:t>
            </a:r>
          </a:p>
          <a:p>
            <a:pPr marL="0" indent="0">
              <a:buNone/>
            </a:pPr>
            <a:r>
              <a:rPr lang="en-US" altLang="zh-CN" dirty="0"/>
              <a:t>   }</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9080E814-9D40-347F-A63B-71CB2DD7D464}"/>
              </a:ext>
            </a:extLst>
          </p:cNvPr>
          <p:cNvSpPr>
            <a:spLocks noGrp="1"/>
          </p:cNvSpPr>
          <p:nvPr>
            <p:ph type="sldNum" sz="quarter" idx="12"/>
          </p:nvPr>
        </p:nvSpPr>
        <p:spPr/>
        <p:txBody>
          <a:bodyPr/>
          <a:lstStyle/>
          <a:p>
            <a:pPr>
              <a:defRPr/>
            </a:pPr>
            <a:fld id="{2E0F9FB0-350A-4A87-9CD5-1F022F266B97}" type="slidenum">
              <a:rPr lang="en-US" altLang="zh-CN" smtClean="0"/>
              <a:pPr>
                <a:defRPr/>
              </a:pPr>
              <a:t>23</a:t>
            </a:fld>
            <a:endParaRPr lang="en-US" altLang="zh-CN"/>
          </a:p>
        </p:txBody>
      </p:sp>
    </p:spTree>
  </p:cSld>
  <p:clrMapOvr>
    <a:masterClrMapping/>
  </p:clrMapOvr>
  <p:transition>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280139B-CBA9-449E-8FCF-80EDCEF6099F}"/>
              </a:ext>
            </a:extLst>
          </p:cNvPr>
          <p:cNvSpPr>
            <a:spLocks noGrp="1"/>
          </p:cNvSpPr>
          <p:nvPr>
            <p:ph idx="1"/>
          </p:nvPr>
        </p:nvSpPr>
        <p:spPr>
          <a:xfrm>
            <a:off x="628650" y="476672"/>
            <a:ext cx="7886700" cy="5700291"/>
          </a:xfrm>
        </p:spPr>
        <p:txBody>
          <a:bodyPr>
            <a:normAutofit fontScale="77500" lnSpcReduction="20000"/>
          </a:bodyPr>
          <a:lstStyle/>
          <a:p>
            <a:pPr marL="0" indent="0">
              <a:buNone/>
            </a:pPr>
            <a:r>
              <a:rPr lang="zh-CN" altLang="en-US" dirty="0"/>
              <a:t>邻接表的构造函数和析构函数</a:t>
            </a:r>
          </a:p>
          <a:p>
            <a:pPr marL="0" indent="0">
              <a:buNone/>
            </a:pPr>
            <a:r>
              <a:rPr lang="en-US" altLang="zh-CN" dirty="0"/>
              <a:t>template &lt;class T, class E&gt; </a:t>
            </a:r>
          </a:p>
          <a:p>
            <a:pPr marL="0" indent="0">
              <a:buNone/>
            </a:pPr>
            <a:r>
              <a:rPr lang="en-US" altLang="zh-CN" dirty="0" err="1"/>
              <a:t>Graphlnk</a:t>
            </a:r>
            <a:r>
              <a:rPr lang="en-US" altLang="zh-CN" dirty="0"/>
              <a:t> &lt;T, E&gt; :: </a:t>
            </a:r>
            <a:r>
              <a:rPr lang="en-US" altLang="zh-CN" dirty="0" err="1"/>
              <a:t>Graphlnk</a:t>
            </a:r>
            <a:r>
              <a:rPr lang="en-US" altLang="zh-CN" dirty="0"/>
              <a:t> ( int </a:t>
            </a:r>
            <a:r>
              <a:rPr lang="en-US" altLang="zh-CN" dirty="0" err="1"/>
              <a:t>sz</a:t>
            </a:r>
            <a:r>
              <a:rPr lang="en-US" altLang="zh-CN" dirty="0"/>
              <a:t> ) {</a:t>
            </a:r>
          </a:p>
          <a:p>
            <a:pPr marL="0" indent="0">
              <a:buNone/>
            </a:pPr>
            <a:r>
              <a:rPr lang="en-US" altLang="zh-CN" dirty="0"/>
              <a:t>     </a:t>
            </a:r>
            <a:r>
              <a:rPr lang="en-US" altLang="zh-CN" dirty="0" err="1"/>
              <a:t>maxVertices</a:t>
            </a:r>
            <a:r>
              <a:rPr lang="en-US" altLang="zh-CN" dirty="0"/>
              <a:t> = </a:t>
            </a:r>
            <a:r>
              <a:rPr lang="en-US" altLang="zh-CN" dirty="0" err="1"/>
              <a:t>sz</a:t>
            </a:r>
            <a:r>
              <a:rPr lang="en-US" altLang="zh-CN" dirty="0"/>
              <a:t>;   </a:t>
            </a:r>
            <a:r>
              <a:rPr lang="en-US" altLang="zh-CN" dirty="0" err="1"/>
              <a:t>numVertices</a:t>
            </a:r>
            <a:r>
              <a:rPr lang="en-US" altLang="zh-CN" dirty="0"/>
              <a:t> = 0; </a:t>
            </a:r>
          </a:p>
          <a:p>
            <a:pPr marL="0" indent="0">
              <a:buNone/>
            </a:pPr>
            <a:r>
              <a:rPr lang="en-US" altLang="zh-CN" dirty="0"/>
              <a:t>     </a:t>
            </a:r>
            <a:r>
              <a:rPr lang="en-US" altLang="zh-CN" dirty="0" err="1"/>
              <a:t>numEdges</a:t>
            </a:r>
            <a:r>
              <a:rPr lang="en-US" altLang="zh-CN" dirty="0"/>
              <a:t> = 0;</a:t>
            </a:r>
          </a:p>
          <a:p>
            <a:pPr marL="0" indent="0">
              <a:buNone/>
            </a:pPr>
            <a:r>
              <a:rPr lang="en-US" altLang="zh-CN" dirty="0"/>
              <a:t>     </a:t>
            </a:r>
            <a:r>
              <a:rPr lang="en-US" altLang="zh-CN" dirty="0" err="1"/>
              <a:t>NodeTable</a:t>
            </a:r>
            <a:r>
              <a:rPr lang="en-US" altLang="zh-CN" dirty="0"/>
              <a:t> = new Vertex&lt;T, E&gt; [</a:t>
            </a:r>
            <a:r>
              <a:rPr lang="en-US" altLang="zh-CN" dirty="0" err="1"/>
              <a:t>maxVertices</a:t>
            </a:r>
            <a:r>
              <a:rPr lang="en-US" altLang="zh-CN" dirty="0"/>
              <a:t>]; </a:t>
            </a:r>
          </a:p>
          <a:p>
            <a:pPr marL="0" indent="0">
              <a:buNone/>
            </a:pPr>
            <a:r>
              <a:rPr lang="en-US" altLang="zh-CN" dirty="0"/>
              <a:t>                             //</a:t>
            </a:r>
            <a:r>
              <a:rPr lang="zh-CN" altLang="en-US" dirty="0"/>
              <a:t>创建顶点表</a:t>
            </a:r>
          </a:p>
          <a:p>
            <a:pPr marL="0" indent="0">
              <a:buNone/>
            </a:pPr>
            <a:r>
              <a:rPr lang="zh-CN" altLang="en-US" dirty="0"/>
              <a:t>     </a:t>
            </a:r>
            <a:r>
              <a:rPr lang="en-US" altLang="zh-CN" dirty="0"/>
              <a:t>if (</a:t>
            </a:r>
            <a:r>
              <a:rPr lang="en-US" altLang="zh-CN" dirty="0" err="1"/>
              <a:t>NodeTable</a:t>
            </a:r>
            <a:r>
              <a:rPr lang="en-US" altLang="zh-CN" dirty="0"/>
              <a:t> == NULL) </a:t>
            </a:r>
          </a:p>
          <a:p>
            <a:pPr marL="0" indent="0">
              <a:buNone/>
            </a:pPr>
            <a:r>
              <a:rPr lang="en-US" altLang="zh-CN" dirty="0"/>
              <a:t>         {</a:t>
            </a:r>
            <a:r>
              <a:rPr lang="en-US" altLang="zh-CN" dirty="0" err="1"/>
              <a:t>cerr</a:t>
            </a:r>
            <a:r>
              <a:rPr lang="en-US" altLang="zh-CN" dirty="0"/>
              <a:t> &lt;&lt; "</a:t>
            </a:r>
            <a:r>
              <a:rPr lang="zh-CN" altLang="en-US" dirty="0"/>
              <a:t>存储分配错！</a:t>
            </a:r>
            <a:r>
              <a:rPr lang="en-US" altLang="zh-CN" dirty="0"/>
              <a:t>"</a:t>
            </a:r>
            <a:r>
              <a:rPr lang="zh-CN" altLang="en-US" dirty="0"/>
              <a:t> </a:t>
            </a:r>
            <a:r>
              <a:rPr lang="en-US" altLang="zh-CN" dirty="0"/>
              <a:t>&lt;&lt; </a:t>
            </a:r>
            <a:r>
              <a:rPr lang="en-US" altLang="zh-CN" dirty="0" err="1"/>
              <a:t>endl</a:t>
            </a:r>
            <a:r>
              <a:rPr lang="en-US" altLang="zh-CN" dirty="0"/>
              <a:t>; exit(1); } </a:t>
            </a:r>
          </a:p>
          <a:p>
            <a:pPr marL="0" indent="0">
              <a:buNone/>
            </a:pPr>
            <a:r>
              <a:rPr lang="en-US" altLang="zh-CN" dirty="0"/>
              <a:t>     for (int </a:t>
            </a:r>
            <a:r>
              <a:rPr lang="en-US" altLang="zh-CN" dirty="0" err="1"/>
              <a:t>i</a:t>
            </a:r>
            <a:r>
              <a:rPr lang="en-US" altLang="zh-CN" dirty="0"/>
              <a:t>=0; </a:t>
            </a:r>
            <a:r>
              <a:rPr lang="en-US" altLang="zh-CN" dirty="0" err="1"/>
              <a:t>i</a:t>
            </a:r>
            <a:r>
              <a:rPr lang="en-US" altLang="zh-CN" dirty="0"/>
              <a:t>&lt;</a:t>
            </a:r>
            <a:r>
              <a:rPr lang="en-US" altLang="zh-CN" dirty="0" err="1"/>
              <a:t>maxVertices</a:t>
            </a:r>
            <a:r>
              <a:rPr lang="en-US" altLang="zh-CN" dirty="0"/>
              <a:t>; </a:t>
            </a:r>
            <a:r>
              <a:rPr lang="en-US" altLang="zh-CN" dirty="0" err="1"/>
              <a:t>i</a:t>
            </a:r>
            <a:r>
              <a:rPr lang="en-US" altLang="zh-CN" dirty="0"/>
              <a:t>++) </a:t>
            </a:r>
          </a:p>
          <a:p>
            <a:pPr marL="0" indent="0">
              <a:buNone/>
            </a:pPr>
            <a:r>
              <a:rPr lang="en-US" altLang="zh-CN" dirty="0"/>
              <a:t>         </a:t>
            </a:r>
            <a:r>
              <a:rPr lang="en-US" altLang="zh-CN" dirty="0" err="1"/>
              <a:t>NodeTable</a:t>
            </a:r>
            <a:r>
              <a:rPr lang="en-US" altLang="zh-CN" dirty="0"/>
              <a:t>[</a:t>
            </a:r>
            <a:r>
              <a:rPr lang="en-US" altLang="zh-CN" dirty="0" err="1"/>
              <a:t>i</a:t>
            </a:r>
            <a:r>
              <a:rPr lang="en-US" altLang="zh-CN" dirty="0"/>
              <a:t>].adj = NULL;</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0029B253-D9F0-6BEC-6CD3-208EE135CA28}"/>
              </a:ext>
            </a:extLst>
          </p:cNvPr>
          <p:cNvSpPr>
            <a:spLocks noGrp="1"/>
          </p:cNvSpPr>
          <p:nvPr>
            <p:ph type="sldNum" sz="quarter" idx="12"/>
          </p:nvPr>
        </p:nvSpPr>
        <p:spPr/>
        <p:txBody>
          <a:bodyPr/>
          <a:lstStyle/>
          <a:p>
            <a:pPr>
              <a:defRPr/>
            </a:pPr>
            <a:fld id="{2E0F9FB0-350A-4A87-9CD5-1F022F266B97}" type="slidenum">
              <a:rPr lang="en-US" altLang="zh-CN" smtClean="0"/>
              <a:pPr>
                <a:defRPr/>
              </a:pPr>
              <a:t>24</a:t>
            </a:fld>
            <a:endParaRPr lang="en-US" altLang="zh-CN"/>
          </a:p>
        </p:txBody>
      </p:sp>
    </p:spTree>
  </p:cSld>
  <p:clrMapOvr>
    <a:masterClrMapping/>
  </p:clrMapOvr>
  <p:transition>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8D82A13-D9DD-4799-9E30-EE0C7E5C2A13}"/>
              </a:ext>
            </a:extLst>
          </p:cNvPr>
          <p:cNvSpPr>
            <a:spLocks noGrp="1"/>
          </p:cNvSpPr>
          <p:nvPr>
            <p:ph idx="1"/>
          </p:nvPr>
        </p:nvSpPr>
        <p:spPr>
          <a:xfrm>
            <a:off x="628650" y="404664"/>
            <a:ext cx="7886700" cy="5772299"/>
          </a:xfrm>
        </p:spPr>
        <p:txBody>
          <a:bodyPr>
            <a:normAutofit fontScale="85000" lnSpcReduction="10000"/>
          </a:bodyPr>
          <a:lstStyle/>
          <a:p>
            <a:pPr marL="0" indent="0">
              <a:buNone/>
            </a:pPr>
            <a:r>
              <a:rPr lang="en-US" altLang="zh-CN" dirty="0"/>
              <a:t>template &lt;class T, class E&gt; </a:t>
            </a:r>
            <a:r>
              <a:rPr lang="en-US" altLang="zh-CN" dirty="0" err="1"/>
              <a:t>Graphlnk</a:t>
            </a:r>
            <a:r>
              <a:rPr lang="en-US" altLang="zh-CN" dirty="0"/>
              <a:t> &lt;T, E&gt; :: </a:t>
            </a:r>
          </a:p>
          <a:p>
            <a:pPr marL="0" indent="0">
              <a:buNone/>
            </a:pPr>
            <a:r>
              <a:rPr lang="en-US" altLang="zh-CN" dirty="0"/>
              <a:t>~</a:t>
            </a:r>
            <a:r>
              <a:rPr lang="en-US" altLang="zh-CN" dirty="0" err="1"/>
              <a:t>Graphlnk</a:t>
            </a:r>
            <a:r>
              <a:rPr lang="en-US" altLang="zh-CN" dirty="0"/>
              <a:t> ( ) {</a:t>
            </a:r>
          </a:p>
          <a:p>
            <a:pPr marL="0" indent="0">
              <a:buNone/>
            </a:pPr>
            <a:r>
              <a:rPr lang="en-US" altLang="zh-CN" dirty="0"/>
              <a:t>    for ( int </a:t>
            </a:r>
            <a:r>
              <a:rPr lang="en-US" altLang="zh-CN" dirty="0" err="1"/>
              <a:t>i</a:t>
            </a:r>
            <a:r>
              <a:rPr lang="en-US" altLang="zh-CN" dirty="0"/>
              <a:t> = 0; </a:t>
            </a:r>
            <a:r>
              <a:rPr lang="en-US" altLang="zh-CN" dirty="0" err="1"/>
              <a:t>i</a:t>
            </a:r>
            <a:r>
              <a:rPr lang="en-US" altLang="zh-CN" dirty="0"/>
              <a:t> &lt; </a:t>
            </a:r>
            <a:r>
              <a:rPr lang="en-US" altLang="zh-CN" dirty="0" err="1"/>
              <a:t>numVertices</a:t>
            </a:r>
            <a:r>
              <a:rPr lang="en-US" altLang="zh-CN" dirty="0"/>
              <a:t>; </a:t>
            </a:r>
            <a:r>
              <a:rPr lang="en-US" altLang="zh-CN" dirty="0" err="1"/>
              <a:t>i</a:t>
            </a:r>
            <a:r>
              <a:rPr lang="en-US" altLang="zh-CN" dirty="0"/>
              <a:t>++ ) {</a:t>
            </a:r>
          </a:p>
          <a:p>
            <a:pPr marL="0" indent="0">
              <a:buNone/>
            </a:pPr>
            <a:r>
              <a:rPr lang="en-US" altLang="zh-CN" dirty="0"/>
              <a:t>       Edge&lt;T, E&gt; *p = </a:t>
            </a:r>
            <a:r>
              <a:rPr lang="en-US" altLang="zh-CN" dirty="0" err="1"/>
              <a:t>NodeTable</a:t>
            </a:r>
            <a:r>
              <a:rPr lang="en-US" altLang="zh-CN" dirty="0"/>
              <a:t>[</a:t>
            </a:r>
            <a:r>
              <a:rPr lang="en-US" altLang="zh-CN" dirty="0" err="1"/>
              <a:t>i</a:t>
            </a:r>
            <a:r>
              <a:rPr lang="en-US" altLang="zh-CN" dirty="0"/>
              <a:t>].adj;</a:t>
            </a:r>
          </a:p>
          <a:p>
            <a:pPr marL="0" indent="0">
              <a:buNone/>
            </a:pPr>
            <a:r>
              <a:rPr lang="en-US" altLang="zh-CN" dirty="0"/>
              <a:t>       while ( p != NULL ) {           //</a:t>
            </a:r>
            <a:r>
              <a:rPr lang="zh-CN" altLang="en-US" dirty="0"/>
              <a:t>逐条边释放</a:t>
            </a:r>
          </a:p>
          <a:p>
            <a:pPr marL="0" indent="0">
              <a:buNone/>
            </a:pPr>
            <a:r>
              <a:rPr lang="zh-CN" altLang="en-US" dirty="0"/>
              <a:t>           </a:t>
            </a:r>
            <a:r>
              <a:rPr lang="en-US" altLang="zh-CN" dirty="0" err="1"/>
              <a:t>NodeTable</a:t>
            </a:r>
            <a:r>
              <a:rPr lang="en-US" altLang="zh-CN" dirty="0"/>
              <a:t>[</a:t>
            </a:r>
            <a:r>
              <a:rPr lang="en-US" altLang="zh-CN" dirty="0" err="1"/>
              <a:t>i</a:t>
            </a:r>
            <a:r>
              <a:rPr lang="en-US" altLang="zh-CN" dirty="0"/>
              <a:t>].adj = p-&gt;link;  </a:t>
            </a:r>
          </a:p>
          <a:p>
            <a:pPr marL="0" indent="0">
              <a:buNone/>
            </a:pPr>
            <a:r>
              <a:rPr lang="en-US" altLang="zh-CN" dirty="0"/>
              <a:t>           delete p; </a:t>
            </a:r>
          </a:p>
          <a:p>
            <a:pPr marL="0" indent="0">
              <a:buNone/>
            </a:pPr>
            <a:r>
              <a:rPr lang="en-US" altLang="zh-CN" dirty="0"/>
              <a:t>           p = </a:t>
            </a:r>
            <a:r>
              <a:rPr lang="en-US" altLang="zh-CN" dirty="0" err="1"/>
              <a:t>NodeTable</a:t>
            </a:r>
            <a:r>
              <a:rPr lang="en-US" altLang="zh-CN" dirty="0"/>
              <a:t>[</a:t>
            </a:r>
            <a:r>
              <a:rPr lang="en-US" altLang="zh-CN" dirty="0" err="1"/>
              <a:t>i</a:t>
            </a:r>
            <a:r>
              <a:rPr lang="en-US" altLang="zh-CN" dirty="0"/>
              <a:t>].adj;</a:t>
            </a:r>
          </a:p>
          <a:p>
            <a:pPr marL="0" indent="0">
              <a:buNone/>
            </a:pPr>
            <a:r>
              <a:rPr lang="en-US" altLang="zh-CN" dirty="0"/>
              <a:t>       }</a:t>
            </a:r>
          </a:p>
          <a:p>
            <a:pPr marL="0" indent="0">
              <a:buNone/>
            </a:pPr>
            <a:r>
              <a:rPr lang="en-US" altLang="zh-CN" dirty="0"/>
              <a:t>    }</a:t>
            </a:r>
          </a:p>
          <a:p>
            <a:pPr marL="0" indent="0">
              <a:buNone/>
            </a:pPr>
            <a:r>
              <a:rPr lang="en-US" altLang="zh-CN" dirty="0"/>
              <a:t>    delete [ ] </a:t>
            </a:r>
            <a:r>
              <a:rPr lang="en-US" altLang="zh-CN" dirty="0" err="1"/>
              <a:t>NodeTable</a:t>
            </a:r>
            <a:r>
              <a:rPr lang="en-US" altLang="zh-CN" dirty="0"/>
              <a:t>;             //</a:t>
            </a:r>
            <a:r>
              <a:rPr lang="zh-CN" altLang="en-US" dirty="0"/>
              <a:t>释放顶点表</a:t>
            </a:r>
          </a:p>
          <a:p>
            <a:pPr marL="0" indent="0">
              <a:buNone/>
            </a:pPr>
            <a:r>
              <a:rPr lang="en-US" altLang="zh-CN" dirty="0"/>
              <a:t>}</a:t>
            </a:r>
          </a:p>
        </p:txBody>
      </p:sp>
      <p:sp>
        <p:nvSpPr>
          <p:cNvPr id="2" name="灯片编号占位符 1">
            <a:extLst>
              <a:ext uri="{FF2B5EF4-FFF2-40B4-BE49-F238E27FC236}">
                <a16:creationId xmlns:a16="http://schemas.microsoft.com/office/drawing/2014/main" id="{87C2148A-B267-6AD3-801C-346D6FDE5921}"/>
              </a:ext>
            </a:extLst>
          </p:cNvPr>
          <p:cNvSpPr>
            <a:spLocks noGrp="1"/>
          </p:cNvSpPr>
          <p:nvPr>
            <p:ph type="sldNum" sz="quarter" idx="12"/>
          </p:nvPr>
        </p:nvSpPr>
        <p:spPr/>
        <p:txBody>
          <a:bodyPr/>
          <a:lstStyle/>
          <a:p>
            <a:pPr>
              <a:defRPr/>
            </a:pPr>
            <a:fld id="{2E0F9FB0-350A-4A87-9CD5-1F022F266B97}" type="slidenum">
              <a:rPr lang="en-US" altLang="zh-CN" smtClean="0"/>
              <a:pPr>
                <a:defRPr/>
              </a:pPr>
              <a:t>25</a:t>
            </a:fld>
            <a:endParaRPr lang="en-US" altLang="zh-CN"/>
          </a:p>
        </p:txBody>
      </p:sp>
    </p:spTree>
  </p:cSld>
  <p:clrMapOvr>
    <a:masterClrMapping/>
  </p:clrMapOvr>
  <p:transition>
    <p:zo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C029C35-8CBA-4DC7-BC28-F003130D28C1}"/>
              </a:ext>
            </a:extLst>
          </p:cNvPr>
          <p:cNvSpPr>
            <a:spLocks noGrp="1"/>
          </p:cNvSpPr>
          <p:nvPr>
            <p:ph idx="1"/>
          </p:nvPr>
        </p:nvSpPr>
        <p:spPr>
          <a:xfrm>
            <a:off x="628650" y="404664"/>
            <a:ext cx="7886700" cy="5772299"/>
          </a:xfrm>
        </p:spPr>
        <p:txBody>
          <a:bodyPr>
            <a:normAutofit fontScale="92500" lnSpcReduction="10000"/>
          </a:bodyPr>
          <a:lstStyle/>
          <a:p>
            <a:pPr marL="0" indent="0">
              <a:buNone/>
            </a:pPr>
            <a:r>
              <a:rPr lang="en-US" altLang="zh-CN" dirty="0"/>
              <a:t>//</a:t>
            </a:r>
            <a:r>
              <a:rPr lang="zh-CN" altLang="en-US" dirty="0"/>
              <a:t>查找顶点 </a:t>
            </a:r>
            <a:r>
              <a:rPr lang="en-US" altLang="zh-CN" dirty="0"/>
              <a:t>v </a:t>
            </a:r>
            <a:r>
              <a:rPr lang="zh-CN" altLang="en-US" dirty="0"/>
              <a:t>第一个邻接顶点在邻接表中位置</a:t>
            </a:r>
          </a:p>
          <a:p>
            <a:pPr marL="0" indent="0">
              <a:buNone/>
            </a:pPr>
            <a:r>
              <a:rPr lang="en-US" altLang="zh-CN" dirty="0"/>
              <a:t>template &lt;class T, class E&gt; </a:t>
            </a:r>
          </a:p>
          <a:p>
            <a:pPr marL="0" indent="0">
              <a:buNone/>
            </a:pPr>
            <a:r>
              <a:rPr lang="en-US" altLang="zh-CN" dirty="0"/>
              <a:t>int </a:t>
            </a:r>
            <a:r>
              <a:rPr lang="en-US" altLang="zh-CN" dirty="0" err="1"/>
              <a:t>Graphlnk</a:t>
            </a:r>
            <a:r>
              <a:rPr lang="en-US" altLang="zh-CN" dirty="0"/>
              <a:t> &lt;T, E&gt; ::</a:t>
            </a:r>
          </a:p>
          <a:p>
            <a:pPr marL="0" indent="0">
              <a:buNone/>
            </a:pPr>
            <a:r>
              <a:rPr lang="en-US" altLang="zh-CN" dirty="0" err="1"/>
              <a:t>getFirstNeighbor</a:t>
            </a:r>
            <a:r>
              <a:rPr lang="en-US" altLang="zh-CN" dirty="0"/>
              <a:t> ( int v ) {</a:t>
            </a:r>
          </a:p>
          <a:p>
            <a:pPr marL="0" indent="0">
              <a:buNone/>
            </a:pPr>
            <a:r>
              <a:rPr lang="en-US" altLang="zh-CN" dirty="0"/>
              <a:t>    if ( v != -1 ) {		 //</a:t>
            </a:r>
            <a:r>
              <a:rPr lang="zh-CN" altLang="en-US" dirty="0"/>
              <a:t>若顶点存在</a:t>
            </a:r>
          </a:p>
          <a:p>
            <a:pPr marL="0" indent="0">
              <a:buNone/>
            </a:pPr>
            <a:r>
              <a:rPr lang="zh-CN" altLang="en-US" dirty="0"/>
              <a:t>        </a:t>
            </a:r>
            <a:r>
              <a:rPr lang="en-US" altLang="zh-CN" dirty="0"/>
              <a:t>Edge&lt;T, E&gt; * p = </a:t>
            </a:r>
            <a:r>
              <a:rPr lang="en-US" altLang="zh-CN" dirty="0" err="1"/>
              <a:t>NodeTable</a:t>
            </a:r>
            <a:r>
              <a:rPr lang="en-US" altLang="zh-CN" dirty="0"/>
              <a:t>[v].adj;</a:t>
            </a:r>
          </a:p>
          <a:p>
            <a:pPr marL="0" indent="0">
              <a:buNone/>
            </a:pPr>
            <a:r>
              <a:rPr lang="en-US" altLang="zh-CN" dirty="0"/>
              <a:t>        if ( p != NULL ) return p-&gt;</a:t>
            </a:r>
            <a:r>
              <a:rPr lang="en-US" altLang="zh-CN" dirty="0" err="1"/>
              <a:t>dest</a:t>
            </a:r>
            <a:r>
              <a:rPr lang="en-US" altLang="zh-CN" dirty="0"/>
              <a:t>;  </a:t>
            </a:r>
          </a:p>
          <a:p>
            <a:pPr marL="0" indent="0">
              <a:buNone/>
            </a:pPr>
            <a:r>
              <a:rPr lang="en-US" altLang="zh-CN" dirty="0"/>
              <a:t>    } </a:t>
            </a:r>
          </a:p>
          <a:p>
            <a:pPr marL="0" indent="0">
              <a:buNone/>
            </a:pPr>
            <a:r>
              <a:rPr lang="en-US" altLang="zh-CN" dirty="0"/>
              <a:t>    return -1;      //</a:t>
            </a:r>
            <a:r>
              <a:rPr lang="zh-CN" altLang="en-US" dirty="0"/>
              <a:t>若顶点不存在</a:t>
            </a:r>
          </a:p>
          <a:p>
            <a:pPr marL="0" indent="0">
              <a:buNone/>
            </a:pPr>
            <a:r>
              <a:rPr lang="en-US" altLang="zh-CN" dirty="0"/>
              <a:t>}</a:t>
            </a:r>
          </a:p>
        </p:txBody>
      </p:sp>
      <p:sp>
        <p:nvSpPr>
          <p:cNvPr id="2" name="灯片编号占位符 1">
            <a:extLst>
              <a:ext uri="{FF2B5EF4-FFF2-40B4-BE49-F238E27FC236}">
                <a16:creationId xmlns:a16="http://schemas.microsoft.com/office/drawing/2014/main" id="{1C4D8207-53AA-7161-14A4-4DB634186A5C}"/>
              </a:ext>
            </a:extLst>
          </p:cNvPr>
          <p:cNvSpPr>
            <a:spLocks noGrp="1"/>
          </p:cNvSpPr>
          <p:nvPr>
            <p:ph type="sldNum" sz="quarter" idx="12"/>
          </p:nvPr>
        </p:nvSpPr>
        <p:spPr/>
        <p:txBody>
          <a:bodyPr/>
          <a:lstStyle/>
          <a:p>
            <a:pPr>
              <a:defRPr/>
            </a:pPr>
            <a:fld id="{2E0F9FB0-350A-4A87-9CD5-1F022F266B97}" type="slidenum">
              <a:rPr lang="en-US" altLang="zh-CN" smtClean="0"/>
              <a:pPr>
                <a:defRPr/>
              </a:pPr>
              <a:t>26</a:t>
            </a:fld>
            <a:endParaRPr lang="en-US" altLang="zh-CN"/>
          </a:p>
        </p:txBody>
      </p:sp>
    </p:spTree>
  </p:cSld>
  <p:clrMapOvr>
    <a:masterClrMapping/>
  </p:clrMapOvr>
  <p:transition>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EE871D0-FE60-4E3F-88D8-6BEF8ED307FA}"/>
              </a:ext>
            </a:extLst>
          </p:cNvPr>
          <p:cNvSpPr>
            <a:spLocks noGrp="1"/>
          </p:cNvSpPr>
          <p:nvPr>
            <p:ph idx="1"/>
          </p:nvPr>
        </p:nvSpPr>
        <p:spPr>
          <a:xfrm>
            <a:off x="628650" y="476672"/>
            <a:ext cx="7886700" cy="5700291"/>
          </a:xfrm>
        </p:spPr>
        <p:txBody>
          <a:bodyPr>
            <a:normAutofit fontScale="77500" lnSpcReduction="20000"/>
          </a:bodyPr>
          <a:lstStyle/>
          <a:p>
            <a:pPr marL="0" indent="0">
              <a:buNone/>
            </a:pPr>
            <a:r>
              <a:rPr lang="en-US" altLang="zh-CN" dirty="0"/>
              <a:t>//</a:t>
            </a:r>
            <a:r>
              <a:rPr lang="zh-CN" altLang="en-US" dirty="0"/>
              <a:t>查找顶点 </a:t>
            </a:r>
            <a:r>
              <a:rPr lang="en-US" altLang="zh-CN" dirty="0"/>
              <a:t>v </a:t>
            </a:r>
            <a:r>
              <a:rPr lang="zh-CN" altLang="en-US" dirty="0"/>
              <a:t>在邻接顶点 </a:t>
            </a:r>
            <a:r>
              <a:rPr lang="en-US" altLang="zh-CN" dirty="0"/>
              <a:t>w </a:t>
            </a:r>
            <a:r>
              <a:rPr lang="zh-CN" altLang="en-US" dirty="0"/>
              <a:t>后下一个邻接顶点</a:t>
            </a:r>
          </a:p>
          <a:p>
            <a:pPr marL="0" indent="0">
              <a:buNone/>
            </a:pPr>
            <a:r>
              <a:rPr lang="en-US" altLang="zh-CN" dirty="0"/>
              <a:t>template &lt;class T, class E&gt; int </a:t>
            </a:r>
            <a:r>
              <a:rPr lang="en-US" altLang="zh-CN" dirty="0" err="1"/>
              <a:t>Graphlnk</a:t>
            </a:r>
            <a:r>
              <a:rPr lang="en-US" altLang="zh-CN" dirty="0"/>
              <a:t> &lt;T, E&gt; ::</a:t>
            </a:r>
          </a:p>
          <a:p>
            <a:pPr marL="0" indent="0">
              <a:buNone/>
            </a:pPr>
            <a:r>
              <a:rPr lang="en-US" altLang="zh-CN" dirty="0" err="1"/>
              <a:t>getNextNeighbor</a:t>
            </a:r>
            <a:r>
              <a:rPr lang="en-US" altLang="zh-CN" dirty="0"/>
              <a:t> ( int v,  int w ) {</a:t>
            </a:r>
          </a:p>
          <a:p>
            <a:pPr marL="0" indent="0">
              <a:buNone/>
            </a:pPr>
            <a:r>
              <a:rPr lang="en-US" altLang="zh-CN" dirty="0"/>
              <a:t>   if ( v != -1 ) {</a:t>
            </a:r>
          </a:p>
          <a:p>
            <a:pPr marL="0" indent="0">
              <a:buNone/>
            </a:pPr>
            <a:r>
              <a:rPr lang="en-US" altLang="zh-CN" dirty="0"/>
              <a:t>       Edge &lt;T, E&gt; * p = </a:t>
            </a:r>
            <a:r>
              <a:rPr lang="en-US" altLang="zh-CN" dirty="0" err="1"/>
              <a:t>NodeTable</a:t>
            </a:r>
            <a:r>
              <a:rPr lang="en-US" altLang="zh-CN" dirty="0"/>
              <a:t>[v].adj; </a:t>
            </a:r>
          </a:p>
          <a:p>
            <a:pPr marL="0" indent="0">
              <a:buNone/>
            </a:pPr>
            <a:r>
              <a:rPr lang="en-US" altLang="zh-CN" dirty="0"/>
              <a:t>       while ( p != NULL &amp;&amp; p-&gt;</a:t>
            </a:r>
            <a:r>
              <a:rPr lang="en-US" altLang="zh-CN" dirty="0" err="1"/>
              <a:t>dest</a:t>
            </a:r>
            <a:r>
              <a:rPr lang="en-US" altLang="zh-CN" dirty="0"/>
              <a:t> != w )</a:t>
            </a:r>
          </a:p>
          <a:p>
            <a:pPr marL="0" indent="0">
              <a:buNone/>
            </a:pPr>
            <a:r>
              <a:rPr lang="en-US" altLang="zh-CN" dirty="0"/>
              <a:t>             p = p-&gt;link;</a:t>
            </a:r>
          </a:p>
          <a:p>
            <a:pPr marL="0" indent="0">
              <a:buNone/>
            </a:pPr>
            <a:r>
              <a:rPr lang="en-US" altLang="zh-CN" dirty="0"/>
              <a:t>       if (p != NULL &amp;&amp; p-&gt;link != NULL )</a:t>
            </a:r>
          </a:p>
          <a:p>
            <a:pPr marL="0" indent="0">
              <a:buNone/>
            </a:pPr>
            <a:r>
              <a:rPr lang="en-US" altLang="zh-CN" dirty="0"/>
              <a:t>	  return p-&gt;link-&gt;</a:t>
            </a:r>
            <a:r>
              <a:rPr lang="en-US" altLang="zh-CN" dirty="0" err="1"/>
              <a:t>dest</a:t>
            </a:r>
            <a:r>
              <a:rPr lang="en-US" altLang="zh-CN" dirty="0"/>
              <a:t>;    </a:t>
            </a:r>
          </a:p>
          <a:p>
            <a:pPr marL="0" indent="0">
              <a:buNone/>
            </a:pPr>
            <a:r>
              <a:rPr lang="en-US" altLang="zh-CN" dirty="0"/>
              <a:t>                //</a:t>
            </a:r>
            <a:r>
              <a:rPr lang="zh-CN" altLang="en-US" dirty="0"/>
              <a:t>返回下一个邻接顶点</a:t>
            </a:r>
          </a:p>
          <a:p>
            <a:pPr marL="0" indent="0">
              <a:buNone/>
            </a:pPr>
            <a:r>
              <a:rPr lang="zh-CN" altLang="en-US" dirty="0"/>
              <a:t>    </a:t>
            </a:r>
            <a:r>
              <a:rPr lang="en-US" altLang="zh-CN" dirty="0"/>
              <a:t>} </a:t>
            </a:r>
          </a:p>
          <a:p>
            <a:pPr marL="0" indent="0">
              <a:buNone/>
            </a:pPr>
            <a:r>
              <a:rPr lang="en-US" altLang="zh-CN" dirty="0"/>
              <a:t>    return -1;    //</a:t>
            </a:r>
            <a:r>
              <a:rPr lang="zh-CN" altLang="en-US" dirty="0"/>
              <a:t>下一个邻接顶点不存在</a:t>
            </a:r>
          </a:p>
          <a:p>
            <a:pPr marL="0" indent="0">
              <a:buNone/>
            </a:pPr>
            <a:r>
              <a:rPr lang="en-US" altLang="zh-CN" dirty="0"/>
              <a:t>}</a:t>
            </a:r>
          </a:p>
        </p:txBody>
      </p:sp>
      <p:sp>
        <p:nvSpPr>
          <p:cNvPr id="2" name="灯片编号占位符 1">
            <a:extLst>
              <a:ext uri="{FF2B5EF4-FFF2-40B4-BE49-F238E27FC236}">
                <a16:creationId xmlns:a16="http://schemas.microsoft.com/office/drawing/2014/main" id="{03B38967-E25E-3D3A-626D-44D3CB71D2EF}"/>
              </a:ext>
            </a:extLst>
          </p:cNvPr>
          <p:cNvSpPr>
            <a:spLocks noGrp="1"/>
          </p:cNvSpPr>
          <p:nvPr>
            <p:ph type="sldNum" sz="quarter" idx="12"/>
          </p:nvPr>
        </p:nvSpPr>
        <p:spPr/>
        <p:txBody>
          <a:bodyPr/>
          <a:lstStyle/>
          <a:p>
            <a:pPr>
              <a:defRPr/>
            </a:pPr>
            <a:fld id="{2E0F9FB0-350A-4A87-9CD5-1F022F266B97}" type="slidenum">
              <a:rPr lang="en-US" altLang="zh-CN" smtClean="0"/>
              <a:pPr>
                <a:defRPr/>
              </a:pPr>
              <a:t>27</a:t>
            </a:fld>
            <a:endParaRPr lang="en-US" altLang="zh-CN"/>
          </a:p>
        </p:txBody>
      </p:sp>
    </p:spTree>
  </p:cSld>
  <p:clrMapOvr>
    <a:masterClrMapping/>
  </p:clrMapOvr>
  <p:transition>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E88A64E-2026-4556-A7A4-A93525BCE0C7}"/>
              </a:ext>
            </a:extLst>
          </p:cNvPr>
          <p:cNvSpPr>
            <a:spLocks noGrp="1"/>
          </p:cNvSpPr>
          <p:nvPr>
            <p:ph idx="1"/>
          </p:nvPr>
        </p:nvSpPr>
        <p:spPr>
          <a:xfrm>
            <a:off x="628650" y="620688"/>
            <a:ext cx="7886700" cy="5556275"/>
          </a:xfrm>
        </p:spPr>
        <p:txBody>
          <a:bodyPr>
            <a:normAutofit fontScale="92500" lnSpcReduction="10000"/>
          </a:bodyPr>
          <a:lstStyle/>
          <a:p>
            <a:pPr marL="0" indent="0">
              <a:buNone/>
            </a:pPr>
            <a:r>
              <a:rPr lang="en-US" altLang="zh-CN" dirty="0"/>
              <a:t>template &lt;class T, class E&gt; </a:t>
            </a:r>
          </a:p>
          <a:p>
            <a:pPr marL="0" indent="0">
              <a:buNone/>
            </a:pPr>
            <a:r>
              <a:rPr lang="en-US" altLang="zh-CN" dirty="0"/>
              <a:t>E </a:t>
            </a:r>
            <a:r>
              <a:rPr lang="en-US" altLang="zh-CN" dirty="0" err="1"/>
              <a:t>Graphlnk</a:t>
            </a:r>
            <a:r>
              <a:rPr lang="en-US" altLang="zh-CN" dirty="0"/>
              <a:t> &lt;T, E&gt; ::</a:t>
            </a:r>
            <a:r>
              <a:rPr lang="en-US" altLang="zh-CN" dirty="0" err="1"/>
              <a:t>getWeight</a:t>
            </a:r>
            <a:r>
              <a:rPr lang="en-US" altLang="zh-CN" dirty="0"/>
              <a:t> ( int v1, int v2) {</a:t>
            </a:r>
          </a:p>
          <a:p>
            <a:pPr marL="0" indent="0">
              <a:buNone/>
            </a:pPr>
            <a:r>
              <a:rPr lang="en-US" altLang="zh-CN" dirty="0"/>
              <a:t>    if ( v1 != -1 &amp;&amp; v2 != -1 ) {</a:t>
            </a:r>
          </a:p>
          <a:p>
            <a:pPr marL="0" indent="0">
              <a:buNone/>
            </a:pPr>
            <a:r>
              <a:rPr lang="en-US" altLang="zh-CN" dirty="0"/>
              <a:t>        Edge&lt;T, E&gt; *p = </a:t>
            </a:r>
            <a:r>
              <a:rPr lang="en-US" altLang="zh-CN" dirty="0" err="1"/>
              <a:t>NodeTable</a:t>
            </a:r>
            <a:r>
              <a:rPr lang="en-US" altLang="zh-CN" dirty="0"/>
              <a:t>[v1].adj;</a:t>
            </a:r>
          </a:p>
          <a:p>
            <a:pPr marL="0" indent="0">
              <a:buNone/>
            </a:pPr>
            <a:r>
              <a:rPr lang="en-US" altLang="zh-CN" dirty="0"/>
              <a:t>        while ( p != NULL &amp;&amp; p-&gt;</a:t>
            </a:r>
            <a:r>
              <a:rPr lang="en-US" altLang="zh-CN" dirty="0" err="1"/>
              <a:t>dest</a:t>
            </a:r>
            <a:r>
              <a:rPr lang="en-US" altLang="zh-CN" dirty="0"/>
              <a:t> != v2 ) </a:t>
            </a:r>
          </a:p>
          <a:p>
            <a:pPr marL="0" indent="0">
              <a:buNone/>
            </a:pPr>
            <a:r>
              <a:rPr lang="en-US" altLang="zh-CN" dirty="0"/>
              <a:t>              p = p-&gt;link;</a:t>
            </a:r>
          </a:p>
          <a:p>
            <a:pPr marL="0" indent="0">
              <a:buNone/>
            </a:pPr>
            <a:r>
              <a:rPr lang="en-US" altLang="zh-CN" dirty="0"/>
              <a:t>        if ( p != NULL ) return p-&gt;cost;		</a:t>
            </a:r>
          </a:p>
          <a:p>
            <a:pPr marL="0" indent="0">
              <a:buNone/>
            </a:pPr>
            <a:r>
              <a:rPr lang="en-US" altLang="zh-CN" dirty="0"/>
              <a:t>    }</a:t>
            </a:r>
          </a:p>
          <a:p>
            <a:pPr marL="0" indent="0">
              <a:buNone/>
            </a:pPr>
            <a:r>
              <a:rPr lang="en-US" altLang="zh-CN" dirty="0"/>
              <a:t>    return 0;</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666DA439-EB27-FC61-6424-1B7C3DC5B16F}"/>
              </a:ext>
            </a:extLst>
          </p:cNvPr>
          <p:cNvSpPr>
            <a:spLocks noGrp="1"/>
          </p:cNvSpPr>
          <p:nvPr>
            <p:ph type="sldNum" sz="quarter" idx="12"/>
          </p:nvPr>
        </p:nvSpPr>
        <p:spPr/>
        <p:txBody>
          <a:bodyPr/>
          <a:lstStyle/>
          <a:p>
            <a:pPr>
              <a:defRPr/>
            </a:pPr>
            <a:fld id="{2E0F9FB0-350A-4A87-9CD5-1F022F266B97}" type="slidenum">
              <a:rPr lang="en-US" altLang="zh-CN" smtClean="0"/>
              <a:pPr>
                <a:defRPr/>
              </a:pPr>
              <a:t>28</a:t>
            </a:fld>
            <a:endParaRPr lang="en-US" altLang="zh-CN"/>
          </a:p>
        </p:txBody>
      </p:sp>
    </p:spTree>
  </p:cSld>
  <p:clrMapOvr>
    <a:masterClrMapping/>
  </p:clrMapOvr>
  <p:transition>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a:extLst>
              <a:ext uri="{FF2B5EF4-FFF2-40B4-BE49-F238E27FC236}">
                <a16:creationId xmlns:a16="http://schemas.microsoft.com/office/drawing/2014/main" id="{B85AC519-0C6D-704B-03E4-166F909B1E43}"/>
              </a:ext>
            </a:extLst>
          </p:cNvPr>
          <p:cNvSpPr>
            <a:spLocks noGrp="1" noChangeArrowheads="1"/>
          </p:cNvSpPr>
          <p:nvPr>
            <p:ph type="title"/>
          </p:nvPr>
        </p:nvSpPr>
        <p:spPr/>
        <p:txBody>
          <a:bodyPr/>
          <a:lstStyle/>
          <a:p>
            <a:r>
              <a:rPr lang="en-US" altLang="zh-CN" dirty="0"/>
              <a:t>8.2.3 </a:t>
            </a:r>
            <a:r>
              <a:rPr lang="zh-CN" altLang="en-US" dirty="0"/>
              <a:t>图的邻接多重表表示</a:t>
            </a:r>
          </a:p>
        </p:txBody>
      </p:sp>
      <p:sp>
        <p:nvSpPr>
          <p:cNvPr id="148483" name="Rectangle 3">
            <a:extLst>
              <a:ext uri="{FF2B5EF4-FFF2-40B4-BE49-F238E27FC236}">
                <a16:creationId xmlns:a16="http://schemas.microsoft.com/office/drawing/2014/main" id="{537CC33B-C99E-A5E2-AEE0-D7850D0B7D99}"/>
              </a:ext>
            </a:extLst>
          </p:cNvPr>
          <p:cNvSpPr>
            <a:spLocks noGrp="1" noChangeArrowheads="1"/>
          </p:cNvSpPr>
          <p:nvPr>
            <p:ph type="body" idx="1"/>
          </p:nvPr>
        </p:nvSpPr>
        <p:spPr>
          <a:xfrm>
            <a:off x="628650" y="1825625"/>
            <a:ext cx="7886700" cy="4267671"/>
          </a:xfrm>
        </p:spPr>
        <p:txBody>
          <a:bodyPr>
            <a:normAutofit fontScale="85000" lnSpcReduction="20000"/>
          </a:bodyPr>
          <a:lstStyle/>
          <a:p>
            <a:r>
              <a:rPr lang="zh-CN" altLang="en-US" dirty="0"/>
              <a:t>在邻接多重表中</a:t>
            </a:r>
            <a:r>
              <a:rPr lang="en-US" altLang="zh-CN" dirty="0"/>
              <a:t>, </a:t>
            </a:r>
            <a:r>
              <a:rPr lang="zh-CN" altLang="en-US" dirty="0"/>
              <a:t>每一条边只对应一个边结点。为有关边的处理提供了方便。</a:t>
            </a:r>
          </a:p>
          <a:p>
            <a:r>
              <a:rPr lang="zh-CN" altLang="en-US" dirty="0"/>
              <a:t>用于无向图</a:t>
            </a:r>
          </a:p>
          <a:p>
            <a:pPr lvl="1"/>
            <a:r>
              <a:rPr lang="zh-CN" altLang="en-US" dirty="0"/>
              <a:t>边结点的结构</a:t>
            </a:r>
            <a:endParaRPr lang="en-US" altLang="zh-CN" dirty="0"/>
          </a:p>
          <a:p>
            <a:endParaRPr lang="en-US" altLang="zh-CN" dirty="0"/>
          </a:p>
          <a:p>
            <a:endParaRPr lang="en-US" altLang="zh-CN" dirty="0"/>
          </a:p>
          <a:p>
            <a:pPr lvl="1"/>
            <a:r>
              <a:rPr lang="zh-CN" altLang="en-US" dirty="0"/>
              <a:t>其中</a:t>
            </a:r>
            <a:r>
              <a:rPr lang="en-US" altLang="zh-CN" dirty="0"/>
              <a:t>, mark </a:t>
            </a:r>
            <a:r>
              <a:rPr lang="zh-CN" altLang="en-US" dirty="0"/>
              <a:t>是记录是否处理过的标记</a:t>
            </a:r>
            <a:r>
              <a:rPr lang="en-US" altLang="zh-CN" dirty="0"/>
              <a:t>; vertex1</a:t>
            </a:r>
            <a:r>
              <a:rPr lang="zh-CN" altLang="en-US" dirty="0"/>
              <a:t>和</a:t>
            </a:r>
            <a:r>
              <a:rPr lang="en-US" altLang="zh-CN" dirty="0"/>
              <a:t>vertex2</a:t>
            </a:r>
            <a:r>
              <a:rPr lang="zh-CN" altLang="en-US" dirty="0"/>
              <a:t>是该边两顶点位置。</a:t>
            </a:r>
            <a:r>
              <a:rPr lang="en-US" altLang="zh-CN" dirty="0"/>
              <a:t>path1</a:t>
            </a:r>
            <a:r>
              <a:rPr lang="zh-CN" altLang="en-US" dirty="0"/>
              <a:t>域是链接指针</a:t>
            </a:r>
            <a:r>
              <a:rPr lang="en-US" altLang="zh-CN" dirty="0"/>
              <a:t>, </a:t>
            </a:r>
            <a:r>
              <a:rPr lang="zh-CN" altLang="en-US" dirty="0"/>
              <a:t>指向下一条依附顶点</a:t>
            </a:r>
            <a:r>
              <a:rPr lang="en-US" altLang="zh-CN" dirty="0"/>
              <a:t>vertex1</a:t>
            </a:r>
            <a:r>
              <a:rPr lang="zh-CN" altLang="en-US" dirty="0"/>
              <a:t>的边；</a:t>
            </a:r>
            <a:r>
              <a:rPr lang="en-US" altLang="zh-CN" dirty="0"/>
              <a:t>path2 </a:t>
            </a:r>
            <a:r>
              <a:rPr lang="zh-CN" altLang="en-US" dirty="0"/>
              <a:t>指向下一条依附顶点</a:t>
            </a:r>
            <a:r>
              <a:rPr lang="en-US" altLang="zh-CN" dirty="0"/>
              <a:t>vertex2</a:t>
            </a:r>
            <a:r>
              <a:rPr lang="zh-CN" altLang="en-US" dirty="0"/>
              <a:t>的边。</a:t>
            </a:r>
          </a:p>
          <a:p>
            <a:pPr lvl="1"/>
            <a:r>
              <a:rPr lang="zh-CN" altLang="en-US" dirty="0"/>
              <a:t>需要时还可设置一个存放与该边相关的权值的域 </a:t>
            </a:r>
            <a:r>
              <a:rPr lang="en-US" altLang="zh-CN" dirty="0"/>
              <a:t>cost</a:t>
            </a:r>
            <a:r>
              <a:rPr lang="zh-CN" altLang="en-US" dirty="0"/>
              <a:t>。</a:t>
            </a:r>
            <a:endParaRPr lang="en-US" altLang="zh-CN" dirty="0"/>
          </a:p>
          <a:p>
            <a:endParaRPr lang="zh-CN" altLang="en-US" dirty="0"/>
          </a:p>
        </p:txBody>
      </p:sp>
      <p:grpSp>
        <p:nvGrpSpPr>
          <p:cNvPr id="2" name="组合 1">
            <a:extLst>
              <a:ext uri="{FF2B5EF4-FFF2-40B4-BE49-F238E27FC236}">
                <a16:creationId xmlns:a16="http://schemas.microsoft.com/office/drawing/2014/main" id="{F12BDB9E-03D5-4852-8A96-684B566FBA41}"/>
              </a:ext>
            </a:extLst>
          </p:cNvPr>
          <p:cNvGrpSpPr/>
          <p:nvPr/>
        </p:nvGrpSpPr>
        <p:grpSpPr>
          <a:xfrm>
            <a:off x="1115616" y="3426060"/>
            <a:ext cx="7162800" cy="533400"/>
            <a:chOff x="1328738" y="3359150"/>
            <a:chExt cx="7162800" cy="533400"/>
          </a:xfrm>
        </p:grpSpPr>
        <p:sp>
          <p:nvSpPr>
            <p:cNvPr id="38916" name="Rectangle 4" descr="白色大理石">
              <a:extLst>
                <a:ext uri="{FF2B5EF4-FFF2-40B4-BE49-F238E27FC236}">
                  <a16:creationId xmlns:a16="http://schemas.microsoft.com/office/drawing/2014/main" id="{54BA4925-5811-6F16-B645-24FE63956214}"/>
                </a:ext>
              </a:extLst>
            </p:cNvPr>
            <p:cNvSpPr>
              <a:spLocks noChangeArrowheads="1"/>
            </p:cNvSpPr>
            <p:nvPr/>
          </p:nvSpPr>
          <p:spPr bwMode="auto">
            <a:xfrm>
              <a:off x="1328738" y="3359150"/>
              <a:ext cx="7162800" cy="533400"/>
            </a:xfrm>
            <a:prstGeom prst="rect">
              <a:avLst/>
            </a:prstGeom>
            <a:blipFill dpi="0" rotWithShape="0">
              <a:blip r:embed="rId2"/>
              <a:srcRect/>
              <a:tile tx="0" ty="0" sx="100000" sy="100000" flip="none" algn="tl"/>
            </a:blipFill>
            <a:ln w="19050">
              <a:solidFill>
                <a:schemeClr val="tx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r>
                <a:rPr lang="en-US" altLang="zh-CN" dirty="0"/>
                <a:t> </a:t>
              </a:r>
              <a:r>
                <a:rPr lang="en-US" altLang="zh-CN" sz="3200" b="1" dirty="0">
                  <a:solidFill>
                    <a:schemeClr val="tx2"/>
                  </a:solidFill>
                  <a:ea typeface="楷体_GB2312" pitchFamily="49" charset="-122"/>
                </a:rPr>
                <a:t>mark  vertex1  vertex2  path1    path2</a:t>
              </a:r>
              <a:endParaRPr lang="en-US" altLang="zh-CN" dirty="0"/>
            </a:p>
          </p:txBody>
        </p:sp>
        <p:sp>
          <p:nvSpPr>
            <p:cNvPr id="38917" name="Line 5">
              <a:extLst>
                <a:ext uri="{FF2B5EF4-FFF2-40B4-BE49-F238E27FC236}">
                  <a16:creationId xmlns:a16="http://schemas.microsoft.com/office/drawing/2014/main" id="{702FD7D0-2DE0-2246-3F6E-05BBEB1FB500}"/>
                </a:ext>
              </a:extLst>
            </p:cNvPr>
            <p:cNvSpPr>
              <a:spLocks noChangeShapeType="1"/>
            </p:cNvSpPr>
            <p:nvPr/>
          </p:nvSpPr>
          <p:spPr bwMode="auto">
            <a:xfrm>
              <a:off x="2624138" y="335915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18" name="Line 6">
              <a:extLst>
                <a:ext uri="{FF2B5EF4-FFF2-40B4-BE49-F238E27FC236}">
                  <a16:creationId xmlns:a16="http://schemas.microsoft.com/office/drawing/2014/main" id="{4246CCC1-3BBB-0672-5338-AD2B7FC5D517}"/>
                </a:ext>
              </a:extLst>
            </p:cNvPr>
            <p:cNvSpPr>
              <a:spLocks noChangeShapeType="1"/>
            </p:cNvSpPr>
            <p:nvPr/>
          </p:nvSpPr>
          <p:spPr bwMode="auto">
            <a:xfrm>
              <a:off x="4148138" y="335915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19" name="Line 7">
              <a:extLst>
                <a:ext uri="{FF2B5EF4-FFF2-40B4-BE49-F238E27FC236}">
                  <a16:creationId xmlns:a16="http://schemas.microsoft.com/office/drawing/2014/main" id="{B43F1EE3-C951-7B2D-B18B-7B1FC39E242E}"/>
                </a:ext>
              </a:extLst>
            </p:cNvPr>
            <p:cNvSpPr>
              <a:spLocks noChangeShapeType="1"/>
            </p:cNvSpPr>
            <p:nvPr/>
          </p:nvSpPr>
          <p:spPr bwMode="auto">
            <a:xfrm>
              <a:off x="5672138" y="335915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20" name="Line 8">
              <a:extLst>
                <a:ext uri="{FF2B5EF4-FFF2-40B4-BE49-F238E27FC236}">
                  <a16:creationId xmlns:a16="http://schemas.microsoft.com/office/drawing/2014/main" id="{98A98878-DBA5-B1E9-4A63-1640FC70D43E}"/>
                </a:ext>
              </a:extLst>
            </p:cNvPr>
            <p:cNvSpPr>
              <a:spLocks noChangeShapeType="1"/>
            </p:cNvSpPr>
            <p:nvPr/>
          </p:nvSpPr>
          <p:spPr bwMode="auto">
            <a:xfrm>
              <a:off x="7043738" y="335915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 name="灯片编号占位符 2">
            <a:extLst>
              <a:ext uri="{FF2B5EF4-FFF2-40B4-BE49-F238E27FC236}">
                <a16:creationId xmlns:a16="http://schemas.microsoft.com/office/drawing/2014/main" id="{8DF4EDC0-5AF2-4C4F-A64D-0DC6EDA4CD50}"/>
              </a:ext>
            </a:extLst>
          </p:cNvPr>
          <p:cNvSpPr>
            <a:spLocks noGrp="1"/>
          </p:cNvSpPr>
          <p:nvPr>
            <p:ph type="sldNum" sz="quarter" idx="12"/>
          </p:nvPr>
        </p:nvSpPr>
        <p:spPr/>
        <p:txBody>
          <a:bodyPr/>
          <a:lstStyle/>
          <a:p>
            <a:pPr>
              <a:defRPr/>
            </a:pPr>
            <a:fld id="{2E0F9FB0-350A-4A87-9CD5-1F022F266B97}" type="slidenum">
              <a:rPr lang="en-US" altLang="zh-CN" smtClean="0"/>
              <a:pPr>
                <a:defRPr/>
              </a:pPr>
              <a:t>29</a:t>
            </a:fld>
            <a:endParaRPr lang="en-US" altLang="zh-CN"/>
          </a:p>
        </p:txBody>
      </p:sp>
    </p:spTree>
  </p:cSld>
  <p:clrMapOvr>
    <a:masterClrMapping/>
  </p:clrMapOvr>
  <p:transition>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a:extLst>
              <a:ext uri="{FF2B5EF4-FFF2-40B4-BE49-F238E27FC236}">
                <a16:creationId xmlns:a16="http://schemas.microsoft.com/office/drawing/2014/main" id="{CBC25F16-DEB9-995C-92A7-761636D183EA}"/>
              </a:ext>
            </a:extLst>
          </p:cNvPr>
          <p:cNvSpPr>
            <a:spLocks noGrp="1" noChangeArrowheads="1"/>
          </p:cNvSpPr>
          <p:nvPr>
            <p:ph type="body" idx="1"/>
          </p:nvPr>
        </p:nvSpPr>
        <p:spPr>
          <a:xfrm>
            <a:off x="628650" y="620688"/>
            <a:ext cx="7886700" cy="5760639"/>
          </a:xfrm>
        </p:spPr>
        <p:txBody>
          <a:bodyPr>
            <a:normAutofit lnSpcReduction="10000"/>
          </a:bodyPr>
          <a:lstStyle/>
          <a:p>
            <a:r>
              <a:rPr lang="zh-CN" altLang="en-US" dirty="0"/>
              <a:t>顶点结点的结构</a:t>
            </a:r>
          </a:p>
          <a:p>
            <a:endParaRPr lang="en-US" altLang="zh-CN" dirty="0"/>
          </a:p>
          <a:p>
            <a:endParaRPr lang="zh-CN" altLang="en-US" dirty="0"/>
          </a:p>
          <a:p>
            <a:pPr lvl="1"/>
            <a:r>
              <a:rPr lang="zh-CN" altLang="en-US" dirty="0"/>
              <a:t>存储顶点信息的结点表以顺序表方式组织</a:t>
            </a:r>
            <a:r>
              <a:rPr lang="en-US" altLang="zh-CN" dirty="0"/>
              <a:t>, </a:t>
            </a:r>
            <a:r>
              <a:rPr lang="zh-CN" altLang="en-US" dirty="0"/>
              <a:t>每一个顶点结点有两个数据成员：其中，</a:t>
            </a:r>
            <a:r>
              <a:rPr lang="en-US" altLang="zh-CN" dirty="0"/>
              <a:t>data </a:t>
            </a:r>
            <a:r>
              <a:rPr lang="zh-CN" altLang="en-US" dirty="0"/>
              <a:t>存放与该顶点相关的信息，</a:t>
            </a:r>
            <a:r>
              <a:rPr lang="en-US" altLang="zh-CN" dirty="0" err="1"/>
              <a:t>Firstout</a:t>
            </a:r>
            <a:r>
              <a:rPr lang="en-US" altLang="zh-CN" dirty="0"/>
              <a:t> </a:t>
            </a:r>
            <a:r>
              <a:rPr lang="zh-CN" altLang="en-US" dirty="0"/>
              <a:t>是指示第一条依附该顶点的边的指针。</a:t>
            </a:r>
            <a:endParaRPr lang="en-US" altLang="zh-CN" dirty="0"/>
          </a:p>
          <a:p>
            <a:pPr lvl="1"/>
            <a:r>
              <a:rPr lang="zh-CN" altLang="en-US" dirty="0"/>
              <a:t>在邻接多重表中</a:t>
            </a:r>
            <a:r>
              <a:rPr lang="en-US" altLang="zh-CN" dirty="0"/>
              <a:t>,   </a:t>
            </a:r>
            <a:r>
              <a:rPr lang="zh-CN" altLang="en-US" dirty="0"/>
              <a:t>所有依附同一个顶点的边都链接在同一个单链表中。</a:t>
            </a:r>
            <a:endParaRPr lang="en-US" altLang="zh-CN" dirty="0"/>
          </a:p>
          <a:p>
            <a:pPr lvl="1"/>
            <a:r>
              <a:rPr lang="zh-CN" altLang="en-US" dirty="0"/>
              <a:t>从顶点 </a:t>
            </a:r>
            <a:r>
              <a:rPr lang="en-US" altLang="zh-CN" dirty="0" err="1"/>
              <a:t>i</a:t>
            </a:r>
            <a:r>
              <a:rPr lang="en-US" altLang="zh-CN" dirty="0"/>
              <a:t> </a:t>
            </a:r>
            <a:r>
              <a:rPr lang="zh-CN" altLang="en-US" dirty="0"/>
              <a:t>出发</a:t>
            </a:r>
            <a:r>
              <a:rPr lang="en-US" altLang="zh-CN" dirty="0"/>
              <a:t>, </a:t>
            </a:r>
            <a:r>
              <a:rPr lang="zh-CN" altLang="en-US" dirty="0"/>
              <a:t>可以循链找到所有依附于该顶点的边，也可以找到它的所有邻接顶点。   </a:t>
            </a:r>
          </a:p>
        </p:txBody>
      </p:sp>
      <p:grpSp>
        <p:nvGrpSpPr>
          <p:cNvPr id="2" name="组合 1">
            <a:extLst>
              <a:ext uri="{FF2B5EF4-FFF2-40B4-BE49-F238E27FC236}">
                <a16:creationId xmlns:a16="http://schemas.microsoft.com/office/drawing/2014/main" id="{833A7C35-C335-4629-AFEB-1AE0CF0408B2}"/>
              </a:ext>
            </a:extLst>
          </p:cNvPr>
          <p:cNvGrpSpPr/>
          <p:nvPr/>
        </p:nvGrpSpPr>
        <p:grpSpPr>
          <a:xfrm>
            <a:off x="1547664" y="1268760"/>
            <a:ext cx="3733800" cy="533400"/>
            <a:chOff x="2590800" y="2209800"/>
            <a:chExt cx="3733800" cy="533400"/>
          </a:xfrm>
        </p:grpSpPr>
        <p:sp>
          <p:nvSpPr>
            <p:cNvPr id="149507" name="Rectangle 3" descr="白色大理石">
              <a:extLst>
                <a:ext uri="{FF2B5EF4-FFF2-40B4-BE49-F238E27FC236}">
                  <a16:creationId xmlns:a16="http://schemas.microsoft.com/office/drawing/2014/main" id="{9671E3B9-5249-C048-0869-6415EF889933}"/>
                </a:ext>
              </a:extLst>
            </p:cNvPr>
            <p:cNvSpPr>
              <a:spLocks noChangeArrowheads="1"/>
            </p:cNvSpPr>
            <p:nvPr/>
          </p:nvSpPr>
          <p:spPr bwMode="auto">
            <a:xfrm>
              <a:off x="2590800" y="2209800"/>
              <a:ext cx="3733800" cy="533400"/>
            </a:xfrm>
            <a:prstGeom prst="rect">
              <a:avLst/>
            </a:prstGeom>
            <a:blipFill dpi="0" rotWithShape="0">
              <a:blip r:embed="rId2"/>
              <a:srcRect/>
              <a:tile tx="0" ty="0" sx="100000" sy="100000" flip="none" algn="tl"/>
            </a:blipFill>
            <a:ln w="19050">
              <a:solidFill>
                <a:schemeClr val="tx1"/>
              </a:solidFill>
              <a:miter lim="800000"/>
              <a:headEnd/>
              <a:tailEnd/>
            </a:ln>
            <a:effectLst>
              <a:outerShdw dist="107763" dir="2700000" algn="ctr" rotWithShape="0">
                <a:srgbClr val="808080"/>
              </a:outerShdw>
            </a:effectLst>
          </p:spPr>
          <p:txBody>
            <a:bodyPr wrap="none" anchor="ctr"/>
            <a:lstStyle/>
            <a:p>
              <a:pPr>
                <a:defRPr/>
              </a:pPr>
              <a:r>
                <a:rPr lang="en-US" altLang="en-US" sz="3200" b="1" i="1"/>
                <a:t>    </a:t>
              </a:r>
              <a:r>
                <a:rPr lang="en-US" altLang="zh-CN" sz="3200" b="1">
                  <a:solidFill>
                    <a:schemeClr val="tx2"/>
                  </a:solidFill>
                  <a:effectLst>
                    <a:outerShdw blurRad="38100" dist="38100" dir="2700000" algn="tl">
                      <a:srgbClr val="C0C0C0"/>
                    </a:outerShdw>
                  </a:effectLst>
                </a:rPr>
                <a:t>data        Firstout</a:t>
              </a:r>
              <a:endParaRPr lang="en-US" altLang="zh-CN" sz="3200" b="1" i="1"/>
            </a:p>
          </p:txBody>
        </p:sp>
        <p:sp>
          <p:nvSpPr>
            <p:cNvPr id="39940" name="Line 4">
              <a:extLst>
                <a:ext uri="{FF2B5EF4-FFF2-40B4-BE49-F238E27FC236}">
                  <a16:creationId xmlns:a16="http://schemas.microsoft.com/office/drawing/2014/main" id="{E298D4D7-2E43-F89C-7904-AFF4C1D09046}"/>
                </a:ext>
              </a:extLst>
            </p:cNvPr>
            <p:cNvSpPr>
              <a:spLocks noChangeShapeType="1"/>
            </p:cNvSpPr>
            <p:nvPr/>
          </p:nvSpPr>
          <p:spPr bwMode="auto">
            <a:xfrm>
              <a:off x="4419600" y="2209800"/>
              <a:ext cx="0" cy="5334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 name="灯片编号占位符 2">
            <a:extLst>
              <a:ext uri="{FF2B5EF4-FFF2-40B4-BE49-F238E27FC236}">
                <a16:creationId xmlns:a16="http://schemas.microsoft.com/office/drawing/2014/main" id="{EE3DEB45-9CA9-F484-306F-16457C8B0D3F}"/>
              </a:ext>
            </a:extLst>
          </p:cNvPr>
          <p:cNvSpPr>
            <a:spLocks noGrp="1"/>
          </p:cNvSpPr>
          <p:nvPr>
            <p:ph type="sldNum" sz="quarter" idx="12"/>
          </p:nvPr>
        </p:nvSpPr>
        <p:spPr/>
        <p:txBody>
          <a:bodyPr/>
          <a:lstStyle/>
          <a:p>
            <a:pPr>
              <a:defRPr/>
            </a:pPr>
            <a:fld id="{2E0F9FB0-350A-4A87-9CD5-1F022F266B97}" type="slidenum">
              <a:rPr lang="en-US" altLang="zh-CN" smtClean="0"/>
              <a:pPr>
                <a:defRPr/>
              </a:pPr>
              <a:t>30</a:t>
            </a:fld>
            <a:endParaRPr lang="en-US" altLang="zh-CN"/>
          </a:p>
        </p:txBody>
      </p:sp>
    </p:spTree>
  </p:cSld>
  <p:clrMapOvr>
    <a:masterClrMapping/>
  </p:clrMapOvr>
  <p:transition>
    <p:zo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Line 2051">
            <a:extLst>
              <a:ext uri="{FF2B5EF4-FFF2-40B4-BE49-F238E27FC236}">
                <a16:creationId xmlns:a16="http://schemas.microsoft.com/office/drawing/2014/main" id="{8BA06FBB-7F56-08A7-7E44-96911AE40169}"/>
              </a:ext>
            </a:extLst>
          </p:cNvPr>
          <p:cNvSpPr>
            <a:spLocks noChangeShapeType="1"/>
          </p:cNvSpPr>
          <p:nvPr/>
        </p:nvSpPr>
        <p:spPr bwMode="auto">
          <a:xfrm flipV="1">
            <a:off x="914400" y="3071813"/>
            <a:ext cx="550863" cy="661987"/>
          </a:xfrm>
          <a:prstGeom prst="line">
            <a:avLst/>
          </a:prstGeom>
          <a:noFill/>
          <a:ln w="28575">
            <a:solidFill>
              <a:schemeClr val="tx2"/>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63" name="Line 2172">
            <a:extLst>
              <a:ext uri="{FF2B5EF4-FFF2-40B4-BE49-F238E27FC236}">
                <a16:creationId xmlns:a16="http://schemas.microsoft.com/office/drawing/2014/main" id="{D73B1817-DE09-CBDF-ABE9-3ABB5AABE3E0}"/>
              </a:ext>
            </a:extLst>
          </p:cNvPr>
          <p:cNvSpPr>
            <a:spLocks noChangeShapeType="1"/>
          </p:cNvSpPr>
          <p:nvPr/>
        </p:nvSpPr>
        <p:spPr bwMode="auto">
          <a:xfrm>
            <a:off x="1614488" y="3048000"/>
            <a:ext cx="0" cy="1600200"/>
          </a:xfrm>
          <a:prstGeom prst="line">
            <a:avLst/>
          </a:prstGeom>
          <a:noFill/>
          <a:ln w="28575">
            <a:solidFill>
              <a:schemeClr val="tx2"/>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64" name="Rectangle 2052" descr="再生纸">
            <a:extLst>
              <a:ext uri="{FF2B5EF4-FFF2-40B4-BE49-F238E27FC236}">
                <a16:creationId xmlns:a16="http://schemas.microsoft.com/office/drawing/2014/main" id="{89D047F0-D24A-C42C-F16F-A89CC5F21FE9}"/>
              </a:ext>
            </a:extLst>
          </p:cNvPr>
          <p:cNvSpPr>
            <a:spLocks noChangeArrowheads="1"/>
          </p:cNvSpPr>
          <p:nvPr/>
        </p:nvSpPr>
        <p:spPr bwMode="auto">
          <a:xfrm>
            <a:off x="5715000" y="4983163"/>
            <a:ext cx="2743200" cy="533400"/>
          </a:xfrm>
          <a:prstGeom prst="rect">
            <a:avLst/>
          </a:prstGeom>
          <a:blipFill dpi="0" rotWithShape="0">
            <a:blip r:embed="rId2"/>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0966" name="Line 2060">
            <a:extLst>
              <a:ext uri="{FF2B5EF4-FFF2-40B4-BE49-F238E27FC236}">
                <a16:creationId xmlns:a16="http://schemas.microsoft.com/office/drawing/2014/main" id="{440350BE-B242-ED42-745F-732F031AFD64}"/>
              </a:ext>
            </a:extLst>
          </p:cNvPr>
          <p:cNvSpPr>
            <a:spLocks noChangeShapeType="1"/>
          </p:cNvSpPr>
          <p:nvPr/>
        </p:nvSpPr>
        <p:spPr bwMode="auto">
          <a:xfrm>
            <a:off x="6324600" y="4983163"/>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67" name="Line 2061">
            <a:extLst>
              <a:ext uri="{FF2B5EF4-FFF2-40B4-BE49-F238E27FC236}">
                <a16:creationId xmlns:a16="http://schemas.microsoft.com/office/drawing/2014/main" id="{90BE2ED6-CA59-32D6-9D87-71E2D2433EE6}"/>
              </a:ext>
            </a:extLst>
          </p:cNvPr>
          <p:cNvSpPr>
            <a:spLocks noChangeShapeType="1"/>
          </p:cNvSpPr>
          <p:nvPr/>
        </p:nvSpPr>
        <p:spPr bwMode="auto">
          <a:xfrm>
            <a:off x="6858000" y="4999038"/>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68" name="Line 2063">
            <a:extLst>
              <a:ext uri="{FF2B5EF4-FFF2-40B4-BE49-F238E27FC236}">
                <a16:creationId xmlns:a16="http://schemas.microsoft.com/office/drawing/2014/main" id="{4265788E-BCB6-4D41-472F-26E5FD9FAFB3}"/>
              </a:ext>
            </a:extLst>
          </p:cNvPr>
          <p:cNvSpPr>
            <a:spLocks noChangeShapeType="1"/>
          </p:cNvSpPr>
          <p:nvPr/>
        </p:nvSpPr>
        <p:spPr bwMode="auto">
          <a:xfrm>
            <a:off x="7391400" y="4999038"/>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69" name="Rectangle 2064" descr="再生纸">
            <a:extLst>
              <a:ext uri="{FF2B5EF4-FFF2-40B4-BE49-F238E27FC236}">
                <a16:creationId xmlns:a16="http://schemas.microsoft.com/office/drawing/2014/main" id="{EA269582-88E3-1048-D09D-2AAC3BA627F0}"/>
              </a:ext>
            </a:extLst>
          </p:cNvPr>
          <p:cNvSpPr>
            <a:spLocks noChangeArrowheads="1"/>
          </p:cNvSpPr>
          <p:nvPr/>
        </p:nvSpPr>
        <p:spPr bwMode="auto">
          <a:xfrm>
            <a:off x="5715000" y="4038600"/>
            <a:ext cx="2743200" cy="533400"/>
          </a:xfrm>
          <a:prstGeom prst="rect">
            <a:avLst/>
          </a:prstGeom>
          <a:blipFill dpi="0" rotWithShape="0">
            <a:blip r:embed="rId2"/>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0970" name="Line 2065">
            <a:extLst>
              <a:ext uri="{FF2B5EF4-FFF2-40B4-BE49-F238E27FC236}">
                <a16:creationId xmlns:a16="http://schemas.microsoft.com/office/drawing/2014/main" id="{E080FCCE-2DDC-3E41-B2AB-49A78F8297D6}"/>
              </a:ext>
            </a:extLst>
          </p:cNvPr>
          <p:cNvSpPr>
            <a:spLocks noChangeShapeType="1"/>
          </p:cNvSpPr>
          <p:nvPr/>
        </p:nvSpPr>
        <p:spPr bwMode="auto">
          <a:xfrm>
            <a:off x="6324600" y="4038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71" name="Line 2066">
            <a:extLst>
              <a:ext uri="{FF2B5EF4-FFF2-40B4-BE49-F238E27FC236}">
                <a16:creationId xmlns:a16="http://schemas.microsoft.com/office/drawing/2014/main" id="{0CB34221-8342-A5F2-A204-C471C1044447}"/>
              </a:ext>
            </a:extLst>
          </p:cNvPr>
          <p:cNvSpPr>
            <a:spLocks noChangeShapeType="1"/>
          </p:cNvSpPr>
          <p:nvPr/>
        </p:nvSpPr>
        <p:spPr bwMode="auto">
          <a:xfrm>
            <a:off x="6858000" y="4038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72" name="Line 2067">
            <a:extLst>
              <a:ext uri="{FF2B5EF4-FFF2-40B4-BE49-F238E27FC236}">
                <a16:creationId xmlns:a16="http://schemas.microsoft.com/office/drawing/2014/main" id="{44DA0A4F-0567-7F49-D77A-A21E597C8F0D}"/>
              </a:ext>
            </a:extLst>
          </p:cNvPr>
          <p:cNvSpPr>
            <a:spLocks noChangeShapeType="1"/>
          </p:cNvSpPr>
          <p:nvPr/>
        </p:nvSpPr>
        <p:spPr bwMode="auto">
          <a:xfrm>
            <a:off x="7924800" y="4038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73" name="Line 2068">
            <a:extLst>
              <a:ext uri="{FF2B5EF4-FFF2-40B4-BE49-F238E27FC236}">
                <a16:creationId xmlns:a16="http://schemas.microsoft.com/office/drawing/2014/main" id="{ABED71F7-14CB-7508-D9A9-E2386BFF06A8}"/>
              </a:ext>
            </a:extLst>
          </p:cNvPr>
          <p:cNvSpPr>
            <a:spLocks noChangeShapeType="1"/>
          </p:cNvSpPr>
          <p:nvPr/>
        </p:nvSpPr>
        <p:spPr bwMode="auto">
          <a:xfrm>
            <a:off x="7391400" y="4038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74" name="Rectangle 2069" descr="再生纸">
            <a:extLst>
              <a:ext uri="{FF2B5EF4-FFF2-40B4-BE49-F238E27FC236}">
                <a16:creationId xmlns:a16="http://schemas.microsoft.com/office/drawing/2014/main" id="{D3E56C77-0668-A2DD-59C4-328698161483}"/>
              </a:ext>
            </a:extLst>
          </p:cNvPr>
          <p:cNvSpPr>
            <a:spLocks noChangeArrowheads="1"/>
          </p:cNvSpPr>
          <p:nvPr/>
        </p:nvSpPr>
        <p:spPr bwMode="auto">
          <a:xfrm>
            <a:off x="5715000" y="3124200"/>
            <a:ext cx="2743200" cy="533400"/>
          </a:xfrm>
          <a:prstGeom prst="rect">
            <a:avLst/>
          </a:prstGeom>
          <a:blipFill dpi="0" rotWithShape="0">
            <a:blip r:embed="rId2"/>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0975" name="Line 2070">
            <a:extLst>
              <a:ext uri="{FF2B5EF4-FFF2-40B4-BE49-F238E27FC236}">
                <a16:creationId xmlns:a16="http://schemas.microsoft.com/office/drawing/2014/main" id="{22C6A98B-E65D-56DE-292D-5D09C2438B32}"/>
              </a:ext>
            </a:extLst>
          </p:cNvPr>
          <p:cNvSpPr>
            <a:spLocks noChangeShapeType="1"/>
          </p:cNvSpPr>
          <p:nvPr/>
        </p:nvSpPr>
        <p:spPr bwMode="auto">
          <a:xfrm>
            <a:off x="6324600" y="31242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76" name="Line 2071">
            <a:extLst>
              <a:ext uri="{FF2B5EF4-FFF2-40B4-BE49-F238E27FC236}">
                <a16:creationId xmlns:a16="http://schemas.microsoft.com/office/drawing/2014/main" id="{A0BD57CC-2E6A-1130-100F-9FFE70254372}"/>
              </a:ext>
            </a:extLst>
          </p:cNvPr>
          <p:cNvSpPr>
            <a:spLocks noChangeShapeType="1"/>
          </p:cNvSpPr>
          <p:nvPr/>
        </p:nvSpPr>
        <p:spPr bwMode="auto">
          <a:xfrm>
            <a:off x="6858000" y="31242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77" name="Line 2072">
            <a:extLst>
              <a:ext uri="{FF2B5EF4-FFF2-40B4-BE49-F238E27FC236}">
                <a16:creationId xmlns:a16="http://schemas.microsoft.com/office/drawing/2014/main" id="{DBFF77AD-89BB-9F2A-6DC1-BA7C2026A6EF}"/>
              </a:ext>
            </a:extLst>
          </p:cNvPr>
          <p:cNvSpPr>
            <a:spLocks noChangeShapeType="1"/>
          </p:cNvSpPr>
          <p:nvPr/>
        </p:nvSpPr>
        <p:spPr bwMode="auto">
          <a:xfrm>
            <a:off x="7924800" y="31242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78" name="Line 2073">
            <a:extLst>
              <a:ext uri="{FF2B5EF4-FFF2-40B4-BE49-F238E27FC236}">
                <a16:creationId xmlns:a16="http://schemas.microsoft.com/office/drawing/2014/main" id="{6D172B82-007D-7F79-9E16-46E9CAE3B025}"/>
              </a:ext>
            </a:extLst>
          </p:cNvPr>
          <p:cNvSpPr>
            <a:spLocks noChangeShapeType="1"/>
          </p:cNvSpPr>
          <p:nvPr/>
        </p:nvSpPr>
        <p:spPr bwMode="auto">
          <a:xfrm>
            <a:off x="7391400" y="31242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79" name="Text Box 2084">
            <a:extLst>
              <a:ext uri="{FF2B5EF4-FFF2-40B4-BE49-F238E27FC236}">
                <a16:creationId xmlns:a16="http://schemas.microsoft.com/office/drawing/2014/main" id="{48B6D4FD-1273-5F7A-E145-4F4B425873DF}"/>
              </a:ext>
            </a:extLst>
          </p:cNvPr>
          <p:cNvSpPr txBox="1">
            <a:spLocks noChangeArrowheads="1"/>
          </p:cNvSpPr>
          <p:nvPr/>
        </p:nvSpPr>
        <p:spPr bwMode="auto">
          <a:xfrm>
            <a:off x="5526088" y="2605088"/>
            <a:ext cx="31607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latin typeface="Arial Narrow" panose="020B0606020202030204" pitchFamily="34" charset="0"/>
                <a:ea typeface="宋体" panose="02010600030101010101" pitchFamily="2" charset="-122"/>
              </a:rPr>
              <a:t>mark vtx</a:t>
            </a:r>
            <a:r>
              <a:rPr kumimoji="1" lang="en-US" altLang="zh-CN" sz="2400" b="1" baseline="-25000">
                <a:latin typeface="Arial Narrow" panose="020B0606020202030204" pitchFamily="34" charset="0"/>
                <a:ea typeface="宋体" panose="02010600030101010101" pitchFamily="2" charset="-122"/>
              </a:rPr>
              <a:t>1 </a:t>
            </a:r>
            <a:r>
              <a:rPr kumimoji="1" lang="en-US" altLang="zh-CN" sz="2400" b="1">
                <a:latin typeface="Arial Narrow" panose="020B0606020202030204" pitchFamily="34" charset="0"/>
                <a:ea typeface="宋体" panose="02010600030101010101" pitchFamily="2" charset="-122"/>
              </a:rPr>
              <a:t>vtx</a:t>
            </a:r>
            <a:r>
              <a:rPr kumimoji="1" lang="en-US" altLang="zh-CN" sz="2400" b="1" baseline="-25000">
                <a:latin typeface="Arial Narrow" panose="020B0606020202030204" pitchFamily="34" charset="0"/>
                <a:ea typeface="宋体" panose="02010600030101010101" pitchFamily="2" charset="-122"/>
              </a:rPr>
              <a:t>2</a:t>
            </a:r>
            <a:r>
              <a:rPr kumimoji="1" lang="en-US" altLang="zh-CN" sz="2400" b="1">
                <a:latin typeface="Arial Narrow" panose="020B0606020202030204" pitchFamily="34" charset="0"/>
                <a:ea typeface="宋体" panose="02010600030101010101" pitchFamily="2" charset="-122"/>
              </a:rPr>
              <a:t> path</a:t>
            </a:r>
            <a:r>
              <a:rPr kumimoji="1" lang="en-US" altLang="zh-CN" sz="2400" b="1" baseline="-25000">
                <a:latin typeface="Arial Narrow" panose="020B0606020202030204" pitchFamily="34" charset="0"/>
                <a:ea typeface="宋体" panose="02010600030101010101" pitchFamily="2" charset="-122"/>
              </a:rPr>
              <a:t>1 </a:t>
            </a:r>
            <a:r>
              <a:rPr kumimoji="1" lang="en-US" altLang="zh-CN" sz="2400" b="1">
                <a:latin typeface="Arial Narrow" panose="020B0606020202030204" pitchFamily="34" charset="0"/>
                <a:ea typeface="宋体" panose="02010600030101010101" pitchFamily="2" charset="-122"/>
              </a:rPr>
              <a:t>path</a:t>
            </a:r>
            <a:r>
              <a:rPr kumimoji="1" lang="en-US" altLang="zh-CN" sz="2400" b="1" baseline="-25000">
                <a:latin typeface="Arial Narrow" panose="020B0606020202030204" pitchFamily="34"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40980" name="Line 2085">
            <a:extLst>
              <a:ext uri="{FF2B5EF4-FFF2-40B4-BE49-F238E27FC236}">
                <a16:creationId xmlns:a16="http://schemas.microsoft.com/office/drawing/2014/main" id="{FC14E08D-60EA-44A2-E4BF-64F595EF38D2}"/>
              </a:ext>
            </a:extLst>
          </p:cNvPr>
          <p:cNvSpPr>
            <a:spLocks noChangeShapeType="1"/>
          </p:cNvSpPr>
          <p:nvPr/>
        </p:nvSpPr>
        <p:spPr bwMode="auto">
          <a:xfrm>
            <a:off x="7675563" y="3411538"/>
            <a:ext cx="0" cy="614362"/>
          </a:xfrm>
          <a:prstGeom prst="line">
            <a:avLst/>
          </a:prstGeom>
          <a:noFill/>
          <a:ln w="28575">
            <a:solidFill>
              <a:srgbClr val="006600"/>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81" name="Line 2086">
            <a:extLst>
              <a:ext uri="{FF2B5EF4-FFF2-40B4-BE49-F238E27FC236}">
                <a16:creationId xmlns:a16="http://schemas.microsoft.com/office/drawing/2014/main" id="{994242A6-F320-C15C-3E00-6B940C8912DB}"/>
              </a:ext>
            </a:extLst>
          </p:cNvPr>
          <p:cNvSpPr>
            <a:spLocks noChangeShapeType="1"/>
          </p:cNvSpPr>
          <p:nvPr/>
        </p:nvSpPr>
        <p:spPr bwMode="auto">
          <a:xfrm>
            <a:off x="7695023" y="4765675"/>
            <a:ext cx="0" cy="228600"/>
          </a:xfrm>
          <a:prstGeom prst="line">
            <a:avLst/>
          </a:prstGeom>
          <a:noFill/>
          <a:ln w="28575">
            <a:solidFill>
              <a:schemeClr val="accent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82" name="Line 2087">
            <a:extLst>
              <a:ext uri="{FF2B5EF4-FFF2-40B4-BE49-F238E27FC236}">
                <a16:creationId xmlns:a16="http://schemas.microsoft.com/office/drawing/2014/main" id="{AB3C7DEE-0138-8BEE-E266-B3B66726E466}"/>
              </a:ext>
            </a:extLst>
          </p:cNvPr>
          <p:cNvSpPr>
            <a:spLocks noChangeShapeType="1"/>
          </p:cNvSpPr>
          <p:nvPr/>
        </p:nvSpPr>
        <p:spPr bwMode="auto">
          <a:xfrm flipV="1">
            <a:off x="7702550" y="4760911"/>
            <a:ext cx="965200" cy="17538"/>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83" name="Line 2088">
            <a:extLst>
              <a:ext uri="{FF2B5EF4-FFF2-40B4-BE49-F238E27FC236}">
                <a16:creationId xmlns:a16="http://schemas.microsoft.com/office/drawing/2014/main" id="{6D8D7964-5A79-2027-167A-0CE7914FB172}"/>
              </a:ext>
            </a:extLst>
          </p:cNvPr>
          <p:cNvSpPr>
            <a:spLocks noChangeShapeType="1"/>
          </p:cNvSpPr>
          <p:nvPr/>
        </p:nvSpPr>
        <p:spPr bwMode="auto">
          <a:xfrm>
            <a:off x="8666163" y="3921125"/>
            <a:ext cx="0" cy="858838"/>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84" name="Line 2089">
            <a:extLst>
              <a:ext uri="{FF2B5EF4-FFF2-40B4-BE49-F238E27FC236}">
                <a16:creationId xmlns:a16="http://schemas.microsoft.com/office/drawing/2014/main" id="{D36E7FE9-C983-DD78-62AE-BB74EDFFE239}"/>
              </a:ext>
            </a:extLst>
          </p:cNvPr>
          <p:cNvSpPr>
            <a:spLocks noChangeShapeType="1"/>
          </p:cNvSpPr>
          <p:nvPr/>
        </p:nvSpPr>
        <p:spPr bwMode="auto">
          <a:xfrm flipH="1">
            <a:off x="8208963" y="3921125"/>
            <a:ext cx="4572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85" name="Line 2090">
            <a:extLst>
              <a:ext uri="{FF2B5EF4-FFF2-40B4-BE49-F238E27FC236}">
                <a16:creationId xmlns:a16="http://schemas.microsoft.com/office/drawing/2014/main" id="{AF33110B-3B4B-6402-3210-2DF7D19EF8BE}"/>
              </a:ext>
            </a:extLst>
          </p:cNvPr>
          <p:cNvSpPr>
            <a:spLocks noChangeShapeType="1"/>
          </p:cNvSpPr>
          <p:nvPr/>
        </p:nvSpPr>
        <p:spPr bwMode="auto">
          <a:xfrm flipV="1">
            <a:off x="8208963" y="3387725"/>
            <a:ext cx="0" cy="5334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86" name="Text Box 2094">
            <a:extLst>
              <a:ext uri="{FF2B5EF4-FFF2-40B4-BE49-F238E27FC236}">
                <a16:creationId xmlns:a16="http://schemas.microsoft.com/office/drawing/2014/main" id="{5B29217A-9589-F2DB-0668-46AC9FFA2259}"/>
              </a:ext>
            </a:extLst>
          </p:cNvPr>
          <p:cNvSpPr txBox="1">
            <a:spLocks noChangeArrowheads="1"/>
          </p:cNvSpPr>
          <p:nvPr/>
        </p:nvSpPr>
        <p:spPr bwMode="auto">
          <a:xfrm>
            <a:off x="7454900" y="3930650"/>
            <a:ext cx="9652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600" b="1">
                <a:solidFill>
                  <a:srgbClr val="006600"/>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3600" b="1">
                <a:solidFill>
                  <a:schemeClr val="tx2"/>
                </a:solidFill>
                <a:latin typeface="Times New Roman" panose="02020603050405020304" pitchFamily="18" charset="0"/>
                <a:ea typeface="宋体" panose="02010600030101010101" pitchFamily="2" charset="-122"/>
                <a:sym typeface="Symbol" panose="05050102010706020507" pitchFamily="18" charset="2"/>
              </a:rPr>
              <a:t>  </a:t>
            </a:r>
          </a:p>
        </p:txBody>
      </p:sp>
      <p:sp>
        <p:nvSpPr>
          <p:cNvPr id="40987" name="Text Box 2095">
            <a:extLst>
              <a:ext uri="{FF2B5EF4-FFF2-40B4-BE49-F238E27FC236}">
                <a16:creationId xmlns:a16="http://schemas.microsoft.com/office/drawing/2014/main" id="{EDD42A3D-88C7-00DE-1F62-052FDC2FFA5A}"/>
              </a:ext>
            </a:extLst>
          </p:cNvPr>
          <p:cNvSpPr txBox="1">
            <a:spLocks noChangeArrowheads="1"/>
          </p:cNvSpPr>
          <p:nvPr/>
        </p:nvSpPr>
        <p:spPr bwMode="auto">
          <a:xfrm>
            <a:off x="7454900" y="4894263"/>
            <a:ext cx="9652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600" b="1">
                <a:solidFill>
                  <a:srgbClr val="3333CC"/>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3600" b="1">
                <a:solidFill>
                  <a:schemeClr val="tx2"/>
                </a:solidFill>
                <a:latin typeface="Times New Roman" panose="02020603050405020304" pitchFamily="18" charset="0"/>
                <a:ea typeface="宋体" panose="02010600030101010101" pitchFamily="2" charset="-122"/>
                <a:sym typeface="Symbol" panose="05050102010706020507" pitchFamily="18" charset="2"/>
              </a:rPr>
              <a:t>  </a:t>
            </a:r>
          </a:p>
        </p:txBody>
      </p:sp>
      <p:sp>
        <p:nvSpPr>
          <p:cNvPr id="40988" name="Text Box 2099">
            <a:extLst>
              <a:ext uri="{FF2B5EF4-FFF2-40B4-BE49-F238E27FC236}">
                <a16:creationId xmlns:a16="http://schemas.microsoft.com/office/drawing/2014/main" id="{DE4C9382-1AB5-BE05-A95E-29F2CC5D252A}"/>
              </a:ext>
            </a:extLst>
          </p:cNvPr>
          <p:cNvSpPr txBox="1">
            <a:spLocks noChangeArrowheads="1"/>
          </p:cNvSpPr>
          <p:nvPr/>
        </p:nvSpPr>
        <p:spPr bwMode="auto">
          <a:xfrm>
            <a:off x="6400800" y="3078163"/>
            <a:ext cx="895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0   1</a:t>
            </a:r>
            <a:endParaRPr kumimoji="1" lang="en-US" altLang="zh-CN" sz="2400">
              <a:latin typeface="Times New Roman" panose="02020603050405020304" pitchFamily="18" charset="0"/>
              <a:ea typeface="宋体" panose="02010600030101010101" pitchFamily="2" charset="-122"/>
            </a:endParaRPr>
          </a:p>
        </p:txBody>
      </p:sp>
      <p:sp>
        <p:nvSpPr>
          <p:cNvPr id="40989" name="Text Box 2100">
            <a:extLst>
              <a:ext uri="{FF2B5EF4-FFF2-40B4-BE49-F238E27FC236}">
                <a16:creationId xmlns:a16="http://schemas.microsoft.com/office/drawing/2014/main" id="{003B5173-2AF6-9C7D-222F-0B3421B8DBC0}"/>
              </a:ext>
            </a:extLst>
          </p:cNvPr>
          <p:cNvSpPr txBox="1">
            <a:spLocks noChangeArrowheads="1"/>
          </p:cNvSpPr>
          <p:nvPr/>
        </p:nvSpPr>
        <p:spPr bwMode="auto">
          <a:xfrm>
            <a:off x="6394450" y="3992563"/>
            <a:ext cx="895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0   2</a:t>
            </a:r>
            <a:endParaRPr kumimoji="1" lang="en-US" altLang="zh-CN" sz="2400">
              <a:latin typeface="Times New Roman" panose="02020603050405020304" pitchFamily="18" charset="0"/>
              <a:ea typeface="宋体" panose="02010600030101010101" pitchFamily="2" charset="-122"/>
            </a:endParaRPr>
          </a:p>
        </p:txBody>
      </p:sp>
      <p:sp>
        <p:nvSpPr>
          <p:cNvPr id="40990" name="Text Box 2101">
            <a:extLst>
              <a:ext uri="{FF2B5EF4-FFF2-40B4-BE49-F238E27FC236}">
                <a16:creationId xmlns:a16="http://schemas.microsoft.com/office/drawing/2014/main" id="{3E96A5BB-985D-6983-E4ED-B29881C07803}"/>
              </a:ext>
            </a:extLst>
          </p:cNvPr>
          <p:cNvSpPr txBox="1">
            <a:spLocks noChangeArrowheads="1"/>
          </p:cNvSpPr>
          <p:nvPr/>
        </p:nvSpPr>
        <p:spPr bwMode="auto">
          <a:xfrm>
            <a:off x="6394450" y="4983163"/>
            <a:ext cx="90281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dirty="0">
                <a:solidFill>
                  <a:schemeClr val="tx2"/>
                </a:solidFill>
                <a:latin typeface="Times New Roman" panose="02020603050405020304" pitchFamily="18" charset="0"/>
                <a:ea typeface="宋体" panose="02010600030101010101" pitchFamily="2" charset="-122"/>
              </a:rPr>
              <a:t>1   3</a:t>
            </a:r>
            <a:endParaRPr kumimoji="1" lang="en-US" altLang="zh-CN" sz="2400" dirty="0">
              <a:latin typeface="Times New Roman" panose="02020603050405020304" pitchFamily="18" charset="0"/>
              <a:ea typeface="宋体" panose="02010600030101010101" pitchFamily="2" charset="-122"/>
            </a:endParaRPr>
          </a:p>
        </p:txBody>
      </p:sp>
      <p:sp>
        <p:nvSpPr>
          <p:cNvPr id="40991" name="Text Box 2103">
            <a:extLst>
              <a:ext uri="{FF2B5EF4-FFF2-40B4-BE49-F238E27FC236}">
                <a16:creationId xmlns:a16="http://schemas.microsoft.com/office/drawing/2014/main" id="{BA2333A5-6CA3-DEF2-7EFB-43B67C5750E7}"/>
              </a:ext>
            </a:extLst>
          </p:cNvPr>
          <p:cNvSpPr txBox="1">
            <a:spLocks noChangeArrowheads="1"/>
          </p:cNvSpPr>
          <p:nvPr/>
        </p:nvSpPr>
        <p:spPr bwMode="auto">
          <a:xfrm>
            <a:off x="5200650" y="2763838"/>
            <a:ext cx="4984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rgbClr val="009900"/>
                </a:solidFill>
                <a:latin typeface="Times New Roman" panose="02020603050405020304" pitchFamily="18" charset="0"/>
                <a:ea typeface="宋体" panose="02010600030101010101" pitchFamily="2" charset="-122"/>
              </a:rPr>
              <a:t>e</a:t>
            </a:r>
            <a:r>
              <a:rPr kumimoji="1" lang="en-US" altLang="zh-CN" sz="3200" b="1" baseline="-25000">
                <a:solidFill>
                  <a:srgbClr val="009900"/>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40992" name="Text Box 2104">
            <a:extLst>
              <a:ext uri="{FF2B5EF4-FFF2-40B4-BE49-F238E27FC236}">
                <a16:creationId xmlns:a16="http://schemas.microsoft.com/office/drawing/2014/main" id="{6923053E-7B45-D101-2BF3-1FBD8038123A}"/>
              </a:ext>
            </a:extLst>
          </p:cNvPr>
          <p:cNvSpPr txBox="1">
            <a:spLocks noChangeArrowheads="1"/>
          </p:cNvSpPr>
          <p:nvPr/>
        </p:nvSpPr>
        <p:spPr bwMode="auto">
          <a:xfrm>
            <a:off x="5216525" y="3763963"/>
            <a:ext cx="4984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rgbClr val="009900"/>
                </a:solidFill>
                <a:latin typeface="Times New Roman" panose="02020603050405020304" pitchFamily="18" charset="0"/>
                <a:ea typeface="宋体" panose="02010600030101010101" pitchFamily="2" charset="-122"/>
              </a:rPr>
              <a:t>e</a:t>
            </a:r>
            <a:r>
              <a:rPr kumimoji="1" lang="en-US" altLang="zh-CN" sz="3200" b="1" baseline="-25000">
                <a:solidFill>
                  <a:srgbClr val="009900"/>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40993" name="Text Box 2105">
            <a:extLst>
              <a:ext uri="{FF2B5EF4-FFF2-40B4-BE49-F238E27FC236}">
                <a16:creationId xmlns:a16="http://schemas.microsoft.com/office/drawing/2014/main" id="{69418BE5-C0AF-7AA0-A1B1-C6D46012B18D}"/>
              </a:ext>
            </a:extLst>
          </p:cNvPr>
          <p:cNvSpPr txBox="1">
            <a:spLocks noChangeArrowheads="1"/>
          </p:cNvSpPr>
          <p:nvPr/>
        </p:nvSpPr>
        <p:spPr bwMode="auto">
          <a:xfrm>
            <a:off x="5216525" y="4602163"/>
            <a:ext cx="4984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rgbClr val="009900"/>
                </a:solidFill>
                <a:latin typeface="Times New Roman" panose="02020603050405020304" pitchFamily="18" charset="0"/>
                <a:ea typeface="宋体" panose="02010600030101010101" pitchFamily="2" charset="-122"/>
              </a:rPr>
              <a:t>e</a:t>
            </a:r>
            <a:r>
              <a:rPr kumimoji="1" lang="en-US" altLang="zh-CN" sz="3200" b="1" baseline="-25000">
                <a:solidFill>
                  <a:srgbClr val="009900"/>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40994" name="Text Box 2109">
            <a:extLst>
              <a:ext uri="{FF2B5EF4-FFF2-40B4-BE49-F238E27FC236}">
                <a16:creationId xmlns:a16="http://schemas.microsoft.com/office/drawing/2014/main" id="{B8022F8F-2588-A17D-E866-C5C05F6814A0}"/>
              </a:ext>
            </a:extLst>
          </p:cNvPr>
          <p:cNvSpPr txBox="1">
            <a:spLocks noChangeArrowheads="1"/>
          </p:cNvSpPr>
          <p:nvPr/>
        </p:nvSpPr>
        <p:spPr bwMode="auto">
          <a:xfrm>
            <a:off x="3181350" y="2149475"/>
            <a:ext cx="14938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latin typeface="Arial Narrow" panose="020B0606020202030204" pitchFamily="34" charset="0"/>
                <a:ea typeface="宋体" panose="02010600030101010101" pitchFamily="2" charset="-122"/>
              </a:rPr>
              <a:t>data Fout</a:t>
            </a:r>
            <a:endParaRPr kumimoji="1" lang="en-US" altLang="zh-CN" sz="2400">
              <a:latin typeface="Times New Roman" panose="02020603050405020304" pitchFamily="18" charset="0"/>
              <a:ea typeface="宋体" panose="02010600030101010101" pitchFamily="2" charset="-122"/>
            </a:endParaRPr>
          </a:p>
        </p:txBody>
      </p:sp>
      <p:sp>
        <p:nvSpPr>
          <p:cNvPr id="40995" name="Rectangle 2110" descr="白色大理石">
            <a:extLst>
              <a:ext uri="{FF2B5EF4-FFF2-40B4-BE49-F238E27FC236}">
                <a16:creationId xmlns:a16="http://schemas.microsoft.com/office/drawing/2014/main" id="{99BEDC5C-60F6-D7C6-ADA8-27E2E2B20E44}"/>
              </a:ext>
            </a:extLst>
          </p:cNvPr>
          <p:cNvSpPr>
            <a:spLocks noChangeArrowheads="1"/>
          </p:cNvSpPr>
          <p:nvPr/>
        </p:nvSpPr>
        <p:spPr bwMode="auto">
          <a:xfrm>
            <a:off x="3316288" y="2667000"/>
            <a:ext cx="1143000" cy="533400"/>
          </a:xfrm>
          <a:prstGeom prst="rect">
            <a:avLst/>
          </a:prstGeom>
          <a:blipFill dpi="0" rotWithShape="0">
            <a:blip r:embed="rId3"/>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0996" name="Line 2112" descr="白色大理石">
            <a:extLst>
              <a:ext uri="{FF2B5EF4-FFF2-40B4-BE49-F238E27FC236}">
                <a16:creationId xmlns:a16="http://schemas.microsoft.com/office/drawing/2014/main" id="{5F532A3D-8B9A-7F99-FF2E-8AC746713861}"/>
              </a:ext>
            </a:extLst>
          </p:cNvPr>
          <p:cNvSpPr>
            <a:spLocks noChangeShapeType="1"/>
          </p:cNvSpPr>
          <p:nvPr/>
        </p:nvSpPr>
        <p:spPr bwMode="auto">
          <a:xfrm>
            <a:off x="3925888" y="26670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97" name="Rectangle 2116" descr="白色大理石">
            <a:extLst>
              <a:ext uri="{FF2B5EF4-FFF2-40B4-BE49-F238E27FC236}">
                <a16:creationId xmlns:a16="http://schemas.microsoft.com/office/drawing/2014/main" id="{F33E3777-5824-FE70-DA0D-07A3FF5BAE7E}"/>
              </a:ext>
            </a:extLst>
          </p:cNvPr>
          <p:cNvSpPr>
            <a:spLocks noChangeArrowheads="1"/>
          </p:cNvSpPr>
          <p:nvPr/>
        </p:nvSpPr>
        <p:spPr bwMode="auto">
          <a:xfrm>
            <a:off x="3316288" y="3505200"/>
            <a:ext cx="1143000" cy="533400"/>
          </a:xfrm>
          <a:prstGeom prst="rect">
            <a:avLst/>
          </a:prstGeom>
          <a:blipFill dpi="0" rotWithShape="0">
            <a:blip r:embed="rId3"/>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0998" name="Line 2118" descr="白色大理石">
            <a:extLst>
              <a:ext uri="{FF2B5EF4-FFF2-40B4-BE49-F238E27FC236}">
                <a16:creationId xmlns:a16="http://schemas.microsoft.com/office/drawing/2014/main" id="{154BACCD-ACAC-3CDE-864B-46E3FA394A3C}"/>
              </a:ext>
            </a:extLst>
          </p:cNvPr>
          <p:cNvSpPr>
            <a:spLocks noChangeShapeType="1"/>
          </p:cNvSpPr>
          <p:nvPr/>
        </p:nvSpPr>
        <p:spPr bwMode="auto">
          <a:xfrm>
            <a:off x="3925888" y="35052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99" name="Line 2119">
            <a:extLst>
              <a:ext uri="{FF2B5EF4-FFF2-40B4-BE49-F238E27FC236}">
                <a16:creationId xmlns:a16="http://schemas.microsoft.com/office/drawing/2014/main" id="{3AA60A97-D39F-F1F9-7053-C5BBBD52E597}"/>
              </a:ext>
            </a:extLst>
          </p:cNvPr>
          <p:cNvSpPr>
            <a:spLocks noChangeShapeType="1"/>
          </p:cNvSpPr>
          <p:nvPr/>
        </p:nvSpPr>
        <p:spPr bwMode="auto">
          <a:xfrm flipV="1">
            <a:off x="5092700" y="4405313"/>
            <a:ext cx="620713" cy="0"/>
          </a:xfrm>
          <a:prstGeom prst="line">
            <a:avLst/>
          </a:prstGeom>
          <a:noFill/>
          <a:ln w="28575">
            <a:solidFill>
              <a:schemeClr val="tx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00" name="Line 2120">
            <a:extLst>
              <a:ext uri="{FF2B5EF4-FFF2-40B4-BE49-F238E27FC236}">
                <a16:creationId xmlns:a16="http://schemas.microsoft.com/office/drawing/2014/main" id="{58EC2AA5-543D-264B-22F8-A6C428FB43C6}"/>
              </a:ext>
            </a:extLst>
          </p:cNvPr>
          <p:cNvSpPr>
            <a:spLocks noChangeShapeType="1"/>
          </p:cNvSpPr>
          <p:nvPr/>
        </p:nvSpPr>
        <p:spPr bwMode="auto">
          <a:xfrm>
            <a:off x="5081588" y="3414713"/>
            <a:ext cx="625475" cy="0"/>
          </a:xfrm>
          <a:prstGeom prst="line">
            <a:avLst/>
          </a:prstGeom>
          <a:noFill/>
          <a:ln w="28575">
            <a:solidFill>
              <a:srgbClr val="006600"/>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01" name="Line 2121">
            <a:extLst>
              <a:ext uri="{FF2B5EF4-FFF2-40B4-BE49-F238E27FC236}">
                <a16:creationId xmlns:a16="http://schemas.microsoft.com/office/drawing/2014/main" id="{6E8AF049-BD29-CB10-526E-778165EB7254}"/>
              </a:ext>
            </a:extLst>
          </p:cNvPr>
          <p:cNvSpPr>
            <a:spLocks noChangeShapeType="1"/>
          </p:cNvSpPr>
          <p:nvPr/>
        </p:nvSpPr>
        <p:spPr bwMode="auto">
          <a:xfrm flipV="1">
            <a:off x="5105400" y="3525838"/>
            <a:ext cx="606425" cy="1587"/>
          </a:xfrm>
          <a:prstGeom prst="line">
            <a:avLst/>
          </a:prstGeom>
          <a:noFill/>
          <a:ln w="28575">
            <a:solidFill>
              <a:srgbClr val="3333CC"/>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02" name="Line 2123">
            <a:extLst>
              <a:ext uri="{FF2B5EF4-FFF2-40B4-BE49-F238E27FC236}">
                <a16:creationId xmlns:a16="http://schemas.microsoft.com/office/drawing/2014/main" id="{1DA53EB9-ED9C-A41B-CB2C-221AB5A5BF11}"/>
              </a:ext>
            </a:extLst>
          </p:cNvPr>
          <p:cNvSpPr>
            <a:spLocks noChangeShapeType="1"/>
          </p:cNvSpPr>
          <p:nvPr/>
        </p:nvSpPr>
        <p:spPr bwMode="auto">
          <a:xfrm flipV="1">
            <a:off x="5097463" y="5262563"/>
            <a:ext cx="615950" cy="11112"/>
          </a:xfrm>
          <a:prstGeom prst="line">
            <a:avLst/>
          </a:prstGeom>
          <a:noFill/>
          <a:ln w="28575">
            <a:solidFill>
              <a:srgbClr val="9900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03" name="Line 2127">
            <a:extLst>
              <a:ext uri="{FF2B5EF4-FFF2-40B4-BE49-F238E27FC236}">
                <a16:creationId xmlns:a16="http://schemas.microsoft.com/office/drawing/2014/main" id="{CA9EDF41-FF62-0B2C-9183-3F921DD0E7F9}"/>
              </a:ext>
            </a:extLst>
          </p:cNvPr>
          <p:cNvSpPr>
            <a:spLocks noChangeShapeType="1"/>
          </p:cNvSpPr>
          <p:nvPr/>
        </p:nvSpPr>
        <p:spPr bwMode="auto">
          <a:xfrm flipV="1">
            <a:off x="5078413" y="2919413"/>
            <a:ext cx="1587" cy="4953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04" name="Line 2128">
            <a:extLst>
              <a:ext uri="{FF2B5EF4-FFF2-40B4-BE49-F238E27FC236}">
                <a16:creationId xmlns:a16="http://schemas.microsoft.com/office/drawing/2014/main" id="{B3786620-C07D-0058-2119-9FACD6910300}"/>
              </a:ext>
            </a:extLst>
          </p:cNvPr>
          <p:cNvSpPr>
            <a:spLocks noChangeShapeType="1"/>
          </p:cNvSpPr>
          <p:nvPr/>
        </p:nvSpPr>
        <p:spPr bwMode="auto">
          <a:xfrm>
            <a:off x="4202113" y="2914650"/>
            <a:ext cx="890587" cy="11113"/>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05" name="Rectangle 2133" descr="白色大理石">
            <a:extLst>
              <a:ext uri="{FF2B5EF4-FFF2-40B4-BE49-F238E27FC236}">
                <a16:creationId xmlns:a16="http://schemas.microsoft.com/office/drawing/2014/main" id="{C02FCC67-6E48-1881-D62A-228448B295CF}"/>
              </a:ext>
            </a:extLst>
          </p:cNvPr>
          <p:cNvSpPr>
            <a:spLocks noChangeArrowheads="1"/>
          </p:cNvSpPr>
          <p:nvPr/>
        </p:nvSpPr>
        <p:spPr bwMode="auto">
          <a:xfrm>
            <a:off x="3316288" y="4343400"/>
            <a:ext cx="1143000" cy="533400"/>
          </a:xfrm>
          <a:prstGeom prst="rect">
            <a:avLst/>
          </a:prstGeom>
          <a:blipFill dpi="0" rotWithShape="0">
            <a:blip r:embed="rId3"/>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1006" name="Line 2135" descr="白色大理石">
            <a:extLst>
              <a:ext uri="{FF2B5EF4-FFF2-40B4-BE49-F238E27FC236}">
                <a16:creationId xmlns:a16="http://schemas.microsoft.com/office/drawing/2014/main" id="{5CBE295B-24FC-FB90-7C63-F21EFC93AF31}"/>
              </a:ext>
            </a:extLst>
          </p:cNvPr>
          <p:cNvSpPr>
            <a:spLocks noChangeShapeType="1"/>
          </p:cNvSpPr>
          <p:nvPr/>
        </p:nvSpPr>
        <p:spPr bwMode="auto">
          <a:xfrm>
            <a:off x="3925888" y="43434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07" name="Line 2137">
            <a:extLst>
              <a:ext uri="{FF2B5EF4-FFF2-40B4-BE49-F238E27FC236}">
                <a16:creationId xmlns:a16="http://schemas.microsoft.com/office/drawing/2014/main" id="{29ACC0E3-B1A0-1941-6E75-8F6E19138D13}"/>
              </a:ext>
            </a:extLst>
          </p:cNvPr>
          <p:cNvSpPr>
            <a:spLocks noChangeShapeType="1"/>
          </p:cNvSpPr>
          <p:nvPr/>
        </p:nvSpPr>
        <p:spPr bwMode="auto">
          <a:xfrm>
            <a:off x="4219575" y="3775075"/>
            <a:ext cx="882650" cy="0"/>
          </a:xfrm>
          <a:prstGeom prst="line">
            <a:avLst/>
          </a:prstGeom>
          <a:noFill/>
          <a:ln w="28575">
            <a:solidFill>
              <a:srgbClr val="3333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08" name="Line 2138">
            <a:extLst>
              <a:ext uri="{FF2B5EF4-FFF2-40B4-BE49-F238E27FC236}">
                <a16:creationId xmlns:a16="http://schemas.microsoft.com/office/drawing/2014/main" id="{21CFA2CD-25EE-D37F-006D-2E98C8903CFF}"/>
              </a:ext>
            </a:extLst>
          </p:cNvPr>
          <p:cNvSpPr>
            <a:spLocks noChangeShapeType="1"/>
          </p:cNvSpPr>
          <p:nvPr/>
        </p:nvSpPr>
        <p:spPr bwMode="auto">
          <a:xfrm>
            <a:off x="5089525" y="3511550"/>
            <a:ext cx="0" cy="261938"/>
          </a:xfrm>
          <a:prstGeom prst="line">
            <a:avLst/>
          </a:prstGeom>
          <a:noFill/>
          <a:ln w="28575">
            <a:solidFill>
              <a:srgbClr val="3333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09" name="Rectangle 2139" descr="白色大理石">
            <a:extLst>
              <a:ext uri="{FF2B5EF4-FFF2-40B4-BE49-F238E27FC236}">
                <a16:creationId xmlns:a16="http://schemas.microsoft.com/office/drawing/2014/main" id="{5F8FC0EA-2A90-306C-BD03-6514C7B3EA62}"/>
              </a:ext>
            </a:extLst>
          </p:cNvPr>
          <p:cNvSpPr>
            <a:spLocks noChangeArrowheads="1"/>
          </p:cNvSpPr>
          <p:nvPr/>
        </p:nvSpPr>
        <p:spPr bwMode="auto">
          <a:xfrm>
            <a:off x="3316288" y="5181600"/>
            <a:ext cx="1143000" cy="533400"/>
          </a:xfrm>
          <a:prstGeom prst="rect">
            <a:avLst/>
          </a:prstGeom>
          <a:blipFill dpi="0" rotWithShape="0">
            <a:blip r:embed="rId3"/>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1010" name="Line 2141" descr="白色大理石">
            <a:extLst>
              <a:ext uri="{FF2B5EF4-FFF2-40B4-BE49-F238E27FC236}">
                <a16:creationId xmlns:a16="http://schemas.microsoft.com/office/drawing/2014/main" id="{D82912B1-3498-69FC-2290-2FB0AFCA1D66}"/>
              </a:ext>
            </a:extLst>
          </p:cNvPr>
          <p:cNvSpPr>
            <a:spLocks noChangeShapeType="1"/>
          </p:cNvSpPr>
          <p:nvPr/>
        </p:nvSpPr>
        <p:spPr bwMode="auto">
          <a:xfrm>
            <a:off x="3925888" y="518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11" name="Line 2143">
            <a:extLst>
              <a:ext uri="{FF2B5EF4-FFF2-40B4-BE49-F238E27FC236}">
                <a16:creationId xmlns:a16="http://schemas.microsoft.com/office/drawing/2014/main" id="{258504A2-27A1-0073-117E-6DECD1A6BF71}"/>
              </a:ext>
            </a:extLst>
          </p:cNvPr>
          <p:cNvSpPr>
            <a:spLocks noChangeShapeType="1"/>
          </p:cNvSpPr>
          <p:nvPr/>
        </p:nvSpPr>
        <p:spPr bwMode="auto">
          <a:xfrm>
            <a:off x="4219575" y="4592638"/>
            <a:ext cx="871538" cy="1587"/>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12" name="Line 2144">
            <a:extLst>
              <a:ext uri="{FF2B5EF4-FFF2-40B4-BE49-F238E27FC236}">
                <a16:creationId xmlns:a16="http://schemas.microsoft.com/office/drawing/2014/main" id="{3FF34AB1-F849-A8E6-7EDA-93A660C6A554}"/>
              </a:ext>
            </a:extLst>
          </p:cNvPr>
          <p:cNvSpPr>
            <a:spLocks noChangeShapeType="1"/>
          </p:cNvSpPr>
          <p:nvPr/>
        </p:nvSpPr>
        <p:spPr bwMode="auto">
          <a:xfrm flipH="1" flipV="1">
            <a:off x="5094288" y="4413250"/>
            <a:ext cx="1587" cy="20161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13" name="Line 2147">
            <a:extLst>
              <a:ext uri="{FF2B5EF4-FFF2-40B4-BE49-F238E27FC236}">
                <a16:creationId xmlns:a16="http://schemas.microsoft.com/office/drawing/2014/main" id="{517273D1-31AD-0478-2E89-11795D6B1EAA}"/>
              </a:ext>
            </a:extLst>
          </p:cNvPr>
          <p:cNvSpPr>
            <a:spLocks noChangeShapeType="1"/>
          </p:cNvSpPr>
          <p:nvPr/>
        </p:nvSpPr>
        <p:spPr bwMode="auto">
          <a:xfrm flipV="1">
            <a:off x="5091113" y="5257800"/>
            <a:ext cx="3175" cy="215900"/>
          </a:xfrm>
          <a:prstGeom prst="line">
            <a:avLst/>
          </a:prstGeom>
          <a:noFill/>
          <a:ln w="28575">
            <a:solidFill>
              <a:srgbClr val="9900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14" name="Line 2148">
            <a:extLst>
              <a:ext uri="{FF2B5EF4-FFF2-40B4-BE49-F238E27FC236}">
                <a16:creationId xmlns:a16="http://schemas.microsoft.com/office/drawing/2014/main" id="{DA550B0D-5D1F-4DF2-66AE-A32332B0687F}"/>
              </a:ext>
            </a:extLst>
          </p:cNvPr>
          <p:cNvSpPr>
            <a:spLocks noChangeShapeType="1"/>
          </p:cNvSpPr>
          <p:nvPr/>
        </p:nvSpPr>
        <p:spPr bwMode="auto">
          <a:xfrm flipV="1">
            <a:off x="4203700" y="5448300"/>
            <a:ext cx="874713" cy="12700"/>
          </a:xfrm>
          <a:prstGeom prst="line">
            <a:avLst/>
          </a:prstGeom>
          <a:noFill/>
          <a:ln w="28575">
            <a:solidFill>
              <a:srgbClr val="9900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15" name="Text Box 2157">
            <a:extLst>
              <a:ext uri="{FF2B5EF4-FFF2-40B4-BE49-F238E27FC236}">
                <a16:creationId xmlns:a16="http://schemas.microsoft.com/office/drawing/2014/main" id="{A82B673A-FDC7-1FA6-AB1F-05C9EB424C18}"/>
              </a:ext>
            </a:extLst>
          </p:cNvPr>
          <p:cNvSpPr txBox="1">
            <a:spLocks noChangeArrowheads="1"/>
          </p:cNvSpPr>
          <p:nvPr/>
        </p:nvSpPr>
        <p:spPr bwMode="auto">
          <a:xfrm>
            <a:off x="3392488" y="2667000"/>
            <a:ext cx="4778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Arial" panose="020B0604020202020204" pitchFamily="34"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41016" name="Text Box 2158">
            <a:extLst>
              <a:ext uri="{FF2B5EF4-FFF2-40B4-BE49-F238E27FC236}">
                <a16:creationId xmlns:a16="http://schemas.microsoft.com/office/drawing/2014/main" id="{5FFDD7BF-7B0A-8EB5-D747-16B47A071C64}"/>
              </a:ext>
            </a:extLst>
          </p:cNvPr>
          <p:cNvSpPr txBox="1">
            <a:spLocks noChangeArrowheads="1"/>
          </p:cNvSpPr>
          <p:nvPr/>
        </p:nvSpPr>
        <p:spPr bwMode="auto">
          <a:xfrm>
            <a:off x="3392488" y="3505200"/>
            <a:ext cx="4778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Arial" panose="020B0604020202020204" pitchFamily="34"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41017" name="Text Box 2159">
            <a:extLst>
              <a:ext uri="{FF2B5EF4-FFF2-40B4-BE49-F238E27FC236}">
                <a16:creationId xmlns:a16="http://schemas.microsoft.com/office/drawing/2014/main" id="{E24D394C-B88F-EA98-01AF-B2F1B6D88B6E}"/>
              </a:ext>
            </a:extLst>
          </p:cNvPr>
          <p:cNvSpPr txBox="1">
            <a:spLocks noChangeArrowheads="1"/>
          </p:cNvSpPr>
          <p:nvPr/>
        </p:nvSpPr>
        <p:spPr bwMode="auto">
          <a:xfrm>
            <a:off x="3392488" y="4343400"/>
            <a:ext cx="4778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Arial" panose="020B0604020202020204" pitchFamily="34"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41018" name="Text Box 2160">
            <a:extLst>
              <a:ext uri="{FF2B5EF4-FFF2-40B4-BE49-F238E27FC236}">
                <a16:creationId xmlns:a16="http://schemas.microsoft.com/office/drawing/2014/main" id="{E0092DE4-57FC-3ECD-7DD9-6B68ABB7D4EA}"/>
              </a:ext>
            </a:extLst>
          </p:cNvPr>
          <p:cNvSpPr txBox="1">
            <a:spLocks noChangeArrowheads="1"/>
          </p:cNvSpPr>
          <p:nvPr/>
        </p:nvSpPr>
        <p:spPr bwMode="auto">
          <a:xfrm>
            <a:off x="3392488" y="5181600"/>
            <a:ext cx="4778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Arial" panose="020B0604020202020204" pitchFamily="34"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41019" name="Text Box 2162">
            <a:extLst>
              <a:ext uri="{FF2B5EF4-FFF2-40B4-BE49-F238E27FC236}">
                <a16:creationId xmlns:a16="http://schemas.microsoft.com/office/drawing/2014/main" id="{EF662ADB-B175-48A2-72E0-3A266B27360B}"/>
              </a:ext>
            </a:extLst>
          </p:cNvPr>
          <p:cNvSpPr txBox="1">
            <a:spLocks noChangeArrowheads="1"/>
          </p:cNvSpPr>
          <p:nvPr/>
        </p:nvSpPr>
        <p:spPr bwMode="auto">
          <a:xfrm>
            <a:off x="2852738" y="26670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41020" name="Text Box 2163">
            <a:extLst>
              <a:ext uri="{FF2B5EF4-FFF2-40B4-BE49-F238E27FC236}">
                <a16:creationId xmlns:a16="http://schemas.microsoft.com/office/drawing/2014/main" id="{9C47C989-1399-650C-FD58-0F26766063B4}"/>
              </a:ext>
            </a:extLst>
          </p:cNvPr>
          <p:cNvSpPr txBox="1">
            <a:spLocks noChangeArrowheads="1"/>
          </p:cNvSpPr>
          <p:nvPr/>
        </p:nvSpPr>
        <p:spPr bwMode="auto">
          <a:xfrm>
            <a:off x="2852738" y="35052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41021" name="Text Box 2164">
            <a:extLst>
              <a:ext uri="{FF2B5EF4-FFF2-40B4-BE49-F238E27FC236}">
                <a16:creationId xmlns:a16="http://schemas.microsoft.com/office/drawing/2014/main" id="{7B0105F8-62F7-693A-7569-F03EB9376CAF}"/>
              </a:ext>
            </a:extLst>
          </p:cNvPr>
          <p:cNvSpPr txBox="1">
            <a:spLocks noChangeArrowheads="1"/>
          </p:cNvSpPr>
          <p:nvPr/>
        </p:nvSpPr>
        <p:spPr bwMode="auto">
          <a:xfrm>
            <a:off x="2852738" y="42973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41022" name="Text Box 2165">
            <a:extLst>
              <a:ext uri="{FF2B5EF4-FFF2-40B4-BE49-F238E27FC236}">
                <a16:creationId xmlns:a16="http://schemas.microsoft.com/office/drawing/2014/main" id="{0A6D6C09-EDB7-FFB9-FBF3-04018E2BE30F}"/>
              </a:ext>
            </a:extLst>
          </p:cNvPr>
          <p:cNvSpPr txBox="1">
            <a:spLocks noChangeArrowheads="1"/>
          </p:cNvSpPr>
          <p:nvPr/>
        </p:nvSpPr>
        <p:spPr bwMode="auto">
          <a:xfrm>
            <a:off x="2852738" y="51355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41023" name="Oval 2167" descr="粉色砂纸">
            <a:extLst>
              <a:ext uri="{FF2B5EF4-FFF2-40B4-BE49-F238E27FC236}">
                <a16:creationId xmlns:a16="http://schemas.microsoft.com/office/drawing/2014/main" id="{F3D5439F-A3D6-6594-E5C9-2513EBF4B783}"/>
              </a:ext>
            </a:extLst>
          </p:cNvPr>
          <p:cNvSpPr>
            <a:spLocks noChangeArrowheads="1"/>
          </p:cNvSpPr>
          <p:nvPr/>
        </p:nvSpPr>
        <p:spPr bwMode="auto">
          <a:xfrm>
            <a:off x="1374775" y="2693988"/>
            <a:ext cx="457200" cy="457200"/>
          </a:xfrm>
          <a:prstGeom prst="ellipse">
            <a:avLst/>
          </a:prstGeom>
          <a:blipFill dpi="0" rotWithShape="0">
            <a:blip r:embed="rId4"/>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1024" name="Oval 2169" descr="粉色砂纸">
            <a:extLst>
              <a:ext uri="{FF2B5EF4-FFF2-40B4-BE49-F238E27FC236}">
                <a16:creationId xmlns:a16="http://schemas.microsoft.com/office/drawing/2014/main" id="{F4E97F28-05C7-3513-A4F7-B33467CB95E3}"/>
              </a:ext>
            </a:extLst>
          </p:cNvPr>
          <p:cNvSpPr>
            <a:spLocks noChangeArrowheads="1"/>
          </p:cNvSpPr>
          <p:nvPr/>
        </p:nvSpPr>
        <p:spPr bwMode="auto">
          <a:xfrm>
            <a:off x="2106613" y="3608388"/>
            <a:ext cx="457200" cy="457200"/>
          </a:xfrm>
          <a:prstGeom prst="ellipse">
            <a:avLst/>
          </a:prstGeom>
          <a:blipFill dpi="0" rotWithShape="0">
            <a:blip r:embed="rId4"/>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1025" name="Oval 2170" descr="粉色砂纸">
            <a:extLst>
              <a:ext uri="{FF2B5EF4-FFF2-40B4-BE49-F238E27FC236}">
                <a16:creationId xmlns:a16="http://schemas.microsoft.com/office/drawing/2014/main" id="{811F07A8-7096-C0E2-A73F-78585A7367D2}"/>
              </a:ext>
            </a:extLst>
          </p:cNvPr>
          <p:cNvSpPr>
            <a:spLocks noChangeArrowheads="1"/>
          </p:cNvSpPr>
          <p:nvPr/>
        </p:nvSpPr>
        <p:spPr bwMode="auto">
          <a:xfrm>
            <a:off x="609600" y="3581400"/>
            <a:ext cx="457200" cy="457200"/>
          </a:xfrm>
          <a:prstGeom prst="ellipse">
            <a:avLst/>
          </a:prstGeom>
          <a:blipFill dpi="0" rotWithShape="0">
            <a:blip r:embed="rId4"/>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1026" name="Oval 2171" descr="粉色砂纸">
            <a:extLst>
              <a:ext uri="{FF2B5EF4-FFF2-40B4-BE49-F238E27FC236}">
                <a16:creationId xmlns:a16="http://schemas.microsoft.com/office/drawing/2014/main" id="{A338F48C-A88B-D14D-6452-5D0ED3ADA261}"/>
              </a:ext>
            </a:extLst>
          </p:cNvPr>
          <p:cNvSpPr>
            <a:spLocks noChangeArrowheads="1"/>
          </p:cNvSpPr>
          <p:nvPr/>
        </p:nvSpPr>
        <p:spPr bwMode="auto">
          <a:xfrm>
            <a:off x="1374775" y="4510088"/>
            <a:ext cx="457200" cy="457200"/>
          </a:xfrm>
          <a:prstGeom prst="ellipse">
            <a:avLst/>
          </a:prstGeom>
          <a:blipFill dpi="0" rotWithShape="0">
            <a:blip r:embed="rId4"/>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1027" name="Line 2173">
            <a:extLst>
              <a:ext uri="{FF2B5EF4-FFF2-40B4-BE49-F238E27FC236}">
                <a16:creationId xmlns:a16="http://schemas.microsoft.com/office/drawing/2014/main" id="{8B177735-AE7E-FBA8-CAF4-FA0D220B7F9E}"/>
              </a:ext>
            </a:extLst>
          </p:cNvPr>
          <p:cNvSpPr>
            <a:spLocks noChangeShapeType="1"/>
          </p:cNvSpPr>
          <p:nvPr/>
        </p:nvSpPr>
        <p:spPr bwMode="auto">
          <a:xfrm>
            <a:off x="1066800" y="3810000"/>
            <a:ext cx="1044575" cy="0"/>
          </a:xfrm>
          <a:prstGeom prst="line">
            <a:avLst/>
          </a:prstGeom>
          <a:noFill/>
          <a:ln w="28575">
            <a:solidFill>
              <a:schemeClr val="tx2"/>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28" name="Text Box 2176">
            <a:extLst>
              <a:ext uri="{FF2B5EF4-FFF2-40B4-BE49-F238E27FC236}">
                <a16:creationId xmlns:a16="http://schemas.microsoft.com/office/drawing/2014/main" id="{1C8F0BFB-B45F-1462-8DDC-977F398D89AA}"/>
              </a:ext>
            </a:extLst>
          </p:cNvPr>
          <p:cNvSpPr txBox="1">
            <a:spLocks noChangeArrowheads="1"/>
          </p:cNvSpPr>
          <p:nvPr/>
        </p:nvSpPr>
        <p:spPr bwMode="auto">
          <a:xfrm>
            <a:off x="685800" y="2849563"/>
            <a:ext cx="4984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rgbClr val="009900"/>
                </a:solidFill>
                <a:latin typeface="Times New Roman" panose="02020603050405020304" pitchFamily="18" charset="0"/>
                <a:ea typeface="宋体" panose="02010600030101010101" pitchFamily="2" charset="-122"/>
              </a:rPr>
              <a:t>e</a:t>
            </a:r>
            <a:r>
              <a:rPr kumimoji="1" lang="en-US" altLang="zh-CN" sz="3200" b="1" baseline="-25000">
                <a:solidFill>
                  <a:srgbClr val="009900"/>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41029" name="Text Box 2177">
            <a:extLst>
              <a:ext uri="{FF2B5EF4-FFF2-40B4-BE49-F238E27FC236}">
                <a16:creationId xmlns:a16="http://schemas.microsoft.com/office/drawing/2014/main" id="{02D8CAA6-FEC6-CFDC-B121-42E273A3D546}"/>
              </a:ext>
            </a:extLst>
          </p:cNvPr>
          <p:cNvSpPr txBox="1">
            <a:spLocks noChangeArrowheads="1"/>
          </p:cNvSpPr>
          <p:nvPr/>
        </p:nvSpPr>
        <p:spPr bwMode="auto">
          <a:xfrm>
            <a:off x="1562100" y="3916363"/>
            <a:ext cx="4984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rgbClr val="009900"/>
                </a:solidFill>
                <a:latin typeface="Times New Roman" panose="02020603050405020304" pitchFamily="18" charset="0"/>
                <a:ea typeface="宋体" panose="02010600030101010101" pitchFamily="2" charset="-122"/>
              </a:rPr>
              <a:t>e</a:t>
            </a:r>
            <a:r>
              <a:rPr kumimoji="1" lang="en-US" altLang="zh-CN" sz="3200" b="1" baseline="-25000">
                <a:solidFill>
                  <a:srgbClr val="009900"/>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41030" name="Text Box 2178">
            <a:extLst>
              <a:ext uri="{FF2B5EF4-FFF2-40B4-BE49-F238E27FC236}">
                <a16:creationId xmlns:a16="http://schemas.microsoft.com/office/drawing/2014/main" id="{1A3843A2-2AC3-53BB-2AFA-0754A375FC23}"/>
              </a:ext>
            </a:extLst>
          </p:cNvPr>
          <p:cNvSpPr txBox="1">
            <a:spLocks noChangeArrowheads="1"/>
          </p:cNvSpPr>
          <p:nvPr/>
        </p:nvSpPr>
        <p:spPr bwMode="auto">
          <a:xfrm>
            <a:off x="1617663" y="3200400"/>
            <a:ext cx="4984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rgbClr val="009900"/>
                </a:solidFill>
                <a:latin typeface="Times New Roman" panose="02020603050405020304" pitchFamily="18" charset="0"/>
                <a:ea typeface="宋体" panose="02010600030101010101" pitchFamily="2" charset="-122"/>
              </a:rPr>
              <a:t>e</a:t>
            </a:r>
            <a:r>
              <a:rPr kumimoji="1" lang="en-US" altLang="zh-CN" sz="3200" b="1" baseline="-25000">
                <a:solidFill>
                  <a:srgbClr val="009900"/>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41031" name="Text Box 2182">
            <a:extLst>
              <a:ext uri="{FF2B5EF4-FFF2-40B4-BE49-F238E27FC236}">
                <a16:creationId xmlns:a16="http://schemas.microsoft.com/office/drawing/2014/main" id="{49033300-15AC-85D4-1709-C21024E2FEAC}"/>
              </a:ext>
            </a:extLst>
          </p:cNvPr>
          <p:cNvSpPr txBox="1">
            <a:spLocks noChangeArrowheads="1"/>
          </p:cNvSpPr>
          <p:nvPr/>
        </p:nvSpPr>
        <p:spPr bwMode="auto">
          <a:xfrm>
            <a:off x="1390650" y="26670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41032" name="Text Box 2183">
            <a:extLst>
              <a:ext uri="{FF2B5EF4-FFF2-40B4-BE49-F238E27FC236}">
                <a16:creationId xmlns:a16="http://schemas.microsoft.com/office/drawing/2014/main" id="{9856C233-F1C9-0777-AA74-0219425317CB}"/>
              </a:ext>
            </a:extLst>
          </p:cNvPr>
          <p:cNvSpPr txBox="1">
            <a:spLocks noChangeArrowheads="1"/>
          </p:cNvSpPr>
          <p:nvPr/>
        </p:nvSpPr>
        <p:spPr bwMode="auto">
          <a:xfrm>
            <a:off x="625475" y="35814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41033" name="Text Box 2184">
            <a:extLst>
              <a:ext uri="{FF2B5EF4-FFF2-40B4-BE49-F238E27FC236}">
                <a16:creationId xmlns:a16="http://schemas.microsoft.com/office/drawing/2014/main" id="{69A7DF81-F8E4-3FA1-95B2-56B2B35B3933}"/>
              </a:ext>
            </a:extLst>
          </p:cNvPr>
          <p:cNvSpPr txBox="1">
            <a:spLocks noChangeArrowheads="1"/>
          </p:cNvSpPr>
          <p:nvPr/>
        </p:nvSpPr>
        <p:spPr bwMode="auto">
          <a:xfrm>
            <a:off x="1390650" y="45100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41034" name="Text Box 2185">
            <a:extLst>
              <a:ext uri="{FF2B5EF4-FFF2-40B4-BE49-F238E27FC236}">
                <a16:creationId xmlns:a16="http://schemas.microsoft.com/office/drawing/2014/main" id="{9E3F42EA-AF52-378E-67B6-F1D30C568F28}"/>
              </a:ext>
            </a:extLst>
          </p:cNvPr>
          <p:cNvSpPr txBox="1">
            <a:spLocks noChangeArrowheads="1"/>
          </p:cNvSpPr>
          <p:nvPr/>
        </p:nvSpPr>
        <p:spPr bwMode="auto">
          <a:xfrm>
            <a:off x="2122488" y="35814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41035" name="Line 2187">
            <a:extLst>
              <a:ext uri="{FF2B5EF4-FFF2-40B4-BE49-F238E27FC236}">
                <a16:creationId xmlns:a16="http://schemas.microsoft.com/office/drawing/2014/main" id="{243A80DB-170B-5299-C955-CC16445C332D}"/>
              </a:ext>
            </a:extLst>
          </p:cNvPr>
          <p:cNvSpPr>
            <a:spLocks noChangeShapeType="1"/>
          </p:cNvSpPr>
          <p:nvPr/>
        </p:nvSpPr>
        <p:spPr bwMode="auto">
          <a:xfrm>
            <a:off x="7924800" y="4994275"/>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标题 1">
            <a:extLst>
              <a:ext uri="{FF2B5EF4-FFF2-40B4-BE49-F238E27FC236}">
                <a16:creationId xmlns:a16="http://schemas.microsoft.com/office/drawing/2014/main" id="{A515D220-7280-4D0F-9F2D-B5E950944E34}"/>
              </a:ext>
            </a:extLst>
          </p:cNvPr>
          <p:cNvSpPr>
            <a:spLocks noGrp="1"/>
          </p:cNvSpPr>
          <p:nvPr>
            <p:ph type="title"/>
          </p:nvPr>
        </p:nvSpPr>
        <p:spPr/>
        <p:txBody>
          <a:bodyPr/>
          <a:lstStyle/>
          <a:p>
            <a:r>
              <a:rPr lang="zh-CN" altLang="en-US" dirty="0"/>
              <a:t>无向图的邻接多重表示例</a:t>
            </a:r>
          </a:p>
        </p:txBody>
      </p:sp>
      <p:sp>
        <p:nvSpPr>
          <p:cNvPr id="3" name="灯片编号占位符 2">
            <a:extLst>
              <a:ext uri="{FF2B5EF4-FFF2-40B4-BE49-F238E27FC236}">
                <a16:creationId xmlns:a16="http://schemas.microsoft.com/office/drawing/2014/main" id="{8B45E48F-DE04-60FD-8D53-9B5BE69AEAB1}"/>
              </a:ext>
            </a:extLst>
          </p:cNvPr>
          <p:cNvSpPr>
            <a:spLocks noGrp="1"/>
          </p:cNvSpPr>
          <p:nvPr>
            <p:ph type="sldNum" sz="quarter" idx="12"/>
          </p:nvPr>
        </p:nvSpPr>
        <p:spPr/>
        <p:txBody>
          <a:bodyPr/>
          <a:lstStyle/>
          <a:p>
            <a:pPr>
              <a:defRPr/>
            </a:pPr>
            <a:fld id="{1FE7C295-45AB-455C-823A-4AF0463E4EF2}" type="slidenum">
              <a:rPr lang="en-US" altLang="zh-CN" smtClean="0"/>
              <a:pPr>
                <a:defRPr/>
              </a:pPr>
              <a:t>31</a:t>
            </a:fld>
            <a:endParaRPr lang="en-US" altLang="zh-CN"/>
          </a:p>
        </p:txBody>
      </p:sp>
    </p:spTree>
  </p:cSld>
  <p:clrMapOvr>
    <a:masterClrMapping/>
  </p:clrMapOvr>
  <p:transition>
    <p:zo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52EC4E9F-2362-415B-9244-53CA526E0F46}"/>
              </a:ext>
            </a:extLst>
          </p:cNvPr>
          <p:cNvSpPr>
            <a:spLocks noGrp="1"/>
          </p:cNvSpPr>
          <p:nvPr>
            <p:ph type="title"/>
          </p:nvPr>
        </p:nvSpPr>
        <p:spPr>
          <a:xfrm>
            <a:off x="628650" y="365125"/>
            <a:ext cx="7886700" cy="1325563"/>
          </a:xfrm>
        </p:spPr>
        <p:txBody>
          <a:bodyPr/>
          <a:lstStyle/>
          <a:p>
            <a:r>
              <a:rPr lang="zh-CN" altLang="en-US" dirty="0"/>
              <a:t>有向图的十字链表</a:t>
            </a:r>
          </a:p>
        </p:txBody>
      </p:sp>
      <p:sp>
        <p:nvSpPr>
          <p:cNvPr id="264195" name="Rectangle 3">
            <a:extLst>
              <a:ext uri="{FF2B5EF4-FFF2-40B4-BE49-F238E27FC236}">
                <a16:creationId xmlns:a16="http://schemas.microsoft.com/office/drawing/2014/main" id="{176BDF00-92BB-014F-1ED5-87A80E529346}"/>
              </a:ext>
            </a:extLst>
          </p:cNvPr>
          <p:cNvSpPr>
            <a:spLocks noGrp="1" noChangeArrowheads="1"/>
          </p:cNvSpPr>
          <p:nvPr>
            <p:ph idx="1"/>
          </p:nvPr>
        </p:nvSpPr>
        <p:spPr>
          <a:xfrm>
            <a:off x="628650" y="1825625"/>
            <a:ext cx="7886700" cy="4351338"/>
          </a:xfrm>
        </p:spPr>
        <p:txBody>
          <a:bodyPr>
            <a:normAutofit fontScale="85000" lnSpcReduction="20000"/>
          </a:bodyPr>
          <a:lstStyle/>
          <a:p>
            <a:r>
              <a:rPr lang="zh-CN" altLang="en-US" dirty="0"/>
              <a:t>在用邻接表表示有向图时，有时需要同时使用邻接表和逆邻接表。用有向图的十字链表（就是之前表示稀疏矩阵的正交链表）可把两个表结合起来表示。</a:t>
            </a:r>
          </a:p>
          <a:p>
            <a:r>
              <a:rPr lang="zh-CN" altLang="en-US" dirty="0"/>
              <a:t>边结点的结构</a:t>
            </a:r>
            <a:endParaRPr lang="en-US" altLang="zh-CN" dirty="0"/>
          </a:p>
          <a:p>
            <a:pPr lvl="1"/>
            <a:endParaRPr lang="en-US" altLang="zh-CN" dirty="0"/>
          </a:p>
          <a:p>
            <a:pPr lvl="1"/>
            <a:endParaRPr lang="en-US" altLang="zh-CN" dirty="0"/>
          </a:p>
          <a:p>
            <a:pPr lvl="1"/>
            <a:r>
              <a:rPr lang="zh-CN" altLang="en-US" dirty="0"/>
              <a:t>其中，</a:t>
            </a:r>
            <a:r>
              <a:rPr lang="en-US" altLang="zh-CN" dirty="0"/>
              <a:t>mark</a:t>
            </a:r>
            <a:r>
              <a:rPr lang="zh-CN" altLang="en-US" dirty="0"/>
              <a:t>是处理标记；</a:t>
            </a:r>
            <a:r>
              <a:rPr lang="en-US" altLang="zh-CN" dirty="0"/>
              <a:t>vertex1</a:t>
            </a:r>
            <a:r>
              <a:rPr lang="zh-CN" altLang="en-US" dirty="0"/>
              <a:t>和</a:t>
            </a:r>
            <a:r>
              <a:rPr lang="en-US" altLang="zh-CN" dirty="0"/>
              <a:t>vertex2</a:t>
            </a:r>
            <a:r>
              <a:rPr lang="zh-CN" altLang="en-US" dirty="0"/>
              <a:t>指明该有向边始顶点和终顶点的位置。</a:t>
            </a:r>
            <a:r>
              <a:rPr lang="en-US" altLang="zh-CN" dirty="0"/>
              <a:t>path1</a:t>
            </a:r>
            <a:r>
              <a:rPr lang="zh-CN" altLang="en-US" dirty="0"/>
              <a:t>是指向始顶点与该边相同的下一条边的指针；</a:t>
            </a:r>
            <a:r>
              <a:rPr lang="en-US" altLang="zh-CN" dirty="0"/>
              <a:t>path2</a:t>
            </a:r>
            <a:r>
              <a:rPr lang="zh-CN" altLang="en-US" dirty="0"/>
              <a:t>是指向终顶点与该边相同的下一条边的指针。需要时还可有权值域</a:t>
            </a:r>
            <a:r>
              <a:rPr lang="en-US" altLang="zh-CN" dirty="0"/>
              <a:t>cost</a:t>
            </a:r>
            <a:r>
              <a:rPr lang="zh-CN" altLang="en-US" dirty="0"/>
              <a:t>。</a:t>
            </a:r>
          </a:p>
        </p:txBody>
      </p:sp>
      <p:sp>
        <p:nvSpPr>
          <p:cNvPr id="3" name="灯片编号占位符 2">
            <a:extLst>
              <a:ext uri="{FF2B5EF4-FFF2-40B4-BE49-F238E27FC236}">
                <a16:creationId xmlns:a16="http://schemas.microsoft.com/office/drawing/2014/main" id="{AEE29689-531D-B872-FD2D-1698596CE08D}"/>
              </a:ext>
            </a:extLst>
          </p:cNvPr>
          <p:cNvSpPr>
            <a:spLocks noGrp="1"/>
          </p:cNvSpPr>
          <p:nvPr>
            <p:ph type="sldNum" sz="quarter" idx="12"/>
          </p:nvPr>
        </p:nvSpPr>
        <p:spPr>
          <a:xfrm>
            <a:off x="6457950" y="6356350"/>
            <a:ext cx="2057400" cy="365125"/>
          </a:xfrm>
        </p:spPr>
        <p:txBody>
          <a:bodyPr/>
          <a:lstStyle/>
          <a:p>
            <a:fld id="{2E0F9FB0-350A-4A87-9CD5-1F022F266B97}" type="slidenum">
              <a:rPr lang="en-US" altLang="zh-CN" smtClean="0"/>
              <a:pPr/>
              <a:t>32</a:t>
            </a:fld>
            <a:endParaRPr lang="en-US" altLang="zh-CN"/>
          </a:p>
        </p:txBody>
      </p:sp>
      <p:grpSp>
        <p:nvGrpSpPr>
          <p:cNvPr id="2" name="组合 1">
            <a:extLst>
              <a:ext uri="{FF2B5EF4-FFF2-40B4-BE49-F238E27FC236}">
                <a16:creationId xmlns:a16="http://schemas.microsoft.com/office/drawing/2014/main" id="{FCC75CAA-C110-42A8-BF37-164822CDC297}"/>
              </a:ext>
            </a:extLst>
          </p:cNvPr>
          <p:cNvGrpSpPr/>
          <p:nvPr/>
        </p:nvGrpSpPr>
        <p:grpSpPr>
          <a:xfrm>
            <a:off x="1115616" y="3645024"/>
            <a:ext cx="7162800" cy="533400"/>
            <a:chOff x="1281113" y="3109913"/>
            <a:chExt cx="7162800" cy="533400"/>
          </a:xfrm>
        </p:grpSpPr>
        <p:sp>
          <p:nvSpPr>
            <p:cNvPr id="41987" name="Rectangle 4" descr="白色大理石">
              <a:extLst>
                <a:ext uri="{FF2B5EF4-FFF2-40B4-BE49-F238E27FC236}">
                  <a16:creationId xmlns:a16="http://schemas.microsoft.com/office/drawing/2014/main" id="{5D37A93E-55B7-BE82-D137-9B6BDFFCCB2A}"/>
                </a:ext>
              </a:extLst>
            </p:cNvPr>
            <p:cNvSpPr>
              <a:spLocks noChangeArrowheads="1"/>
            </p:cNvSpPr>
            <p:nvPr/>
          </p:nvSpPr>
          <p:spPr bwMode="auto">
            <a:xfrm>
              <a:off x="1281113" y="3109913"/>
              <a:ext cx="7162800" cy="533400"/>
            </a:xfrm>
            <a:prstGeom prst="rect">
              <a:avLst/>
            </a:prstGeom>
            <a:blipFill dpi="0" rotWithShape="0">
              <a:blip r:embed="rId2"/>
              <a:srcRect/>
              <a:tile tx="0" ty="0" sx="100000" sy="100000" flip="none" algn="tl"/>
            </a:blipFill>
            <a:ln w="19050">
              <a:solidFill>
                <a:schemeClr val="tx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r>
                <a:rPr lang="en-US" altLang="zh-CN" dirty="0">
                  <a:solidFill>
                    <a:schemeClr val="tx2"/>
                  </a:solidFill>
                </a:rPr>
                <a:t> </a:t>
              </a:r>
              <a:r>
                <a:rPr lang="en-US" altLang="zh-CN" sz="3200" b="1" dirty="0">
                  <a:solidFill>
                    <a:schemeClr val="tx2"/>
                  </a:solidFill>
                  <a:ea typeface="楷体_GB2312" pitchFamily="49" charset="-122"/>
                </a:rPr>
                <a:t>mark   vertex1  vertex2  path1   path2</a:t>
              </a:r>
              <a:endParaRPr lang="en-US" altLang="zh-CN" dirty="0">
                <a:solidFill>
                  <a:schemeClr val="tx2"/>
                </a:solidFill>
              </a:endParaRPr>
            </a:p>
          </p:txBody>
        </p:sp>
        <p:sp>
          <p:nvSpPr>
            <p:cNvPr id="41988" name="Line 5" descr="白色大理石">
              <a:extLst>
                <a:ext uri="{FF2B5EF4-FFF2-40B4-BE49-F238E27FC236}">
                  <a16:creationId xmlns:a16="http://schemas.microsoft.com/office/drawing/2014/main" id="{473FD947-3F47-03CA-8A9A-531BB69DBC02}"/>
                </a:ext>
              </a:extLst>
            </p:cNvPr>
            <p:cNvSpPr>
              <a:spLocks noChangeShapeType="1"/>
            </p:cNvSpPr>
            <p:nvPr/>
          </p:nvSpPr>
          <p:spPr bwMode="auto">
            <a:xfrm>
              <a:off x="2652713" y="3109913"/>
              <a:ext cx="0" cy="5334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989" name="Line 6" descr="白色大理石">
              <a:extLst>
                <a:ext uri="{FF2B5EF4-FFF2-40B4-BE49-F238E27FC236}">
                  <a16:creationId xmlns:a16="http://schemas.microsoft.com/office/drawing/2014/main" id="{F640442E-804F-44C7-496A-912BB8A2E8D8}"/>
                </a:ext>
              </a:extLst>
            </p:cNvPr>
            <p:cNvSpPr>
              <a:spLocks noChangeShapeType="1"/>
            </p:cNvSpPr>
            <p:nvPr/>
          </p:nvSpPr>
          <p:spPr bwMode="auto">
            <a:xfrm>
              <a:off x="4176713" y="3109913"/>
              <a:ext cx="0" cy="5334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990" name="Line 7" descr="白色大理石">
              <a:extLst>
                <a:ext uri="{FF2B5EF4-FFF2-40B4-BE49-F238E27FC236}">
                  <a16:creationId xmlns:a16="http://schemas.microsoft.com/office/drawing/2014/main" id="{2B86ADE2-8417-41FB-E228-26B5A03FBB3E}"/>
                </a:ext>
              </a:extLst>
            </p:cNvPr>
            <p:cNvSpPr>
              <a:spLocks noChangeShapeType="1"/>
            </p:cNvSpPr>
            <p:nvPr/>
          </p:nvSpPr>
          <p:spPr bwMode="auto">
            <a:xfrm>
              <a:off x="5700713" y="3109913"/>
              <a:ext cx="0" cy="5334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991" name="Line 8" descr="白色大理石">
              <a:extLst>
                <a:ext uri="{FF2B5EF4-FFF2-40B4-BE49-F238E27FC236}">
                  <a16:creationId xmlns:a16="http://schemas.microsoft.com/office/drawing/2014/main" id="{226BA29D-0C95-3CDB-5934-0075A2823FA2}"/>
                </a:ext>
              </a:extLst>
            </p:cNvPr>
            <p:cNvSpPr>
              <a:spLocks noChangeShapeType="1"/>
            </p:cNvSpPr>
            <p:nvPr/>
          </p:nvSpPr>
          <p:spPr bwMode="auto">
            <a:xfrm>
              <a:off x="7072313" y="3109913"/>
              <a:ext cx="0" cy="5334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Tree>
  </p:cSld>
  <p:clrMapOvr>
    <a:masterClrMapping/>
  </p:clrMapOvr>
  <p:transition>
    <p:zo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a:extLst>
              <a:ext uri="{FF2B5EF4-FFF2-40B4-BE49-F238E27FC236}">
                <a16:creationId xmlns:a16="http://schemas.microsoft.com/office/drawing/2014/main" id="{39654F64-30F5-7E1E-440C-001F373FC177}"/>
              </a:ext>
            </a:extLst>
          </p:cNvPr>
          <p:cNvSpPr>
            <a:spLocks noGrp="1" noChangeArrowheads="1"/>
          </p:cNvSpPr>
          <p:nvPr>
            <p:ph type="body" idx="1"/>
          </p:nvPr>
        </p:nvSpPr>
        <p:spPr>
          <a:xfrm>
            <a:off x="628650" y="620688"/>
            <a:ext cx="7886700" cy="5556275"/>
          </a:xfrm>
        </p:spPr>
        <p:txBody>
          <a:bodyPr/>
          <a:lstStyle/>
          <a:p>
            <a:r>
              <a:rPr lang="zh-CN" altLang="en-US" dirty="0"/>
              <a:t>顶点结点的结构</a:t>
            </a:r>
          </a:p>
          <a:p>
            <a:pPr lvl="1"/>
            <a:endParaRPr lang="zh-CN" altLang="en-US" dirty="0"/>
          </a:p>
          <a:p>
            <a:endParaRPr lang="en-US" altLang="zh-CN" dirty="0"/>
          </a:p>
          <a:p>
            <a:r>
              <a:rPr lang="zh-CN" altLang="en-US" dirty="0"/>
              <a:t>每个顶点用一个结点表示，它相当于出边表和入边表的表头结点：其中，数据成员</a:t>
            </a:r>
            <a:r>
              <a:rPr lang="en-US" altLang="zh-CN" dirty="0"/>
              <a:t>data</a:t>
            </a:r>
            <a:r>
              <a:rPr lang="zh-CN" altLang="en-US" dirty="0"/>
              <a:t>存放与该顶点相关的信息，指针</a:t>
            </a:r>
            <a:r>
              <a:rPr lang="en-US" altLang="zh-CN" dirty="0" err="1"/>
              <a:t>Firstout</a:t>
            </a:r>
            <a:r>
              <a:rPr lang="zh-CN" altLang="en-US" dirty="0"/>
              <a:t>指示以该顶点为始顶点的出边表的第一条边，</a:t>
            </a:r>
            <a:r>
              <a:rPr lang="en-US" altLang="zh-CN" dirty="0" err="1"/>
              <a:t>Firstin</a:t>
            </a:r>
            <a:r>
              <a:rPr lang="zh-CN" altLang="en-US" dirty="0"/>
              <a:t>指示以该顶点为终顶点的入边表的第一条边。</a:t>
            </a:r>
          </a:p>
        </p:txBody>
      </p:sp>
      <p:grpSp>
        <p:nvGrpSpPr>
          <p:cNvPr id="2" name="组合 1">
            <a:extLst>
              <a:ext uri="{FF2B5EF4-FFF2-40B4-BE49-F238E27FC236}">
                <a16:creationId xmlns:a16="http://schemas.microsoft.com/office/drawing/2014/main" id="{60905F5A-69F1-43B1-8E83-9A699B8C5C88}"/>
              </a:ext>
            </a:extLst>
          </p:cNvPr>
          <p:cNvGrpSpPr/>
          <p:nvPr/>
        </p:nvGrpSpPr>
        <p:grpSpPr>
          <a:xfrm>
            <a:off x="1331640" y="1484784"/>
            <a:ext cx="5181600" cy="533400"/>
            <a:chOff x="1828800" y="1160463"/>
            <a:chExt cx="5181600" cy="533400"/>
          </a:xfrm>
        </p:grpSpPr>
        <p:sp>
          <p:nvSpPr>
            <p:cNvPr id="43011" name="Rectangle 3" descr="白色大理石">
              <a:extLst>
                <a:ext uri="{FF2B5EF4-FFF2-40B4-BE49-F238E27FC236}">
                  <a16:creationId xmlns:a16="http://schemas.microsoft.com/office/drawing/2014/main" id="{C1305158-1469-4307-3CC1-7EB463EC5903}"/>
                </a:ext>
              </a:extLst>
            </p:cNvPr>
            <p:cNvSpPr>
              <a:spLocks noChangeArrowheads="1"/>
            </p:cNvSpPr>
            <p:nvPr/>
          </p:nvSpPr>
          <p:spPr bwMode="auto">
            <a:xfrm>
              <a:off x="1828800" y="1160463"/>
              <a:ext cx="5181600" cy="533400"/>
            </a:xfrm>
            <a:prstGeom prst="rect">
              <a:avLst/>
            </a:prstGeom>
            <a:blipFill dpi="0" rotWithShape="0">
              <a:blip r:embed="rId2"/>
              <a:srcRect/>
              <a:tile tx="0" ty="0" sx="100000" sy="100000" flip="none" algn="tl"/>
            </a:blipFill>
            <a:ln w="19050">
              <a:solidFill>
                <a:schemeClr val="tx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r>
                <a:rPr lang="en-US" altLang="en-US" dirty="0"/>
                <a:t>   </a:t>
              </a:r>
              <a:r>
                <a:rPr lang="en-US" altLang="zh-CN" sz="3200" b="1" dirty="0">
                  <a:solidFill>
                    <a:schemeClr val="tx2"/>
                  </a:solidFill>
                </a:rPr>
                <a:t>data       </a:t>
              </a:r>
              <a:r>
                <a:rPr lang="en-US" altLang="zh-CN" sz="3200" b="1" dirty="0" err="1">
                  <a:solidFill>
                    <a:schemeClr val="tx2"/>
                  </a:solidFill>
                </a:rPr>
                <a:t>Firstin</a:t>
              </a:r>
              <a:r>
                <a:rPr lang="en-US" altLang="zh-CN" sz="3200" b="1" dirty="0">
                  <a:solidFill>
                    <a:schemeClr val="tx2"/>
                  </a:solidFill>
                </a:rPr>
                <a:t>      </a:t>
              </a:r>
              <a:r>
                <a:rPr lang="en-US" altLang="zh-CN" sz="3200" b="1" dirty="0" err="1">
                  <a:solidFill>
                    <a:schemeClr val="tx2"/>
                  </a:solidFill>
                </a:rPr>
                <a:t>Firstout</a:t>
              </a:r>
              <a:endParaRPr lang="en-US" altLang="zh-CN" dirty="0"/>
            </a:p>
          </p:txBody>
        </p:sp>
        <p:sp>
          <p:nvSpPr>
            <p:cNvPr id="43012" name="Line 4" descr="白色大理石">
              <a:extLst>
                <a:ext uri="{FF2B5EF4-FFF2-40B4-BE49-F238E27FC236}">
                  <a16:creationId xmlns:a16="http://schemas.microsoft.com/office/drawing/2014/main" id="{DA0975C3-EFD8-7398-0D99-C6C45EC60D7C}"/>
                </a:ext>
              </a:extLst>
            </p:cNvPr>
            <p:cNvSpPr>
              <a:spLocks noChangeShapeType="1"/>
            </p:cNvSpPr>
            <p:nvPr/>
          </p:nvSpPr>
          <p:spPr bwMode="auto">
            <a:xfrm>
              <a:off x="3276600" y="1160463"/>
              <a:ext cx="0" cy="5334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3" name="Line 5" descr="白色大理石">
              <a:extLst>
                <a:ext uri="{FF2B5EF4-FFF2-40B4-BE49-F238E27FC236}">
                  <a16:creationId xmlns:a16="http://schemas.microsoft.com/office/drawing/2014/main" id="{791DCDD3-C7A6-3903-30DB-4F1909219F5B}"/>
                </a:ext>
              </a:extLst>
            </p:cNvPr>
            <p:cNvSpPr>
              <a:spLocks noChangeShapeType="1"/>
            </p:cNvSpPr>
            <p:nvPr/>
          </p:nvSpPr>
          <p:spPr bwMode="auto">
            <a:xfrm>
              <a:off x="5105400" y="1160463"/>
              <a:ext cx="0" cy="5334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 name="灯片编号占位符 2">
            <a:extLst>
              <a:ext uri="{FF2B5EF4-FFF2-40B4-BE49-F238E27FC236}">
                <a16:creationId xmlns:a16="http://schemas.microsoft.com/office/drawing/2014/main" id="{9AD6523B-CECB-575A-EDF4-EB06781ED9E5}"/>
              </a:ext>
            </a:extLst>
          </p:cNvPr>
          <p:cNvSpPr>
            <a:spLocks noGrp="1"/>
          </p:cNvSpPr>
          <p:nvPr>
            <p:ph type="sldNum" sz="quarter" idx="12"/>
          </p:nvPr>
        </p:nvSpPr>
        <p:spPr/>
        <p:txBody>
          <a:bodyPr/>
          <a:lstStyle/>
          <a:p>
            <a:pPr>
              <a:defRPr/>
            </a:pPr>
            <a:fld id="{2E0F9FB0-350A-4A87-9CD5-1F022F266B97}" type="slidenum">
              <a:rPr lang="en-US" altLang="zh-CN" smtClean="0"/>
              <a:pPr>
                <a:defRPr/>
              </a:pPr>
              <a:t>33</a:t>
            </a:fld>
            <a:endParaRPr lang="en-US" altLang="zh-CN"/>
          </a:p>
        </p:txBody>
      </p:sp>
    </p:spTree>
  </p:cSld>
  <p:clrMapOvr>
    <a:masterClrMapping/>
  </p:clrMapOvr>
  <p:transition>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EBE47B63-6A31-41EF-8EB9-011D41FE92F1}"/>
              </a:ext>
            </a:extLst>
          </p:cNvPr>
          <p:cNvGrpSpPr/>
          <p:nvPr/>
        </p:nvGrpSpPr>
        <p:grpSpPr>
          <a:xfrm>
            <a:off x="619619" y="1340768"/>
            <a:ext cx="8342313" cy="5410200"/>
            <a:chOff x="425450" y="646113"/>
            <a:chExt cx="8342313" cy="5410200"/>
          </a:xfrm>
        </p:grpSpPr>
        <p:sp>
          <p:nvSpPr>
            <p:cNvPr id="44034" name="Line 127">
              <a:extLst>
                <a:ext uri="{FF2B5EF4-FFF2-40B4-BE49-F238E27FC236}">
                  <a16:creationId xmlns:a16="http://schemas.microsoft.com/office/drawing/2014/main" id="{F0613FD7-106C-0B0E-2E85-9D7417E316A2}"/>
                </a:ext>
              </a:extLst>
            </p:cNvPr>
            <p:cNvSpPr>
              <a:spLocks noChangeShapeType="1"/>
            </p:cNvSpPr>
            <p:nvPr/>
          </p:nvSpPr>
          <p:spPr bwMode="auto">
            <a:xfrm>
              <a:off x="1035050" y="1865313"/>
              <a:ext cx="457200" cy="6858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35" name="Line 129">
              <a:extLst>
                <a:ext uri="{FF2B5EF4-FFF2-40B4-BE49-F238E27FC236}">
                  <a16:creationId xmlns:a16="http://schemas.microsoft.com/office/drawing/2014/main" id="{0A07ED32-24E8-2CED-AF93-BE5722857F43}"/>
                </a:ext>
              </a:extLst>
            </p:cNvPr>
            <p:cNvSpPr>
              <a:spLocks noChangeShapeType="1"/>
            </p:cNvSpPr>
            <p:nvPr/>
          </p:nvSpPr>
          <p:spPr bwMode="auto">
            <a:xfrm flipH="1" flipV="1">
              <a:off x="1644650" y="2932113"/>
              <a:ext cx="381000" cy="6096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36" name="Rectangle 15" descr="再生纸">
              <a:extLst>
                <a:ext uri="{FF2B5EF4-FFF2-40B4-BE49-F238E27FC236}">
                  <a16:creationId xmlns:a16="http://schemas.microsoft.com/office/drawing/2014/main" id="{CA0F90FE-D9DA-1937-53AA-B85B8D03767A}"/>
                </a:ext>
              </a:extLst>
            </p:cNvPr>
            <p:cNvSpPr>
              <a:spLocks noChangeArrowheads="1"/>
            </p:cNvSpPr>
            <p:nvPr/>
          </p:nvSpPr>
          <p:spPr bwMode="auto">
            <a:xfrm>
              <a:off x="5759450" y="4760913"/>
              <a:ext cx="2743200" cy="533400"/>
            </a:xfrm>
            <a:prstGeom prst="rect">
              <a:avLst/>
            </a:prstGeom>
            <a:blipFill dpi="0" rotWithShape="0">
              <a:blip r:embed="rId2"/>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4038" name="Rectangle 5" descr="再生纸">
              <a:extLst>
                <a:ext uri="{FF2B5EF4-FFF2-40B4-BE49-F238E27FC236}">
                  <a16:creationId xmlns:a16="http://schemas.microsoft.com/office/drawing/2014/main" id="{03384A5C-2258-01CA-EA37-C76651CF2652}"/>
                </a:ext>
              </a:extLst>
            </p:cNvPr>
            <p:cNvSpPr>
              <a:spLocks noChangeArrowheads="1"/>
            </p:cNvSpPr>
            <p:nvPr/>
          </p:nvSpPr>
          <p:spPr bwMode="auto">
            <a:xfrm>
              <a:off x="5759450" y="5522913"/>
              <a:ext cx="2743200" cy="533400"/>
            </a:xfrm>
            <a:prstGeom prst="rect">
              <a:avLst/>
            </a:prstGeom>
            <a:blipFill dpi="0" rotWithShape="0">
              <a:blip r:embed="rId2"/>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4040" name="Line 6">
              <a:extLst>
                <a:ext uri="{FF2B5EF4-FFF2-40B4-BE49-F238E27FC236}">
                  <a16:creationId xmlns:a16="http://schemas.microsoft.com/office/drawing/2014/main" id="{C752D170-51D2-8C77-75E0-E469DABF5C8E}"/>
                </a:ext>
              </a:extLst>
            </p:cNvPr>
            <p:cNvSpPr>
              <a:spLocks noChangeShapeType="1"/>
            </p:cNvSpPr>
            <p:nvPr/>
          </p:nvSpPr>
          <p:spPr bwMode="auto">
            <a:xfrm>
              <a:off x="6369050" y="5522913"/>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41" name="Line 7">
              <a:extLst>
                <a:ext uri="{FF2B5EF4-FFF2-40B4-BE49-F238E27FC236}">
                  <a16:creationId xmlns:a16="http://schemas.microsoft.com/office/drawing/2014/main" id="{4EDC4F83-EC0E-6C7E-806C-EACBE48D6715}"/>
                </a:ext>
              </a:extLst>
            </p:cNvPr>
            <p:cNvSpPr>
              <a:spLocks noChangeShapeType="1"/>
            </p:cNvSpPr>
            <p:nvPr/>
          </p:nvSpPr>
          <p:spPr bwMode="auto">
            <a:xfrm>
              <a:off x="6902450" y="5522913"/>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42" name="Line 8">
              <a:extLst>
                <a:ext uri="{FF2B5EF4-FFF2-40B4-BE49-F238E27FC236}">
                  <a16:creationId xmlns:a16="http://schemas.microsoft.com/office/drawing/2014/main" id="{09633694-E405-8512-41B2-11E48974635A}"/>
                </a:ext>
              </a:extLst>
            </p:cNvPr>
            <p:cNvSpPr>
              <a:spLocks noChangeShapeType="1"/>
            </p:cNvSpPr>
            <p:nvPr/>
          </p:nvSpPr>
          <p:spPr bwMode="auto">
            <a:xfrm>
              <a:off x="7969250" y="5522913"/>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43" name="Line 9">
              <a:extLst>
                <a:ext uri="{FF2B5EF4-FFF2-40B4-BE49-F238E27FC236}">
                  <a16:creationId xmlns:a16="http://schemas.microsoft.com/office/drawing/2014/main" id="{2A4AA179-AB7B-DE11-602B-AE2D5D2B1810}"/>
                </a:ext>
              </a:extLst>
            </p:cNvPr>
            <p:cNvSpPr>
              <a:spLocks noChangeShapeType="1"/>
            </p:cNvSpPr>
            <p:nvPr/>
          </p:nvSpPr>
          <p:spPr bwMode="auto">
            <a:xfrm>
              <a:off x="7435850" y="5522913"/>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44" name="Line 11">
              <a:extLst>
                <a:ext uri="{FF2B5EF4-FFF2-40B4-BE49-F238E27FC236}">
                  <a16:creationId xmlns:a16="http://schemas.microsoft.com/office/drawing/2014/main" id="{5C2062EE-A6A3-3307-3554-894DD39FF6EF}"/>
                </a:ext>
              </a:extLst>
            </p:cNvPr>
            <p:cNvSpPr>
              <a:spLocks noChangeShapeType="1"/>
            </p:cNvSpPr>
            <p:nvPr/>
          </p:nvSpPr>
          <p:spPr bwMode="auto">
            <a:xfrm>
              <a:off x="6369050" y="4760913"/>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45" name="Line 12">
              <a:extLst>
                <a:ext uri="{FF2B5EF4-FFF2-40B4-BE49-F238E27FC236}">
                  <a16:creationId xmlns:a16="http://schemas.microsoft.com/office/drawing/2014/main" id="{076B42EB-3330-4A0E-1C53-BB10B8609F79}"/>
                </a:ext>
              </a:extLst>
            </p:cNvPr>
            <p:cNvSpPr>
              <a:spLocks noChangeShapeType="1"/>
            </p:cNvSpPr>
            <p:nvPr/>
          </p:nvSpPr>
          <p:spPr bwMode="auto">
            <a:xfrm>
              <a:off x="6902450" y="4760913"/>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46" name="Line 13">
              <a:extLst>
                <a:ext uri="{FF2B5EF4-FFF2-40B4-BE49-F238E27FC236}">
                  <a16:creationId xmlns:a16="http://schemas.microsoft.com/office/drawing/2014/main" id="{D18DE860-B6F0-C34E-2A41-E0389AA7136A}"/>
                </a:ext>
              </a:extLst>
            </p:cNvPr>
            <p:cNvSpPr>
              <a:spLocks noChangeShapeType="1"/>
            </p:cNvSpPr>
            <p:nvPr/>
          </p:nvSpPr>
          <p:spPr bwMode="auto">
            <a:xfrm>
              <a:off x="7969250" y="4760913"/>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47" name="Line 14">
              <a:extLst>
                <a:ext uri="{FF2B5EF4-FFF2-40B4-BE49-F238E27FC236}">
                  <a16:creationId xmlns:a16="http://schemas.microsoft.com/office/drawing/2014/main" id="{D11693EC-C645-62EE-C024-11AE02E3F352}"/>
                </a:ext>
              </a:extLst>
            </p:cNvPr>
            <p:cNvSpPr>
              <a:spLocks noChangeShapeType="1"/>
            </p:cNvSpPr>
            <p:nvPr/>
          </p:nvSpPr>
          <p:spPr bwMode="auto">
            <a:xfrm>
              <a:off x="7435850" y="4760913"/>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48" name="Rectangle 16" descr="再生纸">
              <a:extLst>
                <a:ext uri="{FF2B5EF4-FFF2-40B4-BE49-F238E27FC236}">
                  <a16:creationId xmlns:a16="http://schemas.microsoft.com/office/drawing/2014/main" id="{5CF13367-1B40-F551-177A-9E06A7914D7C}"/>
                </a:ext>
              </a:extLst>
            </p:cNvPr>
            <p:cNvSpPr>
              <a:spLocks noChangeArrowheads="1"/>
            </p:cNvSpPr>
            <p:nvPr/>
          </p:nvSpPr>
          <p:spPr bwMode="auto">
            <a:xfrm>
              <a:off x="5759450" y="3922713"/>
              <a:ext cx="2743200" cy="533400"/>
            </a:xfrm>
            <a:prstGeom prst="rect">
              <a:avLst/>
            </a:prstGeom>
            <a:blipFill dpi="0" rotWithShape="0">
              <a:blip r:embed="rId2"/>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4049" name="Line 17">
              <a:extLst>
                <a:ext uri="{FF2B5EF4-FFF2-40B4-BE49-F238E27FC236}">
                  <a16:creationId xmlns:a16="http://schemas.microsoft.com/office/drawing/2014/main" id="{5098A83D-666C-50E9-3FB5-EC17AF04002C}"/>
                </a:ext>
              </a:extLst>
            </p:cNvPr>
            <p:cNvSpPr>
              <a:spLocks noChangeShapeType="1"/>
            </p:cNvSpPr>
            <p:nvPr/>
          </p:nvSpPr>
          <p:spPr bwMode="auto">
            <a:xfrm>
              <a:off x="6369050" y="3922713"/>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50" name="Line 18">
              <a:extLst>
                <a:ext uri="{FF2B5EF4-FFF2-40B4-BE49-F238E27FC236}">
                  <a16:creationId xmlns:a16="http://schemas.microsoft.com/office/drawing/2014/main" id="{B288C1F3-BCA0-32C1-FA29-0C68D40C276A}"/>
                </a:ext>
              </a:extLst>
            </p:cNvPr>
            <p:cNvSpPr>
              <a:spLocks noChangeShapeType="1"/>
            </p:cNvSpPr>
            <p:nvPr/>
          </p:nvSpPr>
          <p:spPr bwMode="auto">
            <a:xfrm>
              <a:off x="6902450" y="3922713"/>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51" name="Line 19">
              <a:extLst>
                <a:ext uri="{FF2B5EF4-FFF2-40B4-BE49-F238E27FC236}">
                  <a16:creationId xmlns:a16="http://schemas.microsoft.com/office/drawing/2014/main" id="{67B8FBFA-945A-0FA2-BE21-30D62ED222C9}"/>
                </a:ext>
              </a:extLst>
            </p:cNvPr>
            <p:cNvSpPr>
              <a:spLocks noChangeShapeType="1"/>
            </p:cNvSpPr>
            <p:nvPr/>
          </p:nvSpPr>
          <p:spPr bwMode="auto">
            <a:xfrm>
              <a:off x="7969250" y="3922713"/>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52" name="Line 20">
              <a:extLst>
                <a:ext uri="{FF2B5EF4-FFF2-40B4-BE49-F238E27FC236}">
                  <a16:creationId xmlns:a16="http://schemas.microsoft.com/office/drawing/2014/main" id="{A9841B35-1591-C725-B94A-10F07A740C64}"/>
                </a:ext>
              </a:extLst>
            </p:cNvPr>
            <p:cNvSpPr>
              <a:spLocks noChangeShapeType="1"/>
            </p:cNvSpPr>
            <p:nvPr/>
          </p:nvSpPr>
          <p:spPr bwMode="auto">
            <a:xfrm>
              <a:off x="7435850" y="3922713"/>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53" name="Rectangle 21" descr="再生纸">
              <a:extLst>
                <a:ext uri="{FF2B5EF4-FFF2-40B4-BE49-F238E27FC236}">
                  <a16:creationId xmlns:a16="http://schemas.microsoft.com/office/drawing/2014/main" id="{FECC679E-B14C-86ED-5240-861E09A0952A}"/>
                </a:ext>
              </a:extLst>
            </p:cNvPr>
            <p:cNvSpPr>
              <a:spLocks noChangeArrowheads="1"/>
            </p:cNvSpPr>
            <p:nvPr/>
          </p:nvSpPr>
          <p:spPr bwMode="auto">
            <a:xfrm>
              <a:off x="5759450" y="3008313"/>
              <a:ext cx="2743200" cy="533400"/>
            </a:xfrm>
            <a:prstGeom prst="rect">
              <a:avLst/>
            </a:prstGeom>
            <a:blipFill dpi="0" rotWithShape="0">
              <a:blip r:embed="rId2"/>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4054" name="Line 22">
              <a:extLst>
                <a:ext uri="{FF2B5EF4-FFF2-40B4-BE49-F238E27FC236}">
                  <a16:creationId xmlns:a16="http://schemas.microsoft.com/office/drawing/2014/main" id="{B48C2AE6-F582-A466-A6F7-72603B36B9ED}"/>
                </a:ext>
              </a:extLst>
            </p:cNvPr>
            <p:cNvSpPr>
              <a:spLocks noChangeShapeType="1"/>
            </p:cNvSpPr>
            <p:nvPr/>
          </p:nvSpPr>
          <p:spPr bwMode="auto">
            <a:xfrm>
              <a:off x="6369050" y="3008313"/>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55" name="Line 23">
              <a:extLst>
                <a:ext uri="{FF2B5EF4-FFF2-40B4-BE49-F238E27FC236}">
                  <a16:creationId xmlns:a16="http://schemas.microsoft.com/office/drawing/2014/main" id="{A1F7B058-CF12-BB25-B544-6CCB7B62374F}"/>
                </a:ext>
              </a:extLst>
            </p:cNvPr>
            <p:cNvSpPr>
              <a:spLocks noChangeShapeType="1"/>
            </p:cNvSpPr>
            <p:nvPr/>
          </p:nvSpPr>
          <p:spPr bwMode="auto">
            <a:xfrm>
              <a:off x="6902450" y="3008313"/>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56" name="Line 24">
              <a:extLst>
                <a:ext uri="{FF2B5EF4-FFF2-40B4-BE49-F238E27FC236}">
                  <a16:creationId xmlns:a16="http://schemas.microsoft.com/office/drawing/2014/main" id="{B15F36BE-F7DB-11DC-49BC-F587F4F6C209}"/>
                </a:ext>
              </a:extLst>
            </p:cNvPr>
            <p:cNvSpPr>
              <a:spLocks noChangeShapeType="1"/>
            </p:cNvSpPr>
            <p:nvPr/>
          </p:nvSpPr>
          <p:spPr bwMode="auto">
            <a:xfrm>
              <a:off x="7969250" y="3008313"/>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57" name="Line 25">
              <a:extLst>
                <a:ext uri="{FF2B5EF4-FFF2-40B4-BE49-F238E27FC236}">
                  <a16:creationId xmlns:a16="http://schemas.microsoft.com/office/drawing/2014/main" id="{5739C04F-8CB2-304D-C73F-7DFE5E81C655}"/>
                </a:ext>
              </a:extLst>
            </p:cNvPr>
            <p:cNvSpPr>
              <a:spLocks noChangeShapeType="1"/>
            </p:cNvSpPr>
            <p:nvPr/>
          </p:nvSpPr>
          <p:spPr bwMode="auto">
            <a:xfrm>
              <a:off x="7435850" y="3008313"/>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58" name="Rectangle 26" descr="再生纸">
              <a:extLst>
                <a:ext uri="{FF2B5EF4-FFF2-40B4-BE49-F238E27FC236}">
                  <a16:creationId xmlns:a16="http://schemas.microsoft.com/office/drawing/2014/main" id="{964D6335-66B2-7149-40C8-0EAE6855B486}"/>
                </a:ext>
              </a:extLst>
            </p:cNvPr>
            <p:cNvSpPr>
              <a:spLocks noChangeArrowheads="1"/>
            </p:cNvSpPr>
            <p:nvPr/>
          </p:nvSpPr>
          <p:spPr bwMode="auto">
            <a:xfrm>
              <a:off x="5759450" y="2093913"/>
              <a:ext cx="2743200" cy="533400"/>
            </a:xfrm>
            <a:prstGeom prst="rect">
              <a:avLst/>
            </a:prstGeom>
            <a:blipFill dpi="0" rotWithShape="0">
              <a:blip r:embed="rId2"/>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4059" name="Line 27">
              <a:extLst>
                <a:ext uri="{FF2B5EF4-FFF2-40B4-BE49-F238E27FC236}">
                  <a16:creationId xmlns:a16="http://schemas.microsoft.com/office/drawing/2014/main" id="{12477BD2-1B5D-5A0F-3CC6-6329276C6AF8}"/>
                </a:ext>
              </a:extLst>
            </p:cNvPr>
            <p:cNvSpPr>
              <a:spLocks noChangeShapeType="1"/>
            </p:cNvSpPr>
            <p:nvPr/>
          </p:nvSpPr>
          <p:spPr bwMode="auto">
            <a:xfrm>
              <a:off x="6369050" y="2093913"/>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60" name="Line 28">
              <a:extLst>
                <a:ext uri="{FF2B5EF4-FFF2-40B4-BE49-F238E27FC236}">
                  <a16:creationId xmlns:a16="http://schemas.microsoft.com/office/drawing/2014/main" id="{191FEF71-FB32-CCD6-F8D3-09B583BFFD81}"/>
                </a:ext>
              </a:extLst>
            </p:cNvPr>
            <p:cNvSpPr>
              <a:spLocks noChangeShapeType="1"/>
            </p:cNvSpPr>
            <p:nvPr/>
          </p:nvSpPr>
          <p:spPr bwMode="auto">
            <a:xfrm>
              <a:off x="6902450" y="2093913"/>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61" name="Line 29">
              <a:extLst>
                <a:ext uri="{FF2B5EF4-FFF2-40B4-BE49-F238E27FC236}">
                  <a16:creationId xmlns:a16="http://schemas.microsoft.com/office/drawing/2014/main" id="{ABB763D8-612C-7DB4-9B65-E967B2D8A8E0}"/>
                </a:ext>
              </a:extLst>
            </p:cNvPr>
            <p:cNvSpPr>
              <a:spLocks noChangeShapeType="1"/>
            </p:cNvSpPr>
            <p:nvPr/>
          </p:nvSpPr>
          <p:spPr bwMode="auto">
            <a:xfrm>
              <a:off x="7969250" y="2093913"/>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62" name="Line 30">
              <a:extLst>
                <a:ext uri="{FF2B5EF4-FFF2-40B4-BE49-F238E27FC236}">
                  <a16:creationId xmlns:a16="http://schemas.microsoft.com/office/drawing/2014/main" id="{802A350E-C1BE-9CE1-FA8F-990B25F552AF}"/>
                </a:ext>
              </a:extLst>
            </p:cNvPr>
            <p:cNvSpPr>
              <a:spLocks noChangeShapeType="1"/>
            </p:cNvSpPr>
            <p:nvPr/>
          </p:nvSpPr>
          <p:spPr bwMode="auto">
            <a:xfrm>
              <a:off x="7435850" y="2093913"/>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63" name="Rectangle 31" descr="再生纸">
              <a:extLst>
                <a:ext uri="{FF2B5EF4-FFF2-40B4-BE49-F238E27FC236}">
                  <a16:creationId xmlns:a16="http://schemas.microsoft.com/office/drawing/2014/main" id="{6E60EB4E-2E73-E58F-2556-A9DDACBFD164}"/>
                </a:ext>
              </a:extLst>
            </p:cNvPr>
            <p:cNvSpPr>
              <a:spLocks noChangeArrowheads="1"/>
            </p:cNvSpPr>
            <p:nvPr/>
          </p:nvSpPr>
          <p:spPr bwMode="auto">
            <a:xfrm>
              <a:off x="5759450" y="1255713"/>
              <a:ext cx="2743200" cy="533400"/>
            </a:xfrm>
            <a:prstGeom prst="rect">
              <a:avLst/>
            </a:prstGeom>
            <a:blipFill dpi="0" rotWithShape="0">
              <a:blip r:embed="rId2"/>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4064" name="Line 32">
              <a:extLst>
                <a:ext uri="{FF2B5EF4-FFF2-40B4-BE49-F238E27FC236}">
                  <a16:creationId xmlns:a16="http://schemas.microsoft.com/office/drawing/2014/main" id="{A7AEF4E4-EBE9-D56F-D89B-8C8D8DBD188B}"/>
                </a:ext>
              </a:extLst>
            </p:cNvPr>
            <p:cNvSpPr>
              <a:spLocks noChangeShapeType="1"/>
            </p:cNvSpPr>
            <p:nvPr/>
          </p:nvSpPr>
          <p:spPr bwMode="auto">
            <a:xfrm>
              <a:off x="6369050" y="1255713"/>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65" name="Line 33">
              <a:extLst>
                <a:ext uri="{FF2B5EF4-FFF2-40B4-BE49-F238E27FC236}">
                  <a16:creationId xmlns:a16="http://schemas.microsoft.com/office/drawing/2014/main" id="{C2651C6A-D5B6-50D3-5001-EABD6F41C13C}"/>
                </a:ext>
              </a:extLst>
            </p:cNvPr>
            <p:cNvSpPr>
              <a:spLocks noChangeShapeType="1"/>
            </p:cNvSpPr>
            <p:nvPr/>
          </p:nvSpPr>
          <p:spPr bwMode="auto">
            <a:xfrm>
              <a:off x="6902450" y="1255713"/>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66" name="Line 34">
              <a:extLst>
                <a:ext uri="{FF2B5EF4-FFF2-40B4-BE49-F238E27FC236}">
                  <a16:creationId xmlns:a16="http://schemas.microsoft.com/office/drawing/2014/main" id="{2B910AC6-D8CF-849E-9FC2-9DF6AAE7E61F}"/>
                </a:ext>
              </a:extLst>
            </p:cNvPr>
            <p:cNvSpPr>
              <a:spLocks noChangeShapeType="1"/>
            </p:cNvSpPr>
            <p:nvPr/>
          </p:nvSpPr>
          <p:spPr bwMode="auto">
            <a:xfrm>
              <a:off x="7969250" y="1255713"/>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67" name="Line 35">
              <a:extLst>
                <a:ext uri="{FF2B5EF4-FFF2-40B4-BE49-F238E27FC236}">
                  <a16:creationId xmlns:a16="http://schemas.microsoft.com/office/drawing/2014/main" id="{9E0CE3A7-F000-098B-411C-ABB30BB92392}"/>
                </a:ext>
              </a:extLst>
            </p:cNvPr>
            <p:cNvSpPr>
              <a:spLocks noChangeShapeType="1"/>
            </p:cNvSpPr>
            <p:nvPr/>
          </p:nvSpPr>
          <p:spPr bwMode="auto">
            <a:xfrm>
              <a:off x="7435850" y="1255713"/>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68" name="Text Box 36">
              <a:extLst>
                <a:ext uri="{FF2B5EF4-FFF2-40B4-BE49-F238E27FC236}">
                  <a16:creationId xmlns:a16="http://schemas.microsoft.com/office/drawing/2014/main" id="{9E88DB25-3BF0-E0ED-60DA-0B4AE949B560}"/>
                </a:ext>
              </a:extLst>
            </p:cNvPr>
            <p:cNvSpPr txBox="1">
              <a:spLocks noChangeArrowheads="1"/>
            </p:cNvSpPr>
            <p:nvPr/>
          </p:nvSpPr>
          <p:spPr bwMode="auto">
            <a:xfrm>
              <a:off x="5607050" y="711200"/>
              <a:ext cx="3160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latin typeface="Arial Narrow" panose="020B0606020202030204" pitchFamily="34" charset="0"/>
                  <a:ea typeface="宋体" panose="02010600030101010101" pitchFamily="2" charset="-122"/>
                </a:rPr>
                <a:t>mark vtx</a:t>
              </a:r>
              <a:r>
                <a:rPr kumimoji="1" lang="en-US" altLang="zh-CN" sz="2400" b="1" baseline="-25000">
                  <a:latin typeface="Arial Narrow" panose="020B0606020202030204" pitchFamily="34" charset="0"/>
                  <a:ea typeface="宋体" panose="02010600030101010101" pitchFamily="2" charset="-122"/>
                </a:rPr>
                <a:t>1 </a:t>
              </a:r>
              <a:r>
                <a:rPr kumimoji="1" lang="en-US" altLang="zh-CN" sz="2400" b="1">
                  <a:latin typeface="Arial Narrow" panose="020B0606020202030204" pitchFamily="34" charset="0"/>
                  <a:ea typeface="宋体" panose="02010600030101010101" pitchFamily="2" charset="-122"/>
                </a:rPr>
                <a:t>vtx</a:t>
              </a:r>
              <a:r>
                <a:rPr kumimoji="1" lang="en-US" altLang="zh-CN" sz="2400" b="1" baseline="-25000">
                  <a:latin typeface="Arial Narrow" panose="020B0606020202030204" pitchFamily="34" charset="0"/>
                  <a:ea typeface="宋体" panose="02010600030101010101" pitchFamily="2" charset="-122"/>
                </a:rPr>
                <a:t>2</a:t>
              </a:r>
              <a:r>
                <a:rPr kumimoji="1" lang="en-US" altLang="zh-CN" sz="2400" b="1">
                  <a:latin typeface="Arial Narrow" panose="020B0606020202030204" pitchFamily="34" charset="0"/>
                  <a:ea typeface="宋体" panose="02010600030101010101" pitchFamily="2" charset="-122"/>
                </a:rPr>
                <a:t> path</a:t>
              </a:r>
              <a:r>
                <a:rPr kumimoji="1" lang="en-US" altLang="zh-CN" sz="2400" b="1" baseline="-25000">
                  <a:latin typeface="Arial Narrow" panose="020B0606020202030204" pitchFamily="34" charset="0"/>
                  <a:ea typeface="宋体" panose="02010600030101010101" pitchFamily="2" charset="-122"/>
                </a:rPr>
                <a:t>1 </a:t>
              </a:r>
              <a:r>
                <a:rPr kumimoji="1" lang="en-US" altLang="zh-CN" sz="2400" b="1">
                  <a:latin typeface="Arial Narrow" panose="020B0606020202030204" pitchFamily="34" charset="0"/>
                  <a:ea typeface="宋体" panose="02010600030101010101" pitchFamily="2" charset="-122"/>
                </a:rPr>
                <a:t>path</a:t>
              </a:r>
              <a:r>
                <a:rPr kumimoji="1" lang="en-US" altLang="zh-CN" sz="2400" b="1" baseline="-25000">
                  <a:latin typeface="Arial Narrow" panose="020B0606020202030204" pitchFamily="34"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44069" name="Line 37">
              <a:extLst>
                <a:ext uri="{FF2B5EF4-FFF2-40B4-BE49-F238E27FC236}">
                  <a16:creationId xmlns:a16="http://schemas.microsoft.com/office/drawing/2014/main" id="{8BB8F1E1-D4D1-CAC9-234B-2492C3C8A038}"/>
                </a:ext>
              </a:extLst>
            </p:cNvPr>
            <p:cNvSpPr>
              <a:spLocks noChangeShapeType="1"/>
            </p:cNvSpPr>
            <p:nvPr/>
          </p:nvSpPr>
          <p:spPr bwMode="auto">
            <a:xfrm>
              <a:off x="7740650" y="1560513"/>
              <a:ext cx="0" cy="533400"/>
            </a:xfrm>
            <a:prstGeom prst="line">
              <a:avLst/>
            </a:prstGeom>
            <a:noFill/>
            <a:ln w="28575">
              <a:solidFill>
                <a:schemeClr val="accent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70" name="Line 38">
              <a:extLst>
                <a:ext uri="{FF2B5EF4-FFF2-40B4-BE49-F238E27FC236}">
                  <a16:creationId xmlns:a16="http://schemas.microsoft.com/office/drawing/2014/main" id="{195D4084-6366-CDCC-926A-841FE0ECB3EB}"/>
                </a:ext>
              </a:extLst>
            </p:cNvPr>
            <p:cNvSpPr>
              <a:spLocks noChangeShapeType="1"/>
            </p:cNvSpPr>
            <p:nvPr/>
          </p:nvSpPr>
          <p:spPr bwMode="auto">
            <a:xfrm>
              <a:off x="8274050" y="3694113"/>
              <a:ext cx="0" cy="228600"/>
            </a:xfrm>
            <a:prstGeom prst="line">
              <a:avLst/>
            </a:prstGeom>
            <a:noFill/>
            <a:ln w="28575">
              <a:solidFill>
                <a:schemeClr val="accent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71" name="Line 39">
              <a:extLst>
                <a:ext uri="{FF2B5EF4-FFF2-40B4-BE49-F238E27FC236}">
                  <a16:creationId xmlns:a16="http://schemas.microsoft.com/office/drawing/2014/main" id="{FA23A1C7-8B17-1A68-B7DC-46F5EAC8E87B}"/>
                </a:ext>
              </a:extLst>
            </p:cNvPr>
            <p:cNvSpPr>
              <a:spLocks noChangeShapeType="1"/>
            </p:cNvSpPr>
            <p:nvPr/>
          </p:nvSpPr>
          <p:spPr bwMode="auto">
            <a:xfrm>
              <a:off x="8274050" y="3694113"/>
              <a:ext cx="4572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72" name="Line 40">
              <a:extLst>
                <a:ext uri="{FF2B5EF4-FFF2-40B4-BE49-F238E27FC236}">
                  <a16:creationId xmlns:a16="http://schemas.microsoft.com/office/drawing/2014/main" id="{5DD3B149-A97C-F75E-C764-FD6E34E2EB2D}"/>
                </a:ext>
              </a:extLst>
            </p:cNvPr>
            <p:cNvSpPr>
              <a:spLocks noChangeShapeType="1"/>
            </p:cNvSpPr>
            <p:nvPr/>
          </p:nvSpPr>
          <p:spPr bwMode="auto">
            <a:xfrm>
              <a:off x="8731250" y="2855913"/>
              <a:ext cx="0" cy="8382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73" name="Line 41">
              <a:extLst>
                <a:ext uri="{FF2B5EF4-FFF2-40B4-BE49-F238E27FC236}">
                  <a16:creationId xmlns:a16="http://schemas.microsoft.com/office/drawing/2014/main" id="{4889F2FD-80C0-D7B3-D4CD-307AC4DD58BC}"/>
                </a:ext>
              </a:extLst>
            </p:cNvPr>
            <p:cNvSpPr>
              <a:spLocks noChangeShapeType="1"/>
            </p:cNvSpPr>
            <p:nvPr/>
          </p:nvSpPr>
          <p:spPr bwMode="auto">
            <a:xfrm flipH="1">
              <a:off x="8274050" y="2855913"/>
              <a:ext cx="4572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74" name="Line 42">
              <a:extLst>
                <a:ext uri="{FF2B5EF4-FFF2-40B4-BE49-F238E27FC236}">
                  <a16:creationId xmlns:a16="http://schemas.microsoft.com/office/drawing/2014/main" id="{A1CF6733-6D7B-53D8-90F4-A9FBDE096889}"/>
                </a:ext>
              </a:extLst>
            </p:cNvPr>
            <p:cNvSpPr>
              <a:spLocks noChangeShapeType="1"/>
            </p:cNvSpPr>
            <p:nvPr/>
          </p:nvSpPr>
          <p:spPr bwMode="auto">
            <a:xfrm flipV="1">
              <a:off x="8274050" y="2322513"/>
              <a:ext cx="0" cy="5334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75" name="Text Box 43">
              <a:extLst>
                <a:ext uri="{FF2B5EF4-FFF2-40B4-BE49-F238E27FC236}">
                  <a16:creationId xmlns:a16="http://schemas.microsoft.com/office/drawing/2014/main" id="{B4D6DCBF-6FA0-4529-CFBE-2F1FE76F8187}"/>
                </a:ext>
              </a:extLst>
            </p:cNvPr>
            <p:cNvSpPr txBox="1">
              <a:spLocks noChangeArrowheads="1"/>
            </p:cNvSpPr>
            <p:nvPr/>
          </p:nvSpPr>
          <p:spPr bwMode="auto">
            <a:xfrm>
              <a:off x="7508875" y="1985963"/>
              <a:ext cx="4603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600" b="1">
                  <a:solidFill>
                    <a:schemeClr val="tx2"/>
                  </a:solidFill>
                  <a:latin typeface="Times New Roman" panose="02020603050405020304" pitchFamily="18" charset="0"/>
                  <a:ea typeface="宋体" panose="02010600030101010101" pitchFamily="2" charset="-122"/>
                  <a:sym typeface="Symbol" panose="05050102010706020507" pitchFamily="18" charset="2"/>
                </a:rPr>
                <a:t></a:t>
              </a:r>
            </a:p>
          </p:txBody>
        </p:sp>
        <p:sp>
          <p:nvSpPr>
            <p:cNvPr id="44076" name="Text Box 44">
              <a:extLst>
                <a:ext uri="{FF2B5EF4-FFF2-40B4-BE49-F238E27FC236}">
                  <a16:creationId xmlns:a16="http://schemas.microsoft.com/office/drawing/2014/main" id="{039D1A78-2A8A-CEEB-7A4A-19038AAE8BA2}"/>
                </a:ext>
              </a:extLst>
            </p:cNvPr>
            <p:cNvSpPr txBox="1">
              <a:spLocks noChangeArrowheads="1"/>
            </p:cNvSpPr>
            <p:nvPr/>
          </p:nvSpPr>
          <p:spPr bwMode="auto">
            <a:xfrm>
              <a:off x="8042275" y="1198563"/>
              <a:ext cx="4302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3600" b="1">
                <a:solidFill>
                  <a:schemeClr val="tx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44077" name="Text Box 45">
              <a:extLst>
                <a:ext uri="{FF2B5EF4-FFF2-40B4-BE49-F238E27FC236}">
                  <a16:creationId xmlns:a16="http://schemas.microsoft.com/office/drawing/2014/main" id="{9887C0B4-D3C1-4A98-AF2C-4FB17329E559}"/>
                </a:ext>
              </a:extLst>
            </p:cNvPr>
            <p:cNvSpPr txBox="1">
              <a:spLocks noChangeArrowheads="1"/>
            </p:cNvSpPr>
            <p:nvPr/>
          </p:nvSpPr>
          <p:spPr bwMode="auto">
            <a:xfrm>
              <a:off x="7499350" y="2900363"/>
              <a:ext cx="9652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600" b="1">
                  <a:solidFill>
                    <a:schemeClr val="tx2"/>
                  </a:solidFill>
                  <a:latin typeface="Times New Roman" panose="02020603050405020304" pitchFamily="18" charset="0"/>
                  <a:ea typeface="宋体" panose="02010600030101010101" pitchFamily="2" charset="-122"/>
                  <a:sym typeface="Symbol" panose="05050102010706020507" pitchFamily="18" charset="2"/>
                </a:rPr>
                <a:t>  </a:t>
              </a:r>
            </a:p>
          </p:txBody>
        </p:sp>
        <p:sp>
          <p:nvSpPr>
            <p:cNvPr id="44078" name="Text Box 46">
              <a:extLst>
                <a:ext uri="{FF2B5EF4-FFF2-40B4-BE49-F238E27FC236}">
                  <a16:creationId xmlns:a16="http://schemas.microsoft.com/office/drawing/2014/main" id="{3E8F6DEA-92EF-7451-7D78-0DFD8C4D070D}"/>
                </a:ext>
              </a:extLst>
            </p:cNvPr>
            <p:cNvSpPr txBox="1">
              <a:spLocks noChangeArrowheads="1"/>
            </p:cNvSpPr>
            <p:nvPr/>
          </p:nvSpPr>
          <p:spPr bwMode="auto">
            <a:xfrm>
              <a:off x="7499350" y="3814763"/>
              <a:ext cx="9652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600" b="1">
                  <a:solidFill>
                    <a:schemeClr val="tx2"/>
                  </a:solidFill>
                  <a:latin typeface="Times New Roman" panose="02020603050405020304" pitchFamily="18" charset="0"/>
                  <a:ea typeface="宋体" panose="02010600030101010101" pitchFamily="2" charset="-122"/>
                  <a:sym typeface="Symbol" panose="05050102010706020507" pitchFamily="18" charset="2"/>
                </a:rPr>
                <a:t>  </a:t>
              </a:r>
            </a:p>
          </p:txBody>
        </p:sp>
        <p:sp>
          <p:nvSpPr>
            <p:cNvPr id="44079" name="Text Box 47">
              <a:extLst>
                <a:ext uri="{FF2B5EF4-FFF2-40B4-BE49-F238E27FC236}">
                  <a16:creationId xmlns:a16="http://schemas.microsoft.com/office/drawing/2014/main" id="{0A3894D0-88F1-3187-1BD1-16154390DC13}"/>
                </a:ext>
              </a:extLst>
            </p:cNvPr>
            <p:cNvSpPr txBox="1">
              <a:spLocks noChangeArrowheads="1"/>
            </p:cNvSpPr>
            <p:nvPr/>
          </p:nvSpPr>
          <p:spPr bwMode="auto">
            <a:xfrm>
              <a:off x="7499350" y="4652963"/>
              <a:ext cx="9652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600" b="1">
                  <a:solidFill>
                    <a:schemeClr val="tx2"/>
                  </a:solidFill>
                  <a:latin typeface="Times New Roman" panose="02020603050405020304" pitchFamily="18" charset="0"/>
                  <a:ea typeface="宋体" panose="02010600030101010101" pitchFamily="2" charset="-122"/>
                  <a:sym typeface="Symbol" panose="05050102010706020507" pitchFamily="18" charset="2"/>
                </a:rPr>
                <a:t>  </a:t>
              </a:r>
            </a:p>
          </p:txBody>
        </p:sp>
        <p:sp>
          <p:nvSpPr>
            <p:cNvPr id="44080" name="Text Box 48">
              <a:extLst>
                <a:ext uri="{FF2B5EF4-FFF2-40B4-BE49-F238E27FC236}">
                  <a16:creationId xmlns:a16="http://schemas.microsoft.com/office/drawing/2014/main" id="{13B85A2D-21A4-8EDE-F52D-88DA0F01962F}"/>
                </a:ext>
              </a:extLst>
            </p:cNvPr>
            <p:cNvSpPr txBox="1">
              <a:spLocks noChangeArrowheads="1"/>
            </p:cNvSpPr>
            <p:nvPr/>
          </p:nvSpPr>
          <p:spPr bwMode="auto">
            <a:xfrm>
              <a:off x="7499350" y="5414963"/>
              <a:ext cx="9652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600" b="1">
                  <a:solidFill>
                    <a:schemeClr val="tx2"/>
                  </a:solidFill>
                  <a:latin typeface="Times New Roman" panose="02020603050405020304" pitchFamily="18" charset="0"/>
                  <a:ea typeface="宋体" panose="02010600030101010101" pitchFamily="2" charset="-122"/>
                  <a:sym typeface="Symbol" panose="05050102010706020507" pitchFamily="18" charset="2"/>
                </a:rPr>
                <a:t>  </a:t>
              </a:r>
            </a:p>
          </p:txBody>
        </p:sp>
        <p:sp>
          <p:nvSpPr>
            <p:cNvPr id="44081" name="Text Box 49">
              <a:extLst>
                <a:ext uri="{FF2B5EF4-FFF2-40B4-BE49-F238E27FC236}">
                  <a16:creationId xmlns:a16="http://schemas.microsoft.com/office/drawing/2014/main" id="{08F5C654-3297-3EEF-7C0B-136E0849D79D}"/>
                </a:ext>
              </a:extLst>
            </p:cNvPr>
            <p:cNvSpPr txBox="1">
              <a:spLocks noChangeArrowheads="1"/>
            </p:cNvSpPr>
            <p:nvPr/>
          </p:nvSpPr>
          <p:spPr bwMode="auto">
            <a:xfrm>
              <a:off x="6445250" y="1209675"/>
              <a:ext cx="895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0   1</a:t>
              </a:r>
              <a:endParaRPr kumimoji="1" lang="en-US" altLang="zh-CN" sz="2400">
                <a:latin typeface="Times New Roman" panose="02020603050405020304" pitchFamily="18" charset="0"/>
                <a:ea typeface="宋体" panose="02010600030101010101" pitchFamily="2" charset="-122"/>
              </a:endParaRPr>
            </a:p>
          </p:txBody>
        </p:sp>
        <p:sp>
          <p:nvSpPr>
            <p:cNvPr id="44082" name="Text Box 50">
              <a:extLst>
                <a:ext uri="{FF2B5EF4-FFF2-40B4-BE49-F238E27FC236}">
                  <a16:creationId xmlns:a16="http://schemas.microsoft.com/office/drawing/2014/main" id="{DB6BA660-BD18-87BB-859C-B3CCD69360B1}"/>
                </a:ext>
              </a:extLst>
            </p:cNvPr>
            <p:cNvSpPr txBox="1">
              <a:spLocks noChangeArrowheads="1"/>
            </p:cNvSpPr>
            <p:nvPr/>
          </p:nvSpPr>
          <p:spPr bwMode="auto">
            <a:xfrm>
              <a:off x="6464300" y="2047875"/>
              <a:ext cx="895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0   3</a:t>
              </a:r>
              <a:endParaRPr kumimoji="1" lang="en-US" altLang="zh-CN" sz="2400">
                <a:latin typeface="Times New Roman" panose="02020603050405020304" pitchFamily="18" charset="0"/>
                <a:ea typeface="宋体" panose="02010600030101010101" pitchFamily="2" charset="-122"/>
              </a:endParaRPr>
            </a:p>
          </p:txBody>
        </p:sp>
        <p:sp>
          <p:nvSpPr>
            <p:cNvPr id="44083" name="Text Box 51">
              <a:extLst>
                <a:ext uri="{FF2B5EF4-FFF2-40B4-BE49-F238E27FC236}">
                  <a16:creationId xmlns:a16="http://schemas.microsoft.com/office/drawing/2014/main" id="{16C8F370-73A9-8337-9F68-C3CDBE7A674C}"/>
                </a:ext>
              </a:extLst>
            </p:cNvPr>
            <p:cNvSpPr txBox="1">
              <a:spLocks noChangeArrowheads="1"/>
            </p:cNvSpPr>
            <p:nvPr/>
          </p:nvSpPr>
          <p:spPr bwMode="auto">
            <a:xfrm>
              <a:off x="6445250" y="2962275"/>
              <a:ext cx="895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1   2</a:t>
              </a:r>
              <a:endParaRPr kumimoji="1" lang="en-US" altLang="zh-CN" sz="2400">
                <a:latin typeface="Times New Roman" panose="02020603050405020304" pitchFamily="18" charset="0"/>
                <a:ea typeface="宋体" panose="02010600030101010101" pitchFamily="2" charset="-122"/>
              </a:endParaRPr>
            </a:p>
          </p:txBody>
        </p:sp>
        <p:sp>
          <p:nvSpPr>
            <p:cNvPr id="44084" name="Text Box 52">
              <a:extLst>
                <a:ext uri="{FF2B5EF4-FFF2-40B4-BE49-F238E27FC236}">
                  <a16:creationId xmlns:a16="http://schemas.microsoft.com/office/drawing/2014/main" id="{90C192F6-07C9-CB94-1DD6-BAF82FCC803C}"/>
                </a:ext>
              </a:extLst>
            </p:cNvPr>
            <p:cNvSpPr txBox="1">
              <a:spLocks noChangeArrowheads="1"/>
            </p:cNvSpPr>
            <p:nvPr/>
          </p:nvSpPr>
          <p:spPr bwMode="auto">
            <a:xfrm>
              <a:off x="6438900" y="3876675"/>
              <a:ext cx="895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2   3</a:t>
              </a:r>
              <a:endParaRPr kumimoji="1" lang="en-US" altLang="zh-CN" sz="2400">
                <a:latin typeface="Times New Roman" panose="02020603050405020304" pitchFamily="18" charset="0"/>
                <a:ea typeface="宋体" panose="02010600030101010101" pitchFamily="2" charset="-122"/>
              </a:endParaRPr>
            </a:p>
          </p:txBody>
        </p:sp>
        <p:sp>
          <p:nvSpPr>
            <p:cNvPr id="44085" name="Text Box 53">
              <a:extLst>
                <a:ext uri="{FF2B5EF4-FFF2-40B4-BE49-F238E27FC236}">
                  <a16:creationId xmlns:a16="http://schemas.microsoft.com/office/drawing/2014/main" id="{A281A729-5CED-5658-4306-06C24C2A6026}"/>
                </a:ext>
              </a:extLst>
            </p:cNvPr>
            <p:cNvSpPr txBox="1">
              <a:spLocks noChangeArrowheads="1"/>
            </p:cNvSpPr>
            <p:nvPr/>
          </p:nvSpPr>
          <p:spPr bwMode="auto">
            <a:xfrm>
              <a:off x="6438900" y="4760913"/>
              <a:ext cx="895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3   4</a:t>
              </a:r>
              <a:endParaRPr kumimoji="1" lang="en-US" altLang="zh-CN" sz="2400">
                <a:latin typeface="Times New Roman" panose="02020603050405020304" pitchFamily="18" charset="0"/>
                <a:ea typeface="宋体" panose="02010600030101010101" pitchFamily="2" charset="-122"/>
              </a:endParaRPr>
            </a:p>
          </p:txBody>
        </p:sp>
        <p:sp>
          <p:nvSpPr>
            <p:cNvPr id="44086" name="Text Box 54">
              <a:extLst>
                <a:ext uri="{FF2B5EF4-FFF2-40B4-BE49-F238E27FC236}">
                  <a16:creationId xmlns:a16="http://schemas.microsoft.com/office/drawing/2014/main" id="{2C540BC4-887E-9E6B-79A7-46F4C418E4BD}"/>
                </a:ext>
              </a:extLst>
            </p:cNvPr>
            <p:cNvSpPr txBox="1">
              <a:spLocks noChangeArrowheads="1"/>
            </p:cNvSpPr>
            <p:nvPr/>
          </p:nvSpPr>
          <p:spPr bwMode="auto">
            <a:xfrm>
              <a:off x="6438900" y="5476875"/>
              <a:ext cx="895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4   0</a:t>
              </a:r>
              <a:endParaRPr kumimoji="1" lang="en-US" altLang="zh-CN" sz="2400">
                <a:latin typeface="Times New Roman" panose="02020603050405020304" pitchFamily="18" charset="0"/>
                <a:ea typeface="宋体" panose="02010600030101010101" pitchFamily="2" charset="-122"/>
              </a:endParaRPr>
            </a:p>
          </p:txBody>
        </p:sp>
        <p:sp>
          <p:nvSpPr>
            <p:cNvPr id="44087" name="Text Box 55">
              <a:extLst>
                <a:ext uri="{FF2B5EF4-FFF2-40B4-BE49-F238E27FC236}">
                  <a16:creationId xmlns:a16="http://schemas.microsoft.com/office/drawing/2014/main" id="{3F7EAD16-BCEF-286C-895B-B8354B580C12}"/>
                </a:ext>
              </a:extLst>
            </p:cNvPr>
            <p:cNvSpPr txBox="1">
              <a:spLocks noChangeArrowheads="1"/>
            </p:cNvSpPr>
            <p:nvPr/>
          </p:nvSpPr>
          <p:spPr bwMode="auto">
            <a:xfrm>
              <a:off x="5245100" y="1179513"/>
              <a:ext cx="4984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rgbClr val="009900"/>
                  </a:solidFill>
                  <a:latin typeface="Times New Roman" panose="02020603050405020304" pitchFamily="18" charset="0"/>
                  <a:ea typeface="宋体" panose="02010600030101010101" pitchFamily="2" charset="-122"/>
                </a:rPr>
                <a:t>e</a:t>
              </a:r>
              <a:r>
                <a:rPr kumimoji="1" lang="en-US" altLang="zh-CN" sz="3200" b="1" baseline="-25000">
                  <a:solidFill>
                    <a:srgbClr val="009900"/>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44088" name="Text Box 56">
              <a:extLst>
                <a:ext uri="{FF2B5EF4-FFF2-40B4-BE49-F238E27FC236}">
                  <a16:creationId xmlns:a16="http://schemas.microsoft.com/office/drawing/2014/main" id="{023C37F3-21D8-80B7-CA89-CDB269CE0EDD}"/>
                </a:ext>
              </a:extLst>
            </p:cNvPr>
            <p:cNvSpPr txBox="1">
              <a:spLocks noChangeArrowheads="1"/>
            </p:cNvSpPr>
            <p:nvPr/>
          </p:nvSpPr>
          <p:spPr bwMode="auto">
            <a:xfrm>
              <a:off x="5260975" y="2124075"/>
              <a:ext cx="4984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rgbClr val="009900"/>
                  </a:solidFill>
                  <a:latin typeface="Times New Roman" panose="02020603050405020304" pitchFamily="18" charset="0"/>
                  <a:ea typeface="宋体" panose="02010600030101010101" pitchFamily="2" charset="-122"/>
                </a:rPr>
                <a:t>e</a:t>
              </a:r>
              <a:r>
                <a:rPr kumimoji="1" lang="en-US" altLang="zh-CN" sz="3200" b="1" baseline="-25000">
                  <a:solidFill>
                    <a:srgbClr val="009900"/>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44089" name="Text Box 57">
              <a:extLst>
                <a:ext uri="{FF2B5EF4-FFF2-40B4-BE49-F238E27FC236}">
                  <a16:creationId xmlns:a16="http://schemas.microsoft.com/office/drawing/2014/main" id="{62DAECC8-F957-E319-91A0-28A8E65B24FA}"/>
                </a:ext>
              </a:extLst>
            </p:cNvPr>
            <p:cNvSpPr txBox="1">
              <a:spLocks noChangeArrowheads="1"/>
            </p:cNvSpPr>
            <p:nvPr/>
          </p:nvSpPr>
          <p:spPr bwMode="auto">
            <a:xfrm>
              <a:off x="5260975" y="3084513"/>
              <a:ext cx="4984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rgbClr val="009900"/>
                  </a:solidFill>
                  <a:latin typeface="Times New Roman" panose="02020603050405020304" pitchFamily="18" charset="0"/>
                  <a:ea typeface="宋体" panose="02010600030101010101" pitchFamily="2" charset="-122"/>
                </a:rPr>
                <a:t>e</a:t>
              </a:r>
              <a:r>
                <a:rPr kumimoji="1" lang="en-US" altLang="zh-CN" sz="3200" b="1" baseline="-25000">
                  <a:solidFill>
                    <a:srgbClr val="009900"/>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44090" name="Text Box 58">
              <a:extLst>
                <a:ext uri="{FF2B5EF4-FFF2-40B4-BE49-F238E27FC236}">
                  <a16:creationId xmlns:a16="http://schemas.microsoft.com/office/drawing/2014/main" id="{7309CACC-96A5-5AAF-DEE8-51786A1FE69D}"/>
                </a:ext>
              </a:extLst>
            </p:cNvPr>
            <p:cNvSpPr txBox="1">
              <a:spLocks noChangeArrowheads="1"/>
            </p:cNvSpPr>
            <p:nvPr/>
          </p:nvSpPr>
          <p:spPr bwMode="auto">
            <a:xfrm>
              <a:off x="5260975" y="3751263"/>
              <a:ext cx="4984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rgbClr val="009900"/>
                  </a:solidFill>
                  <a:latin typeface="Times New Roman" panose="02020603050405020304" pitchFamily="18" charset="0"/>
                  <a:ea typeface="宋体" panose="02010600030101010101" pitchFamily="2" charset="-122"/>
                </a:rPr>
                <a:t>e</a:t>
              </a:r>
              <a:r>
                <a:rPr kumimoji="1" lang="en-US" altLang="zh-CN" sz="3200" b="1" baseline="-25000">
                  <a:solidFill>
                    <a:srgbClr val="009900"/>
                  </a:solidFill>
                  <a:latin typeface="Times New Roman" panose="02020603050405020304" pitchFamily="18" charset="0"/>
                  <a:ea typeface="宋体" panose="02010600030101010101" pitchFamily="2" charset="-122"/>
                </a:rPr>
                <a:t>4</a:t>
              </a:r>
              <a:endParaRPr kumimoji="1" lang="en-US" altLang="zh-CN" sz="2400">
                <a:latin typeface="Times New Roman" panose="02020603050405020304" pitchFamily="18" charset="0"/>
                <a:ea typeface="宋体" panose="02010600030101010101" pitchFamily="2" charset="-122"/>
              </a:endParaRPr>
            </a:p>
          </p:txBody>
        </p:sp>
        <p:sp>
          <p:nvSpPr>
            <p:cNvPr id="44091" name="Text Box 59">
              <a:extLst>
                <a:ext uri="{FF2B5EF4-FFF2-40B4-BE49-F238E27FC236}">
                  <a16:creationId xmlns:a16="http://schemas.microsoft.com/office/drawing/2014/main" id="{9230F01F-E6C0-4D97-50F0-63994C9D46AA}"/>
                </a:ext>
              </a:extLst>
            </p:cNvPr>
            <p:cNvSpPr txBox="1">
              <a:spLocks noChangeArrowheads="1"/>
            </p:cNvSpPr>
            <p:nvPr/>
          </p:nvSpPr>
          <p:spPr bwMode="auto">
            <a:xfrm>
              <a:off x="5260975" y="4619625"/>
              <a:ext cx="4984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rgbClr val="009900"/>
                  </a:solidFill>
                  <a:latin typeface="Times New Roman" panose="02020603050405020304" pitchFamily="18" charset="0"/>
                  <a:ea typeface="宋体" panose="02010600030101010101" pitchFamily="2" charset="-122"/>
                </a:rPr>
                <a:t>e</a:t>
              </a:r>
              <a:r>
                <a:rPr kumimoji="1" lang="en-US" altLang="zh-CN" sz="3200" b="1" baseline="-25000">
                  <a:solidFill>
                    <a:srgbClr val="009900"/>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44092" name="Text Box 60">
              <a:extLst>
                <a:ext uri="{FF2B5EF4-FFF2-40B4-BE49-F238E27FC236}">
                  <a16:creationId xmlns:a16="http://schemas.microsoft.com/office/drawing/2014/main" id="{2E17B48F-EB3D-D35F-E77E-28C422BA4C16}"/>
                </a:ext>
              </a:extLst>
            </p:cNvPr>
            <p:cNvSpPr txBox="1">
              <a:spLocks noChangeArrowheads="1"/>
            </p:cNvSpPr>
            <p:nvPr/>
          </p:nvSpPr>
          <p:spPr bwMode="auto">
            <a:xfrm>
              <a:off x="5260975" y="5381625"/>
              <a:ext cx="4984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rgbClr val="009900"/>
                  </a:solidFill>
                  <a:latin typeface="Times New Roman" panose="02020603050405020304" pitchFamily="18" charset="0"/>
                  <a:ea typeface="宋体" panose="02010600030101010101" pitchFamily="2" charset="-122"/>
                </a:rPr>
                <a:t>e</a:t>
              </a:r>
              <a:r>
                <a:rPr kumimoji="1" lang="en-US" altLang="zh-CN" sz="3200" b="1" baseline="-25000">
                  <a:solidFill>
                    <a:srgbClr val="009900"/>
                  </a:solidFill>
                  <a:latin typeface="Times New Roman" panose="02020603050405020304" pitchFamily="18" charset="0"/>
                  <a:ea typeface="宋体" panose="02010600030101010101" pitchFamily="2" charset="-122"/>
                </a:rPr>
                <a:t>6</a:t>
              </a:r>
              <a:endParaRPr kumimoji="1" lang="en-US" altLang="zh-CN" sz="2400">
                <a:latin typeface="Times New Roman" panose="02020603050405020304" pitchFamily="18" charset="0"/>
                <a:ea typeface="宋体" panose="02010600030101010101" pitchFamily="2" charset="-122"/>
              </a:endParaRPr>
            </a:p>
          </p:txBody>
        </p:sp>
        <p:sp>
          <p:nvSpPr>
            <p:cNvPr id="44093" name="Text Box 61">
              <a:extLst>
                <a:ext uri="{FF2B5EF4-FFF2-40B4-BE49-F238E27FC236}">
                  <a16:creationId xmlns:a16="http://schemas.microsoft.com/office/drawing/2014/main" id="{5F9C6515-72F9-0D95-DE0B-8E9D2BBB41DF}"/>
                </a:ext>
              </a:extLst>
            </p:cNvPr>
            <p:cNvSpPr txBox="1">
              <a:spLocks noChangeArrowheads="1"/>
            </p:cNvSpPr>
            <p:nvPr/>
          </p:nvSpPr>
          <p:spPr bwMode="auto">
            <a:xfrm>
              <a:off x="2681288" y="646113"/>
              <a:ext cx="20113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latin typeface="Arial Narrow" panose="020B0606020202030204" pitchFamily="34" charset="0"/>
                  <a:ea typeface="宋体" panose="02010600030101010101" pitchFamily="2" charset="-122"/>
                </a:rPr>
                <a:t>data Fin Fout</a:t>
              </a:r>
              <a:endParaRPr kumimoji="1" lang="en-US" altLang="zh-CN" sz="2400">
                <a:latin typeface="Times New Roman" panose="02020603050405020304" pitchFamily="18" charset="0"/>
                <a:ea typeface="宋体" panose="02010600030101010101" pitchFamily="2" charset="-122"/>
              </a:endParaRPr>
            </a:p>
          </p:txBody>
        </p:sp>
        <p:sp>
          <p:nvSpPr>
            <p:cNvPr id="44094" name="Rectangle 62" descr="白色大理石">
              <a:extLst>
                <a:ext uri="{FF2B5EF4-FFF2-40B4-BE49-F238E27FC236}">
                  <a16:creationId xmlns:a16="http://schemas.microsoft.com/office/drawing/2014/main" id="{1FE0FB02-D84B-1D71-FB77-1195F827D796}"/>
                </a:ext>
              </a:extLst>
            </p:cNvPr>
            <p:cNvSpPr>
              <a:spLocks noChangeArrowheads="1"/>
            </p:cNvSpPr>
            <p:nvPr/>
          </p:nvSpPr>
          <p:spPr bwMode="auto">
            <a:xfrm>
              <a:off x="2863850" y="1255713"/>
              <a:ext cx="1600200" cy="533400"/>
            </a:xfrm>
            <a:prstGeom prst="rect">
              <a:avLst/>
            </a:prstGeom>
            <a:blipFill dpi="0" rotWithShape="0">
              <a:blip r:embed="rId3"/>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4095" name="Line 63" descr="白色大理石">
              <a:extLst>
                <a:ext uri="{FF2B5EF4-FFF2-40B4-BE49-F238E27FC236}">
                  <a16:creationId xmlns:a16="http://schemas.microsoft.com/office/drawing/2014/main" id="{B3689409-8E64-C0EF-2EED-03D3C0294384}"/>
                </a:ext>
              </a:extLst>
            </p:cNvPr>
            <p:cNvSpPr>
              <a:spLocks noChangeShapeType="1"/>
            </p:cNvSpPr>
            <p:nvPr/>
          </p:nvSpPr>
          <p:spPr bwMode="auto">
            <a:xfrm>
              <a:off x="3397250" y="1255713"/>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96" name="Line 64" descr="白色大理石">
              <a:extLst>
                <a:ext uri="{FF2B5EF4-FFF2-40B4-BE49-F238E27FC236}">
                  <a16:creationId xmlns:a16="http://schemas.microsoft.com/office/drawing/2014/main" id="{3E16CB8C-24E4-BD9B-46F8-A28640EDFC23}"/>
                </a:ext>
              </a:extLst>
            </p:cNvPr>
            <p:cNvSpPr>
              <a:spLocks noChangeShapeType="1"/>
            </p:cNvSpPr>
            <p:nvPr/>
          </p:nvSpPr>
          <p:spPr bwMode="auto">
            <a:xfrm>
              <a:off x="3930650" y="1255713"/>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97" name="Line 65">
              <a:extLst>
                <a:ext uri="{FF2B5EF4-FFF2-40B4-BE49-F238E27FC236}">
                  <a16:creationId xmlns:a16="http://schemas.microsoft.com/office/drawing/2014/main" id="{B12D8F19-AFB9-0EF8-4C75-A6701D542EDF}"/>
                </a:ext>
              </a:extLst>
            </p:cNvPr>
            <p:cNvSpPr>
              <a:spLocks noChangeShapeType="1"/>
            </p:cNvSpPr>
            <p:nvPr/>
          </p:nvSpPr>
          <p:spPr bwMode="auto">
            <a:xfrm>
              <a:off x="4235450" y="1484313"/>
              <a:ext cx="1066800" cy="0"/>
            </a:xfrm>
            <a:prstGeom prst="line">
              <a:avLst/>
            </a:prstGeom>
            <a:noFill/>
            <a:ln w="28575">
              <a:solidFill>
                <a:schemeClr val="accent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98" name="Line 66">
              <a:extLst>
                <a:ext uri="{FF2B5EF4-FFF2-40B4-BE49-F238E27FC236}">
                  <a16:creationId xmlns:a16="http://schemas.microsoft.com/office/drawing/2014/main" id="{B696D263-E0F9-9275-D91D-5E198BB686D7}"/>
                </a:ext>
              </a:extLst>
            </p:cNvPr>
            <p:cNvSpPr>
              <a:spLocks noChangeShapeType="1"/>
            </p:cNvSpPr>
            <p:nvPr/>
          </p:nvSpPr>
          <p:spPr bwMode="auto">
            <a:xfrm>
              <a:off x="3702050" y="1484313"/>
              <a:ext cx="0" cy="4572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99" name="Line 67">
              <a:extLst>
                <a:ext uri="{FF2B5EF4-FFF2-40B4-BE49-F238E27FC236}">
                  <a16:creationId xmlns:a16="http://schemas.microsoft.com/office/drawing/2014/main" id="{FD03407C-74FF-B3A0-9F04-E1F4EB3A4776}"/>
                </a:ext>
              </a:extLst>
            </p:cNvPr>
            <p:cNvSpPr>
              <a:spLocks noChangeShapeType="1"/>
            </p:cNvSpPr>
            <p:nvPr/>
          </p:nvSpPr>
          <p:spPr bwMode="auto">
            <a:xfrm>
              <a:off x="3702050" y="1941513"/>
              <a:ext cx="1371600" cy="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00" name="Rectangle 68" descr="白色大理石">
              <a:extLst>
                <a:ext uri="{FF2B5EF4-FFF2-40B4-BE49-F238E27FC236}">
                  <a16:creationId xmlns:a16="http://schemas.microsoft.com/office/drawing/2014/main" id="{96202448-1C97-E33A-8D1F-CECB9397D546}"/>
                </a:ext>
              </a:extLst>
            </p:cNvPr>
            <p:cNvSpPr>
              <a:spLocks noChangeArrowheads="1"/>
            </p:cNvSpPr>
            <p:nvPr/>
          </p:nvSpPr>
          <p:spPr bwMode="auto">
            <a:xfrm>
              <a:off x="2863850" y="2093913"/>
              <a:ext cx="1600200" cy="533400"/>
            </a:xfrm>
            <a:prstGeom prst="rect">
              <a:avLst/>
            </a:prstGeom>
            <a:blipFill dpi="0" rotWithShape="0">
              <a:blip r:embed="rId3"/>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4101" name="Line 69" descr="白色大理石">
              <a:extLst>
                <a:ext uri="{FF2B5EF4-FFF2-40B4-BE49-F238E27FC236}">
                  <a16:creationId xmlns:a16="http://schemas.microsoft.com/office/drawing/2014/main" id="{DB4EB384-3D5F-0A6B-E4AA-3A5FB1E5889E}"/>
                </a:ext>
              </a:extLst>
            </p:cNvPr>
            <p:cNvSpPr>
              <a:spLocks noChangeShapeType="1"/>
            </p:cNvSpPr>
            <p:nvPr/>
          </p:nvSpPr>
          <p:spPr bwMode="auto">
            <a:xfrm>
              <a:off x="3397250" y="2093913"/>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02" name="Line 70" descr="白色大理石">
              <a:extLst>
                <a:ext uri="{FF2B5EF4-FFF2-40B4-BE49-F238E27FC236}">
                  <a16:creationId xmlns:a16="http://schemas.microsoft.com/office/drawing/2014/main" id="{E9B620AA-3CF9-80DD-CF9B-8CD96E8792C5}"/>
                </a:ext>
              </a:extLst>
            </p:cNvPr>
            <p:cNvSpPr>
              <a:spLocks noChangeShapeType="1"/>
            </p:cNvSpPr>
            <p:nvPr/>
          </p:nvSpPr>
          <p:spPr bwMode="auto">
            <a:xfrm>
              <a:off x="3930650" y="2093913"/>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03" name="Line 71">
              <a:extLst>
                <a:ext uri="{FF2B5EF4-FFF2-40B4-BE49-F238E27FC236}">
                  <a16:creationId xmlns:a16="http://schemas.microsoft.com/office/drawing/2014/main" id="{F20E0AB9-CCB6-00E3-5BE6-AED9FC56231B}"/>
                </a:ext>
              </a:extLst>
            </p:cNvPr>
            <p:cNvSpPr>
              <a:spLocks noChangeShapeType="1"/>
            </p:cNvSpPr>
            <p:nvPr/>
          </p:nvSpPr>
          <p:spPr bwMode="auto">
            <a:xfrm>
              <a:off x="4768850" y="2246313"/>
              <a:ext cx="762000" cy="0"/>
            </a:xfrm>
            <a:prstGeom prst="line">
              <a:avLst/>
            </a:prstGeom>
            <a:noFill/>
            <a:ln w="28575">
              <a:solidFill>
                <a:srgbClr val="009900"/>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04" name="Line 72">
              <a:extLst>
                <a:ext uri="{FF2B5EF4-FFF2-40B4-BE49-F238E27FC236}">
                  <a16:creationId xmlns:a16="http://schemas.microsoft.com/office/drawing/2014/main" id="{959C46F0-1076-DA85-C427-9BE77FA3A445}"/>
                </a:ext>
              </a:extLst>
            </p:cNvPr>
            <p:cNvSpPr>
              <a:spLocks noChangeShapeType="1"/>
            </p:cNvSpPr>
            <p:nvPr/>
          </p:nvSpPr>
          <p:spPr bwMode="auto">
            <a:xfrm>
              <a:off x="5226050" y="3236913"/>
              <a:ext cx="381000" cy="0"/>
            </a:xfrm>
            <a:prstGeom prst="line">
              <a:avLst/>
            </a:prstGeom>
            <a:noFill/>
            <a:ln w="28575">
              <a:solidFill>
                <a:schemeClr val="accent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05" name="Line 73">
              <a:extLst>
                <a:ext uri="{FF2B5EF4-FFF2-40B4-BE49-F238E27FC236}">
                  <a16:creationId xmlns:a16="http://schemas.microsoft.com/office/drawing/2014/main" id="{B75BE5CF-ED5C-FC6B-2200-8781B32387F5}"/>
                </a:ext>
              </a:extLst>
            </p:cNvPr>
            <p:cNvSpPr>
              <a:spLocks noChangeShapeType="1"/>
            </p:cNvSpPr>
            <p:nvPr/>
          </p:nvSpPr>
          <p:spPr bwMode="auto">
            <a:xfrm>
              <a:off x="4616450" y="3389313"/>
              <a:ext cx="685800" cy="0"/>
            </a:xfrm>
            <a:prstGeom prst="line">
              <a:avLst/>
            </a:prstGeom>
            <a:noFill/>
            <a:ln w="28575">
              <a:solidFill>
                <a:schemeClr val="tx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06" name="Line 74">
              <a:extLst>
                <a:ext uri="{FF2B5EF4-FFF2-40B4-BE49-F238E27FC236}">
                  <a16:creationId xmlns:a16="http://schemas.microsoft.com/office/drawing/2014/main" id="{176F0C2F-A391-74AD-B4F8-5EEC30831D7C}"/>
                </a:ext>
              </a:extLst>
            </p:cNvPr>
            <p:cNvSpPr>
              <a:spLocks noChangeShapeType="1"/>
            </p:cNvSpPr>
            <p:nvPr/>
          </p:nvSpPr>
          <p:spPr bwMode="auto">
            <a:xfrm>
              <a:off x="4921250" y="4151313"/>
              <a:ext cx="381000" cy="0"/>
            </a:xfrm>
            <a:prstGeom prst="line">
              <a:avLst/>
            </a:prstGeom>
            <a:noFill/>
            <a:ln w="28575">
              <a:solidFill>
                <a:schemeClr val="accent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07" name="Line 75">
              <a:extLst>
                <a:ext uri="{FF2B5EF4-FFF2-40B4-BE49-F238E27FC236}">
                  <a16:creationId xmlns:a16="http://schemas.microsoft.com/office/drawing/2014/main" id="{E87AC289-D387-FAB7-E60F-5BAC852617AF}"/>
                </a:ext>
              </a:extLst>
            </p:cNvPr>
            <p:cNvSpPr>
              <a:spLocks noChangeShapeType="1"/>
            </p:cNvSpPr>
            <p:nvPr/>
          </p:nvSpPr>
          <p:spPr bwMode="auto">
            <a:xfrm>
              <a:off x="4616450" y="4913313"/>
              <a:ext cx="685800" cy="0"/>
            </a:xfrm>
            <a:prstGeom prst="line">
              <a:avLst/>
            </a:prstGeom>
            <a:noFill/>
            <a:ln w="28575">
              <a:solidFill>
                <a:schemeClr val="accent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08" name="Line 76">
              <a:extLst>
                <a:ext uri="{FF2B5EF4-FFF2-40B4-BE49-F238E27FC236}">
                  <a16:creationId xmlns:a16="http://schemas.microsoft.com/office/drawing/2014/main" id="{34709A04-FD6A-6DC9-4194-715F6F1E49DE}"/>
                </a:ext>
              </a:extLst>
            </p:cNvPr>
            <p:cNvSpPr>
              <a:spLocks noChangeShapeType="1"/>
            </p:cNvSpPr>
            <p:nvPr/>
          </p:nvSpPr>
          <p:spPr bwMode="auto">
            <a:xfrm>
              <a:off x="4616450" y="5065713"/>
              <a:ext cx="685800" cy="0"/>
            </a:xfrm>
            <a:prstGeom prst="line">
              <a:avLst/>
            </a:prstGeom>
            <a:noFill/>
            <a:ln w="28575">
              <a:solidFill>
                <a:schemeClr val="tx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09" name="Line 77">
              <a:extLst>
                <a:ext uri="{FF2B5EF4-FFF2-40B4-BE49-F238E27FC236}">
                  <a16:creationId xmlns:a16="http://schemas.microsoft.com/office/drawing/2014/main" id="{501ABC3E-BD4B-0E3B-1B43-DC23A97B2ED3}"/>
                </a:ext>
              </a:extLst>
            </p:cNvPr>
            <p:cNvSpPr>
              <a:spLocks noChangeShapeType="1"/>
            </p:cNvSpPr>
            <p:nvPr/>
          </p:nvSpPr>
          <p:spPr bwMode="auto">
            <a:xfrm>
              <a:off x="4235450" y="5675313"/>
              <a:ext cx="1066800" cy="0"/>
            </a:xfrm>
            <a:prstGeom prst="line">
              <a:avLst/>
            </a:prstGeom>
            <a:noFill/>
            <a:ln w="28575">
              <a:solidFill>
                <a:schemeClr val="accent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10" name="Line 78">
              <a:extLst>
                <a:ext uri="{FF2B5EF4-FFF2-40B4-BE49-F238E27FC236}">
                  <a16:creationId xmlns:a16="http://schemas.microsoft.com/office/drawing/2014/main" id="{B5AB6143-35AC-B5D0-00D4-4A52A366C66C}"/>
                </a:ext>
              </a:extLst>
            </p:cNvPr>
            <p:cNvSpPr>
              <a:spLocks noChangeShapeType="1"/>
            </p:cNvSpPr>
            <p:nvPr/>
          </p:nvSpPr>
          <p:spPr bwMode="auto">
            <a:xfrm>
              <a:off x="5073650" y="5827713"/>
              <a:ext cx="228600" cy="0"/>
            </a:xfrm>
            <a:prstGeom prst="line">
              <a:avLst/>
            </a:prstGeom>
            <a:noFill/>
            <a:ln w="28575">
              <a:solidFill>
                <a:srgbClr val="009900"/>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11" name="Line 79">
              <a:extLst>
                <a:ext uri="{FF2B5EF4-FFF2-40B4-BE49-F238E27FC236}">
                  <a16:creationId xmlns:a16="http://schemas.microsoft.com/office/drawing/2014/main" id="{6DB7AEAA-3AC5-4520-270F-168F5222ED3D}"/>
                </a:ext>
              </a:extLst>
            </p:cNvPr>
            <p:cNvSpPr>
              <a:spLocks noChangeShapeType="1"/>
            </p:cNvSpPr>
            <p:nvPr/>
          </p:nvSpPr>
          <p:spPr bwMode="auto">
            <a:xfrm flipV="1">
              <a:off x="5226050" y="2398713"/>
              <a:ext cx="0" cy="8382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12" name="Line 80">
              <a:extLst>
                <a:ext uri="{FF2B5EF4-FFF2-40B4-BE49-F238E27FC236}">
                  <a16:creationId xmlns:a16="http://schemas.microsoft.com/office/drawing/2014/main" id="{998E0A67-5AE8-36C6-74AD-5A20D9FC4B97}"/>
                </a:ext>
              </a:extLst>
            </p:cNvPr>
            <p:cNvSpPr>
              <a:spLocks noChangeShapeType="1"/>
            </p:cNvSpPr>
            <p:nvPr/>
          </p:nvSpPr>
          <p:spPr bwMode="auto">
            <a:xfrm>
              <a:off x="4235450" y="2398713"/>
              <a:ext cx="990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13" name="Line 81">
              <a:extLst>
                <a:ext uri="{FF2B5EF4-FFF2-40B4-BE49-F238E27FC236}">
                  <a16:creationId xmlns:a16="http://schemas.microsoft.com/office/drawing/2014/main" id="{BFAED4D4-EDA5-DFB8-8DD6-C5390F636B77}"/>
                </a:ext>
              </a:extLst>
            </p:cNvPr>
            <p:cNvSpPr>
              <a:spLocks noChangeShapeType="1"/>
            </p:cNvSpPr>
            <p:nvPr/>
          </p:nvSpPr>
          <p:spPr bwMode="auto">
            <a:xfrm>
              <a:off x="3702050" y="2322513"/>
              <a:ext cx="0" cy="4572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14" name="Line 82">
              <a:extLst>
                <a:ext uri="{FF2B5EF4-FFF2-40B4-BE49-F238E27FC236}">
                  <a16:creationId xmlns:a16="http://schemas.microsoft.com/office/drawing/2014/main" id="{CF7C4EB1-A15D-0DD4-A1EE-756C6BE2663D}"/>
                </a:ext>
              </a:extLst>
            </p:cNvPr>
            <p:cNvSpPr>
              <a:spLocks noChangeShapeType="1"/>
            </p:cNvSpPr>
            <p:nvPr/>
          </p:nvSpPr>
          <p:spPr bwMode="auto">
            <a:xfrm>
              <a:off x="3702050" y="2779713"/>
              <a:ext cx="914400"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15" name="Line 83">
              <a:extLst>
                <a:ext uri="{FF2B5EF4-FFF2-40B4-BE49-F238E27FC236}">
                  <a16:creationId xmlns:a16="http://schemas.microsoft.com/office/drawing/2014/main" id="{90B59CC1-BD32-5CB2-1461-386C1698FD2D}"/>
                </a:ext>
              </a:extLst>
            </p:cNvPr>
            <p:cNvSpPr>
              <a:spLocks noChangeShapeType="1"/>
            </p:cNvSpPr>
            <p:nvPr/>
          </p:nvSpPr>
          <p:spPr bwMode="auto">
            <a:xfrm>
              <a:off x="4616450" y="1636713"/>
              <a:ext cx="685800" cy="0"/>
            </a:xfrm>
            <a:prstGeom prst="line">
              <a:avLst/>
            </a:prstGeom>
            <a:noFill/>
            <a:ln w="28575">
              <a:solidFill>
                <a:schemeClr val="tx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16" name="Line 84">
              <a:extLst>
                <a:ext uri="{FF2B5EF4-FFF2-40B4-BE49-F238E27FC236}">
                  <a16:creationId xmlns:a16="http://schemas.microsoft.com/office/drawing/2014/main" id="{D625D1ED-BF14-DF4A-2CC0-29FE7FF51785}"/>
                </a:ext>
              </a:extLst>
            </p:cNvPr>
            <p:cNvSpPr>
              <a:spLocks noChangeShapeType="1"/>
            </p:cNvSpPr>
            <p:nvPr/>
          </p:nvSpPr>
          <p:spPr bwMode="auto">
            <a:xfrm>
              <a:off x="4616450" y="1636713"/>
              <a:ext cx="0" cy="11430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17" name="Rectangle 85" descr="白色大理石">
              <a:extLst>
                <a:ext uri="{FF2B5EF4-FFF2-40B4-BE49-F238E27FC236}">
                  <a16:creationId xmlns:a16="http://schemas.microsoft.com/office/drawing/2014/main" id="{739E8EFF-4A39-4696-F4DB-36256782B750}"/>
                </a:ext>
              </a:extLst>
            </p:cNvPr>
            <p:cNvSpPr>
              <a:spLocks noChangeArrowheads="1"/>
            </p:cNvSpPr>
            <p:nvPr/>
          </p:nvSpPr>
          <p:spPr bwMode="auto">
            <a:xfrm>
              <a:off x="2863850" y="2932113"/>
              <a:ext cx="1600200" cy="533400"/>
            </a:xfrm>
            <a:prstGeom prst="rect">
              <a:avLst/>
            </a:prstGeom>
            <a:blipFill dpi="0" rotWithShape="0">
              <a:blip r:embed="rId3"/>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4118" name="Line 86" descr="白色大理石">
              <a:extLst>
                <a:ext uri="{FF2B5EF4-FFF2-40B4-BE49-F238E27FC236}">
                  <a16:creationId xmlns:a16="http://schemas.microsoft.com/office/drawing/2014/main" id="{D4EBE6C1-788D-61AF-8031-2D6209E563A8}"/>
                </a:ext>
              </a:extLst>
            </p:cNvPr>
            <p:cNvSpPr>
              <a:spLocks noChangeShapeType="1"/>
            </p:cNvSpPr>
            <p:nvPr/>
          </p:nvSpPr>
          <p:spPr bwMode="auto">
            <a:xfrm>
              <a:off x="3397250" y="2932113"/>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19" name="Line 87" descr="白色大理石">
              <a:extLst>
                <a:ext uri="{FF2B5EF4-FFF2-40B4-BE49-F238E27FC236}">
                  <a16:creationId xmlns:a16="http://schemas.microsoft.com/office/drawing/2014/main" id="{ED134419-31D7-BC5A-074C-929DFE009B05}"/>
                </a:ext>
              </a:extLst>
            </p:cNvPr>
            <p:cNvSpPr>
              <a:spLocks noChangeShapeType="1"/>
            </p:cNvSpPr>
            <p:nvPr/>
          </p:nvSpPr>
          <p:spPr bwMode="auto">
            <a:xfrm>
              <a:off x="3930650" y="2932113"/>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20" name="Line 88">
              <a:extLst>
                <a:ext uri="{FF2B5EF4-FFF2-40B4-BE49-F238E27FC236}">
                  <a16:creationId xmlns:a16="http://schemas.microsoft.com/office/drawing/2014/main" id="{72D4DF98-3B4B-B8A7-6730-8387C83DAF8B}"/>
                </a:ext>
              </a:extLst>
            </p:cNvPr>
            <p:cNvSpPr>
              <a:spLocks noChangeShapeType="1"/>
            </p:cNvSpPr>
            <p:nvPr/>
          </p:nvSpPr>
          <p:spPr bwMode="auto">
            <a:xfrm>
              <a:off x="3702050" y="3160713"/>
              <a:ext cx="0" cy="4572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21" name="Line 89">
              <a:extLst>
                <a:ext uri="{FF2B5EF4-FFF2-40B4-BE49-F238E27FC236}">
                  <a16:creationId xmlns:a16="http://schemas.microsoft.com/office/drawing/2014/main" id="{EA56E216-E5C9-4002-68FD-DA3EC18FD2F2}"/>
                </a:ext>
              </a:extLst>
            </p:cNvPr>
            <p:cNvSpPr>
              <a:spLocks noChangeShapeType="1"/>
            </p:cNvSpPr>
            <p:nvPr/>
          </p:nvSpPr>
          <p:spPr bwMode="auto">
            <a:xfrm>
              <a:off x="3702050" y="3617913"/>
              <a:ext cx="914400"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22" name="Line 90">
              <a:extLst>
                <a:ext uri="{FF2B5EF4-FFF2-40B4-BE49-F238E27FC236}">
                  <a16:creationId xmlns:a16="http://schemas.microsoft.com/office/drawing/2014/main" id="{EDD3C647-AE2A-BDE7-6614-9E4A20AE19C3}"/>
                </a:ext>
              </a:extLst>
            </p:cNvPr>
            <p:cNvSpPr>
              <a:spLocks noChangeShapeType="1"/>
            </p:cNvSpPr>
            <p:nvPr/>
          </p:nvSpPr>
          <p:spPr bwMode="auto">
            <a:xfrm>
              <a:off x="4616450" y="3389313"/>
              <a:ext cx="0" cy="2286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23" name="Rectangle 91" descr="白色大理石">
              <a:extLst>
                <a:ext uri="{FF2B5EF4-FFF2-40B4-BE49-F238E27FC236}">
                  <a16:creationId xmlns:a16="http://schemas.microsoft.com/office/drawing/2014/main" id="{F2A0B194-C973-267D-55C0-106E9F23221E}"/>
                </a:ext>
              </a:extLst>
            </p:cNvPr>
            <p:cNvSpPr>
              <a:spLocks noChangeArrowheads="1"/>
            </p:cNvSpPr>
            <p:nvPr/>
          </p:nvSpPr>
          <p:spPr bwMode="auto">
            <a:xfrm>
              <a:off x="2863850" y="3770313"/>
              <a:ext cx="1600200" cy="533400"/>
            </a:xfrm>
            <a:prstGeom prst="rect">
              <a:avLst/>
            </a:prstGeom>
            <a:blipFill dpi="0" rotWithShape="0">
              <a:blip r:embed="rId3"/>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4124" name="Line 92" descr="白色大理石">
              <a:extLst>
                <a:ext uri="{FF2B5EF4-FFF2-40B4-BE49-F238E27FC236}">
                  <a16:creationId xmlns:a16="http://schemas.microsoft.com/office/drawing/2014/main" id="{19CFD40C-01E2-A65D-43DE-7B7C86FF6D23}"/>
                </a:ext>
              </a:extLst>
            </p:cNvPr>
            <p:cNvSpPr>
              <a:spLocks noChangeShapeType="1"/>
            </p:cNvSpPr>
            <p:nvPr/>
          </p:nvSpPr>
          <p:spPr bwMode="auto">
            <a:xfrm>
              <a:off x="3397250" y="3770313"/>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25" name="Line 93" descr="白色大理石">
              <a:extLst>
                <a:ext uri="{FF2B5EF4-FFF2-40B4-BE49-F238E27FC236}">
                  <a16:creationId xmlns:a16="http://schemas.microsoft.com/office/drawing/2014/main" id="{9DDAECAD-EF90-6F09-3F70-E1622FCF2746}"/>
                </a:ext>
              </a:extLst>
            </p:cNvPr>
            <p:cNvSpPr>
              <a:spLocks noChangeShapeType="1"/>
            </p:cNvSpPr>
            <p:nvPr/>
          </p:nvSpPr>
          <p:spPr bwMode="auto">
            <a:xfrm>
              <a:off x="3930650" y="3770313"/>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26" name="Line 94">
              <a:extLst>
                <a:ext uri="{FF2B5EF4-FFF2-40B4-BE49-F238E27FC236}">
                  <a16:creationId xmlns:a16="http://schemas.microsoft.com/office/drawing/2014/main" id="{55CF6F92-49AB-5A85-66B4-124DCD977720}"/>
                </a:ext>
              </a:extLst>
            </p:cNvPr>
            <p:cNvSpPr>
              <a:spLocks noChangeShapeType="1"/>
            </p:cNvSpPr>
            <p:nvPr/>
          </p:nvSpPr>
          <p:spPr bwMode="auto">
            <a:xfrm>
              <a:off x="3702050" y="3998913"/>
              <a:ext cx="0" cy="4572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27" name="Line 95">
              <a:extLst>
                <a:ext uri="{FF2B5EF4-FFF2-40B4-BE49-F238E27FC236}">
                  <a16:creationId xmlns:a16="http://schemas.microsoft.com/office/drawing/2014/main" id="{3B2AA866-DA1C-B17F-C56D-7649830DB62E}"/>
                </a:ext>
              </a:extLst>
            </p:cNvPr>
            <p:cNvSpPr>
              <a:spLocks noChangeShapeType="1"/>
            </p:cNvSpPr>
            <p:nvPr/>
          </p:nvSpPr>
          <p:spPr bwMode="auto">
            <a:xfrm>
              <a:off x="3702050" y="4456113"/>
              <a:ext cx="1066800" cy="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28" name="Line 96">
              <a:extLst>
                <a:ext uri="{FF2B5EF4-FFF2-40B4-BE49-F238E27FC236}">
                  <a16:creationId xmlns:a16="http://schemas.microsoft.com/office/drawing/2014/main" id="{B3607D73-F689-874D-C9A2-EFF8C605B361}"/>
                </a:ext>
              </a:extLst>
            </p:cNvPr>
            <p:cNvSpPr>
              <a:spLocks noChangeShapeType="1"/>
            </p:cNvSpPr>
            <p:nvPr/>
          </p:nvSpPr>
          <p:spPr bwMode="auto">
            <a:xfrm flipV="1">
              <a:off x="4768850" y="2246313"/>
              <a:ext cx="0" cy="2209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29" name="Line 97">
              <a:extLst>
                <a:ext uri="{FF2B5EF4-FFF2-40B4-BE49-F238E27FC236}">
                  <a16:creationId xmlns:a16="http://schemas.microsoft.com/office/drawing/2014/main" id="{61386776-7353-CCE2-7CE6-52FE387CBBCF}"/>
                </a:ext>
              </a:extLst>
            </p:cNvPr>
            <p:cNvSpPr>
              <a:spLocks noChangeShapeType="1"/>
            </p:cNvSpPr>
            <p:nvPr/>
          </p:nvSpPr>
          <p:spPr bwMode="auto">
            <a:xfrm flipV="1">
              <a:off x="4921250" y="3236913"/>
              <a:ext cx="0" cy="9144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30" name="Line 98">
              <a:extLst>
                <a:ext uri="{FF2B5EF4-FFF2-40B4-BE49-F238E27FC236}">
                  <a16:creationId xmlns:a16="http://schemas.microsoft.com/office/drawing/2014/main" id="{3598700B-19FF-6603-BDE2-35D69CA1F6A6}"/>
                </a:ext>
              </a:extLst>
            </p:cNvPr>
            <p:cNvSpPr>
              <a:spLocks noChangeShapeType="1"/>
            </p:cNvSpPr>
            <p:nvPr/>
          </p:nvSpPr>
          <p:spPr bwMode="auto">
            <a:xfrm>
              <a:off x="4235450" y="3236913"/>
              <a:ext cx="6858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31" name="Line 99">
              <a:extLst>
                <a:ext uri="{FF2B5EF4-FFF2-40B4-BE49-F238E27FC236}">
                  <a16:creationId xmlns:a16="http://schemas.microsoft.com/office/drawing/2014/main" id="{1183325A-FE76-65AC-67E6-34E5171A27A2}"/>
                </a:ext>
              </a:extLst>
            </p:cNvPr>
            <p:cNvSpPr>
              <a:spLocks noChangeShapeType="1"/>
            </p:cNvSpPr>
            <p:nvPr/>
          </p:nvSpPr>
          <p:spPr bwMode="auto">
            <a:xfrm flipV="1">
              <a:off x="4616450" y="4075113"/>
              <a:ext cx="0" cy="8382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32" name="Line 100">
              <a:extLst>
                <a:ext uri="{FF2B5EF4-FFF2-40B4-BE49-F238E27FC236}">
                  <a16:creationId xmlns:a16="http://schemas.microsoft.com/office/drawing/2014/main" id="{6265FED8-59CB-050B-C29A-B7631D20F556}"/>
                </a:ext>
              </a:extLst>
            </p:cNvPr>
            <p:cNvSpPr>
              <a:spLocks noChangeShapeType="1"/>
            </p:cNvSpPr>
            <p:nvPr/>
          </p:nvSpPr>
          <p:spPr bwMode="auto">
            <a:xfrm>
              <a:off x="4235450" y="4075113"/>
              <a:ext cx="3810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33" name="Rectangle 101" descr="白色大理石">
              <a:extLst>
                <a:ext uri="{FF2B5EF4-FFF2-40B4-BE49-F238E27FC236}">
                  <a16:creationId xmlns:a16="http://schemas.microsoft.com/office/drawing/2014/main" id="{A9B54407-E257-81B1-6342-884F0A62E38F}"/>
                </a:ext>
              </a:extLst>
            </p:cNvPr>
            <p:cNvSpPr>
              <a:spLocks noChangeArrowheads="1"/>
            </p:cNvSpPr>
            <p:nvPr/>
          </p:nvSpPr>
          <p:spPr bwMode="auto">
            <a:xfrm>
              <a:off x="2863850" y="4608513"/>
              <a:ext cx="1600200" cy="533400"/>
            </a:xfrm>
            <a:prstGeom prst="rect">
              <a:avLst/>
            </a:prstGeom>
            <a:blipFill dpi="0" rotWithShape="0">
              <a:blip r:embed="rId3"/>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4134" name="Line 102" descr="白色大理石">
              <a:extLst>
                <a:ext uri="{FF2B5EF4-FFF2-40B4-BE49-F238E27FC236}">
                  <a16:creationId xmlns:a16="http://schemas.microsoft.com/office/drawing/2014/main" id="{2717CA39-A917-B282-D372-33BCBA742C98}"/>
                </a:ext>
              </a:extLst>
            </p:cNvPr>
            <p:cNvSpPr>
              <a:spLocks noChangeShapeType="1"/>
            </p:cNvSpPr>
            <p:nvPr/>
          </p:nvSpPr>
          <p:spPr bwMode="auto">
            <a:xfrm>
              <a:off x="3397250" y="4608513"/>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35" name="Line 103" descr="白色大理石">
              <a:extLst>
                <a:ext uri="{FF2B5EF4-FFF2-40B4-BE49-F238E27FC236}">
                  <a16:creationId xmlns:a16="http://schemas.microsoft.com/office/drawing/2014/main" id="{4ABAF53A-2A94-9ABF-4D76-F71E2F77EB5D}"/>
                </a:ext>
              </a:extLst>
            </p:cNvPr>
            <p:cNvSpPr>
              <a:spLocks noChangeShapeType="1"/>
            </p:cNvSpPr>
            <p:nvPr/>
          </p:nvSpPr>
          <p:spPr bwMode="auto">
            <a:xfrm>
              <a:off x="3930650" y="4608513"/>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36" name="Line 104">
              <a:extLst>
                <a:ext uri="{FF2B5EF4-FFF2-40B4-BE49-F238E27FC236}">
                  <a16:creationId xmlns:a16="http://schemas.microsoft.com/office/drawing/2014/main" id="{2E5E97D5-56B4-754B-E894-4A7B22CDCFF0}"/>
                </a:ext>
              </a:extLst>
            </p:cNvPr>
            <p:cNvSpPr>
              <a:spLocks noChangeShapeType="1"/>
            </p:cNvSpPr>
            <p:nvPr/>
          </p:nvSpPr>
          <p:spPr bwMode="auto">
            <a:xfrm>
              <a:off x="3702050" y="4837113"/>
              <a:ext cx="0" cy="4572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37" name="Line 105">
              <a:extLst>
                <a:ext uri="{FF2B5EF4-FFF2-40B4-BE49-F238E27FC236}">
                  <a16:creationId xmlns:a16="http://schemas.microsoft.com/office/drawing/2014/main" id="{E6D73F1C-02A4-D5D3-3BD9-1D0384E30F73}"/>
                </a:ext>
              </a:extLst>
            </p:cNvPr>
            <p:cNvSpPr>
              <a:spLocks noChangeShapeType="1"/>
            </p:cNvSpPr>
            <p:nvPr/>
          </p:nvSpPr>
          <p:spPr bwMode="auto">
            <a:xfrm>
              <a:off x="3702050" y="5294313"/>
              <a:ext cx="914400"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38" name="Line 106">
              <a:extLst>
                <a:ext uri="{FF2B5EF4-FFF2-40B4-BE49-F238E27FC236}">
                  <a16:creationId xmlns:a16="http://schemas.microsoft.com/office/drawing/2014/main" id="{18F77B7F-77DF-ED45-A9B3-80A5F6E07C89}"/>
                </a:ext>
              </a:extLst>
            </p:cNvPr>
            <p:cNvSpPr>
              <a:spLocks noChangeShapeType="1"/>
            </p:cNvSpPr>
            <p:nvPr/>
          </p:nvSpPr>
          <p:spPr bwMode="auto">
            <a:xfrm>
              <a:off x="4616450" y="5065713"/>
              <a:ext cx="0" cy="2286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39" name="Line 107">
              <a:extLst>
                <a:ext uri="{FF2B5EF4-FFF2-40B4-BE49-F238E27FC236}">
                  <a16:creationId xmlns:a16="http://schemas.microsoft.com/office/drawing/2014/main" id="{B7C390D2-8BD6-C9AF-6DA5-0AB847BCB4E0}"/>
                </a:ext>
              </a:extLst>
            </p:cNvPr>
            <p:cNvSpPr>
              <a:spLocks noChangeShapeType="1"/>
            </p:cNvSpPr>
            <p:nvPr/>
          </p:nvSpPr>
          <p:spPr bwMode="auto">
            <a:xfrm>
              <a:off x="4235450" y="4837113"/>
              <a:ext cx="0" cy="8382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40" name="Line 108">
              <a:extLst>
                <a:ext uri="{FF2B5EF4-FFF2-40B4-BE49-F238E27FC236}">
                  <a16:creationId xmlns:a16="http://schemas.microsoft.com/office/drawing/2014/main" id="{BC5F7047-6CF4-16CB-2A7C-C1B9B58BC754}"/>
                </a:ext>
              </a:extLst>
            </p:cNvPr>
            <p:cNvSpPr>
              <a:spLocks noChangeShapeType="1"/>
            </p:cNvSpPr>
            <p:nvPr/>
          </p:nvSpPr>
          <p:spPr bwMode="auto">
            <a:xfrm>
              <a:off x="5073650" y="1941513"/>
              <a:ext cx="0" cy="38862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41" name="Text Box 109">
              <a:extLst>
                <a:ext uri="{FF2B5EF4-FFF2-40B4-BE49-F238E27FC236}">
                  <a16:creationId xmlns:a16="http://schemas.microsoft.com/office/drawing/2014/main" id="{345F30ED-609C-B083-546C-509194DA745E}"/>
                </a:ext>
              </a:extLst>
            </p:cNvPr>
            <p:cNvSpPr txBox="1">
              <a:spLocks noChangeArrowheads="1"/>
            </p:cNvSpPr>
            <p:nvPr/>
          </p:nvSpPr>
          <p:spPr bwMode="auto">
            <a:xfrm>
              <a:off x="2919413" y="1255713"/>
              <a:ext cx="4778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Arial" panose="020B0604020202020204" pitchFamily="34"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44142" name="Text Box 110">
              <a:extLst>
                <a:ext uri="{FF2B5EF4-FFF2-40B4-BE49-F238E27FC236}">
                  <a16:creationId xmlns:a16="http://schemas.microsoft.com/office/drawing/2014/main" id="{3256EE0F-A20F-AF5C-3ACF-3614006B2219}"/>
                </a:ext>
              </a:extLst>
            </p:cNvPr>
            <p:cNvSpPr txBox="1">
              <a:spLocks noChangeArrowheads="1"/>
            </p:cNvSpPr>
            <p:nvPr/>
          </p:nvSpPr>
          <p:spPr bwMode="auto">
            <a:xfrm>
              <a:off x="2919413" y="2093913"/>
              <a:ext cx="4778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Arial" panose="020B0604020202020204" pitchFamily="34"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44143" name="Text Box 111">
              <a:extLst>
                <a:ext uri="{FF2B5EF4-FFF2-40B4-BE49-F238E27FC236}">
                  <a16:creationId xmlns:a16="http://schemas.microsoft.com/office/drawing/2014/main" id="{DC441564-3D68-4E64-4168-B62904CE243F}"/>
                </a:ext>
              </a:extLst>
            </p:cNvPr>
            <p:cNvSpPr txBox="1">
              <a:spLocks noChangeArrowheads="1"/>
            </p:cNvSpPr>
            <p:nvPr/>
          </p:nvSpPr>
          <p:spPr bwMode="auto">
            <a:xfrm>
              <a:off x="2919413" y="2932113"/>
              <a:ext cx="4778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Arial" panose="020B0604020202020204" pitchFamily="34"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44144" name="Text Box 112">
              <a:extLst>
                <a:ext uri="{FF2B5EF4-FFF2-40B4-BE49-F238E27FC236}">
                  <a16:creationId xmlns:a16="http://schemas.microsoft.com/office/drawing/2014/main" id="{19C7A920-6529-9A74-B19B-2FC585344C6E}"/>
                </a:ext>
              </a:extLst>
            </p:cNvPr>
            <p:cNvSpPr txBox="1">
              <a:spLocks noChangeArrowheads="1"/>
            </p:cNvSpPr>
            <p:nvPr/>
          </p:nvSpPr>
          <p:spPr bwMode="auto">
            <a:xfrm>
              <a:off x="2919413" y="3770313"/>
              <a:ext cx="4778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Arial" panose="020B0604020202020204" pitchFamily="34"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44145" name="Text Box 113">
              <a:extLst>
                <a:ext uri="{FF2B5EF4-FFF2-40B4-BE49-F238E27FC236}">
                  <a16:creationId xmlns:a16="http://schemas.microsoft.com/office/drawing/2014/main" id="{8DD00316-30B2-CB0E-9337-EA299363AEC3}"/>
                </a:ext>
              </a:extLst>
            </p:cNvPr>
            <p:cNvSpPr txBox="1">
              <a:spLocks noChangeArrowheads="1"/>
            </p:cNvSpPr>
            <p:nvPr/>
          </p:nvSpPr>
          <p:spPr bwMode="auto">
            <a:xfrm>
              <a:off x="2940050" y="4608513"/>
              <a:ext cx="4556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accent2"/>
                  </a:solidFill>
                  <a:latin typeface="Arial" panose="020B0604020202020204" pitchFamily="34"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44146" name="Text Box 114">
              <a:extLst>
                <a:ext uri="{FF2B5EF4-FFF2-40B4-BE49-F238E27FC236}">
                  <a16:creationId xmlns:a16="http://schemas.microsoft.com/office/drawing/2014/main" id="{951299CE-6B8D-F197-69C5-400A714B1F05}"/>
                </a:ext>
              </a:extLst>
            </p:cNvPr>
            <p:cNvSpPr txBox="1">
              <a:spLocks noChangeArrowheads="1"/>
            </p:cNvSpPr>
            <p:nvPr/>
          </p:nvSpPr>
          <p:spPr bwMode="auto">
            <a:xfrm>
              <a:off x="2482850" y="125571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44147" name="Text Box 115">
              <a:extLst>
                <a:ext uri="{FF2B5EF4-FFF2-40B4-BE49-F238E27FC236}">
                  <a16:creationId xmlns:a16="http://schemas.microsoft.com/office/drawing/2014/main" id="{89410225-3912-C60A-6B65-3E6A767EA2D7}"/>
                </a:ext>
              </a:extLst>
            </p:cNvPr>
            <p:cNvSpPr txBox="1">
              <a:spLocks noChangeArrowheads="1"/>
            </p:cNvSpPr>
            <p:nvPr/>
          </p:nvSpPr>
          <p:spPr bwMode="auto">
            <a:xfrm>
              <a:off x="2482850" y="209391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dirty="0">
                  <a:solidFill>
                    <a:srgbClr val="009900"/>
                  </a:solidFill>
                  <a:latin typeface="Times New Roman" panose="02020603050405020304" pitchFamily="18" charset="0"/>
                  <a:ea typeface="宋体" panose="02010600030101010101" pitchFamily="2" charset="-122"/>
                </a:rPr>
                <a:t>1</a:t>
              </a:r>
              <a:endParaRPr kumimoji="1" lang="en-US" altLang="zh-CN" sz="2400" dirty="0">
                <a:latin typeface="Times New Roman" panose="02020603050405020304" pitchFamily="18" charset="0"/>
                <a:ea typeface="宋体" panose="02010600030101010101" pitchFamily="2" charset="-122"/>
              </a:endParaRPr>
            </a:p>
          </p:txBody>
        </p:sp>
        <p:sp>
          <p:nvSpPr>
            <p:cNvPr id="44148" name="Text Box 116">
              <a:extLst>
                <a:ext uri="{FF2B5EF4-FFF2-40B4-BE49-F238E27FC236}">
                  <a16:creationId xmlns:a16="http://schemas.microsoft.com/office/drawing/2014/main" id="{B4E7FE51-0E2F-195D-C43C-41E84402DFDF}"/>
                </a:ext>
              </a:extLst>
            </p:cNvPr>
            <p:cNvSpPr txBox="1">
              <a:spLocks noChangeArrowheads="1"/>
            </p:cNvSpPr>
            <p:nvPr/>
          </p:nvSpPr>
          <p:spPr bwMode="auto">
            <a:xfrm>
              <a:off x="2482850" y="2886075"/>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44149" name="Text Box 117">
              <a:extLst>
                <a:ext uri="{FF2B5EF4-FFF2-40B4-BE49-F238E27FC236}">
                  <a16:creationId xmlns:a16="http://schemas.microsoft.com/office/drawing/2014/main" id="{96225504-AADC-4238-51FD-7D5DAE6F7544}"/>
                </a:ext>
              </a:extLst>
            </p:cNvPr>
            <p:cNvSpPr txBox="1">
              <a:spLocks noChangeArrowheads="1"/>
            </p:cNvSpPr>
            <p:nvPr/>
          </p:nvSpPr>
          <p:spPr bwMode="auto">
            <a:xfrm>
              <a:off x="2482850" y="3724275"/>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44150" name="Text Box 118">
              <a:extLst>
                <a:ext uri="{FF2B5EF4-FFF2-40B4-BE49-F238E27FC236}">
                  <a16:creationId xmlns:a16="http://schemas.microsoft.com/office/drawing/2014/main" id="{B21A8A82-B103-C604-3732-8E84DE55551B}"/>
                </a:ext>
              </a:extLst>
            </p:cNvPr>
            <p:cNvSpPr txBox="1">
              <a:spLocks noChangeArrowheads="1"/>
            </p:cNvSpPr>
            <p:nvPr/>
          </p:nvSpPr>
          <p:spPr bwMode="auto">
            <a:xfrm>
              <a:off x="2482850" y="4562475"/>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4</a:t>
              </a:r>
              <a:endParaRPr kumimoji="1" lang="en-US" altLang="zh-CN" sz="2400">
                <a:latin typeface="Times New Roman" panose="02020603050405020304" pitchFamily="18" charset="0"/>
                <a:ea typeface="宋体" panose="02010600030101010101" pitchFamily="2" charset="-122"/>
              </a:endParaRPr>
            </a:p>
          </p:txBody>
        </p:sp>
        <p:sp>
          <p:nvSpPr>
            <p:cNvPr id="44151" name="Oval 119" descr="粉色砂纸">
              <a:extLst>
                <a:ext uri="{FF2B5EF4-FFF2-40B4-BE49-F238E27FC236}">
                  <a16:creationId xmlns:a16="http://schemas.microsoft.com/office/drawing/2014/main" id="{92D674F0-05FE-61DF-51F5-BE5EA82B8A37}"/>
                </a:ext>
              </a:extLst>
            </p:cNvPr>
            <p:cNvSpPr>
              <a:spLocks noChangeArrowheads="1"/>
            </p:cNvSpPr>
            <p:nvPr/>
          </p:nvSpPr>
          <p:spPr bwMode="auto">
            <a:xfrm>
              <a:off x="654050" y="1484313"/>
              <a:ext cx="457200" cy="457200"/>
            </a:xfrm>
            <a:prstGeom prst="ellipse">
              <a:avLst/>
            </a:prstGeom>
            <a:blipFill dpi="0" rotWithShape="0">
              <a:blip r:embed="rId4"/>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4152" name="Oval 120" descr="粉色砂纸">
              <a:extLst>
                <a:ext uri="{FF2B5EF4-FFF2-40B4-BE49-F238E27FC236}">
                  <a16:creationId xmlns:a16="http://schemas.microsoft.com/office/drawing/2014/main" id="{02F1381F-CBA5-07E2-28F3-0E54E6CA59D6}"/>
                </a:ext>
              </a:extLst>
            </p:cNvPr>
            <p:cNvSpPr>
              <a:spLocks noChangeArrowheads="1"/>
            </p:cNvSpPr>
            <p:nvPr/>
          </p:nvSpPr>
          <p:spPr bwMode="auto">
            <a:xfrm>
              <a:off x="1873250" y="1484313"/>
              <a:ext cx="457200" cy="457200"/>
            </a:xfrm>
            <a:prstGeom prst="ellipse">
              <a:avLst/>
            </a:prstGeom>
            <a:blipFill dpi="0" rotWithShape="0">
              <a:blip r:embed="rId4"/>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4153" name="Oval 121" descr="粉色砂纸">
              <a:extLst>
                <a:ext uri="{FF2B5EF4-FFF2-40B4-BE49-F238E27FC236}">
                  <a16:creationId xmlns:a16="http://schemas.microsoft.com/office/drawing/2014/main" id="{0AFE4CA2-0061-673E-1936-31F44C5B4488}"/>
                </a:ext>
              </a:extLst>
            </p:cNvPr>
            <p:cNvSpPr>
              <a:spLocks noChangeArrowheads="1"/>
            </p:cNvSpPr>
            <p:nvPr/>
          </p:nvSpPr>
          <p:spPr bwMode="auto">
            <a:xfrm>
              <a:off x="1339850" y="2474913"/>
              <a:ext cx="457200" cy="457200"/>
            </a:xfrm>
            <a:prstGeom prst="ellipse">
              <a:avLst/>
            </a:prstGeom>
            <a:blipFill dpi="0" rotWithShape="0">
              <a:blip r:embed="rId4"/>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4154" name="Oval 122" descr="粉色砂纸">
              <a:extLst>
                <a:ext uri="{FF2B5EF4-FFF2-40B4-BE49-F238E27FC236}">
                  <a16:creationId xmlns:a16="http://schemas.microsoft.com/office/drawing/2014/main" id="{059452FA-9E67-6F0C-E961-0FB32891CB74}"/>
                </a:ext>
              </a:extLst>
            </p:cNvPr>
            <p:cNvSpPr>
              <a:spLocks noChangeArrowheads="1"/>
            </p:cNvSpPr>
            <p:nvPr/>
          </p:nvSpPr>
          <p:spPr bwMode="auto">
            <a:xfrm>
              <a:off x="654050" y="3465513"/>
              <a:ext cx="457200" cy="457200"/>
            </a:xfrm>
            <a:prstGeom prst="ellipse">
              <a:avLst/>
            </a:prstGeom>
            <a:blipFill dpi="0" rotWithShape="0">
              <a:blip r:embed="rId4"/>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4155" name="Oval 123" descr="粉色砂纸">
              <a:extLst>
                <a:ext uri="{FF2B5EF4-FFF2-40B4-BE49-F238E27FC236}">
                  <a16:creationId xmlns:a16="http://schemas.microsoft.com/office/drawing/2014/main" id="{8A395250-E40B-47CC-8409-961ADA7692A9}"/>
                </a:ext>
              </a:extLst>
            </p:cNvPr>
            <p:cNvSpPr>
              <a:spLocks noChangeArrowheads="1"/>
            </p:cNvSpPr>
            <p:nvPr/>
          </p:nvSpPr>
          <p:spPr bwMode="auto">
            <a:xfrm>
              <a:off x="1873250" y="3465513"/>
              <a:ext cx="457200" cy="457200"/>
            </a:xfrm>
            <a:prstGeom prst="ellipse">
              <a:avLst/>
            </a:prstGeom>
            <a:blipFill dpi="0" rotWithShape="0">
              <a:blip r:embed="rId4"/>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4156" name="Line 124">
              <a:extLst>
                <a:ext uri="{FF2B5EF4-FFF2-40B4-BE49-F238E27FC236}">
                  <a16:creationId xmlns:a16="http://schemas.microsoft.com/office/drawing/2014/main" id="{C777DBD0-3221-DF00-72D4-34F28A5E1493}"/>
                </a:ext>
              </a:extLst>
            </p:cNvPr>
            <p:cNvSpPr>
              <a:spLocks noChangeShapeType="1"/>
            </p:cNvSpPr>
            <p:nvPr/>
          </p:nvSpPr>
          <p:spPr bwMode="auto">
            <a:xfrm>
              <a:off x="882650" y="1941513"/>
              <a:ext cx="0" cy="16002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57" name="Line 125">
              <a:extLst>
                <a:ext uri="{FF2B5EF4-FFF2-40B4-BE49-F238E27FC236}">
                  <a16:creationId xmlns:a16="http://schemas.microsoft.com/office/drawing/2014/main" id="{FD729488-BF48-8E77-D9D5-10A689759484}"/>
                </a:ext>
              </a:extLst>
            </p:cNvPr>
            <p:cNvSpPr>
              <a:spLocks noChangeShapeType="1"/>
            </p:cNvSpPr>
            <p:nvPr/>
          </p:nvSpPr>
          <p:spPr bwMode="auto">
            <a:xfrm>
              <a:off x="1111250" y="3694113"/>
              <a:ext cx="762000" cy="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58" name="Line 126">
              <a:extLst>
                <a:ext uri="{FF2B5EF4-FFF2-40B4-BE49-F238E27FC236}">
                  <a16:creationId xmlns:a16="http://schemas.microsoft.com/office/drawing/2014/main" id="{FC9AA86C-AD14-9EB5-55EF-181D7C71FCB9}"/>
                </a:ext>
              </a:extLst>
            </p:cNvPr>
            <p:cNvSpPr>
              <a:spLocks noChangeShapeType="1"/>
            </p:cNvSpPr>
            <p:nvPr/>
          </p:nvSpPr>
          <p:spPr bwMode="auto">
            <a:xfrm flipH="1">
              <a:off x="1111250" y="1712913"/>
              <a:ext cx="762000" cy="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59" name="Line 128">
              <a:extLst>
                <a:ext uri="{FF2B5EF4-FFF2-40B4-BE49-F238E27FC236}">
                  <a16:creationId xmlns:a16="http://schemas.microsoft.com/office/drawing/2014/main" id="{8C177AD6-0F2A-4BBF-F0BC-CB3A4E0B78B0}"/>
                </a:ext>
              </a:extLst>
            </p:cNvPr>
            <p:cNvSpPr>
              <a:spLocks noChangeShapeType="1"/>
            </p:cNvSpPr>
            <p:nvPr/>
          </p:nvSpPr>
          <p:spPr bwMode="auto">
            <a:xfrm flipV="1">
              <a:off x="1644650" y="1941513"/>
              <a:ext cx="381000" cy="5334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60" name="Text Box 130">
              <a:extLst>
                <a:ext uri="{FF2B5EF4-FFF2-40B4-BE49-F238E27FC236}">
                  <a16:creationId xmlns:a16="http://schemas.microsoft.com/office/drawing/2014/main" id="{31E1BA37-8A2C-AF58-3BFE-6FD58000281C}"/>
                </a:ext>
              </a:extLst>
            </p:cNvPr>
            <p:cNvSpPr txBox="1">
              <a:spLocks noChangeArrowheads="1"/>
            </p:cNvSpPr>
            <p:nvPr/>
          </p:nvSpPr>
          <p:spPr bwMode="auto">
            <a:xfrm>
              <a:off x="425450" y="2428875"/>
              <a:ext cx="4984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rgbClr val="009900"/>
                  </a:solidFill>
                  <a:latin typeface="Times New Roman" panose="02020603050405020304" pitchFamily="18" charset="0"/>
                  <a:ea typeface="宋体" panose="02010600030101010101" pitchFamily="2" charset="-122"/>
                </a:rPr>
                <a:t>e</a:t>
              </a:r>
              <a:r>
                <a:rPr kumimoji="1" lang="en-US" altLang="zh-CN" sz="3200" b="1" baseline="-25000">
                  <a:solidFill>
                    <a:srgbClr val="009900"/>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44161" name="Text Box 131">
              <a:extLst>
                <a:ext uri="{FF2B5EF4-FFF2-40B4-BE49-F238E27FC236}">
                  <a16:creationId xmlns:a16="http://schemas.microsoft.com/office/drawing/2014/main" id="{51255B4C-62F2-B941-A572-E18975573A95}"/>
                </a:ext>
              </a:extLst>
            </p:cNvPr>
            <p:cNvSpPr txBox="1">
              <a:spLocks noChangeArrowheads="1"/>
            </p:cNvSpPr>
            <p:nvPr/>
          </p:nvSpPr>
          <p:spPr bwMode="auto">
            <a:xfrm>
              <a:off x="1187450" y="1666875"/>
              <a:ext cx="4984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dirty="0">
                  <a:solidFill>
                    <a:srgbClr val="009900"/>
                  </a:solidFill>
                  <a:latin typeface="Times New Roman" panose="02020603050405020304" pitchFamily="18" charset="0"/>
                  <a:ea typeface="宋体" panose="02010600030101010101" pitchFamily="2" charset="-122"/>
                </a:rPr>
                <a:t>e</a:t>
              </a:r>
              <a:r>
                <a:rPr kumimoji="1" lang="en-US" altLang="zh-CN" sz="3200" b="1" baseline="-25000" dirty="0">
                  <a:solidFill>
                    <a:srgbClr val="009900"/>
                  </a:solidFill>
                  <a:latin typeface="Times New Roman" panose="02020603050405020304" pitchFamily="18" charset="0"/>
                  <a:ea typeface="宋体" panose="02010600030101010101" pitchFamily="2" charset="-122"/>
                </a:rPr>
                <a:t>2</a:t>
              </a:r>
              <a:endParaRPr kumimoji="1" lang="en-US" altLang="zh-CN" sz="2400" dirty="0">
                <a:latin typeface="Times New Roman" panose="02020603050405020304" pitchFamily="18" charset="0"/>
                <a:ea typeface="宋体" panose="02010600030101010101" pitchFamily="2" charset="-122"/>
              </a:endParaRPr>
            </a:p>
          </p:txBody>
        </p:sp>
        <p:sp>
          <p:nvSpPr>
            <p:cNvPr id="44162" name="Text Box 132">
              <a:extLst>
                <a:ext uri="{FF2B5EF4-FFF2-40B4-BE49-F238E27FC236}">
                  <a16:creationId xmlns:a16="http://schemas.microsoft.com/office/drawing/2014/main" id="{073AFE13-E43A-CADE-66F8-1E505C75718A}"/>
                </a:ext>
              </a:extLst>
            </p:cNvPr>
            <p:cNvSpPr txBox="1">
              <a:spLocks noChangeArrowheads="1"/>
            </p:cNvSpPr>
            <p:nvPr/>
          </p:nvSpPr>
          <p:spPr bwMode="auto">
            <a:xfrm>
              <a:off x="1222375" y="3084513"/>
              <a:ext cx="4984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rgbClr val="009900"/>
                  </a:solidFill>
                  <a:latin typeface="Times New Roman" panose="02020603050405020304" pitchFamily="18" charset="0"/>
                  <a:ea typeface="宋体" panose="02010600030101010101" pitchFamily="2" charset="-122"/>
                </a:rPr>
                <a:t>e</a:t>
              </a:r>
              <a:r>
                <a:rPr kumimoji="1" lang="en-US" altLang="zh-CN" sz="3200" b="1" baseline="-25000">
                  <a:solidFill>
                    <a:srgbClr val="009900"/>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44163" name="Text Box 133">
              <a:extLst>
                <a:ext uri="{FF2B5EF4-FFF2-40B4-BE49-F238E27FC236}">
                  <a16:creationId xmlns:a16="http://schemas.microsoft.com/office/drawing/2014/main" id="{9D1AC6A4-90F4-D6BA-D8DD-B5A76BE55C90}"/>
                </a:ext>
              </a:extLst>
            </p:cNvPr>
            <p:cNvSpPr txBox="1">
              <a:spLocks noChangeArrowheads="1"/>
            </p:cNvSpPr>
            <p:nvPr/>
          </p:nvSpPr>
          <p:spPr bwMode="auto">
            <a:xfrm>
              <a:off x="1797050" y="2779713"/>
              <a:ext cx="4984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rgbClr val="009900"/>
                  </a:solidFill>
                  <a:latin typeface="Times New Roman" panose="02020603050405020304" pitchFamily="18" charset="0"/>
                  <a:ea typeface="宋体" panose="02010600030101010101" pitchFamily="2" charset="-122"/>
                </a:rPr>
                <a:t>e</a:t>
              </a:r>
              <a:r>
                <a:rPr kumimoji="1" lang="en-US" altLang="zh-CN" sz="3200" b="1" baseline="-25000">
                  <a:solidFill>
                    <a:srgbClr val="009900"/>
                  </a:solidFill>
                  <a:latin typeface="Times New Roman" panose="02020603050405020304" pitchFamily="18" charset="0"/>
                  <a:ea typeface="宋体" panose="02010600030101010101" pitchFamily="2" charset="-122"/>
                </a:rPr>
                <a:t>4</a:t>
              </a:r>
              <a:endParaRPr kumimoji="1" lang="en-US" altLang="zh-CN" sz="2400">
                <a:latin typeface="Times New Roman" panose="02020603050405020304" pitchFamily="18" charset="0"/>
                <a:ea typeface="宋体" panose="02010600030101010101" pitchFamily="2" charset="-122"/>
              </a:endParaRPr>
            </a:p>
          </p:txBody>
        </p:sp>
        <p:sp>
          <p:nvSpPr>
            <p:cNvPr id="44164" name="Text Box 134">
              <a:extLst>
                <a:ext uri="{FF2B5EF4-FFF2-40B4-BE49-F238E27FC236}">
                  <a16:creationId xmlns:a16="http://schemas.microsoft.com/office/drawing/2014/main" id="{212C9A2F-F375-616F-C5EC-0B9FAF30884D}"/>
                </a:ext>
              </a:extLst>
            </p:cNvPr>
            <p:cNvSpPr txBox="1">
              <a:spLocks noChangeArrowheads="1"/>
            </p:cNvSpPr>
            <p:nvPr/>
          </p:nvSpPr>
          <p:spPr bwMode="auto">
            <a:xfrm>
              <a:off x="1797050" y="2017713"/>
              <a:ext cx="4984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rgbClr val="009900"/>
                  </a:solidFill>
                  <a:latin typeface="Times New Roman" panose="02020603050405020304" pitchFamily="18" charset="0"/>
                  <a:ea typeface="宋体" panose="02010600030101010101" pitchFamily="2" charset="-122"/>
                </a:rPr>
                <a:t>e</a:t>
              </a:r>
              <a:r>
                <a:rPr kumimoji="1" lang="en-US" altLang="zh-CN" sz="3200" b="1" baseline="-25000">
                  <a:solidFill>
                    <a:srgbClr val="009900"/>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44165" name="Text Box 135">
              <a:extLst>
                <a:ext uri="{FF2B5EF4-FFF2-40B4-BE49-F238E27FC236}">
                  <a16:creationId xmlns:a16="http://schemas.microsoft.com/office/drawing/2014/main" id="{F2DD0F2B-2340-9B6D-B2A8-99B9833D788C}"/>
                </a:ext>
              </a:extLst>
            </p:cNvPr>
            <p:cNvSpPr txBox="1">
              <a:spLocks noChangeArrowheads="1"/>
            </p:cNvSpPr>
            <p:nvPr/>
          </p:nvSpPr>
          <p:spPr bwMode="auto">
            <a:xfrm>
              <a:off x="1263650" y="1057275"/>
              <a:ext cx="4984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rgbClr val="009900"/>
                  </a:solidFill>
                  <a:latin typeface="Times New Roman" panose="02020603050405020304" pitchFamily="18" charset="0"/>
                  <a:ea typeface="宋体" panose="02010600030101010101" pitchFamily="2" charset="-122"/>
                </a:rPr>
                <a:t>e</a:t>
              </a:r>
              <a:r>
                <a:rPr kumimoji="1" lang="en-US" altLang="zh-CN" sz="3200" b="1" baseline="-25000">
                  <a:solidFill>
                    <a:srgbClr val="009900"/>
                  </a:solidFill>
                  <a:latin typeface="Times New Roman" panose="02020603050405020304" pitchFamily="18" charset="0"/>
                  <a:ea typeface="宋体" panose="02010600030101010101" pitchFamily="2" charset="-122"/>
                </a:rPr>
                <a:t>6</a:t>
              </a:r>
              <a:endParaRPr kumimoji="1" lang="en-US" altLang="zh-CN" sz="2400">
                <a:latin typeface="Times New Roman" panose="02020603050405020304" pitchFamily="18" charset="0"/>
                <a:ea typeface="宋体" panose="02010600030101010101" pitchFamily="2" charset="-122"/>
              </a:endParaRPr>
            </a:p>
          </p:txBody>
        </p:sp>
        <p:sp>
          <p:nvSpPr>
            <p:cNvPr id="44166" name="Text Box 136">
              <a:extLst>
                <a:ext uri="{FF2B5EF4-FFF2-40B4-BE49-F238E27FC236}">
                  <a16:creationId xmlns:a16="http://schemas.microsoft.com/office/drawing/2014/main" id="{CCF3701C-E0FE-4298-FB3D-8CDA0089592B}"/>
                </a:ext>
              </a:extLst>
            </p:cNvPr>
            <p:cNvSpPr txBox="1">
              <a:spLocks noChangeArrowheads="1"/>
            </p:cNvSpPr>
            <p:nvPr/>
          </p:nvSpPr>
          <p:spPr bwMode="auto">
            <a:xfrm>
              <a:off x="669925" y="1457325"/>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44167" name="Text Box 137">
              <a:extLst>
                <a:ext uri="{FF2B5EF4-FFF2-40B4-BE49-F238E27FC236}">
                  <a16:creationId xmlns:a16="http://schemas.microsoft.com/office/drawing/2014/main" id="{6D9803FE-D538-F5FA-0346-CDDEFC3B2745}"/>
                </a:ext>
              </a:extLst>
            </p:cNvPr>
            <p:cNvSpPr txBox="1">
              <a:spLocks noChangeArrowheads="1"/>
            </p:cNvSpPr>
            <p:nvPr/>
          </p:nvSpPr>
          <p:spPr bwMode="auto">
            <a:xfrm>
              <a:off x="669925" y="3465513"/>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44168" name="Text Box 138">
              <a:extLst>
                <a:ext uri="{FF2B5EF4-FFF2-40B4-BE49-F238E27FC236}">
                  <a16:creationId xmlns:a16="http://schemas.microsoft.com/office/drawing/2014/main" id="{545B5331-6AC2-9041-A130-CDD62B38A6F5}"/>
                </a:ext>
              </a:extLst>
            </p:cNvPr>
            <p:cNvSpPr txBox="1">
              <a:spLocks noChangeArrowheads="1"/>
            </p:cNvSpPr>
            <p:nvPr/>
          </p:nvSpPr>
          <p:spPr bwMode="auto">
            <a:xfrm>
              <a:off x="1889125" y="3465513"/>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44169" name="Text Box 139">
              <a:extLst>
                <a:ext uri="{FF2B5EF4-FFF2-40B4-BE49-F238E27FC236}">
                  <a16:creationId xmlns:a16="http://schemas.microsoft.com/office/drawing/2014/main" id="{7D93BB47-F2F9-BA75-F5EC-CEB44138E861}"/>
                </a:ext>
              </a:extLst>
            </p:cNvPr>
            <p:cNvSpPr txBox="1">
              <a:spLocks noChangeArrowheads="1"/>
            </p:cNvSpPr>
            <p:nvPr/>
          </p:nvSpPr>
          <p:spPr bwMode="auto">
            <a:xfrm>
              <a:off x="1355725" y="2447925"/>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44170" name="Text Box 140">
              <a:extLst>
                <a:ext uri="{FF2B5EF4-FFF2-40B4-BE49-F238E27FC236}">
                  <a16:creationId xmlns:a16="http://schemas.microsoft.com/office/drawing/2014/main" id="{0136773C-410A-F1B9-13E5-594826AF7BDC}"/>
                </a:ext>
              </a:extLst>
            </p:cNvPr>
            <p:cNvSpPr txBox="1">
              <a:spLocks noChangeArrowheads="1"/>
            </p:cNvSpPr>
            <p:nvPr/>
          </p:nvSpPr>
          <p:spPr bwMode="auto">
            <a:xfrm>
              <a:off x="1909763" y="1484313"/>
              <a:ext cx="4206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grpSp>
      <p:sp>
        <p:nvSpPr>
          <p:cNvPr id="4" name="标题 3">
            <a:extLst>
              <a:ext uri="{FF2B5EF4-FFF2-40B4-BE49-F238E27FC236}">
                <a16:creationId xmlns:a16="http://schemas.microsoft.com/office/drawing/2014/main" id="{813EC25D-A817-4430-A7C9-B205FF456F71}"/>
              </a:ext>
            </a:extLst>
          </p:cNvPr>
          <p:cNvSpPr>
            <a:spLocks noGrp="1"/>
          </p:cNvSpPr>
          <p:nvPr>
            <p:ph type="title"/>
          </p:nvPr>
        </p:nvSpPr>
        <p:spPr/>
        <p:txBody>
          <a:bodyPr/>
          <a:lstStyle/>
          <a:p>
            <a:r>
              <a:rPr lang="zh-CN" altLang="en-US" dirty="0"/>
              <a:t>有向图的邻接多重表（十字链表）示例</a:t>
            </a:r>
          </a:p>
        </p:txBody>
      </p:sp>
      <p:sp>
        <p:nvSpPr>
          <p:cNvPr id="3" name="灯片编号占位符 2">
            <a:extLst>
              <a:ext uri="{FF2B5EF4-FFF2-40B4-BE49-F238E27FC236}">
                <a16:creationId xmlns:a16="http://schemas.microsoft.com/office/drawing/2014/main" id="{6958E414-0FE1-2AEF-4F0A-96A120392ECB}"/>
              </a:ext>
            </a:extLst>
          </p:cNvPr>
          <p:cNvSpPr>
            <a:spLocks noGrp="1"/>
          </p:cNvSpPr>
          <p:nvPr>
            <p:ph type="sldNum" sz="quarter" idx="12"/>
          </p:nvPr>
        </p:nvSpPr>
        <p:spPr/>
        <p:txBody>
          <a:bodyPr/>
          <a:lstStyle/>
          <a:p>
            <a:pPr>
              <a:defRPr/>
            </a:pPr>
            <a:fld id="{1FE7C295-45AB-455C-823A-4AF0463E4EF2}" type="slidenum">
              <a:rPr lang="en-US" altLang="zh-CN" smtClean="0"/>
              <a:pPr>
                <a:defRPr/>
              </a:pPr>
              <a:t>34</a:t>
            </a:fld>
            <a:endParaRPr lang="en-US" altLang="zh-CN"/>
          </a:p>
        </p:txBody>
      </p:sp>
    </p:spTree>
  </p:cSld>
  <p:clrMapOvr>
    <a:masterClrMapping/>
  </p:clrMapOvr>
  <p:transition>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a:extLst>
              <a:ext uri="{FF2B5EF4-FFF2-40B4-BE49-F238E27FC236}">
                <a16:creationId xmlns:a16="http://schemas.microsoft.com/office/drawing/2014/main" id="{623B19A1-1251-DAE5-9757-660AC992B5E3}"/>
              </a:ext>
            </a:extLst>
          </p:cNvPr>
          <p:cNvSpPr>
            <a:spLocks noGrp="1" noChangeArrowheads="1"/>
          </p:cNvSpPr>
          <p:nvPr>
            <p:ph type="title"/>
          </p:nvPr>
        </p:nvSpPr>
        <p:spPr/>
        <p:txBody>
          <a:bodyPr/>
          <a:lstStyle/>
          <a:p>
            <a:r>
              <a:rPr lang="en-US" altLang="zh-CN"/>
              <a:t>8.3 </a:t>
            </a:r>
            <a:r>
              <a:rPr lang="zh-CN" altLang="en-US"/>
              <a:t>图的遍历</a:t>
            </a:r>
          </a:p>
        </p:txBody>
      </p:sp>
      <p:sp>
        <p:nvSpPr>
          <p:cNvPr id="153603" name="Rectangle 3">
            <a:extLst>
              <a:ext uri="{FF2B5EF4-FFF2-40B4-BE49-F238E27FC236}">
                <a16:creationId xmlns:a16="http://schemas.microsoft.com/office/drawing/2014/main" id="{F15DE5AB-79CD-4709-0388-82C0E3982F8F}"/>
              </a:ext>
            </a:extLst>
          </p:cNvPr>
          <p:cNvSpPr>
            <a:spLocks noGrp="1" noChangeArrowheads="1"/>
          </p:cNvSpPr>
          <p:nvPr>
            <p:ph type="body" idx="1"/>
          </p:nvPr>
        </p:nvSpPr>
        <p:spPr/>
        <p:txBody>
          <a:bodyPr>
            <a:normAutofit fontScale="92500" lnSpcReduction="10000"/>
          </a:bodyPr>
          <a:lstStyle/>
          <a:p>
            <a:r>
              <a:rPr lang="zh-CN" altLang="en-US" dirty="0"/>
              <a:t>图的遍历 </a:t>
            </a:r>
            <a:r>
              <a:rPr lang="en-US" altLang="zh-CN" dirty="0"/>
              <a:t>( Graph Traversal )</a:t>
            </a:r>
            <a:r>
              <a:rPr lang="zh-CN" altLang="en-US" dirty="0"/>
              <a:t>：从已给的连通图中某一顶点出发，沿着一些边访遍图中所有的顶点，且使每个顶点仅被访问一次。</a:t>
            </a:r>
          </a:p>
          <a:p>
            <a:r>
              <a:rPr lang="zh-CN" altLang="en-US" dirty="0"/>
              <a:t>图中如果存在回路，在访问完某个顶点之后可能会沿着某些边又回到了曾经访问过的顶点。</a:t>
            </a:r>
          </a:p>
          <a:p>
            <a:r>
              <a:rPr lang="zh-CN" altLang="en-US" dirty="0"/>
              <a:t>为了避免重复访问，可设置一个标志顶点是否被访问过的辅助数组 </a:t>
            </a:r>
            <a:r>
              <a:rPr lang="en-US" altLang="zh-CN" dirty="0"/>
              <a:t>visited [ ]</a:t>
            </a:r>
            <a:r>
              <a:rPr lang="zh-CN" altLang="en-US" dirty="0"/>
              <a:t>。</a:t>
            </a:r>
          </a:p>
        </p:txBody>
      </p:sp>
      <p:sp>
        <p:nvSpPr>
          <p:cNvPr id="2" name="灯片编号占位符 1">
            <a:extLst>
              <a:ext uri="{FF2B5EF4-FFF2-40B4-BE49-F238E27FC236}">
                <a16:creationId xmlns:a16="http://schemas.microsoft.com/office/drawing/2014/main" id="{D7579AD9-B889-C52C-F84B-4A542EADBA70}"/>
              </a:ext>
            </a:extLst>
          </p:cNvPr>
          <p:cNvSpPr>
            <a:spLocks noGrp="1"/>
          </p:cNvSpPr>
          <p:nvPr>
            <p:ph type="sldNum" sz="quarter" idx="12"/>
          </p:nvPr>
        </p:nvSpPr>
        <p:spPr/>
        <p:txBody>
          <a:bodyPr/>
          <a:lstStyle/>
          <a:p>
            <a:pPr>
              <a:defRPr/>
            </a:pPr>
            <a:fld id="{2E0F9FB0-350A-4A87-9CD5-1F022F266B97}" type="slidenum">
              <a:rPr lang="en-US" altLang="zh-CN" smtClean="0"/>
              <a:pPr>
                <a:defRPr/>
              </a:pPr>
              <a:t>35</a:t>
            </a:fld>
            <a:endParaRPr lang="en-US" altLang="zh-CN"/>
          </a:p>
        </p:txBody>
      </p:sp>
    </p:spTree>
  </p:cSld>
  <p:clrMapOvr>
    <a:masterClrMapping/>
  </p:clrMapOvr>
  <p:transition>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5" name="Rectangle 3">
            <a:extLst>
              <a:ext uri="{FF2B5EF4-FFF2-40B4-BE49-F238E27FC236}">
                <a16:creationId xmlns:a16="http://schemas.microsoft.com/office/drawing/2014/main" id="{67170996-F11D-4F53-867E-61AF2223825B}"/>
              </a:ext>
            </a:extLst>
          </p:cNvPr>
          <p:cNvSpPr>
            <a:spLocks noGrp="1" noChangeArrowheads="1"/>
          </p:cNvSpPr>
          <p:nvPr>
            <p:ph type="body" idx="1"/>
          </p:nvPr>
        </p:nvSpPr>
        <p:spPr>
          <a:xfrm>
            <a:off x="628650" y="692696"/>
            <a:ext cx="7886700" cy="5484267"/>
          </a:xfrm>
        </p:spPr>
        <p:txBody>
          <a:bodyPr>
            <a:normAutofit/>
          </a:bodyPr>
          <a:lstStyle/>
          <a:p>
            <a:r>
              <a:rPr lang="zh-CN" altLang="en-US" dirty="0"/>
              <a:t>辅助数组 </a:t>
            </a:r>
            <a:r>
              <a:rPr lang="en-US" altLang="zh-CN" dirty="0"/>
              <a:t>visited [ ] </a:t>
            </a:r>
            <a:r>
              <a:rPr lang="zh-CN" altLang="en-US" dirty="0"/>
              <a:t>的初始状态为 </a:t>
            </a:r>
            <a:r>
              <a:rPr lang="en-US" altLang="zh-CN" dirty="0"/>
              <a:t>0, </a:t>
            </a:r>
            <a:r>
              <a:rPr lang="zh-CN" altLang="en-US" dirty="0"/>
              <a:t>在图的遍历过程中</a:t>
            </a:r>
            <a:r>
              <a:rPr lang="en-US" altLang="zh-CN" dirty="0"/>
              <a:t>, </a:t>
            </a:r>
            <a:r>
              <a:rPr lang="zh-CN" altLang="en-US" dirty="0"/>
              <a:t>一旦某一个顶点 </a:t>
            </a:r>
            <a:r>
              <a:rPr lang="en-US" altLang="zh-CN" dirty="0" err="1"/>
              <a:t>i</a:t>
            </a:r>
            <a:r>
              <a:rPr lang="en-US" altLang="zh-CN" dirty="0"/>
              <a:t> </a:t>
            </a:r>
            <a:r>
              <a:rPr lang="zh-CN" altLang="en-US" dirty="0"/>
              <a:t>被访问</a:t>
            </a:r>
            <a:r>
              <a:rPr lang="en-US" altLang="zh-CN" dirty="0"/>
              <a:t>, </a:t>
            </a:r>
            <a:r>
              <a:rPr lang="zh-CN" altLang="en-US" dirty="0"/>
              <a:t>就立即让 </a:t>
            </a:r>
            <a:r>
              <a:rPr lang="en-US" altLang="zh-CN" dirty="0"/>
              <a:t>visited [</a:t>
            </a:r>
            <a:r>
              <a:rPr lang="en-US" altLang="zh-CN" dirty="0" err="1"/>
              <a:t>i</a:t>
            </a:r>
            <a:r>
              <a:rPr lang="en-US" altLang="zh-CN" dirty="0"/>
              <a:t>] </a:t>
            </a:r>
            <a:r>
              <a:rPr lang="zh-CN" altLang="en-US" dirty="0"/>
              <a:t>为 </a:t>
            </a:r>
            <a:r>
              <a:rPr lang="en-US" altLang="zh-CN" dirty="0"/>
              <a:t>1, </a:t>
            </a:r>
            <a:r>
              <a:rPr lang="zh-CN" altLang="en-US" dirty="0"/>
              <a:t>防止它被多次访问。</a:t>
            </a:r>
            <a:endParaRPr lang="en-US" altLang="zh-CN" dirty="0"/>
          </a:p>
          <a:p>
            <a:r>
              <a:rPr lang="zh-CN" altLang="en-US" dirty="0"/>
              <a:t>图的遍历的分类</a:t>
            </a:r>
            <a:r>
              <a:rPr lang="en-US" altLang="zh-CN" dirty="0"/>
              <a:t>:</a:t>
            </a:r>
          </a:p>
          <a:p>
            <a:pPr lvl="1"/>
            <a:r>
              <a:rPr lang="zh-CN" altLang="en-US" dirty="0">
                <a:hlinkClick r:id="rId2" action="ppaction://hlinksldjump">
                  <a:extLst>
                    <a:ext uri="{A12FA001-AC4F-418D-AE19-62706E023703}">
                      <ahyp:hlinkClr xmlns:ahyp="http://schemas.microsoft.com/office/drawing/2018/hyperlinkcolor" val="tx"/>
                    </a:ext>
                  </a:extLst>
                </a:hlinkClick>
              </a:rPr>
              <a:t>深度优先搜索 </a:t>
            </a:r>
          </a:p>
          <a:p>
            <a:pPr lvl="2"/>
            <a:r>
              <a:rPr lang="en-US" altLang="zh-CN" dirty="0"/>
              <a:t>DFS (Depth First Search)</a:t>
            </a:r>
          </a:p>
          <a:p>
            <a:pPr lvl="1"/>
            <a:r>
              <a:rPr lang="zh-CN" altLang="en-US" dirty="0">
                <a:hlinkClick r:id="rId3" action="ppaction://hlinksldjump">
                  <a:extLst>
                    <a:ext uri="{A12FA001-AC4F-418D-AE19-62706E023703}">
                      <ahyp:hlinkClr xmlns:ahyp="http://schemas.microsoft.com/office/drawing/2018/hyperlinkcolor" val="tx"/>
                    </a:ext>
                  </a:extLst>
                </a:hlinkClick>
              </a:rPr>
              <a:t>广度优先搜索 </a:t>
            </a:r>
          </a:p>
          <a:p>
            <a:pPr lvl="2"/>
            <a:r>
              <a:rPr lang="en-US" altLang="zh-CN" dirty="0"/>
              <a:t>BFS (Breadth First Search)</a:t>
            </a:r>
          </a:p>
        </p:txBody>
      </p:sp>
      <p:sp>
        <p:nvSpPr>
          <p:cNvPr id="2" name="灯片编号占位符 1">
            <a:extLst>
              <a:ext uri="{FF2B5EF4-FFF2-40B4-BE49-F238E27FC236}">
                <a16:creationId xmlns:a16="http://schemas.microsoft.com/office/drawing/2014/main" id="{4A0B7156-B6E2-BDAB-4A03-66EDE95338D9}"/>
              </a:ext>
            </a:extLst>
          </p:cNvPr>
          <p:cNvSpPr>
            <a:spLocks noGrp="1"/>
          </p:cNvSpPr>
          <p:nvPr>
            <p:ph type="sldNum" sz="quarter" idx="12"/>
          </p:nvPr>
        </p:nvSpPr>
        <p:spPr/>
        <p:txBody>
          <a:bodyPr/>
          <a:lstStyle/>
          <a:p>
            <a:pPr>
              <a:defRPr/>
            </a:pPr>
            <a:fld id="{2E0F9FB0-350A-4A87-9CD5-1F022F266B97}" type="slidenum">
              <a:rPr lang="en-US" altLang="zh-CN" smtClean="0"/>
              <a:pPr>
                <a:defRPr/>
              </a:pPr>
              <a:t>36</a:t>
            </a:fld>
            <a:endParaRPr lang="en-US" altLang="zh-CN"/>
          </a:p>
        </p:txBody>
      </p:sp>
    </p:spTree>
  </p:cSld>
  <p:clrMapOvr>
    <a:masterClrMapping/>
  </p:clrMapOvr>
  <p:transition>
    <p:zo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a:extLst>
              <a:ext uri="{FF2B5EF4-FFF2-40B4-BE49-F238E27FC236}">
                <a16:creationId xmlns:a16="http://schemas.microsoft.com/office/drawing/2014/main" id="{444DCA57-065B-AD32-B205-F188E933321D}"/>
              </a:ext>
            </a:extLst>
          </p:cNvPr>
          <p:cNvSpPr>
            <a:spLocks noGrp="1" noChangeArrowheads="1"/>
          </p:cNvSpPr>
          <p:nvPr>
            <p:ph type="title"/>
          </p:nvPr>
        </p:nvSpPr>
        <p:spPr/>
        <p:txBody>
          <a:bodyPr/>
          <a:lstStyle/>
          <a:p>
            <a:r>
              <a:rPr lang="en-US" altLang="zh-CN" dirty="0"/>
              <a:t>8.3.1 </a:t>
            </a:r>
            <a:r>
              <a:rPr lang="zh-CN" altLang="en-US" dirty="0"/>
              <a:t>深度优先搜索</a:t>
            </a:r>
            <a:r>
              <a:rPr lang="en-US" altLang="zh-CN" dirty="0"/>
              <a:t>DFS</a:t>
            </a:r>
            <a:br>
              <a:rPr lang="en-US" altLang="zh-CN" dirty="0"/>
            </a:br>
            <a:r>
              <a:rPr lang="en-US" altLang="zh-CN" dirty="0"/>
              <a:t>(Depth First Search )</a:t>
            </a:r>
          </a:p>
        </p:txBody>
      </p:sp>
      <p:sp>
        <p:nvSpPr>
          <p:cNvPr id="154627" name="Rectangle 3">
            <a:extLst>
              <a:ext uri="{FF2B5EF4-FFF2-40B4-BE49-F238E27FC236}">
                <a16:creationId xmlns:a16="http://schemas.microsoft.com/office/drawing/2014/main" id="{E76080AA-2D1C-A6DF-88F5-0F2D7B8B77DF}"/>
              </a:ext>
            </a:extLst>
          </p:cNvPr>
          <p:cNvSpPr>
            <a:spLocks noGrp="1" noChangeArrowheads="1"/>
          </p:cNvSpPr>
          <p:nvPr>
            <p:ph type="body" idx="1"/>
          </p:nvPr>
        </p:nvSpPr>
        <p:spPr>
          <a:xfrm>
            <a:off x="490618" y="1793825"/>
            <a:ext cx="7886700" cy="4351338"/>
          </a:xfrm>
        </p:spPr>
        <p:txBody>
          <a:bodyPr/>
          <a:lstStyle/>
          <a:p>
            <a:r>
              <a:rPr lang="zh-CN" altLang="en-US" dirty="0"/>
              <a:t>深度优先搜索的示例</a:t>
            </a:r>
          </a:p>
        </p:txBody>
      </p:sp>
      <p:grpSp>
        <p:nvGrpSpPr>
          <p:cNvPr id="2" name="组合 1">
            <a:extLst>
              <a:ext uri="{FF2B5EF4-FFF2-40B4-BE49-F238E27FC236}">
                <a16:creationId xmlns:a16="http://schemas.microsoft.com/office/drawing/2014/main" id="{40BCC8DD-2A66-4BCA-A9CA-9961B4824219}"/>
              </a:ext>
            </a:extLst>
          </p:cNvPr>
          <p:cNvGrpSpPr/>
          <p:nvPr/>
        </p:nvGrpSpPr>
        <p:grpSpPr>
          <a:xfrm>
            <a:off x="266700" y="2420888"/>
            <a:ext cx="8248650" cy="4303713"/>
            <a:chOff x="374650" y="1781175"/>
            <a:chExt cx="8248650" cy="4303713"/>
          </a:xfrm>
        </p:grpSpPr>
        <p:sp>
          <p:nvSpPr>
            <p:cNvPr id="47106" name="Line 79">
              <a:extLst>
                <a:ext uri="{FF2B5EF4-FFF2-40B4-BE49-F238E27FC236}">
                  <a16:creationId xmlns:a16="http://schemas.microsoft.com/office/drawing/2014/main" id="{6DF9B753-5BFD-4A21-AFD2-50AE50FF6F73}"/>
                </a:ext>
              </a:extLst>
            </p:cNvPr>
            <p:cNvSpPr>
              <a:spLocks noChangeShapeType="1"/>
            </p:cNvSpPr>
            <p:nvPr/>
          </p:nvSpPr>
          <p:spPr bwMode="auto">
            <a:xfrm>
              <a:off x="6781800" y="2743200"/>
              <a:ext cx="0" cy="5334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07" name="Line 30">
              <a:extLst>
                <a:ext uri="{FF2B5EF4-FFF2-40B4-BE49-F238E27FC236}">
                  <a16:creationId xmlns:a16="http://schemas.microsoft.com/office/drawing/2014/main" id="{30BB539B-D052-4C92-027F-36AA4E254108}"/>
                </a:ext>
              </a:extLst>
            </p:cNvPr>
            <p:cNvSpPr>
              <a:spLocks noChangeShapeType="1"/>
            </p:cNvSpPr>
            <p:nvPr/>
          </p:nvSpPr>
          <p:spPr bwMode="auto">
            <a:xfrm flipV="1">
              <a:off x="1143000" y="3581400"/>
              <a:ext cx="838200" cy="7620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08" name="Line 29">
              <a:extLst>
                <a:ext uri="{FF2B5EF4-FFF2-40B4-BE49-F238E27FC236}">
                  <a16:creationId xmlns:a16="http://schemas.microsoft.com/office/drawing/2014/main" id="{4F6CE93C-2943-97DA-2A4C-35A28C831928}"/>
                </a:ext>
              </a:extLst>
            </p:cNvPr>
            <p:cNvSpPr>
              <a:spLocks noChangeShapeType="1"/>
            </p:cNvSpPr>
            <p:nvPr/>
          </p:nvSpPr>
          <p:spPr bwMode="auto">
            <a:xfrm>
              <a:off x="1143000" y="2667000"/>
              <a:ext cx="914400" cy="6858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09" name="Line 28">
              <a:extLst>
                <a:ext uri="{FF2B5EF4-FFF2-40B4-BE49-F238E27FC236}">
                  <a16:creationId xmlns:a16="http://schemas.microsoft.com/office/drawing/2014/main" id="{D6D07EC7-5DEE-3BE1-3422-5B119E3E1823}"/>
                </a:ext>
              </a:extLst>
            </p:cNvPr>
            <p:cNvSpPr>
              <a:spLocks noChangeShapeType="1"/>
            </p:cNvSpPr>
            <p:nvPr/>
          </p:nvSpPr>
          <p:spPr bwMode="auto">
            <a:xfrm>
              <a:off x="2133600" y="2667000"/>
              <a:ext cx="0" cy="5334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0" name="Line 25">
              <a:extLst>
                <a:ext uri="{FF2B5EF4-FFF2-40B4-BE49-F238E27FC236}">
                  <a16:creationId xmlns:a16="http://schemas.microsoft.com/office/drawing/2014/main" id="{79A0FFC8-724C-2552-43EC-2C6A5EAF45CE}"/>
                </a:ext>
              </a:extLst>
            </p:cNvPr>
            <p:cNvSpPr>
              <a:spLocks noChangeShapeType="1"/>
            </p:cNvSpPr>
            <p:nvPr/>
          </p:nvSpPr>
          <p:spPr bwMode="auto">
            <a:xfrm>
              <a:off x="1143000" y="4495800"/>
              <a:ext cx="1981200" cy="0"/>
            </a:xfrm>
            <a:prstGeom prst="line">
              <a:avLst/>
            </a:prstGeom>
            <a:noFill/>
            <a:ln w="28575">
              <a:solidFill>
                <a:schemeClr val="tx2"/>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1" name="Line 11">
              <a:extLst>
                <a:ext uri="{FF2B5EF4-FFF2-40B4-BE49-F238E27FC236}">
                  <a16:creationId xmlns:a16="http://schemas.microsoft.com/office/drawing/2014/main" id="{BA668FB9-AABB-EABB-FE30-F7858073385C}"/>
                </a:ext>
              </a:extLst>
            </p:cNvPr>
            <p:cNvSpPr>
              <a:spLocks noChangeShapeType="1"/>
            </p:cNvSpPr>
            <p:nvPr/>
          </p:nvSpPr>
          <p:spPr bwMode="auto">
            <a:xfrm>
              <a:off x="990600" y="2757488"/>
              <a:ext cx="0" cy="1600200"/>
            </a:xfrm>
            <a:prstGeom prst="line">
              <a:avLst/>
            </a:prstGeom>
            <a:noFill/>
            <a:ln w="28575">
              <a:solidFill>
                <a:schemeClr val="tx2"/>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4" name="Line 5">
              <a:extLst>
                <a:ext uri="{FF2B5EF4-FFF2-40B4-BE49-F238E27FC236}">
                  <a16:creationId xmlns:a16="http://schemas.microsoft.com/office/drawing/2014/main" id="{968109E2-58C6-BD70-ACE1-C8007838AC91}"/>
                </a:ext>
              </a:extLst>
            </p:cNvPr>
            <p:cNvSpPr>
              <a:spLocks noChangeShapeType="1"/>
            </p:cNvSpPr>
            <p:nvPr/>
          </p:nvSpPr>
          <p:spPr bwMode="auto">
            <a:xfrm>
              <a:off x="1143000" y="2514600"/>
              <a:ext cx="1981200" cy="0"/>
            </a:xfrm>
            <a:prstGeom prst="line">
              <a:avLst/>
            </a:prstGeom>
            <a:noFill/>
            <a:ln w="28575">
              <a:solidFill>
                <a:schemeClr val="tx2"/>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5" name="Oval 6" descr="粉色砂纸">
              <a:extLst>
                <a:ext uri="{FF2B5EF4-FFF2-40B4-BE49-F238E27FC236}">
                  <a16:creationId xmlns:a16="http://schemas.microsoft.com/office/drawing/2014/main" id="{BD59B43E-AAE7-F39C-64DA-ED0760FEDA18}"/>
                </a:ext>
              </a:extLst>
            </p:cNvPr>
            <p:cNvSpPr>
              <a:spLocks noChangeArrowheads="1"/>
            </p:cNvSpPr>
            <p:nvPr/>
          </p:nvSpPr>
          <p:spPr bwMode="auto">
            <a:xfrm>
              <a:off x="762000" y="2300288"/>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7116" name="Oval 7" descr="粉色砂纸">
              <a:extLst>
                <a:ext uri="{FF2B5EF4-FFF2-40B4-BE49-F238E27FC236}">
                  <a16:creationId xmlns:a16="http://schemas.microsoft.com/office/drawing/2014/main" id="{D921DF0E-AB3A-0BE9-B0F0-E01A4669C9AF}"/>
                </a:ext>
              </a:extLst>
            </p:cNvPr>
            <p:cNvSpPr>
              <a:spLocks noChangeArrowheads="1"/>
            </p:cNvSpPr>
            <p:nvPr/>
          </p:nvSpPr>
          <p:spPr bwMode="auto">
            <a:xfrm>
              <a:off x="3124200" y="2300288"/>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7117" name="Oval 8" descr="粉色砂纸">
              <a:extLst>
                <a:ext uri="{FF2B5EF4-FFF2-40B4-BE49-F238E27FC236}">
                  <a16:creationId xmlns:a16="http://schemas.microsoft.com/office/drawing/2014/main" id="{9887E72B-5B93-9528-B5F5-B130C41508D7}"/>
                </a:ext>
              </a:extLst>
            </p:cNvPr>
            <p:cNvSpPr>
              <a:spLocks noChangeArrowheads="1"/>
            </p:cNvSpPr>
            <p:nvPr/>
          </p:nvSpPr>
          <p:spPr bwMode="auto">
            <a:xfrm>
              <a:off x="762000" y="3227388"/>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7118" name="Oval 9" descr="粉色砂纸">
              <a:extLst>
                <a:ext uri="{FF2B5EF4-FFF2-40B4-BE49-F238E27FC236}">
                  <a16:creationId xmlns:a16="http://schemas.microsoft.com/office/drawing/2014/main" id="{F19AB0B6-E048-7602-2CD2-42A3C701A761}"/>
                </a:ext>
              </a:extLst>
            </p:cNvPr>
            <p:cNvSpPr>
              <a:spLocks noChangeArrowheads="1"/>
            </p:cNvSpPr>
            <p:nvPr/>
          </p:nvSpPr>
          <p:spPr bwMode="auto">
            <a:xfrm>
              <a:off x="762000" y="4281488"/>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7119" name="Oval 10" descr="粉色砂纸">
              <a:extLst>
                <a:ext uri="{FF2B5EF4-FFF2-40B4-BE49-F238E27FC236}">
                  <a16:creationId xmlns:a16="http://schemas.microsoft.com/office/drawing/2014/main" id="{04D5692C-7018-B51A-58AA-65B273A51A4E}"/>
                </a:ext>
              </a:extLst>
            </p:cNvPr>
            <p:cNvSpPr>
              <a:spLocks noChangeArrowheads="1"/>
            </p:cNvSpPr>
            <p:nvPr/>
          </p:nvSpPr>
          <p:spPr bwMode="auto">
            <a:xfrm>
              <a:off x="1905000" y="3200400"/>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7120" name="Text Box 13">
              <a:extLst>
                <a:ext uri="{FF2B5EF4-FFF2-40B4-BE49-F238E27FC236}">
                  <a16:creationId xmlns:a16="http://schemas.microsoft.com/office/drawing/2014/main" id="{C7756C20-F20A-C3C7-60F3-310F368DBEA2}"/>
                </a:ext>
              </a:extLst>
            </p:cNvPr>
            <p:cNvSpPr txBox="1">
              <a:spLocks noChangeArrowheads="1"/>
            </p:cNvSpPr>
            <p:nvPr/>
          </p:nvSpPr>
          <p:spPr bwMode="auto">
            <a:xfrm>
              <a:off x="777875" y="22733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47121" name="Text Box 14">
              <a:extLst>
                <a:ext uri="{FF2B5EF4-FFF2-40B4-BE49-F238E27FC236}">
                  <a16:creationId xmlns:a16="http://schemas.microsoft.com/office/drawing/2014/main" id="{CCA8AEFA-41ED-024F-3848-042ED63DAD78}"/>
                </a:ext>
              </a:extLst>
            </p:cNvPr>
            <p:cNvSpPr txBox="1">
              <a:spLocks noChangeArrowheads="1"/>
            </p:cNvSpPr>
            <p:nvPr/>
          </p:nvSpPr>
          <p:spPr bwMode="auto">
            <a:xfrm>
              <a:off x="1920875" y="32004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47122" name="Text Box 15">
              <a:extLst>
                <a:ext uri="{FF2B5EF4-FFF2-40B4-BE49-F238E27FC236}">
                  <a16:creationId xmlns:a16="http://schemas.microsoft.com/office/drawing/2014/main" id="{F176214B-9F78-03A0-3B84-90FD7902EFCA}"/>
                </a:ext>
              </a:extLst>
            </p:cNvPr>
            <p:cNvSpPr txBox="1">
              <a:spLocks noChangeArrowheads="1"/>
            </p:cNvSpPr>
            <p:nvPr/>
          </p:nvSpPr>
          <p:spPr bwMode="auto">
            <a:xfrm>
              <a:off x="777875" y="32004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47123" name="Text Box 16">
              <a:extLst>
                <a:ext uri="{FF2B5EF4-FFF2-40B4-BE49-F238E27FC236}">
                  <a16:creationId xmlns:a16="http://schemas.microsoft.com/office/drawing/2014/main" id="{87E8AE9B-1BF5-C0EA-8754-AE729409B4B5}"/>
                </a:ext>
              </a:extLst>
            </p:cNvPr>
            <p:cNvSpPr txBox="1">
              <a:spLocks noChangeArrowheads="1"/>
            </p:cNvSpPr>
            <p:nvPr/>
          </p:nvSpPr>
          <p:spPr bwMode="auto">
            <a:xfrm>
              <a:off x="3160713" y="2300288"/>
              <a:ext cx="4206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47124" name="Oval 17" descr="粉色砂纸">
              <a:extLst>
                <a:ext uri="{FF2B5EF4-FFF2-40B4-BE49-F238E27FC236}">
                  <a16:creationId xmlns:a16="http://schemas.microsoft.com/office/drawing/2014/main" id="{0E0F08DA-B335-5C11-1FAB-ED61C1A039DC}"/>
                </a:ext>
              </a:extLst>
            </p:cNvPr>
            <p:cNvSpPr>
              <a:spLocks noChangeArrowheads="1"/>
            </p:cNvSpPr>
            <p:nvPr/>
          </p:nvSpPr>
          <p:spPr bwMode="auto">
            <a:xfrm>
              <a:off x="1905000" y="2286000"/>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7125" name="Line 18">
              <a:extLst>
                <a:ext uri="{FF2B5EF4-FFF2-40B4-BE49-F238E27FC236}">
                  <a16:creationId xmlns:a16="http://schemas.microsoft.com/office/drawing/2014/main" id="{9D0030F3-D442-BBC6-5E3D-CB4541A4D306}"/>
                </a:ext>
              </a:extLst>
            </p:cNvPr>
            <p:cNvSpPr>
              <a:spLocks noChangeShapeType="1"/>
            </p:cNvSpPr>
            <p:nvPr/>
          </p:nvSpPr>
          <p:spPr bwMode="auto">
            <a:xfrm>
              <a:off x="3352800" y="2743200"/>
              <a:ext cx="0" cy="533400"/>
            </a:xfrm>
            <a:prstGeom prst="line">
              <a:avLst/>
            </a:prstGeom>
            <a:noFill/>
            <a:ln w="28575">
              <a:solidFill>
                <a:schemeClr val="tx2"/>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6" name="Oval 19" descr="粉色砂纸">
              <a:extLst>
                <a:ext uri="{FF2B5EF4-FFF2-40B4-BE49-F238E27FC236}">
                  <a16:creationId xmlns:a16="http://schemas.microsoft.com/office/drawing/2014/main" id="{43945DA7-8E04-24AA-447A-C29B6FBC7EFF}"/>
                </a:ext>
              </a:extLst>
            </p:cNvPr>
            <p:cNvSpPr>
              <a:spLocks noChangeArrowheads="1"/>
            </p:cNvSpPr>
            <p:nvPr/>
          </p:nvSpPr>
          <p:spPr bwMode="auto">
            <a:xfrm>
              <a:off x="3124200" y="3213100"/>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7127" name="Oval 20" descr="粉色砂纸">
              <a:extLst>
                <a:ext uri="{FF2B5EF4-FFF2-40B4-BE49-F238E27FC236}">
                  <a16:creationId xmlns:a16="http://schemas.microsoft.com/office/drawing/2014/main" id="{6DA40AF1-B357-F0E6-D779-95791B906D70}"/>
                </a:ext>
              </a:extLst>
            </p:cNvPr>
            <p:cNvSpPr>
              <a:spLocks noChangeArrowheads="1"/>
            </p:cNvSpPr>
            <p:nvPr/>
          </p:nvSpPr>
          <p:spPr bwMode="auto">
            <a:xfrm>
              <a:off x="3124200" y="4267200"/>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7128" name="Text Box 21">
              <a:extLst>
                <a:ext uri="{FF2B5EF4-FFF2-40B4-BE49-F238E27FC236}">
                  <a16:creationId xmlns:a16="http://schemas.microsoft.com/office/drawing/2014/main" id="{49A6D4C1-FCBD-EA56-7A4D-DA40D1A013AB}"/>
                </a:ext>
              </a:extLst>
            </p:cNvPr>
            <p:cNvSpPr txBox="1">
              <a:spLocks noChangeArrowheads="1"/>
            </p:cNvSpPr>
            <p:nvPr/>
          </p:nvSpPr>
          <p:spPr bwMode="auto">
            <a:xfrm>
              <a:off x="3140075" y="3186113"/>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47129" name="Text Box 22">
              <a:extLst>
                <a:ext uri="{FF2B5EF4-FFF2-40B4-BE49-F238E27FC236}">
                  <a16:creationId xmlns:a16="http://schemas.microsoft.com/office/drawing/2014/main" id="{26C6F234-346D-0EDC-369A-819147A8C05B}"/>
                </a:ext>
              </a:extLst>
            </p:cNvPr>
            <p:cNvSpPr txBox="1">
              <a:spLocks noChangeArrowheads="1"/>
            </p:cNvSpPr>
            <p:nvPr/>
          </p:nvSpPr>
          <p:spPr bwMode="auto">
            <a:xfrm>
              <a:off x="1920875" y="22860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47130" name="Text Box 23">
              <a:extLst>
                <a:ext uri="{FF2B5EF4-FFF2-40B4-BE49-F238E27FC236}">
                  <a16:creationId xmlns:a16="http://schemas.microsoft.com/office/drawing/2014/main" id="{0F88A279-8FDA-9A1E-53C6-85261EF21193}"/>
                </a:ext>
              </a:extLst>
            </p:cNvPr>
            <p:cNvSpPr txBox="1">
              <a:spLocks noChangeArrowheads="1"/>
            </p:cNvSpPr>
            <p:nvPr/>
          </p:nvSpPr>
          <p:spPr bwMode="auto">
            <a:xfrm>
              <a:off x="817563" y="4281488"/>
              <a:ext cx="4016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47131" name="Text Box 24">
              <a:extLst>
                <a:ext uri="{FF2B5EF4-FFF2-40B4-BE49-F238E27FC236}">
                  <a16:creationId xmlns:a16="http://schemas.microsoft.com/office/drawing/2014/main" id="{38182498-849F-1EF2-2C3C-F3BDCD5D47E6}"/>
                </a:ext>
              </a:extLst>
            </p:cNvPr>
            <p:cNvSpPr txBox="1">
              <a:spLocks noChangeArrowheads="1"/>
            </p:cNvSpPr>
            <p:nvPr/>
          </p:nvSpPr>
          <p:spPr bwMode="auto">
            <a:xfrm>
              <a:off x="3222625" y="4267200"/>
              <a:ext cx="2825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47132" name="Oval 26" descr="粉色砂纸">
              <a:extLst>
                <a:ext uri="{FF2B5EF4-FFF2-40B4-BE49-F238E27FC236}">
                  <a16:creationId xmlns:a16="http://schemas.microsoft.com/office/drawing/2014/main" id="{6B119204-C750-2271-3C11-5BA32A2231BC}"/>
                </a:ext>
              </a:extLst>
            </p:cNvPr>
            <p:cNvSpPr>
              <a:spLocks noChangeArrowheads="1"/>
            </p:cNvSpPr>
            <p:nvPr/>
          </p:nvSpPr>
          <p:spPr bwMode="auto">
            <a:xfrm>
              <a:off x="1905000" y="4267200"/>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7133" name="Text Box 27">
              <a:extLst>
                <a:ext uri="{FF2B5EF4-FFF2-40B4-BE49-F238E27FC236}">
                  <a16:creationId xmlns:a16="http://schemas.microsoft.com/office/drawing/2014/main" id="{A044673B-38A8-7C15-D944-31298E478D39}"/>
                </a:ext>
              </a:extLst>
            </p:cNvPr>
            <p:cNvSpPr txBox="1">
              <a:spLocks noChangeArrowheads="1"/>
            </p:cNvSpPr>
            <p:nvPr/>
          </p:nvSpPr>
          <p:spPr bwMode="auto">
            <a:xfrm>
              <a:off x="1920875" y="42672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47134" name="Line 55">
              <a:extLst>
                <a:ext uri="{FF2B5EF4-FFF2-40B4-BE49-F238E27FC236}">
                  <a16:creationId xmlns:a16="http://schemas.microsoft.com/office/drawing/2014/main" id="{A3B249A6-6977-8D1D-4420-BCAFC26495B1}"/>
                </a:ext>
              </a:extLst>
            </p:cNvPr>
            <p:cNvSpPr>
              <a:spLocks noChangeShapeType="1"/>
            </p:cNvSpPr>
            <p:nvPr/>
          </p:nvSpPr>
          <p:spPr bwMode="auto">
            <a:xfrm flipV="1">
              <a:off x="5772150" y="3594100"/>
              <a:ext cx="838200" cy="7620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35" name="Line 57">
              <a:extLst>
                <a:ext uri="{FF2B5EF4-FFF2-40B4-BE49-F238E27FC236}">
                  <a16:creationId xmlns:a16="http://schemas.microsoft.com/office/drawing/2014/main" id="{8086562D-CEC8-247E-7B40-A34A9EA3B07C}"/>
                </a:ext>
              </a:extLst>
            </p:cNvPr>
            <p:cNvSpPr>
              <a:spLocks noChangeShapeType="1"/>
            </p:cNvSpPr>
            <p:nvPr/>
          </p:nvSpPr>
          <p:spPr bwMode="auto">
            <a:xfrm>
              <a:off x="5772150" y="4508500"/>
              <a:ext cx="1981200" cy="0"/>
            </a:xfrm>
            <a:prstGeom prst="line">
              <a:avLst/>
            </a:prstGeom>
            <a:noFill/>
            <a:ln w="28575">
              <a:solidFill>
                <a:schemeClr val="tx2"/>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36" name="Line 58">
              <a:extLst>
                <a:ext uri="{FF2B5EF4-FFF2-40B4-BE49-F238E27FC236}">
                  <a16:creationId xmlns:a16="http://schemas.microsoft.com/office/drawing/2014/main" id="{F991BAB0-9D00-8B95-1D32-B385A58E40F6}"/>
                </a:ext>
              </a:extLst>
            </p:cNvPr>
            <p:cNvSpPr>
              <a:spLocks noChangeShapeType="1"/>
            </p:cNvSpPr>
            <p:nvPr/>
          </p:nvSpPr>
          <p:spPr bwMode="auto">
            <a:xfrm flipH="1">
              <a:off x="5638800" y="3581400"/>
              <a:ext cx="0" cy="1066800"/>
            </a:xfrm>
            <a:prstGeom prst="line">
              <a:avLst/>
            </a:prstGeom>
            <a:noFill/>
            <a:ln w="28575">
              <a:solidFill>
                <a:schemeClr val="tx2"/>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37" name="Line 59">
              <a:extLst>
                <a:ext uri="{FF2B5EF4-FFF2-40B4-BE49-F238E27FC236}">
                  <a16:creationId xmlns:a16="http://schemas.microsoft.com/office/drawing/2014/main" id="{80E9F3CC-2C70-2E87-CBD5-D52DFF42E8A4}"/>
                </a:ext>
              </a:extLst>
            </p:cNvPr>
            <p:cNvSpPr>
              <a:spLocks noChangeShapeType="1"/>
            </p:cNvSpPr>
            <p:nvPr/>
          </p:nvSpPr>
          <p:spPr bwMode="auto">
            <a:xfrm>
              <a:off x="5772150" y="2527300"/>
              <a:ext cx="1981200" cy="0"/>
            </a:xfrm>
            <a:prstGeom prst="line">
              <a:avLst/>
            </a:prstGeom>
            <a:noFill/>
            <a:ln w="28575">
              <a:solidFill>
                <a:schemeClr val="tx2"/>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38" name="Oval 60" descr="粉色砂纸">
              <a:extLst>
                <a:ext uri="{FF2B5EF4-FFF2-40B4-BE49-F238E27FC236}">
                  <a16:creationId xmlns:a16="http://schemas.microsoft.com/office/drawing/2014/main" id="{54323521-5BE6-5D6D-DD34-45F4190118FA}"/>
                </a:ext>
              </a:extLst>
            </p:cNvPr>
            <p:cNvSpPr>
              <a:spLocks noChangeArrowheads="1"/>
            </p:cNvSpPr>
            <p:nvPr/>
          </p:nvSpPr>
          <p:spPr bwMode="auto">
            <a:xfrm>
              <a:off x="5391150" y="2312988"/>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7139" name="Oval 61" descr="粉色砂纸">
              <a:extLst>
                <a:ext uri="{FF2B5EF4-FFF2-40B4-BE49-F238E27FC236}">
                  <a16:creationId xmlns:a16="http://schemas.microsoft.com/office/drawing/2014/main" id="{DF0543BE-BBD2-5FD5-2D54-09A2503C175F}"/>
                </a:ext>
              </a:extLst>
            </p:cNvPr>
            <p:cNvSpPr>
              <a:spLocks noChangeArrowheads="1"/>
            </p:cNvSpPr>
            <p:nvPr/>
          </p:nvSpPr>
          <p:spPr bwMode="auto">
            <a:xfrm>
              <a:off x="7753350" y="2312988"/>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7140" name="Oval 62" descr="粉色砂纸">
              <a:extLst>
                <a:ext uri="{FF2B5EF4-FFF2-40B4-BE49-F238E27FC236}">
                  <a16:creationId xmlns:a16="http://schemas.microsoft.com/office/drawing/2014/main" id="{83C75368-C45D-6E23-8743-4979E61C4BA0}"/>
                </a:ext>
              </a:extLst>
            </p:cNvPr>
            <p:cNvSpPr>
              <a:spLocks noChangeArrowheads="1"/>
            </p:cNvSpPr>
            <p:nvPr/>
          </p:nvSpPr>
          <p:spPr bwMode="auto">
            <a:xfrm>
              <a:off x="5391150" y="3240088"/>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7141" name="Oval 63" descr="粉色砂纸">
              <a:extLst>
                <a:ext uri="{FF2B5EF4-FFF2-40B4-BE49-F238E27FC236}">
                  <a16:creationId xmlns:a16="http://schemas.microsoft.com/office/drawing/2014/main" id="{BFB597B3-8F8B-3438-1D54-AD2007BC1902}"/>
                </a:ext>
              </a:extLst>
            </p:cNvPr>
            <p:cNvSpPr>
              <a:spLocks noChangeArrowheads="1"/>
            </p:cNvSpPr>
            <p:nvPr/>
          </p:nvSpPr>
          <p:spPr bwMode="auto">
            <a:xfrm>
              <a:off x="5391150" y="4294188"/>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7142" name="Oval 64" descr="粉色砂纸">
              <a:extLst>
                <a:ext uri="{FF2B5EF4-FFF2-40B4-BE49-F238E27FC236}">
                  <a16:creationId xmlns:a16="http://schemas.microsoft.com/office/drawing/2014/main" id="{BCF1D5F7-0B15-CE34-4680-3A47A0F35992}"/>
                </a:ext>
              </a:extLst>
            </p:cNvPr>
            <p:cNvSpPr>
              <a:spLocks noChangeArrowheads="1"/>
            </p:cNvSpPr>
            <p:nvPr/>
          </p:nvSpPr>
          <p:spPr bwMode="auto">
            <a:xfrm>
              <a:off x="6534150" y="3213100"/>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7143" name="Text Box 65">
              <a:extLst>
                <a:ext uri="{FF2B5EF4-FFF2-40B4-BE49-F238E27FC236}">
                  <a16:creationId xmlns:a16="http://schemas.microsoft.com/office/drawing/2014/main" id="{5EF98DCF-A2AC-B78B-65CC-D444B0AB5603}"/>
                </a:ext>
              </a:extLst>
            </p:cNvPr>
            <p:cNvSpPr txBox="1">
              <a:spLocks noChangeArrowheads="1"/>
            </p:cNvSpPr>
            <p:nvPr/>
          </p:nvSpPr>
          <p:spPr bwMode="auto">
            <a:xfrm>
              <a:off x="5407025" y="22860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47144" name="Text Box 66">
              <a:extLst>
                <a:ext uri="{FF2B5EF4-FFF2-40B4-BE49-F238E27FC236}">
                  <a16:creationId xmlns:a16="http://schemas.microsoft.com/office/drawing/2014/main" id="{278A67E1-1FF9-FA29-9319-69FCB1572DBF}"/>
                </a:ext>
              </a:extLst>
            </p:cNvPr>
            <p:cNvSpPr txBox="1">
              <a:spLocks noChangeArrowheads="1"/>
            </p:cNvSpPr>
            <p:nvPr/>
          </p:nvSpPr>
          <p:spPr bwMode="auto">
            <a:xfrm>
              <a:off x="6550025" y="32131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47145" name="Text Box 67">
              <a:extLst>
                <a:ext uri="{FF2B5EF4-FFF2-40B4-BE49-F238E27FC236}">
                  <a16:creationId xmlns:a16="http://schemas.microsoft.com/office/drawing/2014/main" id="{11941E09-F353-70EB-9C12-4E3E992B08D0}"/>
                </a:ext>
              </a:extLst>
            </p:cNvPr>
            <p:cNvSpPr txBox="1">
              <a:spLocks noChangeArrowheads="1"/>
            </p:cNvSpPr>
            <p:nvPr/>
          </p:nvSpPr>
          <p:spPr bwMode="auto">
            <a:xfrm>
              <a:off x="5407025" y="32131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47146" name="Text Box 68">
              <a:extLst>
                <a:ext uri="{FF2B5EF4-FFF2-40B4-BE49-F238E27FC236}">
                  <a16:creationId xmlns:a16="http://schemas.microsoft.com/office/drawing/2014/main" id="{50CF89BA-BC29-6C62-74A4-9EF0614F600D}"/>
                </a:ext>
              </a:extLst>
            </p:cNvPr>
            <p:cNvSpPr txBox="1">
              <a:spLocks noChangeArrowheads="1"/>
            </p:cNvSpPr>
            <p:nvPr/>
          </p:nvSpPr>
          <p:spPr bwMode="auto">
            <a:xfrm>
              <a:off x="7789863" y="2312988"/>
              <a:ext cx="4206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47147" name="Oval 69" descr="粉色砂纸">
              <a:extLst>
                <a:ext uri="{FF2B5EF4-FFF2-40B4-BE49-F238E27FC236}">
                  <a16:creationId xmlns:a16="http://schemas.microsoft.com/office/drawing/2014/main" id="{FA6E1DC2-C923-9B44-191C-379B5F332C42}"/>
                </a:ext>
              </a:extLst>
            </p:cNvPr>
            <p:cNvSpPr>
              <a:spLocks noChangeArrowheads="1"/>
            </p:cNvSpPr>
            <p:nvPr/>
          </p:nvSpPr>
          <p:spPr bwMode="auto">
            <a:xfrm>
              <a:off x="6534150" y="2298700"/>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7148" name="Line 70">
              <a:extLst>
                <a:ext uri="{FF2B5EF4-FFF2-40B4-BE49-F238E27FC236}">
                  <a16:creationId xmlns:a16="http://schemas.microsoft.com/office/drawing/2014/main" id="{922311DF-6DD4-48E5-1B42-7F319CA486F6}"/>
                </a:ext>
              </a:extLst>
            </p:cNvPr>
            <p:cNvSpPr>
              <a:spLocks noChangeShapeType="1"/>
            </p:cNvSpPr>
            <p:nvPr/>
          </p:nvSpPr>
          <p:spPr bwMode="auto">
            <a:xfrm>
              <a:off x="7981950" y="2755900"/>
              <a:ext cx="0" cy="533400"/>
            </a:xfrm>
            <a:prstGeom prst="line">
              <a:avLst/>
            </a:prstGeom>
            <a:noFill/>
            <a:ln w="28575">
              <a:solidFill>
                <a:schemeClr val="tx2"/>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49" name="Oval 71" descr="粉色砂纸">
              <a:extLst>
                <a:ext uri="{FF2B5EF4-FFF2-40B4-BE49-F238E27FC236}">
                  <a16:creationId xmlns:a16="http://schemas.microsoft.com/office/drawing/2014/main" id="{77107C7A-B9DA-89B8-BE0B-BEE25D523A26}"/>
                </a:ext>
              </a:extLst>
            </p:cNvPr>
            <p:cNvSpPr>
              <a:spLocks noChangeArrowheads="1"/>
            </p:cNvSpPr>
            <p:nvPr/>
          </p:nvSpPr>
          <p:spPr bwMode="auto">
            <a:xfrm>
              <a:off x="7753350" y="3225800"/>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7150" name="Oval 72" descr="粉色砂纸">
              <a:extLst>
                <a:ext uri="{FF2B5EF4-FFF2-40B4-BE49-F238E27FC236}">
                  <a16:creationId xmlns:a16="http://schemas.microsoft.com/office/drawing/2014/main" id="{B8BA6027-7A40-8E0F-B612-3FBBF90E1739}"/>
                </a:ext>
              </a:extLst>
            </p:cNvPr>
            <p:cNvSpPr>
              <a:spLocks noChangeArrowheads="1"/>
            </p:cNvSpPr>
            <p:nvPr/>
          </p:nvSpPr>
          <p:spPr bwMode="auto">
            <a:xfrm>
              <a:off x="7753350" y="4279900"/>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7151" name="Text Box 73">
              <a:extLst>
                <a:ext uri="{FF2B5EF4-FFF2-40B4-BE49-F238E27FC236}">
                  <a16:creationId xmlns:a16="http://schemas.microsoft.com/office/drawing/2014/main" id="{80A1FAB0-7FCC-41F9-A8B5-7AC41E8160ED}"/>
                </a:ext>
              </a:extLst>
            </p:cNvPr>
            <p:cNvSpPr txBox="1">
              <a:spLocks noChangeArrowheads="1"/>
            </p:cNvSpPr>
            <p:nvPr/>
          </p:nvSpPr>
          <p:spPr bwMode="auto">
            <a:xfrm>
              <a:off x="7769225" y="3198813"/>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47152" name="Text Box 74">
              <a:extLst>
                <a:ext uri="{FF2B5EF4-FFF2-40B4-BE49-F238E27FC236}">
                  <a16:creationId xmlns:a16="http://schemas.microsoft.com/office/drawing/2014/main" id="{777E489B-9E1D-0111-879E-F145C848125C}"/>
                </a:ext>
              </a:extLst>
            </p:cNvPr>
            <p:cNvSpPr txBox="1">
              <a:spLocks noChangeArrowheads="1"/>
            </p:cNvSpPr>
            <p:nvPr/>
          </p:nvSpPr>
          <p:spPr bwMode="auto">
            <a:xfrm>
              <a:off x="6550025" y="22987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47153" name="Text Box 75">
              <a:extLst>
                <a:ext uri="{FF2B5EF4-FFF2-40B4-BE49-F238E27FC236}">
                  <a16:creationId xmlns:a16="http://schemas.microsoft.com/office/drawing/2014/main" id="{0ED5E3C2-A532-6135-8E02-918523964622}"/>
                </a:ext>
              </a:extLst>
            </p:cNvPr>
            <p:cNvSpPr txBox="1">
              <a:spLocks noChangeArrowheads="1"/>
            </p:cNvSpPr>
            <p:nvPr/>
          </p:nvSpPr>
          <p:spPr bwMode="auto">
            <a:xfrm>
              <a:off x="5446713" y="4294188"/>
              <a:ext cx="4016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47154" name="Text Box 76">
              <a:extLst>
                <a:ext uri="{FF2B5EF4-FFF2-40B4-BE49-F238E27FC236}">
                  <a16:creationId xmlns:a16="http://schemas.microsoft.com/office/drawing/2014/main" id="{52EC03CB-008B-322F-4B40-B308B6481C4E}"/>
                </a:ext>
              </a:extLst>
            </p:cNvPr>
            <p:cNvSpPr txBox="1">
              <a:spLocks noChangeArrowheads="1"/>
            </p:cNvSpPr>
            <p:nvPr/>
          </p:nvSpPr>
          <p:spPr bwMode="auto">
            <a:xfrm>
              <a:off x="7851775" y="4279900"/>
              <a:ext cx="2825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47155" name="Oval 77" descr="粉色砂纸">
              <a:extLst>
                <a:ext uri="{FF2B5EF4-FFF2-40B4-BE49-F238E27FC236}">
                  <a16:creationId xmlns:a16="http://schemas.microsoft.com/office/drawing/2014/main" id="{0C5F1A29-9447-7538-F580-E5A7133AC8A4}"/>
                </a:ext>
              </a:extLst>
            </p:cNvPr>
            <p:cNvSpPr>
              <a:spLocks noChangeArrowheads="1"/>
            </p:cNvSpPr>
            <p:nvPr/>
          </p:nvSpPr>
          <p:spPr bwMode="auto">
            <a:xfrm>
              <a:off x="6534150" y="4279900"/>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7156" name="Text Box 78">
              <a:extLst>
                <a:ext uri="{FF2B5EF4-FFF2-40B4-BE49-F238E27FC236}">
                  <a16:creationId xmlns:a16="http://schemas.microsoft.com/office/drawing/2014/main" id="{B4186160-B996-D508-79E6-2C75F56EDEED}"/>
                </a:ext>
              </a:extLst>
            </p:cNvPr>
            <p:cNvSpPr txBox="1">
              <a:spLocks noChangeArrowheads="1"/>
            </p:cNvSpPr>
            <p:nvPr/>
          </p:nvSpPr>
          <p:spPr bwMode="auto">
            <a:xfrm>
              <a:off x="6550025" y="42799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47157" name="Text Box 80">
              <a:extLst>
                <a:ext uri="{FF2B5EF4-FFF2-40B4-BE49-F238E27FC236}">
                  <a16:creationId xmlns:a16="http://schemas.microsoft.com/office/drawing/2014/main" id="{89538CB9-7EDF-0BA3-D759-E3D1ADE5B84D}"/>
                </a:ext>
              </a:extLst>
            </p:cNvPr>
            <p:cNvSpPr txBox="1">
              <a:spLocks noChangeArrowheads="1"/>
            </p:cNvSpPr>
            <p:nvPr/>
          </p:nvSpPr>
          <p:spPr bwMode="auto">
            <a:xfrm>
              <a:off x="781050" y="1781175"/>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1</a:t>
              </a:r>
              <a:endParaRPr kumimoji="1" lang="en-US" altLang="zh-CN" sz="2800" b="1">
                <a:solidFill>
                  <a:srgbClr val="009900"/>
                </a:solidFill>
                <a:latin typeface="Times New Roman" panose="02020603050405020304" pitchFamily="18" charset="0"/>
                <a:ea typeface="宋体" panose="02010600030101010101" pitchFamily="2" charset="-122"/>
              </a:endParaRPr>
            </a:p>
          </p:txBody>
        </p:sp>
        <p:sp>
          <p:nvSpPr>
            <p:cNvPr id="47158" name="Text Box 81">
              <a:extLst>
                <a:ext uri="{FF2B5EF4-FFF2-40B4-BE49-F238E27FC236}">
                  <a16:creationId xmlns:a16="http://schemas.microsoft.com/office/drawing/2014/main" id="{6B32BAAD-2B35-7206-238E-B5340FF6E59F}"/>
                </a:ext>
              </a:extLst>
            </p:cNvPr>
            <p:cNvSpPr txBox="1">
              <a:spLocks noChangeArrowheads="1"/>
            </p:cNvSpPr>
            <p:nvPr/>
          </p:nvSpPr>
          <p:spPr bwMode="auto">
            <a:xfrm>
              <a:off x="1974850" y="1781175"/>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2</a:t>
              </a:r>
              <a:endParaRPr kumimoji="1" lang="en-US" altLang="zh-CN" sz="2800" b="1">
                <a:solidFill>
                  <a:srgbClr val="009900"/>
                </a:solidFill>
                <a:latin typeface="Times New Roman" panose="02020603050405020304" pitchFamily="18" charset="0"/>
                <a:ea typeface="宋体" panose="02010600030101010101" pitchFamily="2" charset="-122"/>
              </a:endParaRPr>
            </a:p>
          </p:txBody>
        </p:sp>
        <p:sp>
          <p:nvSpPr>
            <p:cNvPr id="47159" name="Text Box 82">
              <a:extLst>
                <a:ext uri="{FF2B5EF4-FFF2-40B4-BE49-F238E27FC236}">
                  <a16:creationId xmlns:a16="http://schemas.microsoft.com/office/drawing/2014/main" id="{7A073D2C-C633-9E06-4830-C8319C845310}"/>
                </a:ext>
              </a:extLst>
            </p:cNvPr>
            <p:cNvSpPr txBox="1">
              <a:spLocks noChangeArrowheads="1"/>
            </p:cNvSpPr>
            <p:nvPr/>
          </p:nvSpPr>
          <p:spPr bwMode="auto">
            <a:xfrm>
              <a:off x="3194050" y="17827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3</a:t>
              </a:r>
              <a:endParaRPr kumimoji="1" lang="en-US" altLang="zh-CN" sz="2800" b="1">
                <a:solidFill>
                  <a:srgbClr val="009900"/>
                </a:solidFill>
                <a:latin typeface="Times New Roman" panose="02020603050405020304" pitchFamily="18" charset="0"/>
                <a:ea typeface="宋体" panose="02010600030101010101" pitchFamily="2" charset="-122"/>
              </a:endParaRPr>
            </a:p>
          </p:txBody>
        </p:sp>
        <p:sp>
          <p:nvSpPr>
            <p:cNvPr id="47160" name="Text Box 83">
              <a:extLst>
                <a:ext uri="{FF2B5EF4-FFF2-40B4-BE49-F238E27FC236}">
                  <a16:creationId xmlns:a16="http://schemas.microsoft.com/office/drawing/2014/main" id="{70A21ABB-7654-517D-6D9A-86073F1AF434}"/>
                </a:ext>
              </a:extLst>
            </p:cNvPr>
            <p:cNvSpPr txBox="1">
              <a:spLocks noChangeArrowheads="1"/>
            </p:cNvSpPr>
            <p:nvPr/>
          </p:nvSpPr>
          <p:spPr bwMode="auto">
            <a:xfrm>
              <a:off x="3581400" y="31543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4</a:t>
              </a:r>
              <a:endParaRPr kumimoji="1" lang="en-US" altLang="zh-CN" sz="2800" b="1">
                <a:solidFill>
                  <a:srgbClr val="009900"/>
                </a:solidFill>
                <a:latin typeface="Times New Roman" panose="02020603050405020304" pitchFamily="18" charset="0"/>
                <a:ea typeface="宋体" panose="02010600030101010101" pitchFamily="2" charset="-122"/>
              </a:endParaRPr>
            </a:p>
          </p:txBody>
        </p:sp>
        <p:sp>
          <p:nvSpPr>
            <p:cNvPr id="47161" name="Line 84">
              <a:extLst>
                <a:ext uri="{FF2B5EF4-FFF2-40B4-BE49-F238E27FC236}">
                  <a16:creationId xmlns:a16="http://schemas.microsoft.com/office/drawing/2014/main" id="{613DF281-B00A-5D5E-034C-272E119CA724}"/>
                </a:ext>
              </a:extLst>
            </p:cNvPr>
            <p:cNvSpPr>
              <a:spLocks noChangeShapeType="1"/>
            </p:cNvSpPr>
            <p:nvPr/>
          </p:nvSpPr>
          <p:spPr bwMode="auto">
            <a:xfrm>
              <a:off x="1219200" y="2286000"/>
              <a:ext cx="685800" cy="0"/>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62" name="Line 85">
              <a:extLst>
                <a:ext uri="{FF2B5EF4-FFF2-40B4-BE49-F238E27FC236}">
                  <a16:creationId xmlns:a16="http://schemas.microsoft.com/office/drawing/2014/main" id="{1B49098B-905E-709A-CB46-0706279A9D64}"/>
                </a:ext>
              </a:extLst>
            </p:cNvPr>
            <p:cNvSpPr>
              <a:spLocks noChangeShapeType="1"/>
            </p:cNvSpPr>
            <p:nvPr/>
          </p:nvSpPr>
          <p:spPr bwMode="auto">
            <a:xfrm>
              <a:off x="2438400" y="2286000"/>
              <a:ext cx="685800" cy="0"/>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63" name="Line 86">
              <a:extLst>
                <a:ext uri="{FF2B5EF4-FFF2-40B4-BE49-F238E27FC236}">
                  <a16:creationId xmlns:a16="http://schemas.microsoft.com/office/drawing/2014/main" id="{CFE7880A-1034-6DF6-41DC-1D040761B397}"/>
                </a:ext>
              </a:extLst>
            </p:cNvPr>
            <p:cNvSpPr>
              <a:spLocks noChangeShapeType="1"/>
            </p:cNvSpPr>
            <p:nvPr/>
          </p:nvSpPr>
          <p:spPr bwMode="auto">
            <a:xfrm>
              <a:off x="3657600" y="2743200"/>
              <a:ext cx="0" cy="533400"/>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64" name="Line 87">
              <a:extLst>
                <a:ext uri="{FF2B5EF4-FFF2-40B4-BE49-F238E27FC236}">
                  <a16:creationId xmlns:a16="http://schemas.microsoft.com/office/drawing/2014/main" id="{F9426FA9-66CB-BCA3-6A43-7693FBFA54B4}"/>
                </a:ext>
              </a:extLst>
            </p:cNvPr>
            <p:cNvSpPr>
              <a:spLocks noChangeShapeType="1"/>
            </p:cNvSpPr>
            <p:nvPr/>
          </p:nvSpPr>
          <p:spPr bwMode="auto">
            <a:xfrm>
              <a:off x="2438400" y="2819400"/>
              <a:ext cx="0" cy="533400"/>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65" name="Line 88">
              <a:extLst>
                <a:ext uri="{FF2B5EF4-FFF2-40B4-BE49-F238E27FC236}">
                  <a16:creationId xmlns:a16="http://schemas.microsoft.com/office/drawing/2014/main" id="{1375E336-2B31-D841-A201-7C3EEB628AFE}"/>
                </a:ext>
              </a:extLst>
            </p:cNvPr>
            <p:cNvSpPr>
              <a:spLocks noChangeShapeType="1"/>
            </p:cNvSpPr>
            <p:nvPr/>
          </p:nvSpPr>
          <p:spPr bwMode="auto">
            <a:xfrm>
              <a:off x="3048000" y="2819400"/>
              <a:ext cx="0" cy="533400"/>
            </a:xfrm>
            <a:prstGeom prst="line">
              <a:avLst/>
            </a:prstGeom>
            <a:noFill/>
            <a:ln w="28575">
              <a:solidFill>
                <a:srgbClr val="009900"/>
              </a:solidFill>
              <a:prstDash val="sysDot"/>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66" name="Line 89">
              <a:extLst>
                <a:ext uri="{FF2B5EF4-FFF2-40B4-BE49-F238E27FC236}">
                  <a16:creationId xmlns:a16="http://schemas.microsoft.com/office/drawing/2014/main" id="{6F05FE8C-CD46-E80C-9576-C5E95E65305B}"/>
                </a:ext>
              </a:extLst>
            </p:cNvPr>
            <p:cNvSpPr>
              <a:spLocks noChangeShapeType="1"/>
            </p:cNvSpPr>
            <p:nvPr/>
          </p:nvSpPr>
          <p:spPr bwMode="auto">
            <a:xfrm>
              <a:off x="2438400" y="2743200"/>
              <a:ext cx="609600" cy="0"/>
            </a:xfrm>
            <a:prstGeom prst="line">
              <a:avLst/>
            </a:prstGeom>
            <a:noFill/>
            <a:ln w="28575">
              <a:solidFill>
                <a:srgbClr val="009900"/>
              </a:solidFill>
              <a:prstDash val="sysDot"/>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67" name="Line 90">
              <a:extLst>
                <a:ext uri="{FF2B5EF4-FFF2-40B4-BE49-F238E27FC236}">
                  <a16:creationId xmlns:a16="http://schemas.microsoft.com/office/drawing/2014/main" id="{73FF1CEF-91BC-8B61-8338-AF48615D0456}"/>
                </a:ext>
              </a:extLst>
            </p:cNvPr>
            <p:cNvSpPr>
              <a:spLocks noChangeShapeType="1"/>
            </p:cNvSpPr>
            <p:nvPr/>
          </p:nvSpPr>
          <p:spPr bwMode="auto">
            <a:xfrm>
              <a:off x="1905000" y="2667000"/>
              <a:ext cx="0" cy="457200"/>
            </a:xfrm>
            <a:prstGeom prst="line">
              <a:avLst/>
            </a:prstGeom>
            <a:noFill/>
            <a:ln w="28575">
              <a:solidFill>
                <a:srgbClr val="009900"/>
              </a:solidFill>
              <a:prstDash val="sysDot"/>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68" name="Line 91">
              <a:extLst>
                <a:ext uri="{FF2B5EF4-FFF2-40B4-BE49-F238E27FC236}">
                  <a16:creationId xmlns:a16="http://schemas.microsoft.com/office/drawing/2014/main" id="{58A0B17E-35DC-E69D-9B0B-B1488E2C7133}"/>
                </a:ext>
              </a:extLst>
            </p:cNvPr>
            <p:cNvSpPr>
              <a:spLocks noChangeShapeType="1"/>
            </p:cNvSpPr>
            <p:nvPr/>
          </p:nvSpPr>
          <p:spPr bwMode="auto">
            <a:xfrm>
              <a:off x="1371600" y="2743200"/>
              <a:ext cx="457200" cy="0"/>
            </a:xfrm>
            <a:prstGeom prst="line">
              <a:avLst/>
            </a:prstGeom>
            <a:noFill/>
            <a:ln w="28575">
              <a:solidFill>
                <a:srgbClr val="009900"/>
              </a:solidFill>
              <a:prstDash val="sysDot"/>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69" name="Text Box 92">
              <a:extLst>
                <a:ext uri="{FF2B5EF4-FFF2-40B4-BE49-F238E27FC236}">
                  <a16:creationId xmlns:a16="http://schemas.microsoft.com/office/drawing/2014/main" id="{6AD2D9A8-5321-AF99-2BC0-C4B3026FD655}"/>
                </a:ext>
              </a:extLst>
            </p:cNvPr>
            <p:cNvSpPr txBox="1">
              <a:spLocks noChangeArrowheads="1"/>
            </p:cNvSpPr>
            <p:nvPr/>
          </p:nvSpPr>
          <p:spPr bwMode="auto">
            <a:xfrm>
              <a:off x="2362200" y="31543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5</a:t>
              </a:r>
              <a:endParaRPr kumimoji="1" lang="en-US" altLang="zh-CN" sz="2800" b="1">
                <a:solidFill>
                  <a:srgbClr val="009900"/>
                </a:solidFill>
                <a:latin typeface="Times New Roman" panose="02020603050405020304" pitchFamily="18" charset="0"/>
                <a:ea typeface="宋体" panose="02010600030101010101" pitchFamily="2" charset="-122"/>
              </a:endParaRPr>
            </a:p>
          </p:txBody>
        </p:sp>
        <p:sp>
          <p:nvSpPr>
            <p:cNvPr id="47170" name="Line 93">
              <a:extLst>
                <a:ext uri="{FF2B5EF4-FFF2-40B4-BE49-F238E27FC236}">
                  <a16:creationId xmlns:a16="http://schemas.microsoft.com/office/drawing/2014/main" id="{5376A1C7-9F41-C506-B99E-B138A0E372F8}"/>
                </a:ext>
              </a:extLst>
            </p:cNvPr>
            <p:cNvSpPr>
              <a:spLocks noChangeShapeType="1"/>
            </p:cNvSpPr>
            <p:nvPr/>
          </p:nvSpPr>
          <p:spPr bwMode="auto">
            <a:xfrm flipH="1">
              <a:off x="1371600" y="3733800"/>
              <a:ext cx="685800" cy="609600"/>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71" name="Line 94">
              <a:extLst>
                <a:ext uri="{FF2B5EF4-FFF2-40B4-BE49-F238E27FC236}">
                  <a16:creationId xmlns:a16="http://schemas.microsoft.com/office/drawing/2014/main" id="{1F278F7B-DB45-CE1E-FD49-1D95794B16C5}"/>
                </a:ext>
              </a:extLst>
            </p:cNvPr>
            <p:cNvSpPr>
              <a:spLocks noChangeShapeType="1"/>
            </p:cNvSpPr>
            <p:nvPr/>
          </p:nvSpPr>
          <p:spPr bwMode="auto">
            <a:xfrm flipV="1">
              <a:off x="1143000" y="3733800"/>
              <a:ext cx="0" cy="457200"/>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72" name="Line 95">
              <a:extLst>
                <a:ext uri="{FF2B5EF4-FFF2-40B4-BE49-F238E27FC236}">
                  <a16:creationId xmlns:a16="http://schemas.microsoft.com/office/drawing/2014/main" id="{19EA03C9-62CC-ECF5-17D2-34E032C28B6A}"/>
                </a:ext>
              </a:extLst>
            </p:cNvPr>
            <p:cNvSpPr>
              <a:spLocks noChangeShapeType="1"/>
            </p:cNvSpPr>
            <p:nvPr/>
          </p:nvSpPr>
          <p:spPr bwMode="auto">
            <a:xfrm flipV="1">
              <a:off x="762000" y="3733800"/>
              <a:ext cx="0" cy="533400"/>
            </a:xfrm>
            <a:prstGeom prst="line">
              <a:avLst/>
            </a:prstGeom>
            <a:noFill/>
            <a:ln w="28575">
              <a:solidFill>
                <a:srgbClr val="009900"/>
              </a:solidFill>
              <a:prstDash val="sysDot"/>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73" name="Line 96">
              <a:extLst>
                <a:ext uri="{FF2B5EF4-FFF2-40B4-BE49-F238E27FC236}">
                  <a16:creationId xmlns:a16="http://schemas.microsoft.com/office/drawing/2014/main" id="{918A95A2-3E13-0594-C6DB-F7079A620EA3}"/>
                </a:ext>
              </a:extLst>
            </p:cNvPr>
            <p:cNvSpPr>
              <a:spLocks noChangeShapeType="1"/>
            </p:cNvSpPr>
            <p:nvPr/>
          </p:nvSpPr>
          <p:spPr bwMode="auto">
            <a:xfrm>
              <a:off x="1295400" y="4724400"/>
              <a:ext cx="609600" cy="0"/>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74" name="Line 97">
              <a:extLst>
                <a:ext uri="{FF2B5EF4-FFF2-40B4-BE49-F238E27FC236}">
                  <a16:creationId xmlns:a16="http://schemas.microsoft.com/office/drawing/2014/main" id="{68484BC9-4E7D-3010-8F93-FBE8D2E7F3E7}"/>
                </a:ext>
              </a:extLst>
            </p:cNvPr>
            <p:cNvSpPr>
              <a:spLocks noChangeShapeType="1"/>
            </p:cNvSpPr>
            <p:nvPr/>
          </p:nvSpPr>
          <p:spPr bwMode="auto">
            <a:xfrm>
              <a:off x="2438400" y="4724400"/>
              <a:ext cx="609600" cy="0"/>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75" name="Line 98">
              <a:extLst>
                <a:ext uri="{FF2B5EF4-FFF2-40B4-BE49-F238E27FC236}">
                  <a16:creationId xmlns:a16="http://schemas.microsoft.com/office/drawing/2014/main" id="{73E47B77-600C-6810-9434-19B565CB8E70}"/>
                </a:ext>
              </a:extLst>
            </p:cNvPr>
            <p:cNvSpPr>
              <a:spLocks noChangeShapeType="1"/>
            </p:cNvSpPr>
            <p:nvPr/>
          </p:nvSpPr>
          <p:spPr bwMode="auto">
            <a:xfrm>
              <a:off x="1295400" y="4953000"/>
              <a:ext cx="609600" cy="0"/>
            </a:xfrm>
            <a:prstGeom prst="line">
              <a:avLst/>
            </a:prstGeom>
            <a:noFill/>
            <a:ln w="28575">
              <a:solidFill>
                <a:srgbClr val="009900"/>
              </a:solidFill>
              <a:prstDash val="sysDot"/>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76" name="Line 99">
              <a:extLst>
                <a:ext uri="{FF2B5EF4-FFF2-40B4-BE49-F238E27FC236}">
                  <a16:creationId xmlns:a16="http://schemas.microsoft.com/office/drawing/2014/main" id="{D3EBF752-0407-A000-3C0B-A62311F33AC0}"/>
                </a:ext>
              </a:extLst>
            </p:cNvPr>
            <p:cNvSpPr>
              <a:spLocks noChangeShapeType="1"/>
            </p:cNvSpPr>
            <p:nvPr/>
          </p:nvSpPr>
          <p:spPr bwMode="auto">
            <a:xfrm>
              <a:off x="2438400" y="4953000"/>
              <a:ext cx="609600" cy="0"/>
            </a:xfrm>
            <a:prstGeom prst="line">
              <a:avLst/>
            </a:prstGeom>
            <a:noFill/>
            <a:ln w="28575">
              <a:solidFill>
                <a:srgbClr val="009900"/>
              </a:solidFill>
              <a:prstDash val="sysDot"/>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77" name="Line 100">
              <a:extLst>
                <a:ext uri="{FF2B5EF4-FFF2-40B4-BE49-F238E27FC236}">
                  <a16:creationId xmlns:a16="http://schemas.microsoft.com/office/drawing/2014/main" id="{FC801A3F-35E0-7046-168F-EAF601D08318}"/>
                </a:ext>
              </a:extLst>
            </p:cNvPr>
            <p:cNvSpPr>
              <a:spLocks noChangeShapeType="1"/>
            </p:cNvSpPr>
            <p:nvPr/>
          </p:nvSpPr>
          <p:spPr bwMode="auto">
            <a:xfrm flipV="1">
              <a:off x="1295400" y="3505200"/>
              <a:ext cx="533400" cy="457200"/>
            </a:xfrm>
            <a:prstGeom prst="line">
              <a:avLst/>
            </a:prstGeom>
            <a:noFill/>
            <a:ln w="28575">
              <a:solidFill>
                <a:srgbClr val="009900"/>
              </a:solidFill>
              <a:prstDash val="sysDot"/>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78" name="Text Box 101">
              <a:extLst>
                <a:ext uri="{FF2B5EF4-FFF2-40B4-BE49-F238E27FC236}">
                  <a16:creationId xmlns:a16="http://schemas.microsoft.com/office/drawing/2014/main" id="{BFC2005F-2105-285B-8677-2944736A1FB9}"/>
                </a:ext>
              </a:extLst>
            </p:cNvPr>
            <p:cNvSpPr txBox="1">
              <a:spLocks noChangeArrowheads="1"/>
            </p:cNvSpPr>
            <p:nvPr/>
          </p:nvSpPr>
          <p:spPr bwMode="auto">
            <a:xfrm>
              <a:off x="374650" y="41910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6</a:t>
              </a:r>
              <a:endParaRPr kumimoji="1" lang="en-US" altLang="zh-CN" sz="2800" b="1">
                <a:solidFill>
                  <a:srgbClr val="009900"/>
                </a:solidFill>
                <a:latin typeface="Times New Roman" panose="02020603050405020304" pitchFamily="18" charset="0"/>
                <a:ea typeface="宋体" panose="02010600030101010101" pitchFamily="2" charset="-122"/>
              </a:endParaRPr>
            </a:p>
          </p:txBody>
        </p:sp>
        <p:sp>
          <p:nvSpPr>
            <p:cNvPr id="47179" name="Text Box 102">
              <a:extLst>
                <a:ext uri="{FF2B5EF4-FFF2-40B4-BE49-F238E27FC236}">
                  <a16:creationId xmlns:a16="http://schemas.microsoft.com/office/drawing/2014/main" id="{8B8AE615-778B-7751-AABC-3D26656A37E6}"/>
                </a:ext>
              </a:extLst>
            </p:cNvPr>
            <p:cNvSpPr txBox="1">
              <a:spLocks noChangeArrowheads="1"/>
            </p:cNvSpPr>
            <p:nvPr/>
          </p:nvSpPr>
          <p:spPr bwMode="auto">
            <a:xfrm>
              <a:off x="381000" y="31242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7</a:t>
              </a:r>
              <a:endParaRPr kumimoji="1" lang="en-US" altLang="zh-CN" sz="2800" b="1">
                <a:solidFill>
                  <a:srgbClr val="009900"/>
                </a:solidFill>
                <a:latin typeface="Times New Roman" panose="02020603050405020304" pitchFamily="18" charset="0"/>
                <a:ea typeface="宋体" panose="02010600030101010101" pitchFamily="2" charset="-122"/>
              </a:endParaRPr>
            </a:p>
          </p:txBody>
        </p:sp>
        <p:sp>
          <p:nvSpPr>
            <p:cNvPr id="47180" name="Text Box 103">
              <a:extLst>
                <a:ext uri="{FF2B5EF4-FFF2-40B4-BE49-F238E27FC236}">
                  <a16:creationId xmlns:a16="http://schemas.microsoft.com/office/drawing/2014/main" id="{592A0F09-B48E-93B8-2750-265A619F257F}"/>
                </a:ext>
              </a:extLst>
            </p:cNvPr>
            <p:cNvSpPr txBox="1">
              <a:spLocks noChangeArrowheads="1"/>
            </p:cNvSpPr>
            <p:nvPr/>
          </p:nvSpPr>
          <p:spPr bwMode="auto">
            <a:xfrm>
              <a:off x="1898650" y="46783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8</a:t>
              </a:r>
              <a:endParaRPr kumimoji="1" lang="en-US" altLang="zh-CN" sz="2800" b="1">
                <a:solidFill>
                  <a:srgbClr val="009900"/>
                </a:solidFill>
                <a:latin typeface="Times New Roman" panose="02020603050405020304" pitchFamily="18" charset="0"/>
                <a:ea typeface="宋体" panose="02010600030101010101" pitchFamily="2" charset="-122"/>
              </a:endParaRPr>
            </a:p>
          </p:txBody>
        </p:sp>
        <p:sp>
          <p:nvSpPr>
            <p:cNvPr id="47181" name="Text Box 104">
              <a:extLst>
                <a:ext uri="{FF2B5EF4-FFF2-40B4-BE49-F238E27FC236}">
                  <a16:creationId xmlns:a16="http://schemas.microsoft.com/office/drawing/2014/main" id="{4A1049BB-4267-D21E-432D-38F415C3F3C9}"/>
                </a:ext>
              </a:extLst>
            </p:cNvPr>
            <p:cNvSpPr txBox="1">
              <a:spLocks noChangeArrowheads="1"/>
            </p:cNvSpPr>
            <p:nvPr/>
          </p:nvSpPr>
          <p:spPr bwMode="auto">
            <a:xfrm>
              <a:off x="3124200" y="46783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9</a:t>
              </a:r>
              <a:endParaRPr kumimoji="1" lang="en-US" altLang="zh-CN" sz="2800" b="1">
                <a:solidFill>
                  <a:srgbClr val="009900"/>
                </a:solidFill>
                <a:latin typeface="Times New Roman" panose="02020603050405020304" pitchFamily="18" charset="0"/>
                <a:ea typeface="宋体" panose="02010600030101010101" pitchFamily="2" charset="-122"/>
              </a:endParaRPr>
            </a:p>
          </p:txBody>
        </p:sp>
        <p:sp>
          <p:nvSpPr>
            <p:cNvPr id="47182" name="Text Box 105">
              <a:extLst>
                <a:ext uri="{FF2B5EF4-FFF2-40B4-BE49-F238E27FC236}">
                  <a16:creationId xmlns:a16="http://schemas.microsoft.com/office/drawing/2014/main" id="{789FEB7F-638B-0267-6D5F-BD6A8F571006}"/>
                </a:ext>
              </a:extLst>
            </p:cNvPr>
            <p:cNvSpPr txBox="1">
              <a:spLocks noChangeArrowheads="1"/>
            </p:cNvSpPr>
            <p:nvPr/>
          </p:nvSpPr>
          <p:spPr bwMode="auto">
            <a:xfrm>
              <a:off x="5435600" y="1781175"/>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1</a:t>
              </a:r>
              <a:endParaRPr kumimoji="1" lang="en-US" altLang="zh-CN" sz="2800" b="1">
                <a:solidFill>
                  <a:srgbClr val="009900"/>
                </a:solidFill>
                <a:latin typeface="Times New Roman" panose="02020603050405020304" pitchFamily="18" charset="0"/>
                <a:ea typeface="宋体" panose="02010600030101010101" pitchFamily="2" charset="-122"/>
              </a:endParaRPr>
            </a:p>
          </p:txBody>
        </p:sp>
        <p:sp>
          <p:nvSpPr>
            <p:cNvPr id="47183" name="Text Box 106">
              <a:extLst>
                <a:ext uri="{FF2B5EF4-FFF2-40B4-BE49-F238E27FC236}">
                  <a16:creationId xmlns:a16="http://schemas.microsoft.com/office/drawing/2014/main" id="{189B2088-4EC8-55AF-2A32-F7F929EC9A4C}"/>
                </a:ext>
              </a:extLst>
            </p:cNvPr>
            <p:cNvSpPr txBox="1">
              <a:spLocks noChangeArrowheads="1"/>
            </p:cNvSpPr>
            <p:nvPr/>
          </p:nvSpPr>
          <p:spPr bwMode="auto">
            <a:xfrm>
              <a:off x="6629400" y="1781175"/>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2</a:t>
              </a:r>
              <a:endParaRPr kumimoji="1" lang="en-US" altLang="zh-CN" sz="2800" b="1">
                <a:solidFill>
                  <a:srgbClr val="009900"/>
                </a:solidFill>
                <a:latin typeface="Times New Roman" panose="02020603050405020304" pitchFamily="18" charset="0"/>
                <a:ea typeface="宋体" panose="02010600030101010101" pitchFamily="2" charset="-122"/>
              </a:endParaRPr>
            </a:p>
          </p:txBody>
        </p:sp>
        <p:sp>
          <p:nvSpPr>
            <p:cNvPr id="47184" name="Text Box 107">
              <a:extLst>
                <a:ext uri="{FF2B5EF4-FFF2-40B4-BE49-F238E27FC236}">
                  <a16:creationId xmlns:a16="http://schemas.microsoft.com/office/drawing/2014/main" id="{F4B18EF9-F277-A476-CA89-9E1FD09157C2}"/>
                </a:ext>
              </a:extLst>
            </p:cNvPr>
            <p:cNvSpPr txBox="1">
              <a:spLocks noChangeArrowheads="1"/>
            </p:cNvSpPr>
            <p:nvPr/>
          </p:nvSpPr>
          <p:spPr bwMode="auto">
            <a:xfrm>
              <a:off x="7848600" y="17827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3</a:t>
              </a:r>
              <a:endParaRPr kumimoji="1" lang="en-US" altLang="zh-CN" sz="2800" b="1">
                <a:solidFill>
                  <a:srgbClr val="009900"/>
                </a:solidFill>
                <a:latin typeface="Times New Roman" panose="02020603050405020304" pitchFamily="18" charset="0"/>
                <a:ea typeface="宋体" panose="02010600030101010101" pitchFamily="2" charset="-122"/>
              </a:endParaRPr>
            </a:p>
          </p:txBody>
        </p:sp>
        <p:sp>
          <p:nvSpPr>
            <p:cNvPr id="47185" name="Text Box 108">
              <a:extLst>
                <a:ext uri="{FF2B5EF4-FFF2-40B4-BE49-F238E27FC236}">
                  <a16:creationId xmlns:a16="http://schemas.microsoft.com/office/drawing/2014/main" id="{9044679A-F297-60A9-497A-D5F514F96344}"/>
                </a:ext>
              </a:extLst>
            </p:cNvPr>
            <p:cNvSpPr txBox="1">
              <a:spLocks noChangeArrowheads="1"/>
            </p:cNvSpPr>
            <p:nvPr/>
          </p:nvSpPr>
          <p:spPr bwMode="auto">
            <a:xfrm>
              <a:off x="8235950" y="31543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4</a:t>
              </a:r>
              <a:endParaRPr kumimoji="1" lang="en-US" altLang="zh-CN" sz="2800" b="1">
                <a:solidFill>
                  <a:srgbClr val="009900"/>
                </a:solidFill>
                <a:latin typeface="Times New Roman" panose="02020603050405020304" pitchFamily="18" charset="0"/>
                <a:ea typeface="宋体" panose="02010600030101010101" pitchFamily="2" charset="-122"/>
              </a:endParaRPr>
            </a:p>
          </p:txBody>
        </p:sp>
        <p:sp>
          <p:nvSpPr>
            <p:cNvPr id="47186" name="Text Box 109">
              <a:extLst>
                <a:ext uri="{FF2B5EF4-FFF2-40B4-BE49-F238E27FC236}">
                  <a16:creationId xmlns:a16="http://schemas.microsoft.com/office/drawing/2014/main" id="{712B7E35-2DD1-6BCA-0D7A-A1AAD0638738}"/>
                </a:ext>
              </a:extLst>
            </p:cNvPr>
            <p:cNvSpPr txBox="1">
              <a:spLocks noChangeArrowheads="1"/>
            </p:cNvSpPr>
            <p:nvPr/>
          </p:nvSpPr>
          <p:spPr bwMode="auto">
            <a:xfrm>
              <a:off x="7016750" y="31543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5</a:t>
              </a:r>
              <a:endParaRPr kumimoji="1" lang="en-US" altLang="zh-CN" sz="2800" b="1">
                <a:solidFill>
                  <a:srgbClr val="009900"/>
                </a:solidFill>
                <a:latin typeface="Times New Roman" panose="02020603050405020304" pitchFamily="18" charset="0"/>
                <a:ea typeface="宋体" panose="02010600030101010101" pitchFamily="2" charset="-122"/>
              </a:endParaRPr>
            </a:p>
          </p:txBody>
        </p:sp>
        <p:sp>
          <p:nvSpPr>
            <p:cNvPr id="47187" name="Text Box 110">
              <a:extLst>
                <a:ext uri="{FF2B5EF4-FFF2-40B4-BE49-F238E27FC236}">
                  <a16:creationId xmlns:a16="http://schemas.microsoft.com/office/drawing/2014/main" id="{04962869-8D46-AB4E-4236-A704CAEE7126}"/>
                </a:ext>
              </a:extLst>
            </p:cNvPr>
            <p:cNvSpPr txBox="1">
              <a:spLocks noChangeArrowheads="1"/>
            </p:cNvSpPr>
            <p:nvPr/>
          </p:nvSpPr>
          <p:spPr bwMode="auto">
            <a:xfrm>
              <a:off x="5029200" y="41910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6</a:t>
              </a:r>
              <a:endParaRPr kumimoji="1" lang="en-US" altLang="zh-CN" sz="2800" b="1">
                <a:solidFill>
                  <a:srgbClr val="009900"/>
                </a:solidFill>
                <a:latin typeface="Times New Roman" panose="02020603050405020304" pitchFamily="18" charset="0"/>
                <a:ea typeface="宋体" panose="02010600030101010101" pitchFamily="2" charset="-122"/>
              </a:endParaRPr>
            </a:p>
          </p:txBody>
        </p:sp>
        <p:sp>
          <p:nvSpPr>
            <p:cNvPr id="47188" name="Text Box 111">
              <a:extLst>
                <a:ext uri="{FF2B5EF4-FFF2-40B4-BE49-F238E27FC236}">
                  <a16:creationId xmlns:a16="http://schemas.microsoft.com/office/drawing/2014/main" id="{F7777805-3A1F-B359-3865-E5403D83F25E}"/>
                </a:ext>
              </a:extLst>
            </p:cNvPr>
            <p:cNvSpPr txBox="1">
              <a:spLocks noChangeArrowheads="1"/>
            </p:cNvSpPr>
            <p:nvPr/>
          </p:nvSpPr>
          <p:spPr bwMode="auto">
            <a:xfrm>
              <a:off x="5035550" y="31242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7</a:t>
              </a:r>
              <a:endParaRPr kumimoji="1" lang="en-US" altLang="zh-CN" sz="2800" b="1">
                <a:solidFill>
                  <a:srgbClr val="009900"/>
                </a:solidFill>
                <a:latin typeface="Times New Roman" panose="02020603050405020304" pitchFamily="18" charset="0"/>
                <a:ea typeface="宋体" panose="02010600030101010101" pitchFamily="2" charset="-122"/>
              </a:endParaRPr>
            </a:p>
          </p:txBody>
        </p:sp>
        <p:sp>
          <p:nvSpPr>
            <p:cNvPr id="47189" name="Text Box 112">
              <a:extLst>
                <a:ext uri="{FF2B5EF4-FFF2-40B4-BE49-F238E27FC236}">
                  <a16:creationId xmlns:a16="http://schemas.microsoft.com/office/drawing/2014/main" id="{8524F068-378C-AC11-46B7-BC955FE04E8E}"/>
                </a:ext>
              </a:extLst>
            </p:cNvPr>
            <p:cNvSpPr txBox="1">
              <a:spLocks noChangeArrowheads="1"/>
            </p:cNvSpPr>
            <p:nvPr/>
          </p:nvSpPr>
          <p:spPr bwMode="auto">
            <a:xfrm>
              <a:off x="6553200" y="46783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8</a:t>
              </a:r>
              <a:endParaRPr kumimoji="1" lang="en-US" altLang="zh-CN" sz="2800" b="1">
                <a:solidFill>
                  <a:srgbClr val="009900"/>
                </a:solidFill>
                <a:latin typeface="Times New Roman" panose="02020603050405020304" pitchFamily="18" charset="0"/>
                <a:ea typeface="宋体" panose="02010600030101010101" pitchFamily="2" charset="-122"/>
              </a:endParaRPr>
            </a:p>
          </p:txBody>
        </p:sp>
        <p:sp>
          <p:nvSpPr>
            <p:cNvPr id="47190" name="Text Box 113">
              <a:extLst>
                <a:ext uri="{FF2B5EF4-FFF2-40B4-BE49-F238E27FC236}">
                  <a16:creationId xmlns:a16="http://schemas.microsoft.com/office/drawing/2014/main" id="{1A5662FD-AE00-FD42-35B4-C5950C560341}"/>
                </a:ext>
              </a:extLst>
            </p:cNvPr>
            <p:cNvSpPr txBox="1">
              <a:spLocks noChangeArrowheads="1"/>
            </p:cNvSpPr>
            <p:nvPr/>
          </p:nvSpPr>
          <p:spPr bwMode="auto">
            <a:xfrm>
              <a:off x="7778750" y="46783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9</a:t>
              </a:r>
              <a:endParaRPr kumimoji="1" lang="en-US" altLang="zh-CN" sz="2800" b="1">
                <a:solidFill>
                  <a:srgbClr val="009900"/>
                </a:solidFill>
                <a:latin typeface="Times New Roman" panose="02020603050405020304" pitchFamily="18" charset="0"/>
                <a:ea typeface="宋体" panose="02010600030101010101" pitchFamily="2" charset="-122"/>
              </a:endParaRPr>
            </a:p>
          </p:txBody>
        </p:sp>
        <p:sp>
          <p:nvSpPr>
            <p:cNvPr id="47191" name="Text Box 114">
              <a:extLst>
                <a:ext uri="{FF2B5EF4-FFF2-40B4-BE49-F238E27FC236}">
                  <a16:creationId xmlns:a16="http://schemas.microsoft.com/office/drawing/2014/main" id="{FF7EAE2E-8AC2-93A0-D32A-F58679E3BE49}"/>
                </a:ext>
              </a:extLst>
            </p:cNvPr>
            <p:cNvSpPr txBox="1">
              <a:spLocks noChangeArrowheads="1"/>
            </p:cNvSpPr>
            <p:nvPr/>
          </p:nvSpPr>
          <p:spPr bwMode="auto">
            <a:xfrm>
              <a:off x="2193925" y="4983163"/>
              <a:ext cx="9969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zh-CN" altLang="en-US" sz="3200">
                  <a:latin typeface="Times New Roman" panose="02020603050405020304" pitchFamily="18" charset="0"/>
                  <a:ea typeface="隶书" panose="02010509060101010101" pitchFamily="49" charset="-122"/>
                </a:rPr>
                <a:t>前进</a:t>
              </a:r>
              <a:endParaRPr kumimoji="1" lang="zh-CN" altLang="en-US" sz="2400">
                <a:latin typeface="Times New Roman" panose="02020603050405020304" pitchFamily="18" charset="0"/>
                <a:ea typeface="宋体" panose="02010600030101010101" pitchFamily="2" charset="-122"/>
              </a:endParaRPr>
            </a:p>
          </p:txBody>
        </p:sp>
        <p:sp>
          <p:nvSpPr>
            <p:cNvPr id="47192" name="Line 115">
              <a:extLst>
                <a:ext uri="{FF2B5EF4-FFF2-40B4-BE49-F238E27FC236}">
                  <a16:creationId xmlns:a16="http://schemas.microsoft.com/office/drawing/2014/main" id="{310DAAF1-E079-4F38-04CA-969DD938C93C}"/>
                </a:ext>
              </a:extLst>
            </p:cNvPr>
            <p:cNvSpPr>
              <a:spLocks noChangeShapeType="1"/>
            </p:cNvSpPr>
            <p:nvPr/>
          </p:nvSpPr>
          <p:spPr bwMode="auto">
            <a:xfrm>
              <a:off x="3276600" y="5334000"/>
              <a:ext cx="914400" cy="0"/>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93" name="Text Box 116">
              <a:extLst>
                <a:ext uri="{FF2B5EF4-FFF2-40B4-BE49-F238E27FC236}">
                  <a16:creationId xmlns:a16="http://schemas.microsoft.com/office/drawing/2014/main" id="{62D5FF83-ECAB-742C-F6AF-895DCE77CEB9}"/>
                </a:ext>
              </a:extLst>
            </p:cNvPr>
            <p:cNvSpPr txBox="1">
              <a:spLocks noChangeArrowheads="1"/>
            </p:cNvSpPr>
            <p:nvPr/>
          </p:nvSpPr>
          <p:spPr bwMode="auto">
            <a:xfrm>
              <a:off x="4572000" y="4983163"/>
              <a:ext cx="9969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zh-CN" altLang="en-US" sz="3200">
                  <a:solidFill>
                    <a:srgbClr val="009900"/>
                  </a:solidFill>
                  <a:latin typeface="Times New Roman" panose="02020603050405020304" pitchFamily="18" charset="0"/>
                  <a:ea typeface="隶书" panose="02010509060101010101" pitchFamily="49" charset="-122"/>
                </a:rPr>
                <a:t>回退</a:t>
              </a:r>
              <a:endParaRPr kumimoji="1" lang="zh-CN" altLang="en-US" sz="2400">
                <a:latin typeface="Times New Roman" panose="02020603050405020304" pitchFamily="18" charset="0"/>
                <a:ea typeface="宋体" panose="02010600030101010101" pitchFamily="2" charset="-122"/>
              </a:endParaRPr>
            </a:p>
          </p:txBody>
        </p:sp>
        <p:sp>
          <p:nvSpPr>
            <p:cNvPr id="47194" name="Line 117">
              <a:extLst>
                <a:ext uri="{FF2B5EF4-FFF2-40B4-BE49-F238E27FC236}">
                  <a16:creationId xmlns:a16="http://schemas.microsoft.com/office/drawing/2014/main" id="{4D28C6AA-9E65-CFE1-5A2F-3BCE6166CF56}"/>
                </a:ext>
              </a:extLst>
            </p:cNvPr>
            <p:cNvSpPr>
              <a:spLocks noChangeShapeType="1"/>
            </p:cNvSpPr>
            <p:nvPr/>
          </p:nvSpPr>
          <p:spPr bwMode="auto">
            <a:xfrm>
              <a:off x="5791200" y="5334000"/>
              <a:ext cx="914400" cy="0"/>
            </a:xfrm>
            <a:prstGeom prst="line">
              <a:avLst/>
            </a:prstGeom>
            <a:noFill/>
            <a:ln w="28575">
              <a:solidFill>
                <a:srgbClr val="009900"/>
              </a:solidFill>
              <a:prstDash val="sysDot"/>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95" name="Text Box 118">
              <a:extLst>
                <a:ext uri="{FF2B5EF4-FFF2-40B4-BE49-F238E27FC236}">
                  <a16:creationId xmlns:a16="http://schemas.microsoft.com/office/drawing/2014/main" id="{81F1D480-7DFE-A727-EFD7-843FBC1236C1}"/>
                </a:ext>
              </a:extLst>
            </p:cNvPr>
            <p:cNvSpPr txBox="1">
              <a:spLocks noChangeArrowheads="1"/>
            </p:cNvSpPr>
            <p:nvPr/>
          </p:nvSpPr>
          <p:spPr bwMode="auto">
            <a:xfrm>
              <a:off x="555625" y="5505450"/>
              <a:ext cx="77501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zh-CN" altLang="en-US" sz="3200" b="1">
                  <a:solidFill>
                    <a:srgbClr val="009900"/>
                  </a:solidFill>
                  <a:latin typeface="Times New Roman" panose="02020603050405020304" pitchFamily="18" charset="0"/>
                  <a:ea typeface="仿宋_GB2312" pitchFamily="49" charset="-122"/>
                </a:rPr>
                <a:t>深度优先搜索过程              深度优先生成树</a:t>
              </a:r>
              <a:endParaRPr kumimoji="1" lang="zh-CN" altLang="en-US" sz="2400">
                <a:latin typeface="Times New Roman" panose="02020603050405020304" pitchFamily="18" charset="0"/>
                <a:ea typeface="宋体" panose="02010600030101010101" pitchFamily="2" charset="-122"/>
              </a:endParaRPr>
            </a:p>
          </p:txBody>
        </p:sp>
      </p:grpSp>
      <p:sp>
        <p:nvSpPr>
          <p:cNvPr id="3" name="灯片编号占位符 2">
            <a:extLst>
              <a:ext uri="{FF2B5EF4-FFF2-40B4-BE49-F238E27FC236}">
                <a16:creationId xmlns:a16="http://schemas.microsoft.com/office/drawing/2014/main" id="{9BA86E78-A25C-BEF8-3958-587724ACC163}"/>
              </a:ext>
            </a:extLst>
          </p:cNvPr>
          <p:cNvSpPr>
            <a:spLocks noGrp="1"/>
          </p:cNvSpPr>
          <p:nvPr>
            <p:ph type="sldNum" sz="quarter" idx="12"/>
          </p:nvPr>
        </p:nvSpPr>
        <p:spPr/>
        <p:txBody>
          <a:bodyPr/>
          <a:lstStyle/>
          <a:p>
            <a:pPr>
              <a:defRPr/>
            </a:pPr>
            <a:fld id="{2E0F9FB0-350A-4A87-9CD5-1F022F266B97}" type="slidenum">
              <a:rPr lang="en-US" altLang="zh-CN" smtClean="0"/>
              <a:pPr>
                <a:defRPr/>
              </a:pPr>
              <a:t>37</a:t>
            </a:fld>
            <a:endParaRPr lang="en-US" altLang="zh-CN"/>
          </a:p>
        </p:txBody>
      </p:sp>
    </p:spTree>
  </p:cSld>
  <p:clrMapOvr>
    <a:masterClrMapping/>
  </p:clrMapOvr>
  <p:transition>
    <p:zo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C15B4D-3746-491D-873F-32E5493675F3}"/>
              </a:ext>
            </a:extLst>
          </p:cNvPr>
          <p:cNvSpPr>
            <a:spLocks noGrp="1"/>
          </p:cNvSpPr>
          <p:nvPr>
            <p:ph type="title"/>
          </p:nvPr>
        </p:nvSpPr>
        <p:spPr/>
        <p:txBody>
          <a:bodyPr/>
          <a:lstStyle/>
          <a:p>
            <a:r>
              <a:rPr lang="zh-CN" altLang="en-US" dirty="0"/>
              <a:t>图的深度优先搜索算法</a:t>
            </a:r>
          </a:p>
        </p:txBody>
      </p:sp>
      <p:sp>
        <p:nvSpPr>
          <p:cNvPr id="3" name="内容占位符 2">
            <a:extLst>
              <a:ext uri="{FF2B5EF4-FFF2-40B4-BE49-F238E27FC236}">
                <a16:creationId xmlns:a16="http://schemas.microsoft.com/office/drawing/2014/main" id="{91DD071F-C6CF-4583-AA76-18E8AA794EAE}"/>
              </a:ext>
            </a:extLst>
          </p:cNvPr>
          <p:cNvSpPr>
            <a:spLocks noGrp="1"/>
          </p:cNvSpPr>
          <p:nvPr>
            <p:ph idx="1"/>
          </p:nvPr>
        </p:nvSpPr>
        <p:spPr/>
        <p:txBody>
          <a:bodyPr>
            <a:normAutofit fontScale="85000" lnSpcReduction="20000"/>
          </a:bodyPr>
          <a:lstStyle/>
          <a:p>
            <a:pPr marL="0" indent="0">
              <a:buNone/>
            </a:pPr>
            <a:r>
              <a:rPr lang="en-US" altLang="zh-CN" dirty="0"/>
              <a:t>template&lt;class T, class E&gt; </a:t>
            </a:r>
          </a:p>
          <a:p>
            <a:pPr marL="0" indent="0">
              <a:buNone/>
            </a:pPr>
            <a:r>
              <a:rPr lang="en-US" altLang="zh-CN" dirty="0"/>
              <a:t>void DFS (Graph&lt;T, E&gt;&amp; G, const T&amp; v) {	</a:t>
            </a:r>
          </a:p>
          <a:p>
            <a:pPr marL="0" indent="0">
              <a:buNone/>
            </a:pPr>
            <a:r>
              <a:rPr lang="en-US" altLang="zh-CN" dirty="0"/>
              <a:t>    int </a:t>
            </a:r>
            <a:r>
              <a:rPr lang="en-US" altLang="zh-CN" dirty="0" err="1"/>
              <a:t>i</a:t>
            </a:r>
            <a:r>
              <a:rPr lang="en-US" altLang="zh-CN" dirty="0"/>
              <a:t>, loc, n = </a:t>
            </a:r>
            <a:r>
              <a:rPr lang="en-US" altLang="zh-CN" dirty="0" err="1"/>
              <a:t>G.NumberOfVertices</a:t>
            </a:r>
            <a:r>
              <a:rPr lang="en-US" altLang="zh-CN" dirty="0"/>
              <a:t>( );</a:t>
            </a:r>
          </a:p>
          <a:p>
            <a:pPr marL="0" indent="0">
              <a:buNone/>
            </a:pPr>
            <a:r>
              <a:rPr lang="en-US" altLang="zh-CN" dirty="0"/>
              <a:t>    bool * visited = new bool [n]; </a:t>
            </a:r>
          </a:p>
          <a:p>
            <a:pPr marL="0" indent="0">
              <a:buNone/>
            </a:pPr>
            <a:r>
              <a:rPr lang="en-US" altLang="zh-CN" dirty="0"/>
              <a:t>    for ( </a:t>
            </a:r>
            <a:r>
              <a:rPr lang="en-US" altLang="zh-CN" dirty="0" err="1"/>
              <a:t>i</a:t>
            </a:r>
            <a:r>
              <a:rPr lang="en-US" altLang="zh-CN" dirty="0"/>
              <a:t> = 0; </a:t>
            </a:r>
            <a:r>
              <a:rPr lang="en-US" altLang="zh-CN" dirty="0" err="1"/>
              <a:t>i</a:t>
            </a:r>
            <a:r>
              <a:rPr lang="en-US" altLang="zh-CN" dirty="0"/>
              <a:t> &lt; n; </a:t>
            </a:r>
            <a:r>
              <a:rPr lang="en-US" altLang="zh-CN" dirty="0" err="1"/>
              <a:t>i</a:t>
            </a:r>
            <a:r>
              <a:rPr lang="en-US" altLang="zh-CN" dirty="0"/>
              <a:t>++ )        //</a:t>
            </a:r>
            <a:r>
              <a:rPr lang="zh-CN" altLang="en-US" dirty="0"/>
              <a:t>访问数组 </a:t>
            </a:r>
          </a:p>
          <a:p>
            <a:pPr marL="0" indent="0">
              <a:buNone/>
            </a:pPr>
            <a:r>
              <a:rPr lang="zh-CN" altLang="en-US" dirty="0"/>
              <a:t>        </a:t>
            </a:r>
            <a:r>
              <a:rPr lang="en-US" altLang="zh-CN" dirty="0"/>
              <a:t>visited [</a:t>
            </a:r>
            <a:r>
              <a:rPr lang="en-US" altLang="zh-CN" dirty="0" err="1"/>
              <a:t>i</a:t>
            </a:r>
            <a:r>
              <a:rPr lang="en-US" altLang="zh-CN" dirty="0"/>
              <a:t>] = false;           //visited </a:t>
            </a:r>
            <a:r>
              <a:rPr lang="zh-CN" altLang="en-US" dirty="0"/>
              <a:t>初始化</a:t>
            </a:r>
          </a:p>
          <a:p>
            <a:pPr marL="0" indent="0">
              <a:buNone/>
            </a:pPr>
            <a:r>
              <a:rPr lang="zh-CN" altLang="en-US" dirty="0"/>
              <a:t>    </a:t>
            </a:r>
            <a:r>
              <a:rPr lang="en-US" altLang="zh-CN" dirty="0"/>
              <a:t>loc = </a:t>
            </a:r>
            <a:r>
              <a:rPr lang="en-US" altLang="zh-CN" dirty="0" err="1"/>
              <a:t>G.getVertexPos</a:t>
            </a:r>
            <a:r>
              <a:rPr lang="en-US" altLang="zh-CN" dirty="0"/>
              <a:t>(v);</a:t>
            </a:r>
          </a:p>
          <a:p>
            <a:pPr marL="0" indent="0">
              <a:buNone/>
            </a:pPr>
            <a:r>
              <a:rPr lang="en-US" altLang="zh-CN" dirty="0"/>
              <a:t>    DFS (G, loc, visited );         //</a:t>
            </a:r>
            <a:r>
              <a:rPr lang="zh-CN" altLang="en-US" dirty="0"/>
              <a:t>开始搜索</a:t>
            </a:r>
          </a:p>
          <a:p>
            <a:pPr marL="0" indent="0">
              <a:buNone/>
            </a:pPr>
            <a:r>
              <a:rPr lang="zh-CN" altLang="en-US" dirty="0"/>
              <a:t>    </a:t>
            </a:r>
            <a:r>
              <a:rPr lang="en-US" altLang="zh-CN" dirty="0"/>
              <a:t>delete [ ] visited;               //</a:t>
            </a:r>
            <a:r>
              <a:rPr lang="zh-CN" altLang="en-US" dirty="0"/>
              <a:t>释放 </a:t>
            </a:r>
            <a:r>
              <a:rPr lang="en-US" altLang="zh-CN" dirty="0"/>
              <a:t>visited </a:t>
            </a:r>
          </a:p>
          <a:p>
            <a:pPr marL="0" indent="0">
              <a:buNone/>
            </a:pPr>
            <a:r>
              <a:rPr lang="en-US" altLang="zh-CN" dirty="0"/>
              <a:t>}</a:t>
            </a:r>
            <a:endParaRPr lang="zh-CN" altLang="en-US" dirty="0"/>
          </a:p>
        </p:txBody>
      </p:sp>
      <p:sp>
        <p:nvSpPr>
          <p:cNvPr id="4" name="灯片编号占位符 3">
            <a:extLst>
              <a:ext uri="{FF2B5EF4-FFF2-40B4-BE49-F238E27FC236}">
                <a16:creationId xmlns:a16="http://schemas.microsoft.com/office/drawing/2014/main" id="{48AEB006-6400-8A2B-B03C-D15C5B0FBB3A}"/>
              </a:ext>
            </a:extLst>
          </p:cNvPr>
          <p:cNvSpPr>
            <a:spLocks noGrp="1"/>
          </p:cNvSpPr>
          <p:nvPr>
            <p:ph type="sldNum" sz="quarter" idx="12"/>
          </p:nvPr>
        </p:nvSpPr>
        <p:spPr/>
        <p:txBody>
          <a:bodyPr/>
          <a:lstStyle/>
          <a:p>
            <a:pPr>
              <a:defRPr/>
            </a:pPr>
            <a:fld id="{2E0F9FB0-350A-4A87-9CD5-1F022F266B97}" type="slidenum">
              <a:rPr lang="en-US" altLang="zh-CN" smtClean="0"/>
              <a:pPr>
                <a:defRPr/>
              </a:pPr>
              <a:t>38</a:t>
            </a:fld>
            <a:endParaRPr lang="en-US" altLang="zh-CN"/>
          </a:p>
        </p:txBody>
      </p:sp>
    </p:spTree>
  </p:cSld>
  <p:clrMapOvr>
    <a:masterClrMapping/>
  </p:clrMapOvr>
  <p:transition>
    <p:zo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55CCF93-490B-49DE-9AE5-491376915F5A}"/>
              </a:ext>
            </a:extLst>
          </p:cNvPr>
          <p:cNvSpPr>
            <a:spLocks noGrp="1"/>
          </p:cNvSpPr>
          <p:nvPr>
            <p:ph idx="1"/>
          </p:nvPr>
        </p:nvSpPr>
        <p:spPr>
          <a:xfrm>
            <a:off x="628650" y="548680"/>
            <a:ext cx="7886700" cy="5628283"/>
          </a:xfrm>
        </p:spPr>
        <p:txBody>
          <a:bodyPr>
            <a:normAutofit fontScale="77500" lnSpcReduction="20000"/>
          </a:bodyPr>
          <a:lstStyle/>
          <a:p>
            <a:pPr marL="0" indent="0">
              <a:buNone/>
            </a:pPr>
            <a:r>
              <a:rPr lang="en-US" altLang="zh-CN" dirty="0"/>
              <a:t>template&lt;class T, class E&gt;</a:t>
            </a:r>
          </a:p>
          <a:p>
            <a:pPr marL="0" indent="0">
              <a:buNone/>
            </a:pPr>
            <a:r>
              <a:rPr lang="en-US" altLang="zh-CN" dirty="0"/>
              <a:t>void DFS ( Graph&lt;T, E&gt;&amp; G, int v, </a:t>
            </a:r>
          </a:p>
          <a:p>
            <a:pPr marL="0" indent="0">
              <a:buNone/>
            </a:pPr>
            <a:r>
              <a:rPr lang="en-US" altLang="zh-CN" dirty="0"/>
              <a:t>bool visited [ ] ) {        </a:t>
            </a:r>
          </a:p>
          <a:p>
            <a:pPr marL="0" indent="0">
              <a:buNone/>
            </a:pPr>
            <a:r>
              <a:rPr lang="en-US" altLang="zh-CN" dirty="0"/>
              <a:t>    </a:t>
            </a:r>
            <a:r>
              <a:rPr lang="en-US" altLang="zh-CN" dirty="0" err="1"/>
              <a:t>cout</a:t>
            </a:r>
            <a:r>
              <a:rPr lang="en-US" altLang="zh-CN" dirty="0"/>
              <a:t> &lt;&lt; </a:t>
            </a:r>
            <a:r>
              <a:rPr lang="en-US" altLang="zh-CN" dirty="0" err="1"/>
              <a:t>G.getValue</a:t>
            </a:r>
            <a:r>
              <a:rPr lang="en-US" altLang="zh-CN" dirty="0"/>
              <a:t> (v) &lt;&lt; ' ';  //</a:t>
            </a:r>
            <a:r>
              <a:rPr lang="zh-CN" altLang="en-US" dirty="0"/>
              <a:t>访问顶点 </a:t>
            </a:r>
            <a:r>
              <a:rPr lang="en-US" altLang="zh-CN" dirty="0"/>
              <a:t>v</a:t>
            </a:r>
          </a:p>
          <a:p>
            <a:pPr marL="0" indent="0">
              <a:buNone/>
            </a:pPr>
            <a:r>
              <a:rPr lang="en-US" altLang="zh-CN" dirty="0"/>
              <a:t>    visited[v] = true;	        //</a:t>
            </a:r>
            <a:r>
              <a:rPr lang="zh-CN" altLang="en-US" dirty="0"/>
              <a:t>顶点 </a:t>
            </a:r>
            <a:r>
              <a:rPr lang="en-US" altLang="zh-CN" dirty="0"/>
              <a:t>v </a:t>
            </a:r>
            <a:r>
              <a:rPr lang="zh-CN" altLang="en-US" dirty="0"/>
              <a:t>作访问标记</a:t>
            </a:r>
          </a:p>
          <a:p>
            <a:pPr marL="0" indent="0">
              <a:buNone/>
            </a:pPr>
            <a:r>
              <a:rPr lang="zh-CN" altLang="en-US" dirty="0"/>
              <a:t>    </a:t>
            </a:r>
            <a:r>
              <a:rPr lang="en-US" altLang="zh-CN" dirty="0"/>
              <a:t>int w = </a:t>
            </a:r>
            <a:r>
              <a:rPr lang="en-US" altLang="zh-CN" dirty="0" err="1"/>
              <a:t>G.getFirstNeighbor</a:t>
            </a:r>
            <a:r>
              <a:rPr lang="en-US" altLang="zh-CN" dirty="0"/>
              <a:t> (v);</a:t>
            </a:r>
          </a:p>
          <a:p>
            <a:pPr marL="0" indent="0">
              <a:buNone/>
            </a:pPr>
            <a:r>
              <a:rPr lang="en-US" altLang="zh-CN" dirty="0"/>
              <a:t>    while ( w != -1 ) {	    //</a:t>
            </a:r>
            <a:r>
              <a:rPr lang="zh-CN" altLang="en-US" dirty="0"/>
              <a:t>若邻接顶点 </a:t>
            </a:r>
            <a:r>
              <a:rPr lang="en-US" altLang="zh-CN" dirty="0"/>
              <a:t>w </a:t>
            </a:r>
            <a:r>
              <a:rPr lang="zh-CN" altLang="en-US" dirty="0"/>
              <a:t>存在</a:t>
            </a:r>
          </a:p>
          <a:p>
            <a:pPr marL="0" indent="0">
              <a:buNone/>
            </a:pPr>
            <a:r>
              <a:rPr lang="zh-CN" altLang="en-US" dirty="0"/>
              <a:t>        </a:t>
            </a:r>
            <a:r>
              <a:rPr lang="en-US" altLang="zh-CN" dirty="0"/>
              <a:t>if ( visited[w] == false)  DFS ( G, w, visited );</a:t>
            </a:r>
          </a:p>
          <a:p>
            <a:pPr marL="0" indent="0">
              <a:buNone/>
            </a:pPr>
            <a:r>
              <a:rPr lang="en-US" altLang="zh-CN" dirty="0"/>
              <a:t>             //</a:t>
            </a:r>
            <a:r>
              <a:rPr lang="zh-CN" altLang="en-US" dirty="0"/>
              <a:t>若顶点 </a:t>
            </a:r>
            <a:r>
              <a:rPr lang="en-US" altLang="zh-CN" dirty="0"/>
              <a:t>w </a:t>
            </a:r>
            <a:r>
              <a:rPr lang="zh-CN" altLang="en-US" dirty="0"/>
              <a:t>未访问过</a:t>
            </a:r>
            <a:r>
              <a:rPr lang="en-US" altLang="zh-CN" dirty="0"/>
              <a:t>, </a:t>
            </a:r>
            <a:r>
              <a:rPr lang="zh-CN" altLang="en-US" dirty="0"/>
              <a:t>递归访问顶点 </a:t>
            </a:r>
            <a:r>
              <a:rPr lang="en-US" altLang="zh-CN" dirty="0"/>
              <a:t>w</a:t>
            </a:r>
          </a:p>
          <a:p>
            <a:pPr marL="0" indent="0">
              <a:buNone/>
            </a:pPr>
            <a:r>
              <a:rPr lang="en-US" altLang="zh-CN" dirty="0"/>
              <a:t>        w = </a:t>
            </a:r>
            <a:r>
              <a:rPr lang="en-US" altLang="zh-CN" dirty="0" err="1"/>
              <a:t>G.getNextNeighbor</a:t>
            </a:r>
            <a:r>
              <a:rPr lang="en-US" altLang="zh-CN" dirty="0"/>
              <a:t> ( v, w );</a:t>
            </a:r>
          </a:p>
          <a:p>
            <a:pPr marL="0" indent="0">
              <a:buNone/>
            </a:pPr>
            <a:r>
              <a:rPr lang="en-US" altLang="zh-CN" dirty="0"/>
              <a:t>        //</a:t>
            </a:r>
            <a:r>
              <a:rPr lang="zh-CN" altLang="en-US" dirty="0"/>
              <a:t>取顶点 </a:t>
            </a:r>
            <a:r>
              <a:rPr lang="en-US" altLang="zh-CN" dirty="0"/>
              <a:t>v </a:t>
            </a:r>
            <a:r>
              <a:rPr lang="zh-CN" altLang="en-US" dirty="0"/>
              <a:t>排在 </a:t>
            </a:r>
            <a:r>
              <a:rPr lang="en-US" altLang="zh-CN" dirty="0"/>
              <a:t>w </a:t>
            </a:r>
            <a:r>
              <a:rPr lang="zh-CN" altLang="en-US" dirty="0"/>
              <a:t>后的下一个邻接顶点</a:t>
            </a:r>
          </a:p>
          <a:p>
            <a:pPr marL="0" indent="0">
              <a:buNone/>
            </a:pPr>
            <a:r>
              <a:rPr lang="zh-CN" altLang="en-US" dirty="0"/>
              <a:t>    </a:t>
            </a:r>
            <a:r>
              <a:rPr lang="en-US" altLang="zh-CN" dirty="0"/>
              <a:t>}</a:t>
            </a:r>
          </a:p>
          <a:p>
            <a:pPr marL="0" indent="0">
              <a:buNone/>
            </a:pPr>
            <a:r>
              <a:rPr lang="en-US" altLang="zh-CN" dirty="0"/>
              <a:t>}						</a:t>
            </a:r>
          </a:p>
          <a:p>
            <a:pPr marL="0" indent="0">
              <a:buNone/>
            </a:pPr>
            <a:endParaRPr lang="zh-CN" altLang="en-US" dirty="0"/>
          </a:p>
        </p:txBody>
      </p:sp>
      <p:sp>
        <p:nvSpPr>
          <p:cNvPr id="2" name="灯片编号占位符 1">
            <a:extLst>
              <a:ext uri="{FF2B5EF4-FFF2-40B4-BE49-F238E27FC236}">
                <a16:creationId xmlns:a16="http://schemas.microsoft.com/office/drawing/2014/main" id="{B8416E17-52ED-D217-69E1-58D6517B6CBA}"/>
              </a:ext>
            </a:extLst>
          </p:cNvPr>
          <p:cNvSpPr>
            <a:spLocks noGrp="1"/>
          </p:cNvSpPr>
          <p:nvPr>
            <p:ph type="sldNum" sz="quarter" idx="12"/>
          </p:nvPr>
        </p:nvSpPr>
        <p:spPr/>
        <p:txBody>
          <a:bodyPr/>
          <a:lstStyle/>
          <a:p>
            <a:pPr>
              <a:defRPr/>
            </a:pPr>
            <a:fld id="{2E0F9FB0-350A-4A87-9CD5-1F022F266B97}" type="slidenum">
              <a:rPr lang="en-US" altLang="zh-CN" smtClean="0"/>
              <a:pPr>
                <a:defRPr/>
              </a:pPr>
              <a:t>39</a:t>
            </a:fld>
            <a:endParaRPr lang="en-US" altLang="zh-CN"/>
          </a:p>
        </p:txBody>
      </p:sp>
    </p:spTree>
  </p:cSld>
  <p:clrMapOvr>
    <a:masterClrMapping/>
  </p:clrMapOvr>
  <p:transition>
    <p:zo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293AB720-4DCB-2AC6-5CBB-718A669A5B84}"/>
              </a:ext>
            </a:extLst>
          </p:cNvPr>
          <p:cNvSpPr>
            <a:spLocks noGrp="1" noChangeArrowheads="1"/>
          </p:cNvSpPr>
          <p:nvPr>
            <p:ph type="title"/>
          </p:nvPr>
        </p:nvSpPr>
        <p:spPr/>
        <p:txBody>
          <a:bodyPr/>
          <a:lstStyle/>
          <a:p>
            <a:r>
              <a:rPr lang="zh-CN" altLang="en-US"/>
              <a:t>性能分析</a:t>
            </a:r>
          </a:p>
        </p:txBody>
      </p:sp>
      <p:sp>
        <p:nvSpPr>
          <p:cNvPr id="51203" name="Rectangle 3">
            <a:extLst>
              <a:ext uri="{FF2B5EF4-FFF2-40B4-BE49-F238E27FC236}">
                <a16:creationId xmlns:a16="http://schemas.microsoft.com/office/drawing/2014/main" id="{895C14A5-394D-5F19-CF87-61F469B8193B}"/>
              </a:ext>
            </a:extLst>
          </p:cNvPr>
          <p:cNvSpPr>
            <a:spLocks noGrp="1" noChangeArrowheads="1"/>
          </p:cNvSpPr>
          <p:nvPr>
            <p:ph type="body" idx="1"/>
          </p:nvPr>
        </p:nvSpPr>
        <p:spPr>
          <a:xfrm>
            <a:off x="628650" y="1825625"/>
            <a:ext cx="8119814" cy="4351338"/>
          </a:xfrm>
        </p:spPr>
        <p:txBody>
          <a:bodyPr>
            <a:normAutofit fontScale="92500"/>
          </a:bodyPr>
          <a:lstStyle/>
          <a:p>
            <a:r>
              <a:rPr lang="zh-CN" altLang="en-US" dirty="0"/>
              <a:t>如果用邻接表表示图，时间复杂度为</a:t>
            </a:r>
            <a:r>
              <a:rPr lang="en-US" altLang="zh-CN" dirty="0"/>
              <a:t>O(</a:t>
            </a:r>
            <a:r>
              <a:rPr lang="en-US" altLang="zh-CN" dirty="0" err="1"/>
              <a:t>n+e</a:t>
            </a:r>
            <a:r>
              <a:rPr lang="en-US" altLang="zh-CN" dirty="0"/>
              <a:t>)</a:t>
            </a:r>
          </a:p>
          <a:p>
            <a:pPr lvl="1"/>
            <a:r>
              <a:rPr lang="zh-CN" altLang="en-US" dirty="0"/>
              <a:t>沿邻接表可依次取出顶点</a:t>
            </a:r>
            <a:r>
              <a:rPr lang="en-US" altLang="zh-CN" dirty="0"/>
              <a:t>v</a:t>
            </a:r>
            <a:r>
              <a:rPr lang="zh-CN" altLang="en-US" dirty="0"/>
              <a:t>的所有邻接顶点。</a:t>
            </a:r>
          </a:p>
          <a:p>
            <a:pPr lvl="2"/>
            <a:r>
              <a:rPr lang="zh-CN" altLang="en-US" dirty="0"/>
              <a:t>共有</a:t>
            </a:r>
            <a:r>
              <a:rPr lang="en-US" altLang="zh-CN" dirty="0"/>
              <a:t>2e</a:t>
            </a:r>
            <a:r>
              <a:rPr lang="zh-CN" altLang="en-US" dirty="0"/>
              <a:t>个边结点</a:t>
            </a:r>
          </a:p>
          <a:p>
            <a:pPr lvl="1"/>
            <a:r>
              <a:rPr lang="zh-CN" altLang="en-US" dirty="0"/>
              <a:t>每个顶点只访问一次</a:t>
            </a:r>
          </a:p>
          <a:p>
            <a:r>
              <a:rPr lang="zh-CN" altLang="en-US" dirty="0"/>
              <a:t>如果用邻接矩阵表示，时间复杂度为</a:t>
            </a:r>
            <a:r>
              <a:rPr lang="en-US" altLang="zh-CN" dirty="0"/>
              <a:t>O(n</a:t>
            </a:r>
            <a:r>
              <a:rPr lang="en-US" altLang="zh-CN" baseline="30000" dirty="0"/>
              <a:t>2</a:t>
            </a:r>
            <a:r>
              <a:rPr lang="en-US" altLang="zh-CN" dirty="0"/>
              <a:t>)</a:t>
            </a:r>
          </a:p>
          <a:p>
            <a:pPr lvl="1"/>
            <a:r>
              <a:rPr lang="zh-CN" altLang="en-US" dirty="0"/>
              <a:t>查找一个顶点的所有边需要</a:t>
            </a:r>
            <a:r>
              <a:rPr lang="en-US" altLang="zh-CN" dirty="0"/>
              <a:t>O(n)</a:t>
            </a:r>
          </a:p>
          <a:p>
            <a:pPr lvl="1"/>
            <a:r>
              <a:rPr lang="zh-CN" altLang="en-US" dirty="0"/>
              <a:t>需要访问</a:t>
            </a:r>
            <a:r>
              <a:rPr lang="en-US" altLang="zh-CN" dirty="0"/>
              <a:t>n</a:t>
            </a:r>
            <a:r>
              <a:rPr lang="zh-CN" altLang="en-US" dirty="0"/>
              <a:t>个顶点</a:t>
            </a:r>
          </a:p>
        </p:txBody>
      </p:sp>
      <p:sp>
        <p:nvSpPr>
          <p:cNvPr id="2" name="灯片编号占位符 1">
            <a:extLst>
              <a:ext uri="{FF2B5EF4-FFF2-40B4-BE49-F238E27FC236}">
                <a16:creationId xmlns:a16="http://schemas.microsoft.com/office/drawing/2014/main" id="{E23CF2EB-2058-5272-6865-03A9D4010CCD}"/>
              </a:ext>
            </a:extLst>
          </p:cNvPr>
          <p:cNvSpPr>
            <a:spLocks noGrp="1"/>
          </p:cNvSpPr>
          <p:nvPr>
            <p:ph type="sldNum" sz="quarter" idx="12"/>
          </p:nvPr>
        </p:nvSpPr>
        <p:spPr/>
        <p:txBody>
          <a:bodyPr/>
          <a:lstStyle/>
          <a:p>
            <a:pPr>
              <a:defRPr/>
            </a:pPr>
            <a:fld id="{2E0F9FB0-350A-4A87-9CD5-1F022F266B97}" type="slidenum">
              <a:rPr lang="en-US" altLang="zh-CN" smtClean="0"/>
              <a:pPr>
                <a:defRPr/>
              </a:pPr>
              <a:t>40</a:t>
            </a:fld>
            <a:endParaRPr lang="en-US" altLang="zh-CN"/>
          </a:p>
        </p:txBody>
      </p:sp>
    </p:spTree>
  </p:cSld>
  <p:clrMapOvr>
    <a:masterClrMapping/>
  </p:clrMapOvr>
  <p:transition>
    <p:spli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6E72576F-0181-6040-F6C8-3F27160FDBBB}"/>
              </a:ext>
            </a:extLst>
          </p:cNvPr>
          <p:cNvSpPr>
            <a:spLocks noGrp="1" noChangeArrowheads="1"/>
          </p:cNvSpPr>
          <p:nvPr>
            <p:ph type="title"/>
          </p:nvPr>
        </p:nvSpPr>
        <p:spPr/>
        <p:txBody>
          <a:bodyPr/>
          <a:lstStyle/>
          <a:p>
            <a:r>
              <a:rPr lang="en-US" altLang="zh-CN"/>
              <a:t>8.3.2 </a:t>
            </a:r>
            <a:r>
              <a:rPr lang="zh-CN" altLang="en-US"/>
              <a:t>广度优先搜索</a:t>
            </a:r>
            <a:r>
              <a:rPr lang="en-US" altLang="zh-CN"/>
              <a:t>BFS </a:t>
            </a:r>
            <a:br>
              <a:rPr lang="en-US" altLang="zh-CN"/>
            </a:br>
            <a:r>
              <a:rPr lang="en-US" altLang="zh-CN"/>
              <a:t>( Breadth First Search )</a:t>
            </a:r>
          </a:p>
        </p:txBody>
      </p:sp>
      <p:sp>
        <p:nvSpPr>
          <p:cNvPr id="159747" name="Rectangle 3">
            <a:extLst>
              <a:ext uri="{FF2B5EF4-FFF2-40B4-BE49-F238E27FC236}">
                <a16:creationId xmlns:a16="http://schemas.microsoft.com/office/drawing/2014/main" id="{3E7E5074-B26C-85AB-6AD5-727C1831FE96}"/>
              </a:ext>
            </a:extLst>
          </p:cNvPr>
          <p:cNvSpPr>
            <a:spLocks noGrp="1" noChangeArrowheads="1"/>
          </p:cNvSpPr>
          <p:nvPr>
            <p:ph type="body" idx="1"/>
          </p:nvPr>
        </p:nvSpPr>
        <p:spPr/>
        <p:txBody>
          <a:bodyPr/>
          <a:lstStyle/>
          <a:p>
            <a:r>
              <a:rPr lang="zh-CN" altLang="en-US"/>
              <a:t>广度优先搜索的示例</a:t>
            </a:r>
          </a:p>
        </p:txBody>
      </p:sp>
      <p:grpSp>
        <p:nvGrpSpPr>
          <p:cNvPr id="3" name="组合 2">
            <a:extLst>
              <a:ext uri="{FF2B5EF4-FFF2-40B4-BE49-F238E27FC236}">
                <a16:creationId xmlns:a16="http://schemas.microsoft.com/office/drawing/2014/main" id="{FA3CE950-7CF4-4240-A0AF-B424AAB7E9F0}"/>
              </a:ext>
            </a:extLst>
          </p:cNvPr>
          <p:cNvGrpSpPr/>
          <p:nvPr/>
        </p:nvGrpSpPr>
        <p:grpSpPr>
          <a:xfrm>
            <a:off x="279400" y="2255837"/>
            <a:ext cx="8235950" cy="4056063"/>
            <a:chOff x="374650" y="1781175"/>
            <a:chExt cx="8235950" cy="4056063"/>
          </a:xfrm>
        </p:grpSpPr>
        <p:sp>
          <p:nvSpPr>
            <p:cNvPr id="52275" name="Text Box 54">
              <a:extLst>
                <a:ext uri="{FF2B5EF4-FFF2-40B4-BE49-F238E27FC236}">
                  <a16:creationId xmlns:a16="http://schemas.microsoft.com/office/drawing/2014/main" id="{FCEFED41-1404-382B-BE40-82AE77854120}"/>
                </a:ext>
              </a:extLst>
            </p:cNvPr>
            <p:cNvSpPr txBox="1">
              <a:spLocks noChangeArrowheads="1"/>
            </p:cNvSpPr>
            <p:nvPr/>
          </p:nvSpPr>
          <p:spPr bwMode="auto">
            <a:xfrm>
              <a:off x="781050" y="1781175"/>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dirty="0">
                  <a:solidFill>
                    <a:srgbClr val="009900"/>
                  </a:solidFill>
                  <a:latin typeface="Times New Roman" panose="02020603050405020304" pitchFamily="18" charset="0"/>
                  <a:ea typeface="宋体" panose="02010600030101010101" pitchFamily="2" charset="-122"/>
                </a:rPr>
                <a:t>1</a:t>
              </a:r>
              <a:endParaRPr kumimoji="1" lang="en-US" altLang="zh-CN" sz="2800" b="1" dirty="0">
                <a:solidFill>
                  <a:srgbClr val="009900"/>
                </a:solidFill>
                <a:latin typeface="Times New Roman" panose="02020603050405020304" pitchFamily="18" charset="0"/>
                <a:ea typeface="宋体" panose="02010600030101010101" pitchFamily="2" charset="-122"/>
              </a:endParaRPr>
            </a:p>
          </p:txBody>
        </p:sp>
        <p:sp>
          <p:nvSpPr>
            <p:cNvPr id="52276" name="Text Box 55">
              <a:extLst>
                <a:ext uri="{FF2B5EF4-FFF2-40B4-BE49-F238E27FC236}">
                  <a16:creationId xmlns:a16="http://schemas.microsoft.com/office/drawing/2014/main" id="{FAAC1D5A-876B-83EE-FBAC-CC36D6E38615}"/>
                </a:ext>
              </a:extLst>
            </p:cNvPr>
            <p:cNvSpPr txBox="1">
              <a:spLocks noChangeArrowheads="1"/>
            </p:cNvSpPr>
            <p:nvPr/>
          </p:nvSpPr>
          <p:spPr bwMode="auto">
            <a:xfrm>
              <a:off x="1974850" y="1781175"/>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2</a:t>
              </a:r>
              <a:endParaRPr kumimoji="1" lang="en-US" altLang="zh-CN" sz="2800" b="1">
                <a:solidFill>
                  <a:srgbClr val="009900"/>
                </a:solidFill>
                <a:latin typeface="Times New Roman" panose="02020603050405020304" pitchFamily="18" charset="0"/>
                <a:ea typeface="宋体" panose="02010600030101010101" pitchFamily="2" charset="-122"/>
              </a:endParaRPr>
            </a:p>
          </p:txBody>
        </p:sp>
        <p:sp>
          <p:nvSpPr>
            <p:cNvPr id="52281" name="Text Box 62">
              <a:extLst>
                <a:ext uri="{FF2B5EF4-FFF2-40B4-BE49-F238E27FC236}">
                  <a16:creationId xmlns:a16="http://schemas.microsoft.com/office/drawing/2014/main" id="{59877190-A364-9EB5-6873-70B79E6D263A}"/>
                </a:ext>
              </a:extLst>
            </p:cNvPr>
            <p:cNvSpPr txBox="1">
              <a:spLocks noChangeArrowheads="1"/>
            </p:cNvSpPr>
            <p:nvPr/>
          </p:nvSpPr>
          <p:spPr bwMode="auto">
            <a:xfrm>
              <a:off x="3194050" y="17827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5</a:t>
              </a:r>
              <a:endParaRPr kumimoji="1" lang="en-US" altLang="zh-CN" sz="2800" b="1">
                <a:solidFill>
                  <a:srgbClr val="009900"/>
                </a:solidFill>
                <a:latin typeface="Times New Roman" panose="02020603050405020304" pitchFamily="18" charset="0"/>
                <a:ea typeface="宋体" panose="02010600030101010101" pitchFamily="2" charset="-122"/>
              </a:endParaRPr>
            </a:p>
          </p:txBody>
        </p:sp>
        <p:sp>
          <p:nvSpPr>
            <p:cNvPr id="52292" name="Text Box 73">
              <a:extLst>
                <a:ext uri="{FF2B5EF4-FFF2-40B4-BE49-F238E27FC236}">
                  <a16:creationId xmlns:a16="http://schemas.microsoft.com/office/drawing/2014/main" id="{2B5C214F-B4B1-72FD-3DC9-0CCF9CC2A2E6}"/>
                </a:ext>
              </a:extLst>
            </p:cNvPr>
            <p:cNvSpPr txBox="1">
              <a:spLocks noChangeArrowheads="1"/>
            </p:cNvSpPr>
            <p:nvPr/>
          </p:nvSpPr>
          <p:spPr bwMode="auto">
            <a:xfrm>
              <a:off x="5435600" y="1781175"/>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1</a:t>
              </a:r>
              <a:endParaRPr kumimoji="1" lang="en-US" altLang="zh-CN" sz="2800" b="1">
                <a:solidFill>
                  <a:srgbClr val="009900"/>
                </a:solidFill>
                <a:latin typeface="Times New Roman" panose="02020603050405020304" pitchFamily="18" charset="0"/>
                <a:ea typeface="宋体" panose="02010600030101010101" pitchFamily="2" charset="-122"/>
              </a:endParaRPr>
            </a:p>
          </p:txBody>
        </p:sp>
        <p:sp>
          <p:nvSpPr>
            <p:cNvPr id="52293" name="Text Box 74">
              <a:extLst>
                <a:ext uri="{FF2B5EF4-FFF2-40B4-BE49-F238E27FC236}">
                  <a16:creationId xmlns:a16="http://schemas.microsoft.com/office/drawing/2014/main" id="{F1A5EF9E-C1FC-070A-BD62-9176946358C2}"/>
                </a:ext>
              </a:extLst>
            </p:cNvPr>
            <p:cNvSpPr txBox="1">
              <a:spLocks noChangeArrowheads="1"/>
            </p:cNvSpPr>
            <p:nvPr/>
          </p:nvSpPr>
          <p:spPr bwMode="auto">
            <a:xfrm>
              <a:off x="6629400" y="1781175"/>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2</a:t>
              </a:r>
              <a:endParaRPr kumimoji="1" lang="en-US" altLang="zh-CN" sz="2800" b="1">
                <a:solidFill>
                  <a:srgbClr val="009900"/>
                </a:solidFill>
                <a:latin typeface="Times New Roman" panose="02020603050405020304" pitchFamily="18" charset="0"/>
                <a:ea typeface="宋体" panose="02010600030101010101" pitchFamily="2" charset="-122"/>
              </a:endParaRPr>
            </a:p>
          </p:txBody>
        </p:sp>
        <p:sp>
          <p:nvSpPr>
            <p:cNvPr id="52296" name="Text Box 77">
              <a:extLst>
                <a:ext uri="{FF2B5EF4-FFF2-40B4-BE49-F238E27FC236}">
                  <a16:creationId xmlns:a16="http://schemas.microsoft.com/office/drawing/2014/main" id="{5A071B32-36ED-4DAB-B215-A8FC73377C6C}"/>
                </a:ext>
              </a:extLst>
            </p:cNvPr>
            <p:cNvSpPr txBox="1">
              <a:spLocks noChangeArrowheads="1"/>
            </p:cNvSpPr>
            <p:nvPr/>
          </p:nvSpPr>
          <p:spPr bwMode="auto">
            <a:xfrm>
              <a:off x="7766050" y="17827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dirty="0">
                  <a:solidFill>
                    <a:srgbClr val="009900"/>
                  </a:solidFill>
                  <a:latin typeface="Times New Roman" panose="02020603050405020304" pitchFamily="18" charset="0"/>
                  <a:ea typeface="宋体" panose="02010600030101010101" pitchFamily="2" charset="-122"/>
                </a:rPr>
                <a:t>5</a:t>
              </a:r>
              <a:endParaRPr kumimoji="1" lang="en-US" altLang="zh-CN" sz="2800" b="1" dirty="0">
                <a:solidFill>
                  <a:srgbClr val="009900"/>
                </a:solidFill>
                <a:latin typeface="Times New Roman" panose="02020603050405020304" pitchFamily="18" charset="0"/>
                <a:ea typeface="宋体" panose="02010600030101010101" pitchFamily="2" charset="-122"/>
              </a:endParaRPr>
            </a:p>
          </p:txBody>
        </p:sp>
        <p:sp>
          <p:nvSpPr>
            <p:cNvPr id="52228" name="Line 6">
              <a:extLst>
                <a:ext uri="{FF2B5EF4-FFF2-40B4-BE49-F238E27FC236}">
                  <a16:creationId xmlns:a16="http://schemas.microsoft.com/office/drawing/2014/main" id="{3B3D4621-0D9B-76D5-BDAB-636D72772ABC}"/>
                </a:ext>
              </a:extLst>
            </p:cNvPr>
            <p:cNvSpPr>
              <a:spLocks noChangeShapeType="1"/>
            </p:cNvSpPr>
            <p:nvPr/>
          </p:nvSpPr>
          <p:spPr bwMode="auto">
            <a:xfrm>
              <a:off x="5721350" y="2641600"/>
              <a:ext cx="1016000" cy="765175"/>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29" name="Line 7">
              <a:extLst>
                <a:ext uri="{FF2B5EF4-FFF2-40B4-BE49-F238E27FC236}">
                  <a16:creationId xmlns:a16="http://schemas.microsoft.com/office/drawing/2014/main" id="{2DF705E9-B4FF-6A02-ECFC-706619755244}"/>
                </a:ext>
              </a:extLst>
            </p:cNvPr>
            <p:cNvSpPr>
              <a:spLocks noChangeShapeType="1"/>
            </p:cNvSpPr>
            <p:nvPr/>
          </p:nvSpPr>
          <p:spPr bwMode="auto">
            <a:xfrm flipV="1">
              <a:off x="1143000" y="3581400"/>
              <a:ext cx="838200" cy="7620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0" name="Line 8">
              <a:extLst>
                <a:ext uri="{FF2B5EF4-FFF2-40B4-BE49-F238E27FC236}">
                  <a16:creationId xmlns:a16="http://schemas.microsoft.com/office/drawing/2014/main" id="{CA355F21-877A-ECCD-7DC4-DF71ECE9BC81}"/>
                </a:ext>
              </a:extLst>
            </p:cNvPr>
            <p:cNvSpPr>
              <a:spLocks noChangeShapeType="1"/>
            </p:cNvSpPr>
            <p:nvPr/>
          </p:nvSpPr>
          <p:spPr bwMode="auto">
            <a:xfrm>
              <a:off x="1143000" y="2667000"/>
              <a:ext cx="914400" cy="6858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1" name="Line 9">
              <a:extLst>
                <a:ext uri="{FF2B5EF4-FFF2-40B4-BE49-F238E27FC236}">
                  <a16:creationId xmlns:a16="http://schemas.microsoft.com/office/drawing/2014/main" id="{E894609F-3E24-6F8B-DB0F-831DDF79579F}"/>
                </a:ext>
              </a:extLst>
            </p:cNvPr>
            <p:cNvSpPr>
              <a:spLocks noChangeShapeType="1"/>
            </p:cNvSpPr>
            <p:nvPr/>
          </p:nvSpPr>
          <p:spPr bwMode="auto">
            <a:xfrm>
              <a:off x="2133600" y="2667000"/>
              <a:ext cx="0" cy="5334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2" name="Line 10">
              <a:extLst>
                <a:ext uri="{FF2B5EF4-FFF2-40B4-BE49-F238E27FC236}">
                  <a16:creationId xmlns:a16="http://schemas.microsoft.com/office/drawing/2014/main" id="{49CCE63C-E48A-97E9-8BE1-050BB8BCE2E0}"/>
                </a:ext>
              </a:extLst>
            </p:cNvPr>
            <p:cNvSpPr>
              <a:spLocks noChangeShapeType="1"/>
            </p:cNvSpPr>
            <p:nvPr/>
          </p:nvSpPr>
          <p:spPr bwMode="auto">
            <a:xfrm>
              <a:off x="1143000" y="4495800"/>
              <a:ext cx="1981200" cy="0"/>
            </a:xfrm>
            <a:prstGeom prst="line">
              <a:avLst/>
            </a:prstGeom>
            <a:noFill/>
            <a:ln w="28575">
              <a:solidFill>
                <a:schemeClr val="tx2"/>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3" name="Line 11">
              <a:extLst>
                <a:ext uri="{FF2B5EF4-FFF2-40B4-BE49-F238E27FC236}">
                  <a16:creationId xmlns:a16="http://schemas.microsoft.com/office/drawing/2014/main" id="{C4CD646E-53B0-FF9C-6375-9A0EC5C3E369}"/>
                </a:ext>
              </a:extLst>
            </p:cNvPr>
            <p:cNvSpPr>
              <a:spLocks noChangeShapeType="1"/>
            </p:cNvSpPr>
            <p:nvPr/>
          </p:nvSpPr>
          <p:spPr bwMode="auto">
            <a:xfrm>
              <a:off x="990600" y="2757488"/>
              <a:ext cx="0" cy="1600200"/>
            </a:xfrm>
            <a:prstGeom prst="line">
              <a:avLst/>
            </a:prstGeom>
            <a:noFill/>
            <a:ln w="28575">
              <a:solidFill>
                <a:schemeClr val="tx2"/>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4" name="Line 12">
              <a:extLst>
                <a:ext uri="{FF2B5EF4-FFF2-40B4-BE49-F238E27FC236}">
                  <a16:creationId xmlns:a16="http://schemas.microsoft.com/office/drawing/2014/main" id="{D8BD9D12-88AF-C83C-F1BE-CBA07E013D01}"/>
                </a:ext>
              </a:extLst>
            </p:cNvPr>
            <p:cNvSpPr>
              <a:spLocks noChangeShapeType="1"/>
            </p:cNvSpPr>
            <p:nvPr/>
          </p:nvSpPr>
          <p:spPr bwMode="auto">
            <a:xfrm>
              <a:off x="1143000" y="2514600"/>
              <a:ext cx="1981200" cy="0"/>
            </a:xfrm>
            <a:prstGeom prst="line">
              <a:avLst/>
            </a:prstGeom>
            <a:noFill/>
            <a:ln w="28575">
              <a:solidFill>
                <a:schemeClr val="tx2"/>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5" name="Oval 13" descr="粉色砂纸">
              <a:extLst>
                <a:ext uri="{FF2B5EF4-FFF2-40B4-BE49-F238E27FC236}">
                  <a16:creationId xmlns:a16="http://schemas.microsoft.com/office/drawing/2014/main" id="{1868BB80-1819-4AB4-8829-1CEACADF0EBB}"/>
                </a:ext>
              </a:extLst>
            </p:cNvPr>
            <p:cNvSpPr>
              <a:spLocks noChangeArrowheads="1"/>
            </p:cNvSpPr>
            <p:nvPr/>
          </p:nvSpPr>
          <p:spPr bwMode="auto">
            <a:xfrm>
              <a:off x="762000" y="2300288"/>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52236" name="Oval 14" descr="粉色砂纸">
              <a:extLst>
                <a:ext uri="{FF2B5EF4-FFF2-40B4-BE49-F238E27FC236}">
                  <a16:creationId xmlns:a16="http://schemas.microsoft.com/office/drawing/2014/main" id="{73D6A628-4A73-61BD-A2AE-691D3C753BC0}"/>
                </a:ext>
              </a:extLst>
            </p:cNvPr>
            <p:cNvSpPr>
              <a:spLocks noChangeArrowheads="1"/>
            </p:cNvSpPr>
            <p:nvPr/>
          </p:nvSpPr>
          <p:spPr bwMode="auto">
            <a:xfrm>
              <a:off x="3124200" y="2300288"/>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52237" name="Oval 15" descr="粉色砂纸">
              <a:extLst>
                <a:ext uri="{FF2B5EF4-FFF2-40B4-BE49-F238E27FC236}">
                  <a16:creationId xmlns:a16="http://schemas.microsoft.com/office/drawing/2014/main" id="{91463DB0-F380-FE11-3769-EC08F3D5CEDA}"/>
                </a:ext>
              </a:extLst>
            </p:cNvPr>
            <p:cNvSpPr>
              <a:spLocks noChangeArrowheads="1"/>
            </p:cNvSpPr>
            <p:nvPr/>
          </p:nvSpPr>
          <p:spPr bwMode="auto">
            <a:xfrm>
              <a:off x="762000" y="3227388"/>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52238" name="Oval 16" descr="粉色砂纸">
              <a:extLst>
                <a:ext uri="{FF2B5EF4-FFF2-40B4-BE49-F238E27FC236}">
                  <a16:creationId xmlns:a16="http://schemas.microsoft.com/office/drawing/2014/main" id="{EC484381-6D05-59FF-687B-1B2B4E9EB850}"/>
                </a:ext>
              </a:extLst>
            </p:cNvPr>
            <p:cNvSpPr>
              <a:spLocks noChangeArrowheads="1"/>
            </p:cNvSpPr>
            <p:nvPr/>
          </p:nvSpPr>
          <p:spPr bwMode="auto">
            <a:xfrm>
              <a:off x="762000" y="4281488"/>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52239" name="Oval 17" descr="粉色砂纸">
              <a:extLst>
                <a:ext uri="{FF2B5EF4-FFF2-40B4-BE49-F238E27FC236}">
                  <a16:creationId xmlns:a16="http://schemas.microsoft.com/office/drawing/2014/main" id="{7AF29998-7152-526A-407B-4F067D452595}"/>
                </a:ext>
              </a:extLst>
            </p:cNvPr>
            <p:cNvSpPr>
              <a:spLocks noChangeArrowheads="1"/>
            </p:cNvSpPr>
            <p:nvPr/>
          </p:nvSpPr>
          <p:spPr bwMode="auto">
            <a:xfrm>
              <a:off x="1905000" y="3200400"/>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52240" name="Text Box 18">
              <a:extLst>
                <a:ext uri="{FF2B5EF4-FFF2-40B4-BE49-F238E27FC236}">
                  <a16:creationId xmlns:a16="http://schemas.microsoft.com/office/drawing/2014/main" id="{51FC0D25-A762-9B75-FAE6-1EA43995C599}"/>
                </a:ext>
              </a:extLst>
            </p:cNvPr>
            <p:cNvSpPr txBox="1">
              <a:spLocks noChangeArrowheads="1"/>
            </p:cNvSpPr>
            <p:nvPr/>
          </p:nvSpPr>
          <p:spPr bwMode="auto">
            <a:xfrm>
              <a:off x="777875" y="22733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52241" name="Text Box 19">
              <a:extLst>
                <a:ext uri="{FF2B5EF4-FFF2-40B4-BE49-F238E27FC236}">
                  <a16:creationId xmlns:a16="http://schemas.microsoft.com/office/drawing/2014/main" id="{834D13AF-D97E-8BB1-8128-2BA81DFED30B}"/>
                </a:ext>
              </a:extLst>
            </p:cNvPr>
            <p:cNvSpPr txBox="1">
              <a:spLocks noChangeArrowheads="1"/>
            </p:cNvSpPr>
            <p:nvPr/>
          </p:nvSpPr>
          <p:spPr bwMode="auto">
            <a:xfrm>
              <a:off x="1920875" y="32004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52242" name="Text Box 20">
              <a:extLst>
                <a:ext uri="{FF2B5EF4-FFF2-40B4-BE49-F238E27FC236}">
                  <a16:creationId xmlns:a16="http://schemas.microsoft.com/office/drawing/2014/main" id="{CC029757-63CD-B0A7-2E3B-50556877A643}"/>
                </a:ext>
              </a:extLst>
            </p:cNvPr>
            <p:cNvSpPr txBox="1">
              <a:spLocks noChangeArrowheads="1"/>
            </p:cNvSpPr>
            <p:nvPr/>
          </p:nvSpPr>
          <p:spPr bwMode="auto">
            <a:xfrm>
              <a:off x="777875" y="32004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52243" name="Text Box 21">
              <a:extLst>
                <a:ext uri="{FF2B5EF4-FFF2-40B4-BE49-F238E27FC236}">
                  <a16:creationId xmlns:a16="http://schemas.microsoft.com/office/drawing/2014/main" id="{3FB78553-E8DC-A888-C9E4-B22F3019C6D9}"/>
                </a:ext>
              </a:extLst>
            </p:cNvPr>
            <p:cNvSpPr txBox="1">
              <a:spLocks noChangeArrowheads="1"/>
            </p:cNvSpPr>
            <p:nvPr/>
          </p:nvSpPr>
          <p:spPr bwMode="auto">
            <a:xfrm>
              <a:off x="3160713" y="2300288"/>
              <a:ext cx="4206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52244" name="Oval 22" descr="粉色砂纸">
              <a:extLst>
                <a:ext uri="{FF2B5EF4-FFF2-40B4-BE49-F238E27FC236}">
                  <a16:creationId xmlns:a16="http://schemas.microsoft.com/office/drawing/2014/main" id="{0F852B16-9D4A-BB72-AE87-2CD63DFEFDA1}"/>
                </a:ext>
              </a:extLst>
            </p:cNvPr>
            <p:cNvSpPr>
              <a:spLocks noChangeArrowheads="1"/>
            </p:cNvSpPr>
            <p:nvPr/>
          </p:nvSpPr>
          <p:spPr bwMode="auto">
            <a:xfrm>
              <a:off x="1905000" y="2286000"/>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52245" name="Line 23">
              <a:extLst>
                <a:ext uri="{FF2B5EF4-FFF2-40B4-BE49-F238E27FC236}">
                  <a16:creationId xmlns:a16="http://schemas.microsoft.com/office/drawing/2014/main" id="{5E2D4BC3-72DB-24E5-F7A9-1C4C26F4EA70}"/>
                </a:ext>
              </a:extLst>
            </p:cNvPr>
            <p:cNvSpPr>
              <a:spLocks noChangeShapeType="1"/>
            </p:cNvSpPr>
            <p:nvPr/>
          </p:nvSpPr>
          <p:spPr bwMode="auto">
            <a:xfrm>
              <a:off x="3352800" y="2743200"/>
              <a:ext cx="0" cy="533400"/>
            </a:xfrm>
            <a:prstGeom prst="line">
              <a:avLst/>
            </a:prstGeom>
            <a:noFill/>
            <a:ln w="28575">
              <a:solidFill>
                <a:schemeClr val="tx2"/>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46" name="Oval 24" descr="粉色砂纸">
              <a:extLst>
                <a:ext uri="{FF2B5EF4-FFF2-40B4-BE49-F238E27FC236}">
                  <a16:creationId xmlns:a16="http://schemas.microsoft.com/office/drawing/2014/main" id="{47D8F974-D0A6-F7DC-C216-DF2DB26A82F5}"/>
                </a:ext>
              </a:extLst>
            </p:cNvPr>
            <p:cNvSpPr>
              <a:spLocks noChangeArrowheads="1"/>
            </p:cNvSpPr>
            <p:nvPr/>
          </p:nvSpPr>
          <p:spPr bwMode="auto">
            <a:xfrm>
              <a:off x="3124200" y="3213100"/>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52247" name="Oval 25" descr="粉色砂纸">
              <a:extLst>
                <a:ext uri="{FF2B5EF4-FFF2-40B4-BE49-F238E27FC236}">
                  <a16:creationId xmlns:a16="http://schemas.microsoft.com/office/drawing/2014/main" id="{696A97F2-93D7-FCD3-FA66-D8713BC76D5A}"/>
                </a:ext>
              </a:extLst>
            </p:cNvPr>
            <p:cNvSpPr>
              <a:spLocks noChangeArrowheads="1"/>
            </p:cNvSpPr>
            <p:nvPr/>
          </p:nvSpPr>
          <p:spPr bwMode="auto">
            <a:xfrm>
              <a:off x="3124200" y="4267200"/>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52248" name="Text Box 26">
              <a:extLst>
                <a:ext uri="{FF2B5EF4-FFF2-40B4-BE49-F238E27FC236}">
                  <a16:creationId xmlns:a16="http://schemas.microsoft.com/office/drawing/2014/main" id="{72E409FD-F47E-8E31-5F51-2A9215925EEC}"/>
                </a:ext>
              </a:extLst>
            </p:cNvPr>
            <p:cNvSpPr txBox="1">
              <a:spLocks noChangeArrowheads="1"/>
            </p:cNvSpPr>
            <p:nvPr/>
          </p:nvSpPr>
          <p:spPr bwMode="auto">
            <a:xfrm>
              <a:off x="3140075" y="3186113"/>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52249" name="Text Box 27">
              <a:extLst>
                <a:ext uri="{FF2B5EF4-FFF2-40B4-BE49-F238E27FC236}">
                  <a16:creationId xmlns:a16="http://schemas.microsoft.com/office/drawing/2014/main" id="{5F002EC7-DD17-80DF-4460-D55DB37F59BD}"/>
                </a:ext>
              </a:extLst>
            </p:cNvPr>
            <p:cNvSpPr txBox="1">
              <a:spLocks noChangeArrowheads="1"/>
            </p:cNvSpPr>
            <p:nvPr/>
          </p:nvSpPr>
          <p:spPr bwMode="auto">
            <a:xfrm>
              <a:off x="1920875" y="22860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52250" name="Text Box 28">
              <a:extLst>
                <a:ext uri="{FF2B5EF4-FFF2-40B4-BE49-F238E27FC236}">
                  <a16:creationId xmlns:a16="http://schemas.microsoft.com/office/drawing/2014/main" id="{0A8BEB63-6356-7282-2DF3-C7BC153B24FF}"/>
                </a:ext>
              </a:extLst>
            </p:cNvPr>
            <p:cNvSpPr txBox="1">
              <a:spLocks noChangeArrowheads="1"/>
            </p:cNvSpPr>
            <p:nvPr/>
          </p:nvSpPr>
          <p:spPr bwMode="auto">
            <a:xfrm>
              <a:off x="817563" y="4281488"/>
              <a:ext cx="4016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52251" name="Text Box 29">
              <a:extLst>
                <a:ext uri="{FF2B5EF4-FFF2-40B4-BE49-F238E27FC236}">
                  <a16:creationId xmlns:a16="http://schemas.microsoft.com/office/drawing/2014/main" id="{5DB02D65-FFDB-144A-5304-B306AF1DA9FD}"/>
                </a:ext>
              </a:extLst>
            </p:cNvPr>
            <p:cNvSpPr txBox="1">
              <a:spLocks noChangeArrowheads="1"/>
            </p:cNvSpPr>
            <p:nvPr/>
          </p:nvSpPr>
          <p:spPr bwMode="auto">
            <a:xfrm>
              <a:off x="3222625" y="4267200"/>
              <a:ext cx="2825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52252" name="Oval 30" descr="粉色砂纸">
              <a:extLst>
                <a:ext uri="{FF2B5EF4-FFF2-40B4-BE49-F238E27FC236}">
                  <a16:creationId xmlns:a16="http://schemas.microsoft.com/office/drawing/2014/main" id="{7A602BC5-C904-DF71-DA9B-949DD16D6750}"/>
                </a:ext>
              </a:extLst>
            </p:cNvPr>
            <p:cNvSpPr>
              <a:spLocks noChangeArrowheads="1"/>
            </p:cNvSpPr>
            <p:nvPr/>
          </p:nvSpPr>
          <p:spPr bwMode="auto">
            <a:xfrm>
              <a:off x="1905000" y="4267200"/>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52253" name="Text Box 31">
              <a:extLst>
                <a:ext uri="{FF2B5EF4-FFF2-40B4-BE49-F238E27FC236}">
                  <a16:creationId xmlns:a16="http://schemas.microsoft.com/office/drawing/2014/main" id="{5903C764-A1E3-C259-51F6-C3856A2D778B}"/>
                </a:ext>
              </a:extLst>
            </p:cNvPr>
            <p:cNvSpPr txBox="1">
              <a:spLocks noChangeArrowheads="1"/>
            </p:cNvSpPr>
            <p:nvPr/>
          </p:nvSpPr>
          <p:spPr bwMode="auto">
            <a:xfrm>
              <a:off x="1920875" y="42672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52254" name="Line 32">
              <a:extLst>
                <a:ext uri="{FF2B5EF4-FFF2-40B4-BE49-F238E27FC236}">
                  <a16:creationId xmlns:a16="http://schemas.microsoft.com/office/drawing/2014/main" id="{44486248-A471-6900-5D77-C9FA0BAAC2B1}"/>
                </a:ext>
              </a:extLst>
            </p:cNvPr>
            <p:cNvSpPr>
              <a:spLocks noChangeShapeType="1"/>
            </p:cNvSpPr>
            <p:nvPr/>
          </p:nvSpPr>
          <p:spPr bwMode="auto">
            <a:xfrm flipV="1">
              <a:off x="5772150" y="3594100"/>
              <a:ext cx="838200" cy="7620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55" name="Line 33">
              <a:extLst>
                <a:ext uri="{FF2B5EF4-FFF2-40B4-BE49-F238E27FC236}">
                  <a16:creationId xmlns:a16="http://schemas.microsoft.com/office/drawing/2014/main" id="{2B7A87E6-543C-8500-87C4-0196D512C9AD}"/>
                </a:ext>
              </a:extLst>
            </p:cNvPr>
            <p:cNvSpPr>
              <a:spLocks noChangeShapeType="1"/>
            </p:cNvSpPr>
            <p:nvPr/>
          </p:nvSpPr>
          <p:spPr bwMode="auto">
            <a:xfrm>
              <a:off x="5772150" y="4508500"/>
              <a:ext cx="1981200" cy="0"/>
            </a:xfrm>
            <a:prstGeom prst="line">
              <a:avLst/>
            </a:prstGeom>
            <a:noFill/>
            <a:ln w="28575">
              <a:solidFill>
                <a:schemeClr val="tx2"/>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56" name="Line 34">
              <a:extLst>
                <a:ext uri="{FF2B5EF4-FFF2-40B4-BE49-F238E27FC236}">
                  <a16:creationId xmlns:a16="http://schemas.microsoft.com/office/drawing/2014/main" id="{DE565579-14BB-AAFE-5DAE-0F50C6882BF8}"/>
                </a:ext>
              </a:extLst>
            </p:cNvPr>
            <p:cNvSpPr>
              <a:spLocks noChangeShapeType="1"/>
            </p:cNvSpPr>
            <p:nvPr/>
          </p:nvSpPr>
          <p:spPr bwMode="auto">
            <a:xfrm flipH="1">
              <a:off x="5638800" y="2514600"/>
              <a:ext cx="0" cy="1066800"/>
            </a:xfrm>
            <a:prstGeom prst="line">
              <a:avLst/>
            </a:prstGeom>
            <a:noFill/>
            <a:ln w="28575">
              <a:solidFill>
                <a:schemeClr val="tx2"/>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57" name="Line 35">
              <a:extLst>
                <a:ext uri="{FF2B5EF4-FFF2-40B4-BE49-F238E27FC236}">
                  <a16:creationId xmlns:a16="http://schemas.microsoft.com/office/drawing/2014/main" id="{AA748272-9807-6A0E-D689-550893A08184}"/>
                </a:ext>
              </a:extLst>
            </p:cNvPr>
            <p:cNvSpPr>
              <a:spLocks noChangeShapeType="1"/>
            </p:cNvSpPr>
            <p:nvPr/>
          </p:nvSpPr>
          <p:spPr bwMode="auto">
            <a:xfrm>
              <a:off x="5772150" y="2527300"/>
              <a:ext cx="1981200" cy="0"/>
            </a:xfrm>
            <a:prstGeom prst="line">
              <a:avLst/>
            </a:prstGeom>
            <a:noFill/>
            <a:ln w="28575">
              <a:solidFill>
                <a:schemeClr val="tx2"/>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58" name="Oval 36" descr="粉色砂纸">
              <a:extLst>
                <a:ext uri="{FF2B5EF4-FFF2-40B4-BE49-F238E27FC236}">
                  <a16:creationId xmlns:a16="http://schemas.microsoft.com/office/drawing/2014/main" id="{C7772776-4E88-DD6C-B78D-0C6B1CDE52AE}"/>
                </a:ext>
              </a:extLst>
            </p:cNvPr>
            <p:cNvSpPr>
              <a:spLocks noChangeArrowheads="1"/>
            </p:cNvSpPr>
            <p:nvPr/>
          </p:nvSpPr>
          <p:spPr bwMode="auto">
            <a:xfrm>
              <a:off x="5391150" y="2312988"/>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52259" name="Oval 37" descr="粉色砂纸">
              <a:extLst>
                <a:ext uri="{FF2B5EF4-FFF2-40B4-BE49-F238E27FC236}">
                  <a16:creationId xmlns:a16="http://schemas.microsoft.com/office/drawing/2014/main" id="{422FA07F-21C0-8D09-78A5-72E2631D09A1}"/>
                </a:ext>
              </a:extLst>
            </p:cNvPr>
            <p:cNvSpPr>
              <a:spLocks noChangeArrowheads="1"/>
            </p:cNvSpPr>
            <p:nvPr/>
          </p:nvSpPr>
          <p:spPr bwMode="auto">
            <a:xfrm>
              <a:off x="7753350" y="2312988"/>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52260" name="Oval 38" descr="粉色砂纸">
              <a:extLst>
                <a:ext uri="{FF2B5EF4-FFF2-40B4-BE49-F238E27FC236}">
                  <a16:creationId xmlns:a16="http://schemas.microsoft.com/office/drawing/2014/main" id="{DB4B2DB3-BA17-5859-2A4D-FDBBC74C453A}"/>
                </a:ext>
              </a:extLst>
            </p:cNvPr>
            <p:cNvSpPr>
              <a:spLocks noChangeArrowheads="1"/>
            </p:cNvSpPr>
            <p:nvPr/>
          </p:nvSpPr>
          <p:spPr bwMode="auto">
            <a:xfrm>
              <a:off x="5391150" y="3240088"/>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52261" name="Oval 39" descr="粉色砂纸">
              <a:extLst>
                <a:ext uri="{FF2B5EF4-FFF2-40B4-BE49-F238E27FC236}">
                  <a16:creationId xmlns:a16="http://schemas.microsoft.com/office/drawing/2014/main" id="{EFBA02EB-5620-2E1F-D72B-3BE137241E3A}"/>
                </a:ext>
              </a:extLst>
            </p:cNvPr>
            <p:cNvSpPr>
              <a:spLocks noChangeArrowheads="1"/>
            </p:cNvSpPr>
            <p:nvPr/>
          </p:nvSpPr>
          <p:spPr bwMode="auto">
            <a:xfrm>
              <a:off x="5391150" y="4294188"/>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52262" name="Oval 40" descr="粉色砂纸">
              <a:extLst>
                <a:ext uri="{FF2B5EF4-FFF2-40B4-BE49-F238E27FC236}">
                  <a16:creationId xmlns:a16="http://schemas.microsoft.com/office/drawing/2014/main" id="{8D4807D2-4B01-6E4F-7619-97572519F7F5}"/>
                </a:ext>
              </a:extLst>
            </p:cNvPr>
            <p:cNvSpPr>
              <a:spLocks noChangeArrowheads="1"/>
            </p:cNvSpPr>
            <p:nvPr/>
          </p:nvSpPr>
          <p:spPr bwMode="auto">
            <a:xfrm>
              <a:off x="6534150" y="3213100"/>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52263" name="Text Box 41">
              <a:extLst>
                <a:ext uri="{FF2B5EF4-FFF2-40B4-BE49-F238E27FC236}">
                  <a16:creationId xmlns:a16="http://schemas.microsoft.com/office/drawing/2014/main" id="{8AF5701D-7BEB-D74C-3C0C-B64A9719F017}"/>
                </a:ext>
              </a:extLst>
            </p:cNvPr>
            <p:cNvSpPr txBox="1">
              <a:spLocks noChangeArrowheads="1"/>
            </p:cNvSpPr>
            <p:nvPr/>
          </p:nvSpPr>
          <p:spPr bwMode="auto">
            <a:xfrm>
              <a:off x="5407025" y="22860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52264" name="Text Box 42">
              <a:extLst>
                <a:ext uri="{FF2B5EF4-FFF2-40B4-BE49-F238E27FC236}">
                  <a16:creationId xmlns:a16="http://schemas.microsoft.com/office/drawing/2014/main" id="{85AB465A-47A2-8E4D-0B4F-C6E061F710F9}"/>
                </a:ext>
              </a:extLst>
            </p:cNvPr>
            <p:cNvSpPr txBox="1">
              <a:spLocks noChangeArrowheads="1"/>
            </p:cNvSpPr>
            <p:nvPr/>
          </p:nvSpPr>
          <p:spPr bwMode="auto">
            <a:xfrm>
              <a:off x="6550025" y="32131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52265" name="Text Box 43">
              <a:extLst>
                <a:ext uri="{FF2B5EF4-FFF2-40B4-BE49-F238E27FC236}">
                  <a16:creationId xmlns:a16="http://schemas.microsoft.com/office/drawing/2014/main" id="{67950ACF-C10E-6850-8D5F-696D7843C670}"/>
                </a:ext>
              </a:extLst>
            </p:cNvPr>
            <p:cNvSpPr txBox="1">
              <a:spLocks noChangeArrowheads="1"/>
            </p:cNvSpPr>
            <p:nvPr/>
          </p:nvSpPr>
          <p:spPr bwMode="auto">
            <a:xfrm>
              <a:off x="5407025" y="32131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52266" name="Text Box 44">
              <a:extLst>
                <a:ext uri="{FF2B5EF4-FFF2-40B4-BE49-F238E27FC236}">
                  <a16:creationId xmlns:a16="http://schemas.microsoft.com/office/drawing/2014/main" id="{7544A217-2D27-FF91-162D-6C34AA00D095}"/>
                </a:ext>
              </a:extLst>
            </p:cNvPr>
            <p:cNvSpPr txBox="1">
              <a:spLocks noChangeArrowheads="1"/>
            </p:cNvSpPr>
            <p:nvPr/>
          </p:nvSpPr>
          <p:spPr bwMode="auto">
            <a:xfrm>
              <a:off x="7789863" y="2312988"/>
              <a:ext cx="4206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52267" name="Oval 45" descr="粉色砂纸">
              <a:extLst>
                <a:ext uri="{FF2B5EF4-FFF2-40B4-BE49-F238E27FC236}">
                  <a16:creationId xmlns:a16="http://schemas.microsoft.com/office/drawing/2014/main" id="{CF58744C-2C86-F059-2327-D4770EC576C3}"/>
                </a:ext>
              </a:extLst>
            </p:cNvPr>
            <p:cNvSpPr>
              <a:spLocks noChangeArrowheads="1"/>
            </p:cNvSpPr>
            <p:nvPr/>
          </p:nvSpPr>
          <p:spPr bwMode="auto">
            <a:xfrm>
              <a:off x="6534150" y="2298700"/>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52268" name="Line 46">
              <a:extLst>
                <a:ext uri="{FF2B5EF4-FFF2-40B4-BE49-F238E27FC236}">
                  <a16:creationId xmlns:a16="http://schemas.microsoft.com/office/drawing/2014/main" id="{7D3DD8DE-585E-F00B-AE97-26181F8CED8E}"/>
                </a:ext>
              </a:extLst>
            </p:cNvPr>
            <p:cNvSpPr>
              <a:spLocks noChangeShapeType="1"/>
            </p:cNvSpPr>
            <p:nvPr/>
          </p:nvSpPr>
          <p:spPr bwMode="auto">
            <a:xfrm>
              <a:off x="7981950" y="2755900"/>
              <a:ext cx="0" cy="533400"/>
            </a:xfrm>
            <a:prstGeom prst="line">
              <a:avLst/>
            </a:prstGeom>
            <a:noFill/>
            <a:ln w="28575">
              <a:solidFill>
                <a:schemeClr val="tx2"/>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69" name="Oval 47" descr="粉色砂纸">
              <a:extLst>
                <a:ext uri="{FF2B5EF4-FFF2-40B4-BE49-F238E27FC236}">
                  <a16:creationId xmlns:a16="http://schemas.microsoft.com/office/drawing/2014/main" id="{F51D2763-1B94-37CD-DE96-F45551CC0C3F}"/>
                </a:ext>
              </a:extLst>
            </p:cNvPr>
            <p:cNvSpPr>
              <a:spLocks noChangeArrowheads="1"/>
            </p:cNvSpPr>
            <p:nvPr/>
          </p:nvSpPr>
          <p:spPr bwMode="auto">
            <a:xfrm>
              <a:off x="7753350" y="3225800"/>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52270" name="Text Box 48">
              <a:extLst>
                <a:ext uri="{FF2B5EF4-FFF2-40B4-BE49-F238E27FC236}">
                  <a16:creationId xmlns:a16="http://schemas.microsoft.com/office/drawing/2014/main" id="{94967024-D9F4-3300-6057-F45EFECF1417}"/>
                </a:ext>
              </a:extLst>
            </p:cNvPr>
            <p:cNvSpPr txBox="1">
              <a:spLocks noChangeArrowheads="1"/>
            </p:cNvSpPr>
            <p:nvPr/>
          </p:nvSpPr>
          <p:spPr bwMode="auto">
            <a:xfrm>
              <a:off x="7769225" y="3198813"/>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dirty="0">
                  <a:solidFill>
                    <a:schemeClr val="accent2"/>
                  </a:solidFill>
                  <a:latin typeface="Arial" panose="020B0604020202020204" pitchFamily="34" charset="0"/>
                  <a:ea typeface="宋体" panose="02010600030101010101" pitchFamily="2" charset="-122"/>
                </a:rPr>
                <a:t>G</a:t>
              </a:r>
              <a:endParaRPr kumimoji="1" lang="en-US" altLang="zh-CN" sz="2400" dirty="0">
                <a:latin typeface="Times New Roman" panose="02020603050405020304" pitchFamily="18" charset="0"/>
                <a:ea typeface="宋体" panose="02010600030101010101" pitchFamily="2" charset="-122"/>
              </a:endParaRPr>
            </a:p>
          </p:txBody>
        </p:sp>
        <p:sp>
          <p:nvSpPr>
            <p:cNvPr id="52271" name="Text Box 49">
              <a:extLst>
                <a:ext uri="{FF2B5EF4-FFF2-40B4-BE49-F238E27FC236}">
                  <a16:creationId xmlns:a16="http://schemas.microsoft.com/office/drawing/2014/main" id="{DBFE456E-E455-E7AE-1335-96B159A4C028}"/>
                </a:ext>
              </a:extLst>
            </p:cNvPr>
            <p:cNvSpPr txBox="1">
              <a:spLocks noChangeArrowheads="1"/>
            </p:cNvSpPr>
            <p:nvPr/>
          </p:nvSpPr>
          <p:spPr bwMode="auto">
            <a:xfrm>
              <a:off x="6550025" y="22987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52272" name="Text Box 50">
              <a:extLst>
                <a:ext uri="{FF2B5EF4-FFF2-40B4-BE49-F238E27FC236}">
                  <a16:creationId xmlns:a16="http://schemas.microsoft.com/office/drawing/2014/main" id="{0968DD1B-7FCB-649B-03CD-DD8F0BE695F0}"/>
                </a:ext>
              </a:extLst>
            </p:cNvPr>
            <p:cNvSpPr txBox="1">
              <a:spLocks noChangeArrowheads="1"/>
            </p:cNvSpPr>
            <p:nvPr/>
          </p:nvSpPr>
          <p:spPr bwMode="auto">
            <a:xfrm>
              <a:off x="5446713" y="4294188"/>
              <a:ext cx="4016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52273" name="Oval 52" descr="粉色砂纸">
              <a:extLst>
                <a:ext uri="{FF2B5EF4-FFF2-40B4-BE49-F238E27FC236}">
                  <a16:creationId xmlns:a16="http://schemas.microsoft.com/office/drawing/2014/main" id="{F482A4FF-6017-2B8F-D6A4-1CF2441713A0}"/>
                </a:ext>
              </a:extLst>
            </p:cNvPr>
            <p:cNvSpPr>
              <a:spLocks noChangeArrowheads="1"/>
            </p:cNvSpPr>
            <p:nvPr/>
          </p:nvSpPr>
          <p:spPr bwMode="auto">
            <a:xfrm>
              <a:off x="6534150" y="4279900"/>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52274" name="Text Box 53">
              <a:extLst>
                <a:ext uri="{FF2B5EF4-FFF2-40B4-BE49-F238E27FC236}">
                  <a16:creationId xmlns:a16="http://schemas.microsoft.com/office/drawing/2014/main" id="{C35E853F-76CA-244C-F86D-6E65F681B85A}"/>
                </a:ext>
              </a:extLst>
            </p:cNvPr>
            <p:cNvSpPr txBox="1">
              <a:spLocks noChangeArrowheads="1"/>
            </p:cNvSpPr>
            <p:nvPr/>
          </p:nvSpPr>
          <p:spPr bwMode="auto">
            <a:xfrm>
              <a:off x="6550025" y="42799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52277" name="Text Box 56">
              <a:extLst>
                <a:ext uri="{FF2B5EF4-FFF2-40B4-BE49-F238E27FC236}">
                  <a16:creationId xmlns:a16="http://schemas.microsoft.com/office/drawing/2014/main" id="{99853121-B7BF-935B-1017-4ECFE8C08557}"/>
                </a:ext>
              </a:extLst>
            </p:cNvPr>
            <p:cNvSpPr txBox="1">
              <a:spLocks noChangeArrowheads="1"/>
            </p:cNvSpPr>
            <p:nvPr/>
          </p:nvSpPr>
          <p:spPr bwMode="auto">
            <a:xfrm>
              <a:off x="2355850" y="31242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3</a:t>
              </a:r>
              <a:endParaRPr kumimoji="1" lang="en-US" altLang="zh-CN" sz="2800" b="1">
                <a:solidFill>
                  <a:srgbClr val="009900"/>
                </a:solidFill>
                <a:latin typeface="Times New Roman" panose="02020603050405020304" pitchFamily="18" charset="0"/>
                <a:ea typeface="宋体" panose="02010600030101010101" pitchFamily="2" charset="-122"/>
              </a:endParaRPr>
            </a:p>
          </p:txBody>
        </p:sp>
        <p:sp>
          <p:nvSpPr>
            <p:cNvPr id="52278" name="Text Box 57">
              <a:extLst>
                <a:ext uri="{FF2B5EF4-FFF2-40B4-BE49-F238E27FC236}">
                  <a16:creationId xmlns:a16="http://schemas.microsoft.com/office/drawing/2014/main" id="{4991EF0E-0A7E-F485-FD55-6509720CE690}"/>
                </a:ext>
              </a:extLst>
            </p:cNvPr>
            <p:cNvSpPr txBox="1">
              <a:spLocks noChangeArrowheads="1"/>
            </p:cNvSpPr>
            <p:nvPr/>
          </p:nvSpPr>
          <p:spPr bwMode="auto">
            <a:xfrm>
              <a:off x="381000" y="31242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4</a:t>
              </a:r>
              <a:endParaRPr kumimoji="1" lang="en-US" altLang="zh-CN" sz="2800" b="1">
                <a:solidFill>
                  <a:srgbClr val="009900"/>
                </a:solidFill>
                <a:latin typeface="Times New Roman" panose="02020603050405020304" pitchFamily="18" charset="0"/>
                <a:ea typeface="宋体" panose="02010600030101010101" pitchFamily="2" charset="-122"/>
              </a:endParaRPr>
            </a:p>
          </p:txBody>
        </p:sp>
        <p:sp>
          <p:nvSpPr>
            <p:cNvPr id="52279" name="Line 58">
              <a:extLst>
                <a:ext uri="{FF2B5EF4-FFF2-40B4-BE49-F238E27FC236}">
                  <a16:creationId xmlns:a16="http://schemas.microsoft.com/office/drawing/2014/main" id="{56F7E553-90E2-4150-11DC-C42B14F70B5B}"/>
                </a:ext>
              </a:extLst>
            </p:cNvPr>
            <p:cNvSpPr>
              <a:spLocks noChangeShapeType="1"/>
            </p:cNvSpPr>
            <p:nvPr/>
          </p:nvSpPr>
          <p:spPr bwMode="auto">
            <a:xfrm>
              <a:off x="1219200" y="2286000"/>
              <a:ext cx="685800" cy="0"/>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80" name="Line 59">
              <a:extLst>
                <a:ext uri="{FF2B5EF4-FFF2-40B4-BE49-F238E27FC236}">
                  <a16:creationId xmlns:a16="http://schemas.microsoft.com/office/drawing/2014/main" id="{DBB99777-DDEF-EACF-80BF-2B7D764670AB}"/>
                </a:ext>
              </a:extLst>
            </p:cNvPr>
            <p:cNvSpPr>
              <a:spLocks noChangeShapeType="1"/>
            </p:cNvSpPr>
            <p:nvPr/>
          </p:nvSpPr>
          <p:spPr bwMode="auto">
            <a:xfrm>
              <a:off x="2438400" y="2286000"/>
              <a:ext cx="685800" cy="0"/>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82" name="Line 63">
              <a:extLst>
                <a:ext uri="{FF2B5EF4-FFF2-40B4-BE49-F238E27FC236}">
                  <a16:creationId xmlns:a16="http://schemas.microsoft.com/office/drawing/2014/main" id="{DF6D1A1E-6E19-E3F6-2413-C7AC2A3BF15E}"/>
                </a:ext>
              </a:extLst>
            </p:cNvPr>
            <p:cNvSpPr>
              <a:spLocks noChangeShapeType="1"/>
            </p:cNvSpPr>
            <p:nvPr/>
          </p:nvSpPr>
          <p:spPr bwMode="auto">
            <a:xfrm flipH="1">
              <a:off x="1371600" y="3733800"/>
              <a:ext cx="685800" cy="609600"/>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83" name="Line 64">
              <a:extLst>
                <a:ext uri="{FF2B5EF4-FFF2-40B4-BE49-F238E27FC236}">
                  <a16:creationId xmlns:a16="http://schemas.microsoft.com/office/drawing/2014/main" id="{0F9381B4-FB65-9A68-4FC0-7BB252F00340}"/>
                </a:ext>
              </a:extLst>
            </p:cNvPr>
            <p:cNvSpPr>
              <a:spLocks noChangeShapeType="1"/>
            </p:cNvSpPr>
            <p:nvPr/>
          </p:nvSpPr>
          <p:spPr bwMode="auto">
            <a:xfrm>
              <a:off x="1295400" y="4724400"/>
              <a:ext cx="609600" cy="0"/>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84" name="Line 65">
              <a:extLst>
                <a:ext uri="{FF2B5EF4-FFF2-40B4-BE49-F238E27FC236}">
                  <a16:creationId xmlns:a16="http://schemas.microsoft.com/office/drawing/2014/main" id="{D26F4CD2-A99F-39D7-3BAD-67CBFDB0732A}"/>
                </a:ext>
              </a:extLst>
            </p:cNvPr>
            <p:cNvSpPr>
              <a:spLocks noChangeShapeType="1"/>
            </p:cNvSpPr>
            <p:nvPr/>
          </p:nvSpPr>
          <p:spPr bwMode="auto">
            <a:xfrm>
              <a:off x="2438400" y="4724400"/>
              <a:ext cx="609600" cy="0"/>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85" name="Line 66">
              <a:extLst>
                <a:ext uri="{FF2B5EF4-FFF2-40B4-BE49-F238E27FC236}">
                  <a16:creationId xmlns:a16="http://schemas.microsoft.com/office/drawing/2014/main" id="{BDE80927-D720-1757-D290-8202C60693DC}"/>
                </a:ext>
              </a:extLst>
            </p:cNvPr>
            <p:cNvSpPr>
              <a:spLocks noChangeShapeType="1"/>
            </p:cNvSpPr>
            <p:nvPr/>
          </p:nvSpPr>
          <p:spPr bwMode="auto">
            <a:xfrm>
              <a:off x="1295400" y="4953000"/>
              <a:ext cx="609600" cy="0"/>
            </a:xfrm>
            <a:prstGeom prst="line">
              <a:avLst/>
            </a:prstGeom>
            <a:noFill/>
            <a:ln w="28575">
              <a:solidFill>
                <a:srgbClr val="009900"/>
              </a:solidFill>
              <a:prstDash val="sysDot"/>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86" name="Line 67">
              <a:extLst>
                <a:ext uri="{FF2B5EF4-FFF2-40B4-BE49-F238E27FC236}">
                  <a16:creationId xmlns:a16="http://schemas.microsoft.com/office/drawing/2014/main" id="{EFA932CD-5E02-4743-D86B-6AAD7A289E27}"/>
                </a:ext>
              </a:extLst>
            </p:cNvPr>
            <p:cNvSpPr>
              <a:spLocks noChangeShapeType="1"/>
            </p:cNvSpPr>
            <p:nvPr/>
          </p:nvSpPr>
          <p:spPr bwMode="auto">
            <a:xfrm>
              <a:off x="2438400" y="4953000"/>
              <a:ext cx="609600" cy="0"/>
            </a:xfrm>
            <a:prstGeom prst="line">
              <a:avLst/>
            </a:prstGeom>
            <a:noFill/>
            <a:ln w="28575">
              <a:solidFill>
                <a:srgbClr val="009900"/>
              </a:solidFill>
              <a:prstDash val="sysDot"/>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87" name="Line 68">
              <a:extLst>
                <a:ext uri="{FF2B5EF4-FFF2-40B4-BE49-F238E27FC236}">
                  <a16:creationId xmlns:a16="http://schemas.microsoft.com/office/drawing/2014/main" id="{0000BD2B-9633-0DA9-0ABB-FC6C5921D654}"/>
                </a:ext>
              </a:extLst>
            </p:cNvPr>
            <p:cNvSpPr>
              <a:spLocks noChangeShapeType="1"/>
            </p:cNvSpPr>
            <p:nvPr/>
          </p:nvSpPr>
          <p:spPr bwMode="auto">
            <a:xfrm flipV="1">
              <a:off x="1295400" y="3505200"/>
              <a:ext cx="533400" cy="457200"/>
            </a:xfrm>
            <a:prstGeom prst="line">
              <a:avLst/>
            </a:prstGeom>
            <a:noFill/>
            <a:ln w="28575">
              <a:solidFill>
                <a:srgbClr val="009900"/>
              </a:solidFill>
              <a:prstDash val="sysDot"/>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88" name="Text Box 69">
              <a:extLst>
                <a:ext uri="{FF2B5EF4-FFF2-40B4-BE49-F238E27FC236}">
                  <a16:creationId xmlns:a16="http://schemas.microsoft.com/office/drawing/2014/main" id="{645EB640-C584-E81D-BBE7-546D9C32B471}"/>
                </a:ext>
              </a:extLst>
            </p:cNvPr>
            <p:cNvSpPr txBox="1">
              <a:spLocks noChangeArrowheads="1"/>
            </p:cNvSpPr>
            <p:nvPr/>
          </p:nvSpPr>
          <p:spPr bwMode="auto">
            <a:xfrm>
              <a:off x="374650" y="41910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6</a:t>
              </a:r>
              <a:endParaRPr kumimoji="1" lang="en-US" altLang="zh-CN" sz="2800" b="1">
                <a:solidFill>
                  <a:srgbClr val="009900"/>
                </a:solidFill>
                <a:latin typeface="Times New Roman" panose="02020603050405020304" pitchFamily="18" charset="0"/>
                <a:ea typeface="宋体" panose="02010600030101010101" pitchFamily="2" charset="-122"/>
              </a:endParaRPr>
            </a:p>
          </p:txBody>
        </p:sp>
        <p:sp>
          <p:nvSpPr>
            <p:cNvPr id="52289" name="Text Box 70">
              <a:extLst>
                <a:ext uri="{FF2B5EF4-FFF2-40B4-BE49-F238E27FC236}">
                  <a16:creationId xmlns:a16="http://schemas.microsoft.com/office/drawing/2014/main" id="{67C30312-E663-44DF-4ED1-FE0BD22FF6DC}"/>
                </a:ext>
              </a:extLst>
            </p:cNvPr>
            <p:cNvSpPr txBox="1">
              <a:spLocks noChangeArrowheads="1"/>
            </p:cNvSpPr>
            <p:nvPr/>
          </p:nvSpPr>
          <p:spPr bwMode="auto">
            <a:xfrm>
              <a:off x="3581400" y="31242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7</a:t>
              </a:r>
              <a:endParaRPr kumimoji="1" lang="en-US" altLang="zh-CN" sz="2800" b="1">
                <a:solidFill>
                  <a:srgbClr val="009900"/>
                </a:solidFill>
                <a:latin typeface="Times New Roman" panose="02020603050405020304" pitchFamily="18" charset="0"/>
                <a:ea typeface="宋体" panose="02010600030101010101" pitchFamily="2" charset="-122"/>
              </a:endParaRPr>
            </a:p>
          </p:txBody>
        </p:sp>
        <p:sp>
          <p:nvSpPr>
            <p:cNvPr id="52290" name="Text Box 71">
              <a:extLst>
                <a:ext uri="{FF2B5EF4-FFF2-40B4-BE49-F238E27FC236}">
                  <a16:creationId xmlns:a16="http://schemas.microsoft.com/office/drawing/2014/main" id="{48E85FCC-0504-584B-F2CE-0464CCCA2727}"/>
                </a:ext>
              </a:extLst>
            </p:cNvPr>
            <p:cNvSpPr txBox="1">
              <a:spLocks noChangeArrowheads="1"/>
            </p:cNvSpPr>
            <p:nvPr/>
          </p:nvSpPr>
          <p:spPr bwMode="auto">
            <a:xfrm>
              <a:off x="1898650" y="46783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8</a:t>
              </a:r>
              <a:endParaRPr kumimoji="1" lang="en-US" altLang="zh-CN" sz="2800" b="1">
                <a:solidFill>
                  <a:srgbClr val="009900"/>
                </a:solidFill>
                <a:latin typeface="Times New Roman" panose="02020603050405020304" pitchFamily="18" charset="0"/>
                <a:ea typeface="宋体" panose="02010600030101010101" pitchFamily="2" charset="-122"/>
              </a:endParaRPr>
            </a:p>
          </p:txBody>
        </p:sp>
        <p:sp>
          <p:nvSpPr>
            <p:cNvPr id="52291" name="Text Box 72">
              <a:extLst>
                <a:ext uri="{FF2B5EF4-FFF2-40B4-BE49-F238E27FC236}">
                  <a16:creationId xmlns:a16="http://schemas.microsoft.com/office/drawing/2014/main" id="{0917E685-73DE-564B-9F28-47A5449B2B02}"/>
                </a:ext>
              </a:extLst>
            </p:cNvPr>
            <p:cNvSpPr txBox="1">
              <a:spLocks noChangeArrowheads="1"/>
            </p:cNvSpPr>
            <p:nvPr/>
          </p:nvSpPr>
          <p:spPr bwMode="auto">
            <a:xfrm>
              <a:off x="3124200" y="46783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9</a:t>
              </a:r>
              <a:endParaRPr kumimoji="1" lang="en-US" altLang="zh-CN" sz="2800" b="1">
                <a:solidFill>
                  <a:srgbClr val="009900"/>
                </a:solidFill>
                <a:latin typeface="Times New Roman" panose="02020603050405020304" pitchFamily="18" charset="0"/>
                <a:ea typeface="宋体" panose="02010600030101010101" pitchFamily="2" charset="-122"/>
              </a:endParaRPr>
            </a:p>
          </p:txBody>
        </p:sp>
        <p:sp>
          <p:nvSpPr>
            <p:cNvPr id="52294" name="Text Box 75">
              <a:extLst>
                <a:ext uri="{FF2B5EF4-FFF2-40B4-BE49-F238E27FC236}">
                  <a16:creationId xmlns:a16="http://schemas.microsoft.com/office/drawing/2014/main" id="{6136364F-2313-3EF4-56C3-79C4B1EF7D50}"/>
                </a:ext>
              </a:extLst>
            </p:cNvPr>
            <p:cNvSpPr txBox="1">
              <a:spLocks noChangeArrowheads="1"/>
            </p:cNvSpPr>
            <p:nvPr/>
          </p:nvSpPr>
          <p:spPr bwMode="auto">
            <a:xfrm>
              <a:off x="7004050" y="31543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3</a:t>
              </a:r>
              <a:endParaRPr kumimoji="1" lang="en-US" altLang="zh-CN" sz="2800" b="1">
                <a:solidFill>
                  <a:srgbClr val="009900"/>
                </a:solidFill>
                <a:latin typeface="Times New Roman" panose="02020603050405020304" pitchFamily="18" charset="0"/>
                <a:ea typeface="宋体" panose="02010600030101010101" pitchFamily="2" charset="-122"/>
              </a:endParaRPr>
            </a:p>
          </p:txBody>
        </p:sp>
        <p:sp>
          <p:nvSpPr>
            <p:cNvPr id="52295" name="Text Box 76">
              <a:extLst>
                <a:ext uri="{FF2B5EF4-FFF2-40B4-BE49-F238E27FC236}">
                  <a16:creationId xmlns:a16="http://schemas.microsoft.com/office/drawing/2014/main" id="{06B51C74-F851-25FF-22CF-2767CA436842}"/>
                </a:ext>
              </a:extLst>
            </p:cNvPr>
            <p:cNvSpPr txBox="1">
              <a:spLocks noChangeArrowheads="1"/>
            </p:cNvSpPr>
            <p:nvPr/>
          </p:nvSpPr>
          <p:spPr bwMode="auto">
            <a:xfrm>
              <a:off x="5029200" y="31543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4</a:t>
              </a:r>
              <a:endParaRPr kumimoji="1" lang="en-US" altLang="zh-CN" sz="2800" b="1">
                <a:solidFill>
                  <a:srgbClr val="009900"/>
                </a:solidFill>
                <a:latin typeface="Times New Roman" panose="02020603050405020304" pitchFamily="18" charset="0"/>
                <a:ea typeface="宋体" panose="02010600030101010101" pitchFamily="2" charset="-122"/>
              </a:endParaRPr>
            </a:p>
          </p:txBody>
        </p:sp>
        <p:sp>
          <p:nvSpPr>
            <p:cNvPr id="52297" name="Text Box 78">
              <a:extLst>
                <a:ext uri="{FF2B5EF4-FFF2-40B4-BE49-F238E27FC236}">
                  <a16:creationId xmlns:a16="http://schemas.microsoft.com/office/drawing/2014/main" id="{E3D3516A-7F64-59F7-F74C-40982CD2478F}"/>
                </a:ext>
              </a:extLst>
            </p:cNvPr>
            <p:cNvSpPr txBox="1">
              <a:spLocks noChangeArrowheads="1"/>
            </p:cNvSpPr>
            <p:nvPr/>
          </p:nvSpPr>
          <p:spPr bwMode="auto">
            <a:xfrm>
              <a:off x="5029200" y="41910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6</a:t>
              </a:r>
              <a:endParaRPr kumimoji="1" lang="en-US" altLang="zh-CN" sz="2800" b="1">
                <a:solidFill>
                  <a:srgbClr val="009900"/>
                </a:solidFill>
                <a:latin typeface="Times New Roman" panose="02020603050405020304" pitchFamily="18" charset="0"/>
                <a:ea typeface="宋体" panose="02010600030101010101" pitchFamily="2" charset="-122"/>
              </a:endParaRPr>
            </a:p>
          </p:txBody>
        </p:sp>
        <p:sp>
          <p:nvSpPr>
            <p:cNvPr id="52298" name="Text Box 79">
              <a:extLst>
                <a:ext uri="{FF2B5EF4-FFF2-40B4-BE49-F238E27FC236}">
                  <a16:creationId xmlns:a16="http://schemas.microsoft.com/office/drawing/2014/main" id="{C56B7983-656F-F0A6-2B13-581DAE19AE13}"/>
                </a:ext>
              </a:extLst>
            </p:cNvPr>
            <p:cNvSpPr txBox="1">
              <a:spLocks noChangeArrowheads="1"/>
            </p:cNvSpPr>
            <p:nvPr/>
          </p:nvSpPr>
          <p:spPr bwMode="auto">
            <a:xfrm>
              <a:off x="8223250" y="32004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7</a:t>
              </a:r>
              <a:endParaRPr kumimoji="1" lang="en-US" altLang="zh-CN" sz="2800" b="1">
                <a:solidFill>
                  <a:srgbClr val="009900"/>
                </a:solidFill>
                <a:latin typeface="Times New Roman" panose="02020603050405020304" pitchFamily="18" charset="0"/>
                <a:ea typeface="宋体" panose="02010600030101010101" pitchFamily="2" charset="-122"/>
              </a:endParaRPr>
            </a:p>
          </p:txBody>
        </p:sp>
        <p:sp>
          <p:nvSpPr>
            <p:cNvPr id="52299" name="Text Box 80">
              <a:extLst>
                <a:ext uri="{FF2B5EF4-FFF2-40B4-BE49-F238E27FC236}">
                  <a16:creationId xmlns:a16="http://schemas.microsoft.com/office/drawing/2014/main" id="{7365AE09-D19F-7D5F-D6E4-FD1288D9B443}"/>
                </a:ext>
              </a:extLst>
            </p:cNvPr>
            <p:cNvSpPr txBox="1">
              <a:spLocks noChangeArrowheads="1"/>
            </p:cNvSpPr>
            <p:nvPr/>
          </p:nvSpPr>
          <p:spPr bwMode="auto">
            <a:xfrm>
              <a:off x="6553200" y="46783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8</a:t>
              </a:r>
              <a:endParaRPr kumimoji="1" lang="en-US" altLang="zh-CN" sz="2800" b="1">
                <a:solidFill>
                  <a:srgbClr val="009900"/>
                </a:solidFill>
                <a:latin typeface="Times New Roman" panose="02020603050405020304" pitchFamily="18" charset="0"/>
                <a:ea typeface="宋体" panose="02010600030101010101" pitchFamily="2" charset="-122"/>
              </a:endParaRPr>
            </a:p>
          </p:txBody>
        </p:sp>
        <p:sp>
          <p:nvSpPr>
            <p:cNvPr id="52300" name="Text Box 81">
              <a:extLst>
                <a:ext uri="{FF2B5EF4-FFF2-40B4-BE49-F238E27FC236}">
                  <a16:creationId xmlns:a16="http://schemas.microsoft.com/office/drawing/2014/main" id="{4B2BFE5A-9FDB-F6EE-718C-BF1C9092414D}"/>
                </a:ext>
              </a:extLst>
            </p:cNvPr>
            <p:cNvSpPr txBox="1">
              <a:spLocks noChangeArrowheads="1"/>
            </p:cNvSpPr>
            <p:nvPr/>
          </p:nvSpPr>
          <p:spPr bwMode="auto">
            <a:xfrm>
              <a:off x="7778750" y="46783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9</a:t>
              </a:r>
              <a:endParaRPr kumimoji="1" lang="en-US" altLang="zh-CN" sz="2800" b="1">
                <a:solidFill>
                  <a:srgbClr val="009900"/>
                </a:solidFill>
                <a:latin typeface="Times New Roman" panose="02020603050405020304" pitchFamily="18" charset="0"/>
                <a:ea typeface="宋体" panose="02010600030101010101" pitchFamily="2" charset="-122"/>
              </a:endParaRPr>
            </a:p>
          </p:txBody>
        </p:sp>
        <p:sp>
          <p:nvSpPr>
            <p:cNvPr id="52301" name="Text Box 82">
              <a:extLst>
                <a:ext uri="{FF2B5EF4-FFF2-40B4-BE49-F238E27FC236}">
                  <a16:creationId xmlns:a16="http://schemas.microsoft.com/office/drawing/2014/main" id="{5A97F0C5-D820-BAED-01F9-64986199D240}"/>
                </a:ext>
              </a:extLst>
            </p:cNvPr>
            <p:cNvSpPr txBox="1">
              <a:spLocks noChangeArrowheads="1"/>
            </p:cNvSpPr>
            <p:nvPr/>
          </p:nvSpPr>
          <p:spPr bwMode="auto">
            <a:xfrm>
              <a:off x="555625" y="5257800"/>
              <a:ext cx="77501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zh-CN" altLang="en-US" sz="3200" b="1">
                  <a:solidFill>
                    <a:srgbClr val="009900"/>
                  </a:solidFill>
                  <a:latin typeface="Times New Roman" panose="02020603050405020304" pitchFamily="18" charset="0"/>
                  <a:ea typeface="仿宋_GB2312" pitchFamily="49" charset="-122"/>
                </a:rPr>
                <a:t>广度优先搜索过程              广度优先生成树</a:t>
              </a:r>
              <a:endParaRPr kumimoji="1" lang="zh-CN" altLang="en-US" sz="2400">
                <a:latin typeface="Times New Roman" panose="02020603050405020304" pitchFamily="18" charset="0"/>
                <a:ea typeface="宋体" panose="02010600030101010101" pitchFamily="2" charset="-122"/>
              </a:endParaRPr>
            </a:p>
          </p:txBody>
        </p:sp>
        <p:sp>
          <p:nvSpPr>
            <p:cNvPr id="52302" name="Line 83">
              <a:extLst>
                <a:ext uri="{FF2B5EF4-FFF2-40B4-BE49-F238E27FC236}">
                  <a16:creationId xmlns:a16="http://schemas.microsoft.com/office/drawing/2014/main" id="{3F594119-C4D8-5FA4-2004-7CFE89DBA0F4}"/>
                </a:ext>
              </a:extLst>
            </p:cNvPr>
            <p:cNvSpPr>
              <a:spLocks noChangeShapeType="1"/>
            </p:cNvSpPr>
            <p:nvPr/>
          </p:nvSpPr>
          <p:spPr bwMode="auto">
            <a:xfrm>
              <a:off x="1371600" y="2667000"/>
              <a:ext cx="609600" cy="457200"/>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303" name="Line 84">
              <a:extLst>
                <a:ext uri="{FF2B5EF4-FFF2-40B4-BE49-F238E27FC236}">
                  <a16:creationId xmlns:a16="http://schemas.microsoft.com/office/drawing/2014/main" id="{1B76C9CD-C202-2AFC-E914-23F4D84C1B00}"/>
                </a:ext>
              </a:extLst>
            </p:cNvPr>
            <p:cNvSpPr>
              <a:spLocks noChangeShapeType="1"/>
            </p:cNvSpPr>
            <p:nvPr/>
          </p:nvSpPr>
          <p:spPr bwMode="auto">
            <a:xfrm>
              <a:off x="1143000" y="2819400"/>
              <a:ext cx="0" cy="457200"/>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304" name="Freeform 85">
              <a:extLst>
                <a:ext uri="{FF2B5EF4-FFF2-40B4-BE49-F238E27FC236}">
                  <a16:creationId xmlns:a16="http://schemas.microsoft.com/office/drawing/2014/main" id="{2AC35368-083A-EA17-0739-8471DBF10672}"/>
                </a:ext>
              </a:extLst>
            </p:cNvPr>
            <p:cNvSpPr>
              <a:spLocks/>
            </p:cNvSpPr>
            <p:nvPr/>
          </p:nvSpPr>
          <p:spPr bwMode="auto">
            <a:xfrm>
              <a:off x="685800" y="1981200"/>
              <a:ext cx="1003300" cy="1079500"/>
            </a:xfrm>
            <a:custGeom>
              <a:avLst/>
              <a:gdLst>
                <a:gd name="T0" fmla="*/ 2147483646 w 632"/>
                <a:gd name="T1" fmla="*/ 0 h 680"/>
                <a:gd name="T2" fmla="*/ 2147483646 w 632"/>
                <a:gd name="T3" fmla="*/ 2147483646 h 680"/>
                <a:gd name="T4" fmla="*/ 2147483646 w 632"/>
                <a:gd name="T5" fmla="*/ 2147483646 h 680"/>
                <a:gd name="T6" fmla="*/ 2147483646 w 632"/>
                <a:gd name="T7" fmla="*/ 2147483646 h 680"/>
                <a:gd name="T8" fmla="*/ 2147483646 w 632"/>
                <a:gd name="T9" fmla="*/ 2147483646 h 680"/>
                <a:gd name="T10" fmla="*/ 2147483646 w 632"/>
                <a:gd name="T11" fmla="*/ 2147483646 h 680"/>
                <a:gd name="T12" fmla="*/ 2147483646 w 632"/>
                <a:gd name="T13" fmla="*/ 2147483646 h 680"/>
                <a:gd name="T14" fmla="*/ 0 w 632"/>
                <a:gd name="T15" fmla="*/ 2147483646 h 680"/>
                <a:gd name="T16" fmla="*/ 0 60000 65536"/>
                <a:gd name="T17" fmla="*/ 0 60000 65536"/>
                <a:gd name="T18" fmla="*/ 0 60000 65536"/>
                <a:gd name="T19" fmla="*/ 0 60000 65536"/>
                <a:gd name="T20" fmla="*/ 0 60000 65536"/>
                <a:gd name="T21" fmla="*/ 0 60000 65536"/>
                <a:gd name="T22" fmla="*/ 0 60000 65536"/>
                <a:gd name="T23" fmla="*/ 0 60000 65536"/>
                <a:gd name="T24" fmla="*/ 0 w 632"/>
                <a:gd name="T25" fmla="*/ 0 h 680"/>
                <a:gd name="T26" fmla="*/ 632 w 632"/>
                <a:gd name="T27" fmla="*/ 680 h 6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32" h="680">
                  <a:moveTo>
                    <a:pt x="624" y="0"/>
                  </a:moveTo>
                  <a:cubicBezTo>
                    <a:pt x="628" y="64"/>
                    <a:pt x="632" y="128"/>
                    <a:pt x="624" y="192"/>
                  </a:cubicBezTo>
                  <a:cubicBezTo>
                    <a:pt x="616" y="256"/>
                    <a:pt x="592" y="336"/>
                    <a:pt x="576" y="384"/>
                  </a:cubicBezTo>
                  <a:cubicBezTo>
                    <a:pt x="560" y="432"/>
                    <a:pt x="560" y="440"/>
                    <a:pt x="528" y="480"/>
                  </a:cubicBezTo>
                  <a:cubicBezTo>
                    <a:pt x="496" y="520"/>
                    <a:pt x="440" y="592"/>
                    <a:pt x="384" y="624"/>
                  </a:cubicBezTo>
                  <a:cubicBezTo>
                    <a:pt x="328" y="656"/>
                    <a:pt x="240" y="664"/>
                    <a:pt x="192" y="672"/>
                  </a:cubicBezTo>
                  <a:cubicBezTo>
                    <a:pt x="144" y="680"/>
                    <a:pt x="128" y="672"/>
                    <a:pt x="96" y="672"/>
                  </a:cubicBezTo>
                  <a:cubicBezTo>
                    <a:pt x="64" y="672"/>
                    <a:pt x="24" y="672"/>
                    <a:pt x="0" y="672"/>
                  </a:cubicBezTo>
                </a:path>
              </a:pathLst>
            </a:custGeom>
            <a:noFill/>
            <a:ln w="28575">
              <a:solidFill>
                <a:schemeClr val="accent2"/>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2305" name="Freeform 87">
              <a:extLst>
                <a:ext uri="{FF2B5EF4-FFF2-40B4-BE49-F238E27FC236}">
                  <a16:creationId xmlns:a16="http://schemas.microsoft.com/office/drawing/2014/main" id="{93C6AC5E-D7E4-D67D-1895-A5F9DC886D00}"/>
                </a:ext>
              </a:extLst>
            </p:cNvPr>
            <p:cNvSpPr>
              <a:spLocks/>
            </p:cNvSpPr>
            <p:nvPr/>
          </p:nvSpPr>
          <p:spPr bwMode="auto">
            <a:xfrm>
              <a:off x="533400" y="1981200"/>
              <a:ext cx="2311400" cy="1981200"/>
            </a:xfrm>
            <a:custGeom>
              <a:avLst/>
              <a:gdLst>
                <a:gd name="T0" fmla="*/ 2147483646 w 1456"/>
                <a:gd name="T1" fmla="*/ 0 h 1248"/>
                <a:gd name="T2" fmla="*/ 2147483646 w 1456"/>
                <a:gd name="T3" fmla="*/ 2147483646 h 1248"/>
                <a:gd name="T4" fmla="*/ 2147483646 w 1456"/>
                <a:gd name="T5" fmla="*/ 2147483646 h 1248"/>
                <a:gd name="T6" fmla="*/ 2147483646 w 1456"/>
                <a:gd name="T7" fmla="*/ 2147483646 h 1248"/>
                <a:gd name="T8" fmla="*/ 2147483646 w 1456"/>
                <a:gd name="T9" fmla="*/ 2147483646 h 1248"/>
                <a:gd name="T10" fmla="*/ 2147483646 w 1456"/>
                <a:gd name="T11" fmla="*/ 2147483646 h 1248"/>
                <a:gd name="T12" fmla="*/ 2147483646 w 1456"/>
                <a:gd name="T13" fmla="*/ 2147483646 h 1248"/>
                <a:gd name="T14" fmla="*/ 2147483646 w 1456"/>
                <a:gd name="T15" fmla="*/ 2147483646 h 1248"/>
                <a:gd name="T16" fmla="*/ 2147483646 w 1456"/>
                <a:gd name="T17" fmla="*/ 2147483646 h 1248"/>
                <a:gd name="T18" fmla="*/ 2147483646 w 1456"/>
                <a:gd name="T19" fmla="*/ 2147483646 h 1248"/>
                <a:gd name="T20" fmla="*/ 2147483646 w 1456"/>
                <a:gd name="T21" fmla="*/ 2147483646 h 1248"/>
                <a:gd name="T22" fmla="*/ 2147483646 w 1456"/>
                <a:gd name="T23" fmla="*/ 2147483646 h 1248"/>
                <a:gd name="T24" fmla="*/ 2147483646 w 1456"/>
                <a:gd name="T25" fmla="*/ 2147483646 h 1248"/>
                <a:gd name="T26" fmla="*/ 2147483646 w 1456"/>
                <a:gd name="T27" fmla="*/ 2147483646 h 1248"/>
                <a:gd name="T28" fmla="*/ 0 w 1456"/>
                <a:gd name="T29" fmla="*/ 2147483646 h 12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56"/>
                <a:gd name="T46" fmla="*/ 0 h 1248"/>
                <a:gd name="T47" fmla="*/ 1456 w 1456"/>
                <a:gd name="T48" fmla="*/ 1248 h 124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56" h="1248">
                  <a:moveTo>
                    <a:pt x="1344" y="0"/>
                  </a:moveTo>
                  <a:cubicBezTo>
                    <a:pt x="1360" y="28"/>
                    <a:pt x="1376" y="56"/>
                    <a:pt x="1392" y="96"/>
                  </a:cubicBezTo>
                  <a:cubicBezTo>
                    <a:pt x="1408" y="136"/>
                    <a:pt x="1432" y="200"/>
                    <a:pt x="1440" y="240"/>
                  </a:cubicBezTo>
                  <a:cubicBezTo>
                    <a:pt x="1448" y="280"/>
                    <a:pt x="1440" y="232"/>
                    <a:pt x="1440" y="336"/>
                  </a:cubicBezTo>
                  <a:cubicBezTo>
                    <a:pt x="1440" y="440"/>
                    <a:pt x="1456" y="744"/>
                    <a:pt x="1440" y="864"/>
                  </a:cubicBezTo>
                  <a:cubicBezTo>
                    <a:pt x="1424" y="984"/>
                    <a:pt x="1376" y="1016"/>
                    <a:pt x="1344" y="1056"/>
                  </a:cubicBezTo>
                  <a:cubicBezTo>
                    <a:pt x="1312" y="1096"/>
                    <a:pt x="1288" y="1088"/>
                    <a:pt x="1248" y="1104"/>
                  </a:cubicBezTo>
                  <a:cubicBezTo>
                    <a:pt x="1208" y="1120"/>
                    <a:pt x="1152" y="1144"/>
                    <a:pt x="1104" y="1152"/>
                  </a:cubicBezTo>
                  <a:cubicBezTo>
                    <a:pt x="1056" y="1160"/>
                    <a:pt x="1016" y="1152"/>
                    <a:pt x="960" y="1152"/>
                  </a:cubicBezTo>
                  <a:cubicBezTo>
                    <a:pt x="904" y="1152"/>
                    <a:pt x="832" y="1152"/>
                    <a:pt x="768" y="1152"/>
                  </a:cubicBezTo>
                  <a:cubicBezTo>
                    <a:pt x="704" y="1152"/>
                    <a:pt x="632" y="1152"/>
                    <a:pt x="576" y="1152"/>
                  </a:cubicBezTo>
                  <a:cubicBezTo>
                    <a:pt x="520" y="1152"/>
                    <a:pt x="488" y="1152"/>
                    <a:pt x="432" y="1152"/>
                  </a:cubicBezTo>
                  <a:cubicBezTo>
                    <a:pt x="376" y="1152"/>
                    <a:pt x="296" y="1144"/>
                    <a:pt x="240" y="1152"/>
                  </a:cubicBezTo>
                  <a:cubicBezTo>
                    <a:pt x="184" y="1160"/>
                    <a:pt x="136" y="1184"/>
                    <a:pt x="96" y="1200"/>
                  </a:cubicBezTo>
                  <a:cubicBezTo>
                    <a:pt x="56" y="1216"/>
                    <a:pt x="16" y="1240"/>
                    <a:pt x="0" y="1248"/>
                  </a:cubicBezTo>
                </a:path>
              </a:pathLst>
            </a:custGeom>
            <a:noFill/>
            <a:ln w="28575">
              <a:solidFill>
                <a:schemeClr val="accent2"/>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2306" name="Freeform 88">
              <a:extLst>
                <a:ext uri="{FF2B5EF4-FFF2-40B4-BE49-F238E27FC236}">
                  <a16:creationId xmlns:a16="http://schemas.microsoft.com/office/drawing/2014/main" id="{814BF5D9-4580-49EF-0C77-4AD6FF70C0DC}"/>
                </a:ext>
              </a:extLst>
            </p:cNvPr>
            <p:cNvSpPr>
              <a:spLocks/>
            </p:cNvSpPr>
            <p:nvPr/>
          </p:nvSpPr>
          <p:spPr bwMode="auto">
            <a:xfrm>
              <a:off x="685800" y="2959100"/>
              <a:ext cx="3352800" cy="2082800"/>
            </a:xfrm>
            <a:custGeom>
              <a:avLst/>
              <a:gdLst>
                <a:gd name="T0" fmla="*/ 2147483646 w 2112"/>
                <a:gd name="T1" fmla="*/ 2147483646 h 1312"/>
                <a:gd name="T2" fmla="*/ 2147483646 w 2112"/>
                <a:gd name="T3" fmla="*/ 2147483646 h 1312"/>
                <a:gd name="T4" fmla="*/ 2147483646 w 2112"/>
                <a:gd name="T5" fmla="*/ 2147483646 h 1312"/>
                <a:gd name="T6" fmla="*/ 2147483646 w 2112"/>
                <a:gd name="T7" fmla="*/ 2147483646 h 1312"/>
                <a:gd name="T8" fmla="*/ 2147483646 w 2112"/>
                <a:gd name="T9" fmla="*/ 2147483646 h 1312"/>
                <a:gd name="T10" fmla="*/ 2147483646 w 2112"/>
                <a:gd name="T11" fmla="*/ 2147483646 h 1312"/>
                <a:gd name="T12" fmla="*/ 2147483646 w 2112"/>
                <a:gd name="T13" fmla="*/ 2147483646 h 1312"/>
                <a:gd name="T14" fmla="*/ 2147483646 w 2112"/>
                <a:gd name="T15" fmla="*/ 2147483646 h 1312"/>
                <a:gd name="T16" fmla="*/ 2147483646 w 2112"/>
                <a:gd name="T17" fmla="*/ 2147483646 h 1312"/>
                <a:gd name="T18" fmla="*/ 2147483646 w 2112"/>
                <a:gd name="T19" fmla="*/ 2147483646 h 1312"/>
                <a:gd name="T20" fmla="*/ 2147483646 w 2112"/>
                <a:gd name="T21" fmla="*/ 2147483646 h 1312"/>
                <a:gd name="T22" fmla="*/ 2147483646 w 2112"/>
                <a:gd name="T23" fmla="*/ 2147483646 h 1312"/>
                <a:gd name="T24" fmla="*/ 2147483646 w 2112"/>
                <a:gd name="T25" fmla="*/ 2147483646 h 1312"/>
                <a:gd name="T26" fmla="*/ 2147483646 w 2112"/>
                <a:gd name="T27" fmla="*/ 2147483646 h 1312"/>
                <a:gd name="T28" fmla="*/ 2147483646 w 2112"/>
                <a:gd name="T29" fmla="*/ 2147483646 h 1312"/>
                <a:gd name="T30" fmla="*/ 2147483646 w 2112"/>
                <a:gd name="T31" fmla="*/ 2147483646 h 1312"/>
                <a:gd name="T32" fmla="*/ 2147483646 w 2112"/>
                <a:gd name="T33" fmla="*/ 2147483646 h 1312"/>
                <a:gd name="T34" fmla="*/ 2147483646 w 2112"/>
                <a:gd name="T35" fmla="*/ 2147483646 h 1312"/>
                <a:gd name="T36" fmla="*/ 2147483646 w 2112"/>
                <a:gd name="T37" fmla="*/ 2147483646 h 1312"/>
                <a:gd name="T38" fmla="*/ 2147483646 w 2112"/>
                <a:gd name="T39" fmla="*/ 2147483646 h 1312"/>
                <a:gd name="T40" fmla="*/ 0 w 2112"/>
                <a:gd name="T41" fmla="*/ 2147483646 h 131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12"/>
                <a:gd name="T64" fmla="*/ 0 h 1312"/>
                <a:gd name="T65" fmla="*/ 2112 w 2112"/>
                <a:gd name="T66" fmla="*/ 1312 h 131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12" h="1312">
                  <a:moveTo>
                    <a:pt x="2112" y="8"/>
                  </a:moveTo>
                  <a:cubicBezTo>
                    <a:pt x="1984" y="4"/>
                    <a:pt x="1856" y="0"/>
                    <a:pt x="1776" y="8"/>
                  </a:cubicBezTo>
                  <a:cubicBezTo>
                    <a:pt x="1696" y="16"/>
                    <a:pt x="1672" y="32"/>
                    <a:pt x="1632" y="56"/>
                  </a:cubicBezTo>
                  <a:cubicBezTo>
                    <a:pt x="1592" y="80"/>
                    <a:pt x="1560" y="120"/>
                    <a:pt x="1536" y="152"/>
                  </a:cubicBezTo>
                  <a:cubicBezTo>
                    <a:pt x="1512" y="184"/>
                    <a:pt x="1504" y="208"/>
                    <a:pt x="1488" y="248"/>
                  </a:cubicBezTo>
                  <a:cubicBezTo>
                    <a:pt x="1472" y="288"/>
                    <a:pt x="1456" y="352"/>
                    <a:pt x="1440" y="392"/>
                  </a:cubicBezTo>
                  <a:cubicBezTo>
                    <a:pt x="1424" y="432"/>
                    <a:pt x="1408" y="464"/>
                    <a:pt x="1392" y="488"/>
                  </a:cubicBezTo>
                  <a:cubicBezTo>
                    <a:pt x="1376" y="512"/>
                    <a:pt x="1360" y="520"/>
                    <a:pt x="1344" y="536"/>
                  </a:cubicBezTo>
                  <a:cubicBezTo>
                    <a:pt x="1328" y="552"/>
                    <a:pt x="1328" y="568"/>
                    <a:pt x="1296" y="584"/>
                  </a:cubicBezTo>
                  <a:cubicBezTo>
                    <a:pt x="1264" y="600"/>
                    <a:pt x="1208" y="616"/>
                    <a:pt x="1152" y="632"/>
                  </a:cubicBezTo>
                  <a:cubicBezTo>
                    <a:pt x="1096" y="648"/>
                    <a:pt x="1016" y="672"/>
                    <a:pt x="960" y="680"/>
                  </a:cubicBezTo>
                  <a:cubicBezTo>
                    <a:pt x="904" y="688"/>
                    <a:pt x="856" y="672"/>
                    <a:pt x="816" y="680"/>
                  </a:cubicBezTo>
                  <a:cubicBezTo>
                    <a:pt x="776" y="688"/>
                    <a:pt x="744" y="704"/>
                    <a:pt x="720" y="728"/>
                  </a:cubicBezTo>
                  <a:cubicBezTo>
                    <a:pt x="696" y="752"/>
                    <a:pt x="688" y="792"/>
                    <a:pt x="672" y="824"/>
                  </a:cubicBezTo>
                  <a:cubicBezTo>
                    <a:pt x="656" y="856"/>
                    <a:pt x="632" y="888"/>
                    <a:pt x="624" y="920"/>
                  </a:cubicBezTo>
                  <a:cubicBezTo>
                    <a:pt x="616" y="952"/>
                    <a:pt x="632" y="976"/>
                    <a:pt x="624" y="1016"/>
                  </a:cubicBezTo>
                  <a:cubicBezTo>
                    <a:pt x="616" y="1056"/>
                    <a:pt x="600" y="1120"/>
                    <a:pt x="576" y="1160"/>
                  </a:cubicBezTo>
                  <a:cubicBezTo>
                    <a:pt x="552" y="1200"/>
                    <a:pt x="520" y="1232"/>
                    <a:pt x="480" y="1256"/>
                  </a:cubicBezTo>
                  <a:cubicBezTo>
                    <a:pt x="440" y="1280"/>
                    <a:pt x="384" y="1296"/>
                    <a:pt x="336" y="1304"/>
                  </a:cubicBezTo>
                  <a:cubicBezTo>
                    <a:pt x="288" y="1312"/>
                    <a:pt x="248" y="1304"/>
                    <a:pt x="192" y="1304"/>
                  </a:cubicBezTo>
                  <a:cubicBezTo>
                    <a:pt x="136" y="1304"/>
                    <a:pt x="32" y="1304"/>
                    <a:pt x="0" y="1304"/>
                  </a:cubicBezTo>
                </a:path>
              </a:pathLst>
            </a:custGeom>
            <a:noFill/>
            <a:ln w="28575">
              <a:solidFill>
                <a:schemeClr val="accent2"/>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2307" name="Freeform 89">
              <a:extLst>
                <a:ext uri="{FF2B5EF4-FFF2-40B4-BE49-F238E27FC236}">
                  <a16:creationId xmlns:a16="http://schemas.microsoft.com/office/drawing/2014/main" id="{DD71971B-3E6B-29A3-8BC5-E600C9E775C0}"/>
                </a:ext>
              </a:extLst>
            </p:cNvPr>
            <p:cNvSpPr>
              <a:spLocks/>
            </p:cNvSpPr>
            <p:nvPr/>
          </p:nvSpPr>
          <p:spPr bwMode="auto">
            <a:xfrm>
              <a:off x="2438400" y="3949700"/>
              <a:ext cx="1524000" cy="1079500"/>
            </a:xfrm>
            <a:custGeom>
              <a:avLst/>
              <a:gdLst>
                <a:gd name="T0" fmla="*/ 2147483646 w 960"/>
                <a:gd name="T1" fmla="*/ 2147483646 h 680"/>
                <a:gd name="T2" fmla="*/ 2147483646 w 960"/>
                <a:gd name="T3" fmla="*/ 2147483646 h 680"/>
                <a:gd name="T4" fmla="*/ 2147483646 w 960"/>
                <a:gd name="T5" fmla="*/ 2147483646 h 680"/>
                <a:gd name="T6" fmla="*/ 2147483646 w 960"/>
                <a:gd name="T7" fmla="*/ 2147483646 h 680"/>
                <a:gd name="T8" fmla="*/ 2147483646 w 960"/>
                <a:gd name="T9" fmla="*/ 2147483646 h 680"/>
                <a:gd name="T10" fmla="*/ 2147483646 w 960"/>
                <a:gd name="T11" fmla="*/ 2147483646 h 680"/>
                <a:gd name="T12" fmla="*/ 2147483646 w 960"/>
                <a:gd name="T13" fmla="*/ 2147483646 h 680"/>
                <a:gd name="T14" fmla="*/ 2147483646 w 960"/>
                <a:gd name="T15" fmla="*/ 2147483646 h 680"/>
                <a:gd name="T16" fmla="*/ 2147483646 w 960"/>
                <a:gd name="T17" fmla="*/ 2147483646 h 680"/>
                <a:gd name="T18" fmla="*/ 0 w 960"/>
                <a:gd name="T19" fmla="*/ 2147483646 h 6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60"/>
                <a:gd name="T31" fmla="*/ 0 h 680"/>
                <a:gd name="T32" fmla="*/ 960 w 960"/>
                <a:gd name="T33" fmla="*/ 680 h 68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60" h="680">
                  <a:moveTo>
                    <a:pt x="960" y="8"/>
                  </a:moveTo>
                  <a:cubicBezTo>
                    <a:pt x="872" y="8"/>
                    <a:pt x="784" y="8"/>
                    <a:pt x="720" y="8"/>
                  </a:cubicBezTo>
                  <a:cubicBezTo>
                    <a:pt x="656" y="8"/>
                    <a:pt x="624" y="0"/>
                    <a:pt x="576" y="8"/>
                  </a:cubicBezTo>
                  <a:cubicBezTo>
                    <a:pt x="528" y="16"/>
                    <a:pt x="472" y="32"/>
                    <a:pt x="432" y="56"/>
                  </a:cubicBezTo>
                  <a:cubicBezTo>
                    <a:pt x="392" y="80"/>
                    <a:pt x="360" y="120"/>
                    <a:pt x="336" y="152"/>
                  </a:cubicBezTo>
                  <a:cubicBezTo>
                    <a:pt x="312" y="184"/>
                    <a:pt x="304" y="208"/>
                    <a:pt x="288" y="248"/>
                  </a:cubicBezTo>
                  <a:cubicBezTo>
                    <a:pt x="272" y="288"/>
                    <a:pt x="256" y="352"/>
                    <a:pt x="240" y="392"/>
                  </a:cubicBezTo>
                  <a:cubicBezTo>
                    <a:pt x="224" y="432"/>
                    <a:pt x="216" y="448"/>
                    <a:pt x="192" y="488"/>
                  </a:cubicBezTo>
                  <a:cubicBezTo>
                    <a:pt x="168" y="528"/>
                    <a:pt x="128" y="600"/>
                    <a:pt x="96" y="632"/>
                  </a:cubicBezTo>
                  <a:cubicBezTo>
                    <a:pt x="64" y="664"/>
                    <a:pt x="16" y="672"/>
                    <a:pt x="0" y="680"/>
                  </a:cubicBezTo>
                </a:path>
              </a:pathLst>
            </a:custGeom>
            <a:noFill/>
            <a:ln w="28575">
              <a:solidFill>
                <a:schemeClr val="accent2"/>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2308" name="Line 90">
              <a:extLst>
                <a:ext uri="{FF2B5EF4-FFF2-40B4-BE49-F238E27FC236}">
                  <a16:creationId xmlns:a16="http://schemas.microsoft.com/office/drawing/2014/main" id="{5F7BCA92-06FB-A2AD-4EB8-38B49DAC6BDA}"/>
                </a:ext>
              </a:extLst>
            </p:cNvPr>
            <p:cNvSpPr>
              <a:spLocks noChangeShapeType="1"/>
            </p:cNvSpPr>
            <p:nvPr/>
          </p:nvSpPr>
          <p:spPr bwMode="auto">
            <a:xfrm>
              <a:off x="3581400" y="2743200"/>
              <a:ext cx="0" cy="533400"/>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309" name="Oval 91" descr="粉色砂纸">
              <a:extLst>
                <a:ext uri="{FF2B5EF4-FFF2-40B4-BE49-F238E27FC236}">
                  <a16:creationId xmlns:a16="http://schemas.microsoft.com/office/drawing/2014/main" id="{FEF1E21A-90B8-2B9B-FEC2-331F1FC27980}"/>
                </a:ext>
              </a:extLst>
            </p:cNvPr>
            <p:cNvSpPr>
              <a:spLocks noChangeArrowheads="1"/>
            </p:cNvSpPr>
            <p:nvPr/>
          </p:nvSpPr>
          <p:spPr bwMode="auto">
            <a:xfrm>
              <a:off x="7772400" y="4267200"/>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52310" name="Text Box 51">
              <a:extLst>
                <a:ext uri="{FF2B5EF4-FFF2-40B4-BE49-F238E27FC236}">
                  <a16:creationId xmlns:a16="http://schemas.microsoft.com/office/drawing/2014/main" id="{4029EC7B-F207-1CC9-5327-21F6EF9361FF}"/>
                </a:ext>
              </a:extLst>
            </p:cNvPr>
            <p:cNvSpPr txBox="1">
              <a:spLocks noChangeArrowheads="1"/>
            </p:cNvSpPr>
            <p:nvPr/>
          </p:nvSpPr>
          <p:spPr bwMode="auto">
            <a:xfrm>
              <a:off x="7851775" y="4281488"/>
              <a:ext cx="2825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grpSp>
      <p:sp>
        <p:nvSpPr>
          <p:cNvPr id="2" name="灯片编号占位符 1">
            <a:extLst>
              <a:ext uri="{FF2B5EF4-FFF2-40B4-BE49-F238E27FC236}">
                <a16:creationId xmlns:a16="http://schemas.microsoft.com/office/drawing/2014/main" id="{A2021B7E-D3DE-BAE3-40CF-3BE9C9B575F4}"/>
              </a:ext>
            </a:extLst>
          </p:cNvPr>
          <p:cNvSpPr>
            <a:spLocks noGrp="1"/>
          </p:cNvSpPr>
          <p:nvPr>
            <p:ph type="sldNum" sz="quarter" idx="12"/>
          </p:nvPr>
        </p:nvSpPr>
        <p:spPr/>
        <p:txBody>
          <a:bodyPr/>
          <a:lstStyle/>
          <a:p>
            <a:pPr>
              <a:defRPr/>
            </a:pPr>
            <a:fld id="{2E0F9FB0-350A-4A87-9CD5-1F022F266B97}" type="slidenum">
              <a:rPr lang="en-US" altLang="zh-CN" smtClean="0"/>
              <a:pPr>
                <a:defRPr/>
              </a:pPr>
              <a:t>41</a:t>
            </a:fld>
            <a:endParaRPr lang="en-US" altLang="zh-CN"/>
          </a:p>
        </p:txBody>
      </p:sp>
    </p:spTree>
  </p:cSld>
  <p:clrMapOvr>
    <a:masterClrMapping/>
  </p:clrMapOvr>
  <p:transition>
    <p:zo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373F421-570F-4996-A98E-F074D2DA3DC4}"/>
              </a:ext>
            </a:extLst>
          </p:cNvPr>
          <p:cNvSpPr>
            <a:spLocks noGrp="1"/>
          </p:cNvSpPr>
          <p:nvPr>
            <p:ph type="title"/>
          </p:nvPr>
        </p:nvSpPr>
        <p:spPr/>
        <p:txBody>
          <a:bodyPr/>
          <a:lstStyle/>
          <a:p>
            <a:r>
              <a:rPr lang="zh-CN" altLang="en-US" dirty="0"/>
              <a:t>具体算法</a:t>
            </a:r>
          </a:p>
        </p:txBody>
      </p:sp>
      <p:sp>
        <p:nvSpPr>
          <p:cNvPr id="161794" name="Rectangle 2">
            <a:extLst>
              <a:ext uri="{FF2B5EF4-FFF2-40B4-BE49-F238E27FC236}">
                <a16:creationId xmlns:a16="http://schemas.microsoft.com/office/drawing/2014/main" id="{DF4006D5-BDC1-4262-D906-05CE5A9E6DA1}"/>
              </a:ext>
            </a:extLst>
          </p:cNvPr>
          <p:cNvSpPr>
            <a:spLocks noGrp="1" noChangeArrowheads="1"/>
          </p:cNvSpPr>
          <p:nvPr>
            <p:ph type="body" idx="1"/>
          </p:nvPr>
        </p:nvSpPr>
        <p:spPr/>
        <p:txBody>
          <a:bodyPr/>
          <a:lstStyle/>
          <a:p>
            <a:r>
              <a:rPr lang="zh-CN" altLang="en-US" dirty="0"/>
              <a:t>为实现逐层访问，算法中使用了一个队列，以记忆正在访问的这一层和上一层的顶点，以便于向下一层访问。</a:t>
            </a:r>
          </a:p>
          <a:p>
            <a:r>
              <a:rPr lang="zh-CN" altLang="en-US" dirty="0"/>
              <a:t>为避免重复访问，同样需要一个辅助数组</a:t>
            </a:r>
            <a:r>
              <a:rPr lang="en-US" altLang="zh-CN" dirty="0"/>
              <a:t>visited[ ]</a:t>
            </a:r>
            <a:r>
              <a:rPr lang="zh-CN" altLang="en-US" dirty="0"/>
              <a:t>，给被访问过的顶点加标记。</a:t>
            </a:r>
          </a:p>
        </p:txBody>
      </p:sp>
      <p:sp>
        <p:nvSpPr>
          <p:cNvPr id="2" name="灯片编号占位符 1">
            <a:extLst>
              <a:ext uri="{FF2B5EF4-FFF2-40B4-BE49-F238E27FC236}">
                <a16:creationId xmlns:a16="http://schemas.microsoft.com/office/drawing/2014/main" id="{3214A9C7-C323-9E93-15DE-2EDCC975DBBC}"/>
              </a:ext>
            </a:extLst>
          </p:cNvPr>
          <p:cNvSpPr>
            <a:spLocks noGrp="1"/>
          </p:cNvSpPr>
          <p:nvPr>
            <p:ph type="sldNum" sz="quarter" idx="12"/>
          </p:nvPr>
        </p:nvSpPr>
        <p:spPr/>
        <p:txBody>
          <a:bodyPr/>
          <a:lstStyle/>
          <a:p>
            <a:pPr>
              <a:defRPr/>
            </a:pPr>
            <a:fld id="{2E0F9FB0-350A-4A87-9CD5-1F022F266B97}" type="slidenum">
              <a:rPr lang="en-US" altLang="zh-CN" smtClean="0"/>
              <a:pPr>
                <a:defRPr/>
              </a:pPr>
              <a:t>42</a:t>
            </a:fld>
            <a:endParaRPr lang="en-US" altLang="zh-CN"/>
          </a:p>
        </p:txBody>
      </p:sp>
    </p:spTree>
  </p:cSld>
  <p:clrMapOvr>
    <a:masterClrMapping/>
  </p:clrMapOvr>
  <p:transition>
    <p:zo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01ACBFE-B423-42F6-8081-12A35B7F3ACB}"/>
              </a:ext>
            </a:extLst>
          </p:cNvPr>
          <p:cNvSpPr>
            <a:spLocks noGrp="1"/>
          </p:cNvSpPr>
          <p:nvPr>
            <p:ph idx="1"/>
          </p:nvPr>
        </p:nvSpPr>
        <p:spPr>
          <a:xfrm>
            <a:off x="107504" y="188640"/>
            <a:ext cx="8928992" cy="6480720"/>
          </a:xfrm>
        </p:spPr>
        <p:txBody>
          <a:bodyPr>
            <a:normAutofit fontScale="62500" lnSpcReduction="20000"/>
          </a:bodyPr>
          <a:lstStyle/>
          <a:p>
            <a:pPr marL="0" indent="0">
              <a:buNone/>
            </a:pPr>
            <a:r>
              <a:rPr lang="en-US" altLang="zh-CN" dirty="0"/>
              <a:t>//</a:t>
            </a:r>
            <a:r>
              <a:rPr lang="zh-CN" altLang="en-US" dirty="0"/>
              <a:t>图的广度优先搜索算法</a:t>
            </a:r>
          </a:p>
          <a:p>
            <a:pPr marL="0" indent="0">
              <a:buNone/>
            </a:pPr>
            <a:r>
              <a:rPr lang="en-US" altLang="zh-CN" dirty="0"/>
              <a:t>template&lt;class T, class E&gt;  void BFS ( Graph &lt;T, E&gt;&amp; G, const T&amp; v ) {</a:t>
            </a:r>
          </a:p>
          <a:p>
            <a:pPr marL="0" indent="0">
              <a:buNone/>
            </a:pPr>
            <a:r>
              <a:rPr lang="en-US" altLang="zh-CN" dirty="0"/>
              <a:t>    int </a:t>
            </a:r>
            <a:r>
              <a:rPr lang="en-US" altLang="zh-CN" dirty="0" err="1"/>
              <a:t>i</a:t>
            </a:r>
            <a:r>
              <a:rPr lang="en-US" altLang="zh-CN" dirty="0"/>
              <a:t>, w, n = </a:t>
            </a:r>
            <a:r>
              <a:rPr lang="en-US" altLang="zh-CN" dirty="0" err="1"/>
              <a:t>G.NumberOfVertices</a:t>
            </a:r>
            <a:r>
              <a:rPr lang="en-US" altLang="zh-CN" dirty="0"/>
              <a:t>( );    bool * visited = new bool[n];</a:t>
            </a:r>
          </a:p>
          <a:p>
            <a:pPr marL="0" indent="0">
              <a:buNone/>
            </a:pPr>
            <a:r>
              <a:rPr lang="en-US" altLang="zh-CN" dirty="0"/>
              <a:t>    for ( </a:t>
            </a:r>
            <a:r>
              <a:rPr lang="en-US" altLang="zh-CN" dirty="0" err="1"/>
              <a:t>i</a:t>
            </a:r>
            <a:r>
              <a:rPr lang="en-US" altLang="zh-CN" dirty="0"/>
              <a:t> = 0; </a:t>
            </a:r>
            <a:r>
              <a:rPr lang="en-US" altLang="zh-CN" dirty="0" err="1"/>
              <a:t>i</a:t>
            </a:r>
            <a:r>
              <a:rPr lang="en-US" altLang="zh-CN" dirty="0"/>
              <a:t> &lt; n; </a:t>
            </a:r>
            <a:r>
              <a:rPr lang="en-US" altLang="zh-CN" dirty="0" err="1"/>
              <a:t>i</a:t>
            </a:r>
            <a:r>
              <a:rPr lang="en-US" altLang="zh-CN" dirty="0"/>
              <a:t>++ ) visited[</a:t>
            </a:r>
            <a:r>
              <a:rPr lang="en-US" altLang="zh-CN" dirty="0" err="1"/>
              <a:t>i</a:t>
            </a:r>
            <a:r>
              <a:rPr lang="en-US" altLang="zh-CN" dirty="0"/>
              <a:t>] = false;</a:t>
            </a:r>
          </a:p>
          <a:p>
            <a:pPr marL="0" indent="0">
              <a:buNone/>
            </a:pPr>
            <a:r>
              <a:rPr lang="en-US" altLang="zh-CN" dirty="0"/>
              <a:t>    int loc = </a:t>
            </a:r>
            <a:r>
              <a:rPr lang="en-US" altLang="zh-CN" dirty="0" err="1"/>
              <a:t>G.getVertexPos</a:t>
            </a:r>
            <a:r>
              <a:rPr lang="en-US" altLang="zh-CN" dirty="0"/>
              <a:t>(v);     </a:t>
            </a:r>
            <a:r>
              <a:rPr lang="en-US" altLang="zh-CN" dirty="0" err="1"/>
              <a:t>cout</a:t>
            </a:r>
            <a:r>
              <a:rPr lang="en-US" altLang="zh-CN" dirty="0"/>
              <a:t> &lt;&lt; </a:t>
            </a:r>
            <a:r>
              <a:rPr lang="en-US" altLang="zh-CN" dirty="0" err="1"/>
              <a:t>G.getValue</a:t>
            </a:r>
            <a:r>
              <a:rPr lang="en-US" altLang="zh-CN" dirty="0"/>
              <a:t> (loc) &lt;&lt; ' ';   </a:t>
            </a:r>
          </a:p>
          <a:p>
            <a:pPr marL="0" indent="0">
              <a:buNone/>
            </a:pPr>
            <a:r>
              <a:rPr lang="en-US" altLang="zh-CN" dirty="0"/>
              <a:t>    visited[loc] = true;    Queue&lt;int&gt; Q;    </a:t>
            </a:r>
            <a:r>
              <a:rPr lang="en-US" altLang="zh-CN" dirty="0" err="1"/>
              <a:t>Q.EnQueue</a:t>
            </a:r>
            <a:r>
              <a:rPr lang="en-US" altLang="zh-CN" dirty="0"/>
              <a:t> (loc);   //</a:t>
            </a:r>
            <a:r>
              <a:rPr lang="zh-CN" altLang="en-US" dirty="0"/>
              <a:t>进队列</a:t>
            </a:r>
          </a:p>
          <a:p>
            <a:pPr marL="0" indent="0">
              <a:buNone/>
            </a:pPr>
            <a:r>
              <a:rPr lang="en-US" altLang="zh-CN" dirty="0"/>
              <a:t>    while ( !</a:t>
            </a:r>
            <a:r>
              <a:rPr lang="en-US" altLang="zh-CN" dirty="0" err="1"/>
              <a:t>Q.IsEmpty</a:t>
            </a:r>
            <a:r>
              <a:rPr lang="en-US" altLang="zh-CN" dirty="0"/>
              <a:t> ( ) ) {      //</a:t>
            </a:r>
            <a:r>
              <a:rPr lang="zh-CN" altLang="en-US" dirty="0"/>
              <a:t>队空搜索结束</a:t>
            </a:r>
          </a:p>
          <a:p>
            <a:pPr marL="0" indent="0">
              <a:buNone/>
            </a:pPr>
            <a:r>
              <a:rPr lang="zh-CN" altLang="en-US" dirty="0"/>
              <a:t>        </a:t>
            </a:r>
            <a:r>
              <a:rPr lang="en-US" altLang="zh-CN" dirty="0" err="1"/>
              <a:t>Q.DeQueue</a:t>
            </a:r>
            <a:r>
              <a:rPr lang="en-US" altLang="zh-CN" dirty="0"/>
              <a:t> (loc);         w = </a:t>
            </a:r>
            <a:r>
              <a:rPr lang="en-US" altLang="zh-CN" dirty="0" err="1"/>
              <a:t>G.getFirstNeighbor</a:t>
            </a:r>
            <a:r>
              <a:rPr lang="en-US" altLang="zh-CN" dirty="0"/>
              <a:t> (loc);  </a:t>
            </a:r>
          </a:p>
          <a:p>
            <a:pPr marL="0" indent="0">
              <a:buNone/>
            </a:pPr>
            <a:r>
              <a:rPr lang="en-US" altLang="zh-CN" dirty="0"/>
              <a:t>        while ( w != -1 ) {   //</a:t>
            </a:r>
            <a:r>
              <a:rPr lang="zh-CN" altLang="en-US" dirty="0"/>
              <a:t>若邻接顶点 </a:t>
            </a:r>
            <a:r>
              <a:rPr lang="en-US" altLang="zh-CN" dirty="0"/>
              <a:t>w </a:t>
            </a:r>
            <a:r>
              <a:rPr lang="zh-CN" altLang="en-US" dirty="0"/>
              <a:t>存在</a:t>
            </a:r>
          </a:p>
          <a:p>
            <a:pPr marL="0" indent="0">
              <a:buNone/>
            </a:pPr>
            <a:r>
              <a:rPr lang="zh-CN" altLang="en-US" dirty="0"/>
              <a:t>	  </a:t>
            </a:r>
            <a:r>
              <a:rPr lang="en-US" altLang="zh-CN" dirty="0"/>
              <a:t>if ( visited[w] == false ) {  //</a:t>
            </a:r>
            <a:r>
              <a:rPr lang="zh-CN" altLang="en-US" dirty="0"/>
              <a:t>未访问过</a:t>
            </a:r>
          </a:p>
          <a:p>
            <a:pPr marL="0" indent="0">
              <a:buNone/>
            </a:pPr>
            <a:r>
              <a:rPr lang="zh-CN" altLang="en-US" dirty="0"/>
              <a:t>	    </a:t>
            </a:r>
            <a:r>
              <a:rPr lang="en-US" altLang="zh-CN" dirty="0" err="1"/>
              <a:t>cout</a:t>
            </a:r>
            <a:r>
              <a:rPr lang="en-US" altLang="zh-CN" dirty="0"/>
              <a:t>&lt;&lt;</a:t>
            </a:r>
            <a:r>
              <a:rPr lang="en-US" altLang="zh-CN" dirty="0" err="1"/>
              <a:t>G.getValue</a:t>
            </a:r>
            <a:r>
              <a:rPr lang="en-US" altLang="zh-CN" dirty="0"/>
              <a:t> (w)&lt;&lt;' ';  visited[w] = true; </a:t>
            </a:r>
            <a:r>
              <a:rPr lang="en-US" altLang="zh-CN" dirty="0" err="1"/>
              <a:t>Q.EnQueue</a:t>
            </a:r>
            <a:r>
              <a:rPr lang="en-US" altLang="zh-CN" dirty="0"/>
              <a:t> (w);    </a:t>
            </a:r>
          </a:p>
          <a:p>
            <a:pPr marL="0" indent="0">
              <a:buNone/>
            </a:pPr>
            <a:r>
              <a:rPr lang="en-US" altLang="zh-CN" dirty="0"/>
              <a:t>           }</a:t>
            </a:r>
          </a:p>
          <a:p>
            <a:pPr marL="0" indent="0">
              <a:buNone/>
            </a:pPr>
            <a:r>
              <a:rPr lang="en-US" altLang="zh-CN" dirty="0"/>
              <a:t>	  w = </a:t>
            </a:r>
            <a:r>
              <a:rPr lang="en-US" altLang="zh-CN" dirty="0" err="1"/>
              <a:t>G.getNextNeighbor</a:t>
            </a:r>
            <a:r>
              <a:rPr lang="en-US" altLang="zh-CN" dirty="0"/>
              <a:t> (loc, w);</a:t>
            </a:r>
          </a:p>
          <a:p>
            <a:pPr marL="0" indent="0">
              <a:buNone/>
            </a:pPr>
            <a:r>
              <a:rPr lang="en-US" altLang="zh-CN" dirty="0"/>
              <a:t>        }        //</a:t>
            </a:r>
            <a:r>
              <a:rPr lang="zh-CN" altLang="en-US" dirty="0"/>
              <a:t>重复检测 </a:t>
            </a:r>
            <a:r>
              <a:rPr lang="en-US" altLang="zh-CN" dirty="0"/>
              <a:t>v </a:t>
            </a:r>
            <a:r>
              <a:rPr lang="zh-CN" altLang="en-US" dirty="0"/>
              <a:t>的所有邻接顶点</a:t>
            </a:r>
          </a:p>
          <a:p>
            <a:pPr marL="0" indent="0">
              <a:buNone/>
            </a:pPr>
            <a:r>
              <a:rPr lang="zh-CN" altLang="en-US" dirty="0"/>
              <a:t>    </a:t>
            </a:r>
            <a:r>
              <a:rPr lang="en-US" altLang="zh-CN" dirty="0"/>
              <a:t>}    //</a:t>
            </a:r>
            <a:r>
              <a:rPr lang="zh-CN" altLang="en-US" dirty="0"/>
              <a:t>外层循环，判队列空否</a:t>
            </a:r>
          </a:p>
          <a:p>
            <a:pPr marL="0" indent="0">
              <a:buNone/>
            </a:pPr>
            <a:r>
              <a:rPr lang="zh-CN" altLang="en-US" dirty="0"/>
              <a:t>    </a:t>
            </a:r>
            <a:r>
              <a:rPr lang="en-US" altLang="zh-CN" dirty="0"/>
              <a:t>delete [ ] visited;     </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0EE59D7C-767F-5997-047C-7F8B505B212F}"/>
              </a:ext>
            </a:extLst>
          </p:cNvPr>
          <p:cNvSpPr>
            <a:spLocks noGrp="1"/>
          </p:cNvSpPr>
          <p:nvPr>
            <p:ph type="sldNum" sz="quarter" idx="12"/>
          </p:nvPr>
        </p:nvSpPr>
        <p:spPr/>
        <p:txBody>
          <a:bodyPr/>
          <a:lstStyle/>
          <a:p>
            <a:pPr>
              <a:defRPr/>
            </a:pPr>
            <a:fld id="{2E0F9FB0-350A-4A87-9CD5-1F022F266B97}" type="slidenum">
              <a:rPr lang="en-US" altLang="zh-CN" smtClean="0"/>
              <a:pPr>
                <a:defRPr/>
              </a:pPr>
              <a:t>43</a:t>
            </a:fld>
            <a:endParaRPr lang="en-US" altLang="zh-CN"/>
          </a:p>
        </p:txBody>
      </p:sp>
    </p:spTree>
  </p:cSld>
  <p:clrMapOvr>
    <a:masterClrMapping/>
  </p:clrMapOvr>
  <p:transition>
    <p:zo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050">
            <a:extLst>
              <a:ext uri="{FF2B5EF4-FFF2-40B4-BE49-F238E27FC236}">
                <a16:creationId xmlns:a16="http://schemas.microsoft.com/office/drawing/2014/main" id="{E8BFF005-9F23-5C77-5C47-75A54AA1CBF0}"/>
              </a:ext>
            </a:extLst>
          </p:cNvPr>
          <p:cNvSpPr>
            <a:spLocks noGrp="1" noChangeArrowheads="1"/>
          </p:cNvSpPr>
          <p:nvPr>
            <p:ph type="title"/>
          </p:nvPr>
        </p:nvSpPr>
        <p:spPr/>
        <p:txBody>
          <a:bodyPr/>
          <a:lstStyle/>
          <a:p>
            <a:r>
              <a:rPr lang="zh-CN" altLang="en-US"/>
              <a:t>性能分析</a:t>
            </a:r>
          </a:p>
        </p:txBody>
      </p:sp>
      <p:sp>
        <p:nvSpPr>
          <p:cNvPr id="57347" name="Rectangle 2051">
            <a:extLst>
              <a:ext uri="{FF2B5EF4-FFF2-40B4-BE49-F238E27FC236}">
                <a16:creationId xmlns:a16="http://schemas.microsoft.com/office/drawing/2014/main" id="{A6C3283A-EDA7-7661-E911-807DED5D23E7}"/>
              </a:ext>
            </a:extLst>
          </p:cNvPr>
          <p:cNvSpPr>
            <a:spLocks noGrp="1" noChangeArrowheads="1"/>
          </p:cNvSpPr>
          <p:nvPr>
            <p:ph type="body" idx="1"/>
          </p:nvPr>
        </p:nvSpPr>
        <p:spPr>
          <a:xfrm>
            <a:off x="628650" y="1825625"/>
            <a:ext cx="8047806" cy="4351338"/>
          </a:xfrm>
        </p:spPr>
        <p:txBody>
          <a:bodyPr/>
          <a:lstStyle/>
          <a:p>
            <a:r>
              <a:rPr lang="zh-CN" altLang="en-US" dirty="0"/>
              <a:t>邻接表表示，时间复杂度为</a:t>
            </a:r>
            <a:r>
              <a:rPr lang="en-US" altLang="zh-CN" dirty="0"/>
              <a:t>O(</a:t>
            </a:r>
            <a:r>
              <a:rPr lang="en-US" altLang="zh-CN" dirty="0" err="1"/>
              <a:t>n+e</a:t>
            </a:r>
            <a:r>
              <a:rPr lang="en-US" altLang="zh-CN" dirty="0"/>
              <a:t>)</a:t>
            </a:r>
          </a:p>
          <a:p>
            <a:pPr lvl="1"/>
            <a:r>
              <a:rPr lang="zh-CN" altLang="en-US" dirty="0"/>
              <a:t>每个结点需要进队列一次</a:t>
            </a:r>
          </a:p>
          <a:p>
            <a:pPr lvl="1"/>
            <a:r>
              <a:rPr lang="zh-CN" altLang="en-US" dirty="0"/>
              <a:t>每个结点的每条边要检查一次，共</a:t>
            </a:r>
            <a:r>
              <a:rPr lang="en-US" altLang="zh-CN" dirty="0"/>
              <a:t>O(e)</a:t>
            </a:r>
            <a:r>
              <a:rPr lang="zh-CN" altLang="en-US" dirty="0"/>
              <a:t>次</a:t>
            </a:r>
          </a:p>
          <a:p>
            <a:r>
              <a:rPr lang="zh-CN" altLang="en-US" dirty="0"/>
              <a:t>邻接矩阵表示， 时间复杂度为</a:t>
            </a:r>
            <a:r>
              <a:rPr lang="en-US" altLang="zh-CN" dirty="0"/>
              <a:t>O(n</a:t>
            </a:r>
            <a:r>
              <a:rPr lang="en-US" altLang="zh-CN" baseline="30000" dirty="0"/>
              <a:t>2</a:t>
            </a:r>
            <a:r>
              <a:rPr lang="en-US" altLang="zh-CN" dirty="0"/>
              <a:t>)</a:t>
            </a:r>
          </a:p>
        </p:txBody>
      </p:sp>
      <p:sp>
        <p:nvSpPr>
          <p:cNvPr id="2" name="灯片编号占位符 1">
            <a:extLst>
              <a:ext uri="{FF2B5EF4-FFF2-40B4-BE49-F238E27FC236}">
                <a16:creationId xmlns:a16="http://schemas.microsoft.com/office/drawing/2014/main" id="{30299E3C-73D0-2A98-D36D-DB5CD7604ED2}"/>
              </a:ext>
            </a:extLst>
          </p:cNvPr>
          <p:cNvSpPr>
            <a:spLocks noGrp="1"/>
          </p:cNvSpPr>
          <p:nvPr>
            <p:ph type="sldNum" sz="quarter" idx="12"/>
          </p:nvPr>
        </p:nvSpPr>
        <p:spPr/>
        <p:txBody>
          <a:bodyPr/>
          <a:lstStyle/>
          <a:p>
            <a:pPr>
              <a:defRPr/>
            </a:pPr>
            <a:fld id="{2E0F9FB0-350A-4A87-9CD5-1F022F266B97}" type="slidenum">
              <a:rPr lang="en-US" altLang="zh-CN" smtClean="0"/>
              <a:pPr>
                <a:defRPr/>
              </a:pPr>
              <a:t>44</a:t>
            </a:fld>
            <a:endParaRPr lang="en-US" altLang="zh-CN"/>
          </a:p>
        </p:txBody>
      </p:sp>
    </p:spTree>
  </p:cSld>
  <p:clrMapOvr>
    <a:masterClrMapping/>
  </p:clrMapOvr>
  <p:transition>
    <p:spli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1026">
            <a:extLst>
              <a:ext uri="{FF2B5EF4-FFF2-40B4-BE49-F238E27FC236}">
                <a16:creationId xmlns:a16="http://schemas.microsoft.com/office/drawing/2014/main" id="{1A933021-B80B-8D83-D7BF-5555E051C4C3}"/>
              </a:ext>
            </a:extLst>
          </p:cNvPr>
          <p:cNvSpPr>
            <a:spLocks noGrp="1" noChangeArrowheads="1"/>
          </p:cNvSpPr>
          <p:nvPr>
            <p:ph type="title"/>
          </p:nvPr>
        </p:nvSpPr>
        <p:spPr/>
        <p:txBody>
          <a:bodyPr/>
          <a:lstStyle/>
          <a:p>
            <a:r>
              <a:rPr lang="en-US" altLang="zh-CN" dirty="0"/>
              <a:t>8.3.3 </a:t>
            </a:r>
            <a:r>
              <a:rPr lang="zh-CN" altLang="en-US" dirty="0"/>
              <a:t>连通分量</a:t>
            </a:r>
          </a:p>
        </p:txBody>
      </p:sp>
      <p:sp>
        <p:nvSpPr>
          <p:cNvPr id="325635" name="Rectangle 1027">
            <a:extLst>
              <a:ext uri="{FF2B5EF4-FFF2-40B4-BE49-F238E27FC236}">
                <a16:creationId xmlns:a16="http://schemas.microsoft.com/office/drawing/2014/main" id="{5F67B476-7E70-CFEF-A5C9-7BA7F43D50CE}"/>
              </a:ext>
            </a:extLst>
          </p:cNvPr>
          <p:cNvSpPr>
            <a:spLocks noGrp="1" noChangeArrowheads="1"/>
          </p:cNvSpPr>
          <p:nvPr>
            <p:ph type="body" idx="1"/>
          </p:nvPr>
        </p:nvSpPr>
        <p:spPr/>
        <p:txBody>
          <a:bodyPr/>
          <a:lstStyle/>
          <a:p>
            <a:r>
              <a:rPr lang="zh-CN" altLang="en-US" dirty="0"/>
              <a:t>当无向图为非连通图时，从图中某一顶点出发，利用深度优先搜索算法或广度优先搜索算法不可能遍历到图中的所有顶点，只能访问到该顶点所在的极大连通子图的所有顶点。</a:t>
            </a:r>
            <a:endParaRPr lang="en-US" altLang="zh-CN" dirty="0"/>
          </a:p>
          <a:p>
            <a:pPr lvl="1"/>
            <a:r>
              <a:rPr lang="zh-CN" altLang="en-US" dirty="0"/>
              <a:t>一个极大连通子图就是一个连通分量</a:t>
            </a:r>
          </a:p>
        </p:txBody>
      </p:sp>
      <p:sp>
        <p:nvSpPr>
          <p:cNvPr id="2" name="灯片编号占位符 1">
            <a:extLst>
              <a:ext uri="{FF2B5EF4-FFF2-40B4-BE49-F238E27FC236}">
                <a16:creationId xmlns:a16="http://schemas.microsoft.com/office/drawing/2014/main" id="{7D230FE7-0EE9-919D-4EEC-ADA0DB4EC162}"/>
              </a:ext>
            </a:extLst>
          </p:cNvPr>
          <p:cNvSpPr>
            <a:spLocks noGrp="1"/>
          </p:cNvSpPr>
          <p:nvPr>
            <p:ph type="sldNum" sz="quarter" idx="12"/>
          </p:nvPr>
        </p:nvSpPr>
        <p:spPr/>
        <p:txBody>
          <a:bodyPr/>
          <a:lstStyle/>
          <a:p>
            <a:pPr>
              <a:defRPr/>
            </a:pPr>
            <a:fld id="{2E0F9FB0-350A-4A87-9CD5-1F022F266B97}" type="slidenum">
              <a:rPr lang="en-US" altLang="zh-CN" smtClean="0"/>
              <a:pPr>
                <a:defRPr/>
              </a:pPr>
              <a:t>45</a:t>
            </a:fld>
            <a:endParaRPr lang="en-US" altLang="zh-CN"/>
          </a:p>
        </p:txBody>
      </p:sp>
    </p:spTree>
  </p:cSld>
  <p:clrMapOvr>
    <a:masterClrMapping/>
  </p:clrMapOvr>
  <p:transition>
    <p:zo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14B85959-E353-4C76-88E8-9AE615044682}"/>
              </a:ext>
            </a:extLst>
          </p:cNvPr>
          <p:cNvSpPr>
            <a:spLocks noGrp="1"/>
          </p:cNvSpPr>
          <p:nvPr>
            <p:ph type="title"/>
          </p:nvPr>
        </p:nvSpPr>
        <p:spPr/>
        <p:txBody>
          <a:bodyPr/>
          <a:lstStyle/>
          <a:p>
            <a:r>
              <a:rPr lang="zh-CN" altLang="en-US" dirty="0"/>
              <a:t>求连通分量的方法</a:t>
            </a:r>
          </a:p>
        </p:txBody>
      </p:sp>
      <p:sp>
        <p:nvSpPr>
          <p:cNvPr id="164867" name="Rectangle 3">
            <a:extLst>
              <a:ext uri="{FF2B5EF4-FFF2-40B4-BE49-F238E27FC236}">
                <a16:creationId xmlns:a16="http://schemas.microsoft.com/office/drawing/2014/main" id="{F0FFA9E3-04B3-C882-D0BA-9C8C58F24B2D}"/>
              </a:ext>
            </a:extLst>
          </p:cNvPr>
          <p:cNvSpPr>
            <a:spLocks noGrp="1" noChangeArrowheads="1"/>
          </p:cNvSpPr>
          <p:nvPr>
            <p:ph type="body" idx="1"/>
          </p:nvPr>
        </p:nvSpPr>
        <p:spPr/>
        <p:txBody>
          <a:bodyPr>
            <a:normAutofit fontScale="92500" lnSpcReduction="10000"/>
          </a:bodyPr>
          <a:lstStyle/>
          <a:p>
            <a:r>
              <a:rPr lang="zh-CN" altLang="en-US" dirty="0"/>
              <a:t>若从无向图的每一个连通分量中的一个顶点出发进行遍历，可求得无向图的所有连通分量。</a:t>
            </a:r>
          </a:p>
          <a:p>
            <a:r>
              <a:rPr lang="zh-CN" altLang="en-US" dirty="0"/>
              <a:t>在算法中需要对图的每一个顶点进行检测：若已被访问过，则该顶点一定是落在图中已求得的连通分量上；若还未被访问，则从该顶点出发遍历图，可求得图的另一个连通分量。</a:t>
            </a:r>
          </a:p>
          <a:p>
            <a:r>
              <a:rPr lang="zh-CN" altLang="en-US" dirty="0"/>
              <a:t>对于非连通的无向图，所有连通分量的生成树组成了非连通图的生成森林。</a:t>
            </a:r>
          </a:p>
        </p:txBody>
      </p:sp>
      <p:sp>
        <p:nvSpPr>
          <p:cNvPr id="2" name="灯片编号占位符 1">
            <a:extLst>
              <a:ext uri="{FF2B5EF4-FFF2-40B4-BE49-F238E27FC236}">
                <a16:creationId xmlns:a16="http://schemas.microsoft.com/office/drawing/2014/main" id="{347CFEC5-3A8B-77A7-1543-4469F7A09C6C}"/>
              </a:ext>
            </a:extLst>
          </p:cNvPr>
          <p:cNvSpPr>
            <a:spLocks noGrp="1"/>
          </p:cNvSpPr>
          <p:nvPr>
            <p:ph type="sldNum" sz="quarter" idx="12"/>
          </p:nvPr>
        </p:nvSpPr>
        <p:spPr/>
        <p:txBody>
          <a:bodyPr/>
          <a:lstStyle/>
          <a:p>
            <a:pPr>
              <a:defRPr/>
            </a:pPr>
            <a:fld id="{2E0F9FB0-350A-4A87-9CD5-1F022F266B97}" type="slidenum">
              <a:rPr lang="en-US" altLang="zh-CN" smtClean="0"/>
              <a:pPr>
                <a:defRPr/>
              </a:pPr>
              <a:t>46</a:t>
            </a:fld>
            <a:endParaRPr lang="en-US" altLang="zh-CN"/>
          </a:p>
        </p:txBody>
      </p:sp>
    </p:spTree>
  </p:cSld>
  <p:clrMapOvr>
    <a:masterClrMapping/>
  </p:clrMapOvr>
  <p:transition>
    <p:zo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Line 51">
            <a:extLst>
              <a:ext uri="{FF2B5EF4-FFF2-40B4-BE49-F238E27FC236}">
                <a16:creationId xmlns:a16="http://schemas.microsoft.com/office/drawing/2014/main" id="{54850F4B-5BA8-809E-69F3-5949449BFA97}"/>
              </a:ext>
            </a:extLst>
          </p:cNvPr>
          <p:cNvSpPr>
            <a:spLocks noChangeShapeType="1"/>
          </p:cNvSpPr>
          <p:nvPr/>
        </p:nvSpPr>
        <p:spPr bwMode="auto">
          <a:xfrm>
            <a:off x="6477000" y="1676400"/>
            <a:ext cx="381000" cy="5334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19" name="Line 50">
            <a:extLst>
              <a:ext uri="{FF2B5EF4-FFF2-40B4-BE49-F238E27FC236}">
                <a16:creationId xmlns:a16="http://schemas.microsoft.com/office/drawing/2014/main" id="{B6E745AB-10A8-3587-FE72-C1E06ABDD0C6}"/>
              </a:ext>
            </a:extLst>
          </p:cNvPr>
          <p:cNvSpPr>
            <a:spLocks noChangeShapeType="1"/>
          </p:cNvSpPr>
          <p:nvPr/>
        </p:nvSpPr>
        <p:spPr bwMode="auto">
          <a:xfrm flipH="1">
            <a:off x="6858000" y="1676400"/>
            <a:ext cx="304800" cy="5334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20" name="Line 49">
            <a:extLst>
              <a:ext uri="{FF2B5EF4-FFF2-40B4-BE49-F238E27FC236}">
                <a16:creationId xmlns:a16="http://schemas.microsoft.com/office/drawing/2014/main" id="{635D0C6A-5AC5-74E8-8EB7-5467703517EE}"/>
              </a:ext>
            </a:extLst>
          </p:cNvPr>
          <p:cNvSpPr>
            <a:spLocks noChangeShapeType="1"/>
          </p:cNvSpPr>
          <p:nvPr/>
        </p:nvSpPr>
        <p:spPr bwMode="auto">
          <a:xfrm>
            <a:off x="7315200" y="838200"/>
            <a:ext cx="685800" cy="5334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21" name="Line 48">
            <a:extLst>
              <a:ext uri="{FF2B5EF4-FFF2-40B4-BE49-F238E27FC236}">
                <a16:creationId xmlns:a16="http://schemas.microsoft.com/office/drawing/2014/main" id="{9DAD82CE-9D0D-C082-E54E-0729B912E39E}"/>
              </a:ext>
            </a:extLst>
          </p:cNvPr>
          <p:cNvSpPr>
            <a:spLocks noChangeShapeType="1"/>
          </p:cNvSpPr>
          <p:nvPr/>
        </p:nvSpPr>
        <p:spPr bwMode="auto">
          <a:xfrm flipH="1">
            <a:off x="6553200" y="838200"/>
            <a:ext cx="609600" cy="5334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22" name="Line 47">
            <a:extLst>
              <a:ext uri="{FF2B5EF4-FFF2-40B4-BE49-F238E27FC236}">
                <a16:creationId xmlns:a16="http://schemas.microsoft.com/office/drawing/2014/main" id="{E271EC13-4D3E-6663-DE7B-178586A437D1}"/>
              </a:ext>
            </a:extLst>
          </p:cNvPr>
          <p:cNvSpPr>
            <a:spLocks noChangeShapeType="1"/>
          </p:cNvSpPr>
          <p:nvPr/>
        </p:nvSpPr>
        <p:spPr bwMode="auto">
          <a:xfrm>
            <a:off x="7239000" y="914400"/>
            <a:ext cx="0" cy="4572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23" name="Line 46">
            <a:extLst>
              <a:ext uri="{FF2B5EF4-FFF2-40B4-BE49-F238E27FC236}">
                <a16:creationId xmlns:a16="http://schemas.microsoft.com/office/drawing/2014/main" id="{F1AE7622-5CB8-FD97-222F-74185D8DA761}"/>
              </a:ext>
            </a:extLst>
          </p:cNvPr>
          <p:cNvSpPr>
            <a:spLocks noChangeShapeType="1"/>
          </p:cNvSpPr>
          <p:nvPr/>
        </p:nvSpPr>
        <p:spPr bwMode="auto">
          <a:xfrm>
            <a:off x="4724400" y="1600200"/>
            <a:ext cx="457200" cy="6096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24" name="Line 45">
            <a:extLst>
              <a:ext uri="{FF2B5EF4-FFF2-40B4-BE49-F238E27FC236}">
                <a16:creationId xmlns:a16="http://schemas.microsoft.com/office/drawing/2014/main" id="{DCFFA1D3-C164-9FA7-C169-0783B2D42849}"/>
              </a:ext>
            </a:extLst>
          </p:cNvPr>
          <p:cNvSpPr>
            <a:spLocks noChangeShapeType="1"/>
          </p:cNvSpPr>
          <p:nvPr/>
        </p:nvSpPr>
        <p:spPr bwMode="auto">
          <a:xfrm>
            <a:off x="5334000" y="914400"/>
            <a:ext cx="0" cy="12954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25" name="Line 44">
            <a:extLst>
              <a:ext uri="{FF2B5EF4-FFF2-40B4-BE49-F238E27FC236}">
                <a16:creationId xmlns:a16="http://schemas.microsoft.com/office/drawing/2014/main" id="{7DE9286C-E91D-A50B-B0FD-3BB9EC2EA0C2}"/>
              </a:ext>
            </a:extLst>
          </p:cNvPr>
          <p:cNvSpPr>
            <a:spLocks noChangeShapeType="1"/>
          </p:cNvSpPr>
          <p:nvPr/>
        </p:nvSpPr>
        <p:spPr bwMode="auto">
          <a:xfrm flipH="1">
            <a:off x="4724400" y="838200"/>
            <a:ext cx="457200" cy="5334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26" name="Line 43">
            <a:extLst>
              <a:ext uri="{FF2B5EF4-FFF2-40B4-BE49-F238E27FC236}">
                <a16:creationId xmlns:a16="http://schemas.microsoft.com/office/drawing/2014/main" id="{3A597F47-5CF9-F292-8CA1-B0C023DABCAB}"/>
              </a:ext>
            </a:extLst>
          </p:cNvPr>
          <p:cNvSpPr>
            <a:spLocks noChangeShapeType="1"/>
          </p:cNvSpPr>
          <p:nvPr/>
        </p:nvSpPr>
        <p:spPr bwMode="auto">
          <a:xfrm flipH="1">
            <a:off x="1752600" y="1524000"/>
            <a:ext cx="1524000" cy="6858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27" name="Line 42">
            <a:extLst>
              <a:ext uri="{FF2B5EF4-FFF2-40B4-BE49-F238E27FC236}">
                <a16:creationId xmlns:a16="http://schemas.microsoft.com/office/drawing/2014/main" id="{B62C55D1-3F02-777E-4252-461FAEA2E848}"/>
              </a:ext>
            </a:extLst>
          </p:cNvPr>
          <p:cNvSpPr>
            <a:spLocks noChangeShapeType="1"/>
          </p:cNvSpPr>
          <p:nvPr/>
        </p:nvSpPr>
        <p:spPr bwMode="auto">
          <a:xfrm>
            <a:off x="1752600" y="2286000"/>
            <a:ext cx="990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28" name="Line 41">
            <a:extLst>
              <a:ext uri="{FF2B5EF4-FFF2-40B4-BE49-F238E27FC236}">
                <a16:creationId xmlns:a16="http://schemas.microsoft.com/office/drawing/2014/main" id="{618E3CC4-CAD7-CB7D-6CC2-71786BB602A0}"/>
              </a:ext>
            </a:extLst>
          </p:cNvPr>
          <p:cNvSpPr>
            <a:spLocks noChangeShapeType="1"/>
          </p:cNvSpPr>
          <p:nvPr/>
        </p:nvSpPr>
        <p:spPr bwMode="auto">
          <a:xfrm>
            <a:off x="1143000" y="1600200"/>
            <a:ext cx="381000" cy="5334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29" name="Line 40">
            <a:extLst>
              <a:ext uri="{FF2B5EF4-FFF2-40B4-BE49-F238E27FC236}">
                <a16:creationId xmlns:a16="http://schemas.microsoft.com/office/drawing/2014/main" id="{F46707ED-FA08-2AD7-2CA4-3B819F5C653C}"/>
              </a:ext>
            </a:extLst>
          </p:cNvPr>
          <p:cNvSpPr>
            <a:spLocks noChangeShapeType="1"/>
          </p:cNvSpPr>
          <p:nvPr/>
        </p:nvSpPr>
        <p:spPr bwMode="auto">
          <a:xfrm flipH="1">
            <a:off x="2895600" y="1676400"/>
            <a:ext cx="381000" cy="4572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30" name="Line 39">
            <a:extLst>
              <a:ext uri="{FF2B5EF4-FFF2-40B4-BE49-F238E27FC236}">
                <a16:creationId xmlns:a16="http://schemas.microsoft.com/office/drawing/2014/main" id="{4225E8FC-A1D5-021A-198D-D0151627FD45}"/>
              </a:ext>
            </a:extLst>
          </p:cNvPr>
          <p:cNvSpPr>
            <a:spLocks noChangeShapeType="1"/>
          </p:cNvSpPr>
          <p:nvPr/>
        </p:nvSpPr>
        <p:spPr bwMode="auto">
          <a:xfrm>
            <a:off x="2362200" y="838200"/>
            <a:ext cx="914400" cy="5334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31" name="Line 38">
            <a:extLst>
              <a:ext uri="{FF2B5EF4-FFF2-40B4-BE49-F238E27FC236}">
                <a16:creationId xmlns:a16="http://schemas.microsoft.com/office/drawing/2014/main" id="{9A551CF5-948D-B526-E343-6F9D53E88FBE}"/>
              </a:ext>
            </a:extLst>
          </p:cNvPr>
          <p:cNvSpPr>
            <a:spLocks noChangeShapeType="1"/>
          </p:cNvSpPr>
          <p:nvPr/>
        </p:nvSpPr>
        <p:spPr bwMode="auto">
          <a:xfrm>
            <a:off x="2286000" y="914400"/>
            <a:ext cx="228600" cy="3810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32" name="Line 37">
            <a:extLst>
              <a:ext uri="{FF2B5EF4-FFF2-40B4-BE49-F238E27FC236}">
                <a16:creationId xmlns:a16="http://schemas.microsoft.com/office/drawing/2014/main" id="{4DFE1429-099A-4C72-5A80-98E41E5B7EB3}"/>
              </a:ext>
            </a:extLst>
          </p:cNvPr>
          <p:cNvSpPr>
            <a:spLocks noChangeShapeType="1"/>
          </p:cNvSpPr>
          <p:nvPr/>
        </p:nvSpPr>
        <p:spPr bwMode="auto">
          <a:xfrm flipH="1">
            <a:off x="1905000" y="914400"/>
            <a:ext cx="228600" cy="3810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33" name="Line 36">
            <a:extLst>
              <a:ext uri="{FF2B5EF4-FFF2-40B4-BE49-F238E27FC236}">
                <a16:creationId xmlns:a16="http://schemas.microsoft.com/office/drawing/2014/main" id="{3B7391F5-CF0A-7430-6FF9-25C7D8238AEF}"/>
              </a:ext>
            </a:extLst>
          </p:cNvPr>
          <p:cNvSpPr>
            <a:spLocks noChangeShapeType="1"/>
          </p:cNvSpPr>
          <p:nvPr/>
        </p:nvSpPr>
        <p:spPr bwMode="auto">
          <a:xfrm flipH="1">
            <a:off x="1219200" y="838200"/>
            <a:ext cx="838200" cy="5334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34" name="Rectangle 2">
            <a:extLst>
              <a:ext uri="{FF2B5EF4-FFF2-40B4-BE49-F238E27FC236}">
                <a16:creationId xmlns:a16="http://schemas.microsoft.com/office/drawing/2014/main" id="{C40F4BC4-3E41-BB74-5DA3-5D852E2B0702}"/>
              </a:ext>
            </a:extLst>
          </p:cNvPr>
          <p:cNvSpPr>
            <a:spLocks noChangeArrowheads="1"/>
          </p:cNvSpPr>
          <p:nvPr/>
        </p:nvSpPr>
        <p:spPr bwMode="auto">
          <a:xfrm>
            <a:off x="228600" y="1219200"/>
            <a:ext cx="8823325" cy="253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60435" name="Oval 6" descr="粉色砂纸">
            <a:extLst>
              <a:ext uri="{FF2B5EF4-FFF2-40B4-BE49-F238E27FC236}">
                <a16:creationId xmlns:a16="http://schemas.microsoft.com/office/drawing/2014/main" id="{1AD3A4D4-47F8-1100-51F8-71DB8CD7559F}"/>
              </a:ext>
            </a:extLst>
          </p:cNvPr>
          <p:cNvSpPr>
            <a:spLocks noChangeArrowheads="1"/>
          </p:cNvSpPr>
          <p:nvPr/>
        </p:nvSpPr>
        <p:spPr bwMode="auto">
          <a:xfrm>
            <a:off x="1981200" y="484188"/>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0436" name="Oval 7" descr="粉色砂纸">
            <a:extLst>
              <a:ext uri="{FF2B5EF4-FFF2-40B4-BE49-F238E27FC236}">
                <a16:creationId xmlns:a16="http://schemas.microsoft.com/office/drawing/2014/main" id="{9EB337CE-70C8-57DC-C6E8-4A50C7C515FB}"/>
              </a:ext>
            </a:extLst>
          </p:cNvPr>
          <p:cNvSpPr>
            <a:spLocks noChangeArrowheads="1"/>
          </p:cNvSpPr>
          <p:nvPr/>
        </p:nvSpPr>
        <p:spPr bwMode="auto">
          <a:xfrm>
            <a:off x="3124200" y="1247775"/>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0437" name="Oval 8" descr="粉色砂纸">
            <a:extLst>
              <a:ext uri="{FF2B5EF4-FFF2-40B4-BE49-F238E27FC236}">
                <a16:creationId xmlns:a16="http://schemas.microsoft.com/office/drawing/2014/main" id="{72101381-593B-0439-25DE-BCCAFFDCBEB4}"/>
              </a:ext>
            </a:extLst>
          </p:cNvPr>
          <p:cNvSpPr>
            <a:spLocks noChangeArrowheads="1"/>
          </p:cNvSpPr>
          <p:nvPr/>
        </p:nvSpPr>
        <p:spPr bwMode="auto">
          <a:xfrm>
            <a:off x="2362200" y="1260475"/>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0438" name="Oval 9" descr="粉色砂纸">
            <a:extLst>
              <a:ext uri="{FF2B5EF4-FFF2-40B4-BE49-F238E27FC236}">
                <a16:creationId xmlns:a16="http://schemas.microsoft.com/office/drawing/2014/main" id="{E2E2A65F-708A-3A0C-383B-C3AC7AE42006}"/>
              </a:ext>
            </a:extLst>
          </p:cNvPr>
          <p:cNvSpPr>
            <a:spLocks noChangeArrowheads="1"/>
          </p:cNvSpPr>
          <p:nvPr/>
        </p:nvSpPr>
        <p:spPr bwMode="auto">
          <a:xfrm>
            <a:off x="1371600" y="2071688"/>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0439" name="Oval 10" descr="粉色砂纸">
            <a:extLst>
              <a:ext uri="{FF2B5EF4-FFF2-40B4-BE49-F238E27FC236}">
                <a16:creationId xmlns:a16="http://schemas.microsoft.com/office/drawing/2014/main" id="{37B7614A-8016-6C19-ABD8-BD7854904956}"/>
              </a:ext>
            </a:extLst>
          </p:cNvPr>
          <p:cNvSpPr>
            <a:spLocks noChangeArrowheads="1"/>
          </p:cNvSpPr>
          <p:nvPr/>
        </p:nvSpPr>
        <p:spPr bwMode="auto">
          <a:xfrm>
            <a:off x="1600200" y="1233488"/>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0440" name="Text Box 11">
            <a:extLst>
              <a:ext uri="{FF2B5EF4-FFF2-40B4-BE49-F238E27FC236}">
                <a16:creationId xmlns:a16="http://schemas.microsoft.com/office/drawing/2014/main" id="{4B15C8CA-C087-C17D-37D2-004435994B3A}"/>
              </a:ext>
            </a:extLst>
          </p:cNvPr>
          <p:cNvSpPr txBox="1">
            <a:spLocks noChangeArrowheads="1"/>
          </p:cNvSpPr>
          <p:nvPr/>
        </p:nvSpPr>
        <p:spPr bwMode="auto">
          <a:xfrm>
            <a:off x="1997075" y="4572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60441" name="Text Box 12">
            <a:extLst>
              <a:ext uri="{FF2B5EF4-FFF2-40B4-BE49-F238E27FC236}">
                <a16:creationId xmlns:a16="http://schemas.microsoft.com/office/drawing/2014/main" id="{0F29B4ED-D1EA-CE4D-1632-89508AAB9F2E}"/>
              </a:ext>
            </a:extLst>
          </p:cNvPr>
          <p:cNvSpPr txBox="1">
            <a:spLocks noChangeArrowheads="1"/>
          </p:cNvSpPr>
          <p:nvPr/>
        </p:nvSpPr>
        <p:spPr bwMode="auto">
          <a:xfrm>
            <a:off x="1616075" y="12334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60442" name="Text Box 13">
            <a:extLst>
              <a:ext uri="{FF2B5EF4-FFF2-40B4-BE49-F238E27FC236}">
                <a16:creationId xmlns:a16="http://schemas.microsoft.com/office/drawing/2014/main" id="{33B7EF1A-6A5E-07FE-3205-DFAA2B263E64}"/>
              </a:ext>
            </a:extLst>
          </p:cNvPr>
          <p:cNvSpPr txBox="1">
            <a:spLocks noChangeArrowheads="1"/>
          </p:cNvSpPr>
          <p:nvPr/>
        </p:nvSpPr>
        <p:spPr bwMode="auto">
          <a:xfrm>
            <a:off x="2378075" y="12334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60443" name="Text Box 14">
            <a:extLst>
              <a:ext uri="{FF2B5EF4-FFF2-40B4-BE49-F238E27FC236}">
                <a16:creationId xmlns:a16="http://schemas.microsoft.com/office/drawing/2014/main" id="{CFC91359-5216-83E5-BA00-FEB8E62FD5C6}"/>
              </a:ext>
            </a:extLst>
          </p:cNvPr>
          <p:cNvSpPr txBox="1">
            <a:spLocks noChangeArrowheads="1"/>
          </p:cNvSpPr>
          <p:nvPr/>
        </p:nvSpPr>
        <p:spPr bwMode="auto">
          <a:xfrm>
            <a:off x="3160713" y="1247775"/>
            <a:ext cx="4206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60444" name="Oval 15" descr="粉色砂纸">
            <a:extLst>
              <a:ext uri="{FF2B5EF4-FFF2-40B4-BE49-F238E27FC236}">
                <a16:creationId xmlns:a16="http://schemas.microsoft.com/office/drawing/2014/main" id="{09C85B31-084D-A3B6-A3F8-5607238312B6}"/>
              </a:ext>
            </a:extLst>
          </p:cNvPr>
          <p:cNvSpPr>
            <a:spLocks noChangeArrowheads="1"/>
          </p:cNvSpPr>
          <p:nvPr/>
        </p:nvSpPr>
        <p:spPr bwMode="auto">
          <a:xfrm>
            <a:off x="838200" y="1233488"/>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0445" name="Oval 16" descr="粉色砂纸">
            <a:extLst>
              <a:ext uri="{FF2B5EF4-FFF2-40B4-BE49-F238E27FC236}">
                <a16:creationId xmlns:a16="http://schemas.microsoft.com/office/drawing/2014/main" id="{1645E6DE-7D63-85DD-45A9-41D820E05A20}"/>
              </a:ext>
            </a:extLst>
          </p:cNvPr>
          <p:cNvSpPr>
            <a:spLocks noChangeArrowheads="1"/>
          </p:cNvSpPr>
          <p:nvPr/>
        </p:nvSpPr>
        <p:spPr bwMode="auto">
          <a:xfrm>
            <a:off x="4419600" y="1260475"/>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0446" name="Oval 17" descr="粉色砂纸">
            <a:extLst>
              <a:ext uri="{FF2B5EF4-FFF2-40B4-BE49-F238E27FC236}">
                <a16:creationId xmlns:a16="http://schemas.microsoft.com/office/drawing/2014/main" id="{4FFCA3D0-408E-5820-230E-F356AFE10CAD}"/>
              </a:ext>
            </a:extLst>
          </p:cNvPr>
          <p:cNvSpPr>
            <a:spLocks noChangeArrowheads="1"/>
          </p:cNvSpPr>
          <p:nvPr/>
        </p:nvSpPr>
        <p:spPr bwMode="auto">
          <a:xfrm>
            <a:off x="6629400" y="2071688"/>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0447" name="Text Box 18">
            <a:extLst>
              <a:ext uri="{FF2B5EF4-FFF2-40B4-BE49-F238E27FC236}">
                <a16:creationId xmlns:a16="http://schemas.microsoft.com/office/drawing/2014/main" id="{472FCD56-0F44-5401-D5D2-F33C9F17424E}"/>
              </a:ext>
            </a:extLst>
          </p:cNvPr>
          <p:cNvSpPr txBox="1">
            <a:spLocks noChangeArrowheads="1"/>
          </p:cNvSpPr>
          <p:nvPr/>
        </p:nvSpPr>
        <p:spPr bwMode="auto">
          <a:xfrm>
            <a:off x="4518025" y="1233488"/>
            <a:ext cx="2825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60448" name="Text Box 19">
            <a:extLst>
              <a:ext uri="{FF2B5EF4-FFF2-40B4-BE49-F238E27FC236}">
                <a16:creationId xmlns:a16="http://schemas.microsoft.com/office/drawing/2014/main" id="{0721F47D-1EF8-4741-3179-75D8D4A1B5A5}"/>
              </a:ext>
            </a:extLst>
          </p:cNvPr>
          <p:cNvSpPr txBox="1">
            <a:spLocks noChangeArrowheads="1"/>
          </p:cNvSpPr>
          <p:nvPr/>
        </p:nvSpPr>
        <p:spPr bwMode="auto">
          <a:xfrm>
            <a:off x="854075" y="12334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60449" name="Text Box 20">
            <a:extLst>
              <a:ext uri="{FF2B5EF4-FFF2-40B4-BE49-F238E27FC236}">
                <a16:creationId xmlns:a16="http://schemas.microsoft.com/office/drawing/2014/main" id="{B9C1A0F9-2B7F-EFD8-7FA9-76667FE952C0}"/>
              </a:ext>
            </a:extLst>
          </p:cNvPr>
          <p:cNvSpPr txBox="1">
            <a:spLocks noChangeArrowheads="1"/>
          </p:cNvSpPr>
          <p:nvPr/>
        </p:nvSpPr>
        <p:spPr bwMode="auto">
          <a:xfrm>
            <a:off x="1427163" y="2071688"/>
            <a:ext cx="4016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60450" name="Text Box 21">
            <a:extLst>
              <a:ext uri="{FF2B5EF4-FFF2-40B4-BE49-F238E27FC236}">
                <a16:creationId xmlns:a16="http://schemas.microsoft.com/office/drawing/2014/main" id="{93A94BA1-2335-E383-D01B-14A1C2873DC4}"/>
              </a:ext>
            </a:extLst>
          </p:cNvPr>
          <p:cNvSpPr txBox="1">
            <a:spLocks noChangeArrowheads="1"/>
          </p:cNvSpPr>
          <p:nvPr/>
        </p:nvSpPr>
        <p:spPr bwMode="auto">
          <a:xfrm>
            <a:off x="6629400" y="2057400"/>
            <a:ext cx="460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O</a:t>
            </a:r>
            <a:endParaRPr kumimoji="1" lang="en-US" altLang="zh-CN" sz="2400">
              <a:latin typeface="Times New Roman" panose="02020603050405020304" pitchFamily="18" charset="0"/>
              <a:ea typeface="宋体" panose="02010600030101010101" pitchFamily="2" charset="-122"/>
            </a:endParaRPr>
          </a:p>
        </p:txBody>
      </p:sp>
      <p:sp>
        <p:nvSpPr>
          <p:cNvPr id="60451" name="Oval 22" descr="粉色砂纸">
            <a:extLst>
              <a:ext uri="{FF2B5EF4-FFF2-40B4-BE49-F238E27FC236}">
                <a16:creationId xmlns:a16="http://schemas.microsoft.com/office/drawing/2014/main" id="{F6438A1D-5F06-BA19-9334-E0618FB6FEAB}"/>
              </a:ext>
            </a:extLst>
          </p:cNvPr>
          <p:cNvSpPr>
            <a:spLocks noChangeArrowheads="1"/>
          </p:cNvSpPr>
          <p:nvPr/>
        </p:nvSpPr>
        <p:spPr bwMode="auto">
          <a:xfrm>
            <a:off x="2571750" y="2071688"/>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0452" name="Text Box 23">
            <a:extLst>
              <a:ext uri="{FF2B5EF4-FFF2-40B4-BE49-F238E27FC236}">
                <a16:creationId xmlns:a16="http://schemas.microsoft.com/office/drawing/2014/main" id="{05C835F3-0211-126A-8958-F88D6C6AD736}"/>
              </a:ext>
            </a:extLst>
          </p:cNvPr>
          <p:cNvSpPr txBox="1">
            <a:spLocks noChangeArrowheads="1"/>
          </p:cNvSpPr>
          <p:nvPr/>
        </p:nvSpPr>
        <p:spPr bwMode="auto">
          <a:xfrm>
            <a:off x="2587625" y="2071688"/>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60453" name="Oval 24" descr="粉色砂纸">
            <a:extLst>
              <a:ext uri="{FF2B5EF4-FFF2-40B4-BE49-F238E27FC236}">
                <a16:creationId xmlns:a16="http://schemas.microsoft.com/office/drawing/2014/main" id="{79E44082-6BBC-98F6-5CD6-CDF63A265C5B}"/>
              </a:ext>
            </a:extLst>
          </p:cNvPr>
          <p:cNvSpPr>
            <a:spLocks noChangeArrowheads="1"/>
          </p:cNvSpPr>
          <p:nvPr/>
        </p:nvSpPr>
        <p:spPr bwMode="auto">
          <a:xfrm>
            <a:off x="5105400" y="484188"/>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0454" name="Text Box 25">
            <a:extLst>
              <a:ext uri="{FF2B5EF4-FFF2-40B4-BE49-F238E27FC236}">
                <a16:creationId xmlns:a16="http://schemas.microsoft.com/office/drawing/2014/main" id="{09021E3C-8EA0-9FE5-FDEF-E0EEB2608D0F}"/>
              </a:ext>
            </a:extLst>
          </p:cNvPr>
          <p:cNvSpPr txBox="1">
            <a:spLocks noChangeArrowheads="1"/>
          </p:cNvSpPr>
          <p:nvPr/>
        </p:nvSpPr>
        <p:spPr bwMode="auto">
          <a:xfrm>
            <a:off x="5121275" y="4572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60455" name="Oval 26" descr="粉色砂纸">
            <a:extLst>
              <a:ext uri="{FF2B5EF4-FFF2-40B4-BE49-F238E27FC236}">
                <a16:creationId xmlns:a16="http://schemas.microsoft.com/office/drawing/2014/main" id="{8AA45CB7-1ABF-6274-87F6-952272A864F1}"/>
              </a:ext>
            </a:extLst>
          </p:cNvPr>
          <p:cNvSpPr>
            <a:spLocks noChangeArrowheads="1"/>
          </p:cNvSpPr>
          <p:nvPr/>
        </p:nvSpPr>
        <p:spPr bwMode="auto">
          <a:xfrm>
            <a:off x="5086350" y="2098675"/>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0456" name="Text Box 27">
            <a:extLst>
              <a:ext uri="{FF2B5EF4-FFF2-40B4-BE49-F238E27FC236}">
                <a16:creationId xmlns:a16="http://schemas.microsoft.com/office/drawing/2014/main" id="{D04B8B3D-D704-FA21-2350-FEFE469832C8}"/>
              </a:ext>
            </a:extLst>
          </p:cNvPr>
          <p:cNvSpPr txBox="1">
            <a:spLocks noChangeArrowheads="1"/>
          </p:cNvSpPr>
          <p:nvPr/>
        </p:nvSpPr>
        <p:spPr bwMode="auto">
          <a:xfrm>
            <a:off x="5102225" y="2071688"/>
            <a:ext cx="3825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J</a:t>
            </a:r>
            <a:endParaRPr kumimoji="1" lang="en-US" altLang="zh-CN" sz="2400">
              <a:latin typeface="Times New Roman" panose="02020603050405020304" pitchFamily="18" charset="0"/>
              <a:ea typeface="宋体" panose="02010600030101010101" pitchFamily="2" charset="-122"/>
            </a:endParaRPr>
          </a:p>
        </p:txBody>
      </p:sp>
      <p:sp>
        <p:nvSpPr>
          <p:cNvPr id="60457" name="Oval 28" descr="粉色砂纸">
            <a:extLst>
              <a:ext uri="{FF2B5EF4-FFF2-40B4-BE49-F238E27FC236}">
                <a16:creationId xmlns:a16="http://schemas.microsoft.com/office/drawing/2014/main" id="{69D8AEDB-C176-D3C2-4D5A-A0115CC3EE6E}"/>
              </a:ext>
            </a:extLst>
          </p:cNvPr>
          <p:cNvSpPr>
            <a:spLocks noChangeArrowheads="1"/>
          </p:cNvSpPr>
          <p:nvPr/>
        </p:nvSpPr>
        <p:spPr bwMode="auto">
          <a:xfrm>
            <a:off x="7772400" y="1246188"/>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0458" name="Text Box 29">
            <a:extLst>
              <a:ext uri="{FF2B5EF4-FFF2-40B4-BE49-F238E27FC236}">
                <a16:creationId xmlns:a16="http://schemas.microsoft.com/office/drawing/2014/main" id="{E8EC5701-B4CF-18E5-5DD0-0DBB97AB9878}"/>
              </a:ext>
            </a:extLst>
          </p:cNvPr>
          <p:cNvSpPr txBox="1">
            <a:spLocks noChangeArrowheads="1"/>
          </p:cNvSpPr>
          <p:nvPr/>
        </p:nvSpPr>
        <p:spPr bwMode="auto">
          <a:xfrm>
            <a:off x="7788275" y="12192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N</a:t>
            </a:r>
            <a:endParaRPr kumimoji="1" lang="en-US" altLang="zh-CN" sz="2400">
              <a:latin typeface="Times New Roman" panose="02020603050405020304" pitchFamily="18" charset="0"/>
              <a:ea typeface="宋体" panose="02010600030101010101" pitchFamily="2" charset="-122"/>
            </a:endParaRPr>
          </a:p>
        </p:txBody>
      </p:sp>
      <p:sp>
        <p:nvSpPr>
          <p:cNvPr id="60459" name="Oval 30" descr="粉色砂纸">
            <a:extLst>
              <a:ext uri="{FF2B5EF4-FFF2-40B4-BE49-F238E27FC236}">
                <a16:creationId xmlns:a16="http://schemas.microsoft.com/office/drawing/2014/main" id="{EF9B062B-7650-554E-C9AB-7F7C6882F8EA}"/>
              </a:ext>
            </a:extLst>
          </p:cNvPr>
          <p:cNvSpPr>
            <a:spLocks noChangeArrowheads="1"/>
          </p:cNvSpPr>
          <p:nvPr/>
        </p:nvSpPr>
        <p:spPr bwMode="auto">
          <a:xfrm>
            <a:off x="7010400" y="1246188"/>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0460" name="Text Box 31">
            <a:extLst>
              <a:ext uri="{FF2B5EF4-FFF2-40B4-BE49-F238E27FC236}">
                <a16:creationId xmlns:a16="http://schemas.microsoft.com/office/drawing/2014/main" id="{16F6CBAC-E4F5-8D8A-C1B7-83C55FC0EAE7}"/>
              </a:ext>
            </a:extLst>
          </p:cNvPr>
          <p:cNvSpPr txBox="1">
            <a:spLocks noChangeArrowheads="1"/>
          </p:cNvSpPr>
          <p:nvPr/>
        </p:nvSpPr>
        <p:spPr bwMode="auto">
          <a:xfrm>
            <a:off x="7010400" y="1219200"/>
            <a:ext cx="4810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M</a:t>
            </a:r>
            <a:endParaRPr kumimoji="1" lang="en-US" altLang="zh-CN" sz="2400">
              <a:latin typeface="Times New Roman" panose="02020603050405020304" pitchFamily="18" charset="0"/>
              <a:ea typeface="宋体" panose="02010600030101010101" pitchFamily="2" charset="-122"/>
            </a:endParaRPr>
          </a:p>
        </p:txBody>
      </p:sp>
      <p:sp>
        <p:nvSpPr>
          <p:cNvPr id="60461" name="Oval 32" descr="粉色砂纸">
            <a:extLst>
              <a:ext uri="{FF2B5EF4-FFF2-40B4-BE49-F238E27FC236}">
                <a16:creationId xmlns:a16="http://schemas.microsoft.com/office/drawing/2014/main" id="{E1E575F0-0998-1C78-E396-8C6BD30FE185}"/>
              </a:ext>
            </a:extLst>
          </p:cNvPr>
          <p:cNvSpPr>
            <a:spLocks noChangeArrowheads="1"/>
          </p:cNvSpPr>
          <p:nvPr/>
        </p:nvSpPr>
        <p:spPr bwMode="auto">
          <a:xfrm>
            <a:off x="6229350" y="1246188"/>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0462" name="Text Box 33">
            <a:extLst>
              <a:ext uri="{FF2B5EF4-FFF2-40B4-BE49-F238E27FC236}">
                <a16:creationId xmlns:a16="http://schemas.microsoft.com/office/drawing/2014/main" id="{D0C78517-45A5-2415-7CA9-B6341A67568E}"/>
              </a:ext>
            </a:extLst>
          </p:cNvPr>
          <p:cNvSpPr txBox="1">
            <a:spLocks noChangeArrowheads="1"/>
          </p:cNvSpPr>
          <p:nvPr/>
        </p:nvSpPr>
        <p:spPr bwMode="auto">
          <a:xfrm>
            <a:off x="6245225" y="1219200"/>
            <a:ext cx="4016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L</a:t>
            </a:r>
            <a:endParaRPr kumimoji="1" lang="en-US" altLang="zh-CN" sz="2400">
              <a:latin typeface="Times New Roman" panose="02020603050405020304" pitchFamily="18" charset="0"/>
              <a:ea typeface="宋体" panose="02010600030101010101" pitchFamily="2" charset="-122"/>
            </a:endParaRPr>
          </a:p>
        </p:txBody>
      </p:sp>
      <p:sp>
        <p:nvSpPr>
          <p:cNvPr id="60463" name="Oval 34" descr="粉色砂纸">
            <a:extLst>
              <a:ext uri="{FF2B5EF4-FFF2-40B4-BE49-F238E27FC236}">
                <a16:creationId xmlns:a16="http://schemas.microsoft.com/office/drawing/2014/main" id="{A7929AB9-9C0F-75B1-5412-B06DCD7EE09E}"/>
              </a:ext>
            </a:extLst>
          </p:cNvPr>
          <p:cNvSpPr>
            <a:spLocks noChangeArrowheads="1"/>
          </p:cNvSpPr>
          <p:nvPr/>
        </p:nvSpPr>
        <p:spPr bwMode="auto">
          <a:xfrm>
            <a:off x="6991350" y="484188"/>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0464" name="Text Box 35">
            <a:extLst>
              <a:ext uri="{FF2B5EF4-FFF2-40B4-BE49-F238E27FC236}">
                <a16:creationId xmlns:a16="http://schemas.microsoft.com/office/drawing/2014/main" id="{E97C8A3E-A65E-98C7-86E0-50745926F17C}"/>
              </a:ext>
            </a:extLst>
          </p:cNvPr>
          <p:cNvSpPr txBox="1">
            <a:spLocks noChangeArrowheads="1"/>
          </p:cNvSpPr>
          <p:nvPr/>
        </p:nvSpPr>
        <p:spPr bwMode="auto">
          <a:xfrm>
            <a:off x="7007225" y="4572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K</a:t>
            </a:r>
            <a:endParaRPr kumimoji="1" lang="en-US" altLang="zh-CN" sz="2400">
              <a:latin typeface="Times New Roman" panose="02020603050405020304" pitchFamily="18" charset="0"/>
              <a:ea typeface="宋体" panose="02010600030101010101" pitchFamily="2" charset="-122"/>
            </a:endParaRPr>
          </a:p>
        </p:txBody>
      </p:sp>
      <p:sp>
        <p:nvSpPr>
          <p:cNvPr id="60465" name="Text Box 52">
            <a:extLst>
              <a:ext uri="{FF2B5EF4-FFF2-40B4-BE49-F238E27FC236}">
                <a16:creationId xmlns:a16="http://schemas.microsoft.com/office/drawing/2014/main" id="{CB8C281A-AD3E-97EC-F6AE-6C868BACE35A}"/>
              </a:ext>
            </a:extLst>
          </p:cNvPr>
          <p:cNvSpPr txBox="1">
            <a:spLocks noChangeArrowheads="1"/>
          </p:cNvSpPr>
          <p:nvPr/>
        </p:nvSpPr>
        <p:spPr bwMode="auto">
          <a:xfrm>
            <a:off x="3092450" y="2568575"/>
            <a:ext cx="29273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zh-CN" altLang="en-US" sz="3600">
                <a:solidFill>
                  <a:schemeClr val="tx2"/>
                </a:solidFill>
                <a:latin typeface="Times New Roman" panose="02020603050405020304" pitchFamily="18" charset="0"/>
                <a:ea typeface="隶书" panose="02010509060101010101" pitchFamily="49" charset="-122"/>
              </a:rPr>
              <a:t>非连通无向图</a:t>
            </a:r>
            <a:endParaRPr kumimoji="1" lang="zh-CN" altLang="en-US" sz="2400">
              <a:latin typeface="Times New Roman" panose="02020603050405020304" pitchFamily="18" charset="0"/>
              <a:ea typeface="宋体" panose="02010600030101010101" pitchFamily="2" charset="-122"/>
            </a:endParaRPr>
          </a:p>
        </p:txBody>
      </p:sp>
      <p:sp>
        <p:nvSpPr>
          <p:cNvPr id="60466" name="Line 53">
            <a:extLst>
              <a:ext uri="{FF2B5EF4-FFF2-40B4-BE49-F238E27FC236}">
                <a16:creationId xmlns:a16="http://schemas.microsoft.com/office/drawing/2014/main" id="{A544EF7B-2DB5-08F2-AF50-219E3FFB25E1}"/>
              </a:ext>
            </a:extLst>
          </p:cNvPr>
          <p:cNvSpPr>
            <a:spLocks noChangeShapeType="1"/>
          </p:cNvSpPr>
          <p:nvPr/>
        </p:nvSpPr>
        <p:spPr bwMode="auto">
          <a:xfrm>
            <a:off x="6477000" y="4724400"/>
            <a:ext cx="381000" cy="5334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67" name="Line 54">
            <a:extLst>
              <a:ext uri="{FF2B5EF4-FFF2-40B4-BE49-F238E27FC236}">
                <a16:creationId xmlns:a16="http://schemas.microsoft.com/office/drawing/2014/main" id="{325DA093-2633-F124-9C42-EF1C1935494C}"/>
              </a:ext>
            </a:extLst>
          </p:cNvPr>
          <p:cNvSpPr>
            <a:spLocks noChangeShapeType="1"/>
          </p:cNvSpPr>
          <p:nvPr/>
        </p:nvSpPr>
        <p:spPr bwMode="auto">
          <a:xfrm flipH="1">
            <a:off x="6858000" y="4724400"/>
            <a:ext cx="304800" cy="5334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68" name="Line 55">
            <a:extLst>
              <a:ext uri="{FF2B5EF4-FFF2-40B4-BE49-F238E27FC236}">
                <a16:creationId xmlns:a16="http://schemas.microsoft.com/office/drawing/2014/main" id="{AD678C05-3204-9C31-96A9-0943252AB58E}"/>
              </a:ext>
            </a:extLst>
          </p:cNvPr>
          <p:cNvSpPr>
            <a:spLocks noChangeShapeType="1"/>
          </p:cNvSpPr>
          <p:nvPr/>
        </p:nvSpPr>
        <p:spPr bwMode="auto">
          <a:xfrm>
            <a:off x="7315200" y="3886200"/>
            <a:ext cx="685800" cy="5334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69" name="Line 57">
            <a:extLst>
              <a:ext uri="{FF2B5EF4-FFF2-40B4-BE49-F238E27FC236}">
                <a16:creationId xmlns:a16="http://schemas.microsoft.com/office/drawing/2014/main" id="{7332E6D0-D07C-7207-43EF-D813071F5BEA}"/>
              </a:ext>
            </a:extLst>
          </p:cNvPr>
          <p:cNvSpPr>
            <a:spLocks noChangeShapeType="1"/>
          </p:cNvSpPr>
          <p:nvPr/>
        </p:nvSpPr>
        <p:spPr bwMode="auto">
          <a:xfrm>
            <a:off x="7239000" y="3962400"/>
            <a:ext cx="0" cy="4572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70" name="Line 58">
            <a:extLst>
              <a:ext uri="{FF2B5EF4-FFF2-40B4-BE49-F238E27FC236}">
                <a16:creationId xmlns:a16="http://schemas.microsoft.com/office/drawing/2014/main" id="{D88FBEB0-B4C4-A390-42F5-F00861565255}"/>
              </a:ext>
            </a:extLst>
          </p:cNvPr>
          <p:cNvSpPr>
            <a:spLocks noChangeShapeType="1"/>
          </p:cNvSpPr>
          <p:nvPr/>
        </p:nvSpPr>
        <p:spPr bwMode="auto">
          <a:xfrm>
            <a:off x="4724400" y="4648200"/>
            <a:ext cx="457200" cy="6096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71" name="Line 59">
            <a:extLst>
              <a:ext uri="{FF2B5EF4-FFF2-40B4-BE49-F238E27FC236}">
                <a16:creationId xmlns:a16="http://schemas.microsoft.com/office/drawing/2014/main" id="{BDF5B66D-9741-50FD-C1F7-8F4B18239F6C}"/>
              </a:ext>
            </a:extLst>
          </p:cNvPr>
          <p:cNvSpPr>
            <a:spLocks noChangeShapeType="1"/>
          </p:cNvSpPr>
          <p:nvPr/>
        </p:nvSpPr>
        <p:spPr bwMode="auto">
          <a:xfrm>
            <a:off x="5334000" y="3962400"/>
            <a:ext cx="0" cy="12954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72" name="Line 62">
            <a:extLst>
              <a:ext uri="{FF2B5EF4-FFF2-40B4-BE49-F238E27FC236}">
                <a16:creationId xmlns:a16="http://schemas.microsoft.com/office/drawing/2014/main" id="{E95418F4-3FE2-8C32-AEE6-05E4FE661860}"/>
              </a:ext>
            </a:extLst>
          </p:cNvPr>
          <p:cNvSpPr>
            <a:spLocks noChangeShapeType="1"/>
          </p:cNvSpPr>
          <p:nvPr/>
        </p:nvSpPr>
        <p:spPr bwMode="auto">
          <a:xfrm>
            <a:off x="1752600" y="5334000"/>
            <a:ext cx="990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73" name="Line 63">
            <a:extLst>
              <a:ext uri="{FF2B5EF4-FFF2-40B4-BE49-F238E27FC236}">
                <a16:creationId xmlns:a16="http://schemas.microsoft.com/office/drawing/2014/main" id="{126FC6EB-754F-F8DC-8F14-6D02F0B1B2F3}"/>
              </a:ext>
            </a:extLst>
          </p:cNvPr>
          <p:cNvSpPr>
            <a:spLocks noChangeShapeType="1"/>
          </p:cNvSpPr>
          <p:nvPr/>
        </p:nvSpPr>
        <p:spPr bwMode="auto">
          <a:xfrm>
            <a:off x="1143000" y="4648200"/>
            <a:ext cx="381000" cy="5334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74" name="Line 64">
            <a:extLst>
              <a:ext uri="{FF2B5EF4-FFF2-40B4-BE49-F238E27FC236}">
                <a16:creationId xmlns:a16="http://schemas.microsoft.com/office/drawing/2014/main" id="{5486E745-BEFA-181E-EEC7-0E921E29CA13}"/>
              </a:ext>
            </a:extLst>
          </p:cNvPr>
          <p:cNvSpPr>
            <a:spLocks noChangeShapeType="1"/>
          </p:cNvSpPr>
          <p:nvPr/>
        </p:nvSpPr>
        <p:spPr bwMode="auto">
          <a:xfrm flipH="1">
            <a:off x="2895600" y="4724400"/>
            <a:ext cx="381000" cy="4572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75" name="Line 65">
            <a:extLst>
              <a:ext uri="{FF2B5EF4-FFF2-40B4-BE49-F238E27FC236}">
                <a16:creationId xmlns:a16="http://schemas.microsoft.com/office/drawing/2014/main" id="{16F98448-D01A-B8B2-4466-7B988802C08E}"/>
              </a:ext>
            </a:extLst>
          </p:cNvPr>
          <p:cNvSpPr>
            <a:spLocks noChangeShapeType="1"/>
          </p:cNvSpPr>
          <p:nvPr/>
        </p:nvSpPr>
        <p:spPr bwMode="auto">
          <a:xfrm>
            <a:off x="2362200" y="3886200"/>
            <a:ext cx="914400" cy="5334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76" name="Line 66">
            <a:extLst>
              <a:ext uri="{FF2B5EF4-FFF2-40B4-BE49-F238E27FC236}">
                <a16:creationId xmlns:a16="http://schemas.microsoft.com/office/drawing/2014/main" id="{68EC5034-C1D3-F6BA-ACF8-3A3543D3A3A8}"/>
              </a:ext>
            </a:extLst>
          </p:cNvPr>
          <p:cNvSpPr>
            <a:spLocks noChangeShapeType="1"/>
          </p:cNvSpPr>
          <p:nvPr/>
        </p:nvSpPr>
        <p:spPr bwMode="auto">
          <a:xfrm>
            <a:off x="2286000" y="3962400"/>
            <a:ext cx="228600" cy="3810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77" name="Line 67">
            <a:extLst>
              <a:ext uri="{FF2B5EF4-FFF2-40B4-BE49-F238E27FC236}">
                <a16:creationId xmlns:a16="http://schemas.microsoft.com/office/drawing/2014/main" id="{7308EEDB-B3D7-3885-E545-4001B8B5AE90}"/>
              </a:ext>
            </a:extLst>
          </p:cNvPr>
          <p:cNvSpPr>
            <a:spLocks noChangeShapeType="1"/>
          </p:cNvSpPr>
          <p:nvPr/>
        </p:nvSpPr>
        <p:spPr bwMode="auto">
          <a:xfrm flipH="1">
            <a:off x="1905000" y="3962400"/>
            <a:ext cx="228600" cy="3810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78" name="Oval 69" descr="粉色砂纸">
            <a:extLst>
              <a:ext uri="{FF2B5EF4-FFF2-40B4-BE49-F238E27FC236}">
                <a16:creationId xmlns:a16="http://schemas.microsoft.com/office/drawing/2014/main" id="{0D5B09CD-1DD3-E16F-1B17-96BDE0EC49DB}"/>
              </a:ext>
            </a:extLst>
          </p:cNvPr>
          <p:cNvSpPr>
            <a:spLocks noChangeArrowheads="1"/>
          </p:cNvSpPr>
          <p:nvPr/>
        </p:nvSpPr>
        <p:spPr bwMode="auto">
          <a:xfrm>
            <a:off x="1981200" y="3532188"/>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0479" name="Text Box 70">
            <a:extLst>
              <a:ext uri="{FF2B5EF4-FFF2-40B4-BE49-F238E27FC236}">
                <a16:creationId xmlns:a16="http://schemas.microsoft.com/office/drawing/2014/main" id="{A93EF374-2936-25B2-A4BF-6449F8405762}"/>
              </a:ext>
            </a:extLst>
          </p:cNvPr>
          <p:cNvSpPr txBox="1">
            <a:spLocks noChangeArrowheads="1"/>
          </p:cNvSpPr>
          <p:nvPr/>
        </p:nvSpPr>
        <p:spPr bwMode="auto">
          <a:xfrm>
            <a:off x="1997075" y="35052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60480" name="Oval 71" descr="粉色砂纸">
            <a:extLst>
              <a:ext uri="{FF2B5EF4-FFF2-40B4-BE49-F238E27FC236}">
                <a16:creationId xmlns:a16="http://schemas.microsoft.com/office/drawing/2014/main" id="{EB1D28B5-72BD-04E6-303B-2F703F6452CC}"/>
              </a:ext>
            </a:extLst>
          </p:cNvPr>
          <p:cNvSpPr>
            <a:spLocks noChangeArrowheads="1"/>
          </p:cNvSpPr>
          <p:nvPr/>
        </p:nvSpPr>
        <p:spPr bwMode="auto">
          <a:xfrm>
            <a:off x="5105400" y="3532188"/>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0481" name="Text Box 72">
            <a:extLst>
              <a:ext uri="{FF2B5EF4-FFF2-40B4-BE49-F238E27FC236}">
                <a16:creationId xmlns:a16="http://schemas.microsoft.com/office/drawing/2014/main" id="{ACB1206E-1437-26AE-CD5A-8574A4668D50}"/>
              </a:ext>
            </a:extLst>
          </p:cNvPr>
          <p:cNvSpPr txBox="1">
            <a:spLocks noChangeArrowheads="1"/>
          </p:cNvSpPr>
          <p:nvPr/>
        </p:nvSpPr>
        <p:spPr bwMode="auto">
          <a:xfrm>
            <a:off x="5121275" y="35052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60482" name="Oval 73" descr="粉色砂纸">
            <a:extLst>
              <a:ext uri="{FF2B5EF4-FFF2-40B4-BE49-F238E27FC236}">
                <a16:creationId xmlns:a16="http://schemas.microsoft.com/office/drawing/2014/main" id="{8EF121CD-213A-4B50-6FE0-651C02418E12}"/>
              </a:ext>
            </a:extLst>
          </p:cNvPr>
          <p:cNvSpPr>
            <a:spLocks noChangeArrowheads="1"/>
          </p:cNvSpPr>
          <p:nvPr/>
        </p:nvSpPr>
        <p:spPr bwMode="auto">
          <a:xfrm>
            <a:off x="6991350" y="3532188"/>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0483" name="Text Box 74">
            <a:extLst>
              <a:ext uri="{FF2B5EF4-FFF2-40B4-BE49-F238E27FC236}">
                <a16:creationId xmlns:a16="http://schemas.microsoft.com/office/drawing/2014/main" id="{C3F53454-EB36-90FB-0162-4357B5E1FDBA}"/>
              </a:ext>
            </a:extLst>
          </p:cNvPr>
          <p:cNvSpPr txBox="1">
            <a:spLocks noChangeArrowheads="1"/>
          </p:cNvSpPr>
          <p:nvPr/>
        </p:nvSpPr>
        <p:spPr bwMode="auto">
          <a:xfrm>
            <a:off x="7007225" y="35052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K</a:t>
            </a:r>
            <a:endParaRPr kumimoji="1" lang="en-US" altLang="zh-CN" sz="2400">
              <a:latin typeface="Times New Roman" panose="02020603050405020304" pitchFamily="18" charset="0"/>
              <a:ea typeface="宋体" panose="02010600030101010101" pitchFamily="2" charset="-122"/>
            </a:endParaRPr>
          </a:p>
        </p:txBody>
      </p:sp>
      <p:sp>
        <p:nvSpPr>
          <p:cNvPr id="60484" name="Oval 75" descr="粉色砂纸">
            <a:extLst>
              <a:ext uri="{FF2B5EF4-FFF2-40B4-BE49-F238E27FC236}">
                <a16:creationId xmlns:a16="http://schemas.microsoft.com/office/drawing/2014/main" id="{BE066A3F-31FE-6AFA-B8F7-B31B74EB62C8}"/>
              </a:ext>
            </a:extLst>
          </p:cNvPr>
          <p:cNvSpPr>
            <a:spLocks noChangeArrowheads="1"/>
          </p:cNvSpPr>
          <p:nvPr/>
        </p:nvSpPr>
        <p:spPr bwMode="auto">
          <a:xfrm>
            <a:off x="3124200" y="4295775"/>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0485" name="Oval 76" descr="粉色砂纸">
            <a:extLst>
              <a:ext uri="{FF2B5EF4-FFF2-40B4-BE49-F238E27FC236}">
                <a16:creationId xmlns:a16="http://schemas.microsoft.com/office/drawing/2014/main" id="{5EFFB954-86EC-3CF1-5DEA-CED516864457}"/>
              </a:ext>
            </a:extLst>
          </p:cNvPr>
          <p:cNvSpPr>
            <a:spLocks noChangeArrowheads="1"/>
          </p:cNvSpPr>
          <p:nvPr/>
        </p:nvSpPr>
        <p:spPr bwMode="auto">
          <a:xfrm>
            <a:off x="2362200" y="4308475"/>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0486" name="Oval 77" descr="粉色砂纸">
            <a:extLst>
              <a:ext uri="{FF2B5EF4-FFF2-40B4-BE49-F238E27FC236}">
                <a16:creationId xmlns:a16="http://schemas.microsoft.com/office/drawing/2014/main" id="{6AA44740-58EC-E4A1-1D9D-F3947D2CFB47}"/>
              </a:ext>
            </a:extLst>
          </p:cNvPr>
          <p:cNvSpPr>
            <a:spLocks noChangeArrowheads="1"/>
          </p:cNvSpPr>
          <p:nvPr/>
        </p:nvSpPr>
        <p:spPr bwMode="auto">
          <a:xfrm>
            <a:off x="1371600" y="5119688"/>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0487" name="Oval 78" descr="粉色砂纸">
            <a:extLst>
              <a:ext uri="{FF2B5EF4-FFF2-40B4-BE49-F238E27FC236}">
                <a16:creationId xmlns:a16="http://schemas.microsoft.com/office/drawing/2014/main" id="{7A768A5D-DA75-963C-7F56-531F51835DA5}"/>
              </a:ext>
            </a:extLst>
          </p:cNvPr>
          <p:cNvSpPr>
            <a:spLocks noChangeArrowheads="1"/>
          </p:cNvSpPr>
          <p:nvPr/>
        </p:nvSpPr>
        <p:spPr bwMode="auto">
          <a:xfrm>
            <a:off x="1600200" y="4281488"/>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0488" name="Text Box 79">
            <a:extLst>
              <a:ext uri="{FF2B5EF4-FFF2-40B4-BE49-F238E27FC236}">
                <a16:creationId xmlns:a16="http://schemas.microsoft.com/office/drawing/2014/main" id="{DE2D3FC8-9F21-FD3D-FD7A-841BF14EA5F4}"/>
              </a:ext>
            </a:extLst>
          </p:cNvPr>
          <p:cNvSpPr txBox="1">
            <a:spLocks noChangeArrowheads="1"/>
          </p:cNvSpPr>
          <p:nvPr/>
        </p:nvSpPr>
        <p:spPr bwMode="auto">
          <a:xfrm>
            <a:off x="1616075" y="42814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60489" name="Text Box 80">
            <a:extLst>
              <a:ext uri="{FF2B5EF4-FFF2-40B4-BE49-F238E27FC236}">
                <a16:creationId xmlns:a16="http://schemas.microsoft.com/office/drawing/2014/main" id="{E3025701-1B4E-47CD-FF40-BF87C300BE13}"/>
              </a:ext>
            </a:extLst>
          </p:cNvPr>
          <p:cNvSpPr txBox="1">
            <a:spLocks noChangeArrowheads="1"/>
          </p:cNvSpPr>
          <p:nvPr/>
        </p:nvSpPr>
        <p:spPr bwMode="auto">
          <a:xfrm>
            <a:off x="2378075" y="42814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60490" name="Text Box 81">
            <a:extLst>
              <a:ext uri="{FF2B5EF4-FFF2-40B4-BE49-F238E27FC236}">
                <a16:creationId xmlns:a16="http://schemas.microsoft.com/office/drawing/2014/main" id="{310FBABD-F76F-A7C1-E102-E68FEECCFFCC}"/>
              </a:ext>
            </a:extLst>
          </p:cNvPr>
          <p:cNvSpPr txBox="1">
            <a:spLocks noChangeArrowheads="1"/>
          </p:cNvSpPr>
          <p:nvPr/>
        </p:nvSpPr>
        <p:spPr bwMode="auto">
          <a:xfrm>
            <a:off x="3160713" y="4295775"/>
            <a:ext cx="4206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60491" name="Oval 82" descr="粉色砂纸">
            <a:extLst>
              <a:ext uri="{FF2B5EF4-FFF2-40B4-BE49-F238E27FC236}">
                <a16:creationId xmlns:a16="http://schemas.microsoft.com/office/drawing/2014/main" id="{47BB4D33-0B9D-3CCE-D3C3-7134A2915512}"/>
              </a:ext>
            </a:extLst>
          </p:cNvPr>
          <p:cNvSpPr>
            <a:spLocks noChangeArrowheads="1"/>
          </p:cNvSpPr>
          <p:nvPr/>
        </p:nvSpPr>
        <p:spPr bwMode="auto">
          <a:xfrm>
            <a:off x="838200" y="4281488"/>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0492" name="Oval 83" descr="粉色砂纸">
            <a:extLst>
              <a:ext uri="{FF2B5EF4-FFF2-40B4-BE49-F238E27FC236}">
                <a16:creationId xmlns:a16="http://schemas.microsoft.com/office/drawing/2014/main" id="{E2D625FA-0A3B-CDF2-EF7E-E1238A5F79A5}"/>
              </a:ext>
            </a:extLst>
          </p:cNvPr>
          <p:cNvSpPr>
            <a:spLocks noChangeArrowheads="1"/>
          </p:cNvSpPr>
          <p:nvPr/>
        </p:nvSpPr>
        <p:spPr bwMode="auto">
          <a:xfrm>
            <a:off x="4419600" y="4308475"/>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0493" name="Oval 84" descr="粉色砂纸">
            <a:extLst>
              <a:ext uri="{FF2B5EF4-FFF2-40B4-BE49-F238E27FC236}">
                <a16:creationId xmlns:a16="http://schemas.microsoft.com/office/drawing/2014/main" id="{648FB49C-E480-C1FA-DE14-2C4F471D549A}"/>
              </a:ext>
            </a:extLst>
          </p:cNvPr>
          <p:cNvSpPr>
            <a:spLocks noChangeArrowheads="1"/>
          </p:cNvSpPr>
          <p:nvPr/>
        </p:nvSpPr>
        <p:spPr bwMode="auto">
          <a:xfrm>
            <a:off x="6629400" y="5119688"/>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0494" name="Text Box 85">
            <a:extLst>
              <a:ext uri="{FF2B5EF4-FFF2-40B4-BE49-F238E27FC236}">
                <a16:creationId xmlns:a16="http://schemas.microsoft.com/office/drawing/2014/main" id="{D9C9E6AA-B54B-8D1E-BC39-E39B613CD0B2}"/>
              </a:ext>
            </a:extLst>
          </p:cNvPr>
          <p:cNvSpPr txBox="1">
            <a:spLocks noChangeArrowheads="1"/>
          </p:cNvSpPr>
          <p:nvPr/>
        </p:nvSpPr>
        <p:spPr bwMode="auto">
          <a:xfrm>
            <a:off x="4518025" y="4281488"/>
            <a:ext cx="2825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60495" name="Text Box 86">
            <a:extLst>
              <a:ext uri="{FF2B5EF4-FFF2-40B4-BE49-F238E27FC236}">
                <a16:creationId xmlns:a16="http://schemas.microsoft.com/office/drawing/2014/main" id="{D215BB1C-07E5-4507-39C3-DFB10E40CD4F}"/>
              </a:ext>
            </a:extLst>
          </p:cNvPr>
          <p:cNvSpPr txBox="1">
            <a:spLocks noChangeArrowheads="1"/>
          </p:cNvSpPr>
          <p:nvPr/>
        </p:nvSpPr>
        <p:spPr bwMode="auto">
          <a:xfrm>
            <a:off x="854075" y="42814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60496" name="Text Box 87">
            <a:extLst>
              <a:ext uri="{FF2B5EF4-FFF2-40B4-BE49-F238E27FC236}">
                <a16:creationId xmlns:a16="http://schemas.microsoft.com/office/drawing/2014/main" id="{2D775915-D85A-5FFC-F60E-46E97DFFA9B9}"/>
              </a:ext>
            </a:extLst>
          </p:cNvPr>
          <p:cNvSpPr txBox="1">
            <a:spLocks noChangeArrowheads="1"/>
          </p:cNvSpPr>
          <p:nvPr/>
        </p:nvSpPr>
        <p:spPr bwMode="auto">
          <a:xfrm>
            <a:off x="1427163" y="5119688"/>
            <a:ext cx="4016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60497" name="Text Box 88">
            <a:extLst>
              <a:ext uri="{FF2B5EF4-FFF2-40B4-BE49-F238E27FC236}">
                <a16:creationId xmlns:a16="http://schemas.microsoft.com/office/drawing/2014/main" id="{A5C83FF8-9D65-807D-FEF5-6EA440BC880E}"/>
              </a:ext>
            </a:extLst>
          </p:cNvPr>
          <p:cNvSpPr txBox="1">
            <a:spLocks noChangeArrowheads="1"/>
          </p:cNvSpPr>
          <p:nvPr/>
        </p:nvSpPr>
        <p:spPr bwMode="auto">
          <a:xfrm>
            <a:off x="6629400" y="5105400"/>
            <a:ext cx="460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O</a:t>
            </a:r>
            <a:endParaRPr kumimoji="1" lang="en-US" altLang="zh-CN" sz="2400">
              <a:latin typeface="Times New Roman" panose="02020603050405020304" pitchFamily="18" charset="0"/>
              <a:ea typeface="宋体" panose="02010600030101010101" pitchFamily="2" charset="-122"/>
            </a:endParaRPr>
          </a:p>
        </p:txBody>
      </p:sp>
      <p:sp>
        <p:nvSpPr>
          <p:cNvPr id="60498" name="Oval 89" descr="粉色砂纸">
            <a:extLst>
              <a:ext uri="{FF2B5EF4-FFF2-40B4-BE49-F238E27FC236}">
                <a16:creationId xmlns:a16="http://schemas.microsoft.com/office/drawing/2014/main" id="{F043592F-4751-FA1C-82F0-D227B2B9E94F}"/>
              </a:ext>
            </a:extLst>
          </p:cNvPr>
          <p:cNvSpPr>
            <a:spLocks noChangeArrowheads="1"/>
          </p:cNvSpPr>
          <p:nvPr/>
        </p:nvSpPr>
        <p:spPr bwMode="auto">
          <a:xfrm>
            <a:off x="2571750" y="5119688"/>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0499" name="Text Box 90">
            <a:extLst>
              <a:ext uri="{FF2B5EF4-FFF2-40B4-BE49-F238E27FC236}">
                <a16:creationId xmlns:a16="http://schemas.microsoft.com/office/drawing/2014/main" id="{ABE13136-F1C9-721F-A8A9-6DF878BAA227}"/>
              </a:ext>
            </a:extLst>
          </p:cNvPr>
          <p:cNvSpPr txBox="1">
            <a:spLocks noChangeArrowheads="1"/>
          </p:cNvSpPr>
          <p:nvPr/>
        </p:nvSpPr>
        <p:spPr bwMode="auto">
          <a:xfrm>
            <a:off x="2587625" y="5119688"/>
            <a:ext cx="460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60500" name="Oval 91" descr="粉色砂纸">
            <a:extLst>
              <a:ext uri="{FF2B5EF4-FFF2-40B4-BE49-F238E27FC236}">
                <a16:creationId xmlns:a16="http://schemas.microsoft.com/office/drawing/2014/main" id="{4DDEDA98-869A-8E0F-0D42-EBFA49D64245}"/>
              </a:ext>
            </a:extLst>
          </p:cNvPr>
          <p:cNvSpPr>
            <a:spLocks noChangeArrowheads="1"/>
          </p:cNvSpPr>
          <p:nvPr/>
        </p:nvSpPr>
        <p:spPr bwMode="auto">
          <a:xfrm>
            <a:off x="5086350" y="5146675"/>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0501" name="Text Box 92">
            <a:extLst>
              <a:ext uri="{FF2B5EF4-FFF2-40B4-BE49-F238E27FC236}">
                <a16:creationId xmlns:a16="http://schemas.microsoft.com/office/drawing/2014/main" id="{5069D2CA-2EB0-34D4-40A0-38B5F252FBBB}"/>
              </a:ext>
            </a:extLst>
          </p:cNvPr>
          <p:cNvSpPr txBox="1">
            <a:spLocks noChangeArrowheads="1"/>
          </p:cNvSpPr>
          <p:nvPr/>
        </p:nvSpPr>
        <p:spPr bwMode="auto">
          <a:xfrm>
            <a:off x="5102225" y="5119688"/>
            <a:ext cx="3825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J</a:t>
            </a:r>
            <a:endParaRPr kumimoji="1" lang="en-US" altLang="zh-CN" sz="2400">
              <a:latin typeface="Times New Roman" panose="02020603050405020304" pitchFamily="18" charset="0"/>
              <a:ea typeface="宋体" panose="02010600030101010101" pitchFamily="2" charset="-122"/>
            </a:endParaRPr>
          </a:p>
        </p:txBody>
      </p:sp>
      <p:sp>
        <p:nvSpPr>
          <p:cNvPr id="60502" name="Oval 93" descr="粉色砂纸">
            <a:extLst>
              <a:ext uri="{FF2B5EF4-FFF2-40B4-BE49-F238E27FC236}">
                <a16:creationId xmlns:a16="http://schemas.microsoft.com/office/drawing/2014/main" id="{6EF81332-07CC-C0BA-855A-0C1923330D71}"/>
              </a:ext>
            </a:extLst>
          </p:cNvPr>
          <p:cNvSpPr>
            <a:spLocks noChangeArrowheads="1"/>
          </p:cNvSpPr>
          <p:nvPr/>
        </p:nvSpPr>
        <p:spPr bwMode="auto">
          <a:xfrm>
            <a:off x="7772400" y="4294188"/>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0503" name="Text Box 94">
            <a:extLst>
              <a:ext uri="{FF2B5EF4-FFF2-40B4-BE49-F238E27FC236}">
                <a16:creationId xmlns:a16="http://schemas.microsoft.com/office/drawing/2014/main" id="{0450E4D5-7EA0-60B6-6C2C-2FFE755A9A21}"/>
              </a:ext>
            </a:extLst>
          </p:cNvPr>
          <p:cNvSpPr txBox="1">
            <a:spLocks noChangeArrowheads="1"/>
          </p:cNvSpPr>
          <p:nvPr/>
        </p:nvSpPr>
        <p:spPr bwMode="auto">
          <a:xfrm>
            <a:off x="7788275" y="42672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N</a:t>
            </a:r>
            <a:endParaRPr kumimoji="1" lang="en-US" altLang="zh-CN" sz="2400">
              <a:latin typeface="Times New Roman" panose="02020603050405020304" pitchFamily="18" charset="0"/>
              <a:ea typeface="宋体" panose="02010600030101010101" pitchFamily="2" charset="-122"/>
            </a:endParaRPr>
          </a:p>
        </p:txBody>
      </p:sp>
      <p:sp>
        <p:nvSpPr>
          <p:cNvPr id="60504" name="Oval 95" descr="粉色砂纸">
            <a:extLst>
              <a:ext uri="{FF2B5EF4-FFF2-40B4-BE49-F238E27FC236}">
                <a16:creationId xmlns:a16="http://schemas.microsoft.com/office/drawing/2014/main" id="{5233F3AE-3954-3960-C5FB-7B5A0EE64F4C}"/>
              </a:ext>
            </a:extLst>
          </p:cNvPr>
          <p:cNvSpPr>
            <a:spLocks noChangeArrowheads="1"/>
          </p:cNvSpPr>
          <p:nvPr/>
        </p:nvSpPr>
        <p:spPr bwMode="auto">
          <a:xfrm>
            <a:off x="7010400" y="4267200"/>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0505" name="Text Box 96">
            <a:extLst>
              <a:ext uri="{FF2B5EF4-FFF2-40B4-BE49-F238E27FC236}">
                <a16:creationId xmlns:a16="http://schemas.microsoft.com/office/drawing/2014/main" id="{0A0C5D9D-01E6-22D4-F8A4-9ED64FE8DE9C}"/>
              </a:ext>
            </a:extLst>
          </p:cNvPr>
          <p:cNvSpPr txBox="1">
            <a:spLocks noChangeArrowheads="1"/>
          </p:cNvSpPr>
          <p:nvPr/>
        </p:nvSpPr>
        <p:spPr bwMode="auto">
          <a:xfrm>
            <a:off x="7010400" y="4267200"/>
            <a:ext cx="4810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M</a:t>
            </a:r>
            <a:endParaRPr kumimoji="1" lang="en-US" altLang="zh-CN" sz="2400">
              <a:latin typeface="Times New Roman" panose="02020603050405020304" pitchFamily="18" charset="0"/>
              <a:ea typeface="宋体" panose="02010600030101010101" pitchFamily="2" charset="-122"/>
            </a:endParaRPr>
          </a:p>
        </p:txBody>
      </p:sp>
      <p:sp>
        <p:nvSpPr>
          <p:cNvPr id="60506" name="Oval 97" descr="粉色砂纸">
            <a:extLst>
              <a:ext uri="{FF2B5EF4-FFF2-40B4-BE49-F238E27FC236}">
                <a16:creationId xmlns:a16="http://schemas.microsoft.com/office/drawing/2014/main" id="{4BE838D6-A447-620B-D4D7-3F919B27A02F}"/>
              </a:ext>
            </a:extLst>
          </p:cNvPr>
          <p:cNvSpPr>
            <a:spLocks noChangeArrowheads="1"/>
          </p:cNvSpPr>
          <p:nvPr/>
        </p:nvSpPr>
        <p:spPr bwMode="auto">
          <a:xfrm>
            <a:off x="6229350" y="4294188"/>
            <a:ext cx="457200" cy="457200"/>
          </a:xfrm>
          <a:prstGeom prst="ellipse">
            <a:avLst/>
          </a:prstGeom>
          <a:blipFill dpi="0" rotWithShape="0">
            <a:blip r:embed="rId2"/>
            <a:srcRect/>
            <a:tile tx="0" ty="0" sx="100000" sy="100000" flip="none" algn="tl"/>
          </a:blipFill>
          <a:ln w="9525">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0507" name="Text Box 98">
            <a:extLst>
              <a:ext uri="{FF2B5EF4-FFF2-40B4-BE49-F238E27FC236}">
                <a16:creationId xmlns:a16="http://schemas.microsoft.com/office/drawing/2014/main" id="{6E122525-46FD-211E-BF86-05B6DA84DE85}"/>
              </a:ext>
            </a:extLst>
          </p:cNvPr>
          <p:cNvSpPr txBox="1">
            <a:spLocks noChangeArrowheads="1"/>
          </p:cNvSpPr>
          <p:nvPr/>
        </p:nvSpPr>
        <p:spPr bwMode="auto">
          <a:xfrm>
            <a:off x="6245225" y="4267200"/>
            <a:ext cx="4016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L</a:t>
            </a:r>
            <a:endParaRPr kumimoji="1" lang="en-US" altLang="zh-CN" sz="2400">
              <a:latin typeface="Times New Roman" panose="02020603050405020304" pitchFamily="18" charset="0"/>
              <a:ea typeface="宋体" panose="02010600030101010101" pitchFamily="2" charset="-122"/>
            </a:endParaRPr>
          </a:p>
        </p:txBody>
      </p:sp>
      <p:sp>
        <p:nvSpPr>
          <p:cNvPr id="60508" name="Line 99">
            <a:extLst>
              <a:ext uri="{FF2B5EF4-FFF2-40B4-BE49-F238E27FC236}">
                <a16:creationId xmlns:a16="http://schemas.microsoft.com/office/drawing/2014/main" id="{C97F85D0-BE5D-8855-C47C-3258A9B78B60}"/>
              </a:ext>
            </a:extLst>
          </p:cNvPr>
          <p:cNvSpPr>
            <a:spLocks noChangeShapeType="1"/>
          </p:cNvSpPr>
          <p:nvPr/>
        </p:nvSpPr>
        <p:spPr bwMode="auto">
          <a:xfrm>
            <a:off x="2590800" y="3810000"/>
            <a:ext cx="685800" cy="3810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509" name="Line 100">
            <a:extLst>
              <a:ext uri="{FF2B5EF4-FFF2-40B4-BE49-F238E27FC236}">
                <a16:creationId xmlns:a16="http://schemas.microsoft.com/office/drawing/2014/main" id="{5FD37EB3-EB4C-805B-1D31-9F662EB5325B}"/>
              </a:ext>
            </a:extLst>
          </p:cNvPr>
          <p:cNvSpPr>
            <a:spLocks noChangeShapeType="1"/>
          </p:cNvSpPr>
          <p:nvPr/>
        </p:nvSpPr>
        <p:spPr bwMode="auto">
          <a:xfrm flipH="1">
            <a:off x="3124200" y="4876800"/>
            <a:ext cx="304800" cy="3810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510" name="Line 101">
            <a:extLst>
              <a:ext uri="{FF2B5EF4-FFF2-40B4-BE49-F238E27FC236}">
                <a16:creationId xmlns:a16="http://schemas.microsoft.com/office/drawing/2014/main" id="{398B0563-EB0D-09A4-EB13-C68656825F2D}"/>
              </a:ext>
            </a:extLst>
          </p:cNvPr>
          <p:cNvSpPr>
            <a:spLocks noChangeShapeType="1"/>
          </p:cNvSpPr>
          <p:nvPr/>
        </p:nvSpPr>
        <p:spPr bwMode="auto">
          <a:xfrm flipH="1">
            <a:off x="1905000" y="5486400"/>
            <a:ext cx="609600" cy="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511" name="Line 102">
            <a:extLst>
              <a:ext uri="{FF2B5EF4-FFF2-40B4-BE49-F238E27FC236}">
                <a16:creationId xmlns:a16="http://schemas.microsoft.com/office/drawing/2014/main" id="{4C26FA5C-ED70-C5FF-C246-AE2FE11D1A91}"/>
              </a:ext>
            </a:extLst>
          </p:cNvPr>
          <p:cNvSpPr>
            <a:spLocks noChangeShapeType="1"/>
          </p:cNvSpPr>
          <p:nvPr/>
        </p:nvSpPr>
        <p:spPr bwMode="auto">
          <a:xfrm flipH="1" flipV="1">
            <a:off x="990600" y="4800600"/>
            <a:ext cx="304800" cy="4572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512" name="Line 103">
            <a:extLst>
              <a:ext uri="{FF2B5EF4-FFF2-40B4-BE49-F238E27FC236}">
                <a16:creationId xmlns:a16="http://schemas.microsoft.com/office/drawing/2014/main" id="{6AC09864-F95C-0665-50BA-0F200F494EEE}"/>
              </a:ext>
            </a:extLst>
          </p:cNvPr>
          <p:cNvSpPr>
            <a:spLocks noChangeShapeType="1"/>
          </p:cNvSpPr>
          <p:nvPr/>
        </p:nvSpPr>
        <p:spPr bwMode="auto">
          <a:xfrm>
            <a:off x="2209800" y="4038600"/>
            <a:ext cx="228600" cy="3810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513" name="Line 104">
            <a:extLst>
              <a:ext uri="{FF2B5EF4-FFF2-40B4-BE49-F238E27FC236}">
                <a16:creationId xmlns:a16="http://schemas.microsoft.com/office/drawing/2014/main" id="{6680A9D2-40B7-BD1A-6575-8A4567AC071E}"/>
              </a:ext>
            </a:extLst>
          </p:cNvPr>
          <p:cNvSpPr>
            <a:spLocks noChangeShapeType="1"/>
          </p:cNvSpPr>
          <p:nvPr/>
        </p:nvSpPr>
        <p:spPr bwMode="auto">
          <a:xfrm flipH="1">
            <a:off x="1752600" y="3962400"/>
            <a:ext cx="228600" cy="3048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514" name="Line 105">
            <a:extLst>
              <a:ext uri="{FF2B5EF4-FFF2-40B4-BE49-F238E27FC236}">
                <a16:creationId xmlns:a16="http://schemas.microsoft.com/office/drawing/2014/main" id="{708404EC-360C-433C-B398-8C79423B3E70}"/>
              </a:ext>
            </a:extLst>
          </p:cNvPr>
          <p:cNvSpPr>
            <a:spLocks noChangeShapeType="1"/>
          </p:cNvSpPr>
          <p:nvPr/>
        </p:nvSpPr>
        <p:spPr bwMode="auto">
          <a:xfrm>
            <a:off x="5486400" y="4038600"/>
            <a:ext cx="0" cy="10668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515" name="Line 106">
            <a:extLst>
              <a:ext uri="{FF2B5EF4-FFF2-40B4-BE49-F238E27FC236}">
                <a16:creationId xmlns:a16="http://schemas.microsoft.com/office/drawing/2014/main" id="{21C52F9C-90EE-4344-DB32-86518BAF9FD7}"/>
              </a:ext>
            </a:extLst>
          </p:cNvPr>
          <p:cNvSpPr>
            <a:spLocks noChangeShapeType="1"/>
          </p:cNvSpPr>
          <p:nvPr/>
        </p:nvSpPr>
        <p:spPr bwMode="auto">
          <a:xfrm flipH="1" flipV="1">
            <a:off x="4724400" y="4876800"/>
            <a:ext cx="304800" cy="4572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516" name="Line 107">
            <a:extLst>
              <a:ext uri="{FF2B5EF4-FFF2-40B4-BE49-F238E27FC236}">
                <a16:creationId xmlns:a16="http://schemas.microsoft.com/office/drawing/2014/main" id="{B2780CD7-A147-CCAF-FD96-0F438D9C8CFA}"/>
              </a:ext>
            </a:extLst>
          </p:cNvPr>
          <p:cNvSpPr>
            <a:spLocks noChangeShapeType="1"/>
          </p:cNvSpPr>
          <p:nvPr/>
        </p:nvSpPr>
        <p:spPr bwMode="auto">
          <a:xfrm>
            <a:off x="7543800" y="3810000"/>
            <a:ext cx="457200" cy="3810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517" name="Line 108">
            <a:extLst>
              <a:ext uri="{FF2B5EF4-FFF2-40B4-BE49-F238E27FC236}">
                <a16:creationId xmlns:a16="http://schemas.microsoft.com/office/drawing/2014/main" id="{CCAB9B2C-5C70-76C2-5638-8750A423A9C7}"/>
              </a:ext>
            </a:extLst>
          </p:cNvPr>
          <p:cNvSpPr>
            <a:spLocks noChangeShapeType="1"/>
          </p:cNvSpPr>
          <p:nvPr/>
        </p:nvSpPr>
        <p:spPr bwMode="auto">
          <a:xfrm>
            <a:off x="7391400" y="4038600"/>
            <a:ext cx="0" cy="228600"/>
          </a:xfrm>
          <a:prstGeom prst="line">
            <a:avLst/>
          </a:prstGeom>
          <a:noFill/>
          <a:ln w="28575">
            <a:solidFill>
              <a:schemeClr val="tx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518" name="Line 109">
            <a:extLst>
              <a:ext uri="{FF2B5EF4-FFF2-40B4-BE49-F238E27FC236}">
                <a16:creationId xmlns:a16="http://schemas.microsoft.com/office/drawing/2014/main" id="{49BD2A9A-75C7-80FF-FF00-4C611D3A19F4}"/>
              </a:ext>
            </a:extLst>
          </p:cNvPr>
          <p:cNvSpPr>
            <a:spLocks noChangeShapeType="1"/>
          </p:cNvSpPr>
          <p:nvPr/>
        </p:nvSpPr>
        <p:spPr bwMode="auto">
          <a:xfrm flipH="1">
            <a:off x="7086600" y="4800600"/>
            <a:ext cx="228600" cy="3810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519" name="Line 110">
            <a:extLst>
              <a:ext uri="{FF2B5EF4-FFF2-40B4-BE49-F238E27FC236}">
                <a16:creationId xmlns:a16="http://schemas.microsoft.com/office/drawing/2014/main" id="{FEB6E01A-3DAD-347B-A5F2-7CF8102B9C9E}"/>
              </a:ext>
            </a:extLst>
          </p:cNvPr>
          <p:cNvSpPr>
            <a:spLocks noChangeShapeType="1"/>
          </p:cNvSpPr>
          <p:nvPr/>
        </p:nvSpPr>
        <p:spPr bwMode="auto">
          <a:xfrm flipH="1" flipV="1">
            <a:off x="6324600" y="4800600"/>
            <a:ext cx="304800" cy="3810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520" name="Text Box 112">
            <a:extLst>
              <a:ext uri="{FF2B5EF4-FFF2-40B4-BE49-F238E27FC236}">
                <a16:creationId xmlns:a16="http://schemas.microsoft.com/office/drawing/2014/main" id="{419A331B-B049-3657-B635-38C4D73EDD0E}"/>
              </a:ext>
            </a:extLst>
          </p:cNvPr>
          <p:cNvSpPr txBox="1">
            <a:spLocks noChangeArrowheads="1"/>
          </p:cNvSpPr>
          <p:nvPr/>
        </p:nvSpPr>
        <p:spPr bwMode="auto">
          <a:xfrm>
            <a:off x="2438400" y="5607050"/>
            <a:ext cx="42989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zh-CN" altLang="en-US" sz="3600">
                <a:solidFill>
                  <a:schemeClr val="tx2"/>
                </a:solidFill>
                <a:latin typeface="Times New Roman" panose="02020603050405020304" pitchFamily="18" charset="0"/>
                <a:ea typeface="隶书" panose="02010509060101010101" pitchFamily="49" charset="-122"/>
              </a:rPr>
              <a:t>非连通图的生成森林</a:t>
            </a:r>
          </a:p>
        </p:txBody>
      </p:sp>
      <p:sp>
        <p:nvSpPr>
          <p:cNvPr id="2" name="灯片编号占位符 1">
            <a:extLst>
              <a:ext uri="{FF2B5EF4-FFF2-40B4-BE49-F238E27FC236}">
                <a16:creationId xmlns:a16="http://schemas.microsoft.com/office/drawing/2014/main" id="{59225CE9-489C-8155-7368-6F381329656C}"/>
              </a:ext>
            </a:extLst>
          </p:cNvPr>
          <p:cNvSpPr>
            <a:spLocks noGrp="1"/>
          </p:cNvSpPr>
          <p:nvPr>
            <p:ph type="sldNum" sz="quarter" idx="12"/>
          </p:nvPr>
        </p:nvSpPr>
        <p:spPr/>
        <p:txBody>
          <a:bodyPr/>
          <a:lstStyle/>
          <a:p>
            <a:pPr>
              <a:defRPr/>
            </a:pPr>
            <a:fld id="{22EEED5C-99EB-4141-8E47-FA8D31DEB9C9}" type="slidenum">
              <a:rPr lang="en-US" altLang="zh-CN" smtClean="0"/>
              <a:pPr>
                <a:defRPr/>
              </a:pPr>
              <a:t>47</a:t>
            </a:fld>
            <a:endParaRPr lang="en-US" altLang="zh-CN"/>
          </a:p>
        </p:txBody>
      </p:sp>
    </p:spTree>
  </p:cSld>
  <p:clrMapOvr>
    <a:masterClrMapping/>
  </p:clrMapOvr>
  <p:transition>
    <p:zo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3">
            <a:extLst>
              <a:ext uri="{FF2B5EF4-FFF2-40B4-BE49-F238E27FC236}">
                <a16:creationId xmlns:a16="http://schemas.microsoft.com/office/drawing/2014/main" id="{3B0E44B2-E2D1-AA44-F0B4-AC6BBBE53A28}"/>
              </a:ext>
            </a:extLst>
          </p:cNvPr>
          <p:cNvSpPr>
            <a:spLocks noChangeArrowheads="1"/>
          </p:cNvSpPr>
          <p:nvPr/>
        </p:nvSpPr>
        <p:spPr bwMode="auto">
          <a:xfrm>
            <a:off x="762000" y="228600"/>
            <a:ext cx="79248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zh-CN" sz="4100">
              <a:latin typeface="Times New Roman" panose="02020603050405020304" pitchFamily="18" charset="0"/>
              <a:ea typeface="仿宋_GB2312" pitchFamily="49" charset="-122"/>
            </a:endParaRPr>
          </a:p>
        </p:txBody>
      </p:sp>
      <p:sp>
        <p:nvSpPr>
          <p:cNvPr id="270341" name="Rectangle 5">
            <a:extLst>
              <a:ext uri="{FF2B5EF4-FFF2-40B4-BE49-F238E27FC236}">
                <a16:creationId xmlns:a16="http://schemas.microsoft.com/office/drawing/2014/main" id="{83D6123E-0546-2B14-81EF-F2B6C19D5222}"/>
              </a:ext>
            </a:extLst>
          </p:cNvPr>
          <p:cNvSpPr>
            <a:spLocks noGrp="1" noChangeArrowheads="1"/>
          </p:cNvSpPr>
          <p:nvPr>
            <p:ph type="title"/>
          </p:nvPr>
        </p:nvSpPr>
        <p:spPr/>
        <p:txBody>
          <a:bodyPr/>
          <a:lstStyle/>
          <a:p>
            <a:r>
              <a:rPr lang="en-US" altLang="zh-CN" dirty="0"/>
              <a:t>8.3.4 </a:t>
            </a:r>
            <a:r>
              <a:rPr lang="zh-CN" altLang="en-US" dirty="0"/>
              <a:t>重连通分量（自学）</a:t>
            </a:r>
          </a:p>
        </p:txBody>
      </p:sp>
      <p:sp>
        <p:nvSpPr>
          <p:cNvPr id="270342" name="Rectangle 6">
            <a:extLst>
              <a:ext uri="{FF2B5EF4-FFF2-40B4-BE49-F238E27FC236}">
                <a16:creationId xmlns:a16="http://schemas.microsoft.com/office/drawing/2014/main" id="{962AE2F8-B915-B20F-C1DE-C4DE2443D879}"/>
              </a:ext>
            </a:extLst>
          </p:cNvPr>
          <p:cNvSpPr>
            <a:spLocks noGrp="1" noChangeArrowheads="1"/>
          </p:cNvSpPr>
          <p:nvPr>
            <p:ph type="body" idx="1"/>
          </p:nvPr>
        </p:nvSpPr>
        <p:spPr/>
        <p:txBody>
          <a:bodyPr>
            <a:normAutofit fontScale="77500" lnSpcReduction="20000"/>
          </a:bodyPr>
          <a:lstStyle/>
          <a:p>
            <a:pPr>
              <a:lnSpc>
                <a:spcPct val="120000"/>
              </a:lnSpc>
            </a:pPr>
            <a:r>
              <a:rPr lang="zh-CN" altLang="en-US" dirty="0"/>
              <a:t>在无向连通图</a:t>
            </a:r>
            <a:r>
              <a:rPr lang="en-US" altLang="zh-CN" dirty="0"/>
              <a:t>G</a:t>
            </a:r>
            <a:r>
              <a:rPr lang="zh-CN" altLang="en-US" dirty="0"/>
              <a:t>中</a:t>
            </a:r>
            <a:r>
              <a:rPr lang="en-US" altLang="zh-CN" dirty="0"/>
              <a:t>, </a:t>
            </a:r>
            <a:r>
              <a:rPr lang="zh-CN" altLang="en-US" dirty="0"/>
              <a:t>当且仅当删去</a:t>
            </a:r>
            <a:r>
              <a:rPr lang="en-US" altLang="zh-CN" dirty="0"/>
              <a:t>G</a:t>
            </a:r>
            <a:r>
              <a:rPr lang="zh-CN" altLang="en-US" dirty="0"/>
              <a:t>中的顶点</a:t>
            </a:r>
            <a:r>
              <a:rPr lang="en-US" altLang="zh-CN" dirty="0"/>
              <a:t>v</a:t>
            </a:r>
            <a:r>
              <a:rPr lang="zh-CN" altLang="en-US" dirty="0"/>
              <a:t>及依附于</a:t>
            </a:r>
            <a:r>
              <a:rPr lang="en-US" altLang="zh-CN" dirty="0"/>
              <a:t>v</a:t>
            </a:r>
            <a:r>
              <a:rPr lang="zh-CN" altLang="en-US" dirty="0"/>
              <a:t>的所有边后</a:t>
            </a:r>
            <a:r>
              <a:rPr lang="en-US" altLang="zh-CN" dirty="0"/>
              <a:t>, </a:t>
            </a:r>
            <a:r>
              <a:rPr lang="zh-CN" altLang="en-US" dirty="0"/>
              <a:t>可将图分割成两个或两个以上的连通分量，则称顶点</a:t>
            </a:r>
            <a:r>
              <a:rPr lang="en-US" altLang="zh-CN" dirty="0"/>
              <a:t>v</a:t>
            </a:r>
            <a:r>
              <a:rPr lang="zh-CN" altLang="en-US" dirty="0"/>
              <a:t>为关节点。</a:t>
            </a:r>
          </a:p>
          <a:p>
            <a:pPr lvl="1">
              <a:lnSpc>
                <a:spcPct val="120000"/>
              </a:lnSpc>
            </a:pPr>
            <a:r>
              <a:rPr lang="zh-CN" altLang="en-US" dirty="0"/>
              <a:t>没有关节点的连通图叫做重连通图。</a:t>
            </a:r>
          </a:p>
          <a:p>
            <a:pPr lvl="1">
              <a:lnSpc>
                <a:spcPct val="120000"/>
              </a:lnSpc>
            </a:pPr>
            <a:r>
              <a:rPr lang="zh-CN" altLang="en-US" dirty="0"/>
              <a:t>在重连通图上，任何一对顶点之间至少存在两条相互独立的路径，删去某个顶点及与该顶点相关联的边，也不破坏图的连通性。</a:t>
            </a:r>
          </a:p>
          <a:p>
            <a:pPr lvl="1">
              <a:lnSpc>
                <a:spcPct val="120000"/>
              </a:lnSpc>
            </a:pPr>
            <a:r>
              <a:rPr lang="zh-CN" altLang="en-US" dirty="0"/>
              <a:t>一个连通图</a:t>
            </a:r>
            <a:r>
              <a:rPr lang="en-US" altLang="zh-CN" dirty="0"/>
              <a:t>G</a:t>
            </a:r>
            <a:r>
              <a:rPr lang="zh-CN" altLang="en-US" dirty="0"/>
              <a:t>如果不是重连通图，那么它可以包括几个重连通分量。</a:t>
            </a:r>
          </a:p>
        </p:txBody>
      </p:sp>
      <p:sp>
        <p:nvSpPr>
          <p:cNvPr id="2" name="灯片编号占位符 1">
            <a:extLst>
              <a:ext uri="{FF2B5EF4-FFF2-40B4-BE49-F238E27FC236}">
                <a16:creationId xmlns:a16="http://schemas.microsoft.com/office/drawing/2014/main" id="{952D123F-7006-9804-1A6C-B2C479240522}"/>
              </a:ext>
            </a:extLst>
          </p:cNvPr>
          <p:cNvSpPr>
            <a:spLocks noGrp="1"/>
          </p:cNvSpPr>
          <p:nvPr>
            <p:ph type="sldNum" sz="quarter" idx="12"/>
          </p:nvPr>
        </p:nvSpPr>
        <p:spPr/>
        <p:txBody>
          <a:bodyPr/>
          <a:lstStyle/>
          <a:p>
            <a:pPr>
              <a:defRPr/>
            </a:pPr>
            <a:fld id="{2E0F9FB0-350A-4A87-9CD5-1F022F266B97}" type="slidenum">
              <a:rPr lang="en-US" altLang="zh-CN" smtClean="0"/>
              <a:pPr>
                <a:defRPr/>
              </a:pPr>
              <a:t>48</a:t>
            </a:fld>
            <a:endParaRPr lang="en-US" altLang="zh-CN"/>
          </a:p>
        </p:txBody>
      </p:sp>
    </p:spTree>
  </p:cSld>
  <p:clrMapOvr>
    <a:masterClrMapping/>
  </p:clrMapOvr>
  <p:transition>
    <p:zo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16090372-6B4E-4638-A74D-53309AB1179C}"/>
              </a:ext>
            </a:extLst>
          </p:cNvPr>
          <p:cNvSpPr>
            <a:spLocks noGrp="1"/>
          </p:cNvSpPr>
          <p:nvPr>
            <p:ph type="title"/>
          </p:nvPr>
        </p:nvSpPr>
        <p:spPr/>
        <p:txBody>
          <a:bodyPr/>
          <a:lstStyle/>
          <a:p>
            <a:r>
              <a:rPr lang="zh-CN" altLang="en-US" dirty="0"/>
              <a:t>求重连通分量的方法（自学）</a:t>
            </a:r>
          </a:p>
        </p:txBody>
      </p:sp>
      <p:sp>
        <p:nvSpPr>
          <p:cNvPr id="168962" name="Rectangle 2">
            <a:extLst>
              <a:ext uri="{FF2B5EF4-FFF2-40B4-BE49-F238E27FC236}">
                <a16:creationId xmlns:a16="http://schemas.microsoft.com/office/drawing/2014/main" id="{B7A87701-BD24-1942-D362-7864C26CDB52}"/>
              </a:ext>
            </a:extLst>
          </p:cNvPr>
          <p:cNvSpPr>
            <a:spLocks noGrp="1" noChangeArrowheads="1"/>
          </p:cNvSpPr>
          <p:nvPr>
            <p:ph type="body" idx="1"/>
          </p:nvPr>
        </p:nvSpPr>
        <p:spPr/>
        <p:txBody>
          <a:bodyPr>
            <a:normAutofit fontScale="77500" lnSpcReduction="20000"/>
          </a:bodyPr>
          <a:lstStyle/>
          <a:p>
            <a:pPr>
              <a:lnSpc>
                <a:spcPct val="120000"/>
              </a:lnSpc>
            </a:pPr>
            <a:r>
              <a:rPr lang="zh-CN" altLang="en-US" dirty="0"/>
              <a:t>在一个无向连通图</a:t>
            </a:r>
            <a:r>
              <a:rPr lang="en-US" altLang="zh-CN" dirty="0"/>
              <a:t>G</a:t>
            </a:r>
            <a:r>
              <a:rPr lang="zh-CN" altLang="en-US" dirty="0"/>
              <a:t>中，重连通分量可以利用深度优先生成树找到。</a:t>
            </a:r>
          </a:p>
          <a:p>
            <a:pPr>
              <a:lnSpc>
                <a:spcPct val="120000"/>
              </a:lnSpc>
            </a:pPr>
            <a:r>
              <a:rPr lang="zh-CN" altLang="zh-CN" dirty="0"/>
              <a:t>在图中各</a:t>
            </a:r>
            <a:r>
              <a:rPr lang="zh-CN" altLang="en-US" dirty="0"/>
              <a:t>顶点旁标明的深度优先数，即进行深度优先搜索时各顶点访问的次序。</a:t>
            </a:r>
          </a:p>
          <a:p>
            <a:pPr>
              <a:lnSpc>
                <a:spcPct val="120000"/>
              </a:lnSpc>
            </a:pPr>
            <a:r>
              <a:rPr lang="zh-CN" altLang="en-US" dirty="0"/>
              <a:t>深度优先生成树的根是关节点的充要条件是它至少有两个子女。</a:t>
            </a:r>
          </a:p>
          <a:p>
            <a:pPr>
              <a:lnSpc>
                <a:spcPct val="120000"/>
              </a:lnSpc>
            </a:pPr>
            <a:r>
              <a:rPr lang="zh-CN" altLang="en-US" dirty="0"/>
              <a:t>其他顶点 </a:t>
            </a:r>
            <a:r>
              <a:rPr lang="en-US" altLang="zh-CN" dirty="0"/>
              <a:t>u </a:t>
            </a:r>
            <a:r>
              <a:rPr lang="zh-CN" altLang="en-US" dirty="0"/>
              <a:t>是</a:t>
            </a:r>
            <a:r>
              <a:rPr lang="zh-CN" altLang="en-US" b="1" dirty="0"/>
              <a:t>关节点</a:t>
            </a:r>
            <a:r>
              <a:rPr lang="zh-CN" altLang="en-US" dirty="0"/>
              <a:t>的充要条件是它至少有一个子女 </a:t>
            </a:r>
            <a:r>
              <a:rPr lang="en-US" altLang="zh-CN" dirty="0"/>
              <a:t>w</a:t>
            </a:r>
            <a:r>
              <a:rPr lang="zh-CN" altLang="en-US" dirty="0"/>
              <a:t>，从 </a:t>
            </a:r>
            <a:r>
              <a:rPr lang="en-US" altLang="zh-CN" dirty="0"/>
              <a:t>w </a:t>
            </a:r>
            <a:r>
              <a:rPr lang="zh-CN" altLang="en-US" dirty="0"/>
              <a:t>出发，不能通过 </a:t>
            </a:r>
            <a:r>
              <a:rPr lang="en-US" altLang="zh-CN" dirty="0"/>
              <a:t>w</a:t>
            </a:r>
            <a:r>
              <a:rPr lang="zh-CN" altLang="en-US" dirty="0"/>
              <a:t>、</a:t>
            </a:r>
            <a:r>
              <a:rPr lang="en-US" altLang="zh-CN" dirty="0"/>
              <a:t>w </a:t>
            </a:r>
            <a:r>
              <a:rPr lang="zh-CN" altLang="en-US" dirty="0"/>
              <a:t>的子孙及一条回边所组成的路径到达 </a:t>
            </a:r>
            <a:r>
              <a:rPr lang="en-US" altLang="zh-CN" dirty="0"/>
              <a:t>u </a:t>
            </a:r>
            <a:r>
              <a:rPr lang="zh-CN" altLang="en-US" dirty="0"/>
              <a:t>的祖先。</a:t>
            </a:r>
          </a:p>
        </p:txBody>
      </p:sp>
      <p:sp>
        <p:nvSpPr>
          <p:cNvPr id="2" name="灯片编号占位符 1">
            <a:extLst>
              <a:ext uri="{FF2B5EF4-FFF2-40B4-BE49-F238E27FC236}">
                <a16:creationId xmlns:a16="http://schemas.microsoft.com/office/drawing/2014/main" id="{6080FF7A-B475-D630-5EDC-39CD2113D96D}"/>
              </a:ext>
            </a:extLst>
          </p:cNvPr>
          <p:cNvSpPr>
            <a:spLocks noGrp="1"/>
          </p:cNvSpPr>
          <p:nvPr>
            <p:ph type="sldNum" sz="quarter" idx="12"/>
          </p:nvPr>
        </p:nvSpPr>
        <p:spPr/>
        <p:txBody>
          <a:bodyPr/>
          <a:lstStyle/>
          <a:p>
            <a:pPr>
              <a:defRPr/>
            </a:pPr>
            <a:fld id="{2E0F9FB0-350A-4A87-9CD5-1F022F266B97}" type="slidenum">
              <a:rPr lang="en-US" altLang="zh-CN" smtClean="0"/>
              <a:pPr>
                <a:defRPr/>
              </a:pPr>
              <a:t>49</a:t>
            </a:fld>
            <a:endParaRPr lang="en-US" altLang="zh-CN"/>
          </a:p>
        </p:txBody>
      </p:sp>
    </p:spTree>
  </p:cSld>
  <p:clrMapOvr>
    <a:masterClrMapping/>
  </p:clrMapOvr>
  <p:transition>
    <p:zo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Line 114">
            <a:extLst>
              <a:ext uri="{FF2B5EF4-FFF2-40B4-BE49-F238E27FC236}">
                <a16:creationId xmlns:a16="http://schemas.microsoft.com/office/drawing/2014/main" id="{D17E1081-F84E-5C29-A359-673A09B62DBA}"/>
              </a:ext>
            </a:extLst>
          </p:cNvPr>
          <p:cNvSpPr>
            <a:spLocks noChangeShapeType="1"/>
          </p:cNvSpPr>
          <p:nvPr/>
        </p:nvSpPr>
        <p:spPr bwMode="auto">
          <a:xfrm flipH="1">
            <a:off x="4332288" y="3781425"/>
            <a:ext cx="457200" cy="1981200"/>
          </a:xfrm>
          <a:prstGeom prst="line">
            <a:avLst/>
          </a:prstGeom>
          <a:noFill/>
          <a:ln w="28575">
            <a:solidFill>
              <a:srgbClr val="0099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15" name="Line 74">
            <a:extLst>
              <a:ext uri="{FF2B5EF4-FFF2-40B4-BE49-F238E27FC236}">
                <a16:creationId xmlns:a16="http://schemas.microsoft.com/office/drawing/2014/main" id="{8DE71495-3AC4-72DC-B70B-39495B83F43F}"/>
              </a:ext>
            </a:extLst>
          </p:cNvPr>
          <p:cNvSpPr>
            <a:spLocks noChangeShapeType="1"/>
          </p:cNvSpPr>
          <p:nvPr/>
        </p:nvSpPr>
        <p:spPr bwMode="auto">
          <a:xfrm flipH="1">
            <a:off x="2579688" y="3552825"/>
            <a:ext cx="990600" cy="0"/>
          </a:xfrm>
          <a:prstGeom prst="line">
            <a:avLst/>
          </a:prstGeom>
          <a:noFill/>
          <a:ln w="28575">
            <a:solidFill>
              <a:srgbClr val="0099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16" name="Line 25">
            <a:extLst>
              <a:ext uri="{FF2B5EF4-FFF2-40B4-BE49-F238E27FC236}">
                <a16:creationId xmlns:a16="http://schemas.microsoft.com/office/drawing/2014/main" id="{AFA4BED9-779E-96DC-FA95-85556CFD24B5}"/>
              </a:ext>
            </a:extLst>
          </p:cNvPr>
          <p:cNvSpPr>
            <a:spLocks noChangeShapeType="1"/>
          </p:cNvSpPr>
          <p:nvPr/>
        </p:nvSpPr>
        <p:spPr bwMode="auto">
          <a:xfrm>
            <a:off x="3200400" y="1676400"/>
            <a:ext cx="0" cy="12192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17" name="Line 24">
            <a:extLst>
              <a:ext uri="{FF2B5EF4-FFF2-40B4-BE49-F238E27FC236}">
                <a16:creationId xmlns:a16="http://schemas.microsoft.com/office/drawing/2014/main" id="{5BB40694-F918-61FB-8D18-F1554C543120}"/>
              </a:ext>
            </a:extLst>
          </p:cNvPr>
          <p:cNvSpPr>
            <a:spLocks noChangeShapeType="1"/>
          </p:cNvSpPr>
          <p:nvPr/>
        </p:nvSpPr>
        <p:spPr bwMode="auto">
          <a:xfrm>
            <a:off x="2133600" y="2286000"/>
            <a:ext cx="304800"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18" name="Line 23">
            <a:extLst>
              <a:ext uri="{FF2B5EF4-FFF2-40B4-BE49-F238E27FC236}">
                <a16:creationId xmlns:a16="http://schemas.microsoft.com/office/drawing/2014/main" id="{B1098C94-2335-7AF6-ED3C-4FF18F63CE23}"/>
              </a:ext>
            </a:extLst>
          </p:cNvPr>
          <p:cNvSpPr>
            <a:spLocks noChangeShapeType="1"/>
          </p:cNvSpPr>
          <p:nvPr/>
        </p:nvSpPr>
        <p:spPr bwMode="auto">
          <a:xfrm>
            <a:off x="2743200" y="2438400"/>
            <a:ext cx="381000" cy="6096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19" name="Line 22">
            <a:extLst>
              <a:ext uri="{FF2B5EF4-FFF2-40B4-BE49-F238E27FC236}">
                <a16:creationId xmlns:a16="http://schemas.microsoft.com/office/drawing/2014/main" id="{3CD3538B-4011-D305-FE00-5569CCC6CE32}"/>
              </a:ext>
            </a:extLst>
          </p:cNvPr>
          <p:cNvSpPr>
            <a:spLocks noChangeShapeType="1"/>
          </p:cNvSpPr>
          <p:nvPr/>
        </p:nvSpPr>
        <p:spPr bwMode="auto">
          <a:xfrm>
            <a:off x="2743200" y="838200"/>
            <a:ext cx="381000" cy="6096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20" name="Line 21">
            <a:extLst>
              <a:ext uri="{FF2B5EF4-FFF2-40B4-BE49-F238E27FC236}">
                <a16:creationId xmlns:a16="http://schemas.microsoft.com/office/drawing/2014/main" id="{FBBF80BC-813A-3777-1E61-5D075981C5DA}"/>
              </a:ext>
            </a:extLst>
          </p:cNvPr>
          <p:cNvSpPr>
            <a:spLocks noChangeShapeType="1"/>
          </p:cNvSpPr>
          <p:nvPr/>
        </p:nvSpPr>
        <p:spPr bwMode="auto">
          <a:xfrm>
            <a:off x="914400" y="2286000"/>
            <a:ext cx="381000" cy="6096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21" name="Line 20">
            <a:extLst>
              <a:ext uri="{FF2B5EF4-FFF2-40B4-BE49-F238E27FC236}">
                <a16:creationId xmlns:a16="http://schemas.microsoft.com/office/drawing/2014/main" id="{017F4779-275B-D1B3-D5F2-C538B613158D}"/>
              </a:ext>
            </a:extLst>
          </p:cNvPr>
          <p:cNvSpPr>
            <a:spLocks noChangeShapeType="1"/>
          </p:cNvSpPr>
          <p:nvPr/>
        </p:nvSpPr>
        <p:spPr bwMode="auto">
          <a:xfrm>
            <a:off x="1447800" y="1676400"/>
            <a:ext cx="381000" cy="6096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22" name="Line 19">
            <a:extLst>
              <a:ext uri="{FF2B5EF4-FFF2-40B4-BE49-F238E27FC236}">
                <a16:creationId xmlns:a16="http://schemas.microsoft.com/office/drawing/2014/main" id="{0D55346F-7482-6DF1-9E65-B45E60317094}"/>
              </a:ext>
            </a:extLst>
          </p:cNvPr>
          <p:cNvSpPr>
            <a:spLocks noChangeShapeType="1"/>
          </p:cNvSpPr>
          <p:nvPr/>
        </p:nvSpPr>
        <p:spPr bwMode="auto">
          <a:xfrm flipH="1">
            <a:off x="3276600" y="914400"/>
            <a:ext cx="381000" cy="5334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23" name="Line 18">
            <a:extLst>
              <a:ext uri="{FF2B5EF4-FFF2-40B4-BE49-F238E27FC236}">
                <a16:creationId xmlns:a16="http://schemas.microsoft.com/office/drawing/2014/main" id="{1FFEEE37-E865-D755-DEF1-017488E86608}"/>
              </a:ext>
            </a:extLst>
          </p:cNvPr>
          <p:cNvSpPr>
            <a:spLocks noChangeShapeType="1"/>
          </p:cNvSpPr>
          <p:nvPr/>
        </p:nvSpPr>
        <p:spPr bwMode="auto">
          <a:xfrm flipH="1">
            <a:off x="2743200" y="1676400"/>
            <a:ext cx="381000" cy="5334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24" name="Line 17">
            <a:extLst>
              <a:ext uri="{FF2B5EF4-FFF2-40B4-BE49-F238E27FC236}">
                <a16:creationId xmlns:a16="http://schemas.microsoft.com/office/drawing/2014/main" id="{DC9EC391-9702-9D19-40FD-2ADB0A9904D7}"/>
              </a:ext>
            </a:extLst>
          </p:cNvPr>
          <p:cNvSpPr>
            <a:spLocks noChangeShapeType="1"/>
          </p:cNvSpPr>
          <p:nvPr/>
        </p:nvSpPr>
        <p:spPr bwMode="auto">
          <a:xfrm flipH="1">
            <a:off x="1447800" y="2286000"/>
            <a:ext cx="381000" cy="5334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25" name="Line 16">
            <a:extLst>
              <a:ext uri="{FF2B5EF4-FFF2-40B4-BE49-F238E27FC236}">
                <a16:creationId xmlns:a16="http://schemas.microsoft.com/office/drawing/2014/main" id="{C325264B-F271-0ACE-E120-978FC1F0F077}"/>
              </a:ext>
            </a:extLst>
          </p:cNvPr>
          <p:cNvSpPr>
            <a:spLocks noChangeShapeType="1"/>
          </p:cNvSpPr>
          <p:nvPr/>
        </p:nvSpPr>
        <p:spPr bwMode="auto">
          <a:xfrm flipH="1">
            <a:off x="914400" y="1676400"/>
            <a:ext cx="381000" cy="5334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26" name="Line 15">
            <a:extLst>
              <a:ext uri="{FF2B5EF4-FFF2-40B4-BE49-F238E27FC236}">
                <a16:creationId xmlns:a16="http://schemas.microsoft.com/office/drawing/2014/main" id="{ACE120B5-6693-1B3A-76DB-207CEBAD7693}"/>
              </a:ext>
            </a:extLst>
          </p:cNvPr>
          <p:cNvSpPr>
            <a:spLocks noChangeShapeType="1"/>
          </p:cNvSpPr>
          <p:nvPr/>
        </p:nvSpPr>
        <p:spPr bwMode="auto">
          <a:xfrm>
            <a:off x="1371600" y="990600"/>
            <a:ext cx="0" cy="3810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27" name="Oval 5" descr="永恒">
            <a:extLst>
              <a:ext uri="{FF2B5EF4-FFF2-40B4-BE49-F238E27FC236}">
                <a16:creationId xmlns:a16="http://schemas.microsoft.com/office/drawing/2014/main" id="{F8CBECA4-CB7B-567D-B1C7-CDD7B60E9149}"/>
              </a:ext>
            </a:extLst>
          </p:cNvPr>
          <p:cNvSpPr>
            <a:spLocks noChangeArrowheads="1"/>
          </p:cNvSpPr>
          <p:nvPr/>
        </p:nvSpPr>
        <p:spPr bwMode="auto">
          <a:xfrm>
            <a:off x="1143000" y="533400"/>
            <a:ext cx="457200" cy="457200"/>
          </a:xfrm>
          <a:prstGeom prst="ellipse">
            <a:avLst/>
          </a:prstGeom>
          <a:blipFill dpi="0" rotWithShape="0">
            <a:blip r:embed="rId2"/>
            <a:srcRect/>
            <a:tile tx="0" ty="0" sx="100000" sy="100000" flip="none" algn="tl"/>
          </a:blipFill>
          <a:ln w="9525">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4528" name="Oval 6" descr="永恒">
            <a:extLst>
              <a:ext uri="{FF2B5EF4-FFF2-40B4-BE49-F238E27FC236}">
                <a16:creationId xmlns:a16="http://schemas.microsoft.com/office/drawing/2014/main" id="{AA1FF502-CFD5-AF70-182F-6A7B7D1D2E89}"/>
              </a:ext>
            </a:extLst>
          </p:cNvPr>
          <p:cNvSpPr>
            <a:spLocks noChangeArrowheads="1"/>
          </p:cNvSpPr>
          <p:nvPr/>
        </p:nvSpPr>
        <p:spPr bwMode="auto">
          <a:xfrm>
            <a:off x="1143000" y="1295400"/>
            <a:ext cx="457200" cy="457200"/>
          </a:xfrm>
          <a:prstGeom prst="ellipse">
            <a:avLst/>
          </a:prstGeom>
          <a:blipFill dpi="0" rotWithShape="0">
            <a:blip r:embed="rId2"/>
            <a:srcRect/>
            <a:tile tx="0" ty="0" sx="100000" sy="100000" flip="none" algn="tl"/>
          </a:blipFill>
          <a:ln w="9525">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4529" name="Oval 7" descr="永恒">
            <a:extLst>
              <a:ext uri="{FF2B5EF4-FFF2-40B4-BE49-F238E27FC236}">
                <a16:creationId xmlns:a16="http://schemas.microsoft.com/office/drawing/2014/main" id="{12405C53-8801-3E28-5EB5-84148F09F241}"/>
              </a:ext>
            </a:extLst>
          </p:cNvPr>
          <p:cNvSpPr>
            <a:spLocks noChangeArrowheads="1"/>
          </p:cNvSpPr>
          <p:nvPr/>
        </p:nvSpPr>
        <p:spPr bwMode="auto">
          <a:xfrm>
            <a:off x="609600" y="2057400"/>
            <a:ext cx="457200" cy="457200"/>
          </a:xfrm>
          <a:prstGeom prst="ellipse">
            <a:avLst/>
          </a:prstGeom>
          <a:blipFill dpi="0" rotWithShape="0">
            <a:blip r:embed="rId2"/>
            <a:srcRect/>
            <a:tile tx="0" ty="0" sx="100000" sy="100000" flip="none" algn="tl"/>
          </a:blipFill>
          <a:ln w="9525">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4530" name="Oval 8" descr="永恒">
            <a:extLst>
              <a:ext uri="{FF2B5EF4-FFF2-40B4-BE49-F238E27FC236}">
                <a16:creationId xmlns:a16="http://schemas.microsoft.com/office/drawing/2014/main" id="{3A601956-CEFD-A333-3201-5E70389A0E34}"/>
              </a:ext>
            </a:extLst>
          </p:cNvPr>
          <p:cNvSpPr>
            <a:spLocks noChangeArrowheads="1"/>
          </p:cNvSpPr>
          <p:nvPr/>
        </p:nvSpPr>
        <p:spPr bwMode="auto">
          <a:xfrm>
            <a:off x="1676400" y="2057400"/>
            <a:ext cx="457200" cy="457200"/>
          </a:xfrm>
          <a:prstGeom prst="ellipse">
            <a:avLst/>
          </a:prstGeom>
          <a:blipFill dpi="0" rotWithShape="0">
            <a:blip r:embed="rId2"/>
            <a:srcRect/>
            <a:tile tx="0" ty="0" sx="100000" sy="100000" flip="none" algn="tl"/>
          </a:blipFill>
          <a:ln w="9525">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4531" name="Oval 9" descr="永恒">
            <a:extLst>
              <a:ext uri="{FF2B5EF4-FFF2-40B4-BE49-F238E27FC236}">
                <a16:creationId xmlns:a16="http://schemas.microsoft.com/office/drawing/2014/main" id="{6AEB58A7-318B-6190-5297-DA3C9D74B49E}"/>
              </a:ext>
            </a:extLst>
          </p:cNvPr>
          <p:cNvSpPr>
            <a:spLocks noChangeArrowheads="1"/>
          </p:cNvSpPr>
          <p:nvPr/>
        </p:nvSpPr>
        <p:spPr bwMode="auto">
          <a:xfrm>
            <a:off x="2438400" y="2057400"/>
            <a:ext cx="457200" cy="457200"/>
          </a:xfrm>
          <a:prstGeom prst="ellipse">
            <a:avLst/>
          </a:prstGeom>
          <a:blipFill dpi="0" rotWithShape="0">
            <a:blip r:embed="rId2"/>
            <a:srcRect/>
            <a:tile tx="0" ty="0" sx="100000" sy="100000" flip="none" algn="tl"/>
          </a:blipFill>
          <a:ln w="9525">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4532" name="Oval 10" descr="永恒">
            <a:extLst>
              <a:ext uri="{FF2B5EF4-FFF2-40B4-BE49-F238E27FC236}">
                <a16:creationId xmlns:a16="http://schemas.microsoft.com/office/drawing/2014/main" id="{E33611D1-33EE-33D2-C579-8C0CA24AC9F6}"/>
              </a:ext>
            </a:extLst>
          </p:cNvPr>
          <p:cNvSpPr>
            <a:spLocks noChangeArrowheads="1"/>
          </p:cNvSpPr>
          <p:nvPr/>
        </p:nvSpPr>
        <p:spPr bwMode="auto">
          <a:xfrm>
            <a:off x="1143000" y="2819400"/>
            <a:ext cx="457200" cy="457200"/>
          </a:xfrm>
          <a:prstGeom prst="ellipse">
            <a:avLst/>
          </a:prstGeom>
          <a:blipFill dpi="0" rotWithShape="0">
            <a:blip r:embed="rId2"/>
            <a:srcRect/>
            <a:tile tx="0" ty="0" sx="100000" sy="100000" flip="none" algn="tl"/>
          </a:blipFill>
          <a:ln w="9525">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4533" name="Oval 11" descr="永恒">
            <a:extLst>
              <a:ext uri="{FF2B5EF4-FFF2-40B4-BE49-F238E27FC236}">
                <a16:creationId xmlns:a16="http://schemas.microsoft.com/office/drawing/2014/main" id="{AA4755D1-37D9-5B4C-7DC5-92B1CA172F99}"/>
              </a:ext>
            </a:extLst>
          </p:cNvPr>
          <p:cNvSpPr>
            <a:spLocks noChangeArrowheads="1"/>
          </p:cNvSpPr>
          <p:nvPr/>
        </p:nvSpPr>
        <p:spPr bwMode="auto">
          <a:xfrm>
            <a:off x="2971800" y="1295400"/>
            <a:ext cx="457200" cy="457200"/>
          </a:xfrm>
          <a:prstGeom prst="ellipse">
            <a:avLst/>
          </a:prstGeom>
          <a:blipFill dpi="0" rotWithShape="0">
            <a:blip r:embed="rId2"/>
            <a:srcRect/>
            <a:tile tx="0" ty="0" sx="100000" sy="100000" flip="none" algn="tl"/>
          </a:blipFill>
          <a:ln w="9525">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4534" name="Oval 12" descr="永恒">
            <a:extLst>
              <a:ext uri="{FF2B5EF4-FFF2-40B4-BE49-F238E27FC236}">
                <a16:creationId xmlns:a16="http://schemas.microsoft.com/office/drawing/2014/main" id="{6D784CFF-0E27-74D1-A0BE-C0162A3F995A}"/>
              </a:ext>
            </a:extLst>
          </p:cNvPr>
          <p:cNvSpPr>
            <a:spLocks noChangeArrowheads="1"/>
          </p:cNvSpPr>
          <p:nvPr/>
        </p:nvSpPr>
        <p:spPr bwMode="auto">
          <a:xfrm>
            <a:off x="2971800" y="2819400"/>
            <a:ext cx="457200" cy="457200"/>
          </a:xfrm>
          <a:prstGeom prst="ellipse">
            <a:avLst/>
          </a:prstGeom>
          <a:blipFill dpi="0" rotWithShape="0">
            <a:blip r:embed="rId2"/>
            <a:srcRect/>
            <a:tile tx="0" ty="0" sx="100000" sy="100000" flip="none" algn="tl"/>
          </a:blipFill>
          <a:ln w="9525">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4535" name="Oval 13" descr="永恒">
            <a:extLst>
              <a:ext uri="{FF2B5EF4-FFF2-40B4-BE49-F238E27FC236}">
                <a16:creationId xmlns:a16="http://schemas.microsoft.com/office/drawing/2014/main" id="{DAA08DF7-6590-5E78-E1FA-6ADA3A508F00}"/>
              </a:ext>
            </a:extLst>
          </p:cNvPr>
          <p:cNvSpPr>
            <a:spLocks noChangeArrowheads="1"/>
          </p:cNvSpPr>
          <p:nvPr/>
        </p:nvSpPr>
        <p:spPr bwMode="auto">
          <a:xfrm>
            <a:off x="2438400" y="533400"/>
            <a:ext cx="457200" cy="457200"/>
          </a:xfrm>
          <a:prstGeom prst="ellipse">
            <a:avLst/>
          </a:prstGeom>
          <a:blipFill dpi="0" rotWithShape="0">
            <a:blip r:embed="rId2"/>
            <a:srcRect/>
            <a:tile tx="0" ty="0" sx="100000" sy="100000" flip="none" algn="tl"/>
          </a:blipFill>
          <a:ln w="9525">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4536" name="Oval 14" descr="永恒">
            <a:extLst>
              <a:ext uri="{FF2B5EF4-FFF2-40B4-BE49-F238E27FC236}">
                <a16:creationId xmlns:a16="http://schemas.microsoft.com/office/drawing/2014/main" id="{D7FCC570-6E52-7138-ACC0-35D51FAE5A66}"/>
              </a:ext>
            </a:extLst>
          </p:cNvPr>
          <p:cNvSpPr>
            <a:spLocks noChangeArrowheads="1"/>
          </p:cNvSpPr>
          <p:nvPr/>
        </p:nvSpPr>
        <p:spPr bwMode="auto">
          <a:xfrm>
            <a:off x="3505200" y="533400"/>
            <a:ext cx="457200" cy="457200"/>
          </a:xfrm>
          <a:prstGeom prst="ellipse">
            <a:avLst/>
          </a:prstGeom>
          <a:blipFill dpi="0" rotWithShape="0">
            <a:blip r:embed="rId2"/>
            <a:srcRect/>
            <a:tile tx="0" ty="0" sx="100000" sy="100000" flip="none" algn="tl"/>
          </a:blipFill>
          <a:ln w="9525">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4537" name="Text Box 26">
            <a:extLst>
              <a:ext uri="{FF2B5EF4-FFF2-40B4-BE49-F238E27FC236}">
                <a16:creationId xmlns:a16="http://schemas.microsoft.com/office/drawing/2014/main" id="{CFB8392C-0FF7-F5D9-551E-2F95AC240D1C}"/>
              </a:ext>
            </a:extLst>
          </p:cNvPr>
          <p:cNvSpPr txBox="1">
            <a:spLocks noChangeArrowheads="1"/>
          </p:cNvSpPr>
          <p:nvPr/>
        </p:nvSpPr>
        <p:spPr bwMode="auto">
          <a:xfrm>
            <a:off x="1158875" y="5334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A</a:t>
            </a:r>
            <a:endParaRPr kumimoji="1" lang="en-US" altLang="zh-CN" sz="2800">
              <a:latin typeface="Times New Roman" panose="02020603050405020304" pitchFamily="18" charset="0"/>
              <a:ea typeface="宋体" panose="02010600030101010101" pitchFamily="2" charset="-122"/>
            </a:endParaRPr>
          </a:p>
        </p:txBody>
      </p:sp>
      <p:sp>
        <p:nvSpPr>
          <p:cNvPr id="64538" name="Text Box 27">
            <a:extLst>
              <a:ext uri="{FF2B5EF4-FFF2-40B4-BE49-F238E27FC236}">
                <a16:creationId xmlns:a16="http://schemas.microsoft.com/office/drawing/2014/main" id="{7722B794-0522-33E2-ADF0-E156740C8AF9}"/>
              </a:ext>
            </a:extLst>
          </p:cNvPr>
          <p:cNvSpPr txBox="1">
            <a:spLocks noChangeArrowheads="1"/>
          </p:cNvSpPr>
          <p:nvPr/>
        </p:nvSpPr>
        <p:spPr bwMode="auto">
          <a:xfrm>
            <a:off x="1158875" y="12334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B</a:t>
            </a:r>
            <a:endParaRPr kumimoji="1" lang="en-US" altLang="zh-CN" sz="2800">
              <a:latin typeface="Times New Roman" panose="02020603050405020304" pitchFamily="18" charset="0"/>
              <a:ea typeface="宋体" panose="02010600030101010101" pitchFamily="2" charset="-122"/>
            </a:endParaRPr>
          </a:p>
        </p:txBody>
      </p:sp>
      <p:sp>
        <p:nvSpPr>
          <p:cNvPr id="64539" name="Text Box 28">
            <a:extLst>
              <a:ext uri="{FF2B5EF4-FFF2-40B4-BE49-F238E27FC236}">
                <a16:creationId xmlns:a16="http://schemas.microsoft.com/office/drawing/2014/main" id="{323A966D-D9D9-748B-72DE-C74BEC1C18BD}"/>
              </a:ext>
            </a:extLst>
          </p:cNvPr>
          <p:cNvSpPr txBox="1">
            <a:spLocks noChangeArrowheads="1"/>
          </p:cNvSpPr>
          <p:nvPr/>
        </p:nvSpPr>
        <p:spPr bwMode="auto">
          <a:xfrm>
            <a:off x="625475" y="20574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C</a:t>
            </a:r>
            <a:endParaRPr kumimoji="1" lang="en-US" altLang="zh-CN" sz="2800">
              <a:latin typeface="Times New Roman" panose="02020603050405020304" pitchFamily="18" charset="0"/>
              <a:ea typeface="宋体" panose="02010600030101010101" pitchFamily="2" charset="-122"/>
            </a:endParaRPr>
          </a:p>
        </p:txBody>
      </p:sp>
      <p:sp>
        <p:nvSpPr>
          <p:cNvPr id="64540" name="Text Box 29">
            <a:extLst>
              <a:ext uri="{FF2B5EF4-FFF2-40B4-BE49-F238E27FC236}">
                <a16:creationId xmlns:a16="http://schemas.microsoft.com/office/drawing/2014/main" id="{F0C72864-7135-F398-2BDF-F26E42E74B70}"/>
              </a:ext>
            </a:extLst>
          </p:cNvPr>
          <p:cNvSpPr txBox="1">
            <a:spLocks noChangeArrowheads="1"/>
          </p:cNvSpPr>
          <p:nvPr/>
        </p:nvSpPr>
        <p:spPr bwMode="auto">
          <a:xfrm>
            <a:off x="1692275" y="20574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D</a:t>
            </a:r>
            <a:endParaRPr kumimoji="1" lang="en-US" altLang="zh-CN" sz="2800">
              <a:latin typeface="Times New Roman" panose="02020603050405020304" pitchFamily="18" charset="0"/>
              <a:ea typeface="宋体" panose="02010600030101010101" pitchFamily="2" charset="-122"/>
            </a:endParaRPr>
          </a:p>
        </p:txBody>
      </p:sp>
      <p:sp>
        <p:nvSpPr>
          <p:cNvPr id="64541" name="Text Box 30">
            <a:extLst>
              <a:ext uri="{FF2B5EF4-FFF2-40B4-BE49-F238E27FC236}">
                <a16:creationId xmlns:a16="http://schemas.microsoft.com/office/drawing/2014/main" id="{C924AC2B-31E8-D7CE-87CA-BF22F2C9E928}"/>
              </a:ext>
            </a:extLst>
          </p:cNvPr>
          <p:cNvSpPr txBox="1">
            <a:spLocks noChangeArrowheads="1"/>
          </p:cNvSpPr>
          <p:nvPr/>
        </p:nvSpPr>
        <p:spPr bwMode="auto">
          <a:xfrm>
            <a:off x="1158875" y="2819400"/>
            <a:ext cx="4206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E</a:t>
            </a:r>
            <a:endParaRPr kumimoji="1" lang="en-US" altLang="zh-CN" sz="2800">
              <a:latin typeface="Times New Roman" panose="02020603050405020304" pitchFamily="18" charset="0"/>
              <a:ea typeface="宋体" panose="02010600030101010101" pitchFamily="2" charset="-122"/>
            </a:endParaRPr>
          </a:p>
        </p:txBody>
      </p:sp>
      <p:sp>
        <p:nvSpPr>
          <p:cNvPr id="64542" name="Text Box 31">
            <a:extLst>
              <a:ext uri="{FF2B5EF4-FFF2-40B4-BE49-F238E27FC236}">
                <a16:creationId xmlns:a16="http://schemas.microsoft.com/office/drawing/2014/main" id="{D98B89A6-C37C-E9EB-30B4-AB4B7C24AD58}"/>
              </a:ext>
            </a:extLst>
          </p:cNvPr>
          <p:cNvSpPr txBox="1">
            <a:spLocks noChangeArrowheads="1"/>
          </p:cNvSpPr>
          <p:nvPr/>
        </p:nvSpPr>
        <p:spPr bwMode="auto">
          <a:xfrm>
            <a:off x="2493963" y="2057400"/>
            <a:ext cx="4016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F</a:t>
            </a:r>
            <a:endParaRPr kumimoji="1" lang="en-US" altLang="zh-CN" sz="2800">
              <a:latin typeface="Times New Roman" panose="02020603050405020304" pitchFamily="18" charset="0"/>
              <a:ea typeface="宋体" panose="02010600030101010101" pitchFamily="2" charset="-122"/>
            </a:endParaRPr>
          </a:p>
        </p:txBody>
      </p:sp>
      <p:sp>
        <p:nvSpPr>
          <p:cNvPr id="64543" name="Text Box 32">
            <a:extLst>
              <a:ext uri="{FF2B5EF4-FFF2-40B4-BE49-F238E27FC236}">
                <a16:creationId xmlns:a16="http://schemas.microsoft.com/office/drawing/2014/main" id="{0830EA2D-EDBC-B720-7A28-A8B81FFD4686}"/>
              </a:ext>
            </a:extLst>
          </p:cNvPr>
          <p:cNvSpPr txBox="1">
            <a:spLocks noChangeArrowheads="1"/>
          </p:cNvSpPr>
          <p:nvPr/>
        </p:nvSpPr>
        <p:spPr bwMode="auto">
          <a:xfrm>
            <a:off x="2987675" y="2819400"/>
            <a:ext cx="460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G</a:t>
            </a:r>
            <a:endParaRPr kumimoji="1" lang="en-US" altLang="zh-CN" sz="2800">
              <a:latin typeface="Times New Roman" panose="02020603050405020304" pitchFamily="18" charset="0"/>
              <a:ea typeface="宋体" panose="02010600030101010101" pitchFamily="2" charset="-122"/>
            </a:endParaRPr>
          </a:p>
        </p:txBody>
      </p:sp>
      <p:sp>
        <p:nvSpPr>
          <p:cNvPr id="64544" name="Text Box 33">
            <a:extLst>
              <a:ext uri="{FF2B5EF4-FFF2-40B4-BE49-F238E27FC236}">
                <a16:creationId xmlns:a16="http://schemas.microsoft.com/office/drawing/2014/main" id="{856597AC-7E81-B56B-4CC0-4687091289C6}"/>
              </a:ext>
            </a:extLst>
          </p:cNvPr>
          <p:cNvSpPr txBox="1">
            <a:spLocks noChangeArrowheads="1"/>
          </p:cNvSpPr>
          <p:nvPr/>
        </p:nvSpPr>
        <p:spPr bwMode="auto">
          <a:xfrm>
            <a:off x="2987675" y="12334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H</a:t>
            </a:r>
            <a:endParaRPr kumimoji="1" lang="en-US" altLang="zh-CN" sz="2800">
              <a:latin typeface="Times New Roman" panose="02020603050405020304" pitchFamily="18" charset="0"/>
              <a:ea typeface="宋体" panose="02010600030101010101" pitchFamily="2" charset="-122"/>
            </a:endParaRPr>
          </a:p>
        </p:txBody>
      </p:sp>
      <p:sp>
        <p:nvSpPr>
          <p:cNvPr id="64545" name="Text Box 34">
            <a:extLst>
              <a:ext uri="{FF2B5EF4-FFF2-40B4-BE49-F238E27FC236}">
                <a16:creationId xmlns:a16="http://schemas.microsoft.com/office/drawing/2014/main" id="{27606099-F85F-C568-C917-FDE68DD6E1A8}"/>
              </a:ext>
            </a:extLst>
          </p:cNvPr>
          <p:cNvSpPr txBox="1">
            <a:spLocks noChangeArrowheads="1"/>
          </p:cNvSpPr>
          <p:nvPr/>
        </p:nvSpPr>
        <p:spPr bwMode="auto">
          <a:xfrm>
            <a:off x="2536825" y="533400"/>
            <a:ext cx="2825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I</a:t>
            </a:r>
            <a:endParaRPr kumimoji="1" lang="en-US" altLang="zh-CN" sz="2800">
              <a:latin typeface="Times New Roman" panose="02020603050405020304" pitchFamily="18" charset="0"/>
              <a:ea typeface="宋体" panose="02010600030101010101" pitchFamily="2" charset="-122"/>
            </a:endParaRPr>
          </a:p>
        </p:txBody>
      </p:sp>
      <p:sp>
        <p:nvSpPr>
          <p:cNvPr id="64546" name="Text Box 35">
            <a:extLst>
              <a:ext uri="{FF2B5EF4-FFF2-40B4-BE49-F238E27FC236}">
                <a16:creationId xmlns:a16="http://schemas.microsoft.com/office/drawing/2014/main" id="{F37F02CD-7728-D67B-13C8-BEB816D20D23}"/>
              </a:ext>
            </a:extLst>
          </p:cNvPr>
          <p:cNvSpPr txBox="1">
            <a:spLocks noChangeArrowheads="1"/>
          </p:cNvSpPr>
          <p:nvPr/>
        </p:nvSpPr>
        <p:spPr bwMode="auto">
          <a:xfrm>
            <a:off x="3521075" y="533400"/>
            <a:ext cx="3825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J</a:t>
            </a:r>
            <a:endParaRPr kumimoji="1" lang="en-US" altLang="zh-CN" sz="2800">
              <a:latin typeface="Times New Roman" panose="02020603050405020304" pitchFamily="18" charset="0"/>
              <a:ea typeface="宋体" panose="02010600030101010101" pitchFamily="2" charset="-122"/>
            </a:endParaRPr>
          </a:p>
        </p:txBody>
      </p:sp>
      <p:sp>
        <p:nvSpPr>
          <p:cNvPr id="64547" name="Line 36">
            <a:extLst>
              <a:ext uri="{FF2B5EF4-FFF2-40B4-BE49-F238E27FC236}">
                <a16:creationId xmlns:a16="http://schemas.microsoft.com/office/drawing/2014/main" id="{55BD5DC4-73C8-290D-D741-F2471271FFCA}"/>
              </a:ext>
            </a:extLst>
          </p:cNvPr>
          <p:cNvSpPr>
            <a:spLocks noChangeShapeType="1"/>
          </p:cNvSpPr>
          <p:nvPr/>
        </p:nvSpPr>
        <p:spPr bwMode="auto">
          <a:xfrm>
            <a:off x="7391400" y="1676400"/>
            <a:ext cx="0" cy="12192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48" name="Line 37">
            <a:extLst>
              <a:ext uri="{FF2B5EF4-FFF2-40B4-BE49-F238E27FC236}">
                <a16:creationId xmlns:a16="http://schemas.microsoft.com/office/drawing/2014/main" id="{88B0AD75-8E2F-94DC-E0FC-AE879B959DC8}"/>
              </a:ext>
            </a:extLst>
          </p:cNvPr>
          <p:cNvSpPr>
            <a:spLocks noChangeShapeType="1"/>
          </p:cNvSpPr>
          <p:nvPr/>
        </p:nvSpPr>
        <p:spPr bwMode="auto">
          <a:xfrm>
            <a:off x="6324600" y="2286000"/>
            <a:ext cx="304800" cy="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49" name="Line 38">
            <a:extLst>
              <a:ext uri="{FF2B5EF4-FFF2-40B4-BE49-F238E27FC236}">
                <a16:creationId xmlns:a16="http://schemas.microsoft.com/office/drawing/2014/main" id="{602E4C01-6E87-6B21-E0C5-15D7325EFCF4}"/>
              </a:ext>
            </a:extLst>
          </p:cNvPr>
          <p:cNvSpPr>
            <a:spLocks noChangeShapeType="1"/>
          </p:cNvSpPr>
          <p:nvPr/>
        </p:nvSpPr>
        <p:spPr bwMode="auto">
          <a:xfrm>
            <a:off x="6934200" y="2438400"/>
            <a:ext cx="381000" cy="6096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50" name="Line 39">
            <a:extLst>
              <a:ext uri="{FF2B5EF4-FFF2-40B4-BE49-F238E27FC236}">
                <a16:creationId xmlns:a16="http://schemas.microsoft.com/office/drawing/2014/main" id="{BCAA31D8-92A5-BF79-5243-C4CFED852D8B}"/>
              </a:ext>
            </a:extLst>
          </p:cNvPr>
          <p:cNvSpPr>
            <a:spLocks noChangeShapeType="1"/>
          </p:cNvSpPr>
          <p:nvPr/>
        </p:nvSpPr>
        <p:spPr bwMode="auto">
          <a:xfrm>
            <a:off x="6934200" y="838200"/>
            <a:ext cx="381000" cy="6096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51" name="Line 40">
            <a:extLst>
              <a:ext uri="{FF2B5EF4-FFF2-40B4-BE49-F238E27FC236}">
                <a16:creationId xmlns:a16="http://schemas.microsoft.com/office/drawing/2014/main" id="{4A113727-6AE6-BC94-D5E8-B3C07FC4A6D4}"/>
              </a:ext>
            </a:extLst>
          </p:cNvPr>
          <p:cNvSpPr>
            <a:spLocks noChangeShapeType="1"/>
          </p:cNvSpPr>
          <p:nvPr/>
        </p:nvSpPr>
        <p:spPr bwMode="auto">
          <a:xfrm>
            <a:off x="5105400" y="2286000"/>
            <a:ext cx="381000" cy="6096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52" name="Line 41">
            <a:extLst>
              <a:ext uri="{FF2B5EF4-FFF2-40B4-BE49-F238E27FC236}">
                <a16:creationId xmlns:a16="http://schemas.microsoft.com/office/drawing/2014/main" id="{484FD831-0AF6-9C01-2D4B-4C378FA17A47}"/>
              </a:ext>
            </a:extLst>
          </p:cNvPr>
          <p:cNvSpPr>
            <a:spLocks noChangeShapeType="1"/>
          </p:cNvSpPr>
          <p:nvPr/>
        </p:nvSpPr>
        <p:spPr bwMode="auto">
          <a:xfrm>
            <a:off x="5638800" y="1676400"/>
            <a:ext cx="381000" cy="6096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53" name="Line 42">
            <a:extLst>
              <a:ext uri="{FF2B5EF4-FFF2-40B4-BE49-F238E27FC236}">
                <a16:creationId xmlns:a16="http://schemas.microsoft.com/office/drawing/2014/main" id="{303C6247-8C3D-D3E1-8A83-9F67DB554562}"/>
              </a:ext>
            </a:extLst>
          </p:cNvPr>
          <p:cNvSpPr>
            <a:spLocks noChangeShapeType="1"/>
          </p:cNvSpPr>
          <p:nvPr/>
        </p:nvSpPr>
        <p:spPr bwMode="auto">
          <a:xfrm flipH="1">
            <a:off x="7467600" y="914400"/>
            <a:ext cx="381000" cy="5334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54" name="Line 43">
            <a:extLst>
              <a:ext uri="{FF2B5EF4-FFF2-40B4-BE49-F238E27FC236}">
                <a16:creationId xmlns:a16="http://schemas.microsoft.com/office/drawing/2014/main" id="{9ECC599F-6154-C520-2E91-3863B6794EB4}"/>
              </a:ext>
            </a:extLst>
          </p:cNvPr>
          <p:cNvSpPr>
            <a:spLocks noChangeShapeType="1"/>
          </p:cNvSpPr>
          <p:nvPr/>
        </p:nvSpPr>
        <p:spPr bwMode="auto">
          <a:xfrm flipH="1">
            <a:off x="6934200" y="1676400"/>
            <a:ext cx="381000" cy="533400"/>
          </a:xfrm>
          <a:prstGeom prst="line">
            <a:avLst/>
          </a:prstGeom>
          <a:noFill/>
          <a:ln w="38100">
            <a:solidFill>
              <a:srgbClr val="0099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55" name="Line 44">
            <a:extLst>
              <a:ext uri="{FF2B5EF4-FFF2-40B4-BE49-F238E27FC236}">
                <a16:creationId xmlns:a16="http://schemas.microsoft.com/office/drawing/2014/main" id="{B0663290-244D-E503-C545-34A5AC36CFCD}"/>
              </a:ext>
            </a:extLst>
          </p:cNvPr>
          <p:cNvSpPr>
            <a:spLocks noChangeShapeType="1"/>
          </p:cNvSpPr>
          <p:nvPr/>
        </p:nvSpPr>
        <p:spPr bwMode="auto">
          <a:xfrm flipH="1">
            <a:off x="5638800" y="2362200"/>
            <a:ext cx="381000" cy="533400"/>
          </a:xfrm>
          <a:prstGeom prst="line">
            <a:avLst/>
          </a:prstGeom>
          <a:noFill/>
          <a:ln w="38100">
            <a:solidFill>
              <a:srgbClr val="0099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56" name="Line 45">
            <a:extLst>
              <a:ext uri="{FF2B5EF4-FFF2-40B4-BE49-F238E27FC236}">
                <a16:creationId xmlns:a16="http://schemas.microsoft.com/office/drawing/2014/main" id="{A64E2277-5DDB-2AEF-E534-2EBAF0AF39E4}"/>
              </a:ext>
            </a:extLst>
          </p:cNvPr>
          <p:cNvSpPr>
            <a:spLocks noChangeShapeType="1"/>
          </p:cNvSpPr>
          <p:nvPr/>
        </p:nvSpPr>
        <p:spPr bwMode="auto">
          <a:xfrm flipH="1">
            <a:off x="5105400" y="1676400"/>
            <a:ext cx="381000" cy="5334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57" name="Line 46">
            <a:extLst>
              <a:ext uri="{FF2B5EF4-FFF2-40B4-BE49-F238E27FC236}">
                <a16:creationId xmlns:a16="http://schemas.microsoft.com/office/drawing/2014/main" id="{724F4B13-F1A2-85DA-2C11-9AD56A60E4A5}"/>
              </a:ext>
            </a:extLst>
          </p:cNvPr>
          <p:cNvSpPr>
            <a:spLocks noChangeShapeType="1"/>
          </p:cNvSpPr>
          <p:nvPr/>
        </p:nvSpPr>
        <p:spPr bwMode="auto">
          <a:xfrm>
            <a:off x="5562600" y="990600"/>
            <a:ext cx="0" cy="3810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58" name="Oval 47" descr="永恒">
            <a:extLst>
              <a:ext uri="{FF2B5EF4-FFF2-40B4-BE49-F238E27FC236}">
                <a16:creationId xmlns:a16="http://schemas.microsoft.com/office/drawing/2014/main" id="{A38BE7D3-CE94-8974-7BA6-AA5635420DC9}"/>
              </a:ext>
            </a:extLst>
          </p:cNvPr>
          <p:cNvSpPr>
            <a:spLocks noChangeArrowheads="1"/>
          </p:cNvSpPr>
          <p:nvPr/>
        </p:nvSpPr>
        <p:spPr bwMode="auto">
          <a:xfrm>
            <a:off x="5334000" y="533400"/>
            <a:ext cx="457200" cy="457200"/>
          </a:xfrm>
          <a:prstGeom prst="ellipse">
            <a:avLst/>
          </a:prstGeom>
          <a:blipFill dpi="0" rotWithShape="0">
            <a:blip r:embed="rId2"/>
            <a:srcRect/>
            <a:tile tx="0" ty="0" sx="100000" sy="100000" flip="none" algn="tl"/>
          </a:blipFill>
          <a:ln w="9525">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4559" name="Oval 48" descr="永恒">
            <a:extLst>
              <a:ext uri="{FF2B5EF4-FFF2-40B4-BE49-F238E27FC236}">
                <a16:creationId xmlns:a16="http://schemas.microsoft.com/office/drawing/2014/main" id="{01BC2CCF-C6F8-E4DA-4667-77F7CD1C21FC}"/>
              </a:ext>
            </a:extLst>
          </p:cNvPr>
          <p:cNvSpPr>
            <a:spLocks noChangeArrowheads="1"/>
          </p:cNvSpPr>
          <p:nvPr/>
        </p:nvSpPr>
        <p:spPr bwMode="auto">
          <a:xfrm>
            <a:off x="5334000" y="1295400"/>
            <a:ext cx="457200" cy="457200"/>
          </a:xfrm>
          <a:prstGeom prst="ellipse">
            <a:avLst/>
          </a:prstGeom>
          <a:blipFill dpi="0" rotWithShape="0">
            <a:blip r:embed="rId2"/>
            <a:srcRect/>
            <a:tile tx="0" ty="0" sx="100000" sy="100000" flip="none" algn="tl"/>
          </a:blipFill>
          <a:ln w="9525">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4560" name="Oval 49" descr="永恒">
            <a:extLst>
              <a:ext uri="{FF2B5EF4-FFF2-40B4-BE49-F238E27FC236}">
                <a16:creationId xmlns:a16="http://schemas.microsoft.com/office/drawing/2014/main" id="{458D8492-639F-BF14-2BBF-3056EF065030}"/>
              </a:ext>
            </a:extLst>
          </p:cNvPr>
          <p:cNvSpPr>
            <a:spLocks noChangeArrowheads="1"/>
          </p:cNvSpPr>
          <p:nvPr/>
        </p:nvSpPr>
        <p:spPr bwMode="auto">
          <a:xfrm>
            <a:off x="4800600" y="2057400"/>
            <a:ext cx="457200" cy="457200"/>
          </a:xfrm>
          <a:prstGeom prst="ellipse">
            <a:avLst/>
          </a:prstGeom>
          <a:blipFill dpi="0" rotWithShape="0">
            <a:blip r:embed="rId2"/>
            <a:srcRect/>
            <a:tile tx="0" ty="0" sx="100000" sy="100000" flip="none" algn="tl"/>
          </a:blipFill>
          <a:ln w="9525">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4561" name="Oval 50" descr="永恒">
            <a:extLst>
              <a:ext uri="{FF2B5EF4-FFF2-40B4-BE49-F238E27FC236}">
                <a16:creationId xmlns:a16="http://schemas.microsoft.com/office/drawing/2014/main" id="{72B95555-64B1-71C8-7688-54107E5570E0}"/>
              </a:ext>
            </a:extLst>
          </p:cNvPr>
          <p:cNvSpPr>
            <a:spLocks noChangeArrowheads="1"/>
          </p:cNvSpPr>
          <p:nvPr/>
        </p:nvSpPr>
        <p:spPr bwMode="auto">
          <a:xfrm>
            <a:off x="5867400" y="2057400"/>
            <a:ext cx="457200" cy="457200"/>
          </a:xfrm>
          <a:prstGeom prst="ellipse">
            <a:avLst/>
          </a:prstGeom>
          <a:blipFill dpi="0" rotWithShape="0">
            <a:blip r:embed="rId2"/>
            <a:srcRect/>
            <a:tile tx="0" ty="0" sx="100000" sy="100000" flip="none" algn="tl"/>
          </a:blipFill>
          <a:ln w="9525">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4562" name="Oval 51" descr="永恒">
            <a:extLst>
              <a:ext uri="{FF2B5EF4-FFF2-40B4-BE49-F238E27FC236}">
                <a16:creationId xmlns:a16="http://schemas.microsoft.com/office/drawing/2014/main" id="{24F51E6F-DA0F-03D2-85F6-F539FFF89DD5}"/>
              </a:ext>
            </a:extLst>
          </p:cNvPr>
          <p:cNvSpPr>
            <a:spLocks noChangeArrowheads="1"/>
          </p:cNvSpPr>
          <p:nvPr/>
        </p:nvSpPr>
        <p:spPr bwMode="auto">
          <a:xfrm>
            <a:off x="6629400" y="2057400"/>
            <a:ext cx="457200" cy="457200"/>
          </a:xfrm>
          <a:prstGeom prst="ellipse">
            <a:avLst/>
          </a:prstGeom>
          <a:blipFill dpi="0" rotWithShape="0">
            <a:blip r:embed="rId2"/>
            <a:srcRect/>
            <a:tile tx="0" ty="0" sx="100000" sy="100000" flip="none" algn="tl"/>
          </a:blipFill>
          <a:ln w="9525">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4563" name="Oval 52" descr="永恒">
            <a:extLst>
              <a:ext uri="{FF2B5EF4-FFF2-40B4-BE49-F238E27FC236}">
                <a16:creationId xmlns:a16="http://schemas.microsoft.com/office/drawing/2014/main" id="{2AFB01E2-8D65-CCED-3859-2D2FA03C8975}"/>
              </a:ext>
            </a:extLst>
          </p:cNvPr>
          <p:cNvSpPr>
            <a:spLocks noChangeArrowheads="1"/>
          </p:cNvSpPr>
          <p:nvPr/>
        </p:nvSpPr>
        <p:spPr bwMode="auto">
          <a:xfrm>
            <a:off x="5334000" y="2819400"/>
            <a:ext cx="457200" cy="457200"/>
          </a:xfrm>
          <a:prstGeom prst="ellipse">
            <a:avLst/>
          </a:prstGeom>
          <a:blipFill dpi="0" rotWithShape="0">
            <a:blip r:embed="rId2"/>
            <a:srcRect/>
            <a:tile tx="0" ty="0" sx="100000" sy="100000" flip="none" algn="tl"/>
          </a:blipFill>
          <a:ln w="9525">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4564" name="Oval 53" descr="永恒">
            <a:extLst>
              <a:ext uri="{FF2B5EF4-FFF2-40B4-BE49-F238E27FC236}">
                <a16:creationId xmlns:a16="http://schemas.microsoft.com/office/drawing/2014/main" id="{1731A10E-D3A6-454E-802A-D68257AA947D}"/>
              </a:ext>
            </a:extLst>
          </p:cNvPr>
          <p:cNvSpPr>
            <a:spLocks noChangeArrowheads="1"/>
          </p:cNvSpPr>
          <p:nvPr/>
        </p:nvSpPr>
        <p:spPr bwMode="auto">
          <a:xfrm>
            <a:off x="7162800" y="1295400"/>
            <a:ext cx="457200" cy="457200"/>
          </a:xfrm>
          <a:prstGeom prst="ellipse">
            <a:avLst/>
          </a:prstGeom>
          <a:blipFill dpi="0" rotWithShape="0">
            <a:blip r:embed="rId2"/>
            <a:srcRect/>
            <a:tile tx="0" ty="0" sx="100000" sy="100000" flip="none" algn="tl"/>
          </a:blipFill>
          <a:ln w="9525">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4565" name="Oval 54" descr="永恒">
            <a:extLst>
              <a:ext uri="{FF2B5EF4-FFF2-40B4-BE49-F238E27FC236}">
                <a16:creationId xmlns:a16="http://schemas.microsoft.com/office/drawing/2014/main" id="{77945272-712A-3318-358E-10CCACF52C9B}"/>
              </a:ext>
            </a:extLst>
          </p:cNvPr>
          <p:cNvSpPr>
            <a:spLocks noChangeArrowheads="1"/>
          </p:cNvSpPr>
          <p:nvPr/>
        </p:nvSpPr>
        <p:spPr bwMode="auto">
          <a:xfrm>
            <a:off x="7162800" y="2819400"/>
            <a:ext cx="457200" cy="457200"/>
          </a:xfrm>
          <a:prstGeom prst="ellipse">
            <a:avLst/>
          </a:prstGeom>
          <a:blipFill dpi="0" rotWithShape="0">
            <a:blip r:embed="rId2"/>
            <a:srcRect/>
            <a:tile tx="0" ty="0" sx="100000" sy="100000" flip="none" algn="tl"/>
          </a:blipFill>
          <a:ln w="9525">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4566" name="Oval 55" descr="永恒">
            <a:extLst>
              <a:ext uri="{FF2B5EF4-FFF2-40B4-BE49-F238E27FC236}">
                <a16:creationId xmlns:a16="http://schemas.microsoft.com/office/drawing/2014/main" id="{90160DFB-3DAA-53FA-9193-057305C3F4CC}"/>
              </a:ext>
            </a:extLst>
          </p:cNvPr>
          <p:cNvSpPr>
            <a:spLocks noChangeArrowheads="1"/>
          </p:cNvSpPr>
          <p:nvPr/>
        </p:nvSpPr>
        <p:spPr bwMode="auto">
          <a:xfrm>
            <a:off x="6629400" y="533400"/>
            <a:ext cx="457200" cy="457200"/>
          </a:xfrm>
          <a:prstGeom prst="ellipse">
            <a:avLst/>
          </a:prstGeom>
          <a:blipFill dpi="0" rotWithShape="0">
            <a:blip r:embed="rId2"/>
            <a:srcRect/>
            <a:tile tx="0" ty="0" sx="100000" sy="100000" flip="none" algn="tl"/>
          </a:blipFill>
          <a:ln w="9525">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4567" name="Oval 56" descr="永恒">
            <a:extLst>
              <a:ext uri="{FF2B5EF4-FFF2-40B4-BE49-F238E27FC236}">
                <a16:creationId xmlns:a16="http://schemas.microsoft.com/office/drawing/2014/main" id="{C2628878-5123-2B75-5EF9-39C8D69A88CA}"/>
              </a:ext>
            </a:extLst>
          </p:cNvPr>
          <p:cNvSpPr>
            <a:spLocks noChangeArrowheads="1"/>
          </p:cNvSpPr>
          <p:nvPr/>
        </p:nvSpPr>
        <p:spPr bwMode="auto">
          <a:xfrm>
            <a:off x="7696200" y="533400"/>
            <a:ext cx="457200" cy="457200"/>
          </a:xfrm>
          <a:prstGeom prst="ellipse">
            <a:avLst/>
          </a:prstGeom>
          <a:blipFill dpi="0" rotWithShape="0">
            <a:blip r:embed="rId2"/>
            <a:srcRect/>
            <a:tile tx="0" ty="0" sx="100000" sy="100000" flip="none" algn="tl"/>
          </a:blipFill>
          <a:ln w="9525">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4568" name="Text Box 57">
            <a:extLst>
              <a:ext uri="{FF2B5EF4-FFF2-40B4-BE49-F238E27FC236}">
                <a16:creationId xmlns:a16="http://schemas.microsoft.com/office/drawing/2014/main" id="{2D486F2F-8202-DCD0-7583-7D30F8A8483D}"/>
              </a:ext>
            </a:extLst>
          </p:cNvPr>
          <p:cNvSpPr txBox="1">
            <a:spLocks noChangeArrowheads="1"/>
          </p:cNvSpPr>
          <p:nvPr/>
        </p:nvSpPr>
        <p:spPr bwMode="auto">
          <a:xfrm>
            <a:off x="5349875" y="5334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A</a:t>
            </a:r>
            <a:endParaRPr kumimoji="1" lang="en-US" altLang="zh-CN" sz="2800">
              <a:latin typeface="Times New Roman" panose="02020603050405020304" pitchFamily="18" charset="0"/>
              <a:ea typeface="宋体" panose="02010600030101010101" pitchFamily="2" charset="-122"/>
            </a:endParaRPr>
          </a:p>
        </p:txBody>
      </p:sp>
      <p:sp>
        <p:nvSpPr>
          <p:cNvPr id="64569" name="Text Box 58">
            <a:extLst>
              <a:ext uri="{FF2B5EF4-FFF2-40B4-BE49-F238E27FC236}">
                <a16:creationId xmlns:a16="http://schemas.microsoft.com/office/drawing/2014/main" id="{7F98BCAA-F651-7226-D63C-6FCA3D2B29D1}"/>
              </a:ext>
            </a:extLst>
          </p:cNvPr>
          <p:cNvSpPr txBox="1">
            <a:spLocks noChangeArrowheads="1"/>
          </p:cNvSpPr>
          <p:nvPr/>
        </p:nvSpPr>
        <p:spPr bwMode="auto">
          <a:xfrm>
            <a:off x="5349875" y="12334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B</a:t>
            </a:r>
            <a:endParaRPr kumimoji="1" lang="en-US" altLang="zh-CN" sz="2800">
              <a:latin typeface="Times New Roman" panose="02020603050405020304" pitchFamily="18" charset="0"/>
              <a:ea typeface="宋体" panose="02010600030101010101" pitchFamily="2" charset="-122"/>
            </a:endParaRPr>
          </a:p>
        </p:txBody>
      </p:sp>
      <p:sp>
        <p:nvSpPr>
          <p:cNvPr id="64570" name="Text Box 59">
            <a:extLst>
              <a:ext uri="{FF2B5EF4-FFF2-40B4-BE49-F238E27FC236}">
                <a16:creationId xmlns:a16="http://schemas.microsoft.com/office/drawing/2014/main" id="{7573F8DF-EF0D-5A66-753E-318C0114127E}"/>
              </a:ext>
            </a:extLst>
          </p:cNvPr>
          <p:cNvSpPr txBox="1">
            <a:spLocks noChangeArrowheads="1"/>
          </p:cNvSpPr>
          <p:nvPr/>
        </p:nvSpPr>
        <p:spPr bwMode="auto">
          <a:xfrm>
            <a:off x="4816475" y="20574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C</a:t>
            </a:r>
            <a:endParaRPr kumimoji="1" lang="en-US" altLang="zh-CN" sz="2800">
              <a:latin typeface="Times New Roman" panose="02020603050405020304" pitchFamily="18" charset="0"/>
              <a:ea typeface="宋体" panose="02010600030101010101" pitchFamily="2" charset="-122"/>
            </a:endParaRPr>
          </a:p>
        </p:txBody>
      </p:sp>
      <p:sp>
        <p:nvSpPr>
          <p:cNvPr id="64571" name="Text Box 60">
            <a:extLst>
              <a:ext uri="{FF2B5EF4-FFF2-40B4-BE49-F238E27FC236}">
                <a16:creationId xmlns:a16="http://schemas.microsoft.com/office/drawing/2014/main" id="{976E8E78-9176-4458-70EC-3F35A77E9141}"/>
              </a:ext>
            </a:extLst>
          </p:cNvPr>
          <p:cNvSpPr txBox="1">
            <a:spLocks noChangeArrowheads="1"/>
          </p:cNvSpPr>
          <p:nvPr/>
        </p:nvSpPr>
        <p:spPr bwMode="auto">
          <a:xfrm>
            <a:off x="5883275" y="20574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D</a:t>
            </a:r>
            <a:endParaRPr kumimoji="1" lang="en-US" altLang="zh-CN" sz="2800">
              <a:latin typeface="Times New Roman" panose="02020603050405020304" pitchFamily="18" charset="0"/>
              <a:ea typeface="宋体" panose="02010600030101010101" pitchFamily="2" charset="-122"/>
            </a:endParaRPr>
          </a:p>
        </p:txBody>
      </p:sp>
      <p:sp>
        <p:nvSpPr>
          <p:cNvPr id="64572" name="Text Box 61">
            <a:extLst>
              <a:ext uri="{FF2B5EF4-FFF2-40B4-BE49-F238E27FC236}">
                <a16:creationId xmlns:a16="http://schemas.microsoft.com/office/drawing/2014/main" id="{F9F25EB5-E411-16C7-7416-A4DA044F320C}"/>
              </a:ext>
            </a:extLst>
          </p:cNvPr>
          <p:cNvSpPr txBox="1">
            <a:spLocks noChangeArrowheads="1"/>
          </p:cNvSpPr>
          <p:nvPr/>
        </p:nvSpPr>
        <p:spPr bwMode="auto">
          <a:xfrm>
            <a:off x="5349875" y="2819400"/>
            <a:ext cx="4206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E</a:t>
            </a:r>
            <a:endParaRPr kumimoji="1" lang="en-US" altLang="zh-CN" sz="2800">
              <a:latin typeface="Times New Roman" panose="02020603050405020304" pitchFamily="18" charset="0"/>
              <a:ea typeface="宋体" panose="02010600030101010101" pitchFamily="2" charset="-122"/>
            </a:endParaRPr>
          </a:p>
        </p:txBody>
      </p:sp>
      <p:sp>
        <p:nvSpPr>
          <p:cNvPr id="64573" name="Text Box 62">
            <a:extLst>
              <a:ext uri="{FF2B5EF4-FFF2-40B4-BE49-F238E27FC236}">
                <a16:creationId xmlns:a16="http://schemas.microsoft.com/office/drawing/2014/main" id="{A9592F0F-679C-883F-D82E-1F1E661AC7CA}"/>
              </a:ext>
            </a:extLst>
          </p:cNvPr>
          <p:cNvSpPr txBox="1">
            <a:spLocks noChangeArrowheads="1"/>
          </p:cNvSpPr>
          <p:nvPr/>
        </p:nvSpPr>
        <p:spPr bwMode="auto">
          <a:xfrm>
            <a:off x="6684963" y="2057400"/>
            <a:ext cx="4016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F</a:t>
            </a:r>
            <a:endParaRPr kumimoji="1" lang="en-US" altLang="zh-CN" sz="2800">
              <a:latin typeface="Times New Roman" panose="02020603050405020304" pitchFamily="18" charset="0"/>
              <a:ea typeface="宋体" panose="02010600030101010101" pitchFamily="2" charset="-122"/>
            </a:endParaRPr>
          </a:p>
        </p:txBody>
      </p:sp>
      <p:sp>
        <p:nvSpPr>
          <p:cNvPr id="64574" name="Text Box 63">
            <a:extLst>
              <a:ext uri="{FF2B5EF4-FFF2-40B4-BE49-F238E27FC236}">
                <a16:creationId xmlns:a16="http://schemas.microsoft.com/office/drawing/2014/main" id="{35FF630B-38A7-56BD-C226-BE9AAA87C1D9}"/>
              </a:ext>
            </a:extLst>
          </p:cNvPr>
          <p:cNvSpPr txBox="1">
            <a:spLocks noChangeArrowheads="1"/>
          </p:cNvSpPr>
          <p:nvPr/>
        </p:nvSpPr>
        <p:spPr bwMode="auto">
          <a:xfrm>
            <a:off x="7178675" y="2819400"/>
            <a:ext cx="460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G</a:t>
            </a:r>
            <a:endParaRPr kumimoji="1" lang="en-US" altLang="zh-CN" sz="2800">
              <a:latin typeface="Times New Roman" panose="02020603050405020304" pitchFamily="18" charset="0"/>
              <a:ea typeface="宋体" panose="02010600030101010101" pitchFamily="2" charset="-122"/>
            </a:endParaRPr>
          </a:p>
        </p:txBody>
      </p:sp>
      <p:sp>
        <p:nvSpPr>
          <p:cNvPr id="64575" name="Text Box 64">
            <a:extLst>
              <a:ext uri="{FF2B5EF4-FFF2-40B4-BE49-F238E27FC236}">
                <a16:creationId xmlns:a16="http://schemas.microsoft.com/office/drawing/2014/main" id="{45169873-6F8A-E57B-8A9E-3283E325BCB5}"/>
              </a:ext>
            </a:extLst>
          </p:cNvPr>
          <p:cNvSpPr txBox="1">
            <a:spLocks noChangeArrowheads="1"/>
          </p:cNvSpPr>
          <p:nvPr/>
        </p:nvSpPr>
        <p:spPr bwMode="auto">
          <a:xfrm>
            <a:off x="7178675" y="12334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H</a:t>
            </a:r>
            <a:endParaRPr kumimoji="1" lang="en-US" altLang="zh-CN" sz="2800">
              <a:latin typeface="Times New Roman" panose="02020603050405020304" pitchFamily="18" charset="0"/>
              <a:ea typeface="宋体" panose="02010600030101010101" pitchFamily="2" charset="-122"/>
            </a:endParaRPr>
          </a:p>
        </p:txBody>
      </p:sp>
      <p:sp>
        <p:nvSpPr>
          <p:cNvPr id="64576" name="Text Box 65">
            <a:extLst>
              <a:ext uri="{FF2B5EF4-FFF2-40B4-BE49-F238E27FC236}">
                <a16:creationId xmlns:a16="http://schemas.microsoft.com/office/drawing/2014/main" id="{84F8DD68-1EB6-CB6E-AC6F-8E7D7F3F974D}"/>
              </a:ext>
            </a:extLst>
          </p:cNvPr>
          <p:cNvSpPr txBox="1">
            <a:spLocks noChangeArrowheads="1"/>
          </p:cNvSpPr>
          <p:nvPr/>
        </p:nvSpPr>
        <p:spPr bwMode="auto">
          <a:xfrm>
            <a:off x="7712075" y="533400"/>
            <a:ext cx="3825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J</a:t>
            </a:r>
            <a:endParaRPr kumimoji="1" lang="en-US" altLang="zh-CN" sz="2800">
              <a:latin typeface="Times New Roman" panose="02020603050405020304" pitchFamily="18" charset="0"/>
              <a:ea typeface="宋体" panose="02010600030101010101" pitchFamily="2" charset="-122"/>
            </a:endParaRPr>
          </a:p>
        </p:txBody>
      </p:sp>
      <p:sp>
        <p:nvSpPr>
          <p:cNvPr id="64577" name="Line 66">
            <a:extLst>
              <a:ext uri="{FF2B5EF4-FFF2-40B4-BE49-F238E27FC236}">
                <a16:creationId xmlns:a16="http://schemas.microsoft.com/office/drawing/2014/main" id="{4C2D8D5D-61ED-5F20-0488-26CDBF1AE8ED}"/>
              </a:ext>
            </a:extLst>
          </p:cNvPr>
          <p:cNvSpPr>
            <a:spLocks noChangeShapeType="1"/>
          </p:cNvSpPr>
          <p:nvPr/>
        </p:nvSpPr>
        <p:spPr bwMode="auto">
          <a:xfrm>
            <a:off x="4256088" y="4467225"/>
            <a:ext cx="0" cy="12192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78" name="Line 67">
            <a:extLst>
              <a:ext uri="{FF2B5EF4-FFF2-40B4-BE49-F238E27FC236}">
                <a16:creationId xmlns:a16="http://schemas.microsoft.com/office/drawing/2014/main" id="{C766FF6A-B82C-5BA8-BA76-227B7FCDF89A}"/>
              </a:ext>
            </a:extLst>
          </p:cNvPr>
          <p:cNvSpPr>
            <a:spLocks noChangeShapeType="1"/>
          </p:cNvSpPr>
          <p:nvPr/>
        </p:nvSpPr>
        <p:spPr bwMode="auto">
          <a:xfrm>
            <a:off x="3189288" y="5076825"/>
            <a:ext cx="304800"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79" name="Line 68">
            <a:extLst>
              <a:ext uri="{FF2B5EF4-FFF2-40B4-BE49-F238E27FC236}">
                <a16:creationId xmlns:a16="http://schemas.microsoft.com/office/drawing/2014/main" id="{327D1A94-89F5-A757-EB90-DC660EBF6E72}"/>
              </a:ext>
            </a:extLst>
          </p:cNvPr>
          <p:cNvSpPr>
            <a:spLocks noChangeShapeType="1"/>
          </p:cNvSpPr>
          <p:nvPr/>
        </p:nvSpPr>
        <p:spPr bwMode="auto">
          <a:xfrm>
            <a:off x="3798888" y="5229225"/>
            <a:ext cx="381000" cy="6096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80" name="Line 69">
            <a:extLst>
              <a:ext uri="{FF2B5EF4-FFF2-40B4-BE49-F238E27FC236}">
                <a16:creationId xmlns:a16="http://schemas.microsoft.com/office/drawing/2014/main" id="{A17303BA-9C4E-1C90-EA60-B7805212F8C7}"/>
              </a:ext>
            </a:extLst>
          </p:cNvPr>
          <p:cNvSpPr>
            <a:spLocks noChangeShapeType="1"/>
          </p:cNvSpPr>
          <p:nvPr/>
        </p:nvSpPr>
        <p:spPr bwMode="auto">
          <a:xfrm>
            <a:off x="3798888" y="3629025"/>
            <a:ext cx="381000" cy="6096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81" name="Line 70">
            <a:extLst>
              <a:ext uri="{FF2B5EF4-FFF2-40B4-BE49-F238E27FC236}">
                <a16:creationId xmlns:a16="http://schemas.microsoft.com/office/drawing/2014/main" id="{6B3961C3-73C8-9E12-9233-D8B13BB909D3}"/>
              </a:ext>
            </a:extLst>
          </p:cNvPr>
          <p:cNvSpPr>
            <a:spLocks noChangeShapeType="1"/>
          </p:cNvSpPr>
          <p:nvPr/>
        </p:nvSpPr>
        <p:spPr bwMode="auto">
          <a:xfrm>
            <a:off x="1970088" y="5076825"/>
            <a:ext cx="381000" cy="6096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82" name="Line 71">
            <a:extLst>
              <a:ext uri="{FF2B5EF4-FFF2-40B4-BE49-F238E27FC236}">
                <a16:creationId xmlns:a16="http://schemas.microsoft.com/office/drawing/2014/main" id="{9F2C739B-1C8D-C354-8BCA-8CEBBAF42D27}"/>
              </a:ext>
            </a:extLst>
          </p:cNvPr>
          <p:cNvSpPr>
            <a:spLocks noChangeShapeType="1"/>
          </p:cNvSpPr>
          <p:nvPr/>
        </p:nvSpPr>
        <p:spPr bwMode="auto">
          <a:xfrm>
            <a:off x="2503488" y="4467225"/>
            <a:ext cx="381000" cy="6096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83" name="Line 72">
            <a:extLst>
              <a:ext uri="{FF2B5EF4-FFF2-40B4-BE49-F238E27FC236}">
                <a16:creationId xmlns:a16="http://schemas.microsoft.com/office/drawing/2014/main" id="{A0C39DA2-188C-E248-4B50-3E6E2D36AD10}"/>
              </a:ext>
            </a:extLst>
          </p:cNvPr>
          <p:cNvSpPr>
            <a:spLocks noChangeShapeType="1"/>
          </p:cNvSpPr>
          <p:nvPr/>
        </p:nvSpPr>
        <p:spPr bwMode="auto">
          <a:xfrm flipH="1">
            <a:off x="4332288" y="3705225"/>
            <a:ext cx="381000" cy="5334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84" name="Line 73">
            <a:extLst>
              <a:ext uri="{FF2B5EF4-FFF2-40B4-BE49-F238E27FC236}">
                <a16:creationId xmlns:a16="http://schemas.microsoft.com/office/drawing/2014/main" id="{8D1A889E-F4D6-AB0F-A511-96ACF0957735}"/>
              </a:ext>
            </a:extLst>
          </p:cNvPr>
          <p:cNvSpPr>
            <a:spLocks noChangeShapeType="1"/>
          </p:cNvSpPr>
          <p:nvPr/>
        </p:nvSpPr>
        <p:spPr bwMode="auto">
          <a:xfrm flipH="1">
            <a:off x="3798888" y="4467225"/>
            <a:ext cx="381000" cy="5334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85" name="Line 75">
            <a:extLst>
              <a:ext uri="{FF2B5EF4-FFF2-40B4-BE49-F238E27FC236}">
                <a16:creationId xmlns:a16="http://schemas.microsoft.com/office/drawing/2014/main" id="{4DBD5912-85F1-35D0-11A1-9E829A9FEAD2}"/>
              </a:ext>
            </a:extLst>
          </p:cNvPr>
          <p:cNvSpPr>
            <a:spLocks noChangeShapeType="1"/>
          </p:cNvSpPr>
          <p:nvPr/>
        </p:nvSpPr>
        <p:spPr bwMode="auto">
          <a:xfrm flipH="1">
            <a:off x="1970088" y="4467225"/>
            <a:ext cx="381000" cy="5334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86" name="Line 76">
            <a:extLst>
              <a:ext uri="{FF2B5EF4-FFF2-40B4-BE49-F238E27FC236}">
                <a16:creationId xmlns:a16="http://schemas.microsoft.com/office/drawing/2014/main" id="{571D4FE7-B69D-21FF-997F-DBBE8B1DE0EA}"/>
              </a:ext>
            </a:extLst>
          </p:cNvPr>
          <p:cNvSpPr>
            <a:spLocks noChangeShapeType="1"/>
          </p:cNvSpPr>
          <p:nvPr/>
        </p:nvSpPr>
        <p:spPr bwMode="auto">
          <a:xfrm>
            <a:off x="2427288" y="3781425"/>
            <a:ext cx="0" cy="3810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87" name="Oval 77" descr="永恒">
            <a:extLst>
              <a:ext uri="{FF2B5EF4-FFF2-40B4-BE49-F238E27FC236}">
                <a16:creationId xmlns:a16="http://schemas.microsoft.com/office/drawing/2014/main" id="{AA595831-174E-DDAB-2E93-530708E10599}"/>
              </a:ext>
            </a:extLst>
          </p:cNvPr>
          <p:cNvSpPr>
            <a:spLocks noChangeArrowheads="1"/>
          </p:cNvSpPr>
          <p:nvPr/>
        </p:nvSpPr>
        <p:spPr bwMode="auto">
          <a:xfrm>
            <a:off x="2198688" y="3324225"/>
            <a:ext cx="457200" cy="457200"/>
          </a:xfrm>
          <a:prstGeom prst="ellipse">
            <a:avLst/>
          </a:prstGeom>
          <a:blipFill dpi="0" rotWithShape="0">
            <a:blip r:embed="rId2"/>
            <a:srcRect/>
            <a:tile tx="0" ty="0" sx="100000" sy="100000" flip="none" algn="tl"/>
          </a:blipFill>
          <a:ln w="9525">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4588" name="Oval 78">
            <a:extLst>
              <a:ext uri="{FF2B5EF4-FFF2-40B4-BE49-F238E27FC236}">
                <a16:creationId xmlns:a16="http://schemas.microsoft.com/office/drawing/2014/main" id="{8869F519-9C6A-D772-3699-08A2C068EFED}"/>
              </a:ext>
            </a:extLst>
          </p:cNvPr>
          <p:cNvSpPr>
            <a:spLocks noChangeArrowheads="1"/>
          </p:cNvSpPr>
          <p:nvPr/>
        </p:nvSpPr>
        <p:spPr bwMode="auto">
          <a:xfrm>
            <a:off x="2198688" y="4086225"/>
            <a:ext cx="457200" cy="457200"/>
          </a:xfrm>
          <a:prstGeom prst="ellipse">
            <a:avLst/>
          </a:prstGeom>
          <a:gradFill rotWithShape="0">
            <a:gsLst>
              <a:gs pos="0">
                <a:srgbClr val="762525"/>
              </a:gs>
              <a:gs pos="100000">
                <a:srgbClr val="FF5050"/>
              </a:gs>
            </a:gsLst>
            <a:path path="shape">
              <a:fillToRect l="50000" t="50000" r="50000" b="50000"/>
            </a:path>
          </a:gradFill>
          <a:ln w="9525">
            <a:solidFill>
              <a:srgbClr val="FF505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4589" name="Oval 79" descr="永恒">
            <a:extLst>
              <a:ext uri="{FF2B5EF4-FFF2-40B4-BE49-F238E27FC236}">
                <a16:creationId xmlns:a16="http://schemas.microsoft.com/office/drawing/2014/main" id="{6B7517F5-6EA5-7CC4-7957-A6ABD8979AC6}"/>
              </a:ext>
            </a:extLst>
          </p:cNvPr>
          <p:cNvSpPr>
            <a:spLocks noChangeArrowheads="1"/>
          </p:cNvSpPr>
          <p:nvPr/>
        </p:nvSpPr>
        <p:spPr bwMode="auto">
          <a:xfrm>
            <a:off x="1665288" y="4848225"/>
            <a:ext cx="457200" cy="457200"/>
          </a:xfrm>
          <a:prstGeom prst="ellipse">
            <a:avLst/>
          </a:prstGeom>
          <a:blipFill dpi="0" rotWithShape="0">
            <a:blip r:embed="rId2"/>
            <a:srcRect/>
            <a:tile tx="0" ty="0" sx="100000" sy="100000" flip="none" algn="tl"/>
          </a:blipFill>
          <a:ln w="9525">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4590" name="Oval 80">
            <a:extLst>
              <a:ext uri="{FF2B5EF4-FFF2-40B4-BE49-F238E27FC236}">
                <a16:creationId xmlns:a16="http://schemas.microsoft.com/office/drawing/2014/main" id="{B9C86538-A41F-170B-F56C-6C634C689728}"/>
              </a:ext>
            </a:extLst>
          </p:cNvPr>
          <p:cNvSpPr>
            <a:spLocks noChangeArrowheads="1"/>
          </p:cNvSpPr>
          <p:nvPr/>
        </p:nvSpPr>
        <p:spPr bwMode="auto">
          <a:xfrm>
            <a:off x="2732088" y="4848225"/>
            <a:ext cx="457200" cy="457200"/>
          </a:xfrm>
          <a:prstGeom prst="ellipse">
            <a:avLst/>
          </a:prstGeom>
          <a:gradFill rotWithShape="0">
            <a:gsLst>
              <a:gs pos="0">
                <a:srgbClr val="762525"/>
              </a:gs>
              <a:gs pos="100000">
                <a:srgbClr val="FF5050"/>
              </a:gs>
            </a:gsLst>
            <a:path path="shape">
              <a:fillToRect l="50000" t="50000" r="50000" b="50000"/>
            </a:path>
          </a:gradFill>
          <a:ln w="9525">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4591" name="Oval 81">
            <a:extLst>
              <a:ext uri="{FF2B5EF4-FFF2-40B4-BE49-F238E27FC236}">
                <a16:creationId xmlns:a16="http://schemas.microsoft.com/office/drawing/2014/main" id="{424682A8-869D-546D-FC7A-D85BFD9565E1}"/>
              </a:ext>
            </a:extLst>
          </p:cNvPr>
          <p:cNvSpPr>
            <a:spLocks noChangeArrowheads="1"/>
          </p:cNvSpPr>
          <p:nvPr/>
        </p:nvSpPr>
        <p:spPr bwMode="auto">
          <a:xfrm>
            <a:off x="3494088" y="4848225"/>
            <a:ext cx="457200" cy="457200"/>
          </a:xfrm>
          <a:prstGeom prst="ellipse">
            <a:avLst/>
          </a:prstGeom>
          <a:gradFill rotWithShape="0">
            <a:gsLst>
              <a:gs pos="0">
                <a:srgbClr val="762F00"/>
              </a:gs>
              <a:gs pos="100000">
                <a:srgbClr val="FF6600"/>
              </a:gs>
            </a:gsLst>
            <a:path path="shape">
              <a:fillToRect l="50000" t="50000" r="50000" b="50000"/>
            </a:path>
          </a:gradFill>
          <a:ln w="9525">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4592" name="Oval 82" descr="永恒">
            <a:extLst>
              <a:ext uri="{FF2B5EF4-FFF2-40B4-BE49-F238E27FC236}">
                <a16:creationId xmlns:a16="http://schemas.microsoft.com/office/drawing/2014/main" id="{CDE2C891-2CC8-005D-7D12-3EEFA29CE507}"/>
              </a:ext>
            </a:extLst>
          </p:cNvPr>
          <p:cNvSpPr>
            <a:spLocks noChangeArrowheads="1"/>
          </p:cNvSpPr>
          <p:nvPr/>
        </p:nvSpPr>
        <p:spPr bwMode="auto">
          <a:xfrm>
            <a:off x="2198688" y="5610225"/>
            <a:ext cx="457200" cy="457200"/>
          </a:xfrm>
          <a:prstGeom prst="ellipse">
            <a:avLst/>
          </a:prstGeom>
          <a:blipFill dpi="0" rotWithShape="0">
            <a:blip r:embed="rId2"/>
            <a:srcRect/>
            <a:tile tx="0" ty="0" sx="100000" sy="100000" flip="none" algn="tl"/>
          </a:blipFill>
          <a:ln w="9525">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4593" name="Oval 83">
            <a:extLst>
              <a:ext uri="{FF2B5EF4-FFF2-40B4-BE49-F238E27FC236}">
                <a16:creationId xmlns:a16="http://schemas.microsoft.com/office/drawing/2014/main" id="{CBB107DE-C5ED-3877-A962-F278DEE41376}"/>
              </a:ext>
            </a:extLst>
          </p:cNvPr>
          <p:cNvSpPr>
            <a:spLocks noChangeArrowheads="1"/>
          </p:cNvSpPr>
          <p:nvPr/>
        </p:nvSpPr>
        <p:spPr bwMode="auto">
          <a:xfrm>
            <a:off x="4027488" y="4086225"/>
            <a:ext cx="457200" cy="457200"/>
          </a:xfrm>
          <a:prstGeom prst="ellipse">
            <a:avLst/>
          </a:prstGeom>
          <a:gradFill rotWithShape="0">
            <a:gsLst>
              <a:gs pos="0">
                <a:srgbClr val="762F00"/>
              </a:gs>
              <a:gs pos="100000">
                <a:srgbClr val="FF6600"/>
              </a:gs>
            </a:gsLst>
            <a:path path="shape">
              <a:fillToRect l="50000" t="50000" r="50000" b="50000"/>
            </a:path>
          </a:gradFill>
          <a:ln w="9525">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4594" name="Oval 84" descr="永恒">
            <a:extLst>
              <a:ext uri="{FF2B5EF4-FFF2-40B4-BE49-F238E27FC236}">
                <a16:creationId xmlns:a16="http://schemas.microsoft.com/office/drawing/2014/main" id="{3E7959F3-97A2-73BD-C0AB-8F87EAFAEC7D}"/>
              </a:ext>
            </a:extLst>
          </p:cNvPr>
          <p:cNvSpPr>
            <a:spLocks noChangeArrowheads="1"/>
          </p:cNvSpPr>
          <p:nvPr/>
        </p:nvSpPr>
        <p:spPr bwMode="auto">
          <a:xfrm>
            <a:off x="4027488" y="5610225"/>
            <a:ext cx="457200" cy="457200"/>
          </a:xfrm>
          <a:prstGeom prst="ellipse">
            <a:avLst/>
          </a:prstGeom>
          <a:blipFill dpi="0" rotWithShape="0">
            <a:blip r:embed="rId2"/>
            <a:srcRect/>
            <a:tile tx="0" ty="0" sx="100000" sy="100000" flip="none" algn="tl"/>
          </a:blipFill>
          <a:ln w="9525">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4595" name="Oval 85" descr="永恒">
            <a:extLst>
              <a:ext uri="{FF2B5EF4-FFF2-40B4-BE49-F238E27FC236}">
                <a16:creationId xmlns:a16="http://schemas.microsoft.com/office/drawing/2014/main" id="{94705B5B-1A26-5749-748A-8BA24AC2BF0D}"/>
              </a:ext>
            </a:extLst>
          </p:cNvPr>
          <p:cNvSpPr>
            <a:spLocks noChangeArrowheads="1"/>
          </p:cNvSpPr>
          <p:nvPr/>
        </p:nvSpPr>
        <p:spPr bwMode="auto">
          <a:xfrm>
            <a:off x="3494088" y="3324225"/>
            <a:ext cx="457200" cy="457200"/>
          </a:xfrm>
          <a:prstGeom prst="ellipse">
            <a:avLst/>
          </a:prstGeom>
          <a:blipFill dpi="0" rotWithShape="0">
            <a:blip r:embed="rId2"/>
            <a:srcRect/>
            <a:tile tx="0" ty="0" sx="100000" sy="100000" flip="none" algn="tl"/>
          </a:blipFill>
          <a:ln w="9525">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4596" name="Oval 86" descr="永恒">
            <a:extLst>
              <a:ext uri="{FF2B5EF4-FFF2-40B4-BE49-F238E27FC236}">
                <a16:creationId xmlns:a16="http://schemas.microsoft.com/office/drawing/2014/main" id="{0378379D-DF19-4C5F-0E32-E99302C8079C}"/>
              </a:ext>
            </a:extLst>
          </p:cNvPr>
          <p:cNvSpPr>
            <a:spLocks noChangeArrowheads="1"/>
          </p:cNvSpPr>
          <p:nvPr/>
        </p:nvSpPr>
        <p:spPr bwMode="auto">
          <a:xfrm>
            <a:off x="4560888" y="3324225"/>
            <a:ext cx="457200" cy="457200"/>
          </a:xfrm>
          <a:prstGeom prst="ellipse">
            <a:avLst/>
          </a:prstGeom>
          <a:blipFill dpi="0" rotWithShape="0">
            <a:blip r:embed="rId2"/>
            <a:srcRect/>
            <a:tile tx="0" ty="0" sx="100000" sy="100000" flip="none" algn="tl"/>
          </a:blipFill>
          <a:ln w="9525">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64597" name="Text Box 87">
            <a:extLst>
              <a:ext uri="{FF2B5EF4-FFF2-40B4-BE49-F238E27FC236}">
                <a16:creationId xmlns:a16="http://schemas.microsoft.com/office/drawing/2014/main" id="{56B05A2B-5DE9-7F13-79BB-B1567E925100}"/>
              </a:ext>
            </a:extLst>
          </p:cNvPr>
          <p:cNvSpPr txBox="1">
            <a:spLocks noChangeArrowheads="1"/>
          </p:cNvSpPr>
          <p:nvPr/>
        </p:nvSpPr>
        <p:spPr bwMode="auto">
          <a:xfrm>
            <a:off x="2214563" y="3324225"/>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A</a:t>
            </a:r>
            <a:endParaRPr kumimoji="1" lang="en-US" altLang="zh-CN" sz="2800">
              <a:latin typeface="Times New Roman" panose="02020603050405020304" pitchFamily="18" charset="0"/>
              <a:ea typeface="宋体" panose="02010600030101010101" pitchFamily="2" charset="-122"/>
            </a:endParaRPr>
          </a:p>
        </p:txBody>
      </p:sp>
      <p:sp>
        <p:nvSpPr>
          <p:cNvPr id="64598" name="Text Box 88">
            <a:extLst>
              <a:ext uri="{FF2B5EF4-FFF2-40B4-BE49-F238E27FC236}">
                <a16:creationId xmlns:a16="http://schemas.microsoft.com/office/drawing/2014/main" id="{7ED37CFC-1F3E-2B5B-EC93-23C6A3EF026E}"/>
              </a:ext>
            </a:extLst>
          </p:cNvPr>
          <p:cNvSpPr txBox="1">
            <a:spLocks noChangeArrowheads="1"/>
          </p:cNvSpPr>
          <p:nvPr/>
        </p:nvSpPr>
        <p:spPr bwMode="auto">
          <a:xfrm>
            <a:off x="2214563" y="4086225"/>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FFFFCC"/>
                </a:solidFill>
                <a:latin typeface="Arial" panose="020B0604020202020204" pitchFamily="34" charset="0"/>
                <a:ea typeface="宋体" panose="02010600030101010101" pitchFamily="2" charset="-122"/>
              </a:rPr>
              <a:t>B</a:t>
            </a:r>
            <a:endParaRPr kumimoji="1" lang="en-US" altLang="zh-CN" sz="2800">
              <a:latin typeface="Times New Roman" panose="02020603050405020304" pitchFamily="18" charset="0"/>
              <a:ea typeface="宋体" panose="02010600030101010101" pitchFamily="2" charset="-122"/>
            </a:endParaRPr>
          </a:p>
        </p:txBody>
      </p:sp>
      <p:sp>
        <p:nvSpPr>
          <p:cNvPr id="64599" name="Text Box 89">
            <a:extLst>
              <a:ext uri="{FF2B5EF4-FFF2-40B4-BE49-F238E27FC236}">
                <a16:creationId xmlns:a16="http://schemas.microsoft.com/office/drawing/2014/main" id="{3329E4C4-F149-ED9F-EE36-AD317F16EDA2}"/>
              </a:ext>
            </a:extLst>
          </p:cNvPr>
          <p:cNvSpPr txBox="1">
            <a:spLocks noChangeArrowheads="1"/>
          </p:cNvSpPr>
          <p:nvPr/>
        </p:nvSpPr>
        <p:spPr bwMode="auto">
          <a:xfrm>
            <a:off x="1681163" y="4848225"/>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C</a:t>
            </a:r>
            <a:endParaRPr kumimoji="1" lang="en-US" altLang="zh-CN" sz="2800">
              <a:latin typeface="Times New Roman" panose="02020603050405020304" pitchFamily="18" charset="0"/>
              <a:ea typeface="宋体" panose="02010600030101010101" pitchFamily="2" charset="-122"/>
            </a:endParaRPr>
          </a:p>
        </p:txBody>
      </p:sp>
      <p:sp>
        <p:nvSpPr>
          <p:cNvPr id="64600" name="Text Box 90">
            <a:extLst>
              <a:ext uri="{FF2B5EF4-FFF2-40B4-BE49-F238E27FC236}">
                <a16:creationId xmlns:a16="http://schemas.microsoft.com/office/drawing/2014/main" id="{20744032-951A-2708-DA4E-316926FE0869}"/>
              </a:ext>
            </a:extLst>
          </p:cNvPr>
          <p:cNvSpPr txBox="1">
            <a:spLocks noChangeArrowheads="1"/>
          </p:cNvSpPr>
          <p:nvPr/>
        </p:nvSpPr>
        <p:spPr bwMode="auto">
          <a:xfrm>
            <a:off x="2747963" y="4848225"/>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FFFFCC"/>
                </a:solidFill>
                <a:latin typeface="Arial" panose="020B0604020202020204" pitchFamily="34" charset="0"/>
                <a:ea typeface="宋体" panose="02010600030101010101" pitchFamily="2" charset="-122"/>
              </a:rPr>
              <a:t>D</a:t>
            </a:r>
            <a:endParaRPr kumimoji="1" lang="en-US" altLang="zh-CN" sz="2800">
              <a:latin typeface="Times New Roman" panose="02020603050405020304" pitchFamily="18" charset="0"/>
              <a:ea typeface="宋体" panose="02010600030101010101" pitchFamily="2" charset="-122"/>
            </a:endParaRPr>
          </a:p>
        </p:txBody>
      </p:sp>
      <p:sp>
        <p:nvSpPr>
          <p:cNvPr id="64601" name="Text Box 91">
            <a:extLst>
              <a:ext uri="{FF2B5EF4-FFF2-40B4-BE49-F238E27FC236}">
                <a16:creationId xmlns:a16="http://schemas.microsoft.com/office/drawing/2014/main" id="{F9F7927B-149B-DFFD-03DC-996A380B0957}"/>
              </a:ext>
            </a:extLst>
          </p:cNvPr>
          <p:cNvSpPr txBox="1">
            <a:spLocks noChangeArrowheads="1"/>
          </p:cNvSpPr>
          <p:nvPr/>
        </p:nvSpPr>
        <p:spPr bwMode="auto">
          <a:xfrm>
            <a:off x="2214563" y="5610225"/>
            <a:ext cx="4206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E</a:t>
            </a:r>
            <a:endParaRPr kumimoji="1" lang="en-US" altLang="zh-CN" sz="2800">
              <a:latin typeface="Times New Roman" panose="02020603050405020304" pitchFamily="18" charset="0"/>
              <a:ea typeface="宋体" panose="02010600030101010101" pitchFamily="2" charset="-122"/>
            </a:endParaRPr>
          </a:p>
        </p:txBody>
      </p:sp>
      <p:sp>
        <p:nvSpPr>
          <p:cNvPr id="64602" name="Text Box 92">
            <a:extLst>
              <a:ext uri="{FF2B5EF4-FFF2-40B4-BE49-F238E27FC236}">
                <a16:creationId xmlns:a16="http://schemas.microsoft.com/office/drawing/2014/main" id="{B3F4A656-4305-EEB7-5C67-268D86B8753E}"/>
              </a:ext>
            </a:extLst>
          </p:cNvPr>
          <p:cNvSpPr txBox="1">
            <a:spLocks noChangeArrowheads="1"/>
          </p:cNvSpPr>
          <p:nvPr/>
        </p:nvSpPr>
        <p:spPr bwMode="auto">
          <a:xfrm>
            <a:off x="3549650" y="4848225"/>
            <a:ext cx="4016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FFFFCC"/>
                </a:solidFill>
                <a:latin typeface="Arial" panose="020B0604020202020204" pitchFamily="34" charset="0"/>
                <a:ea typeface="宋体" panose="02010600030101010101" pitchFamily="2" charset="-122"/>
              </a:rPr>
              <a:t>F</a:t>
            </a:r>
            <a:endParaRPr kumimoji="1" lang="en-US" altLang="zh-CN" sz="2800">
              <a:latin typeface="Times New Roman" panose="02020603050405020304" pitchFamily="18" charset="0"/>
              <a:ea typeface="宋体" panose="02010600030101010101" pitchFamily="2" charset="-122"/>
            </a:endParaRPr>
          </a:p>
        </p:txBody>
      </p:sp>
      <p:sp>
        <p:nvSpPr>
          <p:cNvPr id="64603" name="Text Box 93">
            <a:extLst>
              <a:ext uri="{FF2B5EF4-FFF2-40B4-BE49-F238E27FC236}">
                <a16:creationId xmlns:a16="http://schemas.microsoft.com/office/drawing/2014/main" id="{AF1626E0-3B65-BDD6-3472-1052F4A18EF4}"/>
              </a:ext>
            </a:extLst>
          </p:cNvPr>
          <p:cNvSpPr txBox="1">
            <a:spLocks noChangeArrowheads="1"/>
          </p:cNvSpPr>
          <p:nvPr/>
        </p:nvSpPr>
        <p:spPr bwMode="auto">
          <a:xfrm>
            <a:off x="4043363" y="5610225"/>
            <a:ext cx="460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G</a:t>
            </a:r>
            <a:endParaRPr kumimoji="1" lang="en-US" altLang="zh-CN" sz="2800">
              <a:latin typeface="Times New Roman" panose="02020603050405020304" pitchFamily="18" charset="0"/>
              <a:ea typeface="宋体" panose="02010600030101010101" pitchFamily="2" charset="-122"/>
            </a:endParaRPr>
          </a:p>
        </p:txBody>
      </p:sp>
      <p:sp>
        <p:nvSpPr>
          <p:cNvPr id="64604" name="Text Box 94">
            <a:extLst>
              <a:ext uri="{FF2B5EF4-FFF2-40B4-BE49-F238E27FC236}">
                <a16:creationId xmlns:a16="http://schemas.microsoft.com/office/drawing/2014/main" id="{0A6EA518-832A-CC14-23F0-6942CE02ABE7}"/>
              </a:ext>
            </a:extLst>
          </p:cNvPr>
          <p:cNvSpPr txBox="1">
            <a:spLocks noChangeArrowheads="1"/>
          </p:cNvSpPr>
          <p:nvPr/>
        </p:nvSpPr>
        <p:spPr bwMode="auto">
          <a:xfrm>
            <a:off x="4043363" y="4086225"/>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FFFFCC"/>
                </a:solidFill>
                <a:latin typeface="Arial" panose="020B0604020202020204" pitchFamily="34" charset="0"/>
                <a:ea typeface="宋体" panose="02010600030101010101" pitchFamily="2" charset="-122"/>
              </a:rPr>
              <a:t>H</a:t>
            </a:r>
            <a:endParaRPr kumimoji="1" lang="en-US" altLang="zh-CN" sz="2800">
              <a:solidFill>
                <a:srgbClr val="FFFFCC"/>
              </a:solidFill>
              <a:latin typeface="Times New Roman" panose="02020603050405020304" pitchFamily="18" charset="0"/>
              <a:ea typeface="宋体" panose="02010600030101010101" pitchFamily="2" charset="-122"/>
            </a:endParaRPr>
          </a:p>
        </p:txBody>
      </p:sp>
      <p:sp>
        <p:nvSpPr>
          <p:cNvPr id="64605" name="Text Box 95">
            <a:extLst>
              <a:ext uri="{FF2B5EF4-FFF2-40B4-BE49-F238E27FC236}">
                <a16:creationId xmlns:a16="http://schemas.microsoft.com/office/drawing/2014/main" id="{9D99452A-B9E8-2BAA-3BF5-AC33AE25E516}"/>
              </a:ext>
            </a:extLst>
          </p:cNvPr>
          <p:cNvSpPr txBox="1">
            <a:spLocks noChangeArrowheads="1"/>
          </p:cNvSpPr>
          <p:nvPr/>
        </p:nvSpPr>
        <p:spPr bwMode="auto">
          <a:xfrm>
            <a:off x="4576763" y="3324225"/>
            <a:ext cx="3825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J</a:t>
            </a:r>
            <a:endParaRPr kumimoji="1" lang="en-US" altLang="zh-CN" sz="2800">
              <a:latin typeface="Times New Roman" panose="02020603050405020304" pitchFamily="18" charset="0"/>
              <a:ea typeface="宋体" panose="02010600030101010101" pitchFamily="2" charset="-122"/>
            </a:endParaRPr>
          </a:p>
        </p:txBody>
      </p:sp>
      <p:sp>
        <p:nvSpPr>
          <p:cNvPr id="64606" name="Text Box 96">
            <a:extLst>
              <a:ext uri="{FF2B5EF4-FFF2-40B4-BE49-F238E27FC236}">
                <a16:creationId xmlns:a16="http://schemas.microsoft.com/office/drawing/2014/main" id="{DF76497C-2693-D2BF-38D7-AB9E788DC15E}"/>
              </a:ext>
            </a:extLst>
          </p:cNvPr>
          <p:cNvSpPr txBox="1">
            <a:spLocks noChangeArrowheads="1"/>
          </p:cNvSpPr>
          <p:nvPr/>
        </p:nvSpPr>
        <p:spPr bwMode="auto">
          <a:xfrm>
            <a:off x="3592513" y="3338513"/>
            <a:ext cx="2825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I</a:t>
            </a:r>
            <a:endParaRPr kumimoji="1" lang="en-US" altLang="zh-CN" sz="2800">
              <a:latin typeface="Times New Roman" panose="02020603050405020304" pitchFamily="18" charset="0"/>
              <a:ea typeface="宋体" panose="02010600030101010101" pitchFamily="2" charset="-122"/>
            </a:endParaRPr>
          </a:p>
        </p:txBody>
      </p:sp>
      <p:sp>
        <p:nvSpPr>
          <p:cNvPr id="64607" name="Text Box 97">
            <a:extLst>
              <a:ext uri="{FF2B5EF4-FFF2-40B4-BE49-F238E27FC236}">
                <a16:creationId xmlns:a16="http://schemas.microsoft.com/office/drawing/2014/main" id="{8A79505E-0AF3-AA68-DDDE-BA9A84E2285A}"/>
              </a:ext>
            </a:extLst>
          </p:cNvPr>
          <p:cNvSpPr txBox="1">
            <a:spLocks noChangeArrowheads="1"/>
          </p:cNvSpPr>
          <p:nvPr/>
        </p:nvSpPr>
        <p:spPr bwMode="auto">
          <a:xfrm>
            <a:off x="6727825" y="533400"/>
            <a:ext cx="2825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Arial" panose="020B0604020202020204" pitchFamily="34" charset="0"/>
                <a:ea typeface="宋体" panose="02010600030101010101" pitchFamily="2" charset="-122"/>
              </a:rPr>
              <a:t>I</a:t>
            </a:r>
            <a:endParaRPr kumimoji="1" lang="en-US" altLang="zh-CN" sz="2800">
              <a:latin typeface="Times New Roman" panose="02020603050405020304" pitchFamily="18" charset="0"/>
              <a:ea typeface="宋体" panose="02010600030101010101" pitchFamily="2" charset="-122"/>
            </a:endParaRPr>
          </a:p>
        </p:txBody>
      </p:sp>
      <p:sp>
        <p:nvSpPr>
          <p:cNvPr id="64608" name="Text Box 98">
            <a:extLst>
              <a:ext uri="{FF2B5EF4-FFF2-40B4-BE49-F238E27FC236}">
                <a16:creationId xmlns:a16="http://schemas.microsoft.com/office/drawing/2014/main" id="{C7CE5DF6-91CA-125C-8FE2-678735BE2D1F}"/>
              </a:ext>
            </a:extLst>
          </p:cNvPr>
          <p:cNvSpPr txBox="1">
            <a:spLocks noChangeArrowheads="1"/>
          </p:cNvSpPr>
          <p:nvPr/>
        </p:nvSpPr>
        <p:spPr bwMode="auto">
          <a:xfrm>
            <a:off x="5943600" y="1552575"/>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1</a:t>
            </a:r>
          </a:p>
        </p:txBody>
      </p:sp>
      <p:sp>
        <p:nvSpPr>
          <p:cNvPr id="64609" name="Text Box 99">
            <a:extLst>
              <a:ext uri="{FF2B5EF4-FFF2-40B4-BE49-F238E27FC236}">
                <a16:creationId xmlns:a16="http://schemas.microsoft.com/office/drawing/2014/main" id="{417DDBE2-DBDE-B079-DE6B-312AF9383DB0}"/>
              </a:ext>
            </a:extLst>
          </p:cNvPr>
          <p:cNvSpPr txBox="1">
            <a:spLocks noChangeArrowheads="1"/>
          </p:cNvSpPr>
          <p:nvPr/>
        </p:nvSpPr>
        <p:spPr bwMode="auto">
          <a:xfrm>
            <a:off x="4972050" y="12192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64610" name="Text Box 100">
            <a:extLst>
              <a:ext uri="{FF2B5EF4-FFF2-40B4-BE49-F238E27FC236}">
                <a16:creationId xmlns:a16="http://schemas.microsoft.com/office/drawing/2014/main" id="{34CFD7CA-C9F0-59C6-172E-4BF89FE8BD80}"/>
              </a:ext>
            </a:extLst>
          </p:cNvPr>
          <p:cNvSpPr txBox="1">
            <a:spLocks noChangeArrowheads="1"/>
          </p:cNvSpPr>
          <p:nvPr/>
        </p:nvSpPr>
        <p:spPr bwMode="auto">
          <a:xfrm>
            <a:off x="4953000" y="4873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64611" name="Text Box 101">
            <a:extLst>
              <a:ext uri="{FF2B5EF4-FFF2-40B4-BE49-F238E27FC236}">
                <a16:creationId xmlns:a16="http://schemas.microsoft.com/office/drawing/2014/main" id="{349B9EBD-8326-8494-3EE9-B6BFF18DC9EB}"/>
              </a:ext>
            </a:extLst>
          </p:cNvPr>
          <p:cNvSpPr txBox="1">
            <a:spLocks noChangeArrowheads="1"/>
          </p:cNvSpPr>
          <p:nvPr/>
        </p:nvSpPr>
        <p:spPr bwMode="auto">
          <a:xfrm>
            <a:off x="4419600" y="20113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4</a:t>
            </a:r>
          </a:p>
        </p:txBody>
      </p:sp>
      <p:sp>
        <p:nvSpPr>
          <p:cNvPr id="64612" name="Text Box 102">
            <a:extLst>
              <a:ext uri="{FF2B5EF4-FFF2-40B4-BE49-F238E27FC236}">
                <a16:creationId xmlns:a16="http://schemas.microsoft.com/office/drawing/2014/main" id="{24BA2A07-34B8-7242-4EDD-403A83D069D8}"/>
              </a:ext>
            </a:extLst>
          </p:cNvPr>
          <p:cNvSpPr txBox="1">
            <a:spLocks noChangeArrowheads="1"/>
          </p:cNvSpPr>
          <p:nvPr/>
        </p:nvSpPr>
        <p:spPr bwMode="auto">
          <a:xfrm>
            <a:off x="4953000" y="27432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5</a:t>
            </a:r>
          </a:p>
        </p:txBody>
      </p:sp>
      <p:sp>
        <p:nvSpPr>
          <p:cNvPr id="64613" name="Text Box 103">
            <a:extLst>
              <a:ext uri="{FF2B5EF4-FFF2-40B4-BE49-F238E27FC236}">
                <a16:creationId xmlns:a16="http://schemas.microsoft.com/office/drawing/2014/main" id="{0789F2C8-FFEB-951A-04AE-2111F3EB250B}"/>
              </a:ext>
            </a:extLst>
          </p:cNvPr>
          <p:cNvSpPr txBox="1">
            <a:spLocks noChangeArrowheads="1"/>
          </p:cNvSpPr>
          <p:nvPr/>
        </p:nvSpPr>
        <p:spPr bwMode="auto">
          <a:xfrm>
            <a:off x="6629400" y="15541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6</a:t>
            </a:r>
          </a:p>
        </p:txBody>
      </p:sp>
      <p:sp>
        <p:nvSpPr>
          <p:cNvPr id="64614" name="Text Box 104">
            <a:extLst>
              <a:ext uri="{FF2B5EF4-FFF2-40B4-BE49-F238E27FC236}">
                <a16:creationId xmlns:a16="http://schemas.microsoft.com/office/drawing/2014/main" id="{591A589F-F35D-D38A-E8BE-19679C862F93}"/>
              </a:ext>
            </a:extLst>
          </p:cNvPr>
          <p:cNvSpPr txBox="1">
            <a:spLocks noChangeArrowheads="1"/>
          </p:cNvSpPr>
          <p:nvPr/>
        </p:nvSpPr>
        <p:spPr bwMode="auto">
          <a:xfrm>
            <a:off x="7613650" y="27432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7</a:t>
            </a:r>
          </a:p>
        </p:txBody>
      </p:sp>
      <p:sp>
        <p:nvSpPr>
          <p:cNvPr id="64615" name="Text Box 105">
            <a:extLst>
              <a:ext uri="{FF2B5EF4-FFF2-40B4-BE49-F238E27FC236}">
                <a16:creationId xmlns:a16="http://schemas.microsoft.com/office/drawing/2014/main" id="{047B977C-98A1-74CF-0CB8-4B4DA7E4AE05}"/>
              </a:ext>
            </a:extLst>
          </p:cNvPr>
          <p:cNvSpPr txBox="1">
            <a:spLocks noChangeArrowheads="1"/>
          </p:cNvSpPr>
          <p:nvPr/>
        </p:nvSpPr>
        <p:spPr bwMode="auto">
          <a:xfrm>
            <a:off x="7613650" y="12192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8</a:t>
            </a:r>
          </a:p>
        </p:txBody>
      </p:sp>
      <p:sp>
        <p:nvSpPr>
          <p:cNvPr id="64616" name="Text Box 106">
            <a:extLst>
              <a:ext uri="{FF2B5EF4-FFF2-40B4-BE49-F238E27FC236}">
                <a16:creationId xmlns:a16="http://schemas.microsoft.com/office/drawing/2014/main" id="{9427FB51-2BB8-77C3-476A-BA14AC1023BB}"/>
              </a:ext>
            </a:extLst>
          </p:cNvPr>
          <p:cNvSpPr txBox="1">
            <a:spLocks noChangeArrowheads="1"/>
          </p:cNvSpPr>
          <p:nvPr/>
        </p:nvSpPr>
        <p:spPr bwMode="auto">
          <a:xfrm>
            <a:off x="6242050" y="4572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9</a:t>
            </a:r>
          </a:p>
        </p:txBody>
      </p:sp>
      <p:sp>
        <p:nvSpPr>
          <p:cNvPr id="64617" name="Text Box 107">
            <a:extLst>
              <a:ext uri="{FF2B5EF4-FFF2-40B4-BE49-F238E27FC236}">
                <a16:creationId xmlns:a16="http://schemas.microsoft.com/office/drawing/2014/main" id="{6F817D69-04E2-1086-3F5A-584079DA1593}"/>
              </a:ext>
            </a:extLst>
          </p:cNvPr>
          <p:cNvSpPr txBox="1">
            <a:spLocks noChangeArrowheads="1"/>
          </p:cNvSpPr>
          <p:nvPr/>
        </p:nvSpPr>
        <p:spPr bwMode="auto">
          <a:xfrm>
            <a:off x="8147050" y="457200"/>
            <a:ext cx="590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10</a:t>
            </a:r>
          </a:p>
        </p:txBody>
      </p:sp>
      <p:sp>
        <p:nvSpPr>
          <p:cNvPr id="64618" name="Line 108">
            <a:extLst>
              <a:ext uri="{FF2B5EF4-FFF2-40B4-BE49-F238E27FC236}">
                <a16:creationId xmlns:a16="http://schemas.microsoft.com/office/drawing/2014/main" id="{231C1568-0921-FECE-9E43-80FC5CCE71DA}"/>
              </a:ext>
            </a:extLst>
          </p:cNvPr>
          <p:cNvSpPr>
            <a:spLocks noChangeShapeType="1"/>
          </p:cNvSpPr>
          <p:nvPr/>
        </p:nvSpPr>
        <p:spPr bwMode="auto">
          <a:xfrm flipH="1" flipV="1">
            <a:off x="6096000" y="2514600"/>
            <a:ext cx="0" cy="2209800"/>
          </a:xfrm>
          <a:prstGeom prst="line">
            <a:avLst/>
          </a:prstGeom>
          <a:noFill/>
          <a:ln w="28575">
            <a:solidFill>
              <a:srgbClr val="0099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619" name="Text Box 109" descr="白色大理石">
            <a:extLst>
              <a:ext uri="{FF2B5EF4-FFF2-40B4-BE49-F238E27FC236}">
                <a16:creationId xmlns:a16="http://schemas.microsoft.com/office/drawing/2014/main" id="{3295565A-9321-8086-9493-103980C9AB45}"/>
              </a:ext>
            </a:extLst>
          </p:cNvPr>
          <p:cNvSpPr txBox="1">
            <a:spLocks noChangeArrowheads="1"/>
          </p:cNvSpPr>
          <p:nvPr/>
        </p:nvSpPr>
        <p:spPr bwMode="auto">
          <a:xfrm>
            <a:off x="5486400" y="4540250"/>
            <a:ext cx="1295400" cy="946150"/>
          </a:xfrm>
          <a:prstGeom prst="rect">
            <a:avLst/>
          </a:prstGeom>
          <a:blipFill dpi="0" rotWithShape="0">
            <a:blip r:embed="rId3"/>
            <a:srcRect/>
            <a:tile tx="0" ty="0" sx="100000" sy="100000" flip="none" algn="tl"/>
          </a:blip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r>
              <a:rPr lang="zh-CN" altLang="en-US" sz="2800" b="1" dirty="0">
                <a:solidFill>
                  <a:srgbClr val="CC3300"/>
                </a:solidFill>
                <a:ea typeface="仿宋_GB2312" pitchFamily="49" charset="-122"/>
              </a:rPr>
              <a:t>根有两 个子女</a:t>
            </a:r>
            <a:endParaRPr lang="zh-CN" altLang="en-US" dirty="0"/>
          </a:p>
        </p:txBody>
      </p:sp>
      <p:sp>
        <p:nvSpPr>
          <p:cNvPr id="64620" name="Line 110">
            <a:extLst>
              <a:ext uri="{FF2B5EF4-FFF2-40B4-BE49-F238E27FC236}">
                <a16:creationId xmlns:a16="http://schemas.microsoft.com/office/drawing/2014/main" id="{A6D24DF1-52C0-BA9E-CFA3-08FDDA84DBC3}"/>
              </a:ext>
            </a:extLst>
          </p:cNvPr>
          <p:cNvSpPr>
            <a:spLocks noChangeShapeType="1"/>
          </p:cNvSpPr>
          <p:nvPr/>
        </p:nvSpPr>
        <p:spPr bwMode="auto">
          <a:xfrm flipV="1">
            <a:off x="4267200" y="1676400"/>
            <a:ext cx="1066800" cy="304800"/>
          </a:xfrm>
          <a:prstGeom prst="line">
            <a:avLst/>
          </a:prstGeom>
          <a:noFill/>
          <a:ln w="28575">
            <a:solidFill>
              <a:schemeClr val="hlink"/>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621" name="Line 111">
            <a:extLst>
              <a:ext uri="{FF2B5EF4-FFF2-40B4-BE49-F238E27FC236}">
                <a16:creationId xmlns:a16="http://schemas.microsoft.com/office/drawing/2014/main" id="{2BBA8378-6658-3663-0E48-DEE9C4AD9EF3}"/>
              </a:ext>
            </a:extLst>
          </p:cNvPr>
          <p:cNvSpPr>
            <a:spLocks noChangeShapeType="1"/>
          </p:cNvSpPr>
          <p:nvPr/>
        </p:nvSpPr>
        <p:spPr bwMode="auto">
          <a:xfrm flipH="1" flipV="1">
            <a:off x="7543800" y="1752600"/>
            <a:ext cx="609600" cy="609600"/>
          </a:xfrm>
          <a:prstGeom prst="line">
            <a:avLst/>
          </a:prstGeom>
          <a:noFill/>
          <a:ln w="28575">
            <a:solidFill>
              <a:schemeClr val="hlink"/>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0096" name="Text Box 112" descr="白色大理石">
            <a:extLst>
              <a:ext uri="{FF2B5EF4-FFF2-40B4-BE49-F238E27FC236}">
                <a16:creationId xmlns:a16="http://schemas.microsoft.com/office/drawing/2014/main" id="{60AA1E89-DA1C-F69D-A4B6-7CA674F1B067}"/>
              </a:ext>
            </a:extLst>
          </p:cNvPr>
          <p:cNvSpPr txBox="1">
            <a:spLocks noChangeArrowheads="1"/>
          </p:cNvSpPr>
          <p:nvPr/>
        </p:nvSpPr>
        <p:spPr bwMode="auto">
          <a:xfrm>
            <a:off x="8137525" y="1981200"/>
            <a:ext cx="549275" cy="1373188"/>
          </a:xfrm>
          <a:prstGeom prst="rect">
            <a:avLst/>
          </a:prstGeom>
          <a:blipFill dpi="0" rotWithShape="0">
            <a:blip r:embed="rId3"/>
            <a:srcRect/>
            <a:tile tx="0" ty="0" sx="100000" sy="100000" flip="none" algn="tl"/>
          </a:blipFill>
          <a:ln w="9525">
            <a:noFill/>
            <a:miter lim="800000"/>
            <a:headEnd/>
            <a:tailEnd/>
          </a:ln>
          <a:effectLst>
            <a:outerShdw dist="107763" dir="2700000" algn="ctr" rotWithShape="0">
              <a:schemeClr val="bg2"/>
            </a:outerShdw>
          </a:effectLst>
        </p:spPr>
        <p:txBody>
          <a:bodyPr>
            <a:spAutoFit/>
          </a:bodyPr>
          <a:lstStyle/>
          <a:p>
            <a:pPr>
              <a:defRPr/>
            </a:pPr>
            <a:r>
              <a:rPr lang="zh-CN" altLang="en-US" sz="2800" b="1">
                <a:solidFill>
                  <a:srgbClr val="CC3300"/>
                </a:solidFill>
                <a:effectLst>
                  <a:outerShdw blurRad="38100" dist="38100" dir="2700000" algn="tl">
                    <a:srgbClr val="C0C0C0"/>
                  </a:outerShdw>
                </a:effectLst>
                <a:ea typeface="仿宋_GB2312" pitchFamily="49" charset="-122"/>
              </a:rPr>
              <a:t>关节点</a:t>
            </a:r>
            <a:endParaRPr lang="zh-CN" altLang="en-US"/>
          </a:p>
        </p:txBody>
      </p:sp>
      <p:sp>
        <p:nvSpPr>
          <p:cNvPr id="170097" name="Text Box 113" descr="白色大理石">
            <a:extLst>
              <a:ext uri="{FF2B5EF4-FFF2-40B4-BE49-F238E27FC236}">
                <a16:creationId xmlns:a16="http://schemas.microsoft.com/office/drawing/2014/main" id="{139F6E7B-C2B9-F9B9-D797-702E7E4F893A}"/>
              </a:ext>
            </a:extLst>
          </p:cNvPr>
          <p:cNvSpPr txBox="1">
            <a:spLocks noChangeArrowheads="1"/>
          </p:cNvSpPr>
          <p:nvPr/>
        </p:nvSpPr>
        <p:spPr bwMode="auto">
          <a:xfrm>
            <a:off x="3810000" y="1600200"/>
            <a:ext cx="549275" cy="1373188"/>
          </a:xfrm>
          <a:prstGeom prst="rect">
            <a:avLst/>
          </a:prstGeom>
          <a:blipFill dpi="0" rotWithShape="0">
            <a:blip r:embed="rId3"/>
            <a:srcRect/>
            <a:tile tx="0" ty="0" sx="100000" sy="100000" flip="none" algn="tl"/>
          </a:blipFill>
          <a:ln w="9525">
            <a:noFill/>
            <a:miter lim="800000"/>
            <a:headEnd/>
            <a:tailEnd/>
          </a:ln>
          <a:effectLst>
            <a:outerShdw dist="107763" dir="2700000" algn="ctr" rotWithShape="0">
              <a:schemeClr val="bg2"/>
            </a:outerShdw>
          </a:effectLst>
        </p:spPr>
        <p:txBody>
          <a:bodyPr>
            <a:spAutoFit/>
          </a:bodyPr>
          <a:lstStyle/>
          <a:p>
            <a:pPr>
              <a:defRPr/>
            </a:pPr>
            <a:r>
              <a:rPr lang="zh-CN" altLang="en-US" sz="2800" b="1">
                <a:solidFill>
                  <a:srgbClr val="CC3300"/>
                </a:solidFill>
                <a:effectLst>
                  <a:outerShdw blurRad="38100" dist="38100" dir="2700000" algn="tl">
                    <a:srgbClr val="C0C0C0"/>
                  </a:outerShdw>
                </a:effectLst>
                <a:ea typeface="仿宋_GB2312" pitchFamily="49" charset="-122"/>
              </a:rPr>
              <a:t>关节点</a:t>
            </a:r>
            <a:endParaRPr lang="zh-CN" altLang="en-US"/>
          </a:p>
        </p:txBody>
      </p:sp>
      <p:sp>
        <p:nvSpPr>
          <p:cNvPr id="64624" name="Line 115">
            <a:extLst>
              <a:ext uri="{FF2B5EF4-FFF2-40B4-BE49-F238E27FC236}">
                <a16:creationId xmlns:a16="http://schemas.microsoft.com/office/drawing/2014/main" id="{407E9D00-D2CB-A2E6-4172-C465A8413945}"/>
              </a:ext>
            </a:extLst>
          </p:cNvPr>
          <p:cNvSpPr>
            <a:spLocks noChangeShapeType="1"/>
          </p:cNvSpPr>
          <p:nvPr/>
        </p:nvSpPr>
        <p:spPr bwMode="auto">
          <a:xfrm flipH="1" flipV="1">
            <a:off x="6858000" y="2514600"/>
            <a:ext cx="228600" cy="1219200"/>
          </a:xfrm>
          <a:prstGeom prst="line">
            <a:avLst/>
          </a:prstGeom>
          <a:noFill/>
          <a:ln w="28575">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0100" name="Text Box 116" descr="白色大理石">
            <a:extLst>
              <a:ext uri="{FF2B5EF4-FFF2-40B4-BE49-F238E27FC236}">
                <a16:creationId xmlns:a16="http://schemas.microsoft.com/office/drawing/2014/main" id="{8685D2E5-5040-E8F6-182C-045A8F33A39F}"/>
              </a:ext>
            </a:extLst>
          </p:cNvPr>
          <p:cNvSpPr txBox="1">
            <a:spLocks noChangeArrowheads="1"/>
          </p:cNvSpPr>
          <p:nvPr/>
        </p:nvSpPr>
        <p:spPr bwMode="auto">
          <a:xfrm>
            <a:off x="6781800" y="3671888"/>
            <a:ext cx="1295400" cy="519112"/>
          </a:xfrm>
          <a:prstGeom prst="rect">
            <a:avLst/>
          </a:prstGeom>
          <a:blipFill dpi="0" rotWithShape="0">
            <a:blip r:embed="rId3"/>
            <a:srcRect/>
            <a:tile tx="0" ty="0" sx="100000" sy="100000" flip="none" algn="tl"/>
          </a:blipFill>
          <a:ln w="9525">
            <a:noFill/>
            <a:miter lim="800000"/>
            <a:headEnd/>
            <a:tailEnd/>
          </a:ln>
          <a:effectLst>
            <a:outerShdw dist="107763" dir="2700000" algn="ctr" rotWithShape="0">
              <a:schemeClr val="bg2"/>
            </a:outerShdw>
          </a:effectLst>
        </p:spPr>
        <p:txBody>
          <a:bodyPr>
            <a:spAutoFit/>
          </a:bodyPr>
          <a:lstStyle/>
          <a:p>
            <a:pPr>
              <a:defRPr/>
            </a:pPr>
            <a:r>
              <a:rPr lang="zh-CN" altLang="en-US" sz="2800" b="1">
                <a:solidFill>
                  <a:srgbClr val="CC3300"/>
                </a:solidFill>
                <a:effectLst>
                  <a:outerShdw blurRad="38100" dist="38100" dir="2700000" algn="tl">
                    <a:srgbClr val="C0C0C0"/>
                  </a:outerShdw>
                </a:effectLst>
                <a:ea typeface="仿宋_GB2312" pitchFamily="49" charset="-122"/>
              </a:rPr>
              <a:t>关节点</a:t>
            </a:r>
            <a:endParaRPr lang="zh-CN" altLang="en-US"/>
          </a:p>
        </p:txBody>
      </p:sp>
      <p:sp>
        <p:nvSpPr>
          <p:cNvPr id="64626" name="Line 118">
            <a:extLst>
              <a:ext uri="{FF2B5EF4-FFF2-40B4-BE49-F238E27FC236}">
                <a16:creationId xmlns:a16="http://schemas.microsoft.com/office/drawing/2014/main" id="{F5ECDC65-8A82-683E-BED1-67B5E3C84392}"/>
              </a:ext>
            </a:extLst>
          </p:cNvPr>
          <p:cNvSpPr>
            <a:spLocks noChangeShapeType="1"/>
          </p:cNvSpPr>
          <p:nvPr/>
        </p:nvSpPr>
        <p:spPr bwMode="auto">
          <a:xfrm flipH="1">
            <a:off x="2601913" y="5240338"/>
            <a:ext cx="322262" cy="47625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灯片编号占位符 1">
            <a:extLst>
              <a:ext uri="{FF2B5EF4-FFF2-40B4-BE49-F238E27FC236}">
                <a16:creationId xmlns:a16="http://schemas.microsoft.com/office/drawing/2014/main" id="{370273B4-46F1-FB8B-16C6-FC4B5678534E}"/>
              </a:ext>
            </a:extLst>
          </p:cNvPr>
          <p:cNvSpPr>
            <a:spLocks noGrp="1"/>
          </p:cNvSpPr>
          <p:nvPr>
            <p:ph type="sldNum" sz="quarter" idx="12"/>
          </p:nvPr>
        </p:nvSpPr>
        <p:spPr/>
        <p:txBody>
          <a:bodyPr/>
          <a:lstStyle/>
          <a:p>
            <a:pPr>
              <a:defRPr/>
            </a:pPr>
            <a:fld id="{22EEED5C-99EB-4141-8E47-FA8D31DEB9C9}" type="slidenum">
              <a:rPr lang="en-US" altLang="zh-CN" smtClean="0"/>
              <a:pPr>
                <a:defRPr/>
              </a:pPr>
              <a:t>50</a:t>
            </a:fld>
            <a:endParaRPr lang="en-US" altLang="zh-CN"/>
          </a:p>
        </p:txBody>
      </p:sp>
      <p:sp>
        <p:nvSpPr>
          <p:cNvPr id="4" name="文本框 3">
            <a:extLst>
              <a:ext uri="{FF2B5EF4-FFF2-40B4-BE49-F238E27FC236}">
                <a16:creationId xmlns:a16="http://schemas.microsoft.com/office/drawing/2014/main" id="{504EC2D2-CC7B-3D3F-D47C-034845B8D286}"/>
              </a:ext>
            </a:extLst>
          </p:cNvPr>
          <p:cNvSpPr txBox="1"/>
          <p:nvPr/>
        </p:nvSpPr>
        <p:spPr>
          <a:xfrm>
            <a:off x="5638800" y="5869781"/>
            <a:ext cx="2317576" cy="400110"/>
          </a:xfrm>
          <a:prstGeom prst="rect">
            <a:avLst/>
          </a:prstGeom>
          <a:noFill/>
        </p:spPr>
        <p:txBody>
          <a:bodyPr wrap="square" rtlCol="0">
            <a:spAutoFit/>
          </a:bodyPr>
          <a:lstStyle/>
          <a:p>
            <a:r>
              <a:rPr lang="zh-CN" altLang="en-US" sz="2000" b="1" dirty="0"/>
              <a:t>数字表示访问次序</a:t>
            </a:r>
          </a:p>
        </p:txBody>
      </p:sp>
      <p:sp>
        <p:nvSpPr>
          <p:cNvPr id="5" name="文本框 4">
            <a:extLst>
              <a:ext uri="{FF2B5EF4-FFF2-40B4-BE49-F238E27FC236}">
                <a16:creationId xmlns:a16="http://schemas.microsoft.com/office/drawing/2014/main" id="{6F2C0922-95E4-AC58-30B1-93DA9FFE6C87}"/>
              </a:ext>
            </a:extLst>
          </p:cNvPr>
          <p:cNvSpPr txBox="1"/>
          <p:nvPr/>
        </p:nvSpPr>
        <p:spPr>
          <a:xfrm>
            <a:off x="1541484" y="6249988"/>
            <a:ext cx="3178088" cy="400110"/>
          </a:xfrm>
          <a:prstGeom prst="rect">
            <a:avLst/>
          </a:prstGeom>
          <a:noFill/>
        </p:spPr>
        <p:txBody>
          <a:bodyPr wrap="square" rtlCol="0">
            <a:spAutoFit/>
          </a:bodyPr>
          <a:lstStyle/>
          <a:p>
            <a:r>
              <a:rPr lang="zh-CN" altLang="en-US" sz="2000" b="1" dirty="0"/>
              <a:t>加上虚线就可消除关节点</a:t>
            </a:r>
          </a:p>
        </p:txBody>
      </p:sp>
    </p:spTree>
  </p:cSld>
  <p:clrMapOvr>
    <a:masterClrMapping/>
  </p:clrMapOvr>
  <p:transition>
    <p:zo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1B292919-DF59-53EE-449F-37950A7A0F27}"/>
              </a:ext>
            </a:extLst>
          </p:cNvPr>
          <p:cNvSpPr>
            <a:spLocks noGrp="1" noChangeArrowheads="1"/>
          </p:cNvSpPr>
          <p:nvPr>
            <p:ph type="title"/>
          </p:nvPr>
        </p:nvSpPr>
        <p:spPr/>
        <p:txBody>
          <a:bodyPr/>
          <a:lstStyle/>
          <a:p>
            <a:r>
              <a:rPr lang="zh-CN" altLang="en-US" dirty="0"/>
              <a:t>寻找关节点的方法（自学）</a:t>
            </a:r>
          </a:p>
        </p:txBody>
      </p:sp>
      <p:sp>
        <p:nvSpPr>
          <p:cNvPr id="68611" name="Rectangle 3">
            <a:extLst>
              <a:ext uri="{FF2B5EF4-FFF2-40B4-BE49-F238E27FC236}">
                <a16:creationId xmlns:a16="http://schemas.microsoft.com/office/drawing/2014/main" id="{1BEDAAEF-BD45-BEA6-99CF-658380B91D65}"/>
              </a:ext>
            </a:extLst>
          </p:cNvPr>
          <p:cNvSpPr>
            <a:spLocks noGrp="1" noChangeArrowheads="1"/>
          </p:cNvSpPr>
          <p:nvPr>
            <p:ph type="body" idx="1"/>
          </p:nvPr>
        </p:nvSpPr>
        <p:spPr/>
        <p:txBody>
          <a:bodyPr>
            <a:normAutofit fontScale="70000" lnSpcReduction="20000"/>
          </a:bodyPr>
          <a:lstStyle/>
          <a:p>
            <a:pPr>
              <a:lnSpc>
                <a:spcPct val="120000"/>
              </a:lnSpc>
            </a:pPr>
            <a:r>
              <a:rPr lang="zh-CN" altLang="en-US" dirty="0"/>
              <a:t>在图</a:t>
            </a:r>
            <a:r>
              <a:rPr lang="en-US" altLang="zh-CN" dirty="0"/>
              <a:t>G</a:t>
            </a:r>
            <a:r>
              <a:rPr lang="zh-CN" altLang="en-US" dirty="0"/>
              <a:t>的每个顶点上定义一个</a:t>
            </a:r>
            <a:r>
              <a:rPr lang="en-US" altLang="zh-CN" dirty="0" err="1"/>
              <a:t>dfn</a:t>
            </a:r>
            <a:r>
              <a:rPr lang="zh-CN" altLang="en-US" dirty="0"/>
              <a:t>和</a:t>
            </a:r>
            <a:r>
              <a:rPr lang="en-US" altLang="zh-CN" dirty="0"/>
              <a:t>low</a:t>
            </a:r>
            <a:r>
              <a:rPr lang="zh-CN" altLang="en-US" dirty="0"/>
              <a:t>值，</a:t>
            </a:r>
            <a:r>
              <a:rPr lang="en-US" altLang="zh-CN" dirty="0" err="1"/>
              <a:t>dfn</a:t>
            </a:r>
            <a:r>
              <a:rPr lang="en-US" altLang="zh-CN" dirty="0"/>
              <a:t> [u]</a:t>
            </a:r>
            <a:r>
              <a:rPr lang="zh-CN" altLang="en-US" dirty="0"/>
              <a:t>是深度优先搜索时访问</a:t>
            </a:r>
            <a:r>
              <a:rPr lang="en-US" altLang="zh-CN" dirty="0"/>
              <a:t>u</a:t>
            </a:r>
            <a:r>
              <a:rPr lang="zh-CN" altLang="en-US" dirty="0"/>
              <a:t>的次序，</a:t>
            </a:r>
            <a:r>
              <a:rPr lang="en-US" altLang="zh-CN" dirty="0"/>
              <a:t>low[u] </a:t>
            </a:r>
            <a:r>
              <a:rPr lang="zh-CN" altLang="en-US" dirty="0"/>
              <a:t>是从 </a:t>
            </a:r>
            <a:r>
              <a:rPr lang="en-US" altLang="zh-CN" dirty="0"/>
              <a:t>u </a:t>
            </a:r>
            <a:r>
              <a:rPr lang="zh-CN" altLang="en-US" dirty="0"/>
              <a:t>或</a:t>
            </a:r>
            <a:r>
              <a:rPr lang="en-US" altLang="zh-CN" dirty="0"/>
              <a:t>u </a:t>
            </a:r>
            <a:r>
              <a:rPr lang="zh-CN" altLang="en-US" dirty="0"/>
              <a:t>的子孙出发通过回边可以到达的最小深度优先数。</a:t>
            </a:r>
          </a:p>
          <a:p>
            <a:pPr lvl="1">
              <a:lnSpc>
                <a:spcPct val="120000"/>
              </a:lnSpc>
            </a:pPr>
            <a:r>
              <a:rPr lang="en-US" altLang="zh-CN" dirty="0"/>
              <a:t>low[u] = min { </a:t>
            </a:r>
            <a:r>
              <a:rPr lang="en-US" altLang="zh-CN" dirty="0" err="1"/>
              <a:t>dfn</a:t>
            </a:r>
            <a:r>
              <a:rPr lang="en-US" altLang="zh-CN" dirty="0"/>
              <a:t>[u], min{ low[w] | w </a:t>
            </a:r>
            <a:r>
              <a:rPr lang="zh-CN" altLang="en-US" dirty="0"/>
              <a:t>是 </a:t>
            </a:r>
            <a:r>
              <a:rPr lang="en-US" altLang="zh-CN" dirty="0"/>
              <a:t>u </a:t>
            </a:r>
            <a:r>
              <a:rPr lang="zh-CN" altLang="en-US" dirty="0"/>
              <a:t>的一个子女 </a:t>
            </a:r>
            <a:r>
              <a:rPr lang="en-US" altLang="zh-CN" dirty="0"/>
              <a:t>},                  min{ </a:t>
            </a:r>
            <a:r>
              <a:rPr lang="en-US" altLang="zh-CN" dirty="0" err="1"/>
              <a:t>dfn</a:t>
            </a:r>
            <a:r>
              <a:rPr lang="en-US" altLang="zh-CN" dirty="0"/>
              <a:t>[x] | (u, x) </a:t>
            </a:r>
            <a:r>
              <a:rPr lang="zh-CN" altLang="en-US" dirty="0"/>
              <a:t>是一条经过</a:t>
            </a:r>
            <a:r>
              <a:rPr lang="en-US" altLang="zh-CN" dirty="0"/>
              <a:t>u</a:t>
            </a:r>
            <a:r>
              <a:rPr lang="zh-CN" altLang="en-US" dirty="0"/>
              <a:t>和</a:t>
            </a:r>
            <a:r>
              <a:rPr lang="en-US" altLang="zh-CN" dirty="0"/>
              <a:t>x</a:t>
            </a:r>
            <a:r>
              <a:rPr lang="zh-CN" altLang="en-US" dirty="0"/>
              <a:t>的回路 </a:t>
            </a:r>
            <a:r>
              <a:rPr lang="en-US" altLang="zh-CN" dirty="0"/>
              <a:t>} }</a:t>
            </a:r>
          </a:p>
          <a:p>
            <a:pPr>
              <a:lnSpc>
                <a:spcPct val="120000"/>
              </a:lnSpc>
            </a:pPr>
            <a:r>
              <a:rPr lang="en-US" altLang="zh-CN" dirty="0"/>
              <a:t>u </a:t>
            </a:r>
            <a:r>
              <a:rPr lang="zh-CN" altLang="en-US" dirty="0"/>
              <a:t>是关节点的充要条件是：</a:t>
            </a:r>
          </a:p>
          <a:p>
            <a:pPr lvl="1">
              <a:lnSpc>
                <a:spcPct val="120000"/>
              </a:lnSpc>
            </a:pPr>
            <a:r>
              <a:rPr lang="en-US" altLang="zh-CN" dirty="0"/>
              <a:t>u </a:t>
            </a:r>
            <a:r>
              <a:rPr lang="zh-CN" altLang="en-US" dirty="0"/>
              <a:t>是具有两个以上子女的生成树的根；</a:t>
            </a:r>
          </a:p>
          <a:p>
            <a:pPr lvl="1">
              <a:lnSpc>
                <a:spcPct val="120000"/>
              </a:lnSpc>
            </a:pPr>
            <a:r>
              <a:rPr lang="en-US" altLang="zh-CN" dirty="0"/>
              <a:t>u </a:t>
            </a:r>
            <a:r>
              <a:rPr lang="zh-CN" altLang="en-US" dirty="0"/>
              <a:t>不是根，但它有一个子女 </a:t>
            </a:r>
            <a:r>
              <a:rPr lang="en-US" altLang="zh-CN" dirty="0"/>
              <a:t>w</a:t>
            </a:r>
            <a:r>
              <a:rPr lang="zh-CN" altLang="en-US" dirty="0"/>
              <a:t>，使得</a:t>
            </a:r>
          </a:p>
          <a:p>
            <a:pPr lvl="2">
              <a:lnSpc>
                <a:spcPct val="120000"/>
              </a:lnSpc>
            </a:pPr>
            <a:r>
              <a:rPr lang="en-US" altLang="zh-CN" dirty="0"/>
              <a:t>low[w] &gt;= </a:t>
            </a:r>
            <a:r>
              <a:rPr lang="en-US" altLang="zh-CN" dirty="0" err="1"/>
              <a:t>dfn</a:t>
            </a:r>
            <a:r>
              <a:rPr lang="en-US" altLang="zh-CN" dirty="0"/>
              <a:t>[u]</a:t>
            </a:r>
          </a:p>
          <a:p>
            <a:pPr lvl="2">
              <a:lnSpc>
                <a:spcPct val="120000"/>
              </a:lnSpc>
            </a:pPr>
            <a:r>
              <a:rPr lang="zh-CN" altLang="en-US" dirty="0"/>
              <a:t>这时 </a:t>
            </a:r>
            <a:r>
              <a:rPr lang="en-US" altLang="zh-CN" dirty="0"/>
              <a:t>w </a:t>
            </a:r>
            <a:r>
              <a:rPr lang="zh-CN" altLang="en-US" dirty="0"/>
              <a:t>及其子孙不存在指向 </a:t>
            </a:r>
            <a:r>
              <a:rPr lang="en-US" altLang="zh-CN" dirty="0"/>
              <a:t>u </a:t>
            </a:r>
            <a:r>
              <a:rPr lang="zh-CN" altLang="en-US" dirty="0"/>
              <a:t>的祖先的回边。</a:t>
            </a:r>
          </a:p>
        </p:txBody>
      </p:sp>
      <p:sp>
        <p:nvSpPr>
          <p:cNvPr id="2" name="灯片编号占位符 1">
            <a:extLst>
              <a:ext uri="{FF2B5EF4-FFF2-40B4-BE49-F238E27FC236}">
                <a16:creationId xmlns:a16="http://schemas.microsoft.com/office/drawing/2014/main" id="{FEAE89E5-BAA6-6F7F-B388-089F648D970B}"/>
              </a:ext>
            </a:extLst>
          </p:cNvPr>
          <p:cNvSpPr>
            <a:spLocks noGrp="1"/>
          </p:cNvSpPr>
          <p:nvPr>
            <p:ph type="sldNum" sz="quarter" idx="12"/>
          </p:nvPr>
        </p:nvSpPr>
        <p:spPr/>
        <p:txBody>
          <a:bodyPr/>
          <a:lstStyle/>
          <a:p>
            <a:pPr>
              <a:defRPr/>
            </a:pPr>
            <a:fld id="{2E0F9FB0-350A-4A87-9CD5-1F022F266B97}" type="slidenum">
              <a:rPr lang="en-US" altLang="zh-CN" smtClean="0"/>
              <a:pPr>
                <a:defRPr/>
              </a:pPr>
              <a:t>51</a:t>
            </a:fld>
            <a:endParaRPr lang="en-US" altLang="zh-CN"/>
          </a:p>
        </p:txBody>
      </p:sp>
    </p:spTree>
  </p:cSld>
  <p:clrMapOvr>
    <a:masterClrMapping/>
  </p:clrMapOvr>
  <p:transition>
    <p:spli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p:txBody>
          <a:bodyPr/>
          <a:lstStyle/>
          <a:p>
            <a:r>
              <a:rPr lang="zh-CN" altLang="en-US" dirty="0"/>
              <a:t>第</a:t>
            </a:r>
            <a:r>
              <a:rPr lang="en-US" altLang="zh-CN" dirty="0"/>
              <a:t>8</a:t>
            </a:r>
            <a:r>
              <a:rPr lang="zh-CN" altLang="en-US" dirty="0"/>
              <a:t>章作业</a:t>
            </a:r>
            <a:r>
              <a:rPr lang="en-US" altLang="zh-CN" dirty="0"/>
              <a:t>1</a:t>
            </a:r>
            <a:endParaRPr lang="zh-CN" altLang="en-US" dirty="0"/>
          </a:p>
        </p:txBody>
      </p:sp>
      <p:sp>
        <p:nvSpPr>
          <p:cNvPr id="157699" name="Rectangle 3"/>
          <p:cNvSpPr>
            <a:spLocks noGrp="1" noChangeArrowheads="1"/>
          </p:cNvSpPr>
          <p:nvPr>
            <p:ph idx="1"/>
          </p:nvPr>
        </p:nvSpPr>
        <p:spPr/>
        <p:txBody>
          <a:bodyPr>
            <a:normAutofit lnSpcReduction="10000"/>
          </a:bodyPr>
          <a:lstStyle/>
          <a:p>
            <a:pPr>
              <a:lnSpc>
                <a:spcPct val="100000"/>
              </a:lnSpc>
            </a:pPr>
            <a:r>
              <a:rPr lang="en-US" altLang="zh-CN" sz="2400" dirty="0"/>
              <a:t>1. </a:t>
            </a:r>
            <a:r>
              <a:rPr lang="zh-CN" altLang="en-US" sz="2400" dirty="0"/>
              <a:t>证明：完全无向图中，两个顶点之间简单路径数目为：</a:t>
            </a:r>
            <a:r>
              <a:rPr lang="en-US" sz="2400" dirty="0"/>
              <a:t>1+A(n-2,1)+A(n-2,2)+…+A(n-2,n-2)</a:t>
            </a:r>
            <a:r>
              <a:rPr lang="zh-CN" altLang="en-US" sz="2400" dirty="0"/>
              <a:t>，其中</a:t>
            </a:r>
            <a:r>
              <a:rPr lang="en-US" sz="2400" dirty="0"/>
              <a:t>A(</a:t>
            </a:r>
            <a:r>
              <a:rPr lang="en-US" sz="2400" dirty="0" err="1"/>
              <a:t>m,n</a:t>
            </a:r>
            <a:r>
              <a:rPr lang="en-US" sz="2400" dirty="0"/>
              <a:t>)</a:t>
            </a:r>
            <a:r>
              <a:rPr lang="zh-CN" altLang="en-US" sz="2400" dirty="0"/>
              <a:t>是</a:t>
            </a:r>
            <a:r>
              <a:rPr lang="en-US" sz="2400" dirty="0"/>
              <a:t>m</a:t>
            </a:r>
            <a:r>
              <a:rPr lang="zh-CN" altLang="en-US" sz="2400" dirty="0"/>
              <a:t>取</a:t>
            </a:r>
            <a:r>
              <a:rPr lang="en-US" sz="2400" dirty="0"/>
              <a:t>n</a:t>
            </a:r>
            <a:r>
              <a:rPr lang="zh-CN" altLang="en-US" sz="2400" dirty="0"/>
              <a:t>的排列数。</a:t>
            </a:r>
            <a:endParaRPr lang="en-US" altLang="zh-CN" sz="2400" dirty="0"/>
          </a:p>
          <a:p>
            <a:pPr>
              <a:lnSpc>
                <a:spcPct val="100000"/>
              </a:lnSpc>
            </a:pPr>
            <a:r>
              <a:rPr lang="en-US" altLang="zh-CN" sz="2400" dirty="0"/>
              <a:t>2. </a:t>
            </a:r>
            <a:r>
              <a:rPr lang="zh-CN" altLang="en-US" sz="2400" dirty="0"/>
              <a:t>以下题目要求用</a:t>
            </a:r>
            <a:r>
              <a:rPr lang="en-US" altLang="zh-CN" sz="2400" dirty="0"/>
              <a:t>c</a:t>
            </a:r>
            <a:r>
              <a:rPr lang="zh-CN" altLang="en-US" sz="2400" dirty="0"/>
              <a:t>或者</a:t>
            </a:r>
            <a:r>
              <a:rPr lang="en-US" altLang="zh-CN" sz="2400" dirty="0"/>
              <a:t>C++</a:t>
            </a:r>
            <a:r>
              <a:rPr lang="zh-CN" altLang="en-US" sz="2400" dirty="0"/>
              <a:t>写出可执行的程序，源代码中应包括</a:t>
            </a:r>
            <a:r>
              <a:rPr lang="en-US" altLang="zh-CN" sz="2400" dirty="0"/>
              <a:t>main</a:t>
            </a:r>
            <a:r>
              <a:rPr lang="zh-CN" altLang="en-US" sz="2400" dirty="0"/>
              <a:t>函数，提交源代码和生成的</a:t>
            </a:r>
            <a:r>
              <a:rPr lang="en-US" altLang="zh-CN" sz="2400" dirty="0"/>
              <a:t>exe</a:t>
            </a:r>
            <a:r>
              <a:rPr lang="zh-CN" altLang="en-US" sz="2400" dirty="0"/>
              <a:t>文件。</a:t>
            </a:r>
            <a:endParaRPr lang="en-US" altLang="zh-CN" sz="2400" dirty="0"/>
          </a:p>
          <a:p>
            <a:pPr lvl="1">
              <a:lnSpc>
                <a:spcPct val="100000"/>
              </a:lnSpc>
            </a:pPr>
            <a:r>
              <a:rPr lang="en-US" altLang="zh-CN" sz="2000" dirty="0"/>
              <a:t>2.1. </a:t>
            </a:r>
            <a:r>
              <a:rPr lang="zh-CN" altLang="en-US" sz="2000" dirty="0"/>
              <a:t>改造深度优先搜索算法，在遍历图的过程中建立生成森林的左子女</a:t>
            </a:r>
            <a:r>
              <a:rPr lang="en-US" altLang="zh-CN" sz="2000" dirty="0"/>
              <a:t>-</a:t>
            </a:r>
            <a:r>
              <a:rPr lang="zh-CN" altLang="en-US" sz="2000" dirty="0"/>
              <a:t>右兄弟链表。</a:t>
            </a:r>
            <a:endParaRPr lang="en-US" altLang="zh-CN" sz="2400" dirty="0"/>
          </a:p>
          <a:p>
            <a:pPr lvl="1">
              <a:lnSpc>
                <a:spcPct val="100000"/>
              </a:lnSpc>
            </a:pPr>
            <a:r>
              <a:rPr lang="en-US" altLang="zh-CN" sz="2000" dirty="0"/>
              <a:t>2.2. </a:t>
            </a:r>
            <a:r>
              <a:rPr lang="zh-CN" altLang="en-US" sz="2000" dirty="0"/>
              <a:t>实现本</a:t>
            </a:r>
            <a:r>
              <a:rPr lang="en-US" altLang="zh-CN" sz="2000" dirty="0"/>
              <a:t>PPT</a:t>
            </a:r>
            <a:r>
              <a:rPr lang="zh-CN" altLang="en-US" sz="2000" dirty="0"/>
              <a:t>中的无向图的邻接表类（</a:t>
            </a:r>
            <a:r>
              <a:rPr lang="en-US" altLang="zh-CN" sz="2000" dirty="0"/>
              <a:t> class </a:t>
            </a:r>
            <a:r>
              <a:rPr lang="en-US" altLang="zh-CN" sz="2000" dirty="0" err="1"/>
              <a:t>Graphlnk</a:t>
            </a:r>
            <a:r>
              <a:rPr lang="en-US" altLang="zh-CN" sz="2000" dirty="0"/>
              <a:t> </a:t>
            </a:r>
            <a:r>
              <a:rPr lang="zh-CN" altLang="en-US" sz="2000" dirty="0"/>
              <a:t>）中的方法</a:t>
            </a:r>
            <a:r>
              <a:rPr lang="en-US" altLang="zh-CN" sz="2000" dirty="0"/>
              <a:t>”</a:t>
            </a:r>
            <a:r>
              <a:rPr lang="en-US" altLang="zh-CN" sz="2400" dirty="0"/>
              <a:t> bool </a:t>
            </a:r>
            <a:r>
              <a:rPr lang="en-US" altLang="zh-CN" sz="2400" dirty="0" err="1"/>
              <a:t>removeEdge</a:t>
            </a:r>
            <a:r>
              <a:rPr lang="en-US" altLang="zh-CN" sz="2400" dirty="0"/>
              <a:t> ( int v1,  int v2 )</a:t>
            </a:r>
            <a:r>
              <a:rPr lang="en-US" altLang="zh-CN" sz="2000" dirty="0"/>
              <a:t>”</a:t>
            </a:r>
            <a:r>
              <a:rPr lang="zh-CN" altLang="en-US" sz="2000" dirty="0"/>
              <a:t> ，删除连接</a:t>
            </a:r>
            <a:r>
              <a:rPr lang="en-US" altLang="zh-CN" sz="2000" dirty="0" err="1"/>
              <a:t>i</a:t>
            </a:r>
            <a:r>
              <a:rPr lang="zh-CN" altLang="en-US" sz="2000" dirty="0"/>
              <a:t>和</a:t>
            </a:r>
            <a:r>
              <a:rPr lang="en-US" altLang="zh-CN" sz="2000" dirty="0"/>
              <a:t>j</a:t>
            </a:r>
            <a:r>
              <a:rPr lang="zh-CN" altLang="en-US" sz="2000" dirty="0"/>
              <a:t>的边，这里</a:t>
            </a:r>
            <a:r>
              <a:rPr lang="en-US" altLang="zh-CN" sz="2000" dirty="0" err="1"/>
              <a:t>i</a:t>
            </a:r>
            <a:r>
              <a:rPr lang="zh-CN" altLang="en-US" sz="2000" dirty="0"/>
              <a:t>、</a:t>
            </a:r>
            <a:r>
              <a:rPr lang="en-US" altLang="zh-CN" sz="2000" dirty="0"/>
              <a:t>j</a:t>
            </a:r>
            <a:r>
              <a:rPr lang="zh-CN" altLang="en-US" sz="2000" dirty="0"/>
              <a:t>是顶点在顶点表中的下标。（该函数不要考虑各种错误处理，即假设函数的输入参数正确，程序中用到的各种数据也没有错误。程序中的</a:t>
            </a:r>
            <a:r>
              <a:rPr lang="en-US" altLang="zh-CN" sz="2000" dirty="0" err="1"/>
              <a:t>Graphlnk</a:t>
            </a:r>
            <a:r>
              <a:rPr lang="zh-CN" altLang="en-US" sz="2000" dirty="0"/>
              <a:t>类定义只要包含</a:t>
            </a:r>
            <a:r>
              <a:rPr lang="en-US" altLang="zh-CN" sz="2000" dirty="0" err="1"/>
              <a:t>RemoveEdge</a:t>
            </a:r>
            <a:r>
              <a:rPr lang="en-US" altLang="zh-CN" sz="2000" dirty="0"/>
              <a:t>(int </a:t>
            </a:r>
            <a:r>
              <a:rPr lang="en-US" altLang="zh-CN" sz="2000" dirty="0" err="1"/>
              <a:t>i</a:t>
            </a:r>
            <a:r>
              <a:rPr lang="en-US" altLang="zh-CN" sz="2000" dirty="0"/>
              <a:t>, int j)</a:t>
            </a:r>
            <a:r>
              <a:rPr lang="zh-CN" altLang="en-US" sz="2000" dirty="0"/>
              <a:t>需要用到的属性和方法的定义即可）</a:t>
            </a:r>
            <a:endParaRPr lang="en-US" altLang="zh-CN" sz="2000" dirty="0"/>
          </a:p>
        </p:txBody>
      </p:sp>
      <p:sp>
        <p:nvSpPr>
          <p:cNvPr id="2" name="灯片编号占位符 1">
            <a:extLst>
              <a:ext uri="{FF2B5EF4-FFF2-40B4-BE49-F238E27FC236}">
                <a16:creationId xmlns:a16="http://schemas.microsoft.com/office/drawing/2014/main" id="{098F46C9-3AEA-4065-877E-2237746D50AB}"/>
              </a:ext>
            </a:extLst>
          </p:cNvPr>
          <p:cNvSpPr>
            <a:spLocks noGrp="1"/>
          </p:cNvSpPr>
          <p:nvPr>
            <p:ph type="sldNum" sz="quarter" idx="12"/>
          </p:nvPr>
        </p:nvSpPr>
        <p:spPr/>
        <p:txBody>
          <a:bodyPr/>
          <a:lstStyle/>
          <a:p>
            <a:fld id="{EB19EAB4-AE1B-4E29-9BB5-042721FF4900}" type="slidenum">
              <a:rPr lang="en-US" altLang="zh-CN" smtClean="0"/>
              <a:pPr/>
              <a:t>52</a:t>
            </a:fld>
            <a:endParaRPr lang="en-US" altLang="zh-CN"/>
          </a:p>
        </p:txBody>
      </p:sp>
    </p:spTree>
    <p:extLst>
      <p:ext uri="{BB962C8B-B14F-4D97-AF65-F5344CB8AC3E}">
        <p14:creationId xmlns:p14="http://schemas.microsoft.com/office/powerpoint/2010/main" val="2300776684"/>
      </p:ext>
    </p:extLst>
  </p:cSld>
  <p:clrMapOvr>
    <a:masterClrMapping/>
  </p:clrMapOvr>
  <p:transition>
    <p:spli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a:extLst>
              <a:ext uri="{FF2B5EF4-FFF2-40B4-BE49-F238E27FC236}">
                <a16:creationId xmlns:a16="http://schemas.microsoft.com/office/drawing/2014/main" id="{449CA375-261A-A356-7C25-639323CC0239}"/>
              </a:ext>
            </a:extLst>
          </p:cNvPr>
          <p:cNvSpPr>
            <a:spLocks noGrp="1" noChangeArrowheads="1"/>
          </p:cNvSpPr>
          <p:nvPr>
            <p:ph type="title"/>
          </p:nvPr>
        </p:nvSpPr>
        <p:spPr/>
        <p:txBody>
          <a:bodyPr/>
          <a:lstStyle/>
          <a:p>
            <a:r>
              <a:rPr lang="en-US" altLang="zh-CN"/>
              <a:t>8.4 </a:t>
            </a:r>
            <a:r>
              <a:rPr lang="zh-CN" altLang="en-US"/>
              <a:t>最小生成树 </a:t>
            </a:r>
          </a:p>
        </p:txBody>
      </p:sp>
      <p:sp>
        <p:nvSpPr>
          <p:cNvPr id="180227" name="Rectangle 3">
            <a:extLst>
              <a:ext uri="{FF2B5EF4-FFF2-40B4-BE49-F238E27FC236}">
                <a16:creationId xmlns:a16="http://schemas.microsoft.com/office/drawing/2014/main" id="{C4BFFA48-D045-822B-4D87-092895C3490C}"/>
              </a:ext>
            </a:extLst>
          </p:cNvPr>
          <p:cNvSpPr>
            <a:spLocks noGrp="1" noChangeArrowheads="1"/>
          </p:cNvSpPr>
          <p:nvPr>
            <p:ph type="body" idx="1"/>
          </p:nvPr>
        </p:nvSpPr>
        <p:spPr/>
        <p:txBody>
          <a:bodyPr>
            <a:normAutofit fontScale="92500" lnSpcReduction="10000"/>
          </a:bodyPr>
          <a:lstStyle/>
          <a:p>
            <a:r>
              <a:rPr lang="zh-CN" altLang="en-US" dirty="0"/>
              <a:t>不同的遍历方法，可以得到一个图不同的生成树；从不同的顶点出发，也可能得到不同的生成树。</a:t>
            </a:r>
          </a:p>
          <a:p>
            <a:r>
              <a:rPr lang="zh-CN" altLang="en-US" dirty="0"/>
              <a:t>按照生成树的定义，</a:t>
            </a:r>
            <a:r>
              <a:rPr lang="en-US" altLang="zh-CN" dirty="0"/>
              <a:t>n</a:t>
            </a:r>
            <a:r>
              <a:rPr lang="zh-CN" altLang="en-US" dirty="0"/>
              <a:t>个顶点的连通网络的生成树有</a:t>
            </a:r>
            <a:r>
              <a:rPr lang="en-US" altLang="zh-CN" dirty="0"/>
              <a:t>n</a:t>
            </a:r>
            <a:r>
              <a:rPr lang="zh-CN" altLang="en-US" dirty="0"/>
              <a:t>个顶点、</a:t>
            </a:r>
            <a:r>
              <a:rPr lang="en-US" altLang="zh-CN" dirty="0"/>
              <a:t>n-1</a:t>
            </a:r>
            <a:r>
              <a:rPr lang="zh-CN" altLang="en-US" dirty="0"/>
              <a:t>条边。</a:t>
            </a:r>
          </a:p>
          <a:p>
            <a:r>
              <a:rPr lang="zh-CN" altLang="en-US" dirty="0"/>
              <a:t>构造最小生成树的准则</a:t>
            </a:r>
          </a:p>
          <a:p>
            <a:pPr lvl="1"/>
            <a:r>
              <a:rPr lang="zh-CN" altLang="en-US" dirty="0"/>
              <a:t>必须使用且仅使用该网络中的</a:t>
            </a:r>
            <a:r>
              <a:rPr lang="en-US" altLang="zh-CN" dirty="0"/>
              <a:t>n-1 </a:t>
            </a:r>
            <a:r>
              <a:rPr lang="zh-CN" altLang="en-US" dirty="0"/>
              <a:t>条边来连接网络中的</a:t>
            </a:r>
            <a:r>
              <a:rPr lang="en-US" altLang="zh-CN" dirty="0"/>
              <a:t>n </a:t>
            </a:r>
            <a:r>
              <a:rPr lang="zh-CN" altLang="en-US" dirty="0"/>
              <a:t>个顶点；</a:t>
            </a:r>
          </a:p>
          <a:p>
            <a:pPr lvl="1"/>
            <a:r>
              <a:rPr lang="zh-CN" altLang="en-US" dirty="0"/>
              <a:t>不能使用产生回路的边；</a:t>
            </a:r>
          </a:p>
          <a:p>
            <a:pPr lvl="1"/>
            <a:r>
              <a:rPr lang="zh-CN" altLang="en-US" dirty="0"/>
              <a:t>各边上的权值的总和达到最小。</a:t>
            </a:r>
          </a:p>
        </p:txBody>
      </p:sp>
      <p:sp>
        <p:nvSpPr>
          <p:cNvPr id="2" name="灯片编号占位符 1">
            <a:extLst>
              <a:ext uri="{FF2B5EF4-FFF2-40B4-BE49-F238E27FC236}">
                <a16:creationId xmlns:a16="http://schemas.microsoft.com/office/drawing/2014/main" id="{A1D687CA-5B36-4924-6B0C-9C2DBE180AF2}"/>
              </a:ext>
            </a:extLst>
          </p:cNvPr>
          <p:cNvSpPr>
            <a:spLocks noGrp="1"/>
          </p:cNvSpPr>
          <p:nvPr>
            <p:ph type="sldNum" sz="quarter" idx="12"/>
          </p:nvPr>
        </p:nvSpPr>
        <p:spPr/>
        <p:txBody>
          <a:bodyPr/>
          <a:lstStyle/>
          <a:p>
            <a:pPr>
              <a:defRPr/>
            </a:pPr>
            <a:fld id="{2E0F9FB0-350A-4A87-9CD5-1F022F266B97}" type="slidenum">
              <a:rPr lang="en-US" altLang="zh-CN" smtClean="0"/>
              <a:pPr>
                <a:defRPr/>
              </a:pPr>
              <a:t>53</a:t>
            </a:fld>
            <a:endParaRPr lang="en-US" altLang="zh-CN"/>
          </a:p>
        </p:txBody>
      </p:sp>
    </p:spTree>
  </p:cSld>
  <p:clrMapOvr>
    <a:masterClrMapping/>
  </p:clrMapOvr>
  <p:transition>
    <p:zoom/>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a:extLst>
              <a:ext uri="{FF2B5EF4-FFF2-40B4-BE49-F238E27FC236}">
                <a16:creationId xmlns:a16="http://schemas.microsoft.com/office/drawing/2014/main" id="{9AB0C9C6-AF4C-956A-750C-8A41DC06DF1E}"/>
              </a:ext>
            </a:extLst>
          </p:cNvPr>
          <p:cNvSpPr>
            <a:spLocks noGrp="1" noChangeArrowheads="1"/>
          </p:cNvSpPr>
          <p:nvPr>
            <p:ph type="title"/>
          </p:nvPr>
        </p:nvSpPr>
        <p:spPr/>
        <p:txBody>
          <a:bodyPr/>
          <a:lstStyle/>
          <a:p>
            <a:r>
              <a:rPr lang="en-US" altLang="zh-CN" dirty="0"/>
              <a:t>8.4.1 </a:t>
            </a:r>
            <a:r>
              <a:rPr lang="zh-CN" altLang="en-US" dirty="0"/>
              <a:t>克鲁斯卡尔 </a:t>
            </a:r>
            <a:r>
              <a:rPr lang="en-US" altLang="zh-CN" dirty="0"/>
              <a:t>(Kruskal) </a:t>
            </a:r>
            <a:r>
              <a:rPr lang="zh-CN" altLang="en-US" dirty="0"/>
              <a:t>算法</a:t>
            </a:r>
          </a:p>
        </p:txBody>
      </p:sp>
      <p:sp>
        <p:nvSpPr>
          <p:cNvPr id="181251" name="Rectangle 3">
            <a:extLst>
              <a:ext uri="{FF2B5EF4-FFF2-40B4-BE49-F238E27FC236}">
                <a16:creationId xmlns:a16="http://schemas.microsoft.com/office/drawing/2014/main" id="{245929BE-E113-7A4D-C792-FC632124FEB4}"/>
              </a:ext>
            </a:extLst>
          </p:cNvPr>
          <p:cNvSpPr>
            <a:spLocks noGrp="1" noChangeArrowheads="1"/>
          </p:cNvSpPr>
          <p:nvPr>
            <p:ph type="body" idx="1"/>
          </p:nvPr>
        </p:nvSpPr>
        <p:spPr/>
        <p:txBody>
          <a:bodyPr>
            <a:normAutofit fontScale="92500" lnSpcReduction="10000"/>
          </a:bodyPr>
          <a:lstStyle/>
          <a:p>
            <a:r>
              <a:rPr lang="zh-CN" altLang="en-US" dirty="0"/>
              <a:t>克鲁斯卡尔算法的基本思想：</a:t>
            </a:r>
          </a:p>
          <a:p>
            <a:pPr lvl="1"/>
            <a:r>
              <a:rPr lang="zh-CN" altLang="en-US" dirty="0"/>
              <a:t>设一个有 </a:t>
            </a:r>
            <a:r>
              <a:rPr lang="en-US" altLang="zh-CN" dirty="0"/>
              <a:t>n </a:t>
            </a:r>
            <a:r>
              <a:rPr lang="zh-CN" altLang="en-US" dirty="0"/>
              <a:t>个顶点的连通网络 </a:t>
            </a:r>
            <a:r>
              <a:rPr lang="en-US" altLang="zh-CN" dirty="0"/>
              <a:t>N = { V, E }</a:t>
            </a:r>
            <a:r>
              <a:rPr lang="zh-CN" altLang="en-US" dirty="0"/>
              <a:t>，最初先构造一个只有 </a:t>
            </a:r>
            <a:r>
              <a:rPr lang="en-US" altLang="zh-CN" dirty="0"/>
              <a:t>n </a:t>
            </a:r>
            <a:r>
              <a:rPr lang="zh-CN" altLang="en-US" dirty="0"/>
              <a:t>个顶点，没有边的非连通图 </a:t>
            </a:r>
            <a:r>
              <a:rPr lang="en-US" altLang="zh-CN" dirty="0"/>
              <a:t>T = { V, </a:t>
            </a:r>
            <a:r>
              <a:rPr lang="en-US" altLang="zh-CN" dirty="0">
                <a:sym typeface="Symbol" pitchFamily="18" charset="2"/>
              </a:rPr>
              <a:t></a:t>
            </a:r>
            <a:r>
              <a:rPr lang="en-US" altLang="zh-CN" dirty="0"/>
              <a:t> }</a:t>
            </a:r>
            <a:r>
              <a:rPr lang="zh-CN" altLang="en-US" dirty="0"/>
              <a:t>，</a:t>
            </a:r>
            <a:r>
              <a:rPr lang="en-US" altLang="zh-CN" dirty="0"/>
              <a:t> </a:t>
            </a:r>
            <a:r>
              <a:rPr lang="zh-CN" altLang="en-US" dirty="0"/>
              <a:t>图中每个顶点自成一个连通分量。</a:t>
            </a:r>
            <a:endParaRPr lang="en-US" altLang="zh-CN" dirty="0"/>
          </a:p>
          <a:p>
            <a:pPr lvl="1"/>
            <a:r>
              <a:rPr lang="zh-CN" altLang="en-US" dirty="0"/>
              <a:t>当在 </a:t>
            </a:r>
            <a:r>
              <a:rPr lang="en-US" altLang="zh-CN" dirty="0"/>
              <a:t>E </a:t>
            </a:r>
            <a:r>
              <a:rPr lang="zh-CN" altLang="en-US" dirty="0"/>
              <a:t>中选到一条具有最小权值的边时，若该边的两个顶点落在不同的连通分量上，则将此边加入到 </a:t>
            </a:r>
            <a:r>
              <a:rPr lang="en-US" altLang="zh-CN" dirty="0"/>
              <a:t>T </a:t>
            </a:r>
            <a:r>
              <a:rPr lang="zh-CN" altLang="en-US" dirty="0"/>
              <a:t>中</a:t>
            </a:r>
            <a:r>
              <a:rPr lang="en-US" altLang="zh-CN" dirty="0"/>
              <a:t>; </a:t>
            </a:r>
            <a:r>
              <a:rPr lang="zh-CN" altLang="en-US" dirty="0"/>
              <a:t>否则将此边舍去，重新选择一条权值最小的边。</a:t>
            </a:r>
            <a:endParaRPr lang="en-US" altLang="zh-CN" dirty="0"/>
          </a:p>
          <a:p>
            <a:pPr lvl="1"/>
            <a:r>
              <a:rPr lang="zh-CN" altLang="en-US" dirty="0"/>
              <a:t>如此重复下去，直到所有顶点在同一个连通分量上为止。</a:t>
            </a:r>
          </a:p>
        </p:txBody>
      </p:sp>
      <p:sp>
        <p:nvSpPr>
          <p:cNvPr id="2" name="灯片编号占位符 1">
            <a:extLst>
              <a:ext uri="{FF2B5EF4-FFF2-40B4-BE49-F238E27FC236}">
                <a16:creationId xmlns:a16="http://schemas.microsoft.com/office/drawing/2014/main" id="{02913647-DBBC-F068-9468-3F64DC228121}"/>
              </a:ext>
            </a:extLst>
          </p:cNvPr>
          <p:cNvSpPr>
            <a:spLocks noGrp="1"/>
          </p:cNvSpPr>
          <p:nvPr>
            <p:ph type="sldNum" sz="quarter" idx="12"/>
          </p:nvPr>
        </p:nvSpPr>
        <p:spPr/>
        <p:txBody>
          <a:bodyPr/>
          <a:lstStyle/>
          <a:p>
            <a:pPr>
              <a:defRPr/>
            </a:pPr>
            <a:fld id="{2E0F9FB0-350A-4A87-9CD5-1F022F266B97}" type="slidenum">
              <a:rPr lang="en-US" altLang="zh-CN" smtClean="0"/>
              <a:pPr>
                <a:defRPr/>
              </a:pPr>
              <a:t>54</a:t>
            </a:fld>
            <a:endParaRPr lang="en-US" altLang="zh-CN"/>
          </a:p>
        </p:txBody>
      </p:sp>
    </p:spTree>
  </p:cSld>
  <p:clrMapOvr>
    <a:masterClrMapping/>
  </p:clrMapOvr>
  <p:transition>
    <p:zo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802F981-449F-4F40-BC82-4AD23CFD8F81}"/>
              </a:ext>
            </a:extLst>
          </p:cNvPr>
          <p:cNvSpPr>
            <a:spLocks noGrp="1"/>
          </p:cNvSpPr>
          <p:nvPr>
            <p:ph type="title"/>
          </p:nvPr>
        </p:nvSpPr>
        <p:spPr/>
        <p:txBody>
          <a:bodyPr/>
          <a:lstStyle/>
          <a:p>
            <a:r>
              <a:rPr lang="zh-CN" altLang="en-US" dirty="0"/>
              <a:t>使用的数据结构</a:t>
            </a:r>
          </a:p>
        </p:txBody>
      </p:sp>
      <p:sp>
        <p:nvSpPr>
          <p:cNvPr id="274435" name="Rectangle 3">
            <a:extLst>
              <a:ext uri="{FF2B5EF4-FFF2-40B4-BE49-F238E27FC236}">
                <a16:creationId xmlns:a16="http://schemas.microsoft.com/office/drawing/2014/main" id="{FCC445AD-F7A1-8A1B-69D3-939731A58516}"/>
              </a:ext>
            </a:extLst>
          </p:cNvPr>
          <p:cNvSpPr>
            <a:spLocks noGrp="1" noChangeArrowheads="1"/>
          </p:cNvSpPr>
          <p:nvPr>
            <p:ph type="body" idx="1"/>
          </p:nvPr>
        </p:nvSpPr>
        <p:spPr/>
        <p:txBody>
          <a:bodyPr>
            <a:normAutofit fontScale="77500" lnSpcReduction="20000"/>
          </a:bodyPr>
          <a:lstStyle/>
          <a:p>
            <a:r>
              <a:rPr lang="zh-CN" altLang="en-US" dirty="0"/>
              <a:t>利用最小堆</a:t>
            </a:r>
            <a:r>
              <a:rPr lang="en-US" altLang="zh-CN" dirty="0"/>
              <a:t>(</a:t>
            </a:r>
            <a:r>
              <a:rPr lang="en-US" altLang="zh-CN" dirty="0" err="1"/>
              <a:t>MinHeap</a:t>
            </a:r>
            <a:r>
              <a:rPr lang="en-US" altLang="zh-CN" dirty="0"/>
              <a:t>)</a:t>
            </a:r>
            <a:r>
              <a:rPr lang="zh-CN" altLang="en-US" dirty="0"/>
              <a:t>和并查集</a:t>
            </a:r>
            <a:r>
              <a:rPr lang="en-US" altLang="zh-CN" dirty="0"/>
              <a:t>(</a:t>
            </a:r>
            <a:r>
              <a:rPr lang="en-US" altLang="zh-CN" dirty="0" err="1"/>
              <a:t>DisjointSets</a:t>
            </a:r>
            <a:r>
              <a:rPr lang="en-US" altLang="zh-CN" dirty="0"/>
              <a:t>)</a:t>
            </a:r>
            <a:r>
              <a:rPr lang="zh-CN" altLang="en-US" dirty="0"/>
              <a:t>实现克鲁斯卡尔算法。</a:t>
            </a:r>
          </a:p>
          <a:p>
            <a:r>
              <a:rPr lang="zh-CN" altLang="en-US" dirty="0"/>
              <a:t>首先，利用最小堆存放</a:t>
            </a:r>
            <a:r>
              <a:rPr lang="en-US" altLang="zh-CN" dirty="0"/>
              <a:t>E</a:t>
            </a:r>
            <a:r>
              <a:rPr lang="zh-CN" altLang="en-US" dirty="0"/>
              <a:t>中的所有的边，堆中每个结点的格式为</a:t>
            </a:r>
          </a:p>
          <a:p>
            <a:endParaRPr lang="zh-CN" altLang="en-US" dirty="0"/>
          </a:p>
          <a:p>
            <a:endParaRPr lang="zh-CN" altLang="en-US" dirty="0"/>
          </a:p>
          <a:p>
            <a:endParaRPr lang="en-US" altLang="zh-CN" dirty="0"/>
          </a:p>
          <a:p>
            <a:r>
              <a:rPr lang="zh-CN" altLang="en-US" dirty="0"/>
              <a:t>在构造最小生成树过程中，</a:t>
            </a:r>
            <a:r>
              <a:rPr lang="en-US" altLang="zh-CN" dirty="0"/>
              <a:t> </a:t>
            </a:r>
            <a:r>
              <a:rPr lang="zh-CN" altLang="en-US" dirty="0"/>
              <a:t>利用并查集的</a:t>
            </a:r>
            <a:r>
              <a:rPr lang="en-US" altLang="zh-CN" dirty="0"/>
              <a:t>Find</a:t>
            </a:r>
            <a:r>
              <a:rPr lang="zh-CN" altLang="en-US" dirty="0"/>
              <a:t>运算检查依附一条边的两顶点</a:t>
            </a:r>
            <a:r>
              <a:rPr lang="en-US" altLang="zh-CN" dirty="0"/>
              <a:t>tail</a:t>
            </a:r>
            <a:r>
              <a:rPr lang="zh-CN" altLang="en-US" dirty="0"/>
              <a:t>、</a:t>
            </a:r>
            <a:r>
              <a:rPr lang="en-US" altLang="zh-CN" dirty="0"/>
              <a:t>head </a:t>
            </a:r>
            <a:r>
              <a:rPr lang="zh-CN" altLang="en-US" dirty="0"/>
              <a:t>是否在同一连通分量上，</a:t>
            </a:r>
            <a:r>
              <a:rPr lang="en-US" altLang="zh-CN" dirty="0"/>
              <a:t> </a:t>
            </a:r>
            <a:r>
              <a:rPr lang="zh-CN" altLang="en-US" dirty="0"/>
              <a:t>是则舍去这条边；否则将此边加入 </a:t>
            </a:r>
            <a:r>
              <a:rPr lang="en-US" altLang="zh-CN" dirty="0"/>
              <a:t>T</a:t>
            </a:r>
            <a:r>
              <a:rPr lang="zh-CN" altLang="en-US" dirty="0"/>
              <a:t>，同时利用</a:t>
            </a:r>
            <a:r>
              <a:rPr lang="en-US" altLang="zh-CN" dirty="0"/>
              <a:t>Union</a:t>
            </a:r>
            <a:r>
              <a:rPr lang="zh-CN" altLang="en-US" dirty="0"/>
              <a:t>运算将这两个顶点各自所属的两个连通分量合并。</a:t>
            </a:r>
          </a:p>
        </p:txBody>
      </p:sp>
      <p:grpSp>
        <p:nvGrpSpPr>
          <p:cNvPr id="2" name="组合 1">
            <a:extLst>
              <a:ext uri="{FF2B5EF4-FFF2-40B4-BE49-F238E27FC236}">
                <a16:creationId xmlns:a16="http://schemas.microsoft.com/office/drawing/2014/main" id="{05B0A98B-2162-43C1-8412-1BDAC6DC9838}"/>
              </a:ext>
            </a:extLst>
          </p:cNvPr>
          <p:cNvGrpSpPr/>
          <p:nvPr/>
        </p:nvGrpSpPr>
        <p:grpSpPr>
          <a:xfrm>
            <a:off x="1475656" y="3284984"/>
            <a:ext cx="5929828" cy="1148337"/>
            <a:chOff x="1676400" y="2395538"/>
            <a:chExt cx="5929828" cy="1148337"/>
          </a:xfrm>
        </p:grpSpPr>
        <p:sp>
          <p:nvSpPr>
            <p:cNvPr id="68611" name="Rectangle 5" descr="白色大理石">
              <a:extLst>
                <a:ext uri="{FF2B5EF4-FFF2-40B4-BE49-F238E27FC236}">
                  <a16:creationId xmlns:a16="http://schemas.microsoft.com/office/drawing/2014/main" id="{4A04278E-0C56-51FB-8A08-0AAE6A43A3B1}"/>
                </a:ext>
              </a:extLst>
            </p:cNvPr>
            <p:cNvSpPr>
              <a:spLocks noChangeArrowheads="1"/>
            </p:cNvSpPr>
            <p:nvPr/>
          </p:nvSpPr>
          <p:spPr bwMode="auto">
            <a:xfrm>
              <a:off x="1727200" y="2395538"/>
              <a:ext cx="5029200" cy="533400"/>
            </a:xfrm>
            <a:prstGeom prst="rect">
              <a:avLst/>
            </a:prstGeom>
            <a:blipFill dpi="0" rotWithShape="0">
              <a:blip r:embed="rId2"/>
              <a:srcRect/>
              <a:tile tx="0" ty="0" sx="100000" sy="100000" flip="none" algn="tl"/>
            </a:blipFill>
            <a:ln w="38100">
              <a:solidFill>
                <a:srgbClr val="008080"/>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r>
                <a:rPr lang="en-US" altLang="zh-CN" sz="3200" b="1" i="1" dirty="0">
                  <a:ea typeface="隶书" panose="02010509060101010101" pitchFamily="49" charset="-122"/>
                </a:rPr>
                <a:t>    </a:t>
              </a:r>
              <a:r>
                <a:rPr lang="en-US" altLang="zh-CN" sz="3200" b="1" dirty="0">
                  <a:solidFill>
                    <a:schemeClr val="tx2"/>
                  </a:solidFill>
                  <a:ea typeface="隶书" panose="02010509060101010101" pitchFamily="49" charset="-122"/>
                </a:rPr>
                <a:t>tail          head          cost</a:t>
              </a:r>
              <a:r>
                <a:rPr lang="en-US" altLang="zh-CN" sz="3200" b="1" dirty="0">
                  <a:ea typeface="隶书" panose="02010509060101010101" pitchFamily="49" charset="-122"/>
                </a:rPr>
                <a:t> </a:t>
              </a:r>
            </a:p>
          </p:txBody>
        </p:sp>
        <p:sp>
          <p:nvSpPr>
            <p:cNvPr id="68612" name="Text Box 6">
              <a:extLst>
                <a:ext uri="{FF2B5EF4-FFF2-40B4-BE49-F238E27FC236}">
                  <a16:creationId xmlns:a16="http://schemas.microsoft.com/office/drawing/2014/main" id="{7348B842-CDD9-4527-78A7-B7B3432A4268}"/>
                </a:ext>
              </a:extLst>
            </p:cNvPr>
            <p:cNvSpPr txBox="1">
              <a:spLocks noChangeArrowheads="1"/>
            </p:cNvSpPr>
            <p:nvPr/>
          </p:nvSpPr>
          <p:spPr bwMode="auto">
            <a:xfrm>
              <a:off x="1676400" y="2959100"/>
              <a:ext cx="592982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zh-CN" altLang="en-US" sz="3200" dirty="0">
                  <a:solidFill>
                    <a:srgbClr val="008080"/>
                  </a:solidFill>
                  <a:latin typeface="隶书" panose="02010509060101010101" pitchFamily="49" charset="-122"/>
                  <a:ea typeface="隶书" panose="02010509060101010101" pitchFamily="49" charset="-122"/>
                </a:rPr>
                <a:t> 边的两个顶点位置</a:t>
              </a:r>
              <a:r>
                <a:rPr kumimoji="1" lang="zh-CN" altLang="en-US" sz="3200" dirty="0">
                  <a:latin typeface="隶书" panose="02010509060101010101" pitchFamily="49" charset="-122"/>
                  <a:ea typeface="隶书" panose="02010509060101010101" pitchFamily="49" charset="-122"/>
                </a:rPr>
                <a:t>   </a:t>
              </a:r>
              <a:r>
                <a:rPr kumimoji="1" lang="zh-CN" altLang="en-US" sz="3200" dirty="0">
                  <a:solidFill>
                    <a:srgbClr val="008080"/>
                  </a:solidFill>
                  <a:latin typeface="隶书" panose="02010509060101010101" pitchFamily="49" charset="-122"/>
                  <a:ea typeface="隶书" panose="02010509060101010101" pitchFamily="49" charset="-122"/>
                </a:rPr>
                <a:t>边的权值</a:t>
              </a:r>
              <a:endParaRPr kumimoji="1" lang="zh-CN" altLang="en-US" sz="3200" b="1" dirty="0">
                <a:latin typeface="Times New Roman" panose="02020603050405020304" pitchFamily="18" charset="0"/>
                <a:ea typeface="隶书" panose="02010509060101010101" pitchFamily="49" charset="-122"/>
              </a:endParaRPr>
            </a:p>
          </p:txBody>
        </p:sp>
        <p:sp>
          <p:nvSpPr>
            <p:cNvPr id="68613" name="Line 7">
              <a:extLst>
                <a:ext uri="{FF2B5EF4-FFF2-40B4-BE49-F238E27FC236}">
                  <a16:creationId xmlns:a16="http://schemas.microsoft.com/office/drawing/2014/main" id="{82F3E6CA-96A2-6769-1F55-7345B22BC71C}"/>
                </a:ext>
              </a:extLst>
            </p:cNvPr>
            <p:cNvSpPr>
              <a:spLocks noChangeShapeType="1"/>
            </p:cNvSpPr>
            <p:nvPr/>
          </p:nvSpPr>
          <p:spPr bwMode="auto">
            <a:xfrm>
              <a:off x="3403600" y="2395538"/>
              <a:ext cx="0" cy="533400"/>
            </a:xfrm>
            <a:prstGeom prst="line">
              <a:avLst/>
            </a:prstGeom>
            <a:noFill/>
            <a:ln w="38100">
              <a:solidFill>
                <a:srgbClr val="0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14" name="Line 8">
              <a:extLst>
                <a:ext uri="{FF2B5EF4-FFF2-40B4-BE49-F238E27FC236}">
                  <a16:creationId xmlns:a16="http://schemas.microsoft.com/office/drawing/2014/main" id="{39289C22-05E2-D7D8-C952-9C30E23F9688}"/>
                </a:ext>
              </a:extLst>
            </p:cNvPr>
            <p:cNvSpPr>
              <a:spLocks noChangeShapeType="1"/>
            </p:cNvSpPr>
            <p:nvPr/>
          </p:nvSpPr>
          <p:spPr bwMode="auto">
            <a:xfrm>
              <a:off x="5156200" y="2395538"/>
              <a:ext cx="0" cy="533400"/>
            </a:xfrm>
            <a:prstGeom prst="line">
              <a:avLst/>
            </a:prstGeom>
            <a:noFill/>
            <a:ln w="38100">
              <a:solidFill>
                <a:srgbClr val="0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 name="灯片编号占位符 3">
            <a:extLst>
              <a:ext uri="{FF2B5EF4-FFF2-40B4-BE49-F238E27FC236}">
                <a16:creationId xmlns:a16="http://schemas.microsoft.com/office/drawing/2014/main" id="{FC30D77E-9271-5357-7001-82EF8127B558}"/>
              </a:ext>
            </a:extLst>
          </p:cNvPr>
          <p:cNvSpPr>
            <a:spLocks noGrp="1"/>
          </p:cNvSpPr>
          <p:nvPr>
            <p:ph type="sldNum" sz="quarter" idx="12"/>
          </p:nvPr>
        </p:nvSpPr>
        <p:spPr/>
        <p:txBody>
          <a:bodyPr/>
          <a:lstStyle/>
          <a:p>
            <a:pPr>
              <a:defRPr/>
            </a:pPr>
            <a:fld id="{2E0F9FB0-350A-4A87-9CD5-1F022F266B97}" type="slidenum">
              <a:rPr lang="en-US" altLang="zh-CN" smtClean="0"/>
              <a:pPr>
                <a:defRPr/>
              </a:pPr>
              <a:t>55</a:t>
            </a:fld>
            <a:endParaRPr lang="en-US" altLang="zh-CN"/>
          </a:p>
        </p:txBody>
      </p:sp>
    </p:spTree>
  </p:cSld>
  <p:clrMapOvr>
    <a:masterClrMapping/>
  </p:clrMapOvr>
  <p:transition>
    <p:zoom/>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23454260-F806-4AE3-8ABB-E287D7894B01}"/>
              </a:ext>
            </a:extLst>
          </p:cNvPr>
          <p:cNvSpPr>
            <a:spLocks noGrp="1"/>
          </p:cNvSpPr>
          <p:nvPr>
            <p:ph type="title"/>
          </p:nvPr>
        </p:nvSpPr>
        <p:spPr/>
        <p:txBody>
          <a:bodyPr>
            <a:normAutofit/>
          </a:bodyPr>
          <a:lstStyle/>
          <a:p>
            <a:r>
              <a:rPr lang="zh-CN" altLang="en-US" dirty="0"/>
              <a:t>应用克鲁斯卡尔算法构造最小生成树的过程</a:t>
            </a:r>
          </a:p>
        </p:txBody>
      </p:sp>
      <p:sp>
        <p:nvSpPr>
          <p:cNvPr id="275458" name="Rectangle 2">
            <a:extLst>
              <a:ext uri="{FF2B5EF4-FFF2-40B4-BE49-F238E27FC236}">
                <a16:creationId xmlns:a16="http://schemas.microsoft.com/office/drawing/2014/main" id="{8740868A-BA1E-CA9D-EFDC-8F1D6E14B49A}"/>
              </a:ext>
            </a:extLst>
          </p:cNvPr>
          <p:cNvSpPr>
            <a:spLocks noGrp="1" noChangeArrowheads="1"/>
          </p:cNvSpPr>
          <p:nvPr>
            <p:ph type="body" idx="1"/>
          </p:nvPr>
        </p:nvSpPr>
        <p:spPr/>
        <p:txBody>
          <a:bodyPr/>
          <a:lstStyle/>
          <a:p>
            <a:r>
              <a:rPr lang="zh-CN" altLang="en-US" dirty="0"/>
              <a:t>随着各边加入最小生成树的边集合，各连通分量也在逐步合并，直到形成一个包含所有顶点的连通分量为止。</a:t>
            </a:r>
          </a:p>
        </p:txBody>
      </p:sp>
      <p:grpSp>
        <p:nvGrpSpPr>
          <p:cNvPr id="4" name="组合 3">
            <a:extLst>
              <a:ext uri="{FF2B5EF4-FFF2-40B4-BE49-F238E27FC236}">
                <a16:creationId xmlns:a16="http://schemas.microsoft.com/office/drawing/2014/main" id="{73E66F24-BA7A-42AC-B543-22E635291C04}"/>
              </a:ext>
            </a:extLst>
          </p:cNvPr>
          <p:cNvGrpSpPr/>
          <p:nvPr/>
        </p:nvGrpSpPr>
        <p:grpSpPr>
          <a:xfrm>
            <a:off x="304800" y="3233021"/>
            <a:ext cx="8534400" cy="3276600"/>
            <a:chOff x="304800" y="2895600"/>
            <a:chExt cx="8534400" cy="3276600"/>
          </a:xfrm>
        </p:grpSpPr>
        <p:sp>
          <p:nvSpPr>
            <p:cNvPr id="69653" name="Text Box 23">
              <a:extLst>
                <a:ext uri="{FF2B5EF4-FFF2-40B4-BE49-F238E27FC236}">
                  <a16:creationId xmlns:a16="http://schemas.microsoft.com/office/drawing/2014/main" id="{183C965D-CEAF-1E4A-2AEA-85C17741FE17}"/>
                </a:ext>
              </a:extLst>
            </p:cNvPr>
            <p:cNvSpPr txBox="1">
              <a:spLocks noChangeArrowheads="1"/>
            </p:cNvSpPr>
            <p:nvPr/>
          </p:nvSpPr>
          <p:spPr bwMode="auto">
            <a:xfrm>
              <a:off x="1371600" y="28956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28</a:t>
              </a:r>
              <a:endParaRPr kumimoji="1" lang="en-US" altLang="zh-CN" sz="2400">
                <a:latin typeface="Times New Roman" panose="02020603050405020304" pitchFamily="18" charset="0"/>
                <a:ea typeface="宋体" panose="02010600030101010101" pitchFamily="2" charset="-122"/>
              </a:endParaRPr>
            </a:p>
          </p:txBody>
        </p:sp>
        <p:grpSp>
          <p:nvGrpSpPr>
            <p:cNvPr id="2" name="组合 1">
              <a:extLst>
                <a:ext uri="{FF2B5EF4-FFF2-40B4-BE49-F238E27FC236}">
                  <a16:creationId xmlns:a16="http://schemas.microsoft.com/office/drawing/2014/main" id="{A99A42C8-0883-4CA7-ABE1-5DB499D6550E}"/>
                </a:ext>
              </a:extLst>
            </p:cNvPr>
            <p:cNvGrpSpPr/>
            <p:nvPr/>
          </p:nvGrpSpPr>
          <p:grpSpPr>
            <a:xfrm>
              <a:off x="304800" y="3048000"/>
              <a:ext cx="8534400" cy="3124200"/>
              <a:chOff x="304800" y="3048000"/>
              <a:chExt cx="8534400" cy="3124200"/>
            </a:xfrm>
          </p:grpSpPr>
          <p:sp>
            <p:nvSpPr>
              <p:cNvPr id="69634" name="Line 46">
                <a:extLst>
                  <a:ext uri="{FF2B5EF4-FFF2-40B4-BE49-F238E27FC236}">
                    <a16:creationId xmlns:a16="http://schemas.microsoft.com/office/drawing/2014/main" id="{67845EB0-79B3-D63F-34BD-DB88307BA0A6}"/>
                  </a:ext>
                </a:extLst>
              </p:cNvPr>
              <p:cNvSpPr>
                <a:spLocks noChangeShapeType="1"/>
              </p:cNvSpPr>
              <p:nvPr/>
            </p:nvSpPr>
            <p:spPr bwMode="auto">
              <a:xfrm flipH="1">
                <a:off x="6324600" y="3505200"/>
                <a:ext cx="457200" cy="838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35" name="Text Box 47">
                <a:extLst>
                  <a:ext uri="{FF2B5EF4-FFF2-40B4-BE49-F238E27FC236}">
                    <a16:creationId xmlns:a16="http://schemas.microsoft.com/office/drawing/2014/main" id="{83FC6FDA-C8FF-1B52-F404-AB0F283E86BB}"/>
                  </a:ext>
                </a:extLst>
              </p:cNvPr>
              <p:cNvSpPr txBox="1">
                <a:spLocks noChangeArrowheads="1"/>
              </p:cNvSpPr>
              <p:nvPr/>
            </p:nvSpPr>
            <p:spPr bwMode="auto">
              <a:xfrm>
                <a:off x="6096000" y="35194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69638" name="Line 8">
                <a:extLst>
                  <a:ext uri="{FF2B5EF4-FFF2-40B4-BE49-F238E27FC236}">
                    <a16:creationId xmlns:a16="http://schemas.microsoft.com/office/drawing/2014/main" id="{631288FA-1981-EF64-C060-47CEBE15B4DE}"/>
                  </a:ext>
                </a:extLst>
              </p:cNvPr>
              <p:cNvSpPr>
                <a:spLocks noChangeShapeType="1"/>
              </p:cNvSpPr>
              <p:nvPr/>
            </p:nvSpPr>
            <p:spPr bwMode="auto">
              <a:xfrm>
                <a:off x="1143000" y="3429000"/>
                <a:ext cx="11430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39" name="Line 9">
                <a:extLst>
                  <a:ext uri="{FF2B5EF4-FFF2-40B4-BE49-F238E27FC236}">
                    <a16:creationId xmlns:a16="http://schemas.microsoft.com/office/drawing/2014/main" id="{C86435D8-3031-F486-C74D-F0D5E62B2C34}"/>
                  </a:ext>
                </a:extLst>
              </p:cNvPr>
              <p:cNvSpPr>
                <a:spLocks noChangeShapeType="1"/>
              </p:cNvSpPr>
              <p:nvPr/>
            </p:nvSpPr>
            <p:spPr bwMode="auto">
              <a:xfrm>
                <a:off x="1143000" y="5334000"/>
                <a:ext cx="11430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40" name="Line 10">
                <a:extLst>
                  <a:ext uri="{FF2B5EF4-FFF2-40B4-BE49-F238E27FC236}">
                    <a16:creationId xmlns:a16="http://schemas.microsoft.com/office/drawing/2014/main" id="{F8A4EACA-92CB-6234-8A3E-4E2E4E8C480A}"/>
                  </a:ext>
                </a:extLst>
              </p:cNvPr>
              <p:cNvSpPr>
                <a:spLocks noChangeShapeType="1"/>
              </p:cNvSpPr>
              <p:nvPr/>
            </p:nvSpPr>
            <p:spPr bwMode="auto">
              <a:xfrm flipH="1" flipV="1">
                <a:off x="1676400" y="4495800"/>
                <a:ext cx="457200" cy="685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41" name="Line 11">
                <a:extLst>
                  <a:ext uri="{FF2B5EF4-FFF2-40B4-BE49-F238E27FC236}">
                    <a16:creationId xmlns:a16="http://schemas.microsoft.com/office/drawing/2014/main" id="{81D6E6E4-C29C-1264-40D3-86BE2D9452B1}"/>
                  </a:ext>
                </a:extLst>
              </p:cNvPr>
              <p:cNvSpPr>
                <a:spLocks noChangeShapeType="1"/>
              </p:cNvSpPr>
              <p:nvPr/>
            </p:nvSpPr>
            <p:spPr bwMode="auto">
              <a:xfrm flipH="1">
                <a:off x="2286000" y="4495800"/>
                <a:ext cx="457200" cy="838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42" name="Line 12">
                <a:extLst>
                  <a:ext uri="{FF2B5EF4-FFF2-40B4-BE49-F238E27FC236}">
                    <a16:creationId xmlns:a16="http://schemas.microsoft.com/office/drawing/2014/main" id="{A79A8708-2E42-92F3-1681-E85E84A334B1}"/>
                  </a:ext>
                </a:extLst>
              </p:cNvPr>
              <p:cNvSpPr>
                <a:spLocks noChangeShapeType="1"/>
              </p:cNvSpPr>
              <p:nvPr/>
            </p:nvSpPr>
            <p:spPr bwMode="auto">
              <a:xfrm>
                <a:off x="2286000" y="3505200"/>
                <a:ext cx="457200" cy="838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43" name="Line 13">
                <a:extLst>
                  <a:ext uri="{FF2B5EF4-FFF2-40B4-BE49-F238E27FC236}">
                    <a16:creationId xmlns:a16="http://schemas.microsoft.com/office/drawing/2014/main" id="{125FAE92-24ED-BD5D-4562-F0FF7F6DC2DC}"/>
                  </a:ext>
                </a:extLst>
              </p:cNvPr>
              <p:cNvSpPr>
                <a:spLocks noChangeShapeType="1"/>
              </p:cNvSpPr>
              <p:nvPr/>
            </p:nvSpPr>
            <p:spPr bwMode="auto">
              <a:xfrm flipV="1">
                <a:off x="1219200" y="3429000"/>
                <a:ext cx="990600" cy="1828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44" name="Line 14">
                <a:extLst>
                  <a:ext uri="{FF2B5EF4-FFF2-40B4-BE49-F238E27FC236}">
                    <a16:creationId xmlns:a16="http://schemas.microsoft.com/office/drawing/2014/main" id="{5D816867-60B3-B1E9-1DF8-229153C609CB}"/>
                  </a:ext>
                </a:extLst>
              </p:cNvPr>
              <p:cNvSpPr>
                <a:spLocks noChangeShapeType="1"/>
              </p:cNvSpPr>
              <p:nvPr/>
            </p:nvSpPr>
            <p:spPr bwMode="auto">
              <a:xfrm>
                <a:off x="609600" y="4495800"/>
                <a:ext cx="457200" cy="838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45" name="Line 15">
                <a:extLst>
                  <a:ext uri="{FF2B5EF4-FFF2-40B4-BE49-F238E27FC236}">
                    <a16:creationId xmlns:a16="http://schemas.microsoft.com/office/drawing/2014/main" id="{C3DC40DC-C4F4-B027-CF4B-A10B45D0EEE1}"/>
                  </a:ext>
                </a:extLst>
              </p:cNvPr>
              <p:cNvSpPr>
                <a:spLocks noChangeShapeType="1"/>
              </p:cNvSpPr>
              <p:nvPr/>
            </p:nvSpPr>
            <p:spPr bwMode="auto">
              <a:xfrm flipH="1">
                <a:off x="533400" y="3505200"/>
                <a:ext cx="457200" cy="838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46" name="Oval 16" descr="羊皮纸">
                <a:extLst>
                  <a:ext uri="{FF2B5EF4-FFF2-40B4-BE49-F238E27FC236}">
                    <a16:creationId xmlns:a16="http://schemas.microsoft.com/office/drawing/2014/main" id="{F1AF582E-B34B-3EA4-2651-25212DB68669}"/>
                  </a:ext>
                </a:extLst>
              </p:cNvPr>
              <p:cNvSpPr>
                <a:spLocks noChangeArrowheads="1"/>
              </p:cNvSpPr>
              <p:nvPr/>
            </p:nvSpPr>
            <p:spPr bwMode="auto">
              <a:xfrm>
                <a:off x="304800" y="41910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5</a:t>
                </a:r>
                <a:endParaRPr lang="en-US" altLang="zh-CN"/>
              </a:p>
            </p:txBody>
          </p:sp>
          <p:sp>
            <p:nvSpPr>
              <p:cNvPr id="69647" name="Oval 17" descr="羊皮纸">
                <a:extLst>
                  <a:ext uri="{FF2B5EF4-FFF2-40B4-BE49-F238E27FC236}">
                    <a16:creationId xmlns:a16="http://schemas.microsoft.com/office/drawing/2014/main" id="{A422D3DA-51C5-4036-F6D7-DB077002AB5B}"/>
                  </a:ext>
                </a:extLst>
              </p:cNvPr>
              <p:cNvSpPr>
                <a:spLocks noChangeArrowheads="1"/>
              </p:cNvSpPr>
              <p:nvPr/>
            </p:nvSpPr>
            <p:spPr bwMode="auto">
              <a:xfrm>
                <a:off x="838200" y="32004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0</a:t>
                </a:r>
                <a:endParaRPr lang="en-US" altLang="zh-CN"/>
              </a:p>
            </p:txBody>
          </p:sp>
          <p:sp>
            <p:nvSpPr>
              <p:cNvPr id="69648" name="Oval 18" descr="羊皮纸">
                <a:extLst>
                  <a:ext uri="{FF2B5EF4-FFF2-40B4-BE49-F238E27FC236}">
                    <a16:creationId xmlns:a16="http://schemas.microsoft.com/office/drawing/2014/main" id="{F26F8BE7-C0D0-9F61-3CB4-8CA83BF69E9F}"/>
                  </a:ext>
                </a:extLst>
              </p:cNvPr>
              <p:cNvSpPr>
                <a:spLocks noChangeArrowheads="1"/>
              </p:cNvSpPr>
              <p:nvPr/>
            </p:nvSpPr>
            <p:spPr bwMode="auto">
              <a:xfrm>
                <a:off x="838200" y="51054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4</a:t>
                </a:r>
                <a:endParaRPr lang="en-US" altLang="zh-CN"/>
              </a:p>
            </p:txBody>
          </p:sp>
          <p:sp>
            <p:nvSpPr>
              <p:cNvPr id="69649" name="Oval 19" descr="羊皮纸">
                <a:extLst>
                  <a:ext uri="{FF2B5EF4-FFF2-40B4-BE49-F238E27FC236}">
                    <a16:creationId xmlns:a16="http://schemas.microsoft.com/office/drawing/2014/main" id="{A25C414D-7620-948B-4803-C29D3C1E4864}"/>
                  </a:ext>
                </a:extLst>
              </p:cNvPr>
              <p:cNvSpPr>
                <a:spLocks noChangeArrowheads="1"/>
              </p:cNvSpPr>
              <p:nvPr/>
            </p:nvSpPr>
            <p:spPr bwMode="auto">
              <a:xfrm>
                <a:off x="1447800" y="41910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6</a:t>
                </a:r>
                <a:endParaRPr lang="en-US" altLang="zh-CN"/>
              </a:p>
            </p:txBody>
          </p:sp>
          <p:sp>
            <p:nvSpPr>
              <p:cNvPr id="69650" name="Oval 20" descr="羊皮纸">
                <a:extLst>
                  <a:ext uri="{FF2B5EF4-FFF2-40B4-BE49-F238E27FC236}">
                    <a16:creationId xmlns:a16="http://schemas.microsoft.com/office/drawing/2014/main" id="{03EA79FD-4402-BFDF-5480-6C556C491E4C}"/>
                  </a:ext>
                </a:extLst>
              </p:cNvPr>
              <p:cNvSpPr>
                <a:spLocks noChangeArrowheads="1"/>
              </p:cNvSpPr>
              <p:nvPr/>
            </p:nvSpPr>
            <p:spPr bwMode="auto">
              <a:xfrm>
                <a:off x="1981200" y="32004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1</a:t>
                </a:r>
                <a:endParaRPr lang="en-US" altLang="zh-CN"/>
              </a:p>
            </p:txBody>
          </p:sp>
          <p:sp>
            <p:nvSpPr>
              <p:cNvPr id="69651" name="Oval 21" descr="羊皮纸">
                <a:extLst>
                  <a:ext uri="{FF2B5EF4-FFF2-40B4-BE49-F238E27FC236}">
                    <a16:creationId xmlns:a16="http://schemas.microsoft.com/office/drawing/2014/main" id="{C1FE465E-6E22-BDEC-84A1-405BF439F78C}"/>
                  </a:ext>
                </a:extLst>
              </p:cNvPr>
              <p:cNvSpPr>
                <a:spLocks noChangeArrowheads="1"/>
              </p:cNvSpPr>
              <p:nvPr/>
            </p:nvSpPr>
            <p:spPr bwMode="auto">
              <a:xfrm>
                <a:off x="1981200" y="51054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3</a:t>
                </a:r>
                <a:endParaRPr lang="en-US" altLang="zh-CN"/>
              </a:p>
            </p:txBody>
          </p:sp>
          <p:sp>
            <p:nvSpPr>
              <p:cNvPr id="69652" name="Oval 22" descr="羊皮纸">
                <a:extLst>
                  <a:ext uri="{FF2B5EF4-FFF2-40B4-BE49-F238E27FC236}">
                    <a16:creationId xmlns:a16="http://schemas.microsoft.com/office/drawing/2014/main" id="{5C925C9B-83A3-8D64-7911-74AB5CEDD92B}"/>
                  </a:ext>
                </a:extLst>
              </p:cNvPr>
              <p:cNvSpPr>
                <a:spLocks noChangeArrowheads="1"/>
              </p:cNvSpPr>
              <p:nvPr/>
            </p:nvSpPr>
            <p:spPr bwMode="auto">
              <a:xfrm flipH="1">
                <a:off x="2590800" y="41910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2</a:t>
                </a:r>
                <a:endParaRPr lang="en-US" altLang="zh-CN"/>
              </a:p>
            </p:txBody>
          </p:sp>
          <p:sp>
            <p:nvSpPr>
              <p:cNvPr id="69654" name="Text Box 24">
                <a:extLst>
                  <a:ext uri="{FF2B5EF4-FFF2-40B4-BE49-F238E27FC236}">
                    <a16:creationId xmlns:a16="http://schemas.microsoft.com/office/drawing/2014/main" id="{57DCDC88-B6D9-34C9-5B73-B8711F1F2503}"/>
                  </a:ext>
                </a:extLst>
              </p:cNvPr>
              <p:cNvSpPr txBox="1">
                <a:spLocks noChangeArrowheads="1"/>
              </p:cNvSpPr>
              <p:nvPr/>
            </p:nvSpPr>
            <p:spPr bwMode="auto">
              <a:xfrm>
                <a:off x="304800" y="35194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69655" name="Text Box 25">
                <a:extLst>
                  <a:ext uri="{FF2B5EF4-FFF2-40B4-BE49-F238E27FC236}">
                    <a16:creationId xmlns:a16="http://schemas.microsoft.com/office/drawing/2014/main" id="{B5AF4F81-5FC7-C2E6-2414-A80628145A06}"/>
                  </a:ext>
                </a:extLst>
              </p:cNvPr>
              <p:cNvSpPr txBox="1">
                <a:spLocks noChangeArrowheads="1"/>
              </p:cNvSpPr>
              <p:nvPr/>
            </p:nvSpPr>
            <p:spPr bwMode="auto">
              <a:xfrm>
                <a:off x="304800" y="47386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25</a:t>
                </a:r>
                <a:endParaRPr kumimoji="1" lang="en-US" altLang="zh-CN" sz="2400">
                  <a:latin typeface="Times New Roman" panose="02020603050405020304" pitchFamily="18" charset="0"/>
                  <a:ea typeface="宋体" panose="02010600030101010101" pitchFamily="2" charset="-122"/>
                </a:endParaRPr>
              </a:p>
            </p:txBody>
          </p:sp>
          <p:sp>
            <p:nvSpPr>
              <p:cNvPr id="69656" name="Text Box 26">
                <a:extLst>
                  <a:ext uri="{FF2B5EF4-FFF2-40B4-BE49-F238E27FC236}">
                    <a16:creationId xmlns:a16="http://schemas.microsoft.com/office/drawing/2014/main" id="{D295F9F8-1E02-43F2-1DCE-893E3B43768F}"/>
                  </a:ext>
                </a:extLst>
              </p:cNvPr>
              <p:cNvSpPr txBox="1">
                <a:spLocks noChangeArrowheads="1"/>
              </p:cNvSpPr>
              <p:nvPr/>
            </p:nvSpPr>
            <p:spPr bwMode="auto">
              <a:xfrm>
                <a:off x="1371600" y="35956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14</a:t>
                </a:r>
                <a:endParaRPr kumimoji="1" lang="en-US" altLang="zh-CN" sz="2400">
                  <a:latin typeface="Times New Roman" panose="02020603050405020304" pitchFamily="18" charset="0"/>
                  <a:ea typeface="宋体" panose="02010600030101010101" pitchFamily="2" charset="-122"/>
                </a:endParaRPr>
              </a:p>
            </p:txBody>
          </p:sp>
          <p:sp>
            <p:nvSpPr>
              <p:cNvPr id="69657" name="Text Box 27">
                <a:extLst>
                  <a:ext uri="{FF2B5EF4-FFF2-40B4-BE49-F238E27FC236}">
                    <a16:creationId xmlns:a16="http://schemas.microsoft.com/office/drawing/2014/main" id="{B3A6D5B0-8118-A255-623F-3127DCF7E243}"/>
                  </a:ext>
                </a:extLst>
              </p:cNvPr>
              <p:cNvSpPr txBox="1">
                <a:spLocks noChangeArrowheads="1"/>
              </p:cNvSpPr>
              <p:nvPr/>
            </p:nvSpPr>
            <p:spPr bwMode="auto">
              <a:xfrm>
                <a:off x="914400" y="45100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24</a:t>
                </a:r>
                <a:endParaRPr kumimoji="1" lang="en-US" altLang="zh-CN" sz="2400">
                  <a:latin typeface="Times New Roman" panose="02020603050405020304" pitchFamily="18" charset="0"/>
                  <a:ea typeface="宋体" panose="02010600030101010101" pitchFamily="2" charset="-122"/>
                </a:endParaRPr>
              </a:p>
            </p:txBody>
          </p:sp>
          <p:sp>
            <p:nvSpPr>
              <p:cNvPr id="69658" name="Text Box 28">
                <a:extLst>
                  <a:ext uri="{FF2B5EF4-FFF2-40B4-BE49-F238E27FC236}">
                    <a16:creationId xmlns:a16="http://schemas.microsoft.com/office/drawing/2014/main" id="{BAB3C430-3D5E-626A-B9D4-1F7EA11ED676}"/>
                  </a:ext>
                </a:extLst>
              </p:cNvPr>
              <p:cNvSpPr txBox="1">
                <a:spLocks noChangeArrowheads="1"/>
              </p:cNvSpPr>
              <p:nvPr/>
            </p:nvSpPr>
            <p:spPr bwMode="auto">
              <a:xfrm>
                <a:off x="1371600" y="52720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22</a:t>
                </a:r>
                <a:endParaRPr kumimoji="1" lang="en-US" altLang="zh-CN" sz="2400">
                  <a:latin typeface="Times New Roman" panose="02020603050405020304" pitchFamily="18" charset="0"/>
                  <a:ea typeface="宋体" panose="02010600030101010101" pitchFamily="2" charset="-122"/>
                </a:endParaRPr>
              </a:p>
            </p:txBody>
          </p:sp>
          <p:sp>
            <p:nvSpPr>
              <p:cNvPr id="69659" name="Text Box 29">
                <a:extLst>
                  <a:ext uri="{FF2B5EF4-FFF2-40B4-BE49-F238E27FC236}">
                    <a16:creationId xmlns:a16="http://schemas.microsoft.com/office/drawing/2014/main" id="{C46A8009-E98E-52BE-7962-37B9CDC9B21F}"/>
                  </a:ext>
                </a:extLst>
              </p:cNvPr>
              <p:cNvSpPr txBox="1">
                <a:spLocks noChangeArrowheads="1"/>
              </p:cNvSpPr>
              <p:nvPr/>
            </p:nvSpPr>
            <p:spPr bwMode="auto">
              <a:xfrm>
                <a:off x="2508250" y="35956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16</a:t>
                </a:r>
                <a:endParaRPr kumimoji="1" lang="en-US" altLang="zh-CN" sz="2400">
                  <a:latin typeface="Times New Roman" panose="02020603050405020304" pitchFamily="18" charset="0"/>
                  <a:ea typeface="宋体" panose="02010600030101010101" pitchFamily="2" charset="-122"/>
                </a:endParaRPr>
              </a:p>
            </p:txBody>
          </p:sp>
          <p:sp>
            <p:nvSpPr>
              <p:cNvPr id="69660" name="Text Box 30">
                <a:extLst>
                  <a:ext uri="{FF2B5EF4-FFF2-40B4-BE49-F238E27FC236}">
                    <a16:creationId xmlns:a16="http://schemas.microsoft.com/office/drawing/2014/main" id="{E9FE460E-326E-1190-A371-2C35CBA0C474}"/>
                  </a:ext>
                </a:extLst>
              </p:cNvPr>
              <p:cNvSpPr txBox="1">
                <a:spLocks noChangeArrowheads="1"/>
              </p:cNvSpPr>
              <p:nvPr/>
            </p:nvSpPr>
            <p:spPr bwMode="auto">
              <a:xfrm>
                <a:off x="1898650" y="44958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18</a:t>
                </a:r>
                <a:endParaRPr kumimoji="1" lang="en-US" altLang="zh-CN" sz="2400">
                  <a:latin typeface="Times New Roman" panose="02020603050405020304" pitchFamily="18" charset="0"/>
                  <a:ea typeface="宋体" panose="02010600030101010101" pitchFamily="2" charset="-122"/>
                </a:endParaRPr>
              </a:p>
            </p:txBody>
          </p:sp>
          <p:sp>
            <p:nvSpPr>
              <p:cNvPr id="69661" name="Text Box 31">
                <a:extLst>
                  <a:ext uri="{FF2B5EF4-FFF2-40B4-BE49-F238E27FC236}">
                    <a16:creationId xmlns:a16="http://schemas.microsoft.com/office/drawing/2014/main" id="{83F04A3A-8C7E-154F-35AB-6682D5552369}"/>
                  </a:ext>
                </a:extLst>
              </p:cNvPr>
              <p:cNvSpPr txBox="1">
                <a:spLocks noChangeArrowheads="1"/>
              </p:cNvSpPr>
              <p:nvPr/>
            </p:nvSpPr>
            <p:spPr bwMode="auto">
              <a:xfrm>
                <a:off x="2508250" y="47386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12</a:t>
                </a:r>
                <a:endParaRPr kumimoji="1" lang="en-US" altLang="zh-CN" sz="2400">
                  <a:latin typeface="Times New Roman" panose="02020603050405020304" pitchFamily="18" charset="0"/>
                  <a:ea typeface="宋体" panose="02010600030101010101" pitchFamily="2" charset="-122"/>
                </a:endParaRPr>
              </a:p>
            </p:txBody>
          </p:sp>
          <p:sp>
            <p:nvSpPr>
              <p:cNvPr id="69662" name="Oval 32" descr="羊皮纸">
                <a:extLst>
                  <a:ext uri="{FF2B5EF4-FFF2-40B4-BE49-F238E27FC236}">
                    <a16:creationId xmlns:a16="http://schemas.microsoft.com/office/drawing/2014/main" id="{B434EDBE-27B2-E831-C858-8D4AED3DE26B}"/>
                  </a:ext>
                </a:extLst>
              </p:cNvPr>
              <p:cNvSpPr>
                <a:spLocks noChangeArrowheads="1"/>
              </p:cNvSpPr>
              <p:nvPr/>
            </p:nvSpPr>
            <p:spPr bwMode="auto">
              <a:xfrm>
                <a:off x="3200400" y="41910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5</a:t>
                </a:r>
                <a:endParaRPr lang="en-US" altLang="zh-CN"/>
              </a:p>
            </p:txBody>
          </p:sp>
          <p:sp>
            <p:nvSpPr>
              <p:cNvPr id="69663" name="Oval 33" descr="羊皮纸">
                <a:extLst>
                  <a:ext uri="{FF2B5EF4-FFF2-40B4-BE49-F238E27FC236}">
                    <a16:creationId xmlns:a16="http://schemas.microsoft.com/office/drawing/2014/main" id="{7422C3D7-9657-8ABF-D1C3-539396465953}"/>
                  </a:ext>
                </a:extLst>
              </p:cNvPr>
              <p:cNvSpPr>
                <a:spLocks noChangeArrowheads="1"/>
              </p:cNvSpPr>
              <p:nvPr/>
            </p:nvSpPr>
            <p:spPr bwMode="auto">
              <a:xfrm>
                <a:off x="3733800" y="32004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0</a:t>
                </a:r>
                <a:endParaRPr lang="en-US" altLang="zh-CN"/>
              </a:p>
            </p:txBody>
          </p:sp>
          <p:sp>
            <p:nvSpPr>
              <p:cNvPr id="69664" name="Oval 34" descr="羊皮纸">
                <a:extLst>
                  <a:ext uri="{FF2B5EF4-FFF2-40B4-BE49-F238E27FC236}">
                    <a16:creationId xmlns:a16="http://schemas.microsoft.com/office/drawing/2014/main" id="{449F112D-D18C-8CE4-9974-0B68F2C471AC}"/>
                  </a:ext>
                </a:extLst>
              </p:cNvPr>
              <p:cNvSpPr>
                <a:spLocks noChangeArrowheads="1"/>
              </p:cNvSpPr>
              <p:nvPr/>
            </p:nvSpPr>
            <p:spPr bwMode="auto">
              <a:xfrm>
                <a:off x="3733800" y="51054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4</a:t>
                </a:r>
                <a:endParaRPr lang="en-US" altLang="zh-CN"/>
              </a:p>
            </p:txBody>
          </p:sp>
          <p:sp>
            <p:nvSpPr>
              <p:cNvPr id="69665" name="Oval 35" descr="羊皮纸">
                <a:extLst>
                  <a:ext uri="{FF2B5EF4-FFF2-40B4-BE49-F238E27FC236}">
                    <a16:creationId xmlns:a16="http://schemas.microsoft.com/office/drawing/2014/main" id="{A615D022-EA99-52FE-EA6B-6CA3E13C98D4}"/>
                  </a:ext>
                </a:extLst>
              </p:cNvPr>
              <p:cNvSpPr>
                <a:spLocks noChangeArrowheads="1"/>
              </p:cNvSpPr>
              <p:nvPr/>
            </p:nvSpPr>
            <p:spPr bwMode="auto">
              <a:xfrm>
                <a:off x="4343400" y="41910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6</a:t>
                </a:r>
                <a:endParaRPr lang="en-US" altLang="zh-CN"/>
              </a:p>
            </p:txBody>
          </p:sp>
          <p:sp>
            <p:nvSpPr>
              <p:cNvPr id="69666" name="Oval 36" descr="羊皮纸">
                <a:extLst>
                  <a:ext uri="{FF2B5EF4-FFF2-40B4-BE49-F238E27FC236}">
                    <a16:creationId xmlns:a16="http://schemas.microsoft.com/office/drawing/2014/main" id="{30DEA61E-3D16-12F6-1E1B-1E976563046E}"/>
                  </a:ext>
                </a:extLst>
              </p:cNvPr>
              <p:cNvSpPr>
                <a:spLocks noChangeArrowheads="1"/>
              </p:cNvSpPr>
              <p:nvPr/>
            </p:nvSpPr>
            <p:spPr bwMode="auto">
              <a:xfrm>
                <a:off x="4876800" y="32004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1</a:t>
                </a:r>
                <a:endParaRPr lang="en-US" altLang="zh-CN"/>
              </a:p>
            </p:txBody>
          </p:sp>
          <p:sp>
            <p:nvSpPr>
              <p:cNvPr id="69667" name="Oval 37" descr="羊皮纸">
                <a:extLst>
                  <a:ext uri="{FF2B5EF4-FFF2-40B4-BE49-F238E27FC236}">
                    <a16:creationId xmlns:a16="http://schemas.microsoft.com/office/drawing/2014/main" id="{5B2EB9FE-F296-15D4-1C3E-243A7A62BA2C}"/>
                  </a:ext>
                </a:extLst>
              </p:cNvPr>
              <p:cNvSpPr>
                <a:spLocks noChangeArrowheads="1"/>
              </p:cNvSpPr>
              <p:nvPr/>
            </p:nvSpPr>
            <p:spPr bwMode="auto">
              <a:xfrm>
                <a:off x="4876800" y="51054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3</a:t>
                </a:r>
                <a:endParaRPr lang="en-US" altLang="zh-CN"/>
              </a:p>
            </p:txBody>
          </p:sp>
          <p:sp>
            <p:nvSpPr>
              <p:cNvPr id="69668" name="Oval 38" descr="羊皮纸">
                <a:extLst>
                  <a:ext uri="{FF2B5EF4-FFF2-40B4-BE49-F238E27FC236}">
                    <a16:creationId xmlns:a16="http://schemas.microsoft.com/office/drawing/2014/main" id="{01E45005-E1E5-727B-CF5D-0FABCE9623E5}"/>
                  </a:ext>
                </a:extLst>
              </p:cNvPr>
              <p:cNvSpPr>
                <a:spLocks noChangeArrowheads="1"/>
              </p:cNvSpPr>
              <p:nvPr/>
            </p:nvSpPr>
            <p:spPr bwMode="auto">
              <a:xfrm flipH="1">
                <a:off x="5486400" y="41910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2</a:t>
                </a:r>
                <a:endParaRPr lang="en-US" altLang="zh-CN"/>
              </a:p>
            </p:txBody>
          </p:sp>
          <p:sp>
            <p:nvSpPr>
              <p:cNvPr id="69669" name="Oval 39" descr="羊皮纸">
                <a:extLst>
                  <a:ext uri="{FF2B5EF4-FFF2-40B4-BE49-F238E27FC236}">
                    <a16:creationId xmlns:a16="http://schemas.microsoft.com/office/drawing/2014/main" id="{39F5842A-08D9-8065-00F3-6B7B55D36754}"/>
                  </a:ext>
                </a:extLst>
              </p:cNvPr>
              <p:cNvSpPr>
                <a:spLocks noChangeArrowheads="1"/>
              </p:cNvSpPr>
              <p:nvPr/>
            </p:nvSpPr>
            <p:spPr bwMode="auto">
              <a:xfrm>
                <a:off x="6096000" y="41910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5</a:t>
                </a:r>
                <a:endParaRPr lang="en-US" altLang="zh-CN"/>
              </a:p>
            </p:txBody>
          </p:sp>
          <p:sp>
            <p:nvSpPr>
              <p:cNvPr id="69670" name="Oval 40" descr="羊皮纸">
                <a:extLst>
                  <a:ext uri="{FF2B5EF4-FFF2-40B4-BE49-F238E27FC236}">
                    <a16:creationId xmlns:a16="http://schemas.microsoft.com/office/drawing/2014/main" id="{42046989-B421-81EC-0578-B0EB5A85D3B2}"/>
                  </a:ext>
                </a:extLst>
              </p:cNvPr>
              <p:cNvSpPr>
                <a:spLocks noChangeArrowheads="1"/>
              </p:cNvSpPr>
              <p:nvPr/>
            </p:nvSpPr>
            <p:spPr bwMode="auto">
              <a:xfrm>
                <a:off x="6629400" y="32004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0</a:t>
                </a:r>
                <a:endParaRPr lang="en-US" altLang="zh-CN"/>
              </a:p>
            </p:txBody>
          </p:sp>
          <p:sp>
            <p:nvSpPr>
              <p:cNvPr id="69671" name="Oval 41" descr="羊皮纸">
                <a:extLst>
                  <a:ext uri="{FF2B5EF4-FFF2-40B4-BE49-F238E27FC236}">
                    <a16:creationId xmlns:a16="http://schemas.microsoft.com/office/drawing/2014/main" id="{990DE5BD-D108-4242-E8D2-9BA1BABF678B}"/>
                  </a:ext>
                </a:extLst>
              </p:cNvPr>
              <p:cNvSpPr>
                <a:spLocks noChangeArrowheads="1"/>
              </p:cNvSpPr>
              <p:nvPr/>
            </p:nvSpPr>
            <p:spPr bwMode="auto">
              <a:xfrm>
                <a:off x="6629400" y="51054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4</a:t>
                </a:r>
                <a:endParaRPr lang="en-US" altLang="zh-CN"/>
              </a:p>
            </p:txBody>
          </p:sp>
          <p:sp>
            <p:nvSpPr>
              <p:cNvPr id="69672" name="Oval 42" descr="羊皮纸">
                <a:extLst>
                  <a:ext uri="{FF2B5EF4-FFF2-40B4-BE49-F238E27FC236}">
                    <a16:creationId xmlns:a16="http://schemas.microsoft.com/office/drawing/2014/main" id="{4B2F6E95-C05F-612B-1C3E-E4E85B97D2DD}"/>
                  </a:ext>
                </a:extLst>
              </p:cNvPr>
              <p:cNvSpPr>
                <a:spLocks noChangeArrowheads="1"/>
              </p:cNvSpPr>
              <p:nvPr/>
            </p:nvSpPr>
            <p:spPr bwMode="auto">
              <a:xfrm>
                <a:off x="7239000" y="41910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6</a:t>
                </a:r>
                <a:endParaRPr lang="en-US" altLang="zh-CN"/>
              </a:p>
            </p:txBody>
          </p:sp>
          <p:sp>
            <p:nvSpPr>
              <p:cNvPr id="69673" name="Oval 43" descr="羊皮纸">
                <a:extLst>
                  <a:ext uri="{FF2B5EF4-FFF2-40B4-BE49-F238E27FC236}">
                    <a16:creationId xmlns:a16="http://schemas.microsoft.com/office/drawing/2014/main" id="{E8C13628-8A87-33F7-8AF5-F54478454B9D}"/>
                  </a:ext>
                </a:extLst>
              </p:cNvPr>
              <p:cNvSpPr>
                <a:spLocks noChangeArrowheads="1"/>
              </p:cNvSpPr>
              <p:nvPr/>
            </p:nvSpPr>
            <p:spPr bwMode="auto">
              <a:xfrm>
                <a:off x="7772400" y="32004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1</a:t>
                </a:r>
                <a:endParaRPr lang="en-US" altLang="zh-CN"/>
              </a:p>
            </p:txBody>
          </p:sp>
          <p:sp>
            <p:nvSpPr>
              <p:cNvPr id="69674" name="Oval 44" descr="羊皮纸">
                <a:extLst>
                  <a:ext uri="{FF2B5EF4-FFF2-40B4-BE49-F238E27FC236}">
                    <a16:creationId xmlns:a16="http://schemas.microsoft.com/office/drawing/2014/main" id="{CAD2A2CB-5460-2DB5-0D48-C57FE64454F5}"/>
                  </a:ext>
                </a:extLst>
              </p:cNvPr>
              <p:cNvSpPr>
                <a:spLocks noChangeArrowheads="1"/>
              </p:cNvSpPr>
              <p:nvPr/>
            </p:nvSpPr>
            <p:spPr bwMode="auto">
              <a:xfrm>
                <a:off x="7772400" y="51054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3</a:t>
                </a:r>
                <a:endParaRPr lang="en-US" altLang="zh-CN"/>
              </a:p>
            </p:txBody>
          </p:sp>
          <p:sp>
            <p:nvSpPr>
              <p:cNvPr id="69675" name="Oval 45" descr="羊皮纸">
                <a:extLst>
                  <a:ext uri="{FF2B5EF4-FFF2-40B4-BE49-F238E27FC236}">
                    <a16:creationId xmlns:a16="http://schemas.microsoft.com/office/drawing/2014/main" id="{0BEC3DC6-9A0A-C4F0-AA21-A57A54D60C6C}"/>
                  </a:ext>
                </a:extLst>
              </p:cNvPr>
              <p:cNvSpPr>
                <a:spLocks noChangeArrowheads="1"/>
              </p:cNvSpPr>
              <p:nvPr/>
            </p:nvSpPr>
            <p:spPr bwMode="auto">
              <a:xfrm flipH="1">
                <a:off x="8382000" y="41910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2</a:t>
                </a:r>
                <a:endParaRPr lang="en-US" altLang="zh-CN"/>
              </a:p>
            </p:txBody>
          </p:sp>
          <p:sp>
            <p:nvSpPr>
              <p:cNvPr id="69676" name="Text Box 48">
                <a:extLst>
                  <a:ext uri="{FF2B5EF4-FFF2-40B4-BE49-F238E27FC236}">
                    <a16:creationId xmlns:a16="http://schemas.microsoft.com/office/drawing/2014/main" id="{CABA8C5D-4609-9F0C-89E9-3442BD37CEED}"/>
                  </a:ext>
                </a:extLst>
              </p:cNvPr>
              <p:cNvSpPr txBox="1">
                <a:spLocks noChangeArrowheads="1"/>
              </p:cNvSpPr>
              <p:nvPr/>
            </p:nvSpPr>
            <p:spPr bwMode="auto">
              <a:xfrm>
                <a:off x="1143000" y="5592763"/>
                <a:ext cx="66389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zh-CN" altLang="en-US" sz="3200">
                    <a:latin typeface="Times New Roman" panose="02020603050405020304" pitchFamily="18" charset="0"/>
                    <a:ea typeface="隶书" panose="02010509060101010101" pitchFamily="49" charset="-122"/>
                  </a:rPr>
                  <a:t>原图                       </a:t>
                </a:r>
                <a:r>
                  <a:rPr kumimoji="1" lang="en-US" altLang="zh-CN" sz="3200" b="1">
                    <a:latin typeface="Times New Roman" panose="02020603050405020304" pitchFamily="18" charset="0"/>
                    <a:ea typeface="宋体" panose="02010600030101010101" pitchFamily="2" charset="-122"/>
                  </a:rPr>
                  <a:t>(a)                       (b)</a:t>
                </a:r>
              </a:p>
            </p:txBody>
          </p:sp>
          <p:sp>
            <p:nvSpPr>
              <p:cNvPr id="69677" name="Line 49">
                <a:extLst>
                  <a:ext uri="{FF2B5EF4-FFF2-40B4-BE49-F238E27FC236}">
                    <a16:creationId xmlns:a16="http://schemas.microsoft.com/office/drawing/2014/main" id="{BB4DBBF9-F636-80BF-B220-766A7A3060A8}"/>
                  </a:ext>
                </a:extLst>
              </p:cNvPr>
              <p:cNvSpPr>
                <a:spLocks noChangeShapeType="1"/>
              </p:cNvSpPr>
              <p:nvPr/>
            </p:nvSpPr>
            <p:spPr bwMode="auto">
              <a:xfrm>
                <a:off x="3124200" y="3048000"/>
                <a:ext cx="0" cy="2819400"/>
              </a:xfrm>
              <a:prstGeom prst="line">
                <a:avLst/>
              </a:prstGeom>
              <a:noFill/>
              <a:ln w="57150" cmpd="thinThick">
                <a:solidFill>
                  <a:schemeClr val="accent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78" name="Line 50">
                <a:extLst>
                  <a:ext uri="{FF2B5EF4-FFF2-40B4-BE49-F238E27FC236}">
                    <a16:creationId xmlns:a16="http://schemas.microsoft.com/office/drawing/2014/main" id="{C7CC249B-2DDE-F08F-ED6B-6887B975B596}"/>
                  </a:ext>
                </a:extLst>
              </p:cNvPr>
              <p:cNvSpPr>
                <a:spLocks noChangeShapeType="1"/>
              </p:cNvSpPr>
              <p:nvPr/>
            </p:nvSpPr>
            <p:spPr bwMode="auto">
              <a:xfrm>
                <a:off x="6019800" y="3048000"/>
                <a:ext cx="0" cy="2819400"/>
              </a:xfrm>
              <a:prstGeom prst="line">
                <a:avLst/>
              </a:prstGeom>
              <a:noFill/>
              <a:ln w="57150" cmpd="thinThick">
                <a:solidFill>
                  <a:schemeClr val="accent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5" name="灯片编号占位符 4">
            <a:extLst>
              <a:ext uri="{FF2B5EF4-FFF2-40B4-BE49-F238E27FC236}">
                <a16:creationId xmlns:a16="http://schemas.microsoft.com/office/drawing/2014/main" id="{DEAA2415-6981-C329-ACA9-B7946D1C6AB3}"/>
              </a:ext>
            </a:extLst>
          </p:cNvPr>
          <p:cNvSpPr>
            <a:spLocks noGrp="1"/>
          </p:cNvSpPr>
          <p:nvPr>
            <p:ph type="sldNum" sz="quarter" idx="12"/>
          </p:nvPr>
        </p:nvSpPr>
        <p:spPr/>
        <p:txBody>
          <a:bodyPr/>
          <a:lstStyle/>
          <a:p>
            <a:pPr>
              <a:defRPr/>
            </a:pPr>
            <a:fld id="{2E0F9FB0-350A-4A87-9CD5-1F022F266B97}" type="slidenum">
              <a:rPr lang="en-US" altLang="zh-CN" smtClean="0"/>
              <a:pPr>
                <a:defRPr/>
              </a:pPr>
              <a:t>56</a:t>
            </a:fld>
            <a:endParaRPr lang="en-US" altLang="zh-CN"/>
          </a:p>
        </p:txBody>
      </p:sp>
    </p:spTree>
  </p:cSld>
  <p:clrMapOvr>
    <a:masterClrMapping/>
  </p:clrMapOvr>
  <p:transition>
    <p:zo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Line 37">
            <a:extLst>
              <a:ext uri="{FF2B5EF4-FFF2-40B4-BE49-F238E27FC236}">
                <a16:creationId xmlns:a16="http://schemas.microsoft.com/office/drawing/2014/main" id="{A616612B-337C-8E4D-3B28-03CC8AD7709A}"/>
              </a:ext>
            </a:extLst>
          </p:cNvPr>
          <p:cNvSpPr>
            <a:spLocks noChangeShapeType="1"/>
          </p:cNvSpPr>
          <p:nvPr/>
        </p:nvSpPr>
        <p:spPr bwMode="auto">
          <a:xfrm flipH="1">
            <a:off x="5181600" y="1905000"/>
            <a:ext cx="457200" cy="762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59" name="Line 38">
            <a:extLst>
              <a:ext uri="{FF2B5EF4-FFF2-40B4-BE49-F238E27FC236}">
                <a16:creationId xmlns:a16="http://schemas.microsoft.com/office/drawing/2014/main" id="{10180127-8F41-B061-CA12-84916C73EF96}"/>
              </a:ext>
            </a:extLst>
          </p:cNvPr>
          <p:cNvSpPr>
            <a:spLocks noChangeShapeType="1"/>
          </p:cNvSpPr>
          <p:nvPr/>
        </p:nvSpPr>
        <p:spPr bwMode="auto">
          <a:xfrm flipH="1">
            <a:off x="3505200" y="914400"/>
            <a:ext cx="457200" cy="838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60" name="Text Box 39">
            <a:extLst>
              <a:ext uri="{FF2B5EF4-FFF2-40B4-BE49-F238E27FC236}">
                <a16:creationId xmlns:a16="http://schemas.microsoft.com/office/drawing/2014/main" id="{982A724C-8058-C90E-77F6-ECD896F9778D}"/>
              </a:ext>
            </a:extLst>
          </p:cNvPr>
          <p:cNvSpPr txBox="1">
            <a:spLocks noChangeArrowheads="1"/>
          </p:cNvSpPr>
          <p:nvPr/>
        </p:nvSpPr>
        <p:spPr bwMode="auto">
          <a:xfrm>
            <a:off x="3276600" y="9286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70661" name="Text Box 40">
            <a:extLst>
              <a:ext uri="{FF2B5EF4-FFF2-40B4-BE49-F238E27FC236}">
                <a16:creationId xmlns:a16="http://schemas.microsoft.com/office/drawing/2014/main" id="{19B68741-88CD-B699-344A-EAE2FCF1FB93}"/>
              </a:ext>
            </a:extLst>
          </p:cNvPr>
          <p:cNvSpPr txBox="1">
            <a:spLocks noChangeArrowheads="1"/>
          </p:cNvSpPr>
          <p:nvPr/>
        </p:nvSpPr>
        <p:spPr bwMode="auto">
          <a:xfrm>
            <a:off x="5403850" y="21478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12</a:t>
            </a:r>
            <a:endParaRPr kumimoji="1" lang="en-US" altLang="zh-CN" sz="2400">
              <a:latin typeface="Times New Roman" panose="02020603050405020304" pitchFamily="18" charset="0"/>
              <a:ea typeface="宋体" panose="02010600030101010101" pitchFamily="2" charset="-122"/>
            </a:endParaRPr>
          </a:p>
        </p:txBody>
      </p:sp>
      <p:sp>
        <p:nvSpPr>
          <p:cNvPr id="70662" name="Line 12">
            <a:extLst>
              <a:ext uri="{FF2B5EF4-FFF2-40B4-BE49-F238E27FC236}">
                <a16:creationId xmlns:a16="http://schemas.microsoft.com/office/drawing/2014/main" id="{ABF8F41C-D470-C781-3B47-F2EB21526446}"/>
              </a:ext>
            </a:extLst>
          </p:cNvPr>
          <p:cNvSpPr>
            <a:spLocks noChangeShapeType="1"/>
          </p:cNvSpPr>
          <p:nvPr/>
        </p:nvSpPr>
        <p:spPr bwMode="auto">
          <a:xfrm>
            <a:off x="1143000" y="838200"/>
            <a:ext cx="11430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63" name="Line 13">
            <a:extLst>
              <a:ext uri="{FF2B5EF4-FFF2-40B4-BE49-F238E27FC236}">
                <a16:creationId xmlns:a16="http://schemas.microsoft.com/office/drawing/2014/main" id="{CB0E6AB4-88B7-07FA-211B-257191EFAEED}"/>
              </a:ext>
            </a:extLst>
          </p:cNvPr>
          <p:cNvSpPr>
            <a:spLocks noChangeShapeType="1"/>
          </p:cNvSpPr>
          <p:nvPr/>
        </p:nvSpPr>
        <p:spPr bwMode="auto">
          <a:xfrm>
            <a:off x="1143000" y="2743200"/>
            <a:ext cx="11430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64" name="Line 19">
            <a:extLst>
              <a:ext uri="{FF2B5EF4-FFF2-40B4-BE49-F238E27FC236}">
                <a16:creationId xmlns:a16="http://schemas.microsoft.com/office/drawing/2014/main" id="{BA4BD519-964D-A793-433F-7BED96FC788B}"/>
              </a:ext>
            </a:extLst>
          </p:cNvPr>
          <p:cNvSpPr>
            <a:spLocks noChangeShapeType="1"/>
          </p:cNvSpPr>
          <p:nvPr/>
        </p:nvSpPr>
        <p:spPr bwMode="auto">
          <a:xfrm flipH="1" flipV="1">
            <a:off x="1676400" y="1905000"/>
            <a:ext cx="457200" cy="685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65" name="Line 16">
            <a:extLst>
              <a:ext uri="{FF2B5EF4-FFF2-40B4-BE49-F238E27FC236}">
                <a16:creationId xmlns:a16="http://schemas.microsoft.com/office/drawing/2014/main" id="{98732F53-BB36-D80F-4C7F-B3C188C2ED98}"/>
              </a:ext>
            </a:extLst>
          </p:cNvPr>
          <p:cNvSpPr>
            <a:spLocks noChangeShapeType="1"/>
          </p:cNvSpPr>
          <p:nvPr/>
        </p:nvSpPr>
        <p:spPr bwMode="auto">
          <a:xfrm flipH="1">
            <a:off x="2286000" y="1905000"/>
            <a:ext cx="457200" cy="838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66" name="Line 17">
            <a:extLst>
              <a:ext uri="{FF2B5EF4-FFF2-40B4-BE49-F238E27FC236}">
                <a16:creationId xmlns:a16="http://schemas.microsoft.com/office/drawing/2014/main" id="{482011A1-4FC6-8A14-CA20-E63A8C0574E6}"/>
              </a:ext>
            </a:extLst>
          </p:cNvPr>
          <p:cNvSpPr>
            <a:spLocks noChangeShapeType="1"/>
          </p:cNvSpPr>
          <p:nvPr/>
        </p:nvSpPr>
        <p:spPr bwMode="auto">
          <a:xfrm>
            <a:off x="2286000" y="914400"/>
            <a:ext cx="457200" cy="838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67" name="Line 11">
            <a:extLst>
              <a:ext uri="{FF2B5EF4-FFF2-40B4-BE49-F238E27FC236}">
                <a16:creationId xmlns:a16="http://schemas.microsoft.com/office/drawing/2014/main" id="{97E35CF4-A0EB-C063-0AFB-D460A0201EB4}"/>
              </a:ext>
            </a:extLst>
          </p:cNvPr>
          <p:cNvSpPr>
            <a:spLocks noChangeShapeType="1"/>
          </p:cNvSpPr>
          <p:nvPr/>
        </p:nvSpPr>
        <p:spPr bwMode="auto">
          <a:xfrm flipV="1">
            <a:off x="1219200" y="838200"/>
            <a:ext cx="990600" cy="1828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68" name="Line 9">
            <a:extLst>
              <a:ext uri="{FF2B5EF4-FFF2-40B4-BE49-F238E27FC236}">
                <a16:creationId xmlns:a16="http://schemas.microsoft.com/office/drawing/2014/main" id="{54B9C649-8593-8032-9E71-2D5815CD28EB}"/>
              </a:ext>
            </a:extLst>
          </p:cNvPr>
          <p:cNvSpPr>
            <a:spLocks noChangeShapeType="1"/>
          </p:cNvSpPr>
          <p:nvPr/>
        </p:nvSpPr>
        <p:spPr bwMode="auto">
          <a:xfrm>
            <a:off x="609600" y="1905000"/>
            <a:ext cx="457200" cy="838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69" name="Line 8">
            <a:extLst>
              <a:ext uri="{FF2B5EF4-FFF2-40B4-BE49-F238E27FC236}">
                <a16:creationId xmlns:a16="http://schemas.microsoft.com/office/drawing/2014/main" id="{47F8BC34-A50F-5980-F512-24C1199F08B7}"/>
              </a:ext>
            </a:extLst>
          </p:cNvPr>
          <p:cNvSpPr>
            <a:spLocks noChangeShapeType="1"/>
          </p:cNvSpPr>
          <p:nvPr/>
        </p:nvSpPr>
        <p:spPr bwMode="auto">
          <a:xfrm flipH="1">
            <a:off x="533400" y="914400"/>
            <a:ext cx="457200" cy="838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70" name="Oval 4" descr="羊皮纸">
            <a:extLst>
              <a:ext uri="{FF2B5EF4-FFF2-40B4-BE49-F238E27FC236}">
                <a16:creationId xmlns:a16="http://schemas.microsoft.com/office/drawing/2014/main" id="{CB094AE9-470E-66BF-3392-65704E68ED9B}"/>
              </a:ext>
            </a:extLst>
          </p:cNvPr>
          <p:cNvSpPr>
            <a:spLocks noChangeArrowheads="1"/>
          </p:cNvSpPr>
          <p:nvPr/>
        </p:nvSpPr>
        <p:spPr bwMode="auto">
          <a:xfrm>
            <a:off x="304800" y="16002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5</a:t>
            </a:r>
            <a:endParaRPr lang="en-US" altLang="zh-CN"/>
          </a:p>
        </p:txBody>
      </p:sp>
      <p:sp>
        <p:nvSpPr>
          <p:cNvPr id="70671" name="Oval 6" descr="羊皮纸">
            <a:extLst>
              <a:ext uri="{FF2B5EF4-FFF2-40B4-BE49-F238E27FC236}">
                <a16:creationId xmlns:a16="http://schemas.microsoft.com/office/drawing/2014/main" id="{9A99121A-5F1B-62B8-85C6-C3D408A5878A}"/>
              </a:ext>
            </a:extLst>
          </p:cNvPr>
          <p:cNvSpPr>
            <a:spLocks noChangeArrowheads="1"/>
          </p:cNvSpPr>
          <p:nvPr/>
        </p:nvSpPr>
        <p:spPr bwMode="auto">
          <a:xfrm>
            <a:off x="838200" y="6096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0</a:t>
            </a:r>
            <a:endParaRPr lang="en-US" altLang="zh-CN"/>
          </a:p>
        </p:txBody>
      </p:sp>
      <p:sp>
        <p:nvSpPr>
          <p:cNvPr id="70672" name="Oval 7" descr="羊皮纸">
            <a:extLst>
              <a:ext uri="{FF2B5EF4-FFF2-40B4-BE49-F238E27FC236}">
                <a16:creationId xmlns:a16="http://schemas.microsoft.com/office/drawing/2014/main" id="{1F5024A0-6D2C-C4CA-BCDF-8186A703E6E7}"/>
              </a:ext>
            </a:extLst>
          </p:cNvPr>
          <p:cNvSpPr>
            <a:spLocks noChangeArrowheads="1"/>
          </p:cNvSpPr>
          <p:nvPr/>
        </p:nvSpPr>
        <p:spPr bwMode="auto">
          <a:xfrm>
            <a:off x="838200" y="25146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4</a:t>
            </a:r>
            <a:endParaRPr lang="en-US" altLang="zh-CN"/>
          </a:p>
        </p:txBody>
      </p:sp>
      <p:sp>
        <p:nvSpPr>
          <p:cNvPr id="70673" name="Oval 10" descr="羊皮纸">
            <a:extLst>
              <a:ext uri="{FF2B5EF4-FFF2-40B4-BE49-F238E27FC236}">
                <a16:creationId xmlns:a16="http://schemas.microsoft.com/office/drawing/2014/main" id="{D5619371-BC8C-A9C5-3578-0723FE470D81}"/>
              </a:ext>
            </a:extLst>
          </p:cNvPr>
          <p:cNvSpPr>
            <a:spLocks noChangeArrowheads="1"/>
          </p:cNvSpPr>
          <p:nvPr/>
        </p:nvSpPr>
        <p:spPr bwMode="auto">
          <a:xfrm>
            <a:off x="1447800" y="16002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6</a:t>
            </a:r>
            <a:endParaRPr lang="en-US" altLang="zh-CN"/>
          </a:p>
        </p:txBody>
      </p:sp>
      <p:sp>
        <p:nvSpPr>
          <p:cNvPr id="70674" name="Oval 14" descr="羊皮纸">
            <a:extLst>
              <a:ext uri="{FF2B5EF4-FFF2-40B4-BE49-F238E27FC236}">
                <a16:creationId xmlns:a16="http://schemas.microsoft.com/office/drawing/2014/main" id="{4CAD5FBC-441A-D47B-D76D-A00C39BDD056}"/>
              </a:ext>
            </a:extLst>
          </p:cNvPr>
          <p:cNvSpPr>
            <a:spLocks noChangeArrowheads="1"/>
          </p:cNvSpPr>
          <p:nvPr/>
        </p:nvSpPr>
        <p:spPr bwMode="auto">
          <a:xfrm>
            <a:off x="1981200" y="6096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1</a:t>
            </a:r>
            <a:endParaRPr lang="en-US" altLang="zh-CN"/>
          </a:p>
        </p:txBody>
      </p:sp>
      <p:sp>
        <p:nvSpPr>
          <p:cNvPr id="70675" name="Oval 15" descr="羊皮纸">
            <a:extLst>
              <a:ext uri="{FF2B5EF4-FFF2-40B4-BE49-F238E27FC236}">
                <a16:creationId xmlns:a16="http://schemas.microsoft.com/office/drawing/2014/main" id="{CEFE2A85-3BBC-5F67-1B7E-DAE4A5200F1F}"/>
              </a:ext>
            </a:extLst>
          </p:cNvPr>
          <p:cNvSpPr>
            <a:spLocks noChangeArrowheads="1"/>
          </p:cNvSpPr>
          <p:nvPr/>
        </p:nvSpPr>
        <p:spPr bwMode="auto">
          <a:xfrm>
            <a:off x="1981200" y="25146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3</a:t>
            </a:r>
            <a:endParaRPr lang="en-US" altLang="zh-CN"/>
          </a:p>
        </p:txBody>
      </p:sp>
      <p:sp>
        <p:nvSpPr>
          <p:cNvPr id="70676" name="Oval 18" descr="羊皮纸">
            <a:extLst>
              <a:ext uri="{FF2B5EF4-FFF2-40B4-BE49-F238E27FC236}">
                <a16:creationId xmlns:a16="http://schemas.microsoft.com/office/drawing/2014/main" id="{CF175162-D050-85D7-B0F5-698F140A3FBA}"/>
              </a:ext>
            </a:extLst>
          </p:cNvPr>
          <p:cNvSpPr>
            <a:spLocks noChangeArrowheads="1"/>
          </p:cNvSpPr>
          <p:nvPr/>
        </p:nvSpPr>
        <p:spPr bwMode="auto">
          <a:xfrm flipH="1">
            <a:off x="2590800" y="16002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2</a:t>
            </a:r>
            <a:endParaRPr lang="en-US" altLang="zh-CN"/>
          </a:p>
        </p:txBody>
      </p:sp>
      <p:sp>
        <p:nvSpPr>
          <p:cNvPr id="70677" name="Text Box 20">
            <a:extLst>
              <a:ext uri="{FF2B5EF4-FFF2-40B4-BE49-F238E27FC236}">
                <a16:creationId xmlns:a16="http://schemas.microsoft.com/office/drawing/2014/main" id="{8A62A0A3-5B8A-7F58-0432-A902755B0938}"/>
              </a:ext>
            </a:extLst>
          </p:cNvPr>
          <p:cNvSpPr txBox="1">
            <a:spLocks noChangeArrowheads="1"/>
          </p:cNvSpPr>
          <p:nvPr/>
        </p:nvSpPr>
        <p:spPr bwMode="auto">
          <a:xfrm>
            <a:off x="1371600" y="3048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28</a:t>
            </a:r>
            <a:endParaRPr kumimoji="1" lang="en-US" altLang="zh-CN" sz="2400">
              <a:latin typeface="Times New Roman" panose="02020603050405020304" pitchFamily="18" charset="0"/>
              <a:ea typeface="宋体" panose="02010600030101010101" pitchFamily="2" charset="-122"/>
            </a:endParaRPr>
          </a:p>
        </p:txBody>
      </p:sp>
      <p:sp>
        <p:nvSpPr>
          <p:cNvPr id="70678" name="Text Box 21">
            <a:extLst>
              <a:ext uri="{FF2B5EF4-FFF2-40B4-BE49-F238E27FC236}">
                <a16:creationId xmlns:a16="http://schemas.microsoft.com/office/drawing/2014/main" id="{0D1DF4D4-5009-D435-1BAC-9BF86A2FB06C}"/>
              </a:ext>
            </a:extLst>
          </p:cNvPr>
          <p:cNvSpPr txBox="1">
            <a:spLocks noChangeArrowheads="1"/>
          </p:cNvSpPr>
          <p:nvPr/>
        </p:nvSpPr>
        <p:spPr bwMode="auto">
          <a:xfrm>
            <a:off x="304800" y="9286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70679" name="Text Box 22">
            <a:extLst>
              <a:ext uri="{FF2B5EF4-FFF2-40B4-BE49-F238E27FC236}">
                <a16:creationId xmlns:a16="http://schemas.microsoft.com/office/drawing/2014/main" id="{39E2B421-FA72-0758-E906-59BBC4F0F878}"/>
              </a:ext>
            </a:extLst>
          </p:cNvPr>
          <p:cNvSpPr txBox="1">
            <a:spLocks noChangeArrowheads="1"/>
          </p:cNvSpPr>
          <p:nvPr/>
        </p:nvSpPr>
        <p:spPr bwMode="auto">
          <a:xfrm>
            <a:off x="304800" y="21478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25</a:t>
            </a:r>
            <a:endParaRPr kumimoji="1" lang="en-US" altLang="zh-CN" sz="2400">
              <a:latin typeface="Times New Roman" panose="02020603050405020304" pitchFamily="18" charset="0"/>
              <a:ea typeface="宋体" panose="02010600030101010101" pitchFamily="2" charset="-122"/>
            </a:endParaRPr>
          </a:p>
        </p:txBody>
      </p:sp>
      <p:sp>
        <p:nvSpPr>
          <p:cNvPr id="70680" name="Text Box 23">
            <a:extLst>
              <a:ext uri="{FF2B5EF4-FFF2-40B4-BE49-F238E27FC236}">
                <a16:creationId xmlns:a16="http://schemas.microsoft.com/office/drawing/2014/main" id="{13FD3702-2035-71B1-0DE6-2C46BEAEB5AA}"/>
              </a:ext>
            </a:extLst>
          </p:cNvPr>
          <p:cNvSpPr txBox="1">
            <a:spLocks noChangeArrowheads="1"/>
          </p:cNvSpPr>
          <p:nvPr/>
        </p:nvSpPr>
        <p:spPr bwMode="auto">
          <a:xfrm>
            <a:off x="1371600" y="10048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14</a:t>
            </a:r>
            <a:endParaRPr kumimoji="1" lang="en-US" altLang="zh-CN" sz="2400">
              <a:latin typeface="Times New Roman" panose="02020603050405020304" pitchFamily="18" charset="0"/>
              <a:ea typeface="宋体" panose="02010600030101010101" pitchFamily="2" charset="-122"/>
            </a:endParaRPr>
          </a:p>
        </p:txBody>
      </p:sp>
      <p:sp>
        <p:nvSpPr>
          <p:cNvPr id="70681" name="Text Box 24">
            <a:extLst>
              <a:ext uri="{FF2B5EF4-FFF2-40B4-BE49-F238E27FC236}">
                <a16:creationId xmlns:a16="http://schemas.microsoft.com/office/drawing/2014/main" id="{780A4963-FFBD-9C08-33FE-1BC0320EBBEB}"/>
              </a:ext>
            </a:extLst>
          </p:cNvPr>
          <p:cNvSpPr txBox="1">
            <a:spLocks noChangeArrowheads="1"/>
          </p:cNvSpPr>
          <p:nvPr/>
        </p:nvSpPr>
        <p:spPr bwMode="auto">
          <a:xfrm>
            <a:off x="914400" y="19192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24</a:t>
            </a:r>
            <a:endParaRPr kumimoji="1" lang="en-US" altLang="zh-CN" sz="2400">
              <a:latin typeface="Times New Roman" panose="02020603050405020304" pitchFamily="18" charset="0"/>
              <a:ea typeface="宋体" panose="02010600030101010101" pitchFamily="2" charset="-122"/>
            </a:endParaRPr>
          </a:p>
        </p:txBody>
      </p:sp>
      <p:sp>
        <p:nvSpPr>
          <p:cNvPr id="70682" name="Text Box 25">
            <a:extLst>
              <a:ext uri="{FF2B5EF4-FFF2-40B4-BE49-F238E27FC236}">
                <a16:creationId xmlns:a16="http://schemas.microsoft.com/office/drawing/2014/main" id="{9904C936-FB93-C1CB-B23D-4DF04ECB081D}"/>
              </a:ext>
            </a:extLst>
          </p:cNvPr>
          <p:cNvSpPr txBox="1">
            <a:spLocks noChangeArrowheads="1"/>
          </p:cNvSpPr>
          <p:nvPr/>
        </p:nvSpPr>
        <p:spPr bwMode="auto">
          <a:xfrm>
            <a:off x="1371600" y="26812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22</a:t>
            </a:r>
            <a:endParaRPr kumimoji="1" lang="en-US" altLang="zh-CN" sz="2400">
              <a:latin typeface="Times New Roman" panose="02020603050405020304" pitchFamily="18" charset="0"/>
              <a:ea typeface="宋体" panose="02010600030101010101" pitchFamily="2" charset="-122"/>
            </a:endParaRPr>
          </a:p>
        </p:txBody>
      </p:sp>
      <p:sp>
        <p:nvSpPr>
          <p:cNvPr id="70683" name="Text Box 26">
            <a:extLst>
              <a:ext uri="{FF2B5EF4-FFF2-40B4-BE49-F238E27FC236}">
                <a16:creationId xmlns:a16="http://schemas.microsoft.com/office/drawing/2014/main" id="{5C51C85C-A899-5DC5-BD5F-AC11EF2FC932}"/>
              </a:ext>
            </a:extLst>
          </p:cNvPr>
          <p:cNvSpPr txBox="1">
            <a:spLocks noChangeArrowheads="1"/>
          </p:cNvSpPr>
          <p:nvPr/>
        </p:nvSpPr>
        <p:spPr bwMode="auto">
          <a:xfrm>
            <a:off x="2508250" y="10048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16</a:t>
            </a:r>
            <a:endParaRPr kumimoji="1" lang="en-US" altLang="zh-CN" sz="2400">
              <a:latin typeface="Times New Roman" panose="02020603050405020304" pitchFamily="18" charset="0"/>
              <a:ea typeface="宋体" panose="02010600030101010101" pitchFamily="2" charset="-122"/>
            </a:endParaRPr>
          </a:p>
        </p:txBody>
      </p:sp>
      <p:sp>
        <p:nvSpPr>
          <p:cNvPr id="70684" name="Text Box 27">
            <a:extLst>
              <a:ext uri="{FF2B5EF4-FFF2-40B4-BE49-F238E27FC236}">
                <a16:creationId xmlns:a16="http://schemas.microsoft.com/office/drawing/2014/main" id="{8EC9CA97-285B-B00A-BDF2-D8CDD3C30482}"/>
              </a:ext>
            </a:extLst>
          </p:cNvPr>
          <p:cNvSpPr txBox="1">
            <a:spLocks noChangeArrowheads="1"/>
          </p:cNvSpPr>
          <p:nvPr/>
        </p:nvSpPr>
        <p:spPr bwMode="auto">
          <a:xfrm>
            <a:off x="1898650" y="19050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18</a:t>
            </a:r>
            <a:endParaRPr kumimoji="1" lang="en-US" altLang="zh-CN" sz="2400">
              <a:latin typeface="Times New Roman" panose="02020603050405020304" pitchFamily="18" charset="0"/>
              <a:ea typeface="宋体" panose="02010600030101010101" pitchFamily="2" charset="-122"/>
            </a:endParaRPr>
          </a:p>
        </p:txBody>
      </p:sp>
      <p:sp>
        <p:nvSpPr>
          <p:cNvPr id="70685" name="Text Box 28">
            <a:extLst>
              <a:ext uri="{FF2B5EF4-FFF2-40B4-BE49-F238E27FC236}">
                <a16:creationId xmlns:a16="http://schemas.microsoft.com/office/drawing/2014/main" id="{9FF48D24-A327-87FA-CAB0-987B7244A651}"/>
              </a:ext>
            </a:extLst>
          </p:cNvPr>
          <p:cNvSpPr txBox="1">
            <a:spLocks noChangeArrowheads="1"/>
          </p:cNvSpPr>
          <p:nvPr/>
        </p:nvSpPr>
        <p:spPr bwMode="auto">
          <a:xfrm>
            <a:off x="2508250" y="21478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12</a:t>
            </a:r>
            <a:endParaRPr kumimoji="1" lang="en-US" altLang="zh-CN" sz="2400">
              <a:latin typeface="Times New Roman" panose="02020603050405020304" pitchFamily="18" charset="0"/>
              <a:ea typeface="宋体" panose="02010600030101010101" pitchFamily="2" charset="-122"/>
            </a:endParaRPr>
          </a:p>
        </p:txBody>
      </p:sp>
      <p:sp>
        <p:nvSpPr>
          <p:cNvPr id="70686" name="Oval 29" descr="羊皮纸">
            <a:extLst>
              <a:ext uri="{FF2B5EF4-FFF2-40B4-BE49-F238E27FC236}">
                <a16:creationId xmlns:a16="http://schemas.microsoft.com/office/drawing/2014/main" id="{721E891D-5FAA-8529-1F35-E7B7EDC130B1}"/>
              </a:ext>
            </a:extLst>
          </p:cNvPr>
          <p:cNvSpPr>
            <a:spLocks noChangeArrowheads="1"/>
          </p:cNvSpPr>
          <p:nvPr/>
        </p:nvSpPr>
        <p:spPr bwMode="auto">
          <a:xfrm>
            <a:off x="3200400" y="16002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5</a:t>
            </a:r>
            <a:endParaRPr lang="en-US" altLang="zh-CN"/>
          </a:p>
        </p:txBody>
      </p:sp>
      <p:sp>
        <p:nvSpPr>
          <p:cNvPr id="70687" name="Oval 30" descr="羊皮纸">
            <a:extLst>
              <a:ext uri="{FF2B5EF4-FFF2-40B4-BE49-F238E27FC236}">
                <a16:creationId xmlns:a16="http://schemas.microsoft.com/office/drawing/2014/main" id="{70073C19-0140-6905-1610-1BC042A81B5D}"/>
              </a:ext>
            </a:extLst>
          </p:cNvPr>
          <p:cNvSpPr>
            <a:spLocks noChangeArrowheads="1"/>
          </p:cNvSpPr>
          <p:nvPr/>
        </p:nvSpPr>
        <p:spPr bwMode="auto">
          <a:xfrm>
            <a:off x="3733800" y="6096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0</a:t>
            </a:r>
            <a:endParaRPr lang="en-US" altLang="zh-CN"/>
          </a:p>
        </p:txBody>
      </p:sp>
      <p:sp>
        <p:nvSpPr>
          <p:cNvPr id="70688" name="Oval 31" descr="羊皮纸">
            <a:extLst>
              <a:ext uri="{FF2B5EF4-FFF2-40B4-BE49-F238E27FC236}">
                <a16:creationId xmlns:a16="http://schemas.microsoft.com/office/drawing/2014/main" id="{D9F39E18-27E8-9BD5-D2B8-F9B1FFEB98B0}"/>
              </a:ext>
            </a:extLst>
          </p:cNvPr>
          <p:cNvSpPr>
            <a:spLocks noChangeArrowheads="1"/>
          </p:cNvSpPr>
          <p:nvPr/>
        </p:nvSpPr>
        <p:spPr bwMode="auto">
          <a:xfrm>
            <a:off x="3733800" y="25146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4</a:t>
            </a:r>
            <a:endParaRPr lang="en-US" altLang="zh-CN"/>
          </a:p>
        </p:txBody>
      </p:sp>
      <p:sp>
        <p:nvSpPr>
          <p:cNvPr id="70689" name="Oval 32" descr="羊皮纸">
            <a:extLst>
              <a:ext uri="{FF2B5EF4-FFF2-40B4-BE49-F238E27FC236}">
                <a16:creationId xmlns:a16="http://schemas.microsoft.com/office/drawing/2014/main" id="{4B3D5706-0E2A-E142-302B-6423999D5FBD}"/>
              </a:ext>
            </a:extLst>
          </p:cNvPr>
          <p:cNvSpPr>
            <a:spLocks noChangeArrowheads="1"/>
          </p:cNvSpPr>
          <p:nvPr/>
        </p:nvSpPr>
        <p:spPr bwMode="auto">
          <a:xfrm>
            <a:off x="4343400" y="16002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6</a:t>
            </a:r>
            <a:endParaRPr lang="en-US" altLang="zh-CN"/>
          </a:p>
        </p:txBody>
      </p:sp>
      <p:sp>
        <p:nvSpPr>
          <p:cNvPr id="70690" name="Oval 33" descr="羊皮纸">
            <a:extLst>
              <a:ext uri="{FF2B5EF4-FFF2-40B4-BE49-F238E27FC236}">
                <a16:creationId xmlns:a16="http://schemas.microsoft.com/office/drawing/2014/main" id="{299DE758-09E4-C137-C791-5B8A89CC524F}"/>
              </a:ext>
            </a:extLst>
          </p:cNvPr>
          <p:cNvSpPr>
            <a:spLocks noChangeArrowheads="1"/>
          </p:cNvSpPr>
          <p:nvPr/>
        </p:nvSpPr>
        <p:spPr bwMode="auto">
          <a:xfrm>
            <a:off x="4876800" y="6096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1</a:t>
            </a:r>
            <a:endParaRPr lang="en-US" altLang="zh-CN"/>
          </a:p>
        </p:txBody>
      </p:sp>
      <p:sp>
        <p:nvSpPr>
          <p:cNvPr id="70691" name="Oval 34" descr="羊皮纸">
            <a:extLst>
              <a:ext uri="{FF2B5EF4-FFF2-40B4-BE49-F238E27FC236}">
                <a16:creationId xmlns:a16="http://schemas.microsoft.com/office/drawing/2014/main" id="{F3063772-3408-9465-5CC8-B29F3914AB42}"/>
              </a:ext>
            </a:extLst>
          </p:cNvPr>
          <p:cNvSpPr>
            <a:spLocks noChangeArrowheads="1"/>
          </p:cNvSpPr>
          <p:nvPr/>
        </p:nvSpPr>
        <p:spPr bwMode="auto">
          <a:xfrm>
            <a:off x="4876800" y="25146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3</a:t>
            </a:r>
            <a:endParaRPr lang="en-US" altLang="zh-CN"/>
          </a:p>
        </p:txBody>
      </p:sp>
      <p:sp>
        <p:nvSpPr>
          <p:cNvPr id="70692" name="Oval 35" descr="羊皮纸">
            <a:extLst>
              <a:ext uri="{FF2B5EF4-FFF2-40B4-BE49-F238E27FC236}">
                <a16:creationId xmlns:a16="http://schemas.microsoft.com/office/drawing/2014/main" id="{0ADDDA09-DBC3-9058-D486-E5D2C71093DD}"/>
              </a:ext>
            </a:extLst>
          </p:cNvPr>
          <p:cNvSpPr>
            <a:spLocks noChangeArrowheads="1"/>
          </p:cNvSpPr>
          <p:nvPr/>
        </p:nvSpPr>
        <p:spPr bwMode="auto">
          <a:xfrm flipH="1">
            <a:off x="5486400" y="16002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2</a:t>
            </a:r>
            <a:endParaRPr lang="en-US" altLang="zh-CN"/>
          </a:p>
        </p:txBody>
      </p:sp>
      <p:sp>
        <p:nvSpPr>
          <p:cNvPr id="70693" name="Line 36">
            <a:extLst>
              <a:ext uri="{FF2B5EF4-FFF2-40B4-BE49-F238E27FC236}">
                <a16:creationId xmlns:a16="http://schemas.microsoft.com/office/drawing/2014/main" id="{BE6B9174-312E-0D4A-4251-B87E5983C7D2}"/>
              </a:ext>
            </a:extLst>
          </p:cNvPr>
          <p:cNvSpPr>
            <a:spLocks noChangeShapeType="1"/>
          </p:cNvSpPr>
          <p:nvPr/>
        </p:nvSpPr>
        <p:spPr bwMode="auto">
          <a:xfrm>
            <a:off x="3124200" y="381000"/>
            <a:ext cx="0" cy="2819400"/>
          </a:xfrm>
          <a:prstGeom prst="line">
            <a:avLst/>
          </a:prstGeom>
          <a:noFill/>
          <a:ln w="57150" cmpd="thinThick">
            <a:solidFill>
              <a:schemeClr val="folHlink"/>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94" name="Line 41">
            <a:extLst>
              <a:ext uri="{FF2B5EF4-FFF2-40B4-BE49-F238E27FC236}">
                <a16:creationId xmlns:a16="http://schemas.microsoft.com/office/drawing/2014/main" id="{2814F753-3A0D-7CAF-CE1A-3AC808B7C6A3}"/>
              </a:ext>
            </a:extLst>
          </p:cNvPr>
          <p:cNvSpPr>
            <a:spLocks noChangeShapeType="1"/>
          </p:cNvSpPr>
          <p:nvPr/>
        </p:nvSpPr>
        <p:spPr bwMode="auto">
          <a:xfrm>
            <a:off x="6019800" y="381000"/>
            <a:ext cx="0" cy="2819400"/>
          </a:xfrm>
          <a:prstGeom prst="line">
            <a:avLst/>
          </a:prstGeom>
          <a:noFill/>
          <a:ln w="57150" cmpd="thinThick">
            <a:solidFill>
              <a:schemeClr val="folHlink"/>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95" name="Line 42">
            <a:extLst>
              <a:ext uri="{FF2B5EF4-FFF2-40B4-BE49-F238E27FC236}">
                <a16:creationId xmlns:a16="http://schemas.microsoft.com/office/drawing/2014/main" id="{B9C9D8F6-B1B5-6AE3-5697-8DC9AA23DA7B}"/>
              </a:ext>
            </a:extLst>
          </p:cNvPr>
          <p:cNvSpPr>
            <a:spLocks noChangeShapeType="1"/>
          </p:cNvSpPr>
          <p:nvPr/>
        </p:nvSpPr>
        <p:spPr bwMode="auto">
          <a:xfrm flipH="1">
            <a:off x="8077200" y="1905000"/>
            <a:ext cx="457200" cy="838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96" name="Line 43">
            <a:extLst>
              <a:ext uri="{FF2B5EF4-FFF2-40B4-BE49-F238E27FC236}">
                <a16:creationId xmlns:a16="http://schemas.microsoft.com/office/drawing/2014/main" id="{D0FD90D0-E378-EC5B-89AD-BDC9A21E537E}"/>
              </a:ext>
            </a:extLst>
          </p:cNvPr>
          <p:cNvSpPr>
            <a:spLocks noChangeShapeType="1"/>
          </p:cNvSpPr>
          <p:nvPr/>
        </p:nvSpPr>
        <p:spPr bwMode="auto">
          <a:xfrm flipV="1">
            <a:off x="7467600" y="838200"/>
            <a:ext cx="533400" cy="990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97" name="Line 44">
            <a:extLst>
              <a:ext uri="{FF2B5EF4-FFF2-40B4-BE49-F238E27FC236}">
                <a16:creationId xmlns:a16="http://schemas.microsoft.com/office/drawing/2014/main" id="{1A64B2ED-3EF1-A5F5-EF4E-404FFC925D47}"/>
              </a:ext>
            </a:extLst>
          </p:cNvPr>
          <p:cNvSpPr>
            <a:spLocks noChangeShapeType="1"/>
          </p:cNvSpPr>
          <p:nvPr/>
        </p:nvSpPr>
        <p:spPr bwMode="auto">
          <a:xfrm flipH="1">
            <a:off x="6324600" y="914400"/>
            <a:ext cx="457200" cy="838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98" name="Oval 45" descr="羊皮纸">
            <a:extLst>
              <a:ext uri="{FF2B5EF4-FFF2-40B4-BE49-F238E27FC236}">
                <a16:creationId xmlns:a16="http://schemas.microsoft.com/office/drawing/2014/main" id="{155DB1A3-E706-2691-289F-A2E9B8A2B344}"/>
              </a:ext>
            </a:extLst>
          </p:cNvPr>
          <p:cNvSpPr>
            <a:spLocks noChangeArrowheads="1"/>
          </p:cNvSpPr>
          <p:nvPr/>
        </p:nvSpPr>
        <p:spPr bwMode="auto">
          <a:xfrm>
            <a:off x="6096000" y="16002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5</a:t>
            </a:r>
            <a:endParaRPr lang="en-US" altLang="zh-CN"/>
          </a:p>
        </p:txBody>
      </p:sp>
      <p:sp>
        <p:nvSpPr>
          <p:cNvPr id="70699" name="Oval 46" descr="羊皮纸">
            <a:extLst>
              <a:ext uri="{FF2B5EF4-FFF2-40B4-BE49-F238E27FC236}">
                <a16:creationId xmlns:a16="http://schemas.microsoft.com/office/drawing/2014/main" id="{38D1F701-F02C-BDF0-6694-5CFC4E0C6236}"/>
              </a:ext>
            </a:extLst>
          </p:cNvPr>
          <p:cNvSpPr>
            <a:spLocks noChangeArrowheads="1"/>
          </p:cNvSpPr>
          <p:nvPr/>
        </p:nvSpPr>
        <p:spPr bwMode="auto">
          <a:xfrm>
            <a:off x="6629400" y="6096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0</a:t>
            </a:r>
            <a:endParaRPr lang="en-US" altLang="zh-CN"/>
          </a:p>
        </p:txBody>
      </p:sp>
      <p:sp>
        <p:nvSpPr>
          <p:cNvPr id="70700" name="Oval 47" descr="羊皮纸">
            <a:extLst>
              <a:ext uri="{FF2B5EF4-FFF2-40B4-BE49-F238E27FC236}">
                <a16:creationId xmlns:a16="http://schemas.microsoft.com/office/drawing/2014/main" id="{D676A001-4F10-8B9D-1BDB-B88C3BE65D28}"/>
              </a:ext>
            </a:extLst>
          </p:cNvPr>
          <p:cNvSpPr>
            <a:spLocks noChangeArrowheads="1"/>
          </p:cNvSpPr>
          <p:nvPr/>
        </p:nvSpPr>
        <p:spPr bwMode="auto">
          <a:xfrm>
            <a:off x="6629400" y="25146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4</a:t>
            </a:r>
            <a:endParaRPr lang="en-US" altLang="zh-CN"/>
          </a:p>
        </p:txBody>
      </p:sp>
      <p:sp>
        <p:nvSpPr>
          <p:cNvPr id="70701" name="Oval 48" descr="羊皮纸">
            <a:extLst>
              <a:ext uri="{FF2B5EF4-FFF2-40B4-BE49-F238E27FC236}">
                <a16:creationId xmlns:a16="http://schemas.microsoft.com/office/drawing/2014/main" id="{5C5ADB02-F7B7-77D1-D52C-22B0E6D77DEE}"/>
              </a:ext>
            </a:extLst>
          </p:cNvPr>
          <p:cNvSpPr>
            <a:spLocks noChangeArrowheads="1"/>
          </p:cNvSpPr>
          <p:nvPr/>
        </p:nvSpPr>
        <p:spPr bwMode="auto">
          <a:xfrm>
            <a:off x="7239000" y="16002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6</a:t>
            </a:r>
            <a:endParaRPr lang="en-US" altLang="zh-CN"/>
          </a:p>
        </p:txBody>
      </p:sp>
      <p:sp>
        <p:nvSpPr>
          <p:cNvPr id="70702" name="Oval 49" descr="羊皮纸">
            <a:extLst>
              <a:ext uri="{FF2B5EF4-FFF2-40B4-BE49-F238E27FC236}">
                <a16:creationId xmlns:a16="http://schemas.microsoft.com/office/drawing/2014/main" id="{BE2B8FA2-3413-F554-2567-DD4DBF034B72}"/>
              </a:ext>
            </a:extLst>
          </p:cNvPr>
          <p:cNvSpPr>
            <a:spLocks noChangeArrowheads="1"/>
          </p:cNvSpPr>
          <p:nvPr/>
        </p:nvSpPr>
        <p:spPr bwMode="auto">
          <a:xfrm>
            <a:off x="7772400" y="6096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1</a:t>
            </a:r>
            <a:endParaRPr lang="en-US" altLang="zh-CN"/>
          </a:p>
        </p:txBody>
      </p:sp>
      <p:sp>
        <p:nvSpPr>
          <p:cNvPr id="70703" name="Oval 50" descr="羊皮纸">
            <a:extLst>
              <a:ext uri="{FF2B5EF4-FFF2-40B4-BE49-F238E27FC236}">
                <a16:creationId xmlns:a16="http://schemas.microsoft.com/office/drawing/2014/main" id="{50B4B393-0118-4641-0A4D-C6B2DC5C806D}"/>
              </a:ext>
            </a:extLst>
          </p:cNvPr>
          <p:cNvSpPr>
            <a:spLocks noChangeArrowheads="1"/>
          </p:cNvSpPr>
          <p:nvPr/>
        </p:nvSpPr>
        <p:spPr bwMode="auto">
          <a:xfrm>
            <a:off x="7848600" y="25146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3</a:t>
            </a:r>
            <a:endParaRPr lang="en-US" altLang="zh-CN"/>
          </a:p>
        </p:txBody>
      </p:sp>
      <p:sp>
        <p:nvSpPr>
          <p:cNvPr id="70704" name="Oval 51" descr="羊皮纸">
            <a:extLst>
              <a:ext uri="{FF2B5EF4-FFF2-40B4-BE49-F238E27FC236}">
                <a16:creationId xmlns:a16="http://schemas.microsoft.com/office/drawing/2014/main" id="{4E935D19-74BF-456D-3D17-FEE9925D1DDA}"/>
              </a:ext>
            </a:extLst>
          </p:cNvPr>
          <p:cNvSpPr>
            <a:spLocks noChangeArrowheads="1"/>
          </p:cNvSpPr>
          <p:nvPr/>
        </p:nvSpPr>
        <p:spPr bwMode="auto">
          <a:xfrm flipH="1">
            <a:off x="8382000" y="16002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2</a:t>
            </a:r>
            <a:endParaRPr lang="en-US" altLang="zh-CN"/>
          </a:p>
        </p:txBody>
      </p:sp>
      <p:sp>
        <p:nvSpPr>
          <p:cNvPr id="70705" name="Text Box 52">
            <a:extLst>
              <a:ext uri="{FF2B5EF4-FFF2-40B4-BE49-F238E27FC236}">
                <a16:creationId xmlns:a16="http://schemas.microsoft.com/office/drawing/2014/main" id="{60A533FF-522A-E97E-9749-31EB19F8E57A}"/>
              </a:ext>
            </a:extLst>
          </p:cNvPr>
          <p:cNvSpPr txBox="1">
            <a:spLocks noChangeArrowheads="1"/>
          </p:cNvSpPr>
          <p:nvPr/>
        </p:nvSpPr>
        <p:spPr bwMode="auto">
          <a:xfrm>
            <a:off x="6096000" y="9286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70706" name="Text Box 53">
            <a:extLst>
              <a:ext uri="{FF2B5EF4-FFF2-40B4-BE49-F238E27FC236}">
                <a16:creationId xmlns:a16="http://schemas.microsoft.com/office/drawing/2014/main" id="{FE8CE236-8155-DA10-6684-84EE9B92802E}"/>
              </a:ext>
            </a:extLst>
          </p:cNvPr>
          <p:cNvSpPr txBox="1">
            <a:spLocks noChangeArrowheads="1"/>
          </p:cNvSpPr>
          <p:nvPr/>
        </p:nvSpPr>
        <p:spPr bwMode="auto">
          <a:xfrm>
            <a:off x="7162800" y="10048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14</a:t>
            </a:r>
            <a:endParaRPr kumimoji="1" lang="en-US" altLang="zh-CN" sz="2400">
              <a:latin typeface="Times New Roman" panose="02020603050405020304" pitchFamily="18" charset="0"/>
              <a:ea typeface="宋体" panose="02010600030101010101" pitchFamily="2" charset="-122"/>
            </a:endParaRPr>
          </a:p>
        </p:txBody>
      </p:sp>
      <p:sp>
        <p:nvSpPr>
          <p:cNvPr id="70707" name="Text Box 54">
            <a:extLst>
              <a:ext uri="{FF2B5EF4-FFF2-40B4-BE49-F238E27FC236}">
                <a16:creationId xmlns:a16="http://schemas.microsoft.com/office/drawing/2014/main" id="{043C05A5-056B-0D5B-460A-98B254D12B93}"/>
              </a:ext>
            </a:extLst>
          </p:cNvPr>
          <p:cNvSpPr txBox="1">
            <a:spLocks noChangeArrowheads="1"/>
          </p:cNvSpPr>
          <p:nvPr/>
        </p:nvSpPr>
        <p:spPr bwMode="auto">
          <a:xfrm>
            <a:off x="8299450" y="21478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12</a:t>
            </a:r>
            <a:endParaRPr kumimoji="1" lang="en-US" altLang="zh-CN" sz="2400">
              <a:latin typeface="Times New Roman" panose="02020603050405020304" pitchFamily="18" charset="0"/>
              <a:ea typeface="宋体" panose="02010600030101010101" pitchFamily="2" charset="-122"/>
            </a:endParaRPr>
          </a:p>
        </p:txBody>
      </p:sp>
      <p:sp>
        <p:nvSpPr>
          <p:cNvPr id="70708" name="Text Box 56">
            <a:extLst>
              <a:ext uri="{FF2B5EF4-FFF2-40B4-BE49-F238E27FC236}">
                <a16:creationId xmlns:a16="http://schemas.microsoft.com/office/drawing/2014/main" id="{49E53083-32AA-B4BE-2E65-7DAE1B40DCFF}"/>
              </a:ext>
            </a:extLst>
          </p:cNvPr>
          <p:cNvSpPr txBox="1">
            <a:spLocks noChangeArrowheads="1"/>
          </p:cNvSpPr>
          <p:nvPr/>
        </p:nvSpPr>
        <p:spPr bwMode="auto">
          <a:xfrm>
            <a:off x="1066800" y="3001963"/>
            <a:ext cx="67183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zh-CN" altLang="en-US" sz="3200">
                <a:latin typeface="Times New Roman" panose="02020603050405020304" pitchFamily="18" charset="0"/>
                <a:ea typeface="隶书" panose="02010509060101010101" pitchFamily="49" charset="-122"/>
              </a:rPr>
              <a:t>原图                       </a:t>
            </a:r>
            <a:r>
              <a:rPr kumimoji="1" lang="en-US" altLang="zh-CN" sz="3200" b="1">
                <a:latin typeface="Times New Roman" panose="02020603050405020304" pitchFamily="18" charset="0"/>
                <a:ea typeface="宋体" panose="02010600030101010101" pitchFamily="2" charset="-122"/>
              </a:rPr>
              <a:t>(c)                        (d)</a:t>
            </a:r>
            <a:endParaRPr kumimoji="1" lang="en-US" altLang="zh-CN" sz="2400">
              <a:latin typeface="Times New Roman" panose="02020603050405020304" pitchFamily="18" charset="0"/>
              <a:ea typeface="宋体" panose="02010600030101010101" pitchFamily="2" charset="-122"/>
            </a:endParaRPr>
          </a:p>
        </p:txBody>
      </p:sp>
      <p:sp>
        <p:nvSpPr>
          <p:cNvPr id="70709" name="Line 57">
            <a:extLst>
              <a:ext uri="{FF2B5EF4-FFF2-40B4-BE49-F238E27FC236}">
                <a16:creationId xmlns:a16="http://schemas.microsoft.com/office/drawing/2014/main" id="{78A1B965-13FF-93F3-414F-CB9466327A74}"/>
              </a:ext>
            </a:extLst>
          </p:cNvPr>
          <p:cNvSpPr>
            <a:spLocks noChangeShapeType="1"/>
          </p:cNvSpPr>
          <p:nvPr/>
        </p:nvSpPr>
        <p:spPr bwMode="auto">
          <a:xfrm flipH="1">
            <a:off x="2286000" y="5029200"/>
            <a:ext cx="457200" cy="762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710" name="Line 58">
            <a:extLst>
              <a:ext uri="{FF2B5EF4-FFF2-40B4-BE49-F238E27FC236}">
                <a16:creationId xmlns:a16="http://schemas.microsoft.com/office/drawing/2014/main" id="{0B5E2B74-0A36-724A-BE32-D972F8ED9281}"/>
              </a:ext>
            </a:extLst>
          </p:cNvPr>
          <p:cNvSpPr>
            <a:spLocks noChangeShapeType="1"/>
          </p:cNvSpPr>
          <p:nvPr/>
        </p:nvSpPr>
        <p:spPr bwMode="auto">
          <a:xfrm>
            <a:off x="2286000" y="4038600"/>
            <a:ext cx="457200" cy="838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711" name="Line 59">
            <a:extLst>
              <a:ext uri="{FF2B5EF4-FFF2-40B4-BE49-F238E27FC236}">
                <a16:creationId xmlns:a16="http://schemas.microsoft.com/office/drawing/2014/main" id="{4D2CDCE5-D328-8D48-1D75-3EF5CA963815}"/>
              </a:ext>
            </a:extLst>
          </p:cNvPr>
          <p:cNvSpPr>
            <a:spLocks noChangeShapeType="1"/>
          </p:cNvSpPr>
          <p:nvPr/>
        </p:nvSpPr>
        <p:spPr bwMode="auto">
          <a:xfrm flipV="1">
            <a:off x="1752600" y="3962400"/>
            <a:ext cx="457200" cy="838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712" name="Line 60">
            <a:extLst>
              <a:ext uri="{FF2B5EF4-FFF2-40B4-BE49-F238E27FC236}">
                <a16:creationId xmlns:a16="http://schemas.microsoft.com/office/drawing/2014/main" id="{15457F43-218D-41FC-50EB-80997B6680A0}"/>
              </a:ext>
            </a:extLst>
          </p:cNvPr>
          <p:cNvSpPr>
            <a:spLocks noChangeShapeType="1"/>
          </p:cNvSpPr>
          <p:nvPr/>
        </p:nvSpPr>
        <p:spPr bwMode="auto">
          <a:xfrm flipH="1">
            <a:off x="533400" y="4038600"/>
            <a:ext cx="457200" cy="838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713" name="Oval 61" descr="羊皮纸">
            <a:extLst>
              <a:ext uri="{FF2B5EF4-FFF2-40B4-BE49-F238E27FC236}">
                <a16:creationId xmlns:a16="http://schemas.microsoft.com/office/drawing/2014/main" id="{A8362F3B-5E12-8F40-F311-6E802025F051}"/>
              </a:ext>
            </a:extLst>
          </p:cNvPr>
          <p:cNvSpPr>
            <a:spLocks noChangeArrowheads="1"/>
          </p:cNvSpPr>
          <p:nvPr/>
        </p:nvSpPr>
        <p:spPr bwMode="auto">
          <a:xfrm>
            <a:off x="304800" y="47244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5</a:t>
            </a:r>
            <a:endParaRPr lang="en-US" altLang="zh-CN"/>
          </a:p>
        </p:txBody>
      </p:sp>
      <p:sp>
        <p:nvSpPr>
          <p:cNvPr id="70714" name="Oval 62" descr="羊皮纸">
            <a:extLst>
              <a:ext uri="{FF2B5EF4-FFF2-40B4-BE49-F238E27FC236}">
                <a16:creationId xmlns:a16="http://schemas.microsoft.com/office/drawing/2014/main" id="{4905C5FB-E214-D3B0-8539-8612F68F347F}"/>
              </a:ext>
            </a:extLst>
          </p:cNvPr>
          <p:cNvSpPr>
            <a:spLocks noChangeArrowheads="1"/>
          </p:cNvSpPr>
          <p:nvPr/>
        </p:nvSpPr>
        <p:spPr bwMode="auto">
          <a:xfrm>
            <a:off x="838200" y="37338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0</a:t>
            </a:r>
            <a:endParaRPr lang="en-US" altLang="zh-CN"/>
          </a:p>
        </p:txBody>
      </p:sp>
      <p:sp>
        <p:nvSpPr>
          <p:cNvPr id="70715" name="Oval 63" descr="羊皮纸">
            <a:extLst>
              <a:ext uri="{FF2B5EF4-FFF2-40B4-BE49-F238E27FC236}">
                <a16:creationId xmlns:a16="http://schemas.microsoft.com/office/drawing/2014/main" id="{DE1D07E7-C1A9-DFBF-4FBA-A98073DF7D2C}"/>
              </a:ext>
            </a:extLst>
          </p:cNvPr>
          <p:cNvSpPr>
            <a:spLocks noChangeArrowheads="1"/>
          </p:cNvSpPr>
          <p:nvPr/>
        </p:nvSpPr>
        <p:spPr bwMode="auto">
          <a:xfrm>
            <a:off x="838200" y="56388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4</a:t>
            </a:r>
            <a:endParaRPr lang="en-US" altLang="zh-CN"/>
          </a:p>
        </p:txBody>
      </p:sp>
      <p:sp>
        <p:nvSpPr>
          <p:cNvPr id="70716" name="Oval 64" descr="羊皮纸">
            <a:extLst>
              <a:ext uri="{FF2B5EF4-FFF2-40B4-BE49-F238E27FC236}">
                <a16:creationId xmlns:a16="http://schemas.microsoft.com/office/drawing/2014/main" id="{50E0F6AB-BA59-3C66-9ADF-1FA5EC8D5481}"/>
              </a:ext>
            </a:extLst>
          </p:cNvPr>
          <p:cNvSpPr>
            <a:spLocks noChangeArrowheads="1"/>
          </p:cNvSpPr>
          <p:nvPr/>
        </p:nvSpPr>
        <p:spPr bwMode="auto">
          <a:xfrm>
            <a:off x="1447800" y="47244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6</a:t>
            </a:r>
            <a:endParaRPr lang="en-US" altLang="zh-CN"/>
          </a:p>
        </p:txBody>
      </p:sp>
      <p:sp>
        <p:nvSpPr>
          <p:cNvPr id="70717" name="Oval 65" descr="羊皮纸">
            <a:extLst>
              <a:ext uri="{FF2B5EF4-FFF2-40B4-BE49-F238E27FC236}">
                <a16:creationId xmlns:a16="http://schemas.microsoft.com/office/drawing/2014/main" id="{1BD88A04-05F3-E4DB-7579-4EC4860EAB8C}"/>
              </a:ext>
            </a:extLst>
          </p:cNvPr>
          <p:cNvSpPr>
            <a:spLocks noChangeArrowheads="1"/>
          </p:cNvSpPr>
          <p:nvPr/>
        </p:nvSpPr>
        <p:spPr bwMode="auto">
          <a:xfrm>
            <a:off x="1981200" y="37338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1</a:t>
            </a:r>
            <a:endParaRPr lang="en-US" altLang="zh-CN"/>
          </a:p>
        </p:txBody>
      </p:sp>
      <p:sp>
        <p:nvSpPr>
          <p:cNvPr id="70718" name="Oval 66" descr="羊皮纸">
            <a:extLst>
              <a:ext uri="{FF2B5EF4-FFF2-40B4-BE49-F238E27FC236}">
                <a16:creationId xmlns:a16="http://schemas.microsoft.com/office/drawing/2014/main" id="{C38AAA02-3E17-7A18-1A81-5D63D022F928}"/>
              </a:ext>
            </a:extLst>
          </p:cNvPr>
          <p:cNvSpPr>
            <a:spLocks noChangeArrowheads="1"/>
          </p:cNvSpPr>
          <p:nvPr/>
        </p:nvSpPr>
        <p:spPr bwMode="auto">
          <a:xfrm>
            <a:off x="1981200" y="56388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3</a:t>
            </a:r>
            <a:endParaRPr lang="en-US" altLang="zh-CN"/>
          </a:p>
        </p:txBody>
      </p:sp>
      <p:sp>
        <p:nvSpPr>
          <p:cNvPr id="70719" name="Oval 67" descr="羊皮纸">
            <a:extLst>
              <a:ext uri="{FF2B5EF4-FFF2-40B4-BE49-F238E27FC236}">
                <a16:creationId xmlns:a16="http://schemas.microsoft.com/office/drawing/2014/main" id="{63529B1A-7001-2505-5519-FB820012868A}"/>
              </a:ext>
            </a:extLst>
          </p:cNvPr>
          <p:cNvSpPr>
            <a:spLocks noChangeArrowheads="1"/>
          </p:cNvSpPr>
          <p:nvPr/>
        </p:nvSpPr>
        <p:spPr bwMode="auto">
          <a:xfrm flipH="1">
            <a:off x="2590800" y="47244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2</a:t>
            </a:r>
            <a:endParaRPr lang="en-US" altLang="zh-CN"/>
          </a:p>
        </p:txBody>
      </p:sp>
      <p:sp>
        <p:nvSpPr>
          <p:cNvPr id="70720" name="Text Box 68">
            <a:extLst>
              <a:ext uri="{FF2B5EF4-FFF2-40B4-BE49-F238E27FC236}">
                <a16:creationId xmlns:a16="http://schemas.microsoft.com/office/drawing/2014/main" id="{EA8C3722-683F-C8D0-80F5-9BB0BD0D82E5}"/>
              </a:ext>
            </a:extLst>
          </p:cNvPr>
          <p:cNvSpPr txBox="1">
            <a:spLocks noChangeArrowheads="1"/>
          </p:cNvSpPr>
          <p:nvPr/>
        </p:nvSpPr>
        <p:spPr bwMode="auto">
          <a:xfrm>
            <a:off x="304800" y="40528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70721" name="Text Box 69">
            <a:extLst>
              <a:ext uri="{FF2B5EF4-FFF2-40B4-BE49-F238E27FC236}">
                <a16:creationId xmlns:a16="http://schemas.microsoft.com/office/drawing/2014/main" id="{358667DD-190C-A755-E205-DEA94CF5D35F}"/>
              </a:ext>
            </a:extLst>
          </p:cNvPr>
          <p:cNvSpPr txBox="1">
            <a:spLocks noChangeArrowheads="1"/>
          </p:cNvSpPr>
          <p:nvPr/>
        </p:nvSpPr>
        <p:spPr bwMode="auto">
          <a:xfrm>
            <a:off x="1371600" y="41290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14</a:t>
            </a:r>
            <a:endParaRPr kumimoji="1" lang="en-US" altLang="zh-CN" sz="2400">
              <a:latin typeface="Times New Roman" panose="02020603050405020304" pitchFamily="18" charset="0"/>
              <a:ea typeface="宋体" panose="02010600030101010101" pitchFamily="2" charset="-122"/>
            </a:endParaRPr>
          </a:p>
        </p:txBody>
      </p:sp>
      <p:sp>
        <p:nvSpPr>
          <p:cNvPr id="70722" name="Text Box 70">
            <a:extLst>
              <a:ext uri="{FF2B5EF4-FFF2-40B4-BE49-F238E27FC236}">
                <a16:creationId xmlns:a16="http://schemas.microsoft.com/office/drawing/2014/main" id="{F9CE292C-5499-3CA5-EF43-FA5D03800F42}"/>
              </a:ext>
            </a:extLst>
          </p:cNvPr>
          <p:cNvSpPr txBox="1">
            <a:spLocks noChangeArrowheads="1"/>
          </p:cNvSpPr>
          <p:nvPr/>
        </p:nvSpPr>
        <p:spPr bwMode="auto">
          <a:xfrm>
            <a:off x="2508250" y="41290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16</a:t>
            </a:r>
            <a:endParaRPr kumimoji="1" lang="en-US" altLang="zh-CN" sz="2400">
              <a:latin typeface="Times New Roman" panose="02020603050405020304" pitchFamily="18" charset="0"/>
              <a:ea typeface="宋体" panose="02010600030101010101" pitchFamily="2" charset="-122"/>
            </a:endParaRPr>
          </a:p>
        </p:txBody>
      </p:sp>
      <p:sp>
        <p:nvSpPr>
          <p:cNvPr id="70723" name="Text Box 71">
            <a:extLst>
              <a:ext uri="{FF2B5EF4-FFF2-40B4-BE49-F238E27FC236}">
                <a16:creationId xmlns:a16="http://schemas.microsoft.com/office/drawing/2014/main" id="{8149988C-E49B-EE7C-32C4-9085C1CAB0DD}"/>
              </a:ext>
            </a:extLst>
          </p:cNvPr>
          <p:cNvSpPr txBox="1">
            <a:spLocks noChangeArrowheads="1"/>
          </p:cNvSpPr>
          <p:nvPr/>
        </p:nvSpPr>
        <p:spPr bwMode="auto">
          <a:xfrm>
            <a:off x="2508250" y="52720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12</a:t>
            </a:r>
            <a:endParaRPr kumimoji="1" lang="en-US" altLang="zh-CN" sz="2400">
              <a:latin typeface="Times New Roman" panose="02020603050405020304" pitchFamily="18" charset="0"/>
              <a:ea typeface="宋体" panose="02010600030101010101" pitchFamily="2" charset="-122"/>
            </a:endParaRPr>
          </a:p>
        </p:txBody>
      </p:sp>
      <p:sp>
        <p:nvSpPr>
          <p:cNvPr id="70724" name="Text Box 72">
            <a:extLst>
              <a:ext uri="{FF2B5EF4-FFF2-40B4-BE49-F238E27FC236}">
                <a16:creationId xmlns:a16="http://schemas.microsoft.com/office/drawing/2014/main" id="{F5F49979-502A-E3E3-98C2-339F75E08726}"/>
              </a:ext>
            </a:extLst>
          </p:cNvPr>
          <p:cNvSpPr txBox="1">
            <a:spLocks noChangeArrowheads="1"/>
          </p:cNvSpPr>
          <p:nvPr/>
        </p:nvSpPr>
        <p:spPr bwMode="auto">
          <a:xfrm>
            <a:off x="1371600" y="6126163"/>
            <a:ext cx="649128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latin typeface="Times New Roman" panose="02020603050405020304" pitchFamily="18" charset="0"/>
                <a:ea typeface="宋体" panose="02010600030101010101" pitchFamily="2" charset="-122"/>
              </a:rPr>
              <a:t>(e)                        (f)                         (g)</a:t>
            </a:r>
            <a:endParaRPr kumimoji="1" lang="en-US" altLang="zh-CN" sz="2400">
              <a:latin typeface="Times New Roman" panose="02020603050405020304" pitchFamily="18" charset="0"/>
              <a:ea typeface="宋体" panose="02010600030101010101" pitchFamily="2" charset="-122"/>
            </a:endParaRPr>
          </a:p>
        </p:txBody>
      </p:sp>
      <p:sp>
        <p:nvSpPr>
          <p:cNvPr id="70725" name="Line 74">
            <a:extLst>
              <a:ext uri="{FF2B5EF4-FFF2-40B4-BE49-F238E27FC236}">
                <a16:creationId xmlns:a16="http://schemas.microsoft.com/office/drawing/2014/main" id="{7B084D2D-95A0-3B6A-4A93-2455F99FE7BB}"/>
              </a:ext>
            </a:extLst>
          </p:cNvPr>
          <p:cNvSpPr>
            <a:spLocks noChangeShapeType="1"/>
          </p:cNvSpPr>
          <p:nvPr/>
        </p:nvSpPr>
        <p:spPr bwMode="auto">
          <a:xfrm>
            <a:off x="4038600" y="5867400"/>
            <a:ext cx="11430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726" name="Line 75">
            <a:extLst>
              <a:ext uri="{FF2B5EF4-FFF2-40B4-BE49-F238E27FC236}">
                <a16:creationId xmlns:a16="http://schemas.microsoft.com/office/drawing/2014/main" id="{61A9928E-B483-0676-5EF7-2A5E8E6A5869}"/>
              </a:ext>
            </a:extLst>
          </p:cNvPr>
          <p:cNvSpPr>
            <a:spLocks noChangeShapeType="1"/>
          </p:cNvSpPr>
          <p:nvPr/>
        </p:nvSpPr>
        <p:spPr bwMode="auto">
          <a:xfrm flipH="1">
            <a:off x="5181600" y="5029200"/>
            <a:ext cx="457200" cy="762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727" name="Line 76">
            <a:extLst>
              <a:ext uri="{FF2B5EF4-FFF2-40B4-BE49-F238E27FC236}">
                <a16:creationId xmlns:a16="http://schemas.microsoft.com/office/drawing/2014/main" id="{42B04F9E-1653-9234-4854-56E862243C8A}"/>
              </a:ext>
            </a:extLst>
          </p:cNvPr>
          <p:cNvSpPr>
            <a:spLocks noChangeShapeType="1"/>
          </p:cNvSpPr>
          <p:nvPr/>
        </p:nvSpPr>
        <p:spPr bwMode="auto">
          <a:xfrm>
            <a:off x="5181600" y="4038600"/>
            <a:ext cx="457200" cy="838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728" name="Line 77">
            <a:extLst>
              <a:ext uri="{FF2B5EF4-FFF2-40B4-BE49-F238E27FC236}">
                <a16:creationId xmlns:a16="http://schemas.microsoft.com/office/drawing/2014/main" id="{A9FC685C-B5F6-6BA6-7E8C-896BD14532D5}"/>
              </a:ext>
            </a:extLst>
          </p:cNvPr>
          <p:cNvSpPr>
            <a:spLocks noChangeShapeType="1"/>
          </p:cNvSpPr>
          <p:nvPr/>
        </p:nvSpPr>
        <p:spPr bwMode="auto">
          <a:xfrm flipV="1">
            <a:off x="4572000" y="3962400"/>
            <a:ext cx="533400" cy="914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729" name="Line 78">
            <a:extLst>
              <a:ext uri="{FF2B5EF4-FFF2-40B4-BE49-F238E27FC236}">
                <a16:creationId xmlns:a16="http://schemas.microsoft.com/office/drawing/2014/main" id="{8DC6D278-EBCB-0BFF-5804-BEDB4F8C2B34}"/>
              </a:ext>
            </a:extLst>
          </p:cNvPr>
          <p:cNvSpPr>
            <a:spLocks noChangeShapeType="1"/>
          </p:cNvSpPr>
          <p:nvPr/>
        </p:nvSpPr>
        <p:spPr bwMode="auto">
          <a:xfrm flipH="1">
            <a:off x="3429000" y="4038600"/>
            <a:ext cx="457200" cy="838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730" name="Oval 79" descr="羊皮纸">
            <a:extLst>
              <a:ext uri="{FF2B5EF4-FFF2-40B4-BE49-F238E27FC236}">
                <a16:creationId xmlns:a16="http://schemas.microsoft.com/office/drawing/2014/main" id="{98E11DF7-990C-6931-6CEA-BD83E87F67D2}"/>
              </a:ext>
            </a:extLst>
          </p:cNvPr>
          <p:cNvSpPr>
            <a:spLocks noChangeArrowheads="1"/>
          </p:cNvSpPr>
          <p:nvPr/>
        </p:nvSpPr>
        <p:spPr bwMode="auto">
          <a:xfrm>
            <a:off x="3200400" y="47244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5</a:t>
            </a:r>
            <a:endParaRPr lang="en-US" altLang="zh-CN"/>
          </a:p>
        </p:txBody>
      </p:sp>
      <p:sp>
        <p:nvSpPr>
          <p:cNvPr id="70731" name="Oval 80" descr="羊皮纸">
            <a:extLst>
              <a:ext uri="{FF2B5EF4-FFF2-40B4-BE49-F238E27FC236}">
                <a16:creationId xmlns:a16="http://schemas.microsoft.com/office/drawing/2014/main" id="{DD59B18A-6ADA-7B6D-4EAD-1DE163723B9B}"/>
              </a:ext>
            </a:extLst>
          </p:cNvPr>
          <p:cNvSpPr>
            <a:spLocks noChangeArrowheads="1"/>
          </p:cNvSpPr>
          <p:nvPr/>
        </p:nvSpPr>
        <p:spPr bwMode="auto">
          <a:xfrm>
            <a:off x="3733800" y="37338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0</a:t>
            </a:r>
            <a:endParaRPr lang="en-US" altLang="zh-CN"/>
          </a:p>
        </p:txBody>
      </p:sp>
      <p:sp>
        <p:nvSpPr>
          <p:cNvPr id="70732" name="Oval 81" descr="羊皮纸">
            <a:extLst>
              <a:ext uri="{FF2B5EF4-FFF2-40B4-BE49-F238E27FC236}">
                <a16:creationId xmlns:a16="http://schemas.microsoft.com/office/drawing/2014/main" id="{2F982B1E-8E43-7023-427B-D945CCD09F7B}"/>
              </a:ext>
            </a:extLst>
          </p:cNvPr>
          <p:cNvSpPr>
            <a:spLocks noChangeArrowheads="1"/>
          </p:cNvSpPr>
          <p:nvPr/>
        </p:nvSpPr>
        <p:spPr bwMode="auto">
          <a:xfrm>
            <a:off x="3733800" y="56388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4</a:t>
            </a:r>
            <a:endParaRPr lang="en-US" altLang="zh-CN"/>
          </a:p>
        </p:txBody>
      </p:sp>
      <p:sp>
        <p:nvSpPr>
          <p:cNvPr id="70733" name="Oval 82" descr="羊皮纸">
            <a:extLst>
              <a:ext uri="{FF2B5EF4-FFF2-40B4-BE49-F238E27FC236}">
                <a16:creationId xmlns:a16="http://schemas.microsoft.com/office/drawing/2014/main" id="{ACA5079C-A6EE-8B6F-2655-694A94C9DC14}"/>
              </a:ext>
            </a:extLst>
          </p:cNvPr>
          <p:cNvSpPr>
            <a:spLocks noChangeArrowheads="1"/>
          </p:cNvSpPr>
          <p:nvPr/>
        </p:nvSpPr>
        <p:spPr bwMode="auto">
          <a:xfrm>
            <a:off x="4343400" y="47244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6</a:t>
            </a:r>
            <a:endParaRPr lang="en-US" altLang="zh-CN"/>
          </a:p>
        </p:txBody>
      </p:sp>
      <p:sp>
        <p:nvSpPr>
          <p:cNvPr id="70734" name="Oval 83" descr="羊皮纸">
            <a:extLst>
              <a:ext uri="{FF2B5EF4-FFF2-40B4-BE49-F238E27FC236}">
                <a16:creationId xmlns:a16="http://schemas.microsoft.com/office/drawing/2014/main" id="{DC8B560A-BC10-6831-3A0E-B6F8DACB296D}"/>
              </a:ext>
            </a:extLst>
          </p:cNvPr>
          <p:cNvSpPr>
            <a:spLocks noChangeArrowheads="1"/>
          </p:cNvSpPr>
          <p:nvPr/>
        </p:nvSpPr>
        <p:spPr bwMode="auto">
          <a:xfrm>
            <a:off x="4876800" y="37338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1</a:t>
            </a:r>
            <a:endParaRPr lang="en-US" altLang="zh-CN"/>
          </a:p>
        </p:txBody>
      </p:sp>
      <p:sp>
        <p:nvSpPr>
          <p:cNvPr id="70735" name="Oval 84" descr="羊皮纸">
            <a:extLst>
              <a:ext uri="{FF2B5EF4-FFF2-40B4-BE49-F238E27FC236}">
                <a16:creationId xmlns:a16="http://schemas.microsoft.com/office/drawing/2014/main" id="{DDE8B4E4-2E46-AAE4-2CF6-FDE6DD132D36}"/>
              </a:ext>
            </a:extLst>
          </p:cNvPr>
          <p:cNvSpPr>
            <a:spLocks noChangeArrowheads="1"/>
          </p:cNvSpPr>
          <p:nvPr/>
        </p:nvSpPr>
        <p:spPr bwMode="auto">
          <a:xfrm>
            <a:off x="4876800" y="56388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3</a:t>
            </a:r>
            <a:endParaRPr lang="en-US" altLang="zh-CN"/>
          </a:p>
        </p:txBody>
      </p:sp>
      <p:sp>
        <p:nvSpPr>
          <p:cNvPr id="70736" name="Oval 85" descr="羊皮纸">
            <a:extLst>
              <a:ext uri="{FF2B5EF4-FFF2-40B4-BE49-F238E27FC236}">
                <a16:creationId xmlns:a16="http://schemas.microsoft.com/office/drawing/2014/main" id="{13AE56DB-D80B-5480-2E82-0419F77E26EC}"/>
              </a:ext>
            </a:extLst>
          </p:cNvPr>
          <p:cNvSpPr>
            <a:spLocks noChangeArrowheads="1"/>
          </p:cNvSpPr>
          <p:nvPr/>
        </p:nvSpPr>
        <p:spPr bwMode="auto">
          <a:xfrm flipH="1">
            <a:off x="5486400" y="47244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2</a:t>
            </a:r>
            <a:endParaRPr lang="en-US" altLang="zh-CN"/>
          </a:p>
        </p:txBody>
      </p:sp>
      <p:sp>
        <p:nvSpPr>
          <p:cNvPr id="70737" name="Text Box 87">
            <a:extLst>
              <a:ext uri="{FF2B5EF4-FFF2-40B4-BE49-F238E27FC236}">
                <a16:creationId xmlns:a16="http://schemas.microsoft.com/office/drawing/2014/main" id="{22AD6DD3-5DB5-836E-6CD2-FE58CF7F14DE}"/>
              </a:ext>
            </a:extLst>
          </p:cNvPr>
          <p:cNvSpPr txBox="1">
            <a:spLocks noChangeArrowheads="1"/>
          </p:cNvSpPr>
          <p:nvPr/>
        </p:nvSpPr>
        <p:spPr bwMode="auto">
          <a:xfrm>
            <a:off x="3200400" y="40528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70738" name="Text Box 88">
            <a:extLst>
              <a:ext uri="{FF2B5EF4-FFF2-40B4-BE49-F238E27FC236}">
                <a16:creationId xmlns:a16="http://schemas.microsoft.com/office/drawing/2014/main" id="{6F241E8B-B8F6-A464-607B-6B50208C8EEC}"/>
              </a:ext>
            </a:extLst>
          </p:cNvPr>
          <p:cNvSpPr txBox="1">
            <a:spLocks noChangeArrowheads="1"/>
          </p:cNvSpPr>
          <p:nvPr/>
        </p:nvSpPr>
        <p:spPr bwMode="auto">
          <a:xfrm>
            <a:off x="4267200" y="41290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14</a:t>
            </a:r>
            <a:endParaRPr kumimoji="1" lang="en-US" altLang="zh-CN" sz="2400">
              <a:latin typeface="Times New Roman" panose="02020603050405020304" pitchFamily="18" charset="0"/>
              <a:ea typeface="宋体" panose="02010600030101010101" pitchFamily="2" charset="-122"/>
            </a:endParaRPr>
          </a:p>
        </p:txBody>
      </p:sp>
      <p:sp>
        <p:nvSpPr>
          <p:cNvPr id="70739" name="Text Box 89">
            <a:extLst>
              <a:ext uri="{FF2B5EF4-FFF2-40B4-BE49-F238E27FC236}">
                <a16:creationId xmlns:a16="http://schemas.microsoft.com/office/drawing/2014/main" id="{FACF0C02-7859-8D43-56B1-515D95742D79}"/>
              </a:ext>
            </a:extLst>
          </p:cNvPr>
          <p:cNvSpPr txBox="1">
            <a:spLocks noChangeArrowheads="1"/>
          </p:cNvSpPr>
          <p:nvPr/>
        </p:nvSpPr>
        <p:spPr bwMode="auto">
          <a:xfrm>
            <a:off x="4267200" y="58054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22</a:t>
            </a:r>
            <a:endParaRPr kumimoji="1" lang="en-US" altLang="zh-CN" sz="2400">
              <a:latin typeface="Times New Roman" panose="02020603050405020304" pitchFamily="18" charset="0"/>
              <a:ea typeface="宋体" panose="02010600030101010101" pitchFamily="2" charset="-122"/>
            </a:endParaRPr>
          </a:p>
        </p:txBody>
      </p:sp>
      <p:sp>
        <p:nvSpPr>
          <p:cNvPr id="70740" name="Text Box 90">
            <a:extLst>
              <a:ext uri="{FF2B5EF4-FFF2-40B4-BE49-F238E27FC236}">
                <a16:creationId xmlns:a16="http://schemas.microsoft.com/office/drawing/2014/main" id="{85AE9502-8C6F-C70E-2CF1-9B149D8C6A66}"/>
              </a:ext>
            </a:extLst>
          </p:cNvPr>
          <p:cNvSpPr txBox="1">
            <a:spLocks noChangeArrowheads="1"/>
          </p:cNvSpPr>
          <p:nvPr/>
        </p:nvSpPr>
        <p:spPr bwMode="auto">
          <a:xfrm>
            <a:off x="5403850" y="41290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16</a:t>
            </a:r>
            <a:endParaRPr kumimoji="1" lang="en-US" altLang="zh-CN" sz="2400">
              <a:latin typeface="Times New Roman" panose="02020603050405020304" pitchFamily="18" charset="0"/>
              <a:ea typeface="宋体" panose="02010600030101010101" pitchFamily="2" charset="-122"/>
            </a:endParaRPr>
          </a:p>
        </p:txBody>
      </p:sp>
      <p:sp>
        <p:nvSpPr>
          <p:cNvPr id="70741" name="Text Box 91">
            <a:extLst>
              <a:ext uri="{FF2B5EF4-FFF2-40B4-BE49-F238E27FC236}">
                <a16:creationId xmlns:a16="http://schemas.microsoft.com/office/drawing/2014/main" id="{80BBE7DC-F4D1-5983-31E7-49B36F375A18}"/>
              </a:ext>
            </a:extLst>
          </p:cNvPr>
          <p:cNvSpPr txBox="1">
            <a:spLocks noChangeArrowheads="1"/>
          </p:cNvSpPr>
          <p:nvPr/>
        </p:nvSpPr>
        <p:spPr bwMode="auto">
          <a:xfrm>
            <a:off x="5403850" y="52720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12</a:t>
            </a:r>
            <a:endParaRPr kumimoji="1" lang="en-US" altLang="zh-CN" sz="2400">
              <a:latin typeface="Times New Roman" panose="02020603050405020304" pitchFamily="18" charset="0"/>
              <a:ea typeface="宋体" panose="02010600030101010101" pitchFamily="2" charset="-122"/>
            </a:endParaRPr>
          </a:p>
        </p:txBody>
      </p:sp>
      <p:sp>
        <p:nvSpPr>
          <p:cNvPr id="70742" name="Line 92">
            <a:extLst>
              <a:ext uri="{FF2B5EF4-FFF2-40B4-BE49-F238E27FC236}">
                <a16:creationId xmlns:a16="http://schemas.microsoft.com/office/drawing/2014/main" id="{D3C7B57E-430B-E6A9-4610-EA1D0E18572D}"/>
              </a:ext>
            </a:extLst>
          </p:cNvPr>
          <p:cNvSpPr>
            <a:spLocks noChangeShapeType="1"/>
          </p:cNvSpPr>
          <p:nvPr/>
        </p:nvSpPr>
        <p:spPr bwMode="auto">
          <a:xfrm>
            <a:off x="3124200" y="3581400"/>
            <a:ext cx="0" cy="2819400"/>
          </a:xfrm>
          <a:prstGeom prst="line">
            <a:avLst/>
          </a:prstGeom>
          <a:noFill/>
          <a:ln w="57150" cmpd="thinThick">
            <a:solidFill>
              <a:schemeClr val="folHlink"/>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743" name="Line 93">
            <a:extLst>
              <a:ext uri="{FF2B5EF4-FFF2-40B4-BE49-F238E27FC236}">
                <a16:creationId xmlns:a16="http://schemas.microsoft.com/office/drawing/2014/main" id="{B4E04F12-BDD2-AD46-B46F-DA99C9BB45AA}"/>
              </a:ext>
            </a:extLst>
          </p:cNvPr>
          <p:cNvSpPr>
            <a:spLocks noChangeShapeType="1"/>
          </p:cNvSpPr>
          <p:nvPr/>
        </p:nvSpPr>
        <p:spPr bwMode="auto">
          <a:xfrm>
            <a:off x="6019800" y="3581400"/>
            <a:ext cx="0" cy="2819400"/>
          </a:xfrm>
          <a:prstGeom prst="line">
            <a:avLst/>
          </a:prstGeom>
          <a:noFill/>
          <a:ln w="57150" cmpd="thinThick">
            <a:solidFill>
              <a:schemeClr val="folHlink"/>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744" name="Line 94">
            <a:extLst>
              <a:ext uri="{FF2B5EF4-FFF2-40B4-BE49-F238E27FC236}">
                <a16:creationId xmlns:a16="http://schemas.microsoft.com/office/drawing/2014/main" id="{2137A7FC-CE33-7B24-77B8-5B01B70AF30A}"/>
              </a:ext>
            </a:extLst>
          </p:cNvPr>
          <p:cNvSpPr>
            <a:spLocks noChangeShapeType="1"/>
          </p:cNvSpPr>
          <p:nvPr/>
        </p:nvSpPr>
        <p:spPr bwMode="auto">
          <a:xfrm>
            <a:off x="6934200" y="5867400"/>
            <a:ext cx="11430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745" name="Line 95">
            <a:extLst>
              <a:ext uri="{FF2B5EF4-FFF2-40B4-BE49-F238E27FC236}">
                <a16:creationId xmlns:a16="http://schemas.microsoft.com/office/drawing/2014/main" id="{C3B1675A-6FAB-0225-1584-0F44F8F6E9B1}"/>
              </a:ext>
            </a:extLst>
          </p:cNvPr>
          <p:cNvSpPr>
            <a:spLocks noChangeShapeType="1"/>
          </p:cNvSpPr>
          <p:nvPr/>
        </p:nvSpPr>
        <p:spPr bwMode="auto">
          <a:xfrm flipH="1">
            <a:off x="8077200" y="5029200"/>
            <a:ext cx="457200" cy="838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746" name="Line 96">
            <a:extLst>
              <a:ext uri="{FF2B5EF4-FFF2-40B4-BE49-F238E27FC236}">
                <a16:creationId xmlns:a16="http://schemas.microsoft.com/office/drawing/2014/main" id="{9386C7C6-257B-F02A-56DE-F8E8F9E9053B}"/>
              </a:ext>
            </a:extLst>
          </p:cNvPr>
          <p:cNvSpPr>
            <a:spLocks noChangeShapeType="1"/>
          </p:cNvSpPr>
          <p:nvPr/>
        </p:nvSpPr>
        <p:spPr bwMode="auto">
          <a:xfrm>
            <a:off x="8077200" y="4038600"/>
            <a:ext cx="457200" cy="838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747" name="Line 97">
            <a:extLst>
              <a:ext uri="{FF2B5EF4-FFF2-40B4-BE49-F238E27FC236}">
                <a16:creationId xmlns:a16="http://schemas.microsoft.com/office/drawing/2014/main" id="{46BF610C-BB3C-92C3-1C65-99286159FB38}"/>
              </a:ext>
            </a:extLst>
          </p:cNvPr>
          <p:cNvSpPr>
            <a:spLocks noChangeShapeType="1"/>
          </p:cNvSpPr>
          <p:nvPr/>
        </p:nvSpPr>
        <p:spPr bwMode="auto">
          <a:xfrm flipV="1">
            <a:off x="7467600" y="3962400"/>
            <a:ext cx="533400" cy="990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748" name="Line 98">
            <a:extLst>
              <a:ext uri="{FF2B5EF4-FFF2-40B4-BE49-F238E27FC236}">
                <a16:creationId xmlns:a16="http://schemas.microsoft.com/office/drawing/2014/main" id="{50629757-721B-1A1C-FE26-58A13BC5DC53}"/>
              </a:ext>
            </a:extLst>
          </p:cNvPr>
          <p:cNvSpPr>
            <a:spLocks noChangeShapeType="1"/>
          </p:cNvSpPr>
          <p:nvPr/>
        </p:nvSpPr>
        <p:spPr bwMode="auto">
          <a:xfrm>
            <a:off x="6400800" y="5029200"/>
            <a:ext cx="457200" cy="838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749" name="Line 99">
            <a:extLst>
              <a:ext uri="{FF2B5EF4-FFF2-40B4-BE49-F238E27FC236}">
                <a16:creationId xmlns:a16="http://schemas.microsoft.com/office/drawing/2014/main" id="{E628A718-572E-DEE4-772D-4146028D6240}"/>
              </a:ext>
            </a:extLst>
          </p:cNvPr>
          <p:cNvSpPr>
            <a:spLocks noChangeShapeType="1"/>
          </p:cNvSpPr>
          <p:nvPr/>
        </p:nvSpPr>
        <p:spPr bwMode="auto">
          <a:xfrm flipH="1">
            <a:off x="6324600" y="4038600"/>
            <a:ext cx="457200" cy="838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750" name="Oval 100" descr="羊皮纸">
            <a:extLst>
              <a:ext uri="{FF2B5EF4-FFF2-40B4-BE49-F238E27FC236}">
                <a16:creationId xmlns:a16="http://schemas.microsoft.com/office/drawing/2014/main" id="{C26D4886-78BF-C21E-B818-B40C20960694}"/>
              </a:ext>
            </a:extLst>
          </p:cNvPr>
          <p:cNvSpPr>
            <a:spLocks noChangeArrowheads="1"/>
          </p:cNvSpPr>
          <p:nvPr/>
        </p:nvSpPr>
        <p:spPr bwMode="auto">
          <a:xfrm>
            <a:off x="6096000" y="47244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5</a:t>
            </a:r>
            <a:endParaRPr lang="en-US" altLang="zh-CN"/>
          </a:p>
        </p:txBody>
      </p:sp>
      <p:sp>
        <p:nvSpPr>
          <p:cNvPr id="70751" name="Oval 101" descr="羊皮纸">
            <a:extLst>
              <a:ext uri="{FF2B5EF4-FFF2-40B4-BE49-F238E27FC236}">
                <a16:creationId xmlns:a16="http://schemas.microsoft.com/office/drawing/2014/main" id="{88D7D490-5AFC-6CE5-9DB0-F8B8E152C655}"/>
              </a:ext>
            </a:extLst>
          </p:cNvPr>
          <p:cNvSpPr>
            <a:spLocks noChangeArrowheads="1"/>
          </p:cNvSpPr>
          <p:nvPr/>
        </p:nvSpPr>
        <p:spPr bwMode="auto">
          <a:xfrm>
            <a:off x="6629400" y="37338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0</a:t>
            </a:r>
            <a:endParaRPr lang="en-US" altLang="zh-CN"/>
          </a:p>
        </p:txBody>
      </p:sp>
      <p:sp>
        <p:nvSpPr>
          <p:cNvPr id="70752" name="Oval 102" descr="羊皮纸">
            <a:extLst>
              <a:ext uri="{FF2B5EF4-FFF2-40B4-BE49-F238E27FC236}">
                <a16:creationId xmlns:a16="http://schemas.microsoft.com/office/drawing/2014/main" id="{AB99FF1E-6182-31FF-72DD-D2DE441D312B}"/>
              </a:ext>
            </a:extLst>
          </p:cNvPr>
          <p:cNvSpPr>
            <a:spLocks noChangeArrowheads="1"/>
          </p:cNvSpPr>
          <p:nvPr/>
        </p:nvSpPr>
        <p:spPr bwMode="auto">
          <a:xfrm>
            <a:off x="6629400" y="56388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4</a:t>
            </a:r>
            <a:endParaRPr lang="en-US" altLang="zh-CN"/>
          </a:p>
        </p:txBody>
      </p:sp>
      <p:sp>
        <p:nvSpPr>
          <p:cNvPr id="70753" name="Oval 103" descr="羊皮纸">
            <a:extLst>
              <a:ext uri="{FF2B5EF4-FFF2-40B4-BE49-F238E27FC236}">
                <a16:creationId xmlns:a16="http://schemas.microsoft.com/office/drawing/2014/main" id="{987F664B-E3A6-530A-823B-409E37168982}"/>
              </a:ext>
            </a:extLst>
          </p:cNvPr>
          <p:cNvSpPr>
            <a:spLocks noChangeArrowheads="1"/>
          </p:cNvSpPr>
          <p:nvPr/>
        </p:nvSpPr>
        <p:spPr bwMode="auto">
          <a:xfrm>
            <a:off x="7239000" y="47244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6</a:t>
            </a:r>
            <a:endParaRPr lang="en-US" altLang="zh-CN"/>
          </a:p>
        </p:txBody>
      </p:sp>
      <p:sp>
        <p:nvSpPr>
          <p:cNvPr id="70754" name="Oval 104" descr="羊皮纸">
            <a:extLst>
              <a:ext uri="{FF2B5EF4-FFF2-40B4-BE49-F238E27FC236}">
                <a16:creationId xmlns:a16="http://schemas.microsoft.com/office/drawing/2014/main" id="{84F92368-A5D0-2B96-9D74-31B9E932C000}"/>
              </a:ext>
            </a:extLst>
          </p:cNvPr>
          <p:cNvSpPr>
            <a:spLocks noChangeArrowheads="1"/>
          </p:cNvSpPr>
          <p:nvPr/>
        </p:nvSpPr>
        <p:spPr bwMode="auto">
          <a:xfrm>
            <a:off x="7772400" y="37338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1</a:t>
            </a:r>
            <a:endParaRPr lang="en-US" altLang="zh-CN"/>
          </a:p>
        </p:txBody>
      </p:sp>
      <p:sp>
        <p:nvSpPr>
          <p:cNvPr id="70755" name="Oval 105" descr="羊皮纸">
            <a:extLst>
              <a:ext uri="{FF2B5EF4-FFF2-40B4-BE49-F238E27FC236}">
                <a16:creationId xmlns:a16="http://schemas.microsoft.com/office/drawing/2014/main" id="{1EEF45FB-BA5E-61EE-9513-D4E031594FBC}"/>
              </a:ext>
            </a:extLst>
          </p:cNvPr>
          <p:cNvSpPr>
            <a:spLocks noChangeArrowheads="1"/>
          </p:cNvSpPr>
          <p:nvPr/>
        </p:nvSpPr>
        <p:spPr bwMode="auto">
          <a:xfrm flipH="1">
            <a:off x="8382000" y="47244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2</a:t>
            </a:r>
            <a:endParaRPr lang="en-US" altLang="zh-CN"/>
          </a:p>
        </p:txBody>
      </p:sp>
      <p:sp>
        <p:nvSpPr>
          <p:cNvPr id="70756" name="Text Box 106">
            <a:extLst>
              <a:ext uri="{FF2B5EF4-FFF2-40B4-BE49-F238E27FC236}">
                <a16:creationId xmlns:a16="http://schemas.microsoft.com/office/drawing/2014/main" id="{753257A0-55B6-AA56-2207-B4B0DDDCA476}"/>
              </a:ext>
            </a:extLst>
          </p:cNvPr>
          <p:cNvSpPr txBox="1">
            <a:spLocks noChangeArrowheads="1"/>
          </p:cNvSpPr>
          <p:nvPr/>
        </p:nvSpPr>
        <p:spPr bwMode="auto">
          <a:xfrm>
            <a:off x="6096000" y="40528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70757" name="Text Box 107">
            <a:extLst>
              <a:ext uri="{FF2B5EF4-FFF2-40B4-BE49-F238E27FC236}">
                <a16:creationId xmlns:a16="http://schemas.microsoft.com/office/drawing/2014/main" id="{698D40A4-1B11-B876-7DA8-B4F564DD62C3}"/>
              </a:ext>
            </a:extLst>
          </p:cNvPr>
          <p:cNvSpPr txBox="1">
            <a:spLocks noChangeArrowheads="1"/>
          </p:cNvSpPr>
          <p:nvPr/>
        </p:nvSpPr>
        <p:spPr bwMode="auto">
          <a:xfrm>
            <a:off x="6096000" y="52720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25</a:t>
            </a:r>
            <a:endParaRPr kumimoji="1" lang="en-US" altLang="zh-CN" sz="2400">
              <a:latin typeface="Times New Roman" panose="02020603050405020304" pitchFamily="18" charset="0"/>
              <a:ea typeface="宋体" panose="02010600030101010101" pitchFamily="2" charset="-122"/>
            </a:endParaRPr>
          </a:p>
        </p:txBody>
      </p:sp>
      <p:sp>
        <p:nvSpPr>
          <p:cNvPr id="70758" name="Text Box 108">
            <a:extLst>
              <a:ext uri="{FF2B5EF4-FFF2-40B4-BE49-F238E27FC236}">
                <a16:creationId xmlns:a16="http://schemas.microsoft.com/office/drawing/2014/main" id="{CD4F8737-CCE0-895C-6E61-5D7D4F3AA76F}"/>
              </a:ext>
            </a:extLst>
          </p:cNvPr>
          <p:cNvSpPr txBox="1">
            <a:spLocks noChangeArrowheads="1"/>
          </p:cNvSpPr>
          <p:nvPr/>
        </p:nvSpPr>
        <p:spPr bwMode="auto">
          <a:xfrm>
            <a:off x="7162800" y="41290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14</a:t>
            </a:r>
            <a:endParaRPr kumimoji="1" lang="en-US" altLang="zh-CN" sz="2400">
              <a:latin typeface="Times New Roman" panose="02020603050405020304" pitchFamily="18" charset="0"/>
              <a:ea typeface="宋体" panose="02010600030101010101" pitchFamily="2" charset="-122"/>
            </a:endParaRPr>
          </a:p>
        </p:txBody>
      </p:sp>
      <p:sp>
        <p:nvSpPr>
          <p:cNvPr id="70759" name="Text Box 109">
            <a:extLst>
              <a:ext uri="{FF2B5EF4-FFF2-40B4-BE49-F238E27FC236}">
                <a16:creationId xmlns:a16="http://schemas.microsoft.com/office/drawing/2014/main" id="{A503EA43-854E-4001-AD2B-DAA695845BFD}"/>
              </a:ext>
            </a:extLst>
          </p:cNvPr>
          <p:cNvSpPr txBox="1">
            <a:spLocks noChangeArrowheads="1"/>
          </p:cNvSpPr>
          <p:nvPr/>
        </p:nvSpPr>
        <p:spPr bwMode="auto">
          <a:xfrm>
            <a:off x="7162800" y="58054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22</a:t>
            </a:r>
            <a:endParaRPr kumimoji="1" lang="en-US" altLang="zh-CN" sz="2400">
              <a:latin typeface="Times New Roman" panose="02020603050405020304" pitchFamily="18" charset="0"/>
              <a:ea typeface="宋体" panose="02010600030101010101" pitchFamily="2" charset="-122"/>
            </a:endParaRPr>
          </a:p>
        </p:txBody>
      </p:sp>
      <p:sp>
        <p:nvSpPr>
          <p:cNvPr id="70760" name="Text Box 110">
            <a:extLst>
              <a:ext uri="{FF2B5EF4-FFF2-40B4-BE49-F238E27FC236}">
                <a16:creationId xmlns:a16="http://schemas.microsoft.com/office/drawing/2014/main" id="{58E32E0C-94AC-8B0C-7C0F-75EBDE5195BC}"/>
              </a:ext>
            </a:extLst>
          </p:cNvPr>
          <p:cNvSpPr txBox="1">
            <a:spLocks noChangeArrowheads="1"/>
          </p:cNvSpPr>
          <p:nvPr/>
        </p:nvSpPr>
        <p:spPr bwMode="auto">
          <a:xfrm>
            <a:off x="8299450" y="41290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16</a:t>
            </a:r>
            <a:endParaRPr kumimoji="1" lang="en-US" altLang="zh-CN" sz="2400">
              <a:latin typeface="Times New Roman" panose="02020603050405020304" pitchFamily="18" charset="0"/>
              <a:ea typeface="宋体" panose="02010600030101010101" pitchFamily="2" charset="-122"/>
            </a:endParaRPr>
          </a:p>
        </p:txBody>
      </p:sp>
      <p:sp>
        <p:nvSpPr>
          <p:cNvPr id="70761" name="Text Box 111">
            <a:extLst>
              <a:ext uri="{FF2B5EF4-FFF2-40B4-BE49-F238E27FC236}">
                <a16:creationId xmlns:a16="http://schemas.microsoft.com/office/drawing/2014/main" id="{28157A0B-CB6D-CA51-4825-BBB21A9C6425}"/>
              </a:ext>
            </a:extLst>
          </p:cNvPr>
          <p:cNvSpPr txBox="1">
            <a:spLocks noChangeArrowheads="1"/>
          </p:cNvSpPr>
          <p:nvPr/>
        </p:nvSpPr>
        <p:spPr bwMode="auto">
          <a:xfrm>
            <a:off x="8299450" y="52720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12</a:t>
            </a:r>
            <a:endParaRPr kumimoji="1" lang="en-US" altLang="zh-CN" sz="2400">
              <a:latin typeface="Times New Roman" panose="02020603050405020304" pitchFamily="18" charset="0"/>
              <a:ea typeface="宋体" panose="02010600030101010101" pitchFamily="2" charset="-122"/>
            </a:endParaRPr>
          </a:p>
        </p:txBody>
      </p:sp>
      <p:sp>
        <p:nvSpPr>
          <p:cNvPr id="70762" name="Oval 112" descr="羊皮纸">
            <a:extLst>
              <a:ext uri="{FF2B5EF4-FFF2-40B4-BE49-F238E27FC236}">
                <a16:creationId xmlns:a16="http://schemas.microsoft.com/office/drawing/2014/main" id="{4F9DEF5B-F6F7-46D8-0277-171CE00304BC}"/>
              </a:ext>
            </a:extLst>
          </p:cNvPr>
          <p:cNvSpPr>
            <a:spLocks noChangeArrowheads="1"/>
          </p:cNvSpPr>
          <p:nvPr/>
        </p:nvSpPr>
        <p:spPr bwMode="auto">
          <a:xfrm>
            <a:off x="7848600" y="56388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3</a:t>
            </a:r>
            <a:endParaRPr lang="en-US" altLang="zh-CN"/>
          </a:p>
        </p:txBody>
      </p:sp>
      <p:sp>
        <p:nvSpPr>
          <p:cNvPr id="2" name="灯片编号占位符 1">
            <a:extLst>
              <a:ext uri="{FF2B5EF4-FFF2-40B4-BE49-F238E27FC236}">
                <a16:creationId xmlns:a16="http://schemas.microsoft.com/office/drawing/2014/main" id="{EDD03BA6-90FF-64B7-1E5D-607E2CDE37EB}"/>
              </a:ext>
            </a:extLst>
          </p:cNvPr>
          <p:cNvSpPr>
            <a:spLocks noGrp="1"/>
          </p:cNvSpPr>
          <p:nvPr>
            <p:ph type="sldNum" sz="quarter" idx="12"/>
          </p:nvPr>
        </p:nvSpPr>
        <p:spPr/>
        <p:txBody>
          <a:bodyPr/>
          <a:lstStyle/>
          <a:p>
            <a:pPr>
              <a:defRPr/>
            </a:pPr>
            <a:fld id="{22EEED5C-99EB-4141-8E47-FA8D31DEB9C9}" type="slidenum">
              <a:rPr lang="en-US" altLang="zh-CN" smtClean="0"/>
              <a:pPr>
                <a:defRPr/>
              </a:pPr>
              <a:t>57</a:t>
            </a:fld>
            <a:endParaRPr lang="en-US" altLang="zh-CN"/>
          </a:p>
        </p:txBody>
      </p:sp>
    </p:spTree>
  </p:cSld>
  <p:clrMapOvr>
    <a:masterClrMapping/>
  </p:clrMapOvr>
  <p:transition>
    <p:zo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672147-59CA-4717-AD62-B1712CE22146}"/>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923E7282-44DB-4C68-86D4-6A3694090931}"/>
              </a:ext>
            </a:extLst>
          </p:cNvPr>
          <p:cNvSpPr>
            <a:spLocks noGrp="1"/>
          </p:cNvSpPr>
          <p:nvPr>
            <p:ph idx="1"/>
          </p:nvPr>
        </p:nvSpPr>
        <p:spPr/>
        <p:txBody>
          <a:bodyPr>
            <a:normAutofit fontScale="92500" lnSpcReduction="10000"/>
          </a:bodyPr>
          <a:lstStyle/>
          <a:p>
            <a:pPr marL="0" indent="0">
              <a:buNone/>
            </a:pPr>
            <a:r>
              <a:rPr lang="en-US" altLang="zh-CN" dirty="0"/>
              <a:t>//</a:t>
            </a:r>
            <a:r>
              <a:rPr lang="zh-CN" altLang="en-US" dirty="0"/>
              <a:t>最小生成树类定义</a:t>
            </a:r>
          </a:p>
          <a:p>
            <a:pPr marL="0" indent="0">
              <a:buNone/>
            </a:pPr>
            <a:r>
              <a:rPr lang="en-US" altLang="zh-CN" dirty="0"/>
              <a:t>template &lt;class T, class E&gt;</a:t>
            </a:r>
          </a:p>
          <a:p>
            <a:pPr marL="0" indent="0">
              <a:buNone/>
            </a:pPr>
            <a:r>
              <a:rPr lang="en-US" altLang="zh-CN" dirty="0"/>
              <a:t>struct </a:t>
            </a:r>
            <a:r>
              <a:rPr lang="en-US" altLang="zh-CN" dirty="0" err="1"/>
              <a:t>MSTEdgeNode</a:t>
            </a:r>
            <a:r>
              <a:rPr lang="en-US" altLang="zh-CN" dirty="0"/>
              <a:t> {   //</a:t>
            </a:r>
            <a:r>
              <a:rPr lang="zh-CN" altLang="en-US" dirty="0"/>
              <a:t>生成树边结点类</a:t>
            </a:r>
          </a:p>
          <a:p>
            <a:pPr marL="0" indent="0">
              <a:buNone/>
            </a:pPr>
            <a:r>
              <a:rPr lang="zh-CN" altLang="en-US" dirty="0"/>
              <a:t>    </a:t>
            </a:r>
            <a:r>
              <a:rPr lang="en-US" altLang="zh-CN" dirty="0"/>
              <a:t>int tail, head;		 //</a:t>
            </a:r>
            <a:r>
              <a:rPr lang="zh-CN" altLang="en-US" dirty="0"/>
              <a:t>边的两顶点</a:t>
            </a:r>
          </a:p>
          <a:p>
            <a:pPr marL="0" indent="0">
              <a:buNone/>
            </a:pPr>
            <a:r>
              <a:rPr lang="zh-CN" altLang="en-US" dirty="0"/>
              <a:t>    </a:t>
            </a:r>
            <a:r>
              <a:rPr lang="en-US" altLang="zh-CN" dirty="0"/>
              <a:t>E key;	          //</a:t>
            </a:r>
            <a:r>
              <a:rPr lang="zh-CN" altLang="en-US" dirty="0"/>
              <a:t>边的权值，为关键码</a:t>
            </a:r>
          </a:p>
          <a:p>
            <a:pPr marL="0" indent="0">
              <a:buNone/>
            </a:pPr>
            <a:r>
              <a:rPr lang="zh-CN" altLang="en-US" dirty="0"/>
              <a:t>    </a:t>
            </a:r>
            <a:r>
              <a:rPr lang="en-US" altLang="zh-CN" dirty="0" err="1"/>
              <a:t>MSTEdgeNode</a:t>
            </a:r>
            <a:r>
              <a:rPr lang="en-US" altLang="zh-CN" dirty="0"/>
              <a:t> ( )   //</a:t>
            </a:r>
            <a:r>
              <a:rPr lang="zh-CN" altLang="en-US" dirty="0"/>
              <a:t>构造函数</a:t>
            </a:r>
          </a:p>
          <a:p>
            <a:pPr marL="0" indent="0">
              <a:buNone/>
            </a:pPr>
            <a:r>
              <a:rPr lang="zh-CN" altLang="en-US" dirty="0"/>
              <a:t>        </a:t>
            </a:r>
            <a:r>
              <a:rPr lang="en-US" altLang="zh-CN" dirty="0"/>
              <a:t>: tail ( -1 ), head ( -1 ), key ( 0 ) { }</a:t>
            </a:r>
          </a:p>
          <a:p>
            <a:pPr marL="0" indent="0">
              <a:buNone/>
            </a:pPr>
            <a:r>
              <a:rPr lang="en-US" altLang="zh-CN" dirty="0"/>
              <a:t>}; </a:t>
            </a:r>
            <a:endParaRPr lang="zh-CN" altLang="en-US" dirty="0"/>
          </a:p>
        </p:txBody>
      </p:sp>
      <p:sp>
        <p:nvSpPr>
          <p:cNvPr id="4" name="灯片编号占位符 3">
            <a:extLst>
              <a:ext uri="{FF2B5EF4-FFF2-40B4-BE49-F238E27FC236}">
                <a16:creationId xmlns:a16="http://schemas.microsoft.com/office/drawing/2014/main" id="{C6159621-682E-446E-6524-007A9EE012CF}"/>
              </a:ext>
            </a:extLst>
          </p:cNvPr>
          <p:cNvSpPr>
            <a:spLocks noGrp="1"/>
          </p:cNvSpPr>
          <p:nvPr>
            <p:ph type="sldNum" sz="quarter" idx="12"/>
          </p:nvPr>
        </p:nvSpPr>
        <p:spPr/>
        <p:txBody>
          <a:bodyPr/>
          <a:lstStyle/>
          <a:p>
            <a:pPr>
              <a:defRPr/>
            </a:pPr>
            <a:fld id="{2E0F9FB0-350A-4A87-9CD5-1F022F266B97}" type="slidenum">
              <a:rPr lang="en-US" altLang="zh-CN" smtClean="0"/>
              <a:pPr>
                <a:defRPr/>
              </a:pPr>
              <a:t>58</a:t>
            </a:fld>
            <a:endParaRPr lang="en-US" altLang="zh-CN"/>
          </a:p>
        </p:txBody>
      </p:sp>
    </p:spTree>
  </p:cSld>
  <p:clrMapOvr>
    <a:masterClrMapping/>
  </p:clrMapOvr>
  <p:transition>
    <p:zoom/>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048B9B1-5306-4067-AFED-A70BEEAC39A4}"/>
              </a:ext>
            </a:extLst>
          </p:cNvPr>
          <p:cNvSpPr>
            <a:spLocks noGrp="1"/>
          </p:cNvSpPr>
          <p:nvPr>
            <p:ph idx="1"/>
          </p:nvPr>
        </p:nvSpPr>
        <p:spPr>
          <a:xfrm>
            <a:off x="251520" y="620688"/>
            <a:ext cx="8640960" cy="5556275"/>
          </a:xfrm>
        </p:spPr>
        <p:txBody>
          <a:bodyPr>
            <a:normAutofit fontScale="85000" lnSpcReduction="20000"/>
          </a:bodyPr>
          <a:lstStyle/>
          <a:p>
            <a:pPr marL="0" indent="0">
              <a:buNone/>
            </a:pPr>
            <a:r>
              <a:rPr lang="en-US" altLang="zh-CN" dirty="0"/>
              <a:t>template &lt;class T, class E&gt;</a:t>
            </a:r>
          </a:p>
          <a:p>
            <a:pPr marL="0" indent="0">
              <a:buNone/>
            </a:pPr>
            <a:r>
              <a:rPr lang="en-US" altLang="zh-CN" dirty="0"/>
              <a:t>class </a:t>
            </a:r>
            <a:r>
              <a:rPr lang="en-US" altLang="zh-CN" dirty="0" err="1"/>
              <a:t>MinSpanTree</a:t>
            </a:r>
            <a:r>
              <a:rPr lang="en-US" altLang="zh-CN" dirty="0"/>
              <a:t> {</a:t>
            </a:r>
          </a:p>
          <a:p>
            <a:pPr marL="0" indent="0">
              <a:buNone/>
            </a:pPr>
            <a:r>
              <a:rPr lang="en-US" altLang="zh-CN" dirty="0"/>
              <a:t>protected:</a:t>
            </a:r>
          </a:p>
          <a:p>
            <a:pPr marL="0" indent="0">
              <a:buNone/>
            </a:pPr>
            <a:r>
              <a:rPr lang="en-US" altLang="zh-CN" dirty="0"/>
              <a:t>    </a:t>
            </a:r>
            <a:r>
              <a:rPr lang="en-US" altLang="zh-CN" dirty="0" err="1"/>
              <a:t>MSTEdgeNode</a:t>
            </a:r>
            <a:r>
              <a:rPr lang="en-US" altLang="zh-CN" dirty="0"/>
              <a:t> &lt;T, E&gt; * </a:t>
            </a:r>
            <a:r>
              <a:rPr lang="en-US" altLang="zh-CN" dirty="0" err="1"/>
              <a:t>edgevalue</a:t>
            </a:r>
            <a:r>
              <a:rPr lang="en-US" altLang="zh-CN" dirty="0"/>
              <a:t>;</a:t>
            </a:r>
          </a:p>
          <a:p>
            <a:pPr marL="0" indent="0">
              <a:buNone/>
            </a:pPr>
            <a:r>
              <a:rPr lang="en-US" altLang="zh-CN" dirty="0"/>
              <a:t>    int </a:t>
            </a:r>
            <a:r>
              <a:rPr lang="en-US" altLang="zh-CN" dirty="0" err="1"/>
              <a:t>maxSize</a:t>
            </a:r>
            <a:r>
              <a:rPr lang="en-US" altLang="zh-CN" dirty="0"/>
              <a:t>, n;</a:t>
            </a:r>
          </a:p>
          <a:p>
            <a:pPr marL="0" indent="0">
              <a:buNone/>
            </a:pPr>
            <a:r>
              <a:rPr lang="en-US" altLang="zh-CN" dirty="0"/>
              <a:t>public:</a:t>
            </a:r>
          </a:p>
          <a:p>
            <a:pPr marL="0" indent="0">
              <a:buNone/>
            </a:pPr>
            <a:r>
              <a:rPr lang="en-US" altLang="zh-CN" dirty="0"/>
              <a:t>    </a:t>
            </a:r>
            <a:r>
              <a:rPr lang="en-US" altLang="zh-CN" dirty="0" err="1"/>
              <a:t>MinSpanTree</a:t>
            </a:r>
            <a:r>
              <a:rPr lang="en-US" altLang="zh-CN" dirty="0"/>
              <a:t> ( int </a:t>
            </a:r>
            <a:r>
              <a:rPr lang="en-US" altLang="zh-CN" dirty="0" err="1"/>
              <a:t>sz</a:t>
            </a:r>
            <a:r>
              <a:rPr lang="en-US" altLang="zh-CN" dirty="0"/>
              <a:t> = DefaultSize-1 ) </a:t>
            </a:r>
          </a:p>
          <a:p>
            <a:pPr marL="0" indent="0">
              <a:buNone/>
            </a:pPr>
            <a:r>
              <a:rPr lang="en-US" altLang="zh-CN" dirty="0"/>
              <a:t>      : </a:t>
            </a:r>
            <a:r>
              <a:rPr lang="en-US" altLang="zh-CN" dirty="0" err="1"/>
              <a:t>maxSize</a:t>
            </a:r>
            <a:r>
              <a:rPr lang="en-US" altLang="zh-CN" dirty="0"/>
              <a:t>(</a:t>
            </a:r>
            <a:r>
              <a:rPr lang="en-US" altLang="zh-CN" dirty="0" err="1"/>
              <a:t>sz</a:t>
            </a:r>
            <a:r>
              <a:rPr lang="en-US" altLang="zh-CN" dirty="0"/>
              <a:t>), n (0) {</a:t>
            </a:r>
          </a:p>
          <a:p>
            <a:pPr marL="0" indent="0">
              <a:buNone/>
            </a:pPr>
            <a:r>
              <a:rPr lang="en-US" altLang="zh-CN" dirty="0"/>
              <a:t>        </a:t>
            </a:r>
            <a:r>
              <a:rPr lang="en-US" altLang="zh-CN" dirty="0" err="1"/>
              <a:t>edgevalue</a:t>
            </a:r>
            <a:r>
              <a:rPr lang="en-US" altLang="zh-CN" dirty="0"/>
              <a:t> = new </a:t>
            </a:r>
            <a:r>
              <a:rPr lang="en-US" altLang="zh-CN" dirty="0" err="1"/>
              <a:t>MSTEdgeNode</a:t>
            </a:r>
            <a:r>
              <a:rPr lang="en-US" altLang="zh-CN" dirty="0"/>
              <a:t>&lt;T, E&gt;[</a:t>
            </a:r>
            <a:r>
              <a:rPr lang="en-US" altLang="zh-CN" dirty="0" err="1"/>
              <a:t>sz</a:t>
            </a:r>
            <a:r>
              <a:rPr lang="en-US" altLang="zh-CN" dirty="0"/>
              <a:t>];</a:t>
            </a:r>
          </a:p>
          <a:p>
            <a:pPr marL="0" indent="0">
              <a:buNone/>
            </a:pPr>
            <a:r>
              <a:rPr lang="en-US" altLang="zh-CN" dirty="0"/>
              <a:t>    }</a:t>
            </a:r>
          </a:p>
          <a:p>
            <a:pPr marL="0" indent="0">
              <a:buNone/>
            </a:pPr>
            <a:r>
              <a:rPr lang="en-US" altLang="zh-CN" dirty="0"/>
              <a:t>    int Insert ( </a:t>
            </a:r>
            <a:r>
              <a:rPr lang="en-US" altLang="zh-CN" dirty="0" err="1"/>
              <a:t>MSTEdgeNode</a:t>
            </a:r>
            <a:r>
              <a:rPr lang="en-US" altLang="zh-CN" dirty="0"/>
              <a:t> &lt;T, E&gt; &amp; item );</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EF35F57E-A919-5252-4561-0D45C833CC66}"/>
              </a:ext>
            </a:extLst>
          </p:cNvPr>
          <p:cNvSpPr>
            <a:spLocks noGrp="1"/>
          </p:cNvSpPr>
          <p:nvPr>
            <p:ph type="sldNum" sz="quarter" idx="12"/>
          </p:nvPr>
        </p:nvSpPr>
        <p:spPr/>
        <p:txBody>
          <a:bodyPr/>
          <a:lstStyle/>
          <a:p>
            <a:pPr>
              <a:defRPr/>
            </a:pPr>
            <a:fld id="{2E0F9FB0-350A-4A87-9CD5-1F022F266B97}" type="slidenum">
              <a:rPr lang="en-US" altLang="zh-CN" smtClean="0"/>
              <a:pPr>
                <a:defRPr/>
              </a:pPr>
              <a:t>59</a:t>
            </a:fld>
            <a:endParaRPr lang="en-US" altLang="zh-CN"/>
          </a:p>
        </p:txBody>
      </p:sp>
    </p:spTree>
  </p:cSld>
  <p:clrMapOvr>
    <a:masterClrMapping/>
  </p:clrMapOvr>
  <p:transition>
    <p:zoom/>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120D91C-9B8A-4D45-9467-9E137A053046}"/>
              </a:ext>
            </a:extLst>
          </p:cNvPr>
          <p:cNvSpPr>
            <a:spLocks noGrp="1"/>
          </p:cNvSpPr>
          <p:nvPr>
            <p:ph idx="1"/>
          </p:nvPr>
        </p:nvSpPr>
        <p:spPr>
          <a:xfrm>
            <a:off x="251520" y="116632"/>
            <a:ext cx="8712968" cy="6552728"/>
          </a:xfrm>
        </p:spPr>
        <p:txBody>
          <a:bodyPr>
            <a:normAutofit fontScale="55000" lnSpcReduction="20000"/>
          </a:bodyPr>
          <a:lstStyle/>
          <a:p>
            <a:pPr marL="0" indent="0">
              <a:buNone/>
            </a:pPr>
            <a:r>
              <a:rPr lang="en-US" altLang="zh-CN" dirty="0"/>
              <a:t>//</a:t>
            </a:r>
            <a:r>
              <a:rPr lang="zh-CN" altLang="en-US" dirty="0"/>
              <a:t>利用克鲁斯卡尔算法建立最小生成树</a:t>
            </a:r>
          </a:p>
          <a:p>
            <a:pPr marL="0" indent="0">
              <a:buNone/>
            </a:pPr>
            <a:r>
              <a:rPr lang="en-US" altLang="zh-CN" dirty="0"/>
              <a:t>template &lt;class T, class E&gt; </a:t>
            </a:r>
          </a:p>
          <a:p>
            <a:pPr marL="0" indent="0">
              <a:buNone/>
            </a:pPr>
            <a:r>
              <a:rPr lang="en-US" altLang="zh-CN" dirty="0"/>
              <a:t>void Kruskal ( Graph&lt;T, E&gt;&amp; G, </a:t>
            </a:r>
            <a:r>
              <a:rPr lang="en-US" altLang="zh-CN" dirty="0" err="1"/>
              <a:t>MinSpanTree</a:t>
            </a:r>
            <a:r>
              <a:rPr lang="en-US" altLang="zh-CN" dirty="0"/>
              <a:t>&lt;T, E&gt;&amp; MST) {</a:t>
            </a:r>
          </a:p>
          <a:p>
            <a:pPr marL="0" indent="0">
              <a:buNone/>
            </a:pPr>
            <a:r>
              <a:rPr lang="en-US" altLang="zh-CN" dirty="0"/>
              <a:t>    </a:t>
            </a:r>
            <a:r>
              <a:rPr lang="en-US" altLang="zh-CN" dirty="0" err="1"/>
              <a:t>MSTEdgeNode</a:t>
            </a:r>
            <a:r>
              <a:rPr lang="en-US" altLang="zh-CN" dirty="0"/>
              <a:t>&lt;T, E&gt; ed;   //</a:t>
            </a:r>
            <a:r>
              <a:rPr lang="zh-CN" altLang="en-US" dirty="0"/>
              <a:t>边结点辅助单元</a:t>
            </a:r>
          </a:p>
          <a:p>
            <a:pPr marL="0" indent="0">
              <a:buNone/>
            </a:pPr>
            <a:r>
              <a:rPr lang="zh-CN" altLang="en-US" dirty="0"/>
              <a:t>    </a:t>
            </a:r>
            <a:r>
              <a:rPr lang="en-US" altLang="zh-CN" dirty="0"/>
              <a:t>int u, v, count;    int n = </a:t>
            </a:r>
            <a:r>
              <a:rPr lang="en-US" altLang="zh-CN" dirty="0" err="1"/>
              <a:t>G.NumberOfVertices</a:t>
            </a:r>
            <a:r>
              <a:rPr lang="en-US" altLang="zh-CN" dirty="0"/>
              <a:t>( );     //</a:t>
            </a:r>
            <a:r>
              <a:rPr lang="zh-CN" altLang="en-US" dirty="0"/>
              <a:t>顶点数</a:t>
            </a:r>
          </a:p>
          <a:p>
            <a:pPr marL="0" indent="0">
              <a:buNone/>
            </a:pPr>
            <a:r>
              <a:rPr lang="zh-CN" altLang="en-US" dirty="0"/>
              <a:t>    </a:t>
            </a:r>
            <a:r>
              <a:rPr lang="en-US" altLang="zh-CN" dirty="0"/>
              <a:t>int m = </a:t>
            </a:r>
            <a:r>
              <a:rPr lang="en-US" altLang="zh-CN" dirty="0" err="1"/>
              <a:t>G.NumberOfEdges</a:t>
            </a:r>
            <a:r>
              <a:rPr lang="en-US" altLang="zh-CN" dirty="0"/>
              <a:t>( );         //</a:t>
            </a:r>
            <a:r>
              <a:rPr lang="zh-CN" altLang="en-US" dirty="0"/>
              <a:t>边数</a:t>
            </a:r>
          </a:p>
          <a:p>
            <a:pPr marL="0" indent="0">
              <a:buNone/>
            </a:pPr>
            <a:r>
              <a:rPr lang="zh-CN" altLang="en-US" dirty="0"/>
              <a:t>    </a:t>
            </a:r>
            <a:r>
              <a:rPr lang="en-US" altLang="zh-CN" dirty="0" err="1"/>
              <a:t>MinHeap</a:t>
            </a:r>
            <a:r>
              <a:rPr lang="en-US" altLang="zh-CN" dirty="0"/>
              <a:t> &lt;E, </a:t>
            </a:r>
            <a:r>
              <a:rPr lang="en-US" altLang="zh-CN" dirty="0" err="1"/>
              <a:t>MSTEdgeNode</a:t>
            </a:r>
            <a:r>
              <a:rPr lang="en-US" altLang="zh-CN" dirty="0"/>
              <a:t>&lt;T, E&gt; &gt; H(m);       //</a:t>
            </a:r>
            <a:r>
              <a:rPr lang="zh-CN" altLang="en-US" dirty="0"/>
              <a:t>最小堆</a:t>
            </a:r>
          </a:p>
          <a:p>
            <a:pPr marL="0" indent="0">
              <a:buNone/>
            </a:pPr>
            <a:r>
              <a:rPr lang="zh-CN" altLang="en-US" dirty="0"/>
              <a:t>    </a:t>
            </a:r>
            <a:r>
              <a:rPr lang="en-US" altLang="zh-CN" dirty="0" err="1"/>
              <a:t>UFSets</a:t>
            </a:r>
            <a:r>
              <a:rPr lang="en-US" altLang="zh-CN" dirty="0"/>
              <a:t> F(n);                                   //</a:t>
            </a:r>
            <a:r>
              <a:rPr lang="zh-CN" altLang="en-US" dirty="0"/>
              <a:t>并查集</a:t>
            </a:r>
          </a:p>
          <a:p>
            <a:pPr marL="0" indent="0">
              <a:buNone/>
            </a:pPr>
            <a:r>
              <a:rPr lang="zh-CN" altLang="en-US" dirty="0"/>
              <a:t>    </a:t>
            </a:r>
            <a:r>
              <a:rPr lang="en-US" altLang="zh-CN" dirty="0"/>
              <a:t>for ( u = 0; u &lt; n; u++ )</a:t>
            </a:r>
          </a:p>
          <a:p>
            <a:pPr marL="0" indent="0">
              <a:buNone/>
            </a:pPr>
            <a:r>
              <a:rPr lang="en-US" altLang="zh-CN" dirty="0"/>
              <a:t>       for ( v = u +1; v &lt; n; v++ )</a:t>
            </a:r>
          </a:p>
          <a:p>
            <a:pPr marL="0" indent="0">
              <a:buNone/>
            </a:pPr>
            <a:r>
              <a:rPr lang="en-US" altLang="zh-CN" dirty="0"/>
              <a:t>	 if ( </a:t>
            </a:r>
            <a:r>
              <a:rPr lang="en-US" altLang="zh-CN" dirty="0" err="1"/>
              <a:t>G.getWeight</a:t>
            </a:r>
            <a:r>
              <a:rPr lang="en-US" altLang="zh-CN" dirty="0"/>
              <a:t>(u, v) != </a:t>
            </a:r>
            <a:r>
              <a:rPr lang="en-US" altLang="zh-CN" dirty="0" err="1"/>
              <a:t>maxValue</a:t>
            </a:r>
            <a:r>
              <a:rPr lang="en-US" altLang="zh-CN" dirty="0"/>
              <a:t> )</a:t>
            </a:r>
          </a:p>
          <a:p>
            <a:pPr marL="0" indent="0">
              <a:buNone/>
            </a:pPr>
            <a:r>
              <a:rPr lang="en-US" altLang="zh-CN" dirty="0"/>
              <a:t>           {  </a:t>
            </a:r>
            <a:r>
              <a:rPr lang="en-US" altLang="zh-CN" dirty="0" err="1"/>
              <a:t>ed.tail</a:t>
            </a:r>
            <a:r>
              <a:rPr lang="en-US" altLang="zh-CN" dirty="0"/>
              <a:t> = u;  </a:t>
            </a:r>
            <a:r>
              <a:rPr lang="en-US" altLang="zh-CN" dirty="0" err="1"/>
              <a:t>ed.head</a:t>
            </a:r>
            <a:r>
              <a:rPr lang="en-US" altLang="zh-CN" dirty="0"/>
              <a:t> = v;  </a:t>
            </a:r>
            <a:r>
              <a:rPr lang="en-US" altLang="zh-CN" dirty="0" err="1"/>
              <a:t>ed.key</a:t>
            </a:r>
            <a:r>
              <a:rPr lang="en-US" altLang="zh-CN" dirty="0"/>
              <a:t> = </a:t>
            </a:r>
            <a:r>
              <a:rPr lang="en-US" altLang="zh-CN" dirty="0" err="1"/>
              <a:t>G.getWeight</a:t>
            </a:r>
            <a:r>
              <a:rPr lang="en-US" altLang="zh-CN" dirty="0"/>
              <a:t>(u, v);  </a:t>
            </a:r>
            <a:r>
              <a:rPr lang="en-US" altLang="zh-CN" dirty="0" err="1"/>
              <a:t>H.Insert</a:t>
            </a:r>
            <a:r>
              <a:rPr lang="en-US" altLang="zh-CN" dirty="0"/>
              <a:t> (ed); } </a:t>
            </a:r>
          </a:p>
          <a:p>
            <a:pPr marL="0" indent="0">
              <a:buNone/>
            </a:pPr>
            <a:r>
              <a:rPr lang="en-US" altLang="zh-CN" dirty="0"/>
              <a:t>    count = 1;	     //</a:t>
            </a:r>
            <a:r>
              <a:rPr lang="zh-CN" altLang="en-US" dirty="0"/>
              <a:t>最小生成树加入边数计数</a:t>
            </a:r>
          </a:p>
          <a:p>
            <a:pPr marL="0" indent="0">
              <a:buNone/>
            </a:pPr>
            <a:r>
              <a:rPr lang="zh-CN" altLang="en-US" dirty="0"/>
              <a:t>    </a:t>
            </a:r>
            <a:r>
              <a:rPr lang="en-US" altLang="zh-CN" dirty="0"/>
              <a:t>while ( count &lt; n ) {   </a:t>
            </a:r>
          </a:p>
          <a:p>
            <a:pPr marL="0" indent="0">
              <a:buNone/>
            </a:pPr>
            <a:r>
              <a:rPr lang="en-US" altLang="zh-CN" dirty="0"/>
              <a:t>        </a:t>
            </a:r>
            <a:r>
              <a:rPr lang="en-US" altLang="zh-CN" dirty="0" err="1"/>
              <a:t>H.RemoveMin</a:t>
            </a:r>
            <a:r>
              <a:rPr lang="en-US" altLang="zh-CN" dirty="0"/>
              <a:t> (ed);  //</a:t>
            </a:r>
            <a:r>
              <a:rPr lang="zh-CN" altLang="en-US" dirty="0"/>
              <a:t>从堆中退出一条边</a:t>
            </a:r>
          </a:p>
          <a:p>
            <a:pPr marL="0" indent="0">
              <a:buNone/>
            </a:pPr>
            <a:r>
              <a:rPr lang="zh-CN" altLang="en-US" dirty="0"/>
              <a:t>        </a:t>
            </a:r>
            <a:r>
              <a:rPr lang="en-US" altLang="zh-CN" dirty="0"/>
              <a:t>u = </a:t>
            </a:r>
            <a:r>
              <a:rPr lang="en-US" altLang="zh-CN" dirty="0" err="1"/>
              <a:t>F.Find</a:t>
            </a:r>
            <a:r>
              <a:rPr lang="en-US" altLang="zh-CN" dirty="0"/>
              <a:t> (</a:t>
            </a:r>
            <a:r>
              <a:rPr lang="en-US" altLang="zh-CN" dirty="0" err="1"/>
              <a:t>ed.tail</a:t>
            </a:r>
            <a:r>
              <a:rPr lang="en-US" altLang="zh-CN" dirty="0"/>
              <a:t>);          v = </a:t>
            </a:r>
            <a:r>
              <a:rPr lang="en-US" altLang="zh-CN" dirty="0" err="1"/>
              <a:t>F.Find</a:t>
            </a:r>
            <a:r>
              <a:rPr lang="en-US" altLang="zh-CN" dirty="0"/>
              <a:t> (</a:t>
            </a:r>
            <a:r>
              <a:rPr lang="en-US" altLang="zh-CN" dirty="0" err="1"/>
              <a:t>ed.head</a:t>
            </a:r>
            <a:r>
              <a:rPr lang="en-US" altLang="zh-CN" dirty="0"/>
              <a:t>);	</a:t>
            </a:r>
          </a:p>
          <a:p>
            <a:pPr marL="0" indent="0">
              <a:buNone/>
            </a:pPr>
            <a:r>
              <a:rPr lang="en-US" altLang="zh-CN" dirty="0"/>
              <a:t>        if ( u != v )        //</a:t>
            </a:r>
            <a:r>
              <a:rPr lang="zh-CN" altLang="en-US" dirty="0"/>
              <a:t>两端不在同一连通分量</a:t>
            </a:r>
          </a:p>
          <a:p>
            <a:pPr marL="0" indent="0">
              <a:buNone/>
            </a:pPr>
            <a:r>
              <a:rPr lang="zh-CN" altLang="en-US" dirty="0"/>
              <a:t>        </a:t>
            </a:r>
            <a:r>
              <a:rPr lang="en-US" altLang="zh-CN" dirty="0"/>
              <a:t>{</a:t>
            </a:r>
            <a:r>
              <a:rPr lang="zh-CN" altLang="en-US" dirty="0"/>
              <a:t>	   </a:t>
            </a:r>
            <a:r>
              <a:rPr lang="en-US" altLang="zh-CN" dirty="0" err="1"/>
              <a:t>F.Union</a:t>
            </a:r>
            <a:r>
              <a:rPr lang="en-US" altLang="zh-CN" dirty="0"/>
              <a:t> (u, v);   </a:t>
            </a:r>
            <a:r>
              <a:rPr lang="zh-CN" altLang="en-US" dirty="0"/>
              <a:t>       </a:t>
            </a:r>
            <a:r>
              <a:rPr lang="en-US" altLang="zh-CN" dirty="0" err="1"/>
              <a:t>MST.Insert</a:t>
            </a:r>
            <a:r>
              <a:rPr lang="en-US" altLang="zh-CN" dirty="0"/>
              <a:t> (ed);     </a:t>
            </a:r>
            <a:r>
              <a:rPr lang="zh-CN" altLang="en-US" dirty="0"/>
              <a:t> </a:t>
            </a:r>
            <a:r>
              <a:rPr lang="en-US" altLang="zh-CN" dirty="0"/>
              <a:t>count++;    }</a:t>
            </a:r>
          </a:p>
          <a:p>
            <a:pPr marL="0" indent="0">
              <a:buNone/>
            </a:pPr>
            <a:r>
              <a:rPr lang="en-US" altLang="zh-CN" dirty="0"/>
              <a:t>    }</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E26C5C61-11A1-8E0C-90E6-1E9240349ECA}"/>
              </a:ext>
            </a:extLst>
          </p:cNvPr>
          <p:cNvSpPr>
            <a:spLocks noGrp="1"/>
          </p:cNvSpPr>
          <p:nvPr>
            <p:ph type="sldNum" sz="quarter" idx="12"/>
          </p:nvPr>
        </p:nvSpPr>
        <p:spPr/>
        <p:txBody>
          <a:bodyPr/>
          <a:lstStyle/>
          <a:p>
            <a:pPr>
              <a:defRPr/>
            </a:pPr>
            <a:fld id="{2E0F9FB0-350A-4A87-9CD5-1F022F266B97}" type="slidenum">
              <a:rPr lang="en-US" altLang="zh-CN" smtClean="0"/>
              <a:pPr>
                <a:defRPr/>
              </a:pPr>
              <a:t>60</a:t>
            </a:fld>
            <a:endParaRPr lang="en-US" altLang="zh-CN"/>
          </a:p>
        </p:txBody>
      </p:sp>
    </p:spTree>
  </p:cSld>
  <p:clrMapOvr>
    <a:masterClrMapping/>
  </p:clrMapOvr>
  <p:transition>
    <p:zoom/>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93" name="Text Box 17">
            <a:extLst>
              <a:ext uri="{FF2B5EF4-FFF2-40B4-BE49-F238E27FC236}">
                <a16:creationId xmlns:a16="http://schemas.microsoft.com/office/drawing/2014/main" id="{9DC5C7CF-0268-6917-E032-7BBD1019AC03}"/>
              </a:ext>
            </a:extLst>
          </p:cNvPr>
          <p:cNvSpPr txBox="1">
            <a:spLocks noChangeArrowheads="1"/>
          </p:cNvSpPr>
          <p:nvPr/>
        </p:nvSpPr>
        <p:spPr bwMode="auto">
          <a:xfrm>
            <a:off x="1676400" y="3886200"/>
            <a:ext cx="4810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dirty="0">
                <a:latin typeface="Times New Roman" panose="02020603050405020304" pitchFamily="18" charset="0"/>
                <a:ea typeface="宋体" panose="02010600030101010101" pitchFamily="2" charset="-122"/>
              </a:rPr>
              <a:t>-2</a:t>
            </a:r>
            <a:endParaRPr kumimoji="1" lang="en-US" altLang="zh-CN" sz="2800" dirty="0">
              <a:latin typeface="Times New Roman" panose="02020603050405020304" pitchFamily="18" charset="0"/>
              <a:ea typeface="宋体" panose="02010600030101010101" pitchFamily="2" charset="-122"/>
            </a:endParaRPr>
          </a:p>
        </p:txBody>
      </p:sp>
      <p:sp>
        <p:nvSpPr>
          <p:cNvPr id="75859" name="Text Box 83">
            <a:extLst>
              <a:ext uri="{FF2B5EF4-FFF2-40B4-BE49-F238E27FC236}">
                <a16:creationId xmlns:a16="http://schemas.microsoft.com/office/drawing/2014/main" id="{99B6B991-3E49-D50C-0A53-8843B94635D0}"/>
              </a:ext>
            </a:extLst>
          </p:cNvPr>
          <p:cNvSpPr txBox="1">
            <a:spLocks noChangeArrowheads="1"/>
          </p:cNvSpPr>
          <p:nvPr/>
        </p:nvSpPr>
        <p:spPr bwMode="auto">
          <a:xfrm>
            <a:off x="1143000" y="4967288"/>
            <a:ext cx="4810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dirty="0">
                <a:solidFill>
                  <a:srgbClr val="C00000"/>
                </a:solidFill>
                <a:latin typeface="Times New Roman" panose="02020603050405020304" pitchFamily="18" charset="0"/>
                <a:ea typeface="宋体" panose="02010600030101010101" pitchFamily="2" charset="-122"/>
              </a:rPr>
              <a:t>-5</a:t>
            </a:r>
            <a:endParaRPr kumimoji="1" lang="en-US" altLang="zh-CN" sz="2400" dirty="0">
              <a:solidFill>
                <a:srgbClr val="C00000"/>
              </a:solidFill>
              <a:latin typeface="Times New Roman" panose="02020603050405020304" pitchFamily="18" charset="0"/>
              <a:ea typeface="宋体" panose="02010600030101010101" pitchFamily="2" charset="-122"/>
            </a:endParaRPr>
          </a:p>
        </p:txBody>
      </p:sp>
      <p:sp>
        <p:nvSpPr>
          <p:cNvPr id="75851" name="Text Box 75">
            <a:extLst>
              <a:ext uri="{FF2B5EF4-FFF2-40B4-BE49-F238E27FC236}">
                <a16:creationId xmlns:a16="http://schemas.microsoft.com/office/drawing/2014/main" id="{59990F07-3355-910E-0A76-7AF9B25132A7}"/>
              </a:ext>
            </a:extLst>
          </p:cNvPr>
          <p:cNvSpPr txBox="1">
            <a:spLocks noChangeArrowheads="1"/>
          </p:cNvSpPr>
          <p:nvPr/>
        </p:nvSpPr>
        <p:spPr bwMode="auto">
          <a:xfrm>
            <a:off x="1143000" y="4433888"/>
            <a:ext cx="4810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dirty="0">
                <a:solidFill>
                  <a:srgbClr val="FF0000"/>
                </a:solidFill>
                <a:latin typeface="Times New Roman" panose="02020603050405020304" pitchFamily="18" charset="0"/>
                <a:ea typeface="宋体" panose="02010600030101010101" pitchFamily="2" charset="-122"/>
              </a:rPr>
              <a:t>-4</a:t>
            </a:r>
            <a:endParaRPr kumimoji="1" lang="en-US" altLang="zh-CN" sz="2400" dirty="0">
              <a:solidFill>
                <a:srgbClr val="FF0000"/>
              </a:solidFill>
              <a:latin typeface="Times New Roman" panose="02020603050405020304" pitchFamily="18" charset="0"/>
              <a:ea typeface="宋体" panose="02010600030101010101" pitchFamily="2" charset="-122"/>
            </a:endParaRPr>
          </a:p>
        </p:txBody>
      </p:sp>
      <p:sp>
        <p:nvSpPr>
          <p:cNvPr id="75792" name="Text Box 16">
            <a:extLst>
              <a:ext uri="{FF2B5EF4-FFF2-40B4-BE49-F238E27FC236}">
                <a16:creationId xmlns:a16="http://schemas.microsoft.com/office/drawing/2014/main" id="{018F3DD2-AAE9-3BEC-297F-BBFCE0BF7AFF}"/>
              </a:ext>
            </a:extLst>
          </p:cNvPr>
          <p:cNvSpPr txBox="1">
            <a:spLocks noChangeArrowheads="1"/>
          </p:cNvSpPr>
          <p:nvPr/>
        </p:nvSpPr>
        <p:spPr bwMode="auto">
          <a:xfrm>
            <a:off x="1676400" y="3352800"/>
            <a:ext cx="4810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dirty="0">
                <a:solidFill>
                  <a:srgbClr val="FF0000"/>
                </a:solidFill>
                <a:latin typeface="Times New Roman" panose="02020603050405020304" pitchFamily="18" charset="0"/>
                <a:ea typeface="宋体" panose="02010600030101010101" pitchFamily="2" charset="-122"/>
              </a:rPr>
              <a:t>-2</a:t>
            </a:r>
            <a:endParaRPr kumimoji="1" lang="en-US" altLang="zh-CN" sz="2400" dirty="0">
              <a:solidFill>
                <a:srgbClr val="FF0000"/>
              </a:solidFill>
              <a:latin typeface="Times New Roman" panose="02020603050405020304" pitchFamily="18" charset="0"/>
              <a:ea typeface="宋体" panose="02010600030101010101" pitchFamily="2" charset="-122"/>
            </a:endParaRPr>
          </a:p>
        </p:txBody>
      </p:sp>
      <p:sp>
        <p:nvSpPr>
          <p:cNvPr id="75811" name="Text Box 35">
            <a:extLst>
              <a:ext uri="{FF2B5EF4-FFF2-40B4-BE49-F238E27FC236}">
                <a16:creationId xmlns:a16="http://schemas.microsoft.com/office/drawing/2014/main" id="{7F2440D0-F663-12BF-7930-0571746089F1}"/>
              </a:ext>
            </a:extLst>
          </p:cNvPr>
          <p:cNvSpPr txBox="1">
            <a:spLocks noChangeArrowheads="1"/>
          </p:cNvSpPr>
          <p:nvPr/>
        </p:nvSpPr>
        <p:spPr bwMode="auto">
          <a:xfrm>
            <a:off x="1143000" y="2819400"/>
            <a:ext cx="4810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dirty="0">
                <a:latin typeface="Times New Roman" panose="02020603050405020304" pitchFamily="18" charset="0"/>
                <a:ea typeface="仿宋_GB2312" pitchFamily="49" charset="-122"/>
              </a:rPr>
              <a:t>-</a:t>
            </a:r>
            <a:r>
              <a:rPr kumimoji="1" lang="en-US" altLang="zh-CN" sz="2800" b="1" dirty="0">
                <a:latin typeface="Times New Roman" panose="02020603050405020304" pitchFamily="18" charset="0"/>
                <a:ea typeface="宋体" panose="02010600030101010101" pitchFamily="2" charset="-122"/>
              </a:rPr>
              <a:t>1</a:t>
            </a:r>
            <a:endParaRPr kumimoji="1" lang="en-US" altLang="zh-CN" sz="2400" dirty="0">
              <a:latin typeface="Times New Roman" panose="02020603050405020304" pitchFamily="18" charset="0"/>
              <a:ea typeface="宋体" panose="02010600030101010101" pitchFamily="2" charset="-122"/>
            </a:endParaRPr>
          </a:p>
        </p:txBody>
      </p:sp>
      <p:sp>
        <p:nvSpPr>
          <p:cNvPr id="75812" name="Text Box 36">
            <a:extLst>
              <a:ext uri="{FF2B5EF4-FFF2-40B4-BE49-F238E27FC236}">
                <a16:creationId xmlns:a16="http://schemas.microsoft.com/office/drawing/2014/main" id="{293043A5-A846-DCDC-49D3-83F5404D7EA8}"/>
              </a:ext>
            </a:extLst>
          </p:cNvPr>
          <p:cNvSpPr txBox="1">
            <a:spLocks noChangeArrowheads="1"/>
          </p:cNvSpPr>
          <p:nvPr/>
        </p:nvSpPr>
        <p:spPr bwMode="auto">
          <a:xfrm>
            <a:off x="1652588" y="2819400"/>
            <a:ext cx="4810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dirty="0">
                <a:latin typeface="Times New Roman" panose="02020603050405020304" pitchFamily="18" charset="0"/>
                <a:ea typeface="仿宋_GB2312" pitchFamily="49" charset="-122"/>
              </a:rPr>
              <a:t>-</a:t>
            </a:r>
            <a:r>
              <a:rPr kumimoji="1" lang="en-US" altLang="zh-CN" sz="2800" b="1" dirty="0">
                <a:latin typeface="Times New Roman" panose="02020603050405020304" pitchFamily="18" charset="0"/>
                <a:ea typeface="宋体" panose="02010600030101010101" pitchFamily="2" charset="-122"/>
              </a:rPr>
              <a:t>1</a:t>
            </a:r>
            <a:endParaRPr kumimoji="1" lang="en-US" altLang="zh-CN" sz="2400" dirty="0">
              <a:latin typeface="Times New Roman" panose="02020603050405020304" pitchFamily="18" charset="0"/>
              <a:ea typeface="宋体" panose="02010600030101010101" pitchFamily="2" charset="-122"/>
            </a:endParaRPr>
          </a:p>
        </p:txBody>
      </p:sp>
      <p:sp>
        <p:nvSpPr>
          <p:cNvPr id="75813" name="Text Box 37">
            <a:extLst>
              <a:ext uri="{FF2B5EF4-FFF2-40B4-BE49-F238E27FC236}">
                <a16:creationId xmlns:a16="http://schemas.microsoft.com/office/drawing/2014/main" id="{95D27E25-EF2C-4F38-DDD8-8529FBA63FE3}"/>
              </a:ext>
            </a:extLst>
          </p:cNvPr>
          <p:cNvSpPr txBox="1">
            <a:spLocks noChangeArrowheads="1"/>
          </p:cNvSpPr>
          <p:nvPr/>
        </p:nvSpPr>
        <p:spPr bwMode="auto">
          <a:xfrm>
            <a:off x="2185988" y="2819400"/>
            <a:ext cx="4810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latin typeface="Times New Roman" panose="02020603050405020304" pitchFamily="18" charset="0"/>
                <a:ea typeface="仿宋_GB2312" pitchFamily="49" charset="-122"/>
              </a:rPr>
              <a:t>-</a:t>
            </a:r>
            <a:r>
              <a:rPr kumimoji="1" lang="en-US" altLang="zh-CN" sz="2800" b="1">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75817" name="Text Box 41">
            <a:extLst>
              <a:ext uri="{FF2B5EF4-FFF2-40B4-BE49-F238E27FC236}">
                <a16:creationId xmlns:a16="http://schemas.microsoft.com/office/drawing/2014/main" id="{A0C9B3EA-98F0-AFC9-179F-281A576AE503}"/>
              </a:ext>
            </a:extLst>
          </p:cNvPr>
          <p:cNvSpPr txBox="1">
            <a:spLocks noChangeArrowheads="1"/>
          </p:cNvSpPr>
          <p:nvPr/>
        </p:nvSpPr>
        <p:spPr bwMode="auto">
          <a:xfrm>
            <a:off x="2719388" y="2819400"/>
            <a:ext cx="4810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latin typeface="Times New Roman" panose="02020603050405020304" pitchFamily="18" charset="0"/>
                <a:ea typeface="仿宋_GB2312" pitchFamily="49" charset="-122"/>
              </a:rPr>
              <a:t>-</a:t>
            </a:r>
            <a:r>
              <a:rPr kumimoji="1" lang="en-US" altLang="zh-CN" sz="2800" b="1">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75818" name="Text Box 42">
            <a:extLst>
              <a:ext uri="{FF2B5EF4-FFF2-40B4-BE49-F238E27FC236}">
                <a16:creationId xmlns:a16="http://schemas.microsoft.com/office/drawing/2014/main" id="{C7277243-58E3-B99B-8435-57EA988EA8E3}"/>
              </a:ext>
            </a:extLst>
          </p:cNvPr>
          <p:cNvSpPr txBox="1">
            <a:spLocks noChangeArrowheads="1"/>
          </p:cNvSpPr>
          <p:nvPr/>
        </p:nvSpPr>
        <p:spPr bwMode="auto">
          <a:xfrm>
            <a:off x="3786188" y="2819400"/>
            <a:ext cx="4810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latin typeface="Times New Roman" panose="02020603050405020304" pitchFamily="18" charset="0"/>
                <a:ea typeface="仿宋_GB2312" pitchFamily="49" charset="-122"/>
              </a:rPr>
              <a:t>-</a:t>
            </a:r>
            <a:r>
              <a:rPr kumimoji="1" lang="en-US" altLang="zh-CN" sz="2800" b="1">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75822" name="Text Box 46">
            <a:extLst>
              <a:ext uri="{FF2B5EF4-FFF2-40B4-BE49-F238E27FC236}">
                <a16:creationId xmlns:a16="http://schemas.microsoft.com/office/drawing/2014/main" id="{F6D8D5C3-D638-64F5-1634-B7049363A05B}"/>
              </a:ext>
            </a:extLst>
          </p:cNvPr>
          <p:cNvSpPr txBox="1">
            <a:spLocks noChangeArrowheads="1"/>
          </p:cNvSpPr>
          <p:nvPr/>
        </p:nvSpPr>
        <p:spPr bwMode="auto">
          <a:xfrm>
            <a:off x="1143000" y="3352800"/>
            <a:ext cx="481013" cy="5191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dirty="0">
                <a:latin typeface="Times New Roman" panose="02020603050405020304" pitchFamily="18" charset="0"/>
                <a:ea typeface="仿宋_GB2312" pitchFamily="49" charset="-122"/>
              </a:rPr>
              <a:t>-</a:t>
            </a:r>
            <a:r>
              <a:rPr kumimoji="1" lang="en-US" altLang="zh-CN" sz="2800" b="1" dirty="0">
                <a:latin typeface="Times New Roman" panose="02020603050405020304" pitchFamily="18" charset="0"/>
                <a:ea typeface="宋体" panose="02010600030101010101" pitchFamily="2" charset="-122"/>
              </a:rPr>
              <a:t>1</a:t>
            </a:r>
            <a:endParaRPr kumimoji="1" lang="en-US" altLang="zh-CN" sz="2400" dirty="0">
              <a:latin typeface="Times New Roman" panose="02020603050405020304" pitchFamily="18" charset="0"/>
              <a:ea typeface="宋体" panose="02010600030101010101" pitchFamily="2" charset="-122"/>
            </a:endParaRPr>
          </a:p>
        </p:txBody>
      </p:sp>
      <p:sp>
        <p:nvSpPr>
          <p:cNvPr id="75824" name="Text Box 48">
            <a:extLst>
              <a:ext uri="{FF2B5EF4-FFF2-40B4-BE49-F238E27FC236}">
                <a16:creationId xmlns:a16="http://schemas.microsoft.com/office/drawing/2014/main" id="{A2855BAF-FCE8-2737-A435-8DE9ADCEDF01}"/>
              </a:ext>
            </a:extLst>
          </p:cNvPr>
          <p:cNvSpPr txBox="1">
            <a:spLocks noChangeArrowheads="1"/>
          </p:cNvSpPr>
          <p:nvPr/>
        </p:nvSpPr>
        <p:spPr bwMode="auto">
          <a:xfrm>
            <a:off x="2743200" y="3352800"/>
            <a:ext cx="4810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dirty="0">
                <a:latin typeface="Times New Roman" panose="02020603050405020304" pitchFamily="18" charset="0"/>
                <a:ea typeface="仿宋_GB2312" pitchFamily="49" charset="-122"/>
              </a:rPr>
              <a:t>-</a:t>
            </a:r>
            <a:r>
              <a:rPr kumimoji="1" lang="en-US" altLang="zh-CN" sz="2800" b="1" dirty="0">
                <a:latin typeface="Times New Roman" panose="02020603050405020304" pitchFamily="18" charset="0"/>
                <a:ea typeface="宋体" panose="02010600030101010101" pitchFamily="2" charset="-122"/>
              </a:rPr>
              <a:t>1</a:t>
            </a:r>
            <a:endParaRPr kumimoji="1" lang="en-US" altLang="zh-CN" sz="2400" dirty="0">
              <a:latin typeface="Times New Roman" panose="02020603050405020304" pitchFamily="18" charset="0"/>
              <a:ea typeface="宋体" panose="02010600030101010101" pitchFamily="2" charset="-122"/>
            </a:endParaRPr>
          </a:p>
        </p:txBody>
      </p:sp>
      <p:sp>
        <p:nvSpPr>
          <p:cNvPr id="75826" name="Text Box 50">
            <a:extLst>
              <a:ext uri="{FF2B5EF4-FFF2-40B4-BE49-F238E27FC236}">
                <a16:creationId xmlns:a16="http://schemas.microsoft.com/office/drawing/2014/main" id="{9CDD3EC1-4D3E-828F-AEC0-A7023510A7A1}"/>
              </a:ext>
            </a:extLst>
          </p:cNvPr>
          <p:cNvSpPr txBox="1">
            <a:spLocks noChangeArrowheads="1"/>
          </p:cNvSpPr>
          <p:nvPr/>
        </p:nvSpPr>
        <p:spPr bwMode="auto">
          <a:xfrm>
            <a:off x="3810000" y="3352800"/>
            <a:ext cx="4810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latin typeface="Times New Roman" panose="02020603050405020304" pitchFamily="18" charset="0"/>
                <a:ea typeface="仿宋_GB2312" pitchFamily="49" charset="-122"/>
              </a:rPr>
              <a:t>-</a:t>
            </a:r>
            <a:r>
              <a:rPr kumimoji="1" lang="en-US" altLang="zh-CN" sz="2800" b="1">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75844" name="Text Box 68">
            <a:extLst>
              <a:ext uri="{FF2B5EF4-FFF2-40B4-BE49-F238E27FC236}">
                <a16:creationId xmlns:a16="http://schemas.microsoft.com/office/drawing/2014/main" id="{0D1B38CC-E296-6E0B-436A-03C47BAFB987}"/>
              </a:ext>
            </a:extLst>
          </p:cNvPr>
          <p:cNvSpPr txBox="1">
            <a:spLocks noChangeArrowheads="1"/>
          </p:cNvSpPr>
          <p:nvPr/>
        </p:nvSpPr>
        <p:spPr bwMode="auto">
          <a:xfrm>
            <a:off x="2743200" y="3886200"/>
            <a:ext cx="4810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latin typeface="Times New Roman" panose="02020603050405020304" pitchFamily="18" charset="0"/>
                <a:ea typeface="仿宋_GB2312" pitchFamily="49" charset="-122"/>
              </a:rPr>
              <a:t>-</a:t>
            </a:r>
            <a:r>
              <a:rPr kumimoji="1" lang="en-US" altLang="zh-CN" sz="2800" b="1">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75849" name="Text Box 73">
            <a:extLst>
              <a:ext uri="{FF2B5EF4-FFF2-40B4-BE49-F238E27FC236}">
                <a16:creationId xmlns:a16="http://schemas.microsoft.com/office/drawing/2014/main" id="{707C576A-9E81-EA04-1CB5-BDA9643DDFCF}"/>
              </a:ext>
            </a:extLst>
          </p:cNvPr>
          <p:cNvSpPr txBox="1">
            <a:spLocks noChangeArrowheads="1"/>
          </p:cNvSpPr>
          <p:nvPr/>
        </p:nvSpPr>
        <p:spPr bwMode="auto">
          <a:xfrm>
            <a:off x="2743200" y="4433888"/>
            <a:ext cx="4810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latin typeface="Times New Roman" panose="02020603050405020304" pitchFamily="18" charset="0"/>
                <a:ea typeface="仿宋_GB2312" pitchFamily="49" charset="-122"/>
              </a:rPr>
              <a:t>-</a:t>
            </a:r>
            <a:r>
              <a:rPr kumimoji="1" lang="en-US" altLang="zh-CN" sz="2800" b="1">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88418" name="Text Box 2">
            <a:extLst>
              <a:ext uri="{FF2B5EF4-FFF2-40B4-BE49-F238E27FC236}">
                <a16:creationId xmlns:a16="http://schemas.microsoft.com/office/drawing/2014/main" id="{9CE9648A-684B-EE12-FEF2-FBD9A69B74C8}"/>
              </a:ext>
            </a:extLst>
          </p:cNvPr>
          <p:cNvSpPr txBox="1">
            <a:spLocks noChangeArrowheads="1"/>
          </p:cNvSpPr>
          <p:nvPr/>
        </p:nvSpPr>
        <p:spPr bwMode="auto">
          <a:xfrm>
            <a:off x="838200" y="350838"/>
            <a:ext cx="7546975" cy="1554162"/>
          </a:xfrm>
          <a:prstGeom prst="rect">
            <a:avLst/>
          </a:prstGeom>
          <a:noFill/>
          <a:ln w="9525">
            <a:noFill/>
            <a:miter lim="800000"/>
            <a:headEnd/>
            <a:tailEnd/>
          </a:ln>
        </p:spPr>
        <p:txBody>
          <a:bodyPr wrap="none">
            <a:spAutoFit/>
          </a:bodyPr>
          <a:lstStyle/>
          <a:p>
            <a:pPr>
              <a:defRPr/>
            </a:pPr>
            <a:r>
              <a:rPr lang="zh-CN" altLang="en-US" sz="3200" b="1">
                <a:effectLst>
                  <a:outerShdw blurRad="38100" dist="38100" dir="2700000" algn="tl">
                    <a:srgbClr val="C0C0C0"/>
                  </a:outerShdw>
                </a:effectLst>
                <a:ea typeface="仿宋_GB2312" pitchFamily="49" charset="-122"/>
              </a:rPr>
              <a:t>出堆顺序</a:t>
            </a:r>
            <a:r>
              <a:rPr lang="zh-CN" altLang="en-US" sz="3200" b="1"/>
              <a:t>          </a:t>
            </a:r>
            <a:r>
              <a:rPr lang="en-US" altLang="zh-CN" sz="3200" b="1">
                <a:solidFill>
                  <a:srgbClr val="FF3300"/>
                </a:solidFill>
              </a:rPr>
              <a:t>(0,5,10)</a:t>
            </a:r>
            <a:r>
              <a:rPr lang="en-US" altLang="zh-CN" sz="3200" b="1"/>
              <a:t> </a:t>
            </a:r>
            <a:r>
              <a:rPr lang="zh-CN" altLang="en-US" sz="3200" b="1">
                <a:ea typeface="仿宋_GB2312" pitchFamily="49" charset="-122"/>
              </a:rPr>
              <a:t>选中</a:t>
            </a:r>
            <a:r>
              <a:rPr lang="zh-CN" altLang="en-US" sz="3200" b="1"/>
              <a:t>   </a:t>
            </a:r>
            <a:r>
              <a:rPr lang="en-US" altLang="zh-CN" sz="3200" b="1">
                <a:solidFill>
                  <a:schemeClr val="accent2"/>
                </a:solidFill>
              </a:rPr>
              <a:t>(2,3,12)</a:t>
            </a:r>
            <a:r>
              <a:rPr lang="en-US" altLang="zh-CN" sz="3200" b="1">
                <a:solidFill>
                  <a:srgbClr val="FF3300"/>
                </a:solidFill>
              </a:rPr>
              <a:t> </a:t>
            </a:r>
            <a:r>
              <a:rPr lang="zh-CN" altLang="en-US" sz="3200" b="1">
                <a:ea typeface="仿宋_GB2312" pitchFamily="49" charset="-122"/>
              </a:rPr>
              <a:t>选中</a:t>
            </a:r>
          </a:p>
          <a:p>
            <a:pPr>
              <a:defRPr/>
            </a:pPr>
            <a:r>
              <a:rPr lang="zh-CN" altLang="en-US" sz="3200" b="1"/>
              <a:t> </a:t>
            </a:r>
            <a:r>
              <a:rPr lang="en-US" altLang="zh-CN" sz="3200" b="1">
                <a:solidFill>
                  <a:srgbClr val="FF33CC"/>
                </a:solidFill>
              </a:rPr>
              <a:t>(1,6,14)</a:t>
            </a:r>
            <a:r>
              <a:rPr lang="en-US" altLang="zh-CN" sz="3200" b="1"/>
              <a:t> </a:t>
            </a:r>
            <a:r>
              <a:rPr lang="zh-CN" altLang="en-US" sz="3200" b="1">
                <a:ea typeface="仿宋_GB2312" pitchFamily="49" charset="-122"/>
              </a:rPr>
              <a:t>选中</a:t>
            </a:r>
            <a:r>
              <a:rPr lang="zh-CN" altLang="en-US" sz="3200" b="1"/>
              <a:t>   </a:t>
            </a:r>
            <a:r>
              <a:rPr lang="en-US" altLang="zh-CN" sz="3200" b="1">
                <a:solidFill>
                  <a:srgbClr val="990099"/>
                </a:solidFill>
              </a:rPr>
              <a:t>(1,2,16)</a:t>
            </a:r>
            <a:r>
              <a:rPr lang="en-US" altLang="zh-CN" sz="3200" b="1"/>
              <a:t> </a:t>
            </a:r>
            <a:r>
              <a:rPr lang="zh-CN" altLang="en-US" sz="3200" b="1">
                <a:ea typeface="仿宋_GB2312" pitchFamily="49" charset="-122"/>
              </a:rPr>
              <a:t>选中   </a:t>
            </a:r>
            <a:r>
              <a:rPr lang="en-US" altLang="zh-CN" sz="3200" b="1"/>
              <a:t>(3,6,18) </a:t>
            </a:r>
            <a:r>
              <a:rPr lang="zh-CN" altLang="en-US" sz="3200" b="1">
                <a:ea typeface="仿宋_GB2312" pitchFamily="49" charset="-122"/>
              </a:rPr>
              <a:t>舍弃</a:t>
            </a:r>
          </a:p>
          <a:p>
            <a:pPr>
              <a:defRPr/>
            </a:pPr>
            <a:r>
              <a:rPr lang="zh-CN" altLang="en-US" sz="3200" b="1">
                <a:ea typeface="仿宋_GB2312" pitchFamily="49" charset="-122"/>
              </a:rPr>
              <a:t> </a:t>
            </a:r>
            <a:r>
              <a:rPr lang="en-US" altLang="zh-CN" sz="3200" b="1">
                <a:solidFill>
                  <a:srgbClr val="996633"/>
                </a:solidFill>
              </a:rPr>
              <a:t>(3,4,22)</a:t>
            </a:r>
            <a:r>
              <a:rPr lang="en-US" altLang="zh-CN" sz="3200" b="1"/>
              <a:t> </a:t>
            </a:r>
            <a:r>
              <a:rPr lang="zh-CN" altLang="en-US" sz="3200" b="1">
                <a:ea typeface="仿宋_GB2312" pitchFamily="49" charset="-122"/>
              </a:rPr>
              <a:t>选中   </a:t>
            </a:r>
            <a:r>
              <a:rPr lang="en-US" altLang="zh-CN" sz="3200" b="1"/>
              <a:t>(4,6,24) </a:t>
            </a:r>
            <a:r>
              <a:rPr lang="zh-CN" altLang="en-US" sz="3200" b="1">
                <a:ea typeface="仿宋_GB2312" pitchFamily="49" charset="-122"/>
              </a:rPr>
              <a:t>舍弃   </a:t>
            </a:r>
            <a:r>
              <a:rPr lang="en-US" altLang="zh-CN" sz="3200" b="1">
                <a:solidFill>
                  <a:srgbClr val="FF7C80"/>
                </a:solidFill>
              </a:rPr>
              <a:t>(4,5,25)</a:t>
            </a:r>
            <a:r>
              <a:rPr lang="en-US" altLang="zh-CN"/>
              <a:t>  </a:t>
            </a:r>
            <a:r>
              <a:rPr lang="zh-CN" altLang="en-US" sz="3200" b="1">
                <a:ea typeface="仿宋_GB2312" pitchFamily="49" charset="-122"/>
              </a:rPr>
              <a:t>选中</a:t>
            </a:r>
            <a:endParaRPr lang="zh-CN" altLang="en-US"/>
          </a:p>
        </p:txBody>
      </p:sp>
      <p:sp>
        <p:nvSpPr>
          <p:cNvPr id="75779" name="Text Box 3">
            <a:extLst>
              <a:ext uri="{FF2B5EF4-FFF2-40B4-BE49-F238E27FC236}">
                <a16:creationId xmlns:a16="http://schemas.microsoft.com/office/drawing/2014/main" id="{1FCCE7BC-B997-EEF8-70FE-B54AD43B5E01}"/>
              </a:ext>
            </a:extLst>
          </p:cNvPr>
          <p:cNvSpPr txBox="1">
            <a:spLocks noChangeArrowheads="1"/>
          </p:cNvSpPr>
          <p:nvPr/>
        </p:nvSpPr>
        <p:spPr bwMode="auto">
          <a:xfrm>
            <a:off x="1508125" y="6019800"/>
            <a:ext cx="1412875" cy="588963"/>
          </a:xfrm>
          <a:prstGeom prst="rect">
            <a:avLst/>
          </a:prstGeom>
          <a:gradFill rotWithShape="0">
            <a:gsLst>
              <a:gs pos="0">
                <a:srgbClr val="000076"/>
              </a:gs>
              <a:gs pos="50000">
                <a:srgbClr val="0000FF"/>
              </a:gs>
              <a:gs pos="100000">
                <a:srgbClr val="000076"/>
              </a:gs>
            </a:gsLst>
            <a:lin ang="5400000" scaled="1"/>
          </a:gradFill>
          <a:ln w="9525">
            <a:solidFill>
              <a:srgbClr val="FFFFFF"/>
            </a:solidFill>
            <a:miter lim="800000"/>
            <a:headEnd/>
            <a:tailEnd/>
          </a:ln>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zh-CN" altLang="en-US" sz="3200">
                <a:solidFill>
                  <a:schemeClr val="bg1"/>
                </a:solidFill>
                <a:latin typeface="Times New Roman" panose="02020603050405020304" pitchFamily="18" charset="0"/>
                <a:ea typeface="隶书" panose="02010509060101010101" pitchFamily="49" charset="-122"/>
              </a:rPr>
              <a:t>并查集</a:t>
            </a:r>
            <a:endParaRPr kumimoji="1" lang="zh-CN" altLang="en-US" sz="2400">
              <a:latin typeface="Times New Roman" panose="02020603050405020304" pitchFamily="18" charset="0"/>
              <a:ea typeface="宋体" panose="02010600030101010101" pitchFamily="2" charset="-122"/>
            </a:endParaRPr>
          </a:p>
        </p:txBody>
      </p:sp>
      <p:sp>
        <p:nvSpPr>
          <p:cNvPr id="75780" name="Text Box 4">
            <a:extLst>
              <a:ext uri="{FF2B5EF4-FFF2-40B4-BE49-F238E27FC236}">
                <a16:creationId xmlns:a16="http://schemas.microsoft.com/office/drawing/2014/main" id="{B37FF6A3-7402-1959-1B78-3DFE9EACB8CB}"/>
              </a:ext>
            </a:extLst>
          </p:cNvPr>
          <p:cNvSpPr txBox="1">
            <a:spLocks noChangeArrowheads="1"/>
          </p:cNvSpPr>
          <p:nvPr/>
        </p:nvSpPr>
        <p:spPr bwMode="auto">
          <a:xfrm>
            <a:off x="5165725" y="6019800"/>
            <a:ext cx="2622550" cy="579438"/>
          </a:xfrm>
          <a:prstGeom prst="rect">
            <a:avLst/>
          </a:prstGeom>
          <a:gradFill rotWithShape="0">
            <a:gsLst>
              <a:gs pos="0">
                <a:srgbClr val="000076"/>
              </a:gs>
              <a:gs pos="50000">
                <a:srgbClr val="0000FF"/>
              </a:gs>
              <a:gs pos="100000">
                <a:srgbClr val="00007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zh-CN" altLang="en-US" sz="3200">
                <a:solidFill>
                  <a:schemeClr val="bg1"/>
                </a:solidFill>
                <a:latin typeface="Times New Roman" panose="02020603050405020304" pitchFamily="18" charset="0"/>
                <a:ea typeface="隶书" panose="02010509060101010101" pitchFamily="49" charset="-122"/>
              </a:rPr>
              <a:t>邻接矩阵表示</a:t>
            </a:r>
            <a:endParaRPr kumimoji="1" lang="zh-CN" altLang="en-US" sz="2400">
              <a:latin typeface="Times New Roman" panose="02020603050405020304" pitchFamily="18" charset="0"/>
              <a:ea typeface="宋体" panose="02010600030101010101" pitchFamily="2" charset="-122"/>
            </a:endParaRPr>
          </a:p>
        </p:txBody>
      </p:sp>
      <p:sp>
        <p:nvSpPr>
          <p:cNvPr id="75781" name="Rectangle 5">
            <a:extLst>
              <a:ext uri="{FF2B5EF4-FFF2-40B4-BE49-F238E27FC236}">
                <a16:creationId xmlns:a16="http://schemas.microsoft.com/office/drawing/2014/main" id="{755E5144-E6B7-BF85-EA1A-F47EB9176CA9}"/>
              </a:ext>
            </a:extLst>
          </p:cNvPr>
          <p:cNvSpPr>
            <a:spLocks noChangeArrowheads="1"/>
          </p:cNvSpPr>
          <p:nvPr/>
        </p:nvSpPr>
        <p:spPr bwMode="auto">
          <a:xfrm>
            <a:off x="609600" y="2895600"/>
            <a:ext cx="457200" cy="381000"/>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782" name="Rectangle 6">
            <a:extLst>
              <a:ext uri="{FF2B5EF4-FFF2-40B4-BE49-F238E27FC236}">
                <a16:creationId xmlns:a16="http://schemas.microsoft.com/office/drawing/2014/main" id="{41CFF7AD-1E37-6B19-229F-9D2298C4D56A}"/>
              </a:ext>
            </a:extLst>
          </p:cNvPr>
          <p:cNvSpPr>
            <a:spLocks noChangeArrowheads="1"/>
          </p:cNvSpPr>
          <p:nvPr/>
        </p:nvSpPr>
        <p:spPr bwMode="auto">
          <a:xfrm>
            <a:off x="1143000" y="2895600"/>
            <a:ext cx="457200" cy="381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783" name="Rectangle 7">
            <a:extLst>
              <a:ext uri="{FF2B5EF4-FFF2-40B4-BE49-F238E27FC236}">
                <a16:creationId xmlns:a16="http://schemas.microsoft.com/office/drawing/2014/main" id="{7FAC43D4-3145-4332-487B-04CD339702FD}"/>
              </a:ext>
            </a:extLst>
          </p:cNvPr>
          <p:cNvSpPr>
            <a:spLocks noChangeArrowheads="1"/>
          </p:cNvSpPr>
          <p:nvPr/>
        </p:nvSpPr>
        <p:spPr bwMode="auto">
          <a:xfrm>
            <a:off x="1676400" y="3429000"/>
            <a:ext cx="457200" cy="381000"/>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784" name="Rectangle 8">
            <a:extLst>
              <a:ext uri="{FF2B5EF4-FFF2-40B4-BE49-F238E27FC236}">
                <a16:creationId xmlns:a16="http://schemas.microsoft.com/office/drawing/2014/main" id="{286CA8DB-11ED-765F-D5E0-5B29BB502151}"/>
              </a:ext>
            </a:extLst>
          </p:cNvPr>
          <p:cNvSpPr>
            <a:spLocks noChangeArrowheads="1"/>
          </p:cNvSpPr>
          <p:nvPr/>
        </p:nvSpPr>
        <p:spPr bwMode="auto">
          <a:xfrm>
            <a:off x="2209800" y="3429000"/>
            <a:ext cx="457200" cy="381000"/>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785" name="Rectangle 9">
            <a:extLst>
              <a:ext uri="{FF2B5EF4-FFF2-40B4-BE49-F238E27FC236}">
                <a16:creationId xmlns:a16="http://schemas.microsoft.com/office/drawing/2014/main" id="{7C154DA5-E29A-E255-E713-16E47EAB02A5}"/>
              </a:ext>
            </a:extLst>
          </p:cNvPr>
          <p:cNvSpPr>
            <a:spLocks noChangeArrowheads="1"/>
          </p:cNvSpPr>
          <p:nvPr/>
        </p:nvSpPr>
        <p:spPr bwMode="auto">
          <a:xfrm>
            <a:off x="3276600" y="3429000"/>
            <a:ext cx="457200" cy="381000"/>
          </a:xfrm>
          <a:prstGeom prst="rect">
            <a:avLst/>
          </a:prstGeom>
          <a:noFill/>
          <a:ln w="381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786" name="Rectangle 10">
            <a:extLst>
              <a:ext uri="{FF2B5EF4-FFF2-40B4-BE49-F238E27FC236}">
                <a16:creationId xmlns:a16="http://schemas.microsoft.com/office/drawing/2014/main" id="{087B84E9-F88F-062A-1D3E-F8B5DE349F7B}"/>
              </a:ext>
            </a:extLst>
          </p:cNvPr>
          <p:cNvSpPr>
            <a:spLocks noChangeArrowheads="1"/>
          </p:cNvSpPr>
          <p:nvPr/>
        </p:nvSpPr>
        <p:spPr bwMode="auto">
          <a:xfrm>
            <a:off x="609600" y="3429000"/>
            <a:ext cx="457200" cy="381000"/>
          </a:xfrm>
          <a:prstGeom prst="rect">
            <a:avLst/>
          </a:prstGeom>
          <a:noFill/>
          <a:ln w="381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787" name="Rectangle 11">
            <a:extLst>
              <a:ext uri="{FF2B5EF4-FFF2-40B4-BE49-F238E27FC236}">
                <a16:creationId xmlns:a16="http://schemas.microsoft.com/office/drawing/2014/main" id="{60C2609F-EA4C-B964-ACD8-21C66E84F6C0}"/>
              </a:ext>
            </a:extLst>
          </p:cNvPr>
          <p:cNvSpPr>
            <a:spLocks noChangeArrowheads="1"/>
          </p:cNvSpPr>
          <p:nvPr/>
        </p:nvSpPr>
        <p:spPr bwMode="auto">
          <a:xfrm>
            <a:off x="2209800" y="3962400"/>
            <a:ext cx="457200" cy="381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788" name="Rectangle 12">
            <a:extLst>
              <a:ext uri="{FF2B5EF4-FFF2-40B4-BE49-F238E27FC236}">
                <a16:creationId xmlns:a16="http://schemas.microsoft.com/office/drawing/2014/main" id="{1CE39B0F-A232-8A8F-A841-FC23DCA8F2B6}"/>
              </a:ext>
            </a:extLst>
          </p:cNvPr>
          <p:cNvSpPr>
            <a:spLocks noChangeArrowheads="1"/>
          </p:cNvSpPr>
          <p:nvPr/>
        </p:nvSpPr>
        <p:spPr bwMode="auto">
          <a:xfrm>
            <a:off x="1676400" y="3962400"/>
            <a:ext cx="457200" cy="381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789" name="Rectangle 13">
            <a:extLst>
              <a:ext uri="{FF2B5EF4-FFF2-40B4-BE49-F238E27FC236}">
                <a16:creationId xmlns:a16="http://schemas.microsoft.com/office/drawing/2014/main" id="{E8C45E8D-DE2D-2B36-A57D-BE453784D3F0}"/>
              </a:ext>
            </a:extLst>
          </p:cNvPr>
          <p:cNvSpPr>
            <a:spLocks noChangeArrowheads="1"/>
          </p:cNvSpPr>
          <p:nvPr/>
        </p:nvSpPr>
        <p:spPr bwMode="auto">
          <a:xfrm>
            <a:off x="609600" y="3962400"/>
            <a:ext cx="457200" cy="381000"/>
          </a:xfrm>
          <a:prstGeom prst="rect">
            <a:avLst/>
          </a:prstGeom>
          <a:noFill/>
          <a:ln w="381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790" name="Rectangle 14">
            <a:extLst>
              <a:ext uri="{FF2B5EF4-FFF2-40B4-BE49-F238E27FC236}">
                <a16:creationId xmlns:a16="http://schemas.microsoft.com/office/drawing/2014/main" id="{390C8C98-20DF-492D-14CE-9182F369E6BF}"/>
              </a:ext>
            </a:extLst>
          </p:cNvPr>
          <p:cNvSpPr>
            <a:spLocks noChangeArrowheads="1"/>
          </p:cNvSpPr>
          <p:nvPr/>
        </p:nvSpPr>
        <p:spPr bwMode="auto">
          <a:xfrm>
            <a:off x="3276600" y="3962400"/>
            <a:ext cx="457200" cy="381000"/>
          </a:xfrm>
          <a:prstGeom prst="rect">
            <a:avLst/>
          </a:prstGeom>
          <a:noFill/>
          <a:ln w="381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791" name="Text Box 15">
            <a:extLst>
              <a:ext uri="{FF2B5EF4-FFF2-40B4-BE49-F238E27FC236}">
                <a16:creationId xmlns:a16="http://schemas.microsoft.com/office/drawing/2014/main" id="{319A2771-B188-CC7E-AC39-6FE529DC1679}"/>
              </a:ext>
            </a:extLst>
          </p:cNvPr>
          <p:cNvSpPr txBox="1">
            <a:spLocks noChangeArrowheads="1"/>
          </p:cNvSpPr>
          <p:nvPr/>
        </p:nvSpPr>
        <p:spPr bwMode="auto">
          <a:xfrm>
            <a:off x="609600" y="2819400"/>
            <a:ext cx="4810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dirty="0">
                <a:solidFill>
                  <a:srgbClr val="FF0000"/>
                </a:solidFill>
                <a:latin typeface="Times New Roman" panose="02020603050405020304" pitchFamily="18" charset="0"/>
                <a:ea typeface="宋体" panose="02010600030101010101" pitchFamily="2" charset="-122"/>
              </a:rPr>
              <a:t>-2</a:t>
            </a:r>
            <a:endParaRPr kumimoji="1" lang="en-US" altLang="zh-CN" sz="2400" dirty="0">
              <a:solidFill>
                <a:srgbClr val="FF0000"/>
              </a:solidFill>
              <a:latin typeface="Times New Roman" panose="02020603050405020304" pitchFamily="18" charset="0"/>
              <a:ea typeface="宋体" panose="02010600030101010101" pitchFamily="2" charset="-122"/>
            </a:endParaRPr>
          </a:p>
        </p:txBody>
      </p:sp>
      <p:sp>
        <p:nvSpPr>
          <p:cNvPr id="75794" name="Text Box 18">
            <a:extLst>
              <a:ext uri="{FF2B5EF4-FFF2-40B4-BE49-F238E27FC236}">
                <a16:creationId xmlns:a16="http://schemas.microsoft.com/office/drawing/2014/main" id="{6A9BE5BF-A660-68F0-3FE7-FC78D1AC0E52}"/>
              </a:ext>
            </a:extLst>
          </p:cNvPr>
          <p:cNvSpPr txBox="1">
            <a:spLocks noChangeArrowheads="1"/>
          </p:cNvSpPr>
          <p:nvPr/>
        </p:nvSpPr>
        <p:spPr bwMode="auto">
          <a:xfrm>
            <a:off x="609600" y="3352800"/>
            <a:ext cx="4810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-2</a:t>
            </a:r>
            <a:endParaRPr kumimoji="1" lang="en-US" altLang="zh-CN" sz="2800">
              <a:solidFill>
                <a:schemeClr val="tx2"/>
              </a:solidFill>
              <a:latin typeface="Times New Roman" panose="02020603050405020304" pitchFamily="18" charset="0"/>
              <a:ea typeface="宋体" panose="02010600030101010101" pitchFamily="2" charset="-122"/>
            </a:endParaRPr>
          </a:p>
        </p:txBody>
      </p:sp>
      <p:sp>
        <p:nvSpPr>
          <p:cNvPr id="75795" name="Rectangle 19">
            <a:extLst>
              <a:ext uri="{FF2B5EF4-FFF2-40B4-BE49-F238E27FC236}">
                <a16:creationId xmlns:a16="http://schemas.microsoft.com/office/drawing/2014/main" id="{29A7EE0E-56FB-3A72-8161-C116CC20261D}"/>
              </a:ext>
            </a:extLst>
          </p:cNvPr>
          <p:cNvSpPr>
            <a:spLocks noChangeArrowheads="1"/>
          </p:cNvSpPr>
          <p:nvPr/>
        </p:nvSpPr>
        <p:spPr bwMode="auto">
          <a:xfrm>
            <a:off x="609600" y="2362200"/>
            <a:ext cx="457200" cy="381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796" name="Rectangle 20">
            <a:extLst>
              <a:ext uri="{FF2B5EF4-FFF2-40B4-BE49-F238E27FC236}">
                <a16:creationId xmlns:a16="http://schemas.microsoft.com/office/drawing/2014/main" id="{E0AC2C98-C5D3-0C9E-D916-F5F5F23A56F9}"/>
              </a:ext>
            </a:extLst>
          </p:cNvPr>
          <p:cNvSpPr>
            <a:spLocks noChangeArrowheads="1"/>
          </p:cNvSpPr>
          <p:nvPr/>
        </p:nvSpPr>
        <p:spPr bwMode="auto">
          <a:xfrm>
            <a:off x="1143000" y="2362200"/>
            <a:ext cx="457200" cy="381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797" name="Rectangle 21">
            <a:extLst>
              <a:ext uri="{FF2B5EF4-FFF2-40B4-BE49-F238E27FC236}">
                <a16:creationId xmlns:a16="http://schemas.microsoft.com/office/drawing/2014/main" id="{D383527B-6C8D-CA06-3BD1-B52721CEEBFE}"/>
              </a:ext>
            </a:extLst>
          </p:cNvPr>
          <p:cNvSpPr>
            <a:spLocks noChangeArrowheads="1"/>
          </p:cNvSpPr>
          <p:nvPr/>
        </p:nvSpPr>
        <p:spPr bwMode="auto">
          <a:xfrm>
            <a:off x="1676400" y="2362200"/>
            <a:ext cx="457200" cy="381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798" name="Rectangle 22">
            <a:extLst>
              <a:ext uri="{FF2B5EF4-FFF2-40B4-BE49-F238E27FC236}">
                <a16:creationId xmlns:a16="http://schemas.microsoft.com/office/drawing/2014/main" id="{6D974128-B057-CB22-C352-B026D2B74F66}"/>
              </a:ext>
            </a:extLst>
          </p:cNvPr>
          <p:cNvSpPr>
            <a:spLocks noChangeArrowheads="1"/>
          </p:cNvSpPr>
          <p:nvPr/>
        </p:nvSpPr>
        <p:spPr bwMode="auto">
          <a:xfrm>
            <a:off x="2209800" y="2362200"/>
            <a:ext cx="457200" cy="381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799" name="Rectangle 23">
            <a:extLst>
              <a:ext uri="{FF2B5EF4-FFF2-40B4-BE49-F238E27FC236}">
                <a16:creationId xmlns:a16="http://schemas.microsoft.com/office/drawing/2014/main" id="{36D5AD3A-91AE-819C-CDE9-CB24208BB799}"/>
              </a:ext>
            </a:extLst>
          </p:cNvPr>
          <p:cNvSpPr>
            <a:spLocks noChangeArrowheads="1"/>
          </p:cNvSpPr>
          <p:nvPr/>
        </p:nvSpPr>
        <p:spPr bwMode="auto">
          <a:xfrm>
            <a:off x="2743200" y="2362200"/>
            <a:ext cx="457200" cy="381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800" name="Rectangle 24">
            <a:extLst>
              <a:ext uri="{FF2B5EF4-FFF2-40B4-BE49-F238E27FC236}">
                <a16:creationId xmlns:a16="http://schemas.microsoft.com/office/drawing/2014/main" id="{0381E52C-25DC-A11C-23C5-47A7732E9570}"/>
              </a:ext>
            </a:extLst>
          </p:cNvPr>
          <p:cNvSpPr>
            <a:spLocks noChangeArrowheads="1"/>
          </p:cNvSpPr>
          <p:nvPr/>
        </p:nvSpPr>
        <p:spPr bwMode="auto">
          <a:xfrm>
            <a:off x="3276600" y="2362200"/>
            <a:ext cx="457200" cy="381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801" name="Rectangle 25">
            <a:extLst>
              <a:ext uri="{FF2B5EF4-FFF2-40B4-BE49-F238E27FC236}">
                <a16:creationId xmlns:a16="http://schemas.microsoft.com/office/drawing/2014/main" id="{0C648DE3-8583-D6F9-2F2D-B0DCF31FBD54}"/>
              </a:ext>
            </a:extLst>
          </p:cNvPr>
          <p:cNvSpPr>
            <a:spLocks noChangeArrowheads="1"/>
          </p:cNvSpPr>
          <p:nvPr/>
        </p:nvSpPr>
        <p:spPr bwMode="auto">
          <a:xfrm>
            <a:off x="3810000" y="2362200"/>
            <a:ext cx="457200" cy="381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802" name="Text Box 26">
            <a:extLst>
              <a:ext uri="{FF2B5EF4-FFF2-40B4-BE49-F238E27FC236}">
                <a16:creationId xmlns:a16="http://schemas.microsoft.com/office/drawing/2014/main" id="{1945F045-F247-12FF-1F68-8619A74BAF65}"/>
              </a:ext>
            </a:extLst>
          </p:cNvPr>
          <p:cNvSpPr txBox="1">
            <a:spLocks noChangeArrowheads="1"/>
          </p:cNvSpPr>
          <p:nvPr/>
        </p:nvSpPr>
        <p:spPr bwMode="auto">
          <a:xfrm>
            <a:off x="603250" y="2286000"/>
            <a:ext cx="481013" cy="5191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dirty="0">
                <a:latin typeface="Times New Roman" panose="02020603050405020304" pitchFamily="18" charset="0"/>
                <a:ea typeface="仿宋_GB2312" pitchFamily="49" charset="-122"/>
              </a:rPr>
              <a:t>-</a:t>
            </a:r>
            <a:r>
              <a:rPr kumimoji="1" lang="en-US" altLang="zh-CN" sz="2800" b="1" dirty="0">
                <a:latin typeface="Times New Roman" panose="02020603050405020304" pitchFamily="18" charset="0"/>
                <a:ea typeface="宋体" panose="02010600030101010101" pitchFamily="2" charset="-122"/>
              </a:rPr>
              <a:t>1</a:t>
            </a:r>
            <a:endParaRPr kumimoji="1" lang="en-US" altLang="zh-CN" sz="2400" dirty="0">
              <a:latin typeface="Times New Roman" panose="02020603050405020304" pitchFamily="18" charset="0"/>
              <a:ea typeface="宋体" panose="02010600030101010101" pitchFamily="2" charset="-122"/>
            </a:endParaRPr>
          </a:p>
        </p:txBody>
      </p:sp>
      <p:sp>
        <p:nvSpPr>
          <p:cNvPr id="75803" name="Text Box 27">
            <a:extLst>
              <a:ext uri="{FF2B5EF4-FFF2-40B4-BE49-F238E27FC236}">
                <a16:creationId xmlns:a16="http://schemas.microsoft.com/office/drawing/2014/main" id="{CF85D235-3133-E453-0D11-20B544C66E41}"/>
              </a:ext>
            </a:extLst>
          </p:cNvPr>
          <p:cNvSpPr txBox="1">
            <a:spLocks noChangeArrowheads="1"/>
          </p:cNvSpPr>
          <p:nvPr/>
        </p:nvSpPr>
        <p:spPr bwMode="auto">
          <a:xfrm>
            <a:off x="1143000" y="2286000"/>
            <a:ext cx="481013" cy="5191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dirty="0">
                <a:latin typeface="Times New Roman" panose="02020603050405020304" pitchFamily="18" charset="0"/>
                <a:ea typeface="仿宋_GB2312" pitchFamily="49" charset="-122"/>
              </a:rPr>
              <a:t>-</a:t>
            </a:r>
            <a:r>
              <a:rPr kumimoji="1" lang="en-US" altLang="zh-CN" sz="2800" b="1" dirty="0">
                <a:latin typeface="Times New Roman" panose="02020603050405020304" pitchFamily="18" charset="0"/>
                <a:ea typeface="宋体" panose="02010600030101010101" pitchFamily="2" charset="-122"/>
              </a:rPr>
              <a:t>1</a:t>
            </a:r>
            <a:endParaRPr kumimoji="1" lang="en-US" altLang="zh-CN" sz="2400" dirty="0">
              <a:latin typeface="Times New Roman" panose="02020603050405020304" pitchFamily="18" charset="0"/>
              <a:ea typeface="宋体" panose="02010600030101010101" pitchFamily="2" charset="-122"/>
            </a:endParaRPr>
          </a:p>
        </p:txBody>
      </p:sp>
      <p:sp>
        <p:nvSpPr>
          <p:cNvPr id="75804" name="Text Box 28">
            <a:extLst>
              <a:ext uri="{FF2B5EF4-FFF2-40B4-BE49-F238E27FC236}">
                <a16:creationId xmlns:a16="http://schemas.microsoft.com/office/drawing/2014/main" id="{82A8F3BF-E4BA-956F-9EC5-01017EC59751}"/>
              </a:ext>
            </a:extLst>
          </p:cNvPr>
          <p:cNvSpPr txBox="1">
            <a:spLocks noChangeArrowheads="1"/>
          </p:cNvSpPr>
          <p:nvPr/>
        </p:nvSpPr>
        <p:spPr bwMode="auto">
          <a:xfrm>
            <a:off x="1652588" y="2286000"/>
            <a:ext cx="481012" cy="5191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dirty="0">
                <a:latin typeface="Times New Roman" panose="02020603050405020304" pitchFamily="18" charset="0"/>
                <a:ea typeface="仿宋_GB2312" pitchFamily="49" charset="-122"/>
              </a:rPr>
              <a:t>-</a:t>
            </a:r>
            <a:r>
              <a:rPr kumimoji="1" lang="en-US" altLang="zh-CN" sz="2800" b="1" dirty="0">
                <a:latin typeface="Times New Roman" panose="02020603050405020304" pitchFamily="18" charset="0"/>
                <a:ea typeface="宋体" panose="02010600030101010101" pitchFamily="2" charset="-122"/>
              </a:rPr>
              <a:t>1</a:t>
            </a:r>
            <a:endParaRPr kumimoji="1" lang="en-US" altLang="zh-CN" sz="2400" dirty="0">
              <a:latin typeface="Times New Roman" panose="02020603050405020304" pitchFamily="18" charset="0"/>
              <a:ea typeface="宋体" panose="02010600030101010101" pitchFamily="2" charset="-122"/>
            </a:endParaRPr>
          </a:p>
        </p:txBody>
      </p:sp>
      <p:sp>
        <p:nvSpPr>
          <p:cNvPr id="75805" name="Text Box 29">
            <a:extLst>
              <a:ext uri="{FF2B5EF4-FFF2-40B4-BE49-F238E27FC236}">
                <a16:creationId xmlns:a16="http://schemas.microsoft.com/office/drawing/2014/main" id="{04C2A946-1272-E375-FFDD-F3834499878C}"/>
              </a:ext>
            </a:extLst>
          </p:cNvPr>
          <p:cNvSpPr txBox="1">
            <a:spLocks noChangeArrowheads="1"/>
          </p:cNvSpPr>
          <p:nvPr/>
        </p:nvSpPr>
        <p:spPr bwMode="auto">
          <a:xfrm>
            <a:off x="2185988" y="2286000"/>
            <a:ext cx="481012" cy="5191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latin typeface="Times New Roman" panose="02020603050405020304" pitchFamily="18" charset="0"/>
                <a:ea typeface="仿宋_GB2312" pitchFamily="49" charset="-122"/>
              </a:rPr>
              <a:t>-</a:t>
            </a:r>
            <a:r>
              <a:rPr kumimoji="1" lang="en-US" altLang="zh-CN" sz="2800" b="1">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75806" name="Text Box 30">
            <a:extLst>
              <a:ext uri="{FF2B5EF4-FFF2-40B4-BE49-F238E27FC236}">
                <a16:creationId xmlns:a16="http://schemas.microsoft.com/office/drawing/2014/main" id="{94DF4CAE-9955-7F96-D315-B1DE45F5C624}"/>
              </a:ext>
            </a:extLst>
          </p:cNvPr>
          <p:cNvSpPr txBox="1">
            <a:spLocks noChangeArrowheads="1"/>
          </p:cNvSpPr>
          <p:nvPr/>
        </p:nvSpPr>
        <p:spPr bwMode="auto">
          <a:xfrm>
            <a:off x="2743200" y="2300288"/>
            <a:ext cx="481013"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latin typeface="Times New Roman" panose="02020603050405020304" pitchFamily="18" charset="0"/>
                <a:ea typeface="仿宋_GB2312" pitchFamily="49" charset="-122"/>
              </a:rPr>
              <a:t>-</a:t>
            </a:r>
            <a:r>
              <a:rPr kumimoji="1" lang="en-US" altLang="zh-CN" sz="2800" b="1">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75807" name="Text Box 31">
            <a:extLst>
              <a:ext uri="{FF2B5EF4-FFF2-40B4-BE49-F238E27FC236}">
                <a16:creationId xmlns:a16="http://schemas.microsoft.com/office/drawing/2014/main" id="{4FFFF3E2-6511-401A-E178-816B92A91A15}"/>
              </a:ext>
            </a:extLst>
          </p:cNvPr>
          <p:cNvSpPr txBox="1">
            <a:spLocks noChangeArrowheads="1"/>
          </p:cNvSpPr>
          <p:nvPr/>
        </p:nvSpPr>
        <p:spPr bwMode="auto">
          <a:xfrm>
            <a:off x="3252788" y="2286000"/>
            <a:ext cx="481012" cy="5191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latin typeface="Times New Roman" panose="02020603050405020304" pitchFamily="18" charset="0"/>
                <a:ea typeface="仿宋_GB2312" pitchFamily="49" charset="-122"/>
              </a:rPr>
              <a:t>-</a:t>
            </a:r>
            <a:r>
              <a:rPr kumimoji="1" lang="en-US" altLang="zh-CN" sz="2800" b="1">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75808" name="Text Box 32">
            <a:extLst>
              <a:ext uri="{FF2B5EF4-FFF2-40B4-BE49-F238E27FC236}">
                <a16:creationId xmlns:a16="http://schemas.microsoft.com/office/drawing/2014/main" id="{EBADB28B-516F-5C03-A59B-6F9C31291F08}"/>
              </a:ext>
            </a:extLst>
          </p:cNvPr>
          <p:cNvSpPr txBox="1">
            <a:spLocks noChangeArrowheads="1"/>
          </p:cNvSpPr>
          <p:nvPr/>
        </p:nvSpPr>
        <p:spPr bwMode="auto">
          <a:xfrm>
            <a:off x="3810000" y="2286000"/>
            <a:ext cx="481013" cy="5191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latin typeface="Times New Roman" panose="02020603050405020304" pitchFamily="18" charset="0"/>
                <a:ea typeface="仿宋_GB2312" pitchFamily="49" charset="-122"/>
              </a:rPr>
              <a:t>-</a:t>
            </a:r>
            <a:r>
              <a:rPr kumimoji="1" lang="en-US" altLang="zh-CN" sz="2800" b="1">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75809" name="Rectangle 33">
            <a:extLst>
              <a:ext uri="{FF2B5EF4-FFF2-40B4-BE49-F238E27FC236}">
                <a16:creationId xmlns:a16="http://schemas.microsoft.com/office/drawing/2014/main" id="{8D626F98-EABD-8271-BDF3-ED80E02010D8}"/>
              </a:ext>
            </a:extLst>
          </p:cNvPr>
          <p:cNvSpPr>
            <a:spLocks noChangeArrowheads="1"/>
          </p:cNvSpPr>
          <p:nvPr/>
        </p:nvSpPr>
        <p:spPr bwMode="auto">
          <a:xfrm>
            <a:off x="1676400" y="2895600"/>
            <a:ext cx="457200" cy="381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810" name="Rectangle 34">
            <a:extLst>
              <a:ext uri="{FF2B5EF4-FFF2-40B4-BE49-F238E27FC236}">
                <a16:creationId xmlns:a16="http://schemas.microsoft.com/office/drawing/2014/main" id="{9C667CDD-6A5E-DA14-405B-F3B2FFCDE0C9}"/>
              </a:ext>
            </a:extLst>
          </p:cNvPr>
          <p:cNvSpPr>
            <a:spLocks noChangeArrowheads="1"/>
          </p:cNvSpPr>
          <p:nvPr/>
        </p:nvSpPr>
        <p:spPr bwMode="auto">
          <a:xfrm>
            <a:off x="2209800" y="2895600"/>
            <a:ext cx="457200" cy="381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814" name="Rectangle 38">
            <a:extLst>
              <a:ext uri="{FF2B5EF4-FFF2-40B4-BE49-F238E27FC236}">
                <a16:creationId xmlns:a16="http://schemas.microsoft.com/office/drawing/2014/main" id="{B43E4D15-BE9B-01EA-9A42-3E0C00AEA54C}"/>
              </a:ext>
            </a:extLst>
          </p:cNvPr>
          <p:cNvSpPr>
            <a:spLocks noChangeArrowheads="1"/>
          </p:cNvSpPr>
          <p:nvPr/>
        </p:nvSpPr>
        <p:spPr bwMode="auto">
          <a:xfrm>
            <a:off x="2743200" y="2895600"/>
            <a:ext cx="457200" cy="381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815" name="Rectangle 39">
            <a:extLst>
              <a:ext uri="{FF2B5EF4-FFF2-40B4-BE49-F238E27FC236}">
                <a16:creationId xmlns:a16="http://schemas.microsoft.com/office/drawing/2014/main" id="{EA31C226-6DAB-2325-CCAA-C815F56501B8}"/>
              </a:ext>
            </a:extLst>
          </p:cNvPr>
          <p:cNvSpPr>
            <a:spLocks noChangeArrowheads="1"/>
          </p:cNvSpPr>
          <p:nvPr/>
        </p:nvSpPr>
        <p:spPr bwMode="auto">
          <a:xfrm>
            <a:off x="3276600" y="2895600"/>
            <a:ext cx="457200" cy="381000"/>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solidFill>
                <a:srgbClr val="FF0000"/>
              </a:solidFill>
              <a:latin typeface="Times New Roman" panose="02020603050405020304" pitchFamily="18" charset="0"/>
              <a:ea typeface="宋体" panose="02010600030101010101" pitchFamily="2" charset="-122"/>
            </a:endParaRPr>
          </a:p>
        </p:txBody>
      </p:sp>
      <p:sp>
        <p:nvSpPr>
          <p:cNvPr id="75816" name="Rectangle 40">
            <a:extLst>
              <a:ext uri="{FF2B5EF4-FFF2-40B4-BE49-F238E27FC236}">
                <a16:creationId xmlns:a16="http://schemas.microsoft.com/office/drawing/2014/main" id="{3F95529D-65FA-EFEB-5112-4506727693F9}"/>
              </a:ext>
            </a:extLst>
          </p:cNvPr>
          <p:cNvSpPr>
            <a:spLocks noChangeArrowheads="1"/>
          </p:cNvSpPr>
          <p:nvPr/>
        </p:nvSpPr>
        <p:spPr bwMode="auto">
          <a:xfrm>
            <a:off x="3810000" y="2895600"/>
            <a:ext cx="457200" cy="381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819" name="Text Box 43">
            <a:extLst>
              <a:ext uri="{FF2B5EF4-FFF2-40B4-BE49-F238E27FC236}">
                <a16:creationId xmlns:a16="http://schemas.microsoft.com/office/drawing/2014/main" id="{8C1C7CF6-266D-2E9A-848C-9AABEC5A4AE0}"/>
              </a:ext>
            </a:extLst>
          </p:cNvPr>
          <p:cNvSpPr txBox="1">
            <a:spLocks noChangeArrowheads="1"/>
          </p:cNvSpPr>
          <p:nvPr/>
        </p:nvSpPr>
        <p:spPr bwMode="auto">
          <a:xfrm>
            <a:off x="3295650" y="28194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dirty="0">
                <a:solidFill>
                  <a:srgbClr val="FF0000"/>
                </a:solidFill>
                <a:latin typeface="Times New Roman" panose="02020603050405020304" pitchFamily="18" charset="0"/>
                <a:ea typeface="宋体" panose="02010600030101010101" pitchFamily="2" charset="-122"/>
              </a:rPr>
              <a:t>0</a:t>
            </a:r>
            <a:endParaRPr kumimoji="1" lang="en-US" altLang="zh-CN" sz="2400" dirty="0">
              <a:solidFill>
                <a:srgbClr val="FF0000"/>
              </a:solidFill>
              <a:latin typeface="Times New Roman" panose="02020603050405020304" pitchFamily="18" charset="0"/>
              <a:ea typeface="宋体" panose="02010600030101010101" pitchFamily="2" charset="-122"/>
            </a:endParaRPr>
          </a:p>
        </p:txBody>
      </p:sp>
      <p:sp>
        <p:nvSpPr>
          <p:cNvPr id="75820" name="Rectangle 44">
            <a:extLst>
              <a:ext uri="{FF2B5EF4-FFF2-40B4-BE49-F238E27FC236}">
                <a16:creationId xmlns:a16="http://schemas.microsoft.com/office/drawing/2014/main" id="{FB7C5BF2-640F-C554-0D23-18A362F035DC}"/>
              </a:ext>
            </a:extLst>
          </p:cNvPr>
          <p:cNvSpPr>
            <a:spLocks noChangeArrowheads="1"/>
          </p:cNvSpPr>
          <p:nvPr/>
        </p:nvSpPr>
        <p:spPr bwMode="auto">
          <a:xfrm>
            <a:off x="1143000" y="3429000"/>
            <a:ext cx="457200" cy="381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821" name="Text Box 45">
            <a:extLst>
              <a:ext uri="{FF2B5EF4-FFF2-40B4-BE49-F238E27FC236}">
                <a16:creationId xmlns:a16="http://schemas.microsoft.com/office/drawing/2014/main" id="{2997B22D-12E8-87E7-0A11-27C93E2FED57}"/>
              </a:ext>
            </a:extLst>
          </p:cNvPr>
          <p:cNvSpPr txBox="1">
            <a:spLocks noChangeArrowheads="1"/>
          </p:cNvSpPr>
          <p:nvPr/>
        </p:nvSpPr>
        <p:spPr bwMode="auto">
          <a:xfrm>
            <a:off x="2286000" y="33528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dirty="0">
                <a:solidFill>
                  <a:srgbClr val="FF0000"/>
                </a:solidFill>
                <a:latin typeface="Times New Roman" panose="02020603050405020304" pitchFamily="18" charset="0"/>
                <a:ea typeface="宋体" panose="02010600030101010101" pitchFamily="2" charset="-122"/>
              </a:rPr>
              <a:t>2</a:t>
            </a:r>
            <a:endParaRPr kumimoji="1" lang="en-US" altLang="zh-CN" sz="2400" dirty="0">
              <a:solidFill>
                <a:srgbClr val="FF0000"/>
              </a:solidFill>
              <a:latin typeface="Times New Roman" panose="02020603050405020304" pitchFamily="18" charset="0"/>
              <a:ea typeface="宋体" panose="02010600030101010101" pitchFamily="2" charset="-122"/>
            </a:endParaRPr>
          </a:p>
        </p:txBody>
      </p:sp>
      <p:sp>
        <p:nvSpPr>
          <p:cNvPr id="75823" name="Rectangle 47">
            <a:extLst>
              <a:ext uri="{FF2B5EF4-FFF2-40B4-BE49-F238E27FC236}">
                <a16:creationId xmlns:a16="http://schemas.microsoft.com/office/drawing/2014/main" id="{98D27CB9-6566-945C-5EE8-BCF0C983C0C5}"/>
              </a:ext>
            </a:extLst>
          </p:cNvPr>
          <p:cNvSpPr>
            <a:spLocks noChangeArrowheads="1"/>
          </p:cNvSpPr>
          <p:nvPr/>
        </p:nvSpPr>
        <p:spPr bwMode="auto">
          <a:xfrm>
            <a:off x="2743200" y="3429000"/>
            <a:ext cx="457200" cy="381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825" name="Rectangle 49">
            <a:extLst>
              <a:ext uri="{FF2B5EF4-FFF2-40B4-BE49-F238E27FC236}">
                <a16:creationId xmlns:a16="http://schemas.microsoft.com/office/drawing/2014/main" id="{5F1057C0-245A-1EC8-5391-25D2F0F04F5A}"/>
              </a:ext>
            </a:extLst>
          </p:cNvPr>
          <p:cNvSpPr>
            <a:spLocks noChangeArrowheads="1"/>
          </p:cNvSpPr>
          <p:nvPr/>
        </p:nvSpPr>
        <p:spPr bwMode="auto">
          <a:xfrm>
            <a:off x="3810000" y="3429000"/>
            <a:ext cx="457200" cy="381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827" name="Text Box 51">
            <a:extLst>
              <a:ext uri="{FF2B5EF4-FFF2-40B4-BE49-F238E27FC236}">
                <a16:creationId xmlns:a16="http://schemas.microsoft.com/office/drawing/2014/main" id="{4DE158DD-74C3-870E-A583-1C02E448BBD5}"/>
              </a:ext>
            </a:extLst>
          </p:cNvPr>
          <p:cNvSpPr txBox="1">
            <a:spLocks noChangeArrowheads="1"/>
          </p:cNvSpPr>
          <p:nvPr/>
        </p:nvSpPr>
        <p:spPr bwMode="auto">
          <a:xfrm>
            <a:off x="3295650" y="33528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dirty="0">
                <a:solidFill>
                  <a:schemeClr val="tx2"/>
                </a:solidFill>
                <a:latin typeface="Times New Roman" panose="02020603050405020304" pitchFamily="18" charset="0"/>
                <a:ea typeface="宋体" panose="02010600030101010101" pitchFamily="2" charset="-122"/>
              </a:rPr>
              <a:t>0</a:t>
            </a:r>
            <a:endParaRPr kumimoji="1" lang="en-US" altLang="zh-CN" sz="2400" dirty="0">
              <a:solidFill>
                <a:schemeClr val="tx2"/>
              </a:solidFill>
              <a:latin typeface="Times New Roman" panose="02020603050405020304" pitchFamily="18" charset="0"/>
              <a:ea typeface="宋体" panose="02010600030101010101" pitchFamily="2" charset="-122"/>
            </a:endParaRPr>
          </a:p>
        </p:txBody>
      </p:sp>
      <p:sp>
        <p:nvSpPr>
          <p:cNvPr id="75828" name="Rectangle 52">
            <a:extLst>
              <a:ext uri="{FF2B5EF4-FFF2-40B4-BE49-F238E27FC236}">
                <a16:creationId xmlns:a16="http://schemas.microsoft.com/office/drawing/2014/main" id="{D9B1A7EE-EEF6-38B7-21C4-66CCD81D14CE}"/>
              </a:ext>
            </a:extLst>
          </p:cNvPr>
          <p:cNvSpPr>
            <a:spLocks noChangeArrowheads="1"/>
          </p:cNvSpPr>
          <p:nvPr/>
        </p:nvSpPr>
        <p:spPr bwMode="auto">
          <a:xfrm>
            <a:off x="1143000" y="3962400"/>
            <a:ext cx="457200" cy="381000"/>
          </a:xfrm>
          <a:prstGeom prst="rect">
            <a:avLst/>
          </a:prstGeom>
          <a:noFill/>
          <a:ln w="38100">
            <a:solidFill>
              <a:srgbClr val="FF33CC"/>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829" name="Text Box 53">
            <a:extLst>
              <a:ext uri="{FF2B5EF4-FFF2-40B4-BE49-F238E27FC236}">
                <a16:creationId xmlns:a16="http://schemas.microsoft.com/office/drawing/2014/main" id="{2ACF5942-1C6D-3D0B-9AB2-C836E2423F25}"/>
              </a:ext>
            </a:extLst>
          </p:cNvPr>
          <p:cNvSpPr txBox="1">
            <a:spLocks noChangeArrowheads="1"/>
          </p:cNvSpPr>
          <p:nvPr/>
        </p:nvSpPr>
        <p:spPr bwMode="auto">
          <a:xfrm>
            <a:off x="609600" y="3900488"/>
            <a:ext cx="4810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-2</a:t>
            </a:r>
            <a:endParaRPr kumimoji="1" lang="en-US" altLang="zh-CN" sz="2800">
              <a:solidFill>
                <a:schemeClr val="tx2"/>
              </a:solidFill>
              <a:latin typeface="Times New Roman" panose="02020603050405020304" pitchFamily="18" charset="0"/>
              <a:ea typeface="宋体" panose="02010600030101010101" pitchFamily="2" charset="-122"/>
            </a:endParaRPr>
          </a:p>
        </p:txBody>
      </p:sp>
      <p:sp>
        <p:nvSpPr>
          <p:cNvPr id="75830" name="Text Box 54">
            <a:extLst>
              <a:ext uri="{FF2B5EF4-FFF2-40B4-BE49-F238E27FC236}">
                <a16:creationId xmlns:a16="http://schemas.microsoft.com/office/drawing/2014/main" id="{D7CEBA1E-AB8D-A3E5-8A71-181CE4E1ADF0}"/>
              </a:ext>
            </a:extLst>
          </p:cNvPr>
          <p:cNvSpPr txBox="1">
            <a:spLocks noChangeArrowheads="1"/>
          </p:cNvSpPr>
          <p:nvPr/>
        </p:nvSpPr>
        <p:spPr bwMode="auto">
          <a:xfrm>
            <a:off x="2286000" y="39004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dirty="0">
                <a:latin typeface="Times New Roman" panose="02020603050405020304" pitchFamily="18" charset="0"/>
                <a:ea typeface="宋体" panose="02010600030101010101" pitchFamily="2" charset="-122"/>
              </a:rPr>
              <a:t>2</a:t>
            </a:r>
            <a:endParaRPr kumimoji="1" lang="en-US" altLang="zh-CN" sz="2400" dirty="0">
              <a:latin typeface="Times New Roman" panose="02020603050405020304" pitchFamily="18" charset="0"/>
              <a:ea typeface="宋体" panose="02010600030101010101" pitchFamily="2" charset="-122"/>
            </a:endParaRPr>
          </a:p>
        </p:txBody>
      </p:sp>
      <p:sp>
        <p:nvSpPr>
          <p:cNvPr id="75831" name="Rectangle 55">
            <a:extLst>
              <a:ext uri="{FF2B5EF4-FFF2-40B4-BE49-F238E27FC236}">
                <a16:creationId xmlns:a16="http://schemas.microsoft.com/office/drawing/2014/main" id="{27BE6E08-290A-2633-CBD5-C019D6F57488}"/>
              </a:ext>
            </a:extLst>
          </p:cNvPr>
          <p:cNvSpPr>
            <a:spLocks noChangeArrowheads="1"/>
          </p:cNvSpPr>
          <p:nvPr/>
        </p:nvSpPr>
        <p:spPr bwMode="auto">
          <a:xfrm>
            <a:off x="2743200" y="3962400"/>
            <a:ext cx="457200" cy="381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832" name="Rectangle 56">
            <a:extLst>
              <a:ext uri="{FF2B5EF4-FFF2-40B4-BE49-F238E27FC236}">
                <a16:creationId xmlns:a16="http://schemas.microsoft.com/office/drawing/2014/main" id="{8B9B4061-96EB-045C-4C27-75A7624D2AC3}"/>
              </a:ext>
            </a:extLst>
          </p:cNvPr>
          <p:cNvSpPr>
            <a:spLocks noChangeArrowheads="1"/>
          </p:cNvSpPr>
          <p:nvPr/>
        </p:nvSpPr>
        <p:spPr bwMode="auto">
          <a:xfrm>
            <a:off x="3810000" y="3962400"/>
            <a:ext cx="457200" cy="381000"/>
          </a:xfrm>
          <a:prstGeom prst="rect">
            <a:avLst/>
          </a:prstGeom>
          <a:noFill/>
          <a:ln w="38100">
            <a:solidFill>
              <a:srgbClr val="FF33CC"/>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833" name="Rectangle 57">
            <a:extLst>
              <a:ext uri="{FF2B5EF4-FFF2-40B4-BE49-F238E27FC236}">
                <a16:creationId xmlns:a16="http://schemas.microsoft.com/office/drawing/2014/main" id="{AFFA0A52-DE08-2C68-0CBE-EB3C34566FE0}"/>
              </a:ext>
            </a:extLst>
          </p:cNvPr>
          <p:cNvSpPr>
            <a:spLocks noChangeArrowheads="1"/>
          </p:cNvSpPr>
          <p:nvPr/>
        </p:nvSpPr>
        <p:spPr bwMode="auto">
          <a:xfrm>
            <a:off x="3276600" y="4495800"/>
            <a:ext cx="457200" cy="381000"/>
          </a:xfrm>
          <a:prstGeom prst="rect">
            <a:avLst/>
          </a:prstGeom>
          <a:noFill/>
          <a:ln w="381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834" name="Text Box 58">
            <a:extLst>
              <a:ext uri="{FF2B5EF4-FFF2-40B4-BE49-F238E27FC236}">
                <a16:creationId xmlns:a16="http://schemas.microsoft.com/office/drawing/2014/main" id="{A3E78D6F-11B0-3997-0CDC-67A77C35E665}"/>
              </a:ext>
            </a:extLst>
          </p:cNvPr>
          <p:cNvSpPr txBox="1">
            <a:spLocks noChangeArrowheads="1"/>
          </p:cNvSpPr>
          <p:nvPr/>
        </p:nvSpPr>
        <p:spPr bwMode="auto">
          <a:xfrm>
            <a:off x="3295650" y="39004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dirty="0">
                <a:solidFill>
                  <a:schemeClr val="tx2"/>
                </a:solidFill>
                <a:latin typeface="Times New Roman" panose="02020603050405020304" pitchFamily="18" charset="0"/>
                <a:ea typeface="宋体" panose="02010600030101010101" pitchFamily="2" charset="-122"/>
              </a:rPr>
              <a:t>0</a:t>
            </a:r>
            <a:endParaRPr kumimoji="1" lang="en-US" altLang="zh-CN" sz="2400" dirty="0">
              <a:solidFill>
                <a:schemeClr val="tx2"/>
              </a:solidFill>
              <a:latin typeface="Times New Roman" panose="02020603050405020304" pitchFamily="18" charset="0"/>
              <a:ea typeface="宋体" panose="02010600030101010101" pitchFamily="2" charset="-122"/>
            </a:endParaRPr>
          </a:p>
        </p:txBody>
      </p:sp>
      <p:sp>
        <p:nvSpPr>
          <p:cNvPr id="75835" name="Text Box 59">
            <a:extLst>
              <a:ext uri="{FF2B5EF4-FFF2-40B4-BE49-F238E27FC236}">
                <a16:creationId xmlns:a16="http://schemas.microsoft.com/office/drawing/2014/main" id="{F15121DB-A8F4-279C-B354-F7E93934F60F}"/>
              </a:ext>
            </a:extLst>
          </p:cNvPr>
          <p:cNvSpPr txBox="1">
            <a:spLocks noChangeArrowheads="1"/>
          </p:cNvSpPr>
          <p:nvPr/>
        </p:nvSpPr>
        <p:spPr bwMode="auto">
          <a:xfrm>
            <a:off x="3295650" y="4433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dirty="0">
                <a:solidFill>
                  <a:schemeClr val="tx2"/>
                </a:solidFill>
                <a:latin typeface="Times New Roman" panose="02020603050405020304" pitchFamily="18" charset="0"/>
                <a:ea typeface="宋体" panose="02010600030101010101" pitchFamily="2" charset="-122"/>
              </a:rPr>
              <a:t>0</a:t>
            </a:r>
            <a:endParaRPr kumimoji="1" lang="en-US" altLang="zh-CN" sz="2400" dirty="0">
              <a:solidFill>
                <a:schemeClr val="tx2"/>
              </a:solidFill>
              <a:latin typeface="Times New Roman" panose="02020603050405020304" pitchFamily="18" charset="0"/>
              <a:ea typeface="宋体" panose="02010600030101010101" pitchFamily="2" charset="-122"/>
            </a:endParaRPr>
          </a:p>
        </p:txBody>
      </p:sp>
      <p:sp>
        <p:nvSpPr>
          <p:cNvPr id="75836" name="Rectangle 60">
            <a:extLst>
              <a:ext uri="{FF2B5EF4-FFF2-40B4-BE49-F238E27FC236}">
                <a16:creationId xmlns:a16="http://schemas.microsoft.com/office/drawing/2014/main" id="{268B54ED-CF03-7980-1DA6-91976705ED5C}"/>
              </a:ext>
            </a:extLst>
          </p:cNvPr>
          <p:cNvSpPr>
            <a:spLocks noChangeArrowheads="1"/>
          </p:cNvSpPr>
          <p:nvPr/>
        </p:nvSpPr>
        <p:spPr bwMode="auto">
          <a:xfrm>
            <a:off x="3276600" y="5029200"/>
            <a:ext cx="457200" cy="381000"/>
          </a:xfrm>
          <a:prstGeom prst="rect">
            <a:avLst/>
          </a:prstGeom>
          <a:noFill/>
          <a:ln w="381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837" name="Rectangle 61">
            <a:extLst>
              <a:ext uri="{FF2B5EF4-FFF2-40B4-BE49-F238E27FC236}">
                <a16:creationId xmlns:a16="http://schemas.microsoft.com/office/drawing/2014/main" id="{B14B80C7-0763-02B9-4458-08F476789977}"/>
              </a:ext>
            </a:extLst>
          </p:cNvPr>
          <p:cNvSpPr>
            <a:spLocks noChangeArrowheads="1"/>
          </p:cNvSpPr>
          <p:nvPr/>
        </p:nvSpPr>
        <p:spPr bwMode="auto">
          <a:xfrm>
            <a:off x="3276600" y="5562600"/>
            <a:ext cx="457200" cy="381000"/>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tx2"/>
              </a:solidFill>
              <a:latin typeface="Times New Roman" panose="02020603050405020304" pitchFamily="18" charset="0"/>
              <a:ea typeface="宋体" panose="02010600030101010101" pitchFamily="2" charset="-122"/>
            </a:endParaRPr>
          </a:p>
        </p:txBody>
      </p:sp>
      <p:sp>
        <p:nvSpPr>
          <p:cNvPr id="75838" name="Text Box 62">
            <a:extLst>
              <a:ext uri="{FF2B5EF4-FFF2-40B4-BE49-F238E27FC236}">
                <a16:creationId xmlns:a16="http://schemas.microsoft.com/office/drawing/2014/main" id="{6AB66980-0F11-740E-5352-A883D26AD9AC}"/>
              </a:ext>
            </a:extLst>
          </p:cNvPr>
          <p:cNvSpPr txBox="1">
            <a:spLocks noChangeArrowheads="1"/>
          </p:cNvSpPr>
          <p:nvPr/>
        </p:nvSpPr>
        <p:spPr bwMode="auto">
          <a:xfrm>
            <a:off x="3295650" y="49672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0</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75839" name="Text Box 63">
            <a:extLst>
              <a:ext uri="{FF2B5EF4-FFF2-40B4-BE49-F238E27FC236}">
                <a16:creationId xmlns:a16="http://schemas.microsoft.com/office/drawing/2014/main" id="{CD058AA8-838A-F2DB-E772-767CE2EBA048}"/>
              </a:ext>
            </a:extLst>
          </p:cNvPr>
          <p:cNvSpPr txBox="1">
            <a:spLocks noChangeArrowheads="1"/>
          </p:cNvSpPr>
          <p:nvPr/>
        </p:nvSpPr>
        <p:spPr bwMode="auto">
          <a:xfrm>
            <a:off x="3295650" y="55006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dirty="0">
                <a:solidFill>
                  <a:srgbClr val="FF0000"/>
                </a:solidFill>
                <a:latin typeface="Times New Roman" panose="02020603050405020304" pitchFamily="18" charset="0"/>
                <a:ea typeface="宋体" panose="02010600030101010101" pitchFamily="2" charset="-122"/>
              </a:rPr>
              <a:t>0</a:t>
            </a:r>
            <a:endParaRPr kumimoji="1" lang="en-US" altLang="zh-CN" sz="2400" dirty="0">
              <a:solidFill>
                <a:srgbClr val="FF0000"/>
              </a:solidFill>
              <a:latin typeface="Times New Roman" panose="02020603050405020304" pitchFamily="18" charset="0"/>
              <a:ea typeface="宋体" panose="02010600030101010101" pitchFamily="2" charset="-122"/>
            </a:endParaRPr>
          </a:p>
        </p:txBody>
      </p:sp>
      <p:sp>
        <p:nvSpPr>
          <p:cNvPr id="75840" name="Text Box 64">
            <a:extLst>
              <a:ext uri="{FF2B5EF4-FFF2-40B4-BE49-F238E27FC236}">
                <a16:creationId xmlns:a16="http://schemas.microsoft.com/office/drawing/2014/main" id="{DF7717EC-068C-CBE3-9BFF-20FED834D8A3}"/>
              </a:ext>
            </a:extLst>
          </p:cNvPr>
          <p:cNvSpPr txBox="1">
            <a:spLocks noChangeArrowheads="1"/>
          </p:cNvSpPr>
          <p:nvPr/>
        </p:nvSpPr>
        <p:spPr bwMode="auto">
          <a:xfrm>
            <a:off x="609600" y="1919288"/>
            <a:ext cx="3562350" cy="5191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latin typeface="Times New Roman" panose="02020603050405020304" pitchFamily="18" charset="0"/>
                <a:ea typeface="宋体" panose="02010600030101010101" pitchFamily="2" charset="-122"/>
              </a:rPr>
              <a:t>0    1    2    3    4    5    6</a:t>
            </a:r>
            <a:endParaRPr kumimoji="1" lang="en-US" altLang="zh-CN" sz="2400">
              <a:latin typeface="Times New Roman" panose="02020603050405020304" pitchFamily="18" charset="0"/>
              <a:ea typeface="宋体" panose="02010600030101010101" pitchFamily="2" charset="-122"/>
            </a:endParaRPr>
          </a:p>
        </p:txBody>
      </p:sp>
      <p:sp>
        <p:nvSpPr>
          <p:cNvPr id="75841" name="Text Box 65">
            <a:extLst>
              <a:ext uri="{FF2B5EF4-FFF2-40B4-BE49-F238E27FC236}">
                <a16:creationId xmlns:a16="http://schemas.microsoft.com/office/drawing/2014/main" id="{1EFDD296-93BB-1FF4-A98D-BF220A33C6C3}"/>
              </a:ext>
            </a:extLst>
          </p:cNvPr>
          <p:cNvSpPr txBox="1">
            <a:spLocks noChangeArrowheads="1"/>
          </p:cNvSpPr>
          <p:nvPr/>
        </p:nvSpPr>
        <p:spPr bwMode="auto">
          <a:xfrm>
            <a:off x="1143000" y="3900488"/>
            <a:ext cx="4810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dirty="0">
                <a:solidFill>
                  <a:srgbClr val="FF33CC"/>
                </a:solidFill>
                <a:latin typeface="Times New Roman" panose="02020603050405020304" pitchFamily="18" charset="0"/>
                <a:ea typeface="宋体" panose="02010600030101010101" pitchFamily="2" charset="-122"/>
              </a:rPr>
              <a:t>-2</a:t>
            </a:r>
            <a:endParaRPr kumimoji="1" lang="en-US" altLang="zh-CN" sz="2400" dirty="0">
              <a:solidFill>
                <a:srgbClr val="FF33CC"/>
              </a:solidFill>
              <a:latin typeface="Times New Roman" panose="02020603050405020304" pitchFamily="18" charset="0"/>
              <a:ea typeface="宋体" panose="02010600030101010101" pitchFamily="2" charset="-122"/>
            </a:endParaRPr>
          </a:p>
        </p:txBody>
      </p:sp>
      <p:sp>
        <p:nvSpPr>
          <p:cNvPr id="75842" name="Text Box 66">
            <a:extLst>
              <a:ext uri="{FF2B5EF4-FFF2-40B4-BE49-F238E27FC236}">
                <a16:creationId xmlns:a16="http://schemas.microsoft.com/office/drawing/2014/main" id="{9A664242-7E61-3DEA-C0E2-A607B697B7CB}"/>
              </a:ext>
            </a:extLst>
          </p:cNvPr>
          <p:cNvSpPr txBox="1">
            <a:spLocks noChangeArrowheads="1"/>
          </p:cNvSpPr>
          <p:nvPr/>
        </p:nvSpPr>
        <p:spPr bwMode="auto">
          <a:xfrm>
            <a:off x="3870325" y="387667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FF33CC"/>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75843" name="Rectangle 67">
            <a:extLst>
              <a:ext uri="{FF2B5EF4-FFF2-40B4-BE49-F238E27FC236}">
                <a16:creationId xmlns:a16="http://schemas.microsoft.com/office/drawing/2014/main" id="{32D51C4F-5764-6278-E86C-908985F3C42A}"/>
              </a:ext>
            </a:extLst>
          </p:cNvPr>
          <p:cNvSpPr>
            <a:spLocks noChangeArrowheads="1"/>
          </p:cNvSpPr>
          <p:nvPr/>
        </p:nvSpPr>
        <p:spPr bwMode="auto">
          <a:xfrm>
            <a:off x="2743200" y="4495800"/>
            <a:ext cx="457200" cy="381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845" name="Rectangle 69">
            <a:extLst>
              <a:ext uri="{FF2B5EF4-FFF2-40B4-BE49-F238E27FC236}">
                <a16:creationId xmlns:a16="http://schemas.microsoft.com/office/drawing/2014/main" id="{DDD516C8-04F5-92C3-B29D-43DAAB319496}"/>
              </a:ext>
            </a:extLst>
          </p:cNvPr>
          <p:cNvSpPr>
            <a:spLocks noChangeArrowheads="1"/>
          </p:cNvSpPr>
          <p:nvPr/>
        </p:nvSpPr>
        <p:spPr bwMode="auto">
          <a:xfrm>
            <a:off x="3810000" y="4495800"/>
            <a:ext cx="457200" cy="381000"/>
          </a:xfrm>
          <a:prstGeom prst="rect">
            <a:avLst/>
          </a:prstGeom>
          <a:noFill/>
          <a:ln w="38100">
            <a:solidFill>
              <a:srgbClr val="0000CC"/>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846" name="Text Box 70">
            <a:extLst>
              <a:ext uri="{FF2B5EF4-FFF2-40B4-BE49-F238E27FC236}">
                <a16:creationId xmlns:a16="http://schemas.microsoft.com/office/drawing/2014/main" id="{D078388E-5501-8A55-7EF4-94B05EB4548C}"/>
              </a:ext>
            </a:extLst>
          </p:cNvPr>
          <p:cNvSpPr txBox="1">
            <a:spLocks noChangeArrowheads="1"/>
          </p:cNvSpPr>
          <p:nvPr/>
        </p:nvSpPr>
        <p:spPr bwMode="auto">
          <a:xfrm>
            <a:off x="3886200" y="44196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dirty="0">
                <a:solidFill>
                  <a:srgbClr val="000099"/>
                </a:solidFill>
                <a:latin typeface="Times New Roman" panose="02020603050405020304" pitchFamily="18" charset="0"/>
                <a:ea typeface="宋体" panose="02010600030101010101" pitchFamily="2" charset="-122"/>
              </a:rPr>
              <a:t>1</a:t>
            </a:r>
            <a:endParaRPr kumimoji="1" lang="en-US" altLang="zh-CN" sz="2400" dirty="0">
              <a:solidFill>
                <a:srgbClr val="000099"/>
              </a:solidFill>
              <a:latin typeface="Times New Roman" panose="02020603050405020304" pitchFamily="18" charset="0"/>
              <a:ea typeface="宋体" panose="02010600030101010101" pitchFamily="2" charset="-122"/>
            </a:endParaRPr>
          </a:p>
        </p:txBody>
      </p:sp>
      <p:sp>
        <p:nvSpPr>
          <p:cNvPr id="75847" name="Rectangle 71">
            <a:extLst>
              <a:ext uri="{FF2B5EF4-FFF2-40B4-BE49-F238E27FC236}">
                <a16:creationId xmlns:a16="http://schemas.microsoft.com/office/drawing/2014/main" id="{572BE9C2-7124-D034-1506-38A67BC3665C}"/>
              </a:ext>
            </a:extLst>
          </p:cNvPr>
          <p:cNvSpPr>
            <a:spLocks noChangeArrowheads="1"/>
          </p:cNvSpPr>
          <p:nvPr/>
        </p:nvSpPr>
        <p:spPr bwMode="auto">
          <a:xfrm>
            <a:off x="609600" y="4495800"/>
            <a:ext cx="457200" cy="381000"/>
          </a:xfrm>
          <a:prstGeom prst="rect">
            <a:avLst/>
          </a:prstGeom>
          <a:noFill/>
          <a:ln w="381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848" name="Text Box 72">
            <a:extLst>
              <a:ext uri="{FF2B5EF4-FFF2-40B4-BE49-F238E27FC236}">
                <a16:creationId xmlns:a16="http://schemas.microsoft.com/office/drawing/2014/main" id="{3703928C-A6D6-93F0-8C13-BB95BA3E7DDC}"/>
              </a:ext>
            </a:extLst>
          </p:cNvPr>
          <p:cNvSpPr txBox="1">
            <a:spLocks noChangeArrowheads="1"/>
          </p:cNvSpPr>
          <p:nvPr/>
        </p:nvSpPr>
        <p:spPr bwMode="auto">
          <a:xfrm>
            <a:off x="609600" y="4433888"/>
            <a:ext cx="4810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-2</a:t>
            </a:r>
            <a:endParaRPr kumimoji="1" lang="en-US" altLang="zh-CN" sz="2800">
              <a:solidFill>
                <a:schemeClr val="tx2"/>
              </a:solidFill>
              <a:latin typeface="Times New Roman" panose="02020603050405020304" pitchFamily="18" charset="0"/>
              <a:ea typeface="宋体" panose="02010600030101010101" pitchFamily="2" charset="-122"/>
            </a:endParaRPr>
          </a:p>
        </p:txBody>
      </p:sp>
      <p:sp>
        <p:nvSpPr>
          <p:cNvPr id="75850" name="Rectangle 74">
            <a:extLst>
              <a:ext uri="{FF2B5EF4-FFF2-40B4-BE49-F238E27FC236}">
                <a16:creationId xmlns:a16="http://schemas.microsoft.com/office/drawing/2014/main" id="{9832618B-5C51-5730-0AFC-F5E35E1C32AA}"/>
              </a:ext>
            </a:extLst>
          </p:cNvPr>
          <p:cNvSpPr>
            <a:spLocks noChangeArrowheads="1"/>
          </p:cNvSpPr>
          <p:nvPr/>
        </p:nvSpPr>
        <p:spPr bwMode="auto">
          <a:xfrm>
            <a:off x="1143000" y="4495800"/>
            <a:ext cx="457200" cy="381000"/>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852" name="Rectangle 76">
            <a:extLst>
              <a:ext uri="{FF2B5EF4-FFF2-40B4-BE49-F238E27FC236}">
                <a16:creationId xmlns:a16="http://schemas.microsoft.com/office/drawing/2014/main" id="{66E64C3B-CDB8-7236-E46C-5FB7553C41D5}"/>
              </a:ext>
            </a:extLst>
          </p:cNvPr>
          <p:cNvSpPr>
            <a:spLocks noChangeArrowheads="1"/>
          </p:cNvSpPr>
          <p:nvPr/>
        </p:nvSpPr>
        <p:spPr bwMode="auto">
          <a:xfrm>
            <a:off x="2209800" y="4495800"/>
            <a:ext cx="457200" cy="381000"/>
          </a:xfrm>
          <a:prstGeom prst="rect">
            <a:avLst/>
          </a:prstGeom>
          <a:noFill/>
          <a:ln w="38100">
            <a:solidFill>
              <a:srgbClr val="3333CC"/>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853" name="Text Box 77">
            <a:extLst>
              <a:ext uri="{FF2B5EF4-FFF2-40B4-BE49-F238E27FC236}">
                <a16:creationId xmlns:a16="http://schemas.microsoft.com/office/drawing/2014/main" id="{E145F2E8-CC30-17C5-ABC3-CEB1CF3EB4F5}"/>
              </a:ext>
            </a:extLst>
          </p:cNvPr>
          <p:cNvSpPr txBox="1">
            <a:spLocks noChangeArrowheads="1"/>
          </p:cNvSpPr>
          <p:nvPr/>
        </p:nvSpPr>
        <p:spPr bwMode="auto">
          <a:xfrm>
            <a:off x="2286000" y="4433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dirty="0">
                <a:solidFill>
                  <a:srgbClr val="3333CC"/>
                </a:solidFill>
                <a:latin typeface="Times New Roman" panose="02020603050405020304" pitchFamily="18" charset="0"/>
                <a:ea typeface="宋体" panose="02010600030101010101" pitchFamily="2" charset="-122"/>
              </a:rPr>
              <a:t>2</a:t>
            </a:r>
            <a:endParaRPr kumimoji="1" lang="en-US" altLang="zh-CN" sz="2400" dirty="0">
              <a:solidFill>
                <a:srgbClr val="3333CC"/>
              </a:solidFill>
              <a:latin typeface="Times New Roman" panose="02020603050405020304" pitchFamily="18" charset="0"/>
              <a:ea typeface="宋体" panose="02010600030101010101" pitchFamily="2" charset="-122"/>
            </a:endParaRPr>
          </a:p>
        </p:txBody>
      </p:sp>
      <p:sp>
        <p:nvSpPr>
          <p:cNvPr id="75854" name="Rectangle 78">
            <a:extLst>
              <a:ext uri="{FF2B5EF4-FFF2-40B4-BE49-F238E27FC236}">
                <a16:creationId xmlns:a16="http://schemas.microsoft.com/office/drawing/2014/main" id="{F661CF6C-1F7B-E799-D4FB-E79358147213}"/>
              </a:ext>
            </a:extLst>
          </p:cNvPr>
          <p:cNvSpPr>
            <a:spLocks noChangeArrowheads="1"/>
          </p:cNvSpPr>
          <p:nvPr/>
        </p:nvSpPr>
        <p:spPr bwMode="auto">
          <a:xfrm>
            <a:off x="1676400" y="4495800"/>
            <a:ext cx="457200" cy="381000"/>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855" name="Text Box 79">
            <a:extLst>
              <a:ext uri="{FF2B5EF4-FFF2-40B4-BE49-F238E27FC236}">
                <a16:creationId xmlns:a16="http://schemas.microsoft.com/office/drawing/2014/main" id="{E8E540A8-C1B1-9FAD-5DAF-4D249BEB6A68}"/>
              </a:ext>
            </a:extLst>
          </p:cNvPr>
          <p:cNvSpPr txBox="1">
            <a:spLocks noChangeArrowheads="1"/>
          </p:cNvSpPr>
          <p:nvPr/>
        </p:nvSpPr>
        <p:spPr bwMode="auto">
          <a:xfrm>
            <a:off x="1752600" y="44196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dirty="0">
                <a:solidFill>
                  <a:srgbClr val="FF0000"/>
                </a:solidFill>
                <a:latin typeface="Times New Roman" panose="02020603050405020304" pitchFamily="18" charset="0"/>
                <a:ea typeface="宋体" panose="02010600030101010101" pitchFamily="2" charset="-122"/>
              </a:rPr>
              <a:t>1</a:t>
            </a:r>
            <a:endParaRPr kumimoji="1" lang="en-US" altLang="zh-CN" sz="2400" dirty="0">
              <a:solidFill>
                <a:srgbClr val="FF0000"/>
              </a:solidFill>
              <a:latin typeface="Times New Roman" panose="02020603050405020304" pitchFamily="18" charset="0"/>
              <a:ea typeface="宋体" panose="02010600030101010101" pitchFamily="2" charset="-122"/>
            </a:endParaRPr>
          </a:p>
        </p:txBody>
      </p:sp>
      <p:sp>
        <p:nvSpPr>
          <p:cNvPr id="75856" name="Rectangle 80">
            <a:extLst>
              <a:ext uri="{FF2B5EF4-FFF2-40B4-BE49-F238E27FC236}">
                <a16:creationId xmlns:a16="http://schemas.microsoft.com/office/drawing/2014/main" id="{1B249AE5-9144-A6E8-362C-6F135A30E30B}"/>
              </a:ext>
            </a:extLst>
          </p:cNvPr>
          <p:cNvSpPr>
            <a:spLocks noChangeArrowheads="1"/>
          </p:cNvSpPr>
          <p:nvPr/>
        </p:nvSpPr>
        <p:spPr bwMode="auto">
          <a:xfrm>
            <a:off x="609600" y="5029200"/>
            <a:ext cx="457200" cy="381000"/>
          </a:xfrm>
          <a:prstGeom prst="rect">
            <a:avLst/>
          </a:prstGeom>
          <a:noFill/>
          <a:ln w="381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857" name="Text Box 81">
            <a:extLst>
              <a:ext uri="{FF2B5EF4-FFF2-40B4-BE49-F238E27FC236}">
                <a16:creationId xmlns:a16="http://schemas.microsoft.com/office/drawing/2014/main" id="{282EF4F7-7EDD-1502-AF5E-2444AEEA3D72}"/>
              </a:ext>
            </a:extLst>
          </p:cNvPr>
          <p:cNvSpPr txBox="1">
            <a:spLocks noChangeArrowheads="1"/>
          </p:cNvSpPr>
          <p:nvPr/>
        </p:nvSpPr>
        <p:spPr bwMode="auto">
          <a:xfrm>
            <a:off x="609600" y="4967288"/>
            <a:ext cx="4810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-2</a:t>
            </a:r>
            <a:endParaRPr kumimoji="1" lang="en-US" altLang="zh-CN" sz="2800">
              <a:solidFill>
                <a:schemeClr val="tx2"/>
              </a:solidFill>
              <a:latin typeface="Times New Roman" panose="02020603050405020304" pitchFamily="18" charset="0"/>
              <a:ea typeface="宋体" panose="02010600030101010101" pitchFamily="2" charset="-122"/>
            </a:endParaRPr>
          </a:p>
        </p:txBody>
      </p:sp>
      <p:sp>
        <p:nvSpPr>
          <p:cNvPr id="75858" name="Rectangle 82">
            <a:extLst>
              <a:ext uri="{FF2B5EF4-FFF2-40B4-BE49-F238E27FC236}">
                <a16:creationId xmlns:a16="http://schemas.microsoft.com/office/drawing/2014/main" id="{203E17C4-A6D2-0201-149A-54FF1C699670}"/>
              </a:ext>
            </a:extLst>
          </p:cNvPr>
          <p:cNvSpPr>
            <a:spLocks noChangeArrowheads="1"/>
          </p:cNvSpPr>
          <p:nvPr/>
        </p:nvSpPr>
        <p:spPr bwMode="auto">
          <a:xfrm>
            <a:off x="1143000" y="5029200"/>
            <a:ext cx="457200" cy="381000"/>
          </a:xfrm>
          <a:prstGeom prst="rect">
            <a:avLst/>
          </a:prstGeom>
          <a:noFill/>
          <a:ln w="381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860" name="Rectangle 84">
            <a:extLst>
              <a:ext uri="{FF2B5EF4-FFF2-40B4-BE49-F238E27FC236}">
                <a16:creationId xmlns:a16="http://schemas.microsoft.com/office/drawing/2014/main" id="{0319DBEC-B256-C053-4405-07D7E0A185DE}"/>
              </a:ext>
            </a:extLst>
          </p:cNvPr>
          <p:cNvSpPr>
            <a:spLocks noChangeArrowheads="1"/>
          </p:cNvSpPr>
          <p:nvPr/>
        </p:nvSpPr>
        <p:spPr bwMode="auto">
          <a:xfrm>
            <a:off x="1676400" y="5029200"/>
            <a:ext cx="457200" cy="381000"/>
          </a:xfrm>
          <a:prstGeom prst="rect">
            <a:avLst/>
          </a:prstGeom>
          <a:noFill/>
          <a:ln w="38100">
            <a:solidFill>
              <a:srgbClr val="99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861" name="Rectangle 85">
            <a:extLst>
              <a:ext uri="{FF2B5EF4-FFF2-40B4-BE49-F238E27FC236}">
                <a16:creationId xmlns:a16="http://schemas.microsoft.com/office/drawing/2014/main" id="{7812C190-D947-FB46-049F-0E32B50C9829}"/>
              </a:ext>
            </a:extLst>
          </p:cNvPr>
          <p:cNvSpPr>
            <a:spLocks noChangeArrowheads="1"/>
          </p:cNvSpPr>
          <p:nvPr/>
        </p:nvSpPr>
        <p:spPr bwMode="auto">
          <a:xfrm>
            <a:off x="2209800" y="5029200"/>
            <a:ext cx="457200" cy="381000"/>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862" name="Rectangle 86">
            <a:extLst>
              <a:ext uri="{FF2B5EF4-FFF2-40B4-BE49-F238E27FC236}">
                <a16:creationId xmlns:a16="http://schemas.microsoft.com/office/drawing/2014/main" id="{4D540238-6498-3CAE-2BEB-D2FF986CAD7B}"/>
              </a:ext>
            </a:extLst>
          </p:cNvPr>
          <p:cNvSpPr>
            <a:spLocks noChangeArrowheads="1"/>
          </p:cNvSpPr>
          <p:nvPr/>
        </p:nvSpPr>
        <p:spPr bwMode="auto">
          <a:xfrm>
            <a:off x="2743200" y="5029200"/>
            <a:ext cx="457200" cy="381000"/>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863" name="Rectangle 87">
            <a:extLst>
              <a:ext uri="{FF2B5EF4-FFF2-40B4-BE49-F238E27FC236}">
                <a16:creationId xmlns:a16="http://schemas.microsoft.com/office/drawing/2014/main" id="{6C0E82B9-1170-A951-3671-51C87698A1CF}"/>
              </a:ext>
            </a:extLst>
          </p:cNvPr>
          <p:cNvSpPr>
            <a:spLocks noChangeArrowheads="1"/>
          </p:cNvSpPr>
          <p:nvPr/>
        </p:nvSpPr>
        <p:spPr bwMode="auto">
          <a:xfrm>
            <a:off x="3810000" y="5029200"/>
            <a:ext cx="457200" cy="381000"/>
          </a:xfrm>
          <a:prstGeom prst="rect">
            <a:avLst/>
          </a:prstGeom>
          <a:noFill/>
          <a:ln w="38100">
            <a:solidFill>
              <a:srgbClr val="0000CC"/>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864" name="Text Box 88">
            <a:extLst>
              <a:ext uri="{FF2B5EF4-FFF2-40B4-BE49-F238E27FC236}">
                <a16:creationId xmlns:a16="http://schemas.microsoft.com/office/drawing/2014/main" id="{BC32C62A-656E-46B0-0FE2-BCB264514060}"/>
              </a:ext>
            </a:extLst>
          </p:cNvPr>
          <p:cNvSpPr txBox="1">
            <a:spLocks noChangeArrowheads="1"/>
          </p:cNvSpPr>
          <p:nvPr/>
        </p:nvSpPr>
        <p:spPr bwMode="auto">
          <a:xfrm>
            <a:off x="1752600" y="49672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990099"/>
                </a:solidFill>
                <a:latin typeface="Times New Roman" panose="02020603050405020304" pitchFamily="18" charset="0"/>
                <a:ea typeface="宋体" panose="02010600030101010101" pitchFamily="2" charset="-122"/>
              </a:rPr>
              <a:t>1</a:t>
            </a:r>
            <a:endParaRPr kumimoji="1" lang="en-US" altLang="zh-CN" sz="2400">
              <a:solidFill>
                <a:srgbClr val="990099"/>
              </a:solidFill>
              <a:latin typeface="Times New Roman" panose="02020603050405020304" pitchFamily="18" charset="0"/>
              <a:ea typeface="宋体" panose="02010600030101010101" pitchFamily="2" charset="-122"/>
            </a:endParaRPr>
          </a:p>
        </p:txBody>
      </p:sp>
      <p:sp>
        <p:nvSpPr>
          <p:cNvPr id="75865" name="Text Box 89">
            <a:extLst>
              <a:ext uri="{FF2B5EF4-FFF2-40B4-BE49-F238E27FC236}">
                <a16:creationId xmlns:a16="http://schemas.microsoft.com/office/drawing/2014/main" id="{4ED0D066-4E57-725F-67A3-7394C63504F0}"/>
              </a:ext>
            </a:extLst>
          </p:cNvPr>
          <p:cNvSpPr txBox="1">
            <a:spLocks noChangeArrowheads="1"/>
          </p:cNvSpPr>
          <p:nvPr/>
        </p:nvSpPr>
        <p:spPr bwMode="auto">
          <a:xfrm>
            <a:off x="2286000" y="49672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dirty="0">
                <a:solidFill>
                  <a:srgbClr val="FF0000"/>
                </a:solidFill>
                <a:latin typeface="Times New Roman" panose="02020603050405020304" pitchFamily="18" charset="0"/>
                <a:ea typeface="宋体" panose="02010600030101010101" pitchFamily="2" charset="-122"/>
              </a:rPr>
              <a:t>2</a:t>
            </a:r>
            <a:endParaRPr kumimoji="1" lang="en-US" altLang="zh-CN" sz="2400" dirty="0">
              <a:solidFill>
                <a:srgbClr val="FF0000"/>
              </a:solidFill>
              <a:latin typeface="Times New Roman" panose="02020603050405020304" pitchFamily="18" charset="0"/>
              <a:ea typeface="宋体" panose="02010600030101010101" pitchFamily="2" charset="-122"/>
            </a:endParaRPr>
          </a:p>
        </p:txBody>
      </p:sp>
      <p:sp>
        <p:nvSpPr>
          <p:cNvPr id="75866" name="Text Box 90">
            <a:extLst>
              <a:ext uri="{FF2B5EF4-FFF2-40B4-BE49-F238E27FC236}">
                <a16:creationId xmlns:a16="http://schemas.microsoft.com/office/drawing/2014/main" id="{DC84DB6E-6ECD-1F69-C302-C60A09CD0EE1}"/>
              </a:ext>
            </a:extLst>
          </p:cNvPr>
          <p:cNvSpPr txBox="1">
            <a:spLocks noChangeArrowheads="1"/>
          </p:cNvSpPr>
          <p:nvPr/>
        </p:nvSpPr>
        <p:spPr bwMode="auto">
          <a:xfrm>
            <a:off x="3886200" y="49530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dirty="0">
                <a:solidFill>
                  <a:srgbClr val="000099"/>
                </a:solidFill>
                <a:latin typeface="Times New Roman" panose="02020603050405020304" pitchFamily="18" charset="0"/>
                <a:ea typeface="宋体" panose="02010600030101010101" pitchFamily="2" charset="-122"/>
              </a:rPr>
              <a:t>1</a:t>
            </a:r>
            <a:endParaRPr kumimoji="1" lang="en-US" altLang="zh-CN" sz="2400" dirty="0">
              <a:solidFill>
                <a:srgbClr val="000099"/>
              </a:solidFill>
              <a:latin typeface="Times New Roman" panose="02020603050405020304" pitchFamily="18" charset="0"/>
              <a:ea typeface="宋体" panose="02010600030101010101" pitchFamily="2" charset="-122"/>
            </a:endParaRPr>
          </a:p>
        </p:txBody>
      </p:sp>
      <p:sp>
        <p:nvSpPr>
          <p:cNvPr id="75867" name="Text Box 91">
            <a:extLst>
              <a:ext uri="{FF2B5EF4-FFF2-40B4-BE49-F238E27FC236}">
                <a16:creationId xmlns:a16="http://schemas.microsoft.com/office/drawing/2014/main" id="{BBFBFAAB-F4AB-B302-BE58-657886DCC469}"/>
              </a:ext>
            </a:extLst>
          </p:cNvPr>
          <p:cNvSpPr txBox="1">
            <a:spLocks noChangeArrowheads="1"/>
          </p:cNvSpPr>
          <p:nvPr/>
        </p:nvSpPr>
        <p:spPr bwMode="auto">
          <a:xfrm>
            <a:off x="2819400" y="49530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dirty="0">
                <a:solidFill>
                  <a:srgbClr val="FF0000"/>
                </a:solidFill>
                <a:latin typeface="Times New Roman" panose="02020603050405020304" pitchFamily="18" charset="0"/>
                <a:ea typeface="宋体" panose="02010600030101010101" pitchFamily="2" charset="-122"/>
              </a:rPr>
              <a:t>1</a:t>
            </a:r>
            <a:endParaRPr kumimoji="1" lang="en-US" altLang="zh-CN" sz="2400" dirty="0">
              <a:solidFill>
                <a:srgbClr val="FF0000"/>
              </a:solidFill>
              <a:latin typeface="Times New Roman" panose="02020603050405020304" pitchFamily="18" charset="0"/>
              <a:ea typeface="宋体" panose="02010600030101010101" pitchFamily="2" charset="-122"/>
            </a:endParaRPr>
          </a:p>
        </p:txBody>
      </p:sp>
      <p:sp>
        <p:nvSpPr>
          <p:cNvPr id="75868" name="Rectangle 92">
            <a:extLst>
              <a:ext uri="{FF2B5EF4-FFF2-40B4-BE49-F238E27FC236}">
                <a16:creationId xmlns:a16="http://schemas.microsoft.com/office/drawing/2014/main" id="{283C35D6-C30B-C99C-C102-199A4FC683A4}"/>
              </a:ext>
            </a:extLst>
          </p:cNvPr>
          <p:cNvSpPr>
            <a:spLocks noChangeArrowheads="1"/>
          </p:cNvSpPr>
          <p:nvPr/>
        </p:nvSpPr>
        <p:spPr bwMode="auto">
          <a:xfrm>
            <a:off x="3810000" y="5562600"/>
            <a:ext cx="457200" cy="381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solidFill>
                <a:srgbClr val="000099"/>
              </a:solidFill>
              <a:latin typeface="Times New Roman" panose="02020603050405020304" pitchFamily="18" charset="0"/>
              <a:ea typeface="宋体" panose="02010600030101010101" pitchFamily="2" charset="-122"/>
            </a:endParaRPr>
          </a:p>
        </p:txBody>
      </p:sp>
      <p:sp>
        <p:nvSpPr>
          <p:cNvPr id="75869" name="Rectangle 93">
            <a:extLst>
              <a:ext uri="{FF2B5EF4-FFF2-40B4-BE49-F238E27FC236}">
                <a16:creationId xmlns:a16="http://schemas.microsoft.com/office/drawing/2014/main" id="{A2FFC7D8-CD19-E5ED-00B3-6F7B20C8B937}"/>
              </a:ext>
            </a:extLst>
          </p:cNvPr>
          <p:cNvSpPr>
            <a:spLocks noChangeArrowheads="1"/>
          </p:cNvSpPr>
          <p:nvPr/>
        </p:nvSpPr>
        <p:spPr bwMode="auto">
          <a:xfrm>
            <a:off x="2743200" y="5562600"/>
            <a:ext cx="457200" cy="381000"/>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870" name="Rectangle 94">
            <a:extLst>
              <a:ext uri="{FF2B5EF4-FFF2-40B4-BE49-F238E27FC236}">
                <a16:creationId xmlns:a16="http://schemas.microsoft.com/office/drawing/2014/main" id="{5DEE2D8E-F5D2-3B85-1216-DD3B0C9889E5}"/>
              </a:ext>
            </a:extLst>
          </p:cNvPr>
          <p:cNvSpPr>
            <a:spLocks noChangeArrowheads="1"/>
          </p:cNvSpPr>
          <p:nvPr/>
        </p:nvSpPr>
        <p:spPr bwMode="auto">
          <a:xfrm>
            <a:off x="2209800" y="5562600"/>
            <a:ext cx="457200" cy="381000"/>
          </a:xfrm>
          <a:prstGeom prst="rect">
            <a:avLst/>
          </a:prstGeom>
          <a:noFill/>
          <a:ln w="38100">
            <a:solidFill>
              <a:srgbClr val="3333CC"/>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871" name="Rectangle 95">
            <a:extLst>
              <a:ext uri="{FF2B5EF4-FFF2-40B4-BE49-F238E27FC236}">
                <a16:creationId xmlns:a16="http://schemas.microsoft.com/office/drawing/2014/main" id="{DA5FAFF1-920B-B3D0-45EC-C018966F7527}"/>
              </a:ext>
            </a:extLst>
          </p:cNvPr>
          <p:cNvSpPr>
            <a:spLocks noChangeArrowheads="1"/>
          </p:cNvSpPr>
          <p:nvPr/>
        </p:nvSpPr>
        <p:spPr bwMode="auto">
          <a:xfrm>
            <a:off x="1676400" y="5562600"/>
            <a:ext cx="457200" cy="381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872" name="Rectangle 96">
            <a:extLst>
              <a:ext uri="{FF2B5EF4-FFF2-40B4-BE49-F238E27FC236}">
                <a16:creationId xmlns:a16="http://schemas.microsoft.com/office/drawing/2014/main" id="{77D14F47-39A8-72A7-F28B-B667B32E0C32}"/>
              </a:ext>
            </a:extLst>
          </p:cNvPr>
          <p:cNvSpPr>
            <a:spLocks noChangeArrowheads="1"/>
          </p:cNvSpPr>
          <p:nvPr/>
        </p:nvSpPr>
        <p:spPr bwMode="auto">
          <a:xfrm>
            <a:off x="1143000" y="5562600"/>
            <a:ext cx="457200" cy="381000"/>
          </a:xfrm>
          <a:prstGeom prst="rect">
            <a:avLst/>
          </a:prstGeom>
          <a:noFill/>
          <a:ln w="38100">
            <a:solidFill>
              <a:srgbClr val="99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873" name="Rectangle 97">
            <a:extLst>
              <a:ext uri="{FF2B5EF4-FFF2-40B4-BE49-F238E27FC236}">
                <a16:creationId xmlns:a16="http://schemas.microsoft.com/office/drawing/2014/main" id="{280D8816-558D-9385-A098-62A0F3459418}"/>
              </a:ext>
            </a:extLst>
          </p:cNvPr>
          <p:cNvSpPr>
            <a:spLocks noChangeArrowheads="1"/>
          </p:cNvSpPr>
          <p:nvPr/>
        </p:nvSpPr>
        <p:spPr bwMode="auto">
          <a:xfrm>
            <a:off x="609600" y="5562600"/>
            <a:ext cx="457200" cy="381000"/>
          </a:xfrm>
          <a:prstGeom prst="rect">
            <a:avLst/>
          </a:prstGeom>
          <a:noFill/>
          <a:ln w="381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75874" name="Text Box 98">
            <a:extLst>
              <a:ext uri="{FF2B5EF4-FFF2-40B4-BE49-F238E27FC236}">
                <a16:creationId xmlns:a16="http://schemas.microsoft.com/office/drawing/2014/main" id="{804ECB3D-A3CF-C6B0-6F15-8D4262792252}"/>
              </a:ext>
            </a:extLst>
          </p:cNvPr>
          <p:cNvSpPr txBox="1">
            <a:spLocks noChangeArrowheads="1"/>
          </p:cNvSpPr>
          <p:nvPr/>
        </p:nvSpPr>
        <p:spPr bwMode="auto">
          <a:xfrm>
            <a:off x="1143000" y="5486400"/>
            <a:ext cx="4810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dirty="0">
                <a:solidFill>
                  <a:srgbClr val="990099"/>
                </a:solidFill>
                <a:latin typeface="Times New Roman" panose="02020603050405020304" pitchFamily="18" charset="0"/>
                <a:ea typeface="宋体" panose="02010600030101010101" pitchFamily="2" charset="-122"/>
              </a:rPr>
              <a:t>-7</a:t>
            </a:r>
            <a:endParaRPr kumimoji="1" lang="en-US" altLang="zh-CN" sz="2400" dirty="0">
              <a:solidFill>
                <a:srgbClr val="990099"/>
              </a:solidFill>
              <a:latin typeface="Times New Roman" panose="02020603050405020304" pitchFamily="18" charset="0"/>
              <a:ea typeface="宋体" panose="02010600030101010101" pitchFamily="2" charset="-122"/>
            </a:endParaRPr>
          </a:p>
        </p:txBody>
      </p:sp>
      <p:sp>
        <p:nvSpPr>
          <p:cNvPr id="75875" name="Text Box 99">
            <a:extLst>
              <a:ext uri="{FF2B5EF4-FFF2-40B4-BE49-F238E27FC236}">
                <a16:creationId xmlns:a16="http://schemas.microsoft.com/office/drawing/2014/main" id="{77006D4F-8810-762F-40C8-6256982F08CA}"/>
              </a:ext>
            </a:extLst>
          </p:cNvPr>
          <p:cNvSpPr txBox="1">
            <a:spLocks noChangeArrowheads="1"/>
          </p:cNvSpPr>
          <p:nvPr/>
        </p:nvSpPr>
        <p:spPr bwMode="auto">
          <a:xfrm>
            <a:off x="685800" y="55006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dirty="0">
                <a:solidFill>
                  <a:srgbClr val="C00000"/>
                </a:solidFill>
                <a:latin typeface="Times New Roman" panose="02020603050405020304" pitchFamily="18" charset="0"/>
                <a:ea typeface="宋体" panose="02010600030101010101" pitchFamily="2" charset="-122"/>
              </a:rPr>
              <a:t>1</a:t>
            </a:r>
            <a:endParaRPr kumimoji="1" lang="en-US" altLang="zh-CN" sz="2400" dirty="0">
              <a:solidFill>
                <a:srgbClr val="C00000"/>
              </a:solidFill>
              <a:latin typeface="Times New Roman" panose="02020603050405020304" pitchFamily="18" charset="0"/>
              <a:ea typeface="宋体" panose="02010600030101010101" pitchFamily="2" charset="-122"/>
            </a:endParaRPr>
          </a:p>
        </p:txBody>
      </p:sp>
      <p:sp>
        <p:nvSpPr>
          <p:cNvPr id="75876" name="Text Box 100">
            <a:extLst>
              <a:ext uri="{FF2B5EF4-FFF2-40B4-BE49-F238E27FC236}">
                <a16:creationId xmlns:a16="http://schemas.microsoft.com/office/drawing/2014/main" id="{EDF760D9-E764-F932-B4A1-FB41BD9EB8B9}"/>
              </a:ext>
            </a:extLst>
          </p:cNvPr>
          <p:cNvSpPr txBox="1">
            <a:spLocks noChangeArrowheads="1"/>
          </p:cNvSpPr>
          <p:nvPr/>
        </p:nvSpPr>
        <p:spPr bwMode="auto">
          <a:xfrm>
            <a:off x="1752600" y="54864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dirty="0">
                <a:latin typeface="Times New Roman" panose="02020603050405020304" pitchFamily="18" charset="0"/>
                <a:ea typeface="宋体" panose="02010600030101010101" pitchFamily="2" charset="-122"/>
              </a:rPr>
              <a:t>1</a:t>
            </a:r>
            <a:endParaRPr kumimoji="1" lang="en-US" altLang="zh-CN" sz="2400" dirty="0">
              <a:latin typeface="Times New Roman" panose="02020603050405020304" pitchFamily="18" charset="0"/>
              <a:ea typeface="宋体" panose="02010600030101010101" pitchFamily="2" charset="-122"/>
            </a:endParaRPr>
          </a:p>
        </p:txBody>
      </p:sp>
      <p:sp>
        <p:nvSpPr>
          <p:cNvPr id="75877" name="Text Box 101">
            <a:extLst>
              <a:ext uri="{FF2B5EF4-FFF2-40B4-BE49-F238E27FC236}">
                <a16:creationId xmlns:a16="http://schemas.microsoft.com/office/drawing/2014/main" id="{E7CC0B95-EC53-9F1F-0A52-39B3BC1BC4DB}"/>
              </a:ext>
            </a:extLst>
          </p:cNvPr>
          <p:cNvSpPr txBox="1">
            <a:spLocks noChangeArrowheads="1"/>
          </p:cNvSpPr>
          <p:nvPr/>
        </p:nvSpPr>
        <p:spPr bwMode="auto">
          <a:xfrm>
            <a:off x="2286000" y="55006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3333CC"/>
                </a:solidFill>
                <a:latin typeface="Times New Roman" panose="02020603050405020304" pitchFamily="18" charset="0"/>
                <a:ea typeface="宋体" panose="02010600030101010101" pitchFamily="2" charset="-122"/>
              </a:rPr>
              <a:t>2</a:t>
            </a:r>
            <a:endParaRPr kumimoji="1" lang="en-US" altLang="zh-CN" sz="2400">
              <a:solidFill>
                <a:srgbClr val="3333CC"/>
              </a:solidFill>
              <a:latin typeface="Times New Roman" panose="02020603050405020304" pitchFamily="18" charset="0"/>
              <a:ea typeface="宋体" panose="02010600030101010101" pitchFamily="2" charset="-122"/>
            </a:endParaRPr>
          </a:p>
        </p:txBody>
      </p:sp>
      <p:sp>
        <p:nvSpPr>
          <p:cNvPr id="75878" name="Text Box 102">
            <a:extLst>
              <a:ext uri="{FF2B5EF4-FFF2-40B4-BE49-F238E27FC236}">
                <a16:creationId xmlns:a16="http://schemas.microsoft.com/office/drawing/2014/main" id="{370613E1-A25F-4A1C-B428-8BC0356909B9}"/>
              </a:ext>
            </a:extLst>
          </p:cNvPr>
          <p:cNvSpPr txBox="1">
            <a:spLocks noChangeArrowheads="1"/>
          </p:cNvSpPr>
          <p:nvPr/>
        </p:nvSpPr>
        <p:spPr bwMode="auto">
          <a:xfrm>
            <a:off x="2819400" y="55006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dirty="0">
                <a:solidFill>
                  <a:srgbClr val="FF0000"/>
                </a:solidFill>
                <a:latin typeface="Times New Roman" panose="02020603050405020304" pitchFamily="18" charset="0"/>
                <a:ea typeface="宋体" panose="02010600030101010101" pitchFamily="2" charset="-122"/>
              </a:rPr>
              <a:t>1</a:t>
            </a:r>
            <a:endParaRPr kumimoji="1" lang="en-US" altLang="zh-CN" sz="2400" dirty="0">
              <a:solidFill>
                <a:srgbClr val="FF0000"/>
              </a:solidFill>
              <a:latin typeface="Times New Roman" panose="02020603050405020304" pitchFamily="18" charset="0"/>
              <a:ea typeface="宋体" panose="02010600030101010101" pitchFamily="2" charset="-122"/>
            </a:endParaRPr>
          </a:p>
        </p:txBody>
      </p:sp>
      <p:sp>
        <p:nvSpPr>
          <p:cNvPr id="75879" name="Text Box 103">
            <a:extLst>
              <a:ext uri="{FF2B5EF4-FFF2-40B4-BE49-F238E27FC236}">
                <a16:creationId xmlns:a16="http://schemas.microsoft.com/office/drawing/2014/main" id="{B474CA80-D8DC-1CB6-868C-2C871F89B52E}"/>
              </a:ext>
            </a:extLst>
          </p:cNvPr>
          <p:cNvSpPr txBox="1">
            <a:spLocks noChangeArrowheads="1"/>
          </p:cNvSpPr>
          <p:nvPr/>
        </p:nvSpPr>
        <p:spPr bwMode="auto">
          <a:xfrm>
            <a:off x="3886200" y="55006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dirty="0">
                <a:latin typeface="Times New Roman" panose="02020603050405020304" pitchFamily="18" charset="0"/>
                <a:ea typeface="宋体" panose="02010600030101010101" pitchFamily="2" charset="-122"/>
              </a:rPr>
              <a:t>1</a:t>
            </a:r>
            <a:endParaRPr kumimoji="1" lang="en-US" altLang="zh-CN" sz="2400" dirty="0">
              <a:latin typeface="Times New Roman" panose="02020603050405020304" pitchFamily="18" charset="0"/>
              <a:ea typeface="宋体" panose="02010600030101010101" pitchFamily="2" charset="-122"/>
            </a:endParaRPr>
          </a:p>
        </p:txBody>
      </p:sp>
      <p:sp>
        <p:nvSpPr>
          <p:cNvPr id="75880" name="Text Box 104">
            <a:extLst>
              <a:ext uri="{FF2B5EF4-FFF2-40B4-BE49-F238E27FC236}">
                <a16:creationId xmlns:a16="http://schemas.microsoft.com/office/drawing/2014/main" id="{B6EF57A5-4D28-8C5C-D780-F455E1E5539C}"/>
              </a:ext>
            </a:extLst>
          </p:cNvPr>
          <p:cNvSpPr txBox="1">
            <a:spLocks noChangeArrowheads="1"/>
          </p:cNvSpPr>
          <p:nvPr/>
        </p:nvSpPr>
        <p:spPr bwMode="auto">
          <a:xfrm>
            <a:off x="152400" y="2239963"/>
            <a:ext cx="4556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rgbClr val="008080"/>
                </a:solidFill>
                <a:latin typeface="Times New Roman" panose="02020603050405020304" pitchFamily="18"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75881" name="Text Box 105">
            <a:extLst>
              <a:ext uri="{FF2B5EF4-FFF2-40B4-BE49-F238E27FC236}">
                <a16:creationId xmlns:a16="http://schemas.microsoft.com/office/drawing/2014/main" id="{C580C48A-A9E8-7EAC-4BC8-26FD0826F6A8}"/>
              </a:ext>
            </a:extLst>
          </p:cNvPr>
          <p:cNvSpPr txBox="1">
            <a:spLocks noChangeArrowheads="1"/>
          </p:cNvSpPr>
          <p:nvPr/>
        </p:nvSpPr>
        <p:spPr bwMode="auto">
          <a:xfrm>
            <a:off x="4686300" y="2209800"/>
            <a:ext cx="4311650" cy="356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dirty="0">
                <a:solidFill>
                  <a:srgbClr val="FF3300"/>
                </a:solidFill>
                <a:latin typeface="Times New Roman" panose="02020603050405020304" pitchFamily="18" charset="0"/>
                <a:ea typeface="宋体" panose="02010600030101010101" pitchFamily="2" charset="-122"/>
              </a:rPr>
              <a:t> 0    1    2    3    4    5    6</a:t>
            </a:r>
          </a:p>
          <a:p>
            <a:pPr eaLnBrk="1" hangingPunct="1">
              <a:lnSpc>
                <a:spcPct val="100000"/>
              </a:lnSpc>
              <a:spcBef>
                <a:spcPct val="0"/>
              </a:spcBef>
              <a:buFontTx/>
              <a:buNone/>
            </a:pPr>
            <a:r>
              <a:rPr kumimoji="1" lang="en-US" altLang="zh-CN" sz="3200" b="1" dirty="0">
                <a:latin typeface="Times New Roman" panose="02020603050405020304" pitchFamily="18" charset="0"/>
                <a:ea typeface="宋体" panose="02010600030101010101" pitchFamily="2" charset="-122"/>
              </a:rPr>
              <a:t> </a:t>
            </a:r>
            <a:r>
              <a:rPr kumimoji="1" lang="en-US" altLang="zh-CN" sz="2800" b="1" dirty="0">
                <a:latin typeface="Times New Roman" panose="02020603050405020304" pitchFamily="18" charset="0"/>
                <a:ea typeface="宋体" panose="02010600030101010101" pitchFamily="2" charset="-122"/>
              </a:rPr>
              <a:t>0</a:t>
            </a:r>
            <a:r>
              <a:rPr kumimoji="1" lang="en-US" altLang="zh-CN" sz="2800" b="1" dirty="0">
                <a:solidFill>
                  <a:schemeClr val="bg2"/>
                </a:solidFill>
                <a:latin typeface="Times New Roman" panose="02020603050405020304" pitchFamily="18" charset="0"/>
                <a:ea typeface="宋体" panose="02010600030101010101" pitchFamily="2" charset="-122"/>
              </a:rPr>
              <a:t>   </a:t>
            </a:r>
            <a:r>
              <a:rPr kumimoji="1" lang="en-US" altLang="zh-CN" sz="2800" b="1" dirty="0">
                <a:latin typeface="Times New Roman" panose="02020603050405020304" pitchFamily="18" charset="0"/>
                <a:ea typeface="宋体" panose="02010600030101010101" pitchFamily="2" charset="-122"/>
              </a:rPr>
              <a:t>28  </a:t>
            </a:r>
            <a:r>
              <a:rPr kumimoji="1" lang="en-US" altLang="zh-CN" sz="2800" b="1" dirty="0">
                <a:latin typeface="Times New Roman" panose="02020603050405020304" pitchFamily="18" charset="0"/>
                <a:ea typeface="宋体" panose="02010600030101010101" pitchFamily="2" charset="-122"/>
                <a:sym typeface="Symbol" panose="05050102010706020507" pitchFamily="18" charset="2"/>
              </a:rPr>
              <a:t>         10       </a:t>
            </a:r>
            <a:r>
              <a:rPr kumimoji="1" lang="en-US" altLang="zh-CN" sz="2800" b="1" dirty="0">
                <a:solidFill>
                  <a:srgbClr val="FF3300"/>
                </a:solidFill>
                <a:latin typeface="Times New Roman" panose="02020603050405020304" pitchFamily="18" charset="0"/>
                <a:ea typeface="宋体" panose="02010600030101010101" pitchFamily="2" charset="-122"/>
                <a:sym typeface="Symbol" panose="05050102010706020507" pitchFamily="18" charset="2"/>
              </a:rPr>
              <a:t>0</a:t>
            </a:r>
          </a:p>
          <a:p>
            <a:pPr eaLnBrk="1" hangingPunct="1">
              <a:lnSpc>
                <a:spcPct val="100000"/>
              </a:lnSpc>
              <a:spcBef>
                <a:spcPct val="0"/>
              </a:spcBef>
              <a:buFontTx/>
              <a:buNone/>
            </a:pPr>
            <a:r>
              <a:rPr kumimoji="1" lang="en-US" altLang="zh-CN" sz="2800" b="1" dirty="0">
                <a:latin typeface="Times New Roman" panose="02020603050405020304" pitchFamily="18" charset="0"/>
                <a:ea typeface="宋体" panose="02010600030101010101" pitchFamily="2" charset="-122"/>
                <a:sym typeface="Symbol" panose="05050102010706020507" pitchFamily="18" charset="2"/>
              </a:rPr>
              <a:t>28 </a:t>
            </a:r>
            <a:r>
              <a:rPr kumimoji="1" lang="en-US" altLang="zh-CN" sz="2800" b="1" dirty="0">
                <a:solidFill>
                  <a:srgbClr val="FF3300"/>
                </a:solidFill>
                <a:latin typeface="Times New Roman" panose="02020603050405020304" pitchFamily="18" charset="0"/>
                <a:ea typeface="宋体" panose="02010600030101010101" pitchFamily="2" charset="-122"/>
                <a:sym typeface="Symbol" panose="05050102010706020507" pitchFamily="18" charset="2"/>
              </a:rPr>
              <a:t>  </a:t>
            </a:r>
            <a:r>
              <a:rPr kumimoji="1" lang="en-US" altLang="zh-CN" sz="2800" b="1" dirty="0">
                <a:latin typeface="Times New Roman" panose="02020603050405020304" pitchFamily="18" charset="0"/>
                <a:ea typeface="宋体" panose="02010600030101010101" pitchFamily="2" charset="-122"/>
                <a:sym typeface="Symbol" panose="05050102010706020507" pitchFamily="18" charset="2"/>
              </a:rPr>
              <a:t>0</a:t>
            </a:r>
            <a:r>
              <a:rPr kumimoji="1" lang="en-US" altLang="zh-CN" sz="2800" b="1" dirty="0">
                <a:solidFill>
                  <a:srgbClr val="FF3300"/>
                </a:solidFill>
                <a:latin typeface="Times New Roman" panose="02020603050405020304" pitchFamily="18" charset="0"/>
                <a:ea typeface="宋体" panose="02010600030101010101" pitchFamily="2" charset="-122"/>
                <a:sym typeface="Symbol" panose="05050102010706020507" pitchFamily="18" charset="2"/>
              </a:rPr>
              <a:t>   </a:t>
            </a:r>
            <a:r>
              <a:rPr kumimoji="1" lang="en-US" altLang="zh-CN" sz="2800" b="1" dirty="0">
                <a:latin typeface="Times New Roman" panose="02020603050405020304" pitchFamily="18" charset="0"/>
                <a:ea typeface="宋体" panose="02010600030101010101" pitchFamily="2" charset="-122"/>
                <a:sym typeface="Symbol" panose="05050102010706020507" pitchFamily="18" charset="2"/>
              </a:rPr>
              <a:t>16           14    </a:t>
            </a:r>
            <a:r>
              <a:rPr kumimoji="1" lang="en-US" altLang="zh-CN" sz="2800" b="1" dirty="0">
                <a:solidFill>
                  <a:srgbClr val="FF3300"/>
                </a:solidFill>
                <a:latin typeface="Times New Roman" panose="02020603050405020304" pitchFamily="18" charset="0"/>
                <a:ea typeface="宋体" panose="02010600030101010101" pitchFamily="2" charset="-122"/>
                <a:sym typeface="Symbol" panose="05050102010706020507" pitchFamily="18" charset="2"/>
              </a:rPr>
              <a:t>1</a:t>
            </a:r>
          </a:p>
          <a:p>
            <a:pPr eaLnBrk="1" hangingPunct="1">
              <a:lnSpc>
                <a:spcPct val="100000"/>
              </a:lnSpc>
              <a:spcBef>
                <a:spcPct val="0"/>
              </a:spcBef>
              <a:buFontTx/>
              <a:buNone/>
            </a:pPr>
            <a:r>
              <a:rPr kumimoji="1" lang="en-US" altLang="zh-CN" sz="2800" b="1" dirty="0">
                <a:latin typeface="Times New Roman" panose="02020603050405020304" pitchFamily="18" charset="0"/>
                <a:ea typeface="宋体" panose="02010600030101010101" pitchFamily="2" charset="-122"/>
                <a:sym typeface="Symbol" panose="05050102010706020507" pitchFamily="18" charset="2"/>
              </a:rPr>
              <a:t>   16   0</a:t>
            </a:r>
            <a:r>
              <a:rPr kumimoji="1" lang="en-US" altLang="zh-CN" sz="2800" b="1" dirty="0">
                <a:solidFill>
                  <a:srgbClr val="FF3300"/>
                </a:solidFill>
                <a:latin typeface="Times New Roman" panose="02020603050405020304" pitchFamily="18" charset="0"/>
                <a:ea typeface="宋体" panose="02010600030101010101" pitchFamily="2" charset="-122"/>
                <a:sym typeface="Symbol" panose="05050102010706020507" pitchFamily="18" charset="2"/>
              </a:rPr>
              <a:t>   </a:t>
            </a:r>
            <a:r>
              <a:rPr kumimoji="1" lang="en-US" altLang="zh-CN" sz="2800" b="1" dirty="0">
                <a:latin typeface="Times New Roman" panose="02020603050405020304" pitchFamily="18" charset="0"/>
                <a:ea typeface="宋体" panose="02010600030101010101" pitchFamily="2" charset="-122"/>
                <a:sym typeface="Symbol" panose="05050102010706020507" pitchFamily="18" charset="2"/>
              </a:rPr>
              <a:t>12             </a:t>
            </a:r>
            <a:r>
              <a:rPr kumimoji="1" lang="en-US" altLang="zh-CN" sz="2800" b="1" dirty="0">
                <a:solidFill>
                  <a:srgbClr val="FF3300"/>
                </a:solidFill>
                <a:latin typeface="Times New Roman" panose="02020603050405020304" pitchFamily="18" charset="0"/>
                <a:ea typeface="宋体" panose="02010600030101010101" pitchFamily="2" charset="-122"/>
                <a:sym typeface="Symbol" panose="05050102010706020507" pitchFamily="18" charset="2"/>
              </a:rPr>
              <a:t>2</a:t>
            </a:r>
          </a:p>
          <a:p>
            <a:pPr eaLnBrk="1" hangingPunct="1">
              <a:lnSpc>
                <a:spcPct val="100000"/>
              </a:lnSpc>
              <a:spcBef>
                <a:spcPct val="0"/>
              </a:spcBef>
              <a:buFontTx/>
              <a:buNone/>
            </a:pPr>
            <a:r>
              <a:rPr kumimoji="1" lang="en-US" altLang="zh-CN" sz="2800" b="1" dirty="0">
                <a:latin typeface="Times New Roman" panose="02020603050405020304" pitchFamily="18" charset="0"/>
                <a:ea typeface="宋体" panose="02010600030101010101" pitchFamily="2" charset="-122"/>
                <a:sym typeface="Symbol" panose="05050102010706020507" pitchFamily="18" charset="2"/>
              </a:rPr>
              <a:t>      12   0</a:t>
            </a:r>
            <a:r>
              <a:rPr kumimoji="1" lang="en-US" altLang="zh-CN" sz="2800" b="1" dirty="0">
                <a:solidFill>
                  <a:srgbClr val="FF3300"/>
                </a:solidFill>
                <a:latin typeface="Times New Roman" panose="02020603050405020304" pitchFamily="18" charset="0"/>
                <a:ea typeface="宋体" panose="02010600030101010101" pitchFamily="2" charset="-122"/>
                <a:sym typeface="Symbol" panose="05050102010706020507" pitchFamily="18" charset="2"/>
              </a:rPr>
              <a:t>   </a:t>
            </a:r>
            <a:r>
              <a:rPr kumimoji="1" lang="en-US" altLang="zh-CN" sz="2800" b="1" dirty="0">
                <a:latin typeface="Times New Roman" panose="02020603050405020304" pitchFamily="18" charset="0"/>
                <a:ea typeface="宋体" panose="02010600030101010101" pitchFamily="2" charset="-122"/>
                <a:sym typeface="Symbol" panose="05050102010706020507" pitchFamily="18" charset="2"/>
              </a:rPr>
              <a:t>22     18    </a:t>
            </a:r>
            <a:r>
              <a:rPr kumimoji="1" lang="en-US" altLang="zh-CN" sz="2800" b="1" dirty="0">
                <a:solidFill>
                  <a:srgbClr val="FF3300"/>
                </a:solidFill>
                <a:latin typeface="Times New Roman" panose="02020603050405020304" pitchFamily="18" charset="0"/>
                <a:ea typeface="宋体" panose="02010600030101010101" pitchFamily="2" charset="-122"/>
                <a:sym typeface="Symbol" panose="05050102010706020507" pitchFamily="18" charset="2"/>
              </a:rPr>
              <a:t>3</a:t>
            </a:r>
          </a:p>
          <a:p>
            <a:pPr eaLnBrk="1" hangingPunct="1">
              <a:lnSpc>
                <a:spcPct val="100000"/>
              </a:lnSpc>
              <a:spcBef>
                <a:spcPct val="0"/>
              </a:spcBef>
              <a:buFontTx/>
              <a:buNone/>
            </a:pPr>
            <a:r>
              <a:rPr kumimoji="1" lang="en-US" altLang="zh-CN" sz="2800" b="1" dirty="0">
                <a:latin typeface="Times New Roman" panose="02020603050405020304" pitchFamily="18" charset="0"/>
                <a:ea typeface="宋体" panose="02010600030101010101" pitchFamily="2" charset="-122"/>
                <a:sym typeface="Symbol" panose="05050102010706020507" pitchFamily="18" charset="2"/>
              </a:rPr>
              <a:t>         22   0</a:t>
            </a:r>
            <a:r>
              <a:rPr kumimoji="1" lang="en-US" altLang="zh-CN" sz="2800" b="1" dirty="0">
                <a:solidFill>
                  <a:srgbClr val="FF3300"/>
                </a:solidFill>
                <a:latin typeface="Times New Roman" panose="02020603050405020304" pitchFamily="18" charset="0"/>
                <a:ea typeface="宋体" panose="02010600030101010101" pitchFamily="2" charset="-122"/>
                <a:sym typeface="Symbol" panose="05050102010706020507" pitchFamily="18" charset="2"/>
              </a:rPr>
              <a:t>   </a:t>
            </a:r>
            <a:r>
              <a:rPr kumimoji="1" lang="en-US" altLang="zh-CN" sz="2800" b="1" dirty="0">
                <a:latin typeface="Times New Roman" panose="02020603050405020304" pitchFamily="18" charset="0"/>
                <a:ea typeface="宋体" panose="02010600030101010101" pitchFamily="2" charset="-122"/>
                <a:sym typeface="Symbol" panose="05050102010706020507" pitchFamily="18" charset="2"/>
              </a:rPr>
              <a:t>25  24    </a:t>
            </a:r>
            <a:r>
              <a:rPr kumimoji="1" lang="en-US" altLang="zh-CN" sz="2800" b="1" dirty="0">
                <a:solidFill>
                  <a:srgbClr val="FF3300"/>
                </a:solidFill>
                <a:latin typeface="Times New Roman" panose="02020603050405020304" pitchFamily="18" charset="0"/>
                <a:ea typeface="宋体" panose="02010600030101010101" pitchFamily="2" charset="-122"/>
                <a:sym typeface="Symbol" panose="05050102010706020507" pitchFamily="18" charset="2"/>
              </a:rPr>
              <a:t>4</a:t>
            </a:r>
          </a:p>
          <a:p>
            <a:pPr eaLnBrk="1" hangingPunct="1">
              <a:lnSpc>
                <a:spcPct val="100000"/>
              </a:lnSpc>
              <a:spcBef>
                <a:spcPct val="0"/>
              </a:spcBef>
              <a:buFontTx/>
              <a:buNone/>
            </a:pPr>
            <a:r>
              <a:rPr kumimoji="1" lang="en-US" altLang="zh-CN" sz="2800" b="1" dirty="0">
                <a:latin typeface="Times New Roman" panose="02020603050405020304" pitchFamily="18" charset="0"/>
                <a:ea typeface="宋体" panose="02010600030101010101" pitchFamily="2" charset="-122"/>
                <a:sym typeface="Symbol" panose="05050102010706020507" pitchFamily="18" charset="2"/>
              </a:rPr>
              <a:t>10            25   0</a:t>
            </a:r>
            <a:r>
              <a:rPr kumimoji="1" lang="en-US" altLang="zh-CN" sz="2800" b="1" dirty="0">
                <a:solidFill>
                  <a:srgbClr val="FF3300"/>
                </a:solidFill>
                <a:latin typeface="Times New Roman" panose="02020603050405020304" pitchFamily="18" charset="0"/>
                <a:ea typeface="宋体" panose="02010600030101010101" pitchFamily="2" charset="-122"/>
                <a:sym typeface="Symbol" panose="05050102010706020507" pitchFamily="18" charset="2"/>
              </a:rPr>
              <a:t>  </a:t>
            </a:r>
            <a:r>
              <a:rPr kumimoji="1" lang="en-US" altLang="zh-CN" sz="2800" b="1" dirty="0">
                <a:latin typeface="Times New Roman" panose="02020603050405020304" pitchFamily="18" charset="0"/>
                <a:ea typeface="宋体" panose="02010600030101010101" pitchFamily="2" charset="-122"/>
                <a:sym typeface="Symbol" panose="05050102010706020507" pitchFamily="18" charset="2"/>
              </a:rPr>
              <a:t>     </a:t>
            </a:r>
            <a:r>
              <a:rPr kumimoji="1" lang="en-US" altLang="zh-CN" sz="2800" b="1" dirty="0">
                <a:solidFill>
                  <a:srgbClr val="FF3300"/>
                </a:solidFill>
                <a:latin typeface="Times New Roman" panose="02020603050405020304" pitchFamily="18" charset="0"/>
                <a:ea typeface="宋体" panose="02010600030101010101" pitchFamily="2" charset="-122"/>
                <a:sym typeface="Symbol" panose="05050102010706020507" pitchFamily="18" charset="2"/>
              </a:rPr>
              <a:t>5 </a:t>
            </a:r>
          </a:p>
          <a:p>
            <a:pPr eaLnBrk="1" hangingPunct="1">
              <a:lnSpc>
                <a:spcPct val="100000"/>
              </a:lnSpc>
              <a:spcBef>
                <a:spcPct val="0"/>
              </a:spcBef>
              <a:buFontTx/>
              <a:buNone/>
            </a:pPr>
            <a:r>
              <a:rPr kumimoji="1" lang="en-US" altLang="zh-CN" sz="2800" b="1" dirty="0">
                <a:latin typeface="Times New Roman" panose="02020603050405020304" pitchFamily="18" charset="0"/>
                <a:ea typeface="宋体" panose="02010600030101010101" pitchFamily="2" charset="-122"/>
                <a:sym typeface="Symbol" panose="05050102010706020507" pitchFamily="18" charset="2"/>
              </a:rPr>
              <a:t>   14     18  24      0</a:t>
            </a:r>
            <a:r>
              <a:rPr kumimoji="1" lang="en-US" altLang="zh-CN" sz="2800" b="1" dirty="0">
                <a:solidFill>
                  <a:srgbClr val="FF3300"/>
                </a:solidFill>
                <a:latin typeface="Times New Roman" panose="02020603050405020304" pitchFamily="18" charset="0"/>
                <a:ea typeface="宋体" panose="02010600030101010101" pitchFamily="2" charset="-122"/>
                <a:sym typeface="Symbol" panose="05050102010706020507" pitchFamily="18" charset="2"/>
              </a:rPr>
              <a:t>     6</a:t>
            </a:r>
          </a:p>
        </p:txBody>
      </p:sp>
      <p:sp>
        <p:nvSpPr>
          <p:cNvPr id="75882" name="Line 106">
            <a:extLst>
              <a:ext uri="{FF2B5EF4-FFF2-40B4-BE49-F238E27FC236}">
                <a16:creationId xmlns:a16="http://schemas.microsoft.com/office/drawing/2014/main" id="{C06AC2FF-4E68-2975-F1C7-0AB85D721F0F}"/>
              </a:ext>
            </a:extLst>
          </p:cNvPr>
          <p:cNvSpPr>
            <a:spLocks noChangeShapeType="1"/>
          </p:cNvSpPr>
          <p:nvPr/>
        </p:nvSpPr>
        <p:spPr bwMode="auto">
          <a:xfrm>
            <a:off x="4572000" y="2895600"/>
            <a:ext cx="0" cy="2667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83" name="Line 107">
            <a:extLst>
              <a:ext uri="{FF2B5EF4-FFF2-40B4-BE49-F238E27FC236}">
                <a16:creationId xmlns:a16="http://schemas.microsoft.com/office/drawing/2014/main" id="{35BCD022-9EF9-DCDF-8C69-1D8A45936571}"/>
              </a:ext>
            </a:extLst>
          </p:cNvPr>
          <p:cNvSpPr>
            <a:spLocks noChangeShapeType="1"/>
          </p:cNvSpPr>
          <p:nvPr/>
        </p:nvSpPr>
        <p:spPr bwMode="auto">
          <a:xfrm>
            <a:off x="8534400" y="2895600"/>
            <a:ext cx="0" cy="2667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84" name="Line 108">
            <a:extLst>
              <a:ext uri="{FF2B5EF4-FFF2-40B4-BE49-F238E27FC236}">
                <a16:creationId xmlns:a16="http://schemas.microsoft.com/office/drawing/2014/main" id="{B7743584-9544-628D-B0CC-B1D3D25F70B4}"/>
              </a:ext>
            </a:extLst>
          </p:cNvPr>
          <p:cNvSpPr>
            <a:spLocks noChangeShapeType="1"/>
          </p:cNvSpPr>
          <p:nvPr/>
        </p:nvSpPr>
        <p:spPr bwMode="auto">
          <a:xfrm flipH="1" flipV="1">
            <a:off x="8382000" y="2743200"/>
            <a:ext cx="152400" cy="152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85" name="Line 109">
            <a:extLst>
              <a:ext uri="{FF2B5EF4-FFF2-40B4-BE49-F238E27FC236}">
                <a16:creationId xmlns:a16="http://schemas.microsoft.com/office/drawing/2014/main" id="{B63E837E-CE4B-DC70-2C9C-6AFAA9D11975}"/>
              </a:ext>
            </a:extLst>
          </p:cNvPr>
          <p:cNvSpPr>
            <a:spLocks noChangeShapeType="1"/>
          </p:cNvSpPr>
          <p:nvPr/>
        </p:nvSpPr>
        <p:spPr bwMode="auto">
          <a:xfrm flipH="1">
            <a:off x="8382000" y="5562600"/>
            <a:ext cx="152400" cy="152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86" name="Line 110">
            <a:extLst>
              <a:ext uri="{FF2B5EF4-FFF2-40B4-BE49-F238E27FC236}">
                <a16:creationId xmlns:a16="http://schemas.microsoft.com/office/drawing/2014/main" id="{864F9563-D7F0-AAE1-3DA4-5EDB3B9515E8}"/>
              </a:ext>
            </a:extLst>
          </p:cNvPr>
          <p:cNvSpPr>
            <a:spLocks noChangeShapeType="1"/>
          </p:cNvSpPr>
          <p:nvPr/>
        </p:nvSpPr>
        <p:spPr bwMode="auto">
          <a:xfrm>
            <a:off x="4572000" y="5562600"/>
            <a:ext cx="152400" cy="152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87" name="Line 111">
            <a:extLst>
              <a:ext uri="{FF2B5EF4-FFF2-40B4-BE49-F238E27FC236}">
                <a16:creationId xmlns:a16="http://schemas.microsoft.com/office/drawing/2014/main" id="{B8A6DBE8-756C-441D-8D51-41C395220FAD}"/>
              </a:ext>
            </a:extLst>
          </p:cNvPr>
          <p:cNvSpPr>
            <a:spLocks noChangeShapeType="1"/>
          </p:cNvSpPr>
          <p:nvPr/>
        </p:nvSpPr>
        <p:spPr bwMode="auto">
          <a:xfrm flipV="1">
            <a:off x="4572000" y="2819400"/>
            <a:ext cx="76200" cy="76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灯片编号占位符 1">
            <a:extLst>
              <a:ext uri="{FF2B5EF4-FFF2-40B4-BE49-F238E27FC236}">
                <a16:creationId xmlns:a16="http://schemas.microsoft.com/office/drawing/2014/main" id="{492BDDF2-3BF2-47E9-51FA-0A5D25527904}"/>
              </a:ext>
            </a:extLst>
          </p:cNvPr>
          <p:cNvSpPr>
            <a:spLocks noGrp="1"/>
          </p:cNvSpPr>
          <p:nvPr>
            <p:ph type="sldNum" sz="quarter" idx="12"/>
          </p:nvPr>
        </p:nvSpPr>
        <p:spPr/>
        <p:txBody>
          <a:bodyPr/>
          <a:lstStyle/>
          <a:p>
            <a:pPr>
              <a:defRPr/>
            </a:pPr>
            <a:fld id="{22EEED5C-99EB-4141-8E47-FA8D31DEB9C9}" type="slidenum">
              <a:rPr lang="en-US" altLang="zh-CN" smtClean="0"/>
              <a:pPr>
                <a:defRPr/>
              </a:pPr>
              <a:t>61</a:t>
            </a:fld>
            <a:endParaRPr lang="en-US" altLang="zh-CN"/>
          </a:p>
        </p:txBody>
      </p:sp>
    </p:spTree>
  </p:cSld>
  <p:clrMapOvr>
    <a:masterClrMapping/>
  </p:clrMapOvr>
  <p:transition>
    <p:zoom/>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D79899F2-3D44-063F-A952-3B5D3CF6FCCB}"/>
              </a:ext>
            </a:extLst>
          </p:cNvPr>
          <p:cNvSpPr>
            <a:spLocks noGrp="1" noChangeArrowheads="1"/>
          </p:cNvSpPr>
          <p:nvPr>
            <p:ph type="title"/>
          </p:nvPr>
        </p:nvSpPr>
        <p:spPr/>
        <p:txBody>
          <a:bodyPr/>
          <a:lstStyle/>
          <a:p>
            <a:r>
              <a:rPr lang="zh-CN" altLang="en-US"/>
              <a:t>性能分析</a:t>
            </a:r>
            <a:r>
              <a:rPr lang="en-US" altLang="zh-CN"/>
              <a:t>--</a:t>
            </a:r>
            <a:r>
              <a:rPr lang="zh-CN" altLang="en-US"/>
              <a:t>采用邻接矩阵表示</a:t>
            </a:r>
          </a:p>
        </p:txBody>
      </p:sp>
      <p:sp>
        <p:nvSpPr>
          <p:cNvPr id="79875" name="Rectangle 3">
            <a:extLst>
              <a:ext uri="{FF2B5EF4-FFF2-40B4-BE49-F238E27FC236}">
                <a16:creationId xmlns:a16="http://schemas.microsoft.com/office/drawing/2014/main" id="{8FCF4DD2-F19D-4EBF-E907-C28DF80D94B5}"/>
              </a:ext>
            </a:extLst>
          </p:cNvPr>
          <p:cNvSpPr>
            <a:spLocks noGrp="1" noChangeArrowheads="1"/>
          </p:cNvSpPr>
          <p:nvPr>
            <p:ph type="body" idx="1"/>
          </p:nvPr>
        </p:nvSpPr>
        <p:spPr/>
        <p:txBody>
          <a:bodyPr>
            <a:normAutofit/>
          </a:bodyPr>
          <a:lstStyle/>
          <a:p>
            <a:r>
              <a:rPr lang="zh-CN" altLang="en-US" dirty="0"/>
              <a:t>建立最小堆的循环需要</a:t>
            </a:r>
            <a:r>
              <a:rPr lang="en-US" altLang="zh-CN" dirty="0"/>
              <a:t>O(n</a:t>
            </a:r>
            <a:r>
              <a:rPr lang="en-US" altLang="zh-CN" baseline="30000" dirty="0"/>
              <a:t>2</a:t>
            </a:r>
            <a:r>
              <a:rPr lang="en-US" altLang="zh-CN" dirty="0"/>
              <a:t>)</a:t>
            </a:r>
            <a:r>
              <a:rPr lang="zh-CN" altLang="en-US" dirty="0"/>
              <a:t>时间检测邻接矩阵、构造</a:t>
            </a:r>
            <a:r>
              <a:rPr lang="en-US" altLang="zh-CN" dirty="0"/>
              <a:t>e</a:t>
            </a:r>
            <a:r>
              <a:rPr lang="zh-CN" altLang="en-US" dirty="0"/>
              <a:t>条边构成的初始最小堆需要</a:t>
            </a:r>
            <a:r>
              <a:rPr lang="en-US" altLang="zh-CN" dirty="0"/>
              <a:t>O(elog</a:t>
            </a:r>
            <a:r>
              <a:rPr lang="en-US" altLang="zh-CN" baseline="-25000" dirty="0"/>
              <a:t>2</a:t>
            </a:r>
            <a:r>
              <a:rPr lang="en-US" altLang="zh-CN" dirty="0"/>
              <a:t>e)</a:t>
            </a:r>
            <a:endParaRPr lang="zh-CN" altLang="en-US" dirty="0"/>
          </a:p>
          <a:p>
            <a:r>
              <a:rPr lang="zh-CN" altLang="en-US" dirty="0"/>
              <a:t>构造最小生成树需要</a:t>
            </a:r>
            <a:r>
              <a:rPr lang="en-US" altLang="zh-CN" dirty="0"/>
              <a:t>O(e)</a:t>
            </a:r>
            <a:r>
              <a:rPr lang="zh-CN" altLang="en-US" dirty="0"/>
              <a:t>次出堆操作，</a:t>
            </a:r>
            <a:r>
              <a:rPr lang="en-US" altLang="zh-CN" dirty="0"/>
              <a:t>2*e</a:t>
            </a:r>
            <a:r>
              <a:rPr lang="zh-CN" altLang="en-US" dirty="0"/>
              <a:t>次</a:t>
            </a:r>
            <a:r>
              <a:rPr lang="en-US" altLang="zh-CN" dirty="0"/>
              <a:t>Find()</a:t>
            </a:r>
            <a:r>
              <a:rPr lang="zh-CN" altLang="en-US" dirty="0"/>
              <a:t>和</a:t>
            </a:r>
            <a:r>
              <a:rPr lang="en-US" altLang="zh-CN" dirty="0"/>
              <a:t>n-1</a:t>
            </a:r>
            <a:r>
              <a:rPr lang="zh-CN" altLang="en-US" dirty="0"/>
              <a:t>次</a:t>
            </a:r>
            <a:r>
              <a:rPr lang="en-US" altLang="zh-CN" dirty="0"/>
              <a:t>Union</a:t>
            </a:r>
            <a:r>
              <a:rPr lang="zh-CN" altLang="en-US" dirty="0"/>
              <a:t>，计算时间分别为</a:t>
            </a:r>
            <a:r>
              <a:rPr lang="en-US" altLang="zh-CN" dirty="0"/>
              <a:t>O(elog</a:t>
            </a:r>
            <a:r>
              <a:rPr lang="en-US" altLang="zh-CN" baseline="-25000" dirty="0"/>
              <a:t>2</a:t>
            </a:r>
            <a:r>
              <a:rPr lang="en-US" altLang="zh-CN" dirty="0"/>
              <a:t>e)</a:t>
            </a:r>
            <a:r>
              <a:rPr lang="zh-CN" altLang="en-US" dirty="0"/>
              <a:t>、</a:t>
            </a:r>
            <a:r>
              <a:rPr lang="en-US" altLang="zh-CN" dirty="0"/>
              <a:t>O(elog</a:t>
            </a:r>
            <a:r>
              <a:rPr lang="en-US" altLang="zh-CN" baseline="-25000" dirty="0"/>
              <a:t>2</a:t>
            </a:r>
            <a:r>
              <a:rPr lang="en-US" altLang="zh-CN" dirty="0"/>
              <a:t>n)</a:t>
            </a:r>
            <a:r>
              <a:rPr lang="zh-CN" altLang="en-US" dirty="0"/>
              <a:t>和</a:t>
            </a:r>
            <a:r>
              <a:rPr lang="en-US" altLang="zh-CN" dirty="0"/>
              <a:t>O(n)</a:t>
            </a:r>
          </a:p>
          <a:p>
            <a:r>
              <a:rPr lang="zh-CN" altLang="en-US" dirty="0"/>
              <a:t>所以总时间为</a:t>
            </a:r>
            <a:r>
              <a:rPr lang="en-US" altLang="zh-CN" dirty="0"/>
              <a:t>O(elog</a:t>
            </a:r>
            <a:r>
              <a:rPr lang="en-US" altLang="zh-CN" baseline="-25000" dirty="0"/>
              <a:t>2</a:t>
            </a:r>
            <a:r>
              <a:rPr lang="en-US" altLang="zh-CN" dirty="0"/>
              <a:t>e+elog</a:t>
            </a:r>
            <a:r>
              <a:rPr lang="en-US" altLang="zh-CN" baseline="-25000" dirty="0"/>
              <a:t>2</a:t>
            </a:r>
            <a:r>
              <a:rPr lang="en-US" altLang="zh-CN" dirty="0"/>
              <a:t>n+n</a:t>
            </a:r>
            <a:r>
              <a:rPr lang="en-US" altLang="zh-CN" baseline="30000" dirty="0"/>
              <a:t>2</a:t>
            </a:r>
            <a:r>
              <a:rPr lang="en-US" altLang="zh-CN" dirty="0"/>
              <a:t>+n)</a:t>
            </a:r>
          </a:p>
          <a:p>
            <a:pPr lvl="1"/>
            <a:r>
              <a:rPr lang="zh-CN" altLang="en-US" dirty="0"/>
              <a:t>对连通图而言，即</a:t>
            </a:r>
            <a:r>
              <a:rPr lang="en-US" altLang="zh-CN" dirty="0"/>
              <a:t>O(elog</a:t>
            </a:r>
            <a:r>
              <a:rPr lang="en-US" altLang="zh-CN" baseline="-25000" dirty="0"/>
              <a:t>2</a:t>
            </a:r>
            <a:r>
              <a:rPr lang="en-US" altLang="zh-CN" dirty="0"/>
              <a:t>e+n</a:t>
            </a:r>
            <a:r>
              <a:rPr lang="en-US" altLang="zh-CN" baseline="30000" dirty="0"/>
              <a:t>2</a:t>
            </a:r>
            <a:r>
              <a:rPr lang="en-US" altLang="zh-CN" dirty="0"/>
              <a:t>)</a:t>
            </a:r>
          </a:p>
        </p:txBody>
      </p:sp>
      <p:sp>
        <p:nvSpPr>
          <p:cNvPr id="2" name="灯片编号占位符 1">
            <a:extLst>
              <a:ext uri="{FF2B5EF4-FFF2-40B4-BE49-F238E27FC236}">
                <a16:creationId xmlns:a16="http://schemas.microsoft.com/office/drawing/2014/main" id="{FE757F83-C4DA-8C78-5EF9-C0A57799CB19}"/>
              </a:ext>
            </a:extLst>
          </p:cNvPr>
          <p:cNvSpPr>
            <a:spLocks noGrp="1"/>
          </p:cNvSpPr>
          <p:nvPr>
            <p:ph type="sldNum" sz="quarter" idx="12"/>
          </p:nvPr>
        </p:nvSpPr>
        <p:spPr/>
        <p:txBody>
          <a:bodyPr/>
          <a:lstStyle/>
          <a:p>
            <a:pPr>
              <a:defRPr/>
            </a:pPr>
            <a:fld id="{2E0F9FB0-350A-4A87-9CD5-1F022F266B97}" type="slidenum">
              <a:rPr lang="en-US" altLang="zh-CN" smtClean="0"/>
              <a:pPr>
                <a:defRPr/>
              </a:pPr>
              <a:t>62</a:t>
            </a:fld>
            <a:endParaRPr lang="en-US" altLang="zh-CN"/>
          </a:p>
        </p:txBody>
      </p:sp>
    </p:spTree>
  </p:cSld>
  <p:clrMapOvr>
    <a:masterClrMapping/>
  </p:clrMapOvr>
  <p:transition>
    <p:split/>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BC596750-3673-E8A3-67C8-13B8968E1850}"/>
              </a:ext>
            </a:extLst>
          </p:cNvPr>
          <p:cNvSpPr>
            <a:spLocks noGrp="1" noChangeArrowheads="1"/>
          </p:cNvSpPr>
          <p:nvPr>
            <p:ph type="title"/>
          </p:nvPr>
        </p:nvSpPr>
        <p:spPr/>
        <p:txBody>
          <a:bodyPr/>
          <a:lstStyle/>
          <a:p>
            <a:r>
              <a:rPr lang="zh-CN" altLang="en-US"/>
              <a:t>性能分析</a:t>
            </a:r>
            <a:r>
              <a:rPr lang="en-US" altLang="zh-CN"/>
              <a:t>--</a:t>
            </a:r>
            <a:r>
              <a:rPr lang="zh-CN" altLang="en-US"/>
              <a:t>采用邻接表表示</a:t>
            </a:r>
          </a:p>
        </p:txBody>
      </p:sp>
      <p:sp>
        <p:nvSpPr>
          <p:cNvPr id="77827" name="Rectangle 3">
            <a:extLst>
              <a:ext uri="{FF2B5EF4-FFF2-40B4-BE49-F238E27FC236}">
                <a16:creationId xmlns:a16="http://schemas.microsoft.com/office/drawing/2014/main" id="{51239440-0575-0498-080F-4CAC27CE3D76}"/>
              </a:ext>
            </a:extLst>
          </p:cNvPr>
          <p:cNvSpPr>
            <a:spLocks noGrp="1" noChangeArrowheads="1"/>
          </p:cNvSpPr>
          <p:nvPr>
            <p:ph type="body" idx="1"/>
          </p:nvPr>
        </p:nvSpPr>
        <p:spPr/>
        <p:txBody>
          <a:bodyPr/>
          <a:lstStyle/>
          <a:p>
            <a:r>
              <a:rPr lang="zh-CN" altLang="en-US" dirty="0"/>
              <a:t>建立最小堆时检测邻接表的时间为</a:t>
            </a:r>
            <a:r>
              <a:rPr lang="en-US" altLang="zh-CN" dirty="0"/>
              <a:t>O(</a:t>
            </a:r>
            <a:r>
              <a:rPr lang="en-US" altLang="zh-CN" dirty="0" err="1"/>
              <a:t>n+e</a:t>
            </a:r>
            <a:r>
              <a:rPr lang="en-US" altLang="zh-CN" dirty="0"/>
              <a:t>)</a:t>
            </a:r>
          </a:p>
          <a:p>
            <a:r>
              <a:rPr lang="zh-CN" altLang="en-US" dirty="0"/>
              <a:t>构造最小生成树的时间代价不变，仍然是</a:t>
            </a:r>
            <a:r>
              <a:rPr lang="en-US" altLang="zh-CN" dirty="0"/>
              <a:t>O(elog</a:t>
            </a:r>
            <a:r>
              <a:rPr lang="en-US" altLang="zh-CN" baseline="-25000" dirty="0"/>
              <a:t>2</a:t>
            </a:r>
            <a:r>
              <a:rPr lang="en-US" altLang="zh-CN" dirty="0"/>
              <a:t>e+elog</a:t>
            </a:r>
            <a:r>
              <a:rPr lang="en-US" altLang="zh-CN" baseline="-25000" dirty="0"/>
              <a:t>2</a:t>
            </a:r>
            <a:r>
              <a:rPr lang="en-US" altLang="zh-CN" dirty="0"/>
              <a:t>n+n)</a:t>
            </a:r>
          </a:p>
          <a:p>
            <a:r>
              <a:rPr lang="zh-CN" altLang="en-US" dirty="0"/>
              <a:t>所以总时间为</a:t>
            </a:r>
            <a:r>
              <a:rPr lang="en-US" altLang="zh-CN" dirty="0"/>
              <a:t>O(elog</a:t>
            </a:r>
            <a:r>
              <a:rPr lang="en-US" altLang="zh-CN" baseline="-25000" dirty="0"/>
              <a:t>2</a:t>
            </a:r>
            <a:r>
              <a:rPr lang="en-US" altLang="zh-CN" dirty="0"/>
              <a:t>e+n)</a:t>
            </a:r>
          </a:p>
        </p:txBody>
      </p:sp>
      <p:sp>
        <p:nvSpPr>
          <p:cNvPr id="2" name="灯片编号占位符 1">
            <a:extLst>
              <a:ext uri="{FF2B5EF4-FFF2-40B4-BE49-F238E27FC236}">
                <a16:creationId xmlns:a16="http://schemas.microsoft.com/office/drawing/2014/main" id="{7B7266A9-EB41-4BF0-22A6-476100E9A292}"/>
              </a:ext>
            </a:extLst>
          </p:cNvPr>
          <p:cNvSpPr>
            <a:spLocks noGrp="1"/>
          </p:cNvSpPr>
          <p:nvPr>
            <p:ph type="sldNum" sz="quarter" idx="12"/>
          </p:nvPr>
        </p:nvSpPr>
        <p:spPr/>
        <p:txBody>
          <a:bodyPr/>
          <a:lstStyle/>
          <a:p>
            <a:pPr>
              <a:defRPr/>
            </a:pPr>
            <a:fld id="{2E0F9FB0-350A-4A87-9CD5-1F022F266B97}" type="slidenum">
              <a:rPr lang="en-US" altLang="zh-CN" smtClean="0"/>
              <a:pPr>
                <a:defRPr/>
              </a:pPr>
              <a:t>63</a:t>
            </a:fld>
            <a:endParaRPr lang="en-US" altLang="zh-CN"/>
          </a:p>
        </p:txBody>
      </p:sp>
    </p:spTree>
  </p:cSld>
  <p:clrMapOvr>
    <a:masterClrMapping/>
  </p:clrMapOvr>
  <p:transition>
    <p:split/>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a:extLst>
              <a:ext uri="{FF2B5EF4-FFF2-40B4-BE49-F238E27FC236}">
                <a16:creationId xmlns:a16="http://schemas.microsoft.com/office/drawing/2014/main" id="{4ECF95FE-F15C-69CB-A817-04C5C5E6A230}"/>
              </a:ext>
            </a:extLst>
          </p:cNvPr>
          <p:cNvSpPr>
            <a:spLocks noGrp="1" noChangeArrowheads="1"/>
          </p:cNvSpPr>
          <p:nvPr>
            <p:ph type="title"/>
          </p:nvPr>
        </p:nvSpPr>
        <p:spPr/>
        <p:txBody>
          <a:bodyPr/>
          <a:lstStyle/>
          <a:p>
            <a:r>
              <a:rPr lang="en-US" altLang="zh-CN" dirty="0"/>
              <a:t>8.4.2 </a:t>
            </a:r>
            <a:r>
              <a:rPr lang="zh-CN" altLang="en-US" dirty="0"/>
              <a:t>普里姆</a:t>
            </a:r>
            <a:r>
              <a:rPr lang="en-US" altLang="zh-CN" dirty="0"/>
              <a:t>(Prim)</a:t>
            </a:r>
            <a:r>
              <a:rPr lang="zh-CN" altLang="en-US" dirty="0"/>
              <a:t>算法</a:t>
            </a:r>
          </a:p>
        </p:txBody>
      </p:sp>
      <p:sp>
        <p:nvSpPr>
          <p:cNvPr id="190467" name="Rectangle 3">
            <a:extLst>
              <a:ext uri="{FF2B5EF4-FFF2-40B4-BE49-F238E27FC236}">
                <a16:creationId xmlns:a16="http://schemas.microsoft.com/office/drawing/2014/main" id="{6222B401-ADA0-6352-063F-B6AD6BE2D3FF}"/>
              </a:ext>
            </a:extLst>
          </p:cNvPr>
          <p:cNvSpPr>
            <a:spLocks noGrp="1" noChangeArrowheads="1"/>
          </p:cNvSpPr>
          <p:nvPr>
            <p:ph type="body" idx="1"/>
          </p:nvPr>
        </p:nvSpPr>
        <p:spPr/>
        <p:txBody>
          <a:bodyPr>
            <a:normAutofit fontScale="92500" lnSpcReduction="10000"/>
          </a:bodyPr>
          <a:lstStyle/>
          <a:p>
            <a:r>
              <a:rPr lang="zh-CN" altLang="en-US" dirty="0"/>
              <a:t>普里姆算法的基本思想：</a:t>
            </a:r>
          </a:p>
          <a:p>
            <a:pPr lvl="1"/>
            <a:r>
              <a:rPr lang="zh-CN" altLang="en-US" dirty="0"/>
              <a:t>从连通网络 </a:t>
            </a:r>
            <a:r>
              <a:rPr lang="en-US" altLang="zh-CN" dirty="0"/>
              <a:t>N = { V, E }</a:t>
            </a:r>
            <a:r>
              <a:rPr lang="zh-CN" altLang="en-US" dirty="0"/>
              <a:t>中的某一顶点 </a:t>
            </a:r>
            <a:r>
              <a:rPr lang="en-US" altLang="zh-CN" dirty="0"/>
              <a:t>u</a:t>
            </a:r>
            <a:r>
              <a:rPr lang="en-US" altLang="zh-CN" baseline="-25000" dirty="0"/>
              <a:t>0</a:t>
            </a:r>
            <a:r>
              <a:rPr lang="en-US" altLang="zh-CN" dirty="0"/>
              <a:t> </a:t>
            </a:r>
            <a:r>
              <a:rPr lang="zh-CN" altLang="en-US" dirty="0"/>
              <a:t>出发</a:t>
            </a:r>
            <a:r>
              <a:rPr lang="en-US" altLang="zh-CN" dirty="0"/>
              <a:t>, </a:t>
            </a:r>
            <a:r>
              <a:rPr lang="zh-CN" altLang="en-US" dirty="0"/>
              <a:t>选择与它关联的具有最小权值的边 </a:t>
            </a:r>
            <a:r>
              <a:rPr lang="en-US" altLang="zh-CN" dirty="0"/>
              <a:t>( u</a:t>
            </a:r>
            <a:r>
              <a:rPr lang="en-US" altLang="zh-CN" baseline="-25000" dirty="0"/>
              <a:t>0</a:t>
            </a:r>
            <a:r>
              <a:rPr lang="en-US" altLang="zh-CN" dirty="0"/>
              <a:t>, v ), </a:t>
            </a:r>
            <a:r>
              <a:rPr lang="zh-CN" altLang="en-US" dirty="0"/>
              <a:t>将顶点</a:t>
            </a:r>
            <a:r>
              <a:rPr lang="en-US" altLang="zh-CN" dirty="0"/>
              <a:t>v</a:t>
            </a:r>
            <a:r>
              <a:rPr lang="zh-CN" altLang="en-US" dirty="0"/>
              <a:t>加入到生成树顶点集合</a:t>
            </a:r>
            <a:r>
              <a:rPr lang="en-US" altLang="zh-CN" dirty="0"/>
              <a:t>U</a:t>
            </a:r>
            <a:r>
              <a:rPr lang="zh-CN" altLang="en-US" dirty="0"/>
              <a:t>中，初始时</a:t>
            </a:r>
            <a:r>
              <a:rPr lang="en-US" altLang="zh-CN" dirty="0"/>
              <a:t>U = {u</a:t>
            </a:r>
            <a:r>
              <a:rPr lang="en-US" altLang="zh-CN" baseline="-25000" dirty="0"/>
              <a:t>0</a:t>
            </a:r>
            <a:r>
              <a:rPr lang="en-US" altLang="zh-CN" dirty="0"/>
              <a:t>}</a:t>
            </a:r>
            <a:r>
              <a:rPr lang="zh-CN" altLang="en-US" dirty="0"/>
              <a:t>。</a:t>
            </a:r>
          </a:p>
          <a:p>
            <a:pPr lvl="1"/>
            <a:r>
              <a:rPr lang="zh-CN" altLang="en-US" dirty="0"/>
              <a:t>以后每一步从一个顶点在 </a:t>
            </a:r>
            <a:r>
              <a:rPr lang="en-US" altLang="zh-CN" dirty="0"/>
              <a:t>U </a:t>
            </a:r>
            <a:r>
              <a:rPr lang="zh-CN" altLang="en-US" dirty="0"/>
              <a:t>中，而另一个顶点不在 </a:t>
            </a:r>
            <a:r>
              <a:rPr lang="en-US" altLang="zh-CN" dirty="0"/>
              <a:t>U </a:t>
            </a:r>
            <a:r>
              <a:rPr lang="zh-CN" altLang="en-US" dirty="0"/>
              <a:t>中的各条边中选择权值最小的边</a:t>
            </a:r>
            <a:r>
              <a:rPr lang="en-US" altLang="zh-CN" dirty="0"/>
              <a:t>(u, v)</a:t>
            </a:r>
            <a:r>
              <a:rPr lang="zh-CN" altLang="en-US" dirty="0"/>
              <a:t>，把它的顶点加入到集合 </a:t>
            </a:r>
            <a:r>
              <a:rPr lang="en-US" altLang="zh-CN" dirty="0"/>
              <a:t>U </a:t>
            </a:r>
            <a:r>
              <a:rPr lang="zh-CN" altLang="en-US" dirty="0"/>
              <a:t>中。</a:t>
            </a:r>
            <a:endParaRPr lang="en-US" altLang="zh-CN" dirty="0"/>
          </a:p>
          <a:p>
            <a:pPr lvl="1"/>
            <a:r>
              <a:rPr lang="zh-CN" altLang="en-US" dirty="0"/>
              <a:t>如此继续下去，直到网络中的所有顶点都加入到生成树顶点集合 </a:t>
            </a:r>
            <a:r>
              <a:rPr lang="en-US" altLang="zh-CN" dirty="0"/>
              <a:t>U </a:t>
            </a:r>
            <a:r>
              <a:rPr lang="zh-CN" altLang="en-US" dirty="0"/>
              <a:t>中为止。</a:t>
            </a:r>
          </a:p>
        </p:txBody>
      </p:sp>
      <p:sp>
        <p:nvSpPr>
          <p:cNvPr id="2" name="灯片编号占位符 1">
            <a:extLst>
              <a:ext uri="{FF2B5EF4-FFF2-40B4-BE49-F238E27FC236}">
                <a16:creationId xmlns:a16="http://schemas.microsoft.com/office/drawing/2014/main" id="{39C77D03-D133-A0AF-4E79-8790339DDA71}"/>
              </a:ext>
            </a:extLst>
          </p:cNvPr>
          <p:cNvSpPr>
            <a:spLocks noGrp="1"/>
          </p:cNvSpPr>
          <p:nvPr>
            <p:ph type="sldNum" sz="quarter" idx="12"/>
          </p:nvPr>
        </p:nvSpPr>
        <p:spPr/>
        <p:txBody>
          <a:bodyPr/>
          <a:lstStyle/>
          <a:p>
            <a:pPr>
              <a:defRPr/>
            </a:pPr>
            <a:fld id="{2E0F9FB0-350A-4A87-9CD5-1F022F266B97}" type="slidenum">
              <a:rPr lang="en-US" altLang="zh-CN" smtClean="0"/>
              <a:pPr>
                <a:defRPr/>
              </a:pPr>
              <a:t>64</a:t>
            </a:fld>
            <a:endParaRPr lang="en-US" altLang="zh-CN"/>
          </a:p>
        </p:txBody>
      </p:sp>
    </p:spTree>
  </p:cSld>
  <p:clrMapOvr>
    <a:masterClrMapping/>
  </p:clrMapOvr>
  <p:transition>
    <p:zoom/>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Line 1136">
            <a:extLst>
              <a:ext uri="{FF2B5EF4-FFF2-40B4-BE49-F238E27FC236}">
                <a16:creationId xmlns:a16="http://schemas.microsoft.com/office/drawing/2014/main" id="{C5F37F80-A787-4BB7-7852-6CC4B10C2DCF}"/>
              </a:ext>
            </a:extLst>
          </p:cNvPr>
          <p:cNvSpPr>
            <a:spLocks noChangeShapeType="1"/>
          </p:cNvSpPr>
          <p:nvPr/>
        </p:nvSpPr>
        <p:spPr bwMode="auto">
          <a:xfrm>
            <a:off x="2286000" y="914400"/>
            <a:ext cx="457200" cy="762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75" name="Line 1135">
            <a:extLst>
              <a:ext uri="{FF2B5EF4-FFF2-40B4-BE49-F238E27FC236}">
                <a16:creationId xmlns:a16="http://schemas.microsoft.com/office/drawing/2014/main" id="{8C9A1078-2723-497A-650A-3806B9510ECC}"/>
              </a:ext>
            </a:extLst>
          </p:cNvPr>
          <p:cNvSpPr>
            <a:spLocks noChangeShapeType="1"/>
          </p:cNvSpPr>
          <p:nvPr/>
        </p:nvSpPr>
        <p:spPr bwMode="auto">
          <a:xfrm>
            <a:off x="1676400" y="1752600"/>
            <a:ext cx="457200" cy="762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76" name="Line 1134">
            <a:extLst>
              <a:ext uri="{FF2B5EF4-FFF2-40B4-BE49-F238E27FC236}">
                <a16:creationId xmlns:a16="http://schemas.microsoft.com/office/drawing/2014/main" id="{647C6C37-E2ED-57ED-48A2-FDDCD73DED63}"/>
              </a:ext>
            </a:extLst>
          </p:cNvPr>
          <p:cNvSpPr>
            <a:spLocks noChangeShapeType="1"/>
          </p:cNvSpPr>
          <p:nvPr/>
        </p:nvSpPr>
        <p:spPr bwMode="auto">
          <a:xfrm>
            <a:off x="8077200" y="4038600"/>
            <a:ext cx="457200" cy="762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77" name="Line 1131">
            <a:extLst>
              <a:ext uri="{FF2B5EF4-FFF2-40B4-BE49-F238E27FC236}">
                <a16:creationId xmlns:a16="http://schemas.microsoft.com/office/drawing/2014/main" id="{62DBE3CA-4229-9DC0-9277-A4BBA935297A}"/>
              </a:ext>
            </a:extLst>
          </p:cNvPr>
          <p:cNvSpPr>
            <a:spLocks noChangeShapeType="1"/>
          </p:cNvSpPr>
          <p:nvPr/>
        </p:nvSpPr>
        <p:spPr bwMode="auto">
          <a:xfrm>
            <a:off x="3429000" y="4876800"/>
            <a:ext cx="533400" cy="838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78" name="Text Box 1132">
            <a:extLst>
              <a:ext uri="{FF2B5EF4-FFF2-40B4-BE49-F238E27FC236}">
                <a16:creationId xmlns:a16="http://schemas.microsoft.com/office/drawing/2014/main" id="{01D7084C-DC5C-829B-1933-EFD82C147C7E}"/>
              </a:ext>
            </a:extLst>
          </p:cNvPr>
          <p:cNvSpPr txBox="1">
            <a:spLocks noChangeArrowheads="1"/>
          </p:cNvSpPr>
          <p:nvPr/>
        </p:nvSpPr>
        <p:spPr bwMode="auto">
          <a:xfrm>
            <a:off x="3200400" y="51816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25</a:t>
            </a:r>
            <a:endParaRPr kumimoji="1" lang="en-US" altLang="zh-CN" sz="2400">
              <a:latin typeface="Times New Roman" panose="02020603050405020304" pitchFamily="18" charset="0"/>
              <a:ea typeface="宋体" panose="02010600030101010101" pitchFamily="2" charset="-122"/>
            </a:endParaRPr>
          </a:p>
        </p:txBody>
      </p:sp>
      <p:sp>
        <p:nvSpPr>
          <p:cNvPr id="79879" name="Line 1128">
            <a:extLst>
              <a:ext uri="{FF2B5EF4-FFF2-40B4-BE49-F238E27FC236}">
                <a16:creationId xmlns:a16="http://schemas.microsoft.com/office/drawing/2014/main" id="{50756460-60C8-A9E4-A54E-45034C241E8B}"/>
              </a:ext>
            </a:extLst>
          </p:cNvPr>
          <p:cNvSpPr>
            <a:spLocks noChangeShapeType="1"/>
          </p:cNvSpPr>
          <p:nvPr/>
        </p:nvSpPr>
        <p:spPr bwMode="auto">
          <a:xfrm>
            <a:off x="533400" y="1752600"/>
            <a:ext cx="533400" cy="838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0" name="Line 1129">
            <a:extLst>
              <a:ext uri="{FF2B5EF4-FFF2-40B4-BE49-F238E27FC236}">
                <a16:creationId xmlns:a16="http://schemas.microsoft.com/office/drawing/2014/main" id="{946AA230-E344-2364-D829-089E2C27E246}"/>
              </a:ext>
            </a:extLst>
          </p:cNvPr>
          <p:cNvSpPr>
            <a:spLocks noChangeShapeType="1"/>
          </p:cNvSpPr>
          <p:nvPr/>
        </p:nvSpPr>
        <p:spPr bwMode="auto">
          <a:xfrm flipH="1">
            <a:off x="533400" y="838200"/>
            <a:ext cx="457200" cy="838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1" name="Line 1130">
            <a:extLst>
              <a:ext uri="{FF2B5EF4-FFF2-40B4-BE49-F238E27FC236}">
                <a16:creationId xmlns:a16="http://schemas.microsoft.com/office/drawing/2014/main" id="{BC0E44A3-3BA6-77B6-0CC6-E47B4C497B6F}"/>
              </a:ext>
            </a:extLst>
          </p:cNvPr>
          <p:cNvSpPr>
            <a:spLocks noChangeShapeType="1"/>
          </p:cNvSpPr>
          <p:nvPr/>
        </p:nvSpPr>
        <p:spPr bwMode="auto">
          <a:xfrm>
            <a:off x="1295400" y="2667000"/>
            <a:ext cx="685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2" name="Line 1122">
            <a:extLst>
              <a:ext uri="{FF2B5EF4-FFF2-40B4-BE49-F238E27FC236}">
                <a16:creationId xmlns:a16="http://schemas.microsoft.com/office/drawing/2014/main" id="{6D807D9E-0F5F-B811-2C1F-C92A31FE998A}"/>
              </a:ext>
            </a:extLst>
          </p:cNvPr>
          <p:cNvSpPr>
            <a:spLocks noChangeShapeType="1"/>
          </p:cNvSpPr>
          <p:nvPr/>
        </p:nvSpPr>
        <p:spPr bwMode="auto">
          <a:xfrm>
            <a:off x="533400" y="4876800"/>
            <a:ext cx="533400" cy="838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3" name="Text Box 1123">
            <a:extLst>
              <a:ext uri="{FF2B5EF4-FFF2-40B4-BE49-F238E27FC236}">
                <a16:creationId xmlns:a16="http://schemas.microsoft.com/office/drawing/2014/main" id="{4FA9B978-5B10-3052-C03B-BC64B54DB286}"/>
              </a:ext>
            </a:extLst>
          </p:cNvPr>
          <p:cNvSpPr txBox="1">
            <a:spLocks noChangeArrowheads="1"/>
          </p:cNvSpPr>
          <p:nvPr/>
        </p:nvSpPr>
        <p:spPr bwMode="auto">
          <a:xfrm>
            <a:off x="304800" y="51816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25</a:t>
            </a:r>
            <a:endParaRPr kumimoji="1" lang="en-US" altLang="zh-CN" sz="2400">
              <a:latin typeface="Times New Roman" panose="02020603050405020304" pitchFamily="18" charset="0"/>
              <a:ea typeface="宋体" panose="02010600030101010101" pitchFamily="2" charset="-122"/>
            </a:endParaRPr>
          </a:p>
        </p:txBody>
      </p:sp>
      <p:sp>
        <p:nvSpPr>
          <p:cNvPr id="79884" name="Line 1120">
            <a:extLst>
              <a:ext uri="{FF2B5EF4-FFF2-40B4-BE49-F238E27FC236}">
                <a16:creationId xmlns:a16="http://schemas.microsoft.com/office/drawing/2014/main" id="{A6F35581-2F6F-74FA-42C8-0E9388261EFF}"/>
              </a:ext>
            </a:extLst>
          </p:cNvPr>
          <p:cNvSpPr>
            <a:spLocks noChangeShapeType="1"/>
          </p:cNvSpPr>
          <p:nvPr/>
        </p:nvSpPr>
        <p:spPr bwMode="auto">
          <a:xfrm>
            <a:off x="6324600" y="1752600"/>
            <a:ext cx="533400" cy="838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5" name="Line 1119">
            <a:extLst>
              <a:ext uri="{FF2B5EF4-FFF2-40B4-BE49-F238E27FC236}">
                <a16:creationId xmlns:a16="http://schemas.microsoft.com/office/drawing/2014/main" id="{BDEBC797-5570-0839-0181-ED48AD4E00E1}"/>
              </a:ext>
            </a:extLst>
          </p:cNvPr>
          <p:cNvSpPr>
            <a:spLocks noChangeShapeType="1"/>
          </p:cNvSpPr>
          <p:nvPr/>
        </p:nvSpPr>
        <p:spPr bwMode="auto">
          <a:xfrm flipH="1">
            <a:off x="3505200" y="838200"/>
            <a:ext cx="457200" cy="838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6" name="Text Box 1026">
            <a:extLst>
              <a:ext uri="{FF2B5EF4-FFF2-40B4-BE49-F238E27FC236}">
                <a16:creationId xmlns:a16="http://schemas.microsoft.com/office/drawing/2014/main" id="{58756947-752A-4AF2-E809-08E385EB328B}"/>
              </a:ext>
            </a:extLst>
          </p:cNvPr>
          <p:cNvSpPr txBox="1">
            <a:spLocks noChangeArrowheads="1"/>
          </p:cNvSpPr>
          <p:nvPr/>
        </p:nvSpPr>
        <p:spPr bwMode="auto">
          <a:xfrm>
            <a:off x="3276600" y="8524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79887" name="Line 1028">
            <a:extLst>
              <a:ext uri="{FF2B5EF4-FFF2-40B4-BE49-F238E27FC236}">
                <a16:creationId xmlns:a16="http://schemas.microsoft.com/office/drawing/2014/main" id="{805C0C78-0F6A-1CBD-9D25-08DA2EEE78DF}"/>
              </a:ext>
            </a:extLst>
          </p:cNvPr>
          <p:cNvSpPr>
            <a:spLocks noChangeShapeType="1"/>
          </p:cNvSpPr>
          <p:nvPr/>
        </p:nvSpPr>
        <p:spPr bwMode="auto">
          <a:xfrm flipH="1">
            <a:off x="2286000" y="1828800"/>
            <a:ext cx="457200" cy="838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8" name="Line 1029">
            <a:extLst>
              <a:ext uri="{FF2B5EF4-FFF2-40B4-BE49-F238E27FC236}">
                <a16:creationId xmlns:a16="http://schemas.microsoft.com/office/drawing/2014/main" id="{9BE6047E-F42B-85E6-5527-BC0F78E335F1}"/>
              </a:ext>
            </a:extLst>
          </p:cNvPr>
          <p:cNvSpPr>
            <a:spLocks noChangeShapeType="1"/>
          </p:cNvSpPr>
          <p:nvPr/>
        </p:nvSpPr>
        <p:spPr bwMode="auto">
          <a:xfrm flipV="1">
            <a:off x="1219200" y="762000"/>
            <a:ext cx="990600" cy="1828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9" name="Oval 1030" descr="羊皮纸">
            <a:extLst>
              <a:ext uri="{FF2B5EF4-FFF2-40B4-BE49-F238E27FC236}">
                <a16:creationId xmlns:a16="http://schemas.microsoft.com/office/drawing/2014/main" id="{314BF911-1525-A066-A770-9E3CAB06483F}"/>
              </a:ext>
            </a:extLst>
          </p:cNvPr>
          <p:cNvSpPr>
            <a:spLocks noChangeArrowheads="1"/>
          </p:cNvSpPr>
          <p:nvPr/>
        </p:nvSpPr>
        <p:spPr bwMode="auto">
          <a:xfrm>
            <a:off x="304800" y="15240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5</a:t>
            </a:r>
            <a:endParaRPr lang="en-US" altLang="zh-CN"/>
          </a:p>
        </p:txBody>
      </p:sp>
      <p:sp>
        <p:nvSpPr>
          <p:cNvPr id="79890" name="Oval 1031" descr="羊皮纸">
            <a:extLst>
              <a:ext uri="{FF2B5EF4-FFF2-40B4-BE49-F238E27FC236}">
                <a16:creationId xmlns:a16="http://schemas.microsoft.com/office/drawing/2014/main" id="{76576B49-6CCB-B178-BA3D-59BB7C55B663}"/>
              </a:ext>
            </a:extLst>
          </p:cNvPr>
          <p:cNvSpPr>
            <a:spLocks noChangeArrowheads="1"/>
          </p:cNvSpPr>
          <p:nvPr/>
        </p:nvSpPr>
        <p:spPr bwMode="auto">
          <a:xfrm>
            <a:off x="838200" y="5334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0</a:t>
            </a:r>
            <a:endParaRPr lang="en-US" altLang="zh-CN"/>
          </a:p>
        </p:txBody>
      </p:sp>
      <p:sp>
        <p:nvSpPr>
          <p:cNvPr id="79891" name="Oval 1032" descr="羊皮纸">
            <a:extLst>
              <a:ext uri="{FF2B5EF4-FFF2-40B4-BE49-F238E27FC236}">
                <a16:creationId xmlns:a16="http://schemas.microsoft.com/office/drawing/2014/main" id="{7A3CD178-0B06-6372-4FEC-210055EC6A63}"/>
              </a:ext>
            </a:extLst>
          </p:cNvPr>
          <p:cNvSpPr>
            <a:spLocks noChangeArrowheads="1"/>
          </p:cNvSpPr>
          <p:nvPr/>
        </p:nvSpPr>
        <p:spPr bwMode="auto">
          <a:xfrm>
            <a:off x="838200" y="24384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4</a:t>
            </a:r>
            <a:endParaRPr lang="en-US" altLang="zh-CN"/>
          </a:p>
        </p:txBody>
      </p:sp>
      <p:sp>
        <p:nvSpPr>
          <p:cNvPr id="79892" name="Oval 1033" descr="羊皮纸">
            <a:extLst>
              <a:ext uri="{FF2B5EF4-FFF2-40B4-BE49-F238E27FC236}">
                <a16:creationId xmlns:a16="http://schemas.microsoft.com/office/drawing/2014/main" id="{1BCF0CEE-33EA-E561-D77A-455E0D6458BD}"/>
              </a:ext>
            </a:extLst>
          </p:cNvPr>
          <p:cNvSpPr>
            <a:spLocks noChangeArrowheads="1"/>
          </p:cNvSpPr>
          <p:nvPr/>
        </p:nvSpPr>
        <p:spPr bwMode="auto">
          <a:xfrm>
            <a:off x="1447800" y="15240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6</a:t>
            </a:r>
            <a:endParaRPr lang="en-US" altLang="zh-CN"/>
          </a:p>
        </p:txBody>
      </p:sp>
      <p:sp>
        <p:nvSpPr>
          <p:cNvPr id="79893" name="Oval 1034" descr="羊皮纸">
            <a:extLst>
              <a:ext uri="{FF2B5EF4-FFF2-40B4-BE49-F238E27FC236}">
                <a16:creationId xmlns:a16="http://schemas.microsoft.com/office/drawing/2014/main" id="{A1E53B87-3698-8630-487E-D577DE659133}"/>
              </a:ext>
            </a:extLst>
          </p:cNvPr>
          <p:cNvSpPr>
            <a:spLocks noChangeArrowheads="1"/>
          </p:cNvSpPr>
          <p:nvPr/>
        </p:nvSpPr>
        <p:spPr bwMode="auto">
          <a:xfrm>
            <a:off x="1981200" y="5334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1</a:t>
            </a:r>
            <a:endParaRPr lang="en-US" altLang="zh-CN"/>
          </a:p>
        </p:txBody>
      </p:sp>
      <p:sp>
        <p:nvSpPr>
          <p:cNvPr id="79894" name="Oval 1035" descr="羊皮纸">
            <a:extLst>
              <a:ext uri="{FF2B5EF4-FFF2-40B4-BE49-F238E27FC236}">
                <a16:creationId xmlns:a16="http://schemas.microsoft.com/office/drawing/2014/main" id="{521A3546-B7C2-5DD7-86FA-131903E58938}"/>
              </a:ext>
            </a:extLst>
          </p:cNvPr>
          <p:cNvSpPr>
            <a:spLocks noChangeArrowheads="1"/>
          </p:cNvSpPr>
          <p:nvPr/>
        </p:nvSpPr>
        <p:spPr bwMode="auto">
          <a:xfrm>
            <a:off x="1981200" y="24384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3</a:t>
            </a:r>
            <a:endParaRPr lang="en-US" altLang="zh-CN"/>
          </a:p>
        </p:txBody>
      </p:sp>
      <p:sp>
        <p:nvSpPr>
          <p:cNvPr id="79895" name="Oval 1036" descr="羊皮纸">
            <a:extLst>
              <a:ext uri="{FF2B5EF4-FFF2-40B4-BE49-F238E27FC236}">
                <a16:creationId xmlns:a16="http://schemas.microsoft.com/office/drawing/2014/main" id="{A8AA2835-B793-3B99-87DD-7C7DCCA7ED6A}"/>
              </a:ext>
            </a:extLst>
          </p:cNvPr>
          <p:cNvSpPr>
            <a:spLocks noChangeArrowheads="1"/>
          </p:cNvSpPr>
          <p:nvPr/>
        </p:nvSpPr>
        <p:spPr bwMode="auto">
          <a:xfrm flipH="1">
            <a:off x="2590800" y="15240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2</a:t>
            </a:r>
            <a:endParaRPr lang="en-US" altLang="zh-CN"/>
          </a:p>
        </p:txBody>
      </p:sp>
      <p:sp>
        <p:nvSpPr>
          <p:cNvPr id="79896" name="Text Box 1037">
            <a:extLst>
              <a:ext uri="{FF2B5EF4-FFF2-40B4-BE49-F238E27FC236}">
                <a16:creationId xmlns:a16="http://schemas.microsoft.com/office/drawing/2014/main" id="{CF5818A6-133B-B23A-924C-429FEA058B1D}"/>
              </a:ext>
            </a:extLst>
          </p:cNvPr>
          <p:cNvSpPr txBox="1">
            <a:spLocks noChangeArrowheads="1"/>
          </p:cNvSpPr>
          <p:nvPr/>
        </p:nvSpPr>
        <p:spPr bwMode="auto">
          <a:xfrm>
            <a:off x="1371600" y="2286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28</a:t>
            </a:r>
            <a:endParaRPr kumimoji="1" lang="en-US" altLang="zh-CN" sz="2400">
              <a:latin typeface="Times New Roman" panose="02020603050405020304" pitchFamily="18" charset="0"/>
              <a:ea typeface="宋体" panose="02010600030101010101" pitchFamily="2" charset="-122"/>
            </a:endParaRPr>
          </a:p>
        </p:txBody>
      </p:sp>
      <p:sp>
        <p:nvSpPr>
          <p:cNvPr id="79897" name="Text Box 1038">
            <a:extLst>
              <a:ext uri="{FF2B5EF4-FFF2-40B4-BE49-F238E27FC236}">
                <a16:creationId xmlns:a16="http://schemas.microsoft.com/office/drawing/2014/main" id="{5197C2AA-6ACC-04DF-622D-BA358CD68892}"/>
              </a:ext>
            </a:extLst>
          </p:cNvPr>
          <p:cNvSpPr txBox="1">
            <a:spLocks noChangeArrowheads="1"/>
          </p:cNvSpPr>
          <p:nvPr/>
        </p:nvSpPr>
        <p:spPr bwMode="auto">
          <a:xfrm>
            <a:off x="304800" y="8524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79898" name="Text Box 1039">
            <a:extLst>
              <a:ext uri="{FF2B5EF4-FFF2-40B4-BE49-F238E27FC236}">
                <a16:creationId xmlns:a16="http://schemas.microsoft.com/office/drawing/2014/main" id="{E82888FE-0ABA-33A5-B0D0-2326BC1E87C5}"/>
              </a:ext>
            </a:extLst>
          </p:cNvPr>
          <p:cNvSpPr txBox="1">
            <a:spLocks noChangeArrowheads="1"/>
          </p:cNvSpPr>
          <p:nvPr/>
        </p:nvSpPr>
        <p:spPr bwMode="auto">
          <a:xfrm>
            <a:off x="304800" y="20716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25</a:t>
            </a:r>
            <a:endParaRPr kumimoji="1" lang="en-US" altLang="zh-CN" sz="2400">
              <a:latin typeface="Times New Roman" panose="02020603050405020304" pitchFamily="18" charset="0"/>
              <a:ea typeface="宋体" panose="02010600030101010101" pitchFamily="2" charset="-122"/>
            </a:endParaRPr>
          </a:p>
        </p:txBody>
      </p:sp>
      <p:sp>
        <p:nvSpPr>
          <p:cNvPr id="79899" name="Text Box 1040">
            <a:extLst>
              <a:ext uri="{FF2B5EF4-FFF2-40B4-BE49-F238E27FC236}">
                <a16:creationId xmlns:a16="http://schemas.microsoft.com/office/drawing/2014/main" id="{ADF57C12-F6B5-333A-5398-888ECD09968D}"/>
              </a:ext>
            </a:extLst>
          </p:cNvPr>
          <p:cNvSpPr txBox="1">
            <a:spLocks noChangeArrowheads="1"/>
          </p:cNvSpPr>
          <p:nvPr/>
        </p:nvSpPr>
        <p:spPr bwMode="auto">
          <a:xfrm>
            <a:off x="1371600" y="9286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14</a:t>
            </a:r>
            <a:endParaRPr kumimoji="1" lang="en-US" altLang="zh-CN" sz="2400">
              <a:latin typeface="Times New Roman" panose="02020603050405020304" pitchFamily="18" charset="0"/>
              <a:ea typeface="宋体" panose="02010600030101010101" pitchFamily="2" charset="-122"/>
            </a:endParaRPr>
          </a:p>
        </p:txBody>
      </p:sp>
      <p:sp>
        <p:nvSpPr>
          <p:cNvPr id="79900" name="Text Box 1041">
            <a:extLst>
              <a:ext uri="{FF2B5EF4-FFF2-40B4-BE49-F238E27FC236}">
                <a16:creationId xmlns:a16="http://schemas.microsoft.com/office/drawing/2014/main" id="{0D9CAC10-7951-7E25-BCD9-4885A5494CDC}"/>
              </a:ext>
            </a:extLst>
          </p:cNvPr>
          <p:cNvSpPr txBox="1">
            <a:spLocks noChangeArrowheads="1"/>
          </p:cNvSpPr>
          <p:nvPr/>
        </p:nvSpPr>
        <p:spPr bwMode="auto">
          <a:xfrm>
            <a:off x="914400" y="18430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24</a:t>
            </a:r>
            <a:endParaRPr kumimoji="1" lang="en-US" altLang="zh-CN" sz="2400">
              <a:latin typeface="Times New Roman" panose="02020603050405020304" pitchFamily="18" charset="0"/>
              <a:ea typeface="宋体" panose="02010600030101010101" pitchFamily="2" charset="-122"/>
            </a:endParaRPr>
          </a:p>
        </p:txBody>
      </p:sp>
      <p:sp>
        <p:nvSpPr>
          <p:cNvPr id="79901" name="Text Box 1042">
            <a:extLst>
              <a:ext uri="{FF2B5EF4-FFF2-40B4-BE49-F238E27FC236}">
                <a16:creationId xmlns:a16="http://schemas.microsoft.com/office/drawing/2014/main" id="{7C7EFC43-F385-6EB6-D388-44830552CD58}"/>
              </a:ext>
            </a:extLst>
          </p:cNvPr>
          <p:cNvSpPr txBox="1">
            <a:spLocks noChangeArrowheads="1"/>
          </p:cNvSpPr>
          <p:nvPr/>
        </p:nvSpPr>
        <p:spPr bwMode="auto">
          <a:xfrm>
            <a:off x="1371600" y="26050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22</a:t>
            </a:r>
            <a:endParaRPr kumimoji="1" lang="en-US" altLang="zh-CN" sz="2400">
              <a:latin typeface="Times New Roman" panose="02020603050405020304" pitchFamily="18" charset="0"/>
              <a:ea typeface="宋体" panose="02010600030101010101" pitchFamily="2" charset="-122"/>
            </a:endParaRPr>
          </a:p>
        </p:txBody>
      </p:sp>
      <p:sp>
        <p:nvSpPr>
          <p:cNvPr id="79902" name="Text Box 1043">
            <a:extLst>
              <a:ext uri="{FF2B5EF4-FFF2-40B4-BE49-F238E27FC236}">
                <a16:creationId xmlns:a16="http://schemas.microsoft.com/office/drawing/2014/main" id="{A334E8E9-5942-A1B8-8604-D458FE6BFC0A}"/>
              </a:ext>
            </a:extLst>
          </p:cNvPr>
          <p:cNvSpPr txBox="1">
            <a:spLocks noChangeArrowheads="1"/>
          </p:cNvSpPr>
          <p:nvPr/>
        </p:nvSpPr>
        <p:spPr bwMode="auto">
          <a:xfrm>
            <a:off x="2508250" y="9286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16</a:t>
            </a:r>
            <a:endParaRPr kumimoji="1" lang="en-US" altLang="zh-CN" sz="2400">
              <a:latin typeface="Times New Roman" panose="02020603050405020304" pitchFamily="18" charset="0"/>
              <a:ea typeface="宋体" panose="02010600030101010101" pitchFamily="2" charset="-122"/>
            </a:endParaRPr>
          </a:p>
        </p:txBody>
      </p:sp>
      <p:sp>
        <p:nvSpPr>
          <p:cNvPr id="79903" name="Text Box 1044">
            <a:extLst>
              <a:ext uri="{FF2B5EF4-FFF2-40B4-BE49-F238E27FC236}">
                <a16:creationId xmlns:a16="http://schemas.microsoft.com/office/drawing/2014/main" id="{9D3993A2-57D5-C7D0-4A7D-20D57472A413}"/>
              </a:ext>
            </a:extLst>
          </p:cNvPr>
          <p:cNvSpPr txBox="1">
            <a:spLocks noChangeArrowheads="1"/>
          </p:cNvSpPr>
          <p:nvPr/>
        </p:nvSpPr>
        <p:spPr bwMode="auto">
          <a:xfrm>
            <a:off x="1898650" y="18288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18</a:t>
            </a:r>
            <a:endParaRPr kumimoji="1" lang="en-US" altLang="zh-CN" sz="2400">
              <a:latin typeface="Times New Roman" panose="02020603050405020304" pitchFamily="18" charset="0"/>
              <a:ea typeface="宋体" panose="02010600030101010101" pitchFamily="2" charset="-122"/>
            </a:endParaRPr>
          </a:p>
        </p:txBody>
      </p:sp>
      <p:sp>
        <p:nvSpPr>
          <p:cNvPr id="79904" name="Oval 1046" descr="羊皮纸">
            <a:extLst>
              <a:ext uri="{FF2B5EF4-FFF2-40B4-BE49-F238E27FC236}">
                <a16:creationId xmlns:a16="http://schemas.microsoft.com/office/drawing/2014/main" id="{190F7DD2-0959-092A-DD82-3FB853491AF8}"/>
              </a:ext>
            </a:extLst>
          </p:cNvPr>
          <p:cNvSpPr>
            <a:spLocks noChangeArrowheads="1"/>
          </p:cNvSpPr>
          <p:nvPr/>
        </p:nvSpPr>
        <p:spPr bwMode="auto">
          <a:xfrm>
            <a:off x="3200400" y="15240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5</a:t>
            </a:r>
            <a:endParaRPr lang="en-US" altLang="zh-CN"/>
          </a:p>
        </p:txBody>
      </p:sp>
      <p:sp>
        <p:nvSpPr>
          <p:cNvPr id="79905" name="Oval 1047" descr="羊皮纸">
            <a:extLst>
              <a:ext uri="{FF2B5EF4-FFF2-40B4-BE49-F238E27FC236}">
                <a16:creationId xmlns:a16="http://schemas.microsoft.com/office/drawing/2014/main" id="{F9A9B778-9A1F-B1AC-E81C-9BECFA38B43E}"/>
              </a:ext>
            </a:extLst>
          </p:cNvPr>
          <p:cNvSpPr>
            <a:spLocks noChangeArrowheads="1"/>
          </p:cNvSpPr>
          <p:nvPr/>
        </p:nvSpPr>
        <p:spPr bwMode="auto">
          <a:xfrm>
            <a:off x="3733800" y="5334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0</a:t>
            </a:r>
            <a:endParaRPr lang="en-US" altLang="zh-CN"/>
          </a:p>
        </p:txBody>
      </p:sp>
      <p:sp>
        <p:nvSpPr>
          <p:cNvPr id="79906" name="Oval 1048" descr="羊皮纸">
            <a:extLst>
              <a:ext uri="{FF2B5EF4-FFF2-40B4-BE49-F238E27FC236}">
                <a16:creationId xmlns:a16="http://schemas.microsoft.com/office/drawing/2014/main" id="{6DFEE015-50E1-3CBB-B80A-E7752BF87E54}"/>
              </a:ext>
            </a:extLst>
          </p:cNvPr>
          <p:cNvSpPr>
            <a:spLocks noChangeArrowheads="1"/>
          </p:cNvSpPr>
          <p:nvPr/>
        </p:nvSpPr>
        <p:spPr bwMode="auto">
          <a:xfrm>
            <a:off x="3733800" y="24384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4</a:t>
            </a:r>
            <a:endParaRPr lang="en-US" altLang="zh-CN"/>
          </a:p>
        </p:txBody>
      </p:sp>
      <p:sp>
        <p:nvSpPr>
          <p:cNvPr id="79907" name="Oval 1049" descr="羊皮纸">
            <a:extLst>
              <a:ext uri="{FF2B5EF4-FFF2-40B4-BE49-F238E27FC236}">
                <a16:creationId xmlns:a16="http://schemas.microsoft.com/office/drawing/2014/main" id="{4B30F15F-02D9-6AC6-E556-AB8D8B0564DA}"/>
              </a:ext>
            </a:extLst>
          </p:cNvPr>
          <p:cNvSpPr>
            <a:spLocks noChangeArrowheads="1"/>
          </p:cNvSpPr>
          <p:nvPr/>
        </p:nvSpPr>
        <p:spPr bwMode="auto">
          <a:xfrm>
            <a:off x="4343400" y="15240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6</a:t>
            </a:r>
            <a:endParaRPr lang="en-US" altLang="zh-CN"/>
          </a:p>
        </p:txBody>
      </p:sp>
      <p:sp>
        <p:nvSpPr>
          <p:cNvPr id="79908" name="Oval 1050" descr="羊皮纸">
            <a:extLst>
              <a:ext uri="{FF2B5EF4-FFF2-40B4-BE49-F238E27FC236}">
                <a16:creationId xmlns:a16="http://schemas.microsoft.com/office/drawing/2014/main" id="{0A8541CE-4651-1943-C1EC-256CC64DCA7A}"/>
              </a:ext>
            </a:extLst>
          </p:cNvPr>
          <p:cNvSpPr>
            <a:spLocks noChangeArrowheads="1"/>
          </p:cNvSpPr>
          <p:nvPr/>
        </p:nvSpPr>
        <p:spPr bwMode="auto">
          <a:xfrm>
            <a:off x="4876800" y="5334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1</a:t>
            </a:r>
            <a:endParaRPr lang="en-US" altLang="zh-CN"/>
          </a:p>
        </p:txBody>
      </p:sp>
      <p:sp>
        <p:nvSpPr>
          <p:cNvPr id="79909" name="Oval 1051" descr="羊皮纸">
            <a:extLst>
              <a:ext uri="{FF2B5EF4-FFF2-40B4-BE49-F238E27FC236}">
                <a16:creationId xmlns:a16="http://schemas.microsoft.com/office/drawing/2014/main" id="{F75A6611-9174-82B1-0C42-D9CA72AC7740}"/>
              </a:ext>
            </a:extLst>
          </p:cNvPr>
          <p:cNvSpPr>
            <a:spLocks noChangeArrowheads="1"/>
          </p:cNvSpPr>
          <p:nvPr/>
        </p:nvSpPr>
        <p:spPr bwMode="auto">
          <a:xfrm>
            <a:off x="4876800" y="24384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3</a:t>
            </a:r>
            <a:endParaRPr lang="en-US" altLang="zh-CN"/>
          </a:p>
        </p:txBody>
      </p:sp>
      <p:sp>
        <p:nvSpPr>
          <p:cNvPr id="79910" name="Oval 1052" descr="羊皮纸">
            <a:extLst>
              <a:ext uri="{FF2B5EF4-FFF2-40B4-BE49-F238E27FC236}">
                <a16:creationId xmlns:a16="http://schemas.microsoft.com/office/drawing/2014/main" id="{A3E4F1AC-BC6F-4BCE-8711-3451AF71C5A1}"/>
              </a:ext>
            </a:extLst>
          </p:cNvPr>
          <p:cNvSpPr>
            <a:spLocks noChangeArrowheads="1"/>
          </p:cNvSpPr>
          <p:nvPr/>
        </p:nvSpPr>
        <p:spPr bwMode="auto">
          <a:xfrm flipH="1">
            <a:off x="5486400" y="15240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2</a:t>
            </a:r>
            <a:endParaRPr lang="en-US" altLang="zh-CN"/>
          </a:p>
        </p:txBody>
      </p:sp>
      <p:sp>
        <p:nvSpPr>
          <p:cNvPr id="79911" name="Line 1053">
            <a:extLst>
              <a:ext uri="{FF2B5EF4-FFF2-40B4-BE49-F238E27FC236}">
                <a16:creationId xmlns:a16="http://schemas.microsoft.com/office/drawing/2014/main" id="{1CC3E05F-0808-9341-717B-7588F170C000}"/>
              </a:ext>
            </a:extLst>
          </p:cNvPr>
          <p:cNvSpPr>
            <a:spLocks noChangeShapeType="1"/>
          </p:cNvSpPr>
          <p:nvPr/>
        </p:nvSpPr>
        <p:spPr bwMode="auto">
          <a:xfrm>
            <a:off x="3124200" y="304800"/>
            <a:ext cx="0" cy="2819400"/>
          </a:xfrm>
          <a:prstGeom prst="line">
            <a:avLst/>
          </a:prstGeom>
          <a:noFill/>
          <a:ln w="57150" cmpd="thinThick">
            <a:solidFill>
              <a:schemeClr val="folHlink"/>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2" name="Line 1054">
            <a:extLst>
              <a:ext uri="{FF2B5EF4-FFF2-40B4-BE49-F238E27FC236}">
                <a16:creationId xmlns:a16="http://schemas.microsoft.com/office/drawing/2014/main" id="{7D3BC066-367A-9A8F-E846-26AD51B69FA0}"/>
              </a:ext>
            </a:extLst>
          </p:cNvPr>
          <p:cNvSpPr>
            <a:spLocks noChangeShapeType="1"/>
          </p:cNvSpPr>
          <p:nvPr/>
        </p:nvSpPr>
        <p:spPr bwMode="auto">
          <a:xfrm>
            <a:off x="6019800" y="304800"/>
            <a:ext cx="0" cy="2819400"/>
          </a:xfrm>
          <a:prstGeom prst="line">
            <a:avLst/>
          </a:prstGeom>
          <a:noFill/>
          <a:ln w="57150" cmpd="thinThick">
            <a:solidFill>
              <a:schemeClr val="folHlink"/>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3" name="Line 1056">
            <a:extLst>
              <a:ext uri="{FF2B5EF4-FFF2-40B4-BE49-F238E27FC236}">
                <a16:creationId xmlns:a16="http://schemas.microsoft.com/office/drawing/2014/main" id="{CB1D72EE-99C7-A3BA-C744-58A54E4AD5F6}"/>
              </a:ext>
            </a:extLst>
          </p:cNvPr>
          <p:cNvSpPr>
            <a:spLocks noChangeShapeType="1"/>
          </p:cNvSpPr>
          <p:nvPr/>
        </p:nvSpPr>
        <p:spPr bwMode="auto">
          <a:xfrm flipV="1">
            <a:off x="6324600" y="762000"/>
            <a:ext cx="533400" cy="990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4" name="Oval 1057" descr="羊皮纸">
            <a:extLst>
              <a:ext uri="{FF2B5EF4-FFF2-40B4-BE49-F238E27FC236}">
                <a16:creationId xmlns:a16="http://schemas.microsoft.com/office/drawing/2014/main" id="{CF2A6AEB-81C6-0085-E93E-7902632FCA2E}"/>
              </a:ext>
            </a:extLst>
          </p:cNvPr>
          <p:cNvSpPr>
            <a:spLocks noChangeArrowheads="1"/>
          </p:cNvSpPr>
          <p:nvPr/>
        </p:nvSpPr>
        <p:spPr bwMode="auto">
          <a:xfrm>
            <a:off x="6096000" y="15240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5</a:t>
            </a:r>
            <a:endParaRPr lang="en-US" altLang="zh-CN"/>
          </a:p>
        </p:txBody>
      </p:sp>
      <p:sp>
        <p:nvSpPr>
          <p:cNvPr id="79915" name="Oval 1058" descr="羊皮纸">
            <a:extLst>
              <a:ext uri="{FF2B5EF4-FFF2-40B4-BE49-F238E27FC236}">
                <a16:creationId xmlns:a16="http://schemas.microsoft.com/office/drawing/2014/main" id="{F9EC955C-7E17-AFD5-A9C1-2887144ED603}"/>
              </a:ext>
            </a:extLst>
          </p:cNvPr>
          <p:cNvSpPr>
            <a:spLocks noChangeArrowheads="1"/>
          </p:cNvSpPr>
          <p:nvPr/>
        </p:nvSpPr>
        <p:spPr bwMode="auto">
          <a:xfrm>
            <a:off x="6629400" y="5334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0</a:t>
            </a:r>
            <a:endParaRPr lang="en-US" altLang="zh-CN"/>
          </a:p>
        </p:txBody>
      </p:sp>
      <p:sp>
        <p:nvSpPr>
          <p:cNvPr id="79916" name="Oval 1059" descr="羊皮纸">
            <a:extLst>
              <a:ext uri="{FF2B5EF4-FFF2-40B4-BE49-F238E27FC236}">
                <a16:creationId xmlns:a16="http://schemas.microsoft.com/office/drawing/2014/main" id="{D7846D5B-B478-23FC-F29D-DEE0E5E84F42}"/>
              </a:ext>
            </a:extLst>
          </p:cNvPr>
          <p:cNvSpPr>
            <a:spLocks noChangeArrowheads="1"/>
          </p:cNvSpPr>
          <p:nvPr/>
        </p:nvSpPr>
        <p:spPr bwMode="auto">
          <a:xfrm>
            <a:off x="6629400" y="24384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4</a:t>
            </a:r>
            <a:endParaRPr lang="en-US" altLang="zh-CN"/>
          </a:p>
        </p:txBody>
      </p:sp>
      <p:sp>
        <p:nvSpPr>
          <p:cNvPr id="79917" name="Oval 1060" descr="羊皮纸">
            <a:extLst>
              <a:ext uri="{FF2B5EF4-FFF2-40B4-BE49-F238E27FC236}">
                <a16:creationId xmlns:a16="http://schemas.microsoft.com/office/drawing/2014/main" id="{480D48FC-9B43-9A7B-0CBB-6078D55405F9}"/>
              </a:ext>
            </a:extLst>
          </p:cNvPr>
          <p:cNvSpPr>
            <a:spLocks noChangeArrowheads="1"/>
          </p:cNvSpPr>
          <p:nvPr/>
        </p:nvSpPr>
        <p:spPr bwMode="auto">
          <a:xfrm>
            <a:off x="7239000" y="15240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6</a:t>
            </a:r>
            <a:endParaRPr lang="en-US" altLang="zh-CN"/>
          </a:p>
        </p:txBody>
      </p:sp>
      <p:sp>
        <p:nvSpPr>
          <p:cNvPr id="79918" name="Oval 1061" descr="羊皮纸">
            <a:extLst>
              <a:ext uri="{FF2B5EF4-FFF2-40B4-BE49-F238E27FC236}">
                <a16:creationId xmlns:a16="http://schemas.microsoft.com/office/drawing/2014/main" id="{8CDC0BD3-7949-EE0C-318D-8EC9BB47BD3C}"/>
              </a:ext>
            </a:extLst>
          </p:cNvPr>
          <p:cNvSpPr>
            <a:spLocks noChangeArrowheads="1"/>
          </p:cNvSpPr>
          <p:nvPr/>
        </p:nvSpPr>
        <p:spPr bwMode="auto">
          <a:xfrm>
            <a:off x="7772400" y="5334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1</a:t>
            </a:r>
            <a:endParaRPr lang="en-US" altLang="zh-CN"/>
          </a:p>
        </p:txBody>
      </p:sp>
      <p:sp>
        <p:nvSpPr>
          <p:cNvPr id="79919" name="Oval 1062" descr="羊皮纸">
            <a:extLst>
              <a:ext uri="{FF2B5EF4-FFF2-40B4-BE49-F238E27FC236}">
                <a16:creationId xmlns:a16="http://schemas.microsoft.com/office/drawing/2014/main" id="{A886FA7C-7F87-597D-CB11-C9B0E5ED71C0}"/>
              </a:ext>
            </a:extLst>
          </p:cNvPr>
          <p:cNvSpPr>
            <a:spLocks noChangeArrowheads="1"/>
          </p:cNvSpPr>
          <p:nvPr/>
        </p:nvSpPr>
        <p:spPr bwMode="auto">
          <a:xfrm>
            <a:off x="7848600" y="24384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3</a:t>
            </a:r>
            <a:endParaRPr lang="en-US" altLang="zh-CN"/>
          </a:p>
        </p:txBody>
      </p:sp>
      <p:sp>
        <p:nvSpPr>
          <p:cNvPr id="79920" name="Oval 1063" descr="羊皮纸">
            <a:extLst>
              <a:ext uri="{FF2B5EF4-FFF2-40B4-BE49-F238E27FC236}">
                <a16:creationId xmlns:a16="http://schemas.microsoft.com/office/drawing/2014/main" id="{BB55F4A4-A7CC-71B1-81E9-6192981C7395}"/>
              </a:ext>
            </a:extLst>
          </p:cNvPr>
          <p:cNvSpPr>
            <a:spLocks noChangeArrowheads="1"/>
          </p:cNvSpPr>
          <p:nvPr/>
        </p:nvSpPr>
        <p:spPr bwMode="auto">
          <a:xfrm flipH="1">
            <a:off x="8382000" y="15240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2</a:t>
            </a:r>
            <a:endParaRPr lang="en-US" altLang="zh-CN"/>
          </a:p>
        </p:txBody>
      </p:sp>
      <p:sp>
        <p:nvSpPr>
          <p:cNvPr id="79921" name="Text Box 1064">
            <a:extLst>
              <a:ext uri="{FF2B5EF4-FFF2-40B4-BE49-F238E27FC236}">
                <a16:creationId xmlns:a16="http://schemas.microsoft.com/office/drawing/2014/main" id="{EC7126BA-8CFD-9059-CCCC-E8301F755D4A}"/>
              </a:ext>
            </a:extLst>
          </p:cNvPr>
          <p:cNvSpPr txBox="1">
            <a:spLocks noChangeArrowheads="1"/>
          </p:cNvSpPr>
          <p:nvPr/>
        </p:nvSpPr>
        <p:spPr bwMode="auto">
          <a:xfrm>
            <a:off x="6096000" y="8524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79922" name="Text Box 1067">
            <a:extLst>
              <a:ext uri="{FF2B5EF4-FFF2-40B4-BE49-F238E27FC236}">
                <a16:creationId xmlns:a16="http://schemas.microsoft.com/office/drawing/2014/main" id="{0112FC58-04A9-827E-26D8-B91E02E9F1EB}"/>
              </a:ext>
            </a:extLst>
          </p:cNvPr>
          <p:cNvSpPr txBox="1">
            <a:spLocks noChangeArrowheads="1"/>
          </p:cNvSpPr>
          <p:nvPr/>
        </p:nvSpPr>
        <p:spPr bwMode="auto">
          <a:xfrm>
            <a:off x="1143000" y="2925763"/>
            <a:ext cx="67405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zh-CN" altLang="en-US" sz="3200">
                <a:latin typeface="Times New Roman" panose="02020603050405020304" pitchFamily="18" charset="0"/>
                <a:ea typeface="隶书" panose="02010509060101010101" pitchFamily="49" charset="-122"/>
              </a:rPr>
              <a:t>原图                       </a:t>
            </a:r>
            <a:r>
              <a:rPr kumimoji="1" lang="en-US" altLang="zh-CN" sz="3200" b="1">
                <a:latin typeface="Times New Roman" panose="02020603050405020304" pitchFamily="18" charset="0"/>
                <a:ea typeface="宋体" panose="02010600030101010101" pitchFamily="2" charset="-122"/>
              </a:rPr>
              <a:t>(a)                        (b)</a:t>
            </a:r>
            <a:endParaRPr kumimoji="1" lang="en-US" altLang="zh-CN" sz="2400">
              <a:latin typeface="Times New Roman" panose="02020603050405020304" pitchFamily="18" charset="0"/>
              <a:ea typeface="宋体" panose="02010600030101010101" pitchFamily="2" charset="-122"/>
            </a:endParaRPr>
          </a:p>
        </p:txBody>
      </p:sp>
      <p:sp>
        <p:nvSpPr>
          <p:cNvPr id="79923" name="Line 1071">
            <a:extLst>
              <a:ext uri="{FF2B5EF4-FFF2-40B4-BE49-F238E27FC236}">
                <a16:creationId xmlns:a16="http://schemas.microsoft.com/office/drawing/2014/main" id="{A3E6A1B2-8111-C84D-2F00-E4AA5547FD77}"/>
              </a:ext>
            </a:extLst>
          </p:cNvPr>
          <p:cNvSpPr>
            <a:spLocks noChangeShapeType="1"/>
          </p:cNvSpPr>
          <p:nvPr/>
        </p:nvSpPr>
        <p:spPr bwMode="auto">
          <a:xfrm flipH="1">
            <a:off x="533400" y="3962400"/>
            <a:ext cx="457200" cy="838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24" name="Oval 1072" descr="羊皮纸">
            <a:extLst>
              <a:ext uri="{FF2B5EF4-FFF2-40B4-BE49-F238E27FC236}">
                <a16:creationId xmlns:a16="http://schemas.microsoft.com/office/drawing/2014/main" id="{57F787E3-79CF-9749-BF77-4FAC981F693C}"/>
              </a:ext>
            </a:extLst>
          </p:cNvPr>
          <p:cNvSpPr>
            <a:spLocks noChangeArrowheads="1"/>
          </p:cNvSpPr>
          <p:nvPr/>
        </p:nvSpPr>
        <p:spPr bwMode="auto">
          <a:xfrm>
            <a:off x="304800" y="46482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5</a:t>
            </a:r>
            <a:endParaRPr lang="en-US" altLang="zh-CN"/>
          </a:p>
        </p:txBody>
      </p:sp>
      <p:sp>
        <p:nvSpPr>
          <p:cNvPr id="79925" name="Oval 1073" descr="羊皮纸">
            <a:extLst>
              <a:ext uri="{FF2B5EF4-FFF2-40B4-BE49-F238E27FC236}">
                <a16:creationId xmlns:a16="http://schemas.microsoft.com/office/drawing/2014/main" id="{888291B3-4B20-2867-3CDD-53ADF203E81C}"/>
              </a:ext>
            </a:extLst>
          </p:cNvPr>
          <p:cNvSpPr>
            <a:spLocks noChangeArrowheads="1"/>
          </p:cNvSpPr>
          <p:nvPr/>
        </p:nvSpPr>
        <p:spPr bwMode="auto">
          <a:xfrm>
            <a:off x="838200" y="36576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0</a:t>
            </a:r>
            <a:endParaRPr lang="en-US" altLang="zh-CN"/>
          </a:p>
        </p:txBody>
      </p:sp>
      <p:sp>
        <p:nvSpPr>
          <p:cNvPr id="79926" name="Oval 1074" descr="羊皮纸">
            <a:extLst>
              <a:ext uri="{FF2B5EF4-FFF2-40B4-BE49-F238E27FC236}">
                <a16:creationId xmlns:a16="http://schemas.microsoft.com/office/drawing/2014/main" id="{E1C4016D-E4AC-F53E-70E3-52F55B0E9421}"/>
              </a:ext>
            </a:extLst>
          </p:cNvPr>
          <p:cNvSpPr>
            <a:spLocks noChangeArrowheads="1"/>
          </p:cNvSpPr>
          <p:nvPr/>
        </p:nvSpPr>
        <p:spPr bwMode="auto">
          <a:xfrm>
            <a:off x="838200" y="55626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4</a:t>
            </a:r>
            <a:endParaRPr lang="en-US" altLang="zh-CN"/>
          </a:p>
        </p:txBody>
      </p:sp>
      <p:sp>
        <p:nvSpPr>
          <p:cNvPr id="79927" name="Oval 1075" descr="羊皮纸">
            <a:extLst>
              <a:ext uri="{FF2B5EF4-FFF2-40B4-BE49-F238E27FC236}">
                <a16:creationId xmlns:a16="http://schemas.microsoft.com/office/drawing/2014/main" id="{437476A2-B047-A68F-CDEE-2F3AA2FA7395}"/>
              </a:ext>
            </a:extLst>
          </p:cNvPr>
          <p:cNvSpPr>
            <a:spLocks noChangeArrowheads="1"/>
          </p:cNvSpPr>
          <p:nvPr/>
        </p:nvSpPr>
        <p:spPr bwMode="auto">
          <a:xfrm>
            <a:off x="1447800" y="46482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6</a:t>
            </a:r>
            <a:endParaRPr lang="en-US" altLang="zh-CN"/>
          </a:p>
        </p:txBody>
      </p:sp>
      <p:sp>
        <p:nvSpPr>
          <p:cNvPr id="79928" name="Oval 1076" descr="羊皮纸">
            <a:extLst>
              <a:ext uri="{FF2B5EF4-FFF2-40B4-BE49-F238E27FC236}">
                <a16:creationId xmlns:a16="http://schemas.microsoft.com/office/drawing/2014/main" id="{3F5E0760-51B1-D1BD-2DDE-5E57AEDA382B}"/>
              </a:ext>
            </a:extLst>
          </p:cNvPr>
          <p:cNvSpPr>
            <a:spLocks noChangeArrowheads="1"/>
          </p:cNvSpPr>
          <p:nvPr/>
        </p:nvSpPr>
        <p:spPr bwMode="auto">
          <a:xfrm>
            <a:off x="1981200" y="36576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1</a:t>
            </a:r>
            <a:endParaRPr lang="en-US" altLang="zh-CN"/>
          </a:p>
        </p:txBody>
      </p:sp>
      <p:sp>
        <p:nvSpPr>
          <p:cNvPr id="79929" name="Oval 1077" descr="羊皮纸">
            <a:extLst>
              <a:ext uri="{FF2B5EF4-FFF2-40B4-BE49-F238E27FC236}">
                <a16:creationId xmlns:a16="http://schemas.microsoft.com/office/drawing/2014/main" id="{369BC38C-CA74-478E-1E09-61FDE43367F8}"/>
              </a:ext>
            </a:extLst>
          </p:cNvPr>
          <p:cNvSpPr>
            <a:spLocks noChangeArrowheads="1"/>
          </p:cNvSpPr>
          <p:nvPr/>
        </p:nvSpPr>
        <p:spPr bwMode="auto">
          <a:xfrm>
            <a:off x="1981200" y="55626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3</a:t>
            </a:r>
            <a:endParaRPr lang="en-US" altLang="zh-CN"/>
          </a:p>
        </p:txBody>
      </p:sp>
      <p:sp>
        <p:nvSpPr>
          <p:cNvPr id="79930" name="Oval 1078" descr="羊皮纸">
            <a:extLst>
              <a:ext uri="{FF2B5EF4-FFF2-40B4-BE49-F238E27FC236}">
                <a16:creationId xmlns:a16="http://schemas.microsoft.com/office/drawing/2014/main" id="{1105054D-52C2-A2D1-31B3-A26248CCCC07}"/>
              </a:ext>
            </a:extLst>
          </p:cNvPr>
          <p:cNvSpPr>
            <a:spLocks noChangeArrowheads="1"/>
          </p:cNvSpPr>
          <p:nvPr/>
        </p:nvSpPr>
        <p:spPr bwMode="auto">
          <a:xfrm flipH="1">
            <a:off x="2590800" y="46482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2</a:t>
            </a:r>
            <a:endParaRPr lang="en-US" altLang="zh-CN"/>
          </a:p>
        </p:txBody>
      </p:sp>
      <p:sp>
        <p:nvSpPr>
          <p:cNvPr id="79931" name="Text Box 1079">
            <a:extLst>
              <a:ext uri="{FF2B5EF4-FFF2-40B4-BE49-F238E27FC236}">
                <a16:creationId xmlns:a16="http://schemas.microsoft.com/office/drawing/2014/main" id="{A202C409-BE4A-DF99-8F4B-68055987A90C}"/>
              </a:ext>
            </a:extLst>
          </p:cNvPr>
          <p:cNvSpPr txBox="1">
            <a:spLocks noChangeArrowheads="1"/>
          </p:cNvSpPr>
          <p:nvPr/>
        </p:nvSpPr>
        <p:spPr bwMode="auto">
          <a:xfrm>
            <a:off x="304800" y="39766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79932" name="Text Box 1083">
            <a:extLst>
              <a:ext uri="{FF2B5EF4-FFF2-40B4-BE49-F238E27FC236}">
                <a16:creationId xmlns:a16="http://schemas.microsoft.com/office/drawing/2014/main" id="{62419606-DF96-29D3-C433-0B941B3C7F05}"/>
              </a:ext>
            </a:extLst>
          </p:cNvPr>
          <p:cNvSpPr txBox="1">
            <a:spLocks noChangeArrowheads="1"/>
          </p:cNvSpPr>
          <p:nvPr/>
        </p:nvSpPr>
        <p:spPr bwMode="auto">
          <a:xfrm>
            <a:off x="1371600" y="6049963"/>
            <a:ext cx="66595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latin typeface="Times New Roman" panose="02020603050405020304" pitchFamily="18" charset="0"/>
                <a:ea typeface="宋体" panose="02010600030101010101" pitchFamily="2" charset="-122"/>
              </a:rPr>
              <a:t>(c)                        (d)                     (e) (f)</a:t>
            </a:r>
            <a:endParaRPr kumimoji="1" lang="en-US" altLang="zh-CN" sz="2400">
              <a:latin typeface="Times New Roman" panose="02020603050405020304" pitchFamily="18" charset="0"/>
              <a:ea typeface="宋体" panose="02010600030101010101" pitchFamily="2" charset="-122"/>
            </a:endParaRPr>
          </a:p>
        </p:txBody>
      </p:sp>
      <p:sp>
        <p:nvSpPr>
          <p:cNvPr id="79933" name="Line 1084">
            <a:extLst>
              <a:ext uri="{FF2B5EF4-FFF2-40B4-BE49-F238E27FC236}">
                <a16:creationId xmlns:a16="http://schemas.microsoft.com/office/drawing/2014/main" id="{16F796E7-3D4A-14C0-0F99-4A0D78498F00}"/>
              </a:ext>
            </a:extLst>
          </p:cNvPr>
          <p:cNvSpPr>
            <a:spLocks noChangeShapeType="1"/>
          </p:cNvSpPr>
          <p:nvPr/>
        </p:nvSpPr>
        <p:spPr bwMode="auto">
          <a:xfrm flipH="1">
            <a:off x="5181600" y="4953000"/>
            <a:ext cx="457200" cy="762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34" name="Line 1086">
            <a:extLst>
              <a:ext uri="{FF2B5EF4-FFF2-40B4-BE49-F238E27FC236}">
                <a16:creationId xmlns:a16="http://schemas.microsoft.com/office/drawing/2014/main" id="{36FF8350-73B1-180C-2194-81ABE0F95452}"/>
              </a:ext>
            </a:extLst>
          </p:cNvPr>
          <p:cNvSpPr>
            <a:spLocks noChangeShapeType="1"/>
          </p:cNvSpPr>
          <p:nvPr/>
        </p:nvSpPr>
        <p:spPr bwMode="auto">
          <a:xfrm flipH="1">
            <a:off x="3429000" y="3962400"/>
            <a:ext cx="457200" cy="838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35" name="Oval 1087" descr="羊皮纸">
            <a:extLst>
              <a:ext uri="{FF2B5EF4-FFF2-40B4-BE49-F238E27FC236}">
                <a16:creationId xmlns:a16="http://schemas.microsoft.com/office/drawing/2014/main" id="{904725D8-DDA3-6447-1591-6AF1B8E51B17}"/>
              </a:ext>
            </a:extLst>
          </p:cNvPr>
          <p:cNvSpPr>
            <a:spLocks noChangeArrowheads="1"/>
          </p:cNvSpPr>
          <p:nvPr/>
        </p:nvSpPr>
        <p:spPr bwMode="auto">
          <a:xfrm>
            <a:off x="3200400" y="46482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5</a:t>
            </a:r>
            <a:endParaRPr lang="en-US" altLang="zh-CN"/>
          </a:p>
        </p:txBody>
      </p:sp>
      <p:sp>
        <p:nvSpPr>
          <p:cNvPr id="79936" name="Oval 1088" descr="羊皮纸">
            <a:extLst>
              <a:ext uri="{FF2B5EF4-FFF2-40B4-BE49-F238E27FC236}">
                <a16:creationId xmlns:a16="http://schemas.microsoft.com/office/drawing/2014/main" id="{3ED21ECB-56FA-0BA9-BD0A-9D204867CBCE}"/>
              </a:ext>
            </a:extLst>
          </p:cNvPr>
          <p:cNvSpPr>
            <a:spLocks noChangeArrowheads="1"/>
          </p:cNvSpPr>
          <p:nvPr/>
        </p:nvSpPr>
        <p:spPr bwMode="auto">
          <a:xfrm>
            <a:off x="3733800" y="36576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0</a:t>
            </a:r>
            <a:endParaRPr lang="en-US" altLang="zh-CN"/>
          </a:p>
        </p:txBody>
      </p:sp>
      <p:sp>
        <p:nvSpPr>
          <p:cNvPr id="79937" name="Oval 1089" descr="羊皮纸">
            <a:extLst>
              <a:ext uri="{FF2B5EF4-FFF2-40B4-BE49-F238E27FC236}">
                <a16:creationId xmlns:a16="http://schemas.microsoft.com/office/drawing/2014/main" id="{BC5E5A49-1A42-A35C-4CD4-D6126C094514}"/>
              </a:ext>
            </a:extLst>
          </p:cNvPr>
          <p:cNvSpPr>
            <a:spLocks noChangeArrowheads="1"/>
          </p:cNvSpPr>
          <p:nvPr/>
        </p:nvSpPr>
        <p:spPr bwMode="auto">
          <a:xfrm>
            <a:off x="3733800" y="55626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4</a:t>
            </a:r>
            <a:endParaRPr lang="en-US" altLang="zh-CN"/>
          </a:p>
        </p:txBody>
      </p:sp>
      <p:sp>
        <p:nvSpPr>
          <p:cNvPr id="79938" name="Oval 1090" descr="羊皮纸">
            <a:extLst>
              <a:ext uri="{FF2B5EF4-FFF2-40B4-BE49-F238E27FC236}">
                <a16:creationId xmlns:a16="http://schemas.microsoft.com/office/drawing/2014/main" id="{4F85CEC1-B308-4AF2-9178-98E525542C28}"/>
              </a:ext>
            </a:extLst>
          </p:cNvPr>
          <p:cNvSpPr>
            <a:spLocks noChangeArrowheads="1"/>
          </p:cNvSpPr>
          <p:nvPr/>
        </p:nvSpPr>
        <p:spPr bwMode="auto">
          <a:xfrm>
            <a:off x="4343400" y="46482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6</a:t>
            </a:r>
            <a:endParaRPr lang="en-US" altLang="zh-CN"/>
          </a:p>
        </p:txBody>
      </p:sp>
      <p:sp>
        <p:nvSpPr>
          <p:cNvPr id="79939" name="Oval 1091" descr="羊皮纸">
            <a:extLst>
              <a:ext uri="{FF2B5EF4-FFF2-40B4-BE49-F238E27FC236}">
                <a16:creationId xmlns:a16="http://schemas.microsoft.com/office/drawing/2014/main" id="{5CC739A2-B85E-6191-7F0C-084946B5A9F7}"/>
              </a:ext>
            </a:extLst>
          </p:cNvPr>
          <p:cNvSpPr>
            <a:spLocks noChangeArrowheads="1"/>
          </p:cNvSpPr>
          <p:nvPr/>
        </p:nvSpPr>
        <p:spPr bwMode="auto">
          <a:xfrm>
            <a:off x="4876800" y="36576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1</a:t>
            </a:r>
            <a:endParaRPr lang="en-US" altLang="zh-CN"/>
          </a:p>
        </p:txBody>
      </p:sp>
      <p:sp>
        <p:nvSpPr>
          <p:cNvPr id="79940" name="Oval 1092" descr="羊皮纸">
            <a:extLst>
              <a:ext uri="{FF2B5EF4-FFF2-40B4-BE49-F238E27FC236}">
                <a16:creationId xmlns:a16="http://schemas.microsoft.com/office/drawing/2014/main" id="{B1DA30FA-1BF5-9056-0A52-202AF8D0A589}"/>
              </a:ext>
            </a:extLst>
          </p:cNvPr>
          <p:cNvSpPr>
            <a:spLocks noChangeArrowheads="1"/>
          </p:cNvSpPr>
          <p:nvPr/>
        </p:nvSpPr>
        <p:spPr bwMode="auto">
          <a:xfrm>
            <a:off x="4876800" y="55626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3</a:t>
            </a:r>
            <a:endParaRPr lang="en-US" altLang="zh-CN"/>
          </a:p>
        </p:txBody>
      </p:sp>
      <p:sp>
        <p:nvSpPr>
          <p:cNvPr id="79941" name="Oval 1093" descr="羊皮纸">
            <a:extLst>
              <a:ext uri="{FF2B5EF4-FFF2-40B4-BE49-F238E27FC236}">
                <a16:creationId xmlns:a16="http://schemas.microsoft.com/office/drawing/2014/main" id="{557F6464-DD5C-78FB-32E1-2300A5F11B9B}"/>
              </a:ext>
            </a:extLst>
          </p:cNvPr>
          <p:cNvSpPr>
            <a:spLocks noChangeArrowheads="1"/>
          </p:cNvSpPr>
          <p:nvPr/>
        </p:nvSpPr>
        <p:spPr bwMode="auto">
          <a:xfrm flipH="1">
            <a:off x="5486400" y="46482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2</a:t>
            </a:r>
            <a:endParaRPr lang="en-US" altLang="zh-CN"/>
          </a:p>
        </p:txBody>
      </p:sp>
      <p:sp>
        <p:nvSpPr>
          <p:cNvPr id="79942" name="Text Box 1094">
            <a:extLst>
              <a:ext uri="{FF2B5EF4-FFF2-40B4-BE49-F238E27FC236}">
                <a16:creationId xmlns:a16="http://schemas.microsoft.com/office/drawing/2014/main" id="{050CF83B-100B-132E-9504-4368A54FA5BD}"/>
              </a:ext>
            </a:extLst>
          </p:cNvPr>
          <p:cNvSpPr txBox="1">
            <a:spLocks noChangeArrowheads="1"/>
          </p:cNvSpPr>
          <p:nvPr/>
        </p:nvSpPr>
        <p:spPr bwMode="auto">
          <a:xfrm>
            <a:off x="3200400" y="39766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79943" name="Text Box 1096">
            <a:extLst>
              <a:ext uri="{FF2B5EF4-FFF2-40B4-BE49-F238E27FC236}">
                <a16:creationId xmlns:a16="http://schemas.microsoft.com/office/drawing/2014/main" id="{43BF4557-50E7-CFFC-EE36-05C9A101D5D3}"/>
              </a:ext>
            </a:extLst>
          </p:cNvPr>
          <p:cNvSpPr txBox="1">
            <a:spLocks noChangeArrowheads="1"/>
          </p:cNvSpPr>
          <p:nvPr/>
        </p:nvSpPr>
        <p:spPr bwMode="auto">
          <a:xfrm>
            <a:off x="4267200" y="57292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22</a:t>
            </a:r>
            <a:endParaRPr kumimoji="1" lang="en-US" altLang="zh-CN" sz="2400">
              <a:latin typeface="Times New Roman" panose="02020603050405020304" pitchFamily="18" charset="0"/>
              <a:ea typeface="宋体" panose="02010600030101010101" pitchFamily="2" charset="-122"/>
            </a:endParaRPr>
          </a:p>
        </p:txBody>
      </p:sp>
      <p:sp>
        <p:nvSpPr>
          <p:cNvPr id="79944" name="Text Box 1098">
            <a:extLst>
              <a:ext uri="{FF2B5EF4-FFF2-40B4-BE49-F238E27FC236}">
                <a16:creationId xmlns:a16="http://schemas.microsoft.com/office/drawing/2014/main" id="{5EF848A6-0F17-2F9E-D6D1-4307512C6E0D}"/>
              </a:ext>
            </a:extLst>
          </p:cNvPr>
          <p:cNvSpPr txBox="1">
            <a:spLocks noChangeArrowheads="1"/>
          </p:cNvSpPr>
          <p:nvPr/>
        </p:nvSpPr>
        <p:spPr bwMode="auto">
          <a:xfrm>
            <a:off x="5403850" y="51958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12</a:t>
            </a:r>
            <a:endParaRPr kumimoji="1" lang="en-US" altLang="zh-CN" sz="2400">
              <a:latin typeface="Times New Roman" panose="02020603050405020304" pitchFamily="18" charset="0"/>
              <a:ea typeface="宋体" panose="02010600030101010101" pitchFamily="2" charset="-122"/>
            </a:endParaRPr>
          </a:p>
        </p:txBody>
      </p:sp>
      <p:sp>
        <p:nvSpPr>
          <p:cNvPr id="79945" name="Line 1099">
            <a:extLst>
              <a:ext uri="{FF2B5EF4-FFF2-40B4-BE49-F238E27FC236}">
                <a16:creationId xmlns:a16="http://schemas.microsoft.com/office/drawing/2014/main" id="{FF9549DB-DB0F-5103-5F96-709F4CFB2DF9}"/>
              </a:ext>
            </a:extLst>
          </p:cNvPr>
          <p:cNvSpPr>
            <a:spLocks noChangeShapeType="1"/>
          </p:cNvSpPr>
          <p:nvPr/>
        </p:nvSpPr>
        <p:spPr bwMode="auto">
          <a:xfrm>
            <a:off x="6934200" y="5791200"/>
            <a:ext cx="11430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46" name="Line 1100">
            <a:extLst>
              <a:ext uri="{FF2B5EF4-FFF2-40B4-BE49-F238E27FC236}">
                <a16:creationId xmlns:a16="http://schemas.microsoft.com/office/drawing/2014/main" id="{AEF26E57-3EDD-3DE5-2ADC-C7058AB3AF59}"/>
              </a:ext>
            </a:extLst>
          </p:cNvPr>
          <p:cNvSpPr>
            <a:spLocks noChangeShapeType="1"/>
          </p:cNvSpPr>
          <p:nvPr/>
        </p:nvSpPr>
        <p:spPr bwMode="auto">
          <a:xfrm flipH="1">
            <a:off x="8077200" y="4953000"/>
            <a:ext cx="457200" cy="838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47" name="Line 1101">
            <a:extLst>
              <a:ext uri="{FF2B5EF4-FFF2-40B4-BE49-F238E27FC236}">
                <a16:creationId xmlns:a16="http://schemas.microsoft.com/office/drawing/2014/main" id="{5D709B32-F2EA-D183-32BF-C1EE9247621C}"/>
              </a:ext>
            </a:extLst>
          </p:cNvPr>
          <p:cNvSpPr>
            <a:spLocks noChangeShapeType="1"/>
          </p:cNvSpPr>
          <p:nvPr/>
        </p:nvSpPr>
        <p:spPr bwMode="auto">
          <a:xfrm flipV="1">
            <a:off x="7467600" y="3886200"/>
            <a:ext cx="533400" cy="990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48" name="Line 1102">
            <a:extLst>
              <a:ext uri="{FF2B5EF4-FFF2-40B4-BE49-F238E27FC236}">
                <a16:creationId xmlns:a16="http://schemas.microsoft.com/office/drawing/2014/main" id="{EFFECFF8-CEA1-1571-90E2-837C75AD6C1C}"/>
              </a:ext>
            </a:extLst>
          </p:cNvPr>
          <p:cNvSpPr>
            <a:spLocks noChangeShapeType="1"/>
          </p:cNvSpPr>
          <p:nvPr/>
        </p:nvSpPr>
        <p:spPr bwMode="auto">
          <a:xfrm>
            <a:off x="6400800" y="4953000"/>
            <a:ext cx="457200" cy="838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49" name="Line 1103">
            <a:extLst>
              <a:ext uri="{FF2B5EF4-FFF2-40B4-BE49-F238E27FC236}">
                <a16:creationId xmlns:a16="http://schemas.microsoft.com/office/drawing/2014/main" id="{DE49A210-D9ED-937D-791E-C5D04F3E7C9A}"/>
              </a:ext>
            </a:extLst>
          </p:cNvPr>
          <p:cNvSpPr>
            <a:spLocks noChangeShapeType="1"/>
          </p:cNvSpPr>
          <p:nvPr/>
        </p:nvSpPr>
        <p:spPr bwMode="auto">
          <a:xfrm flipH="1">
            <a:off x="6324600" y="3962400"/>
            <a:ext cx="457200" cy="838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50" name="Oval 1104" descr="羊皮纸">
            <a:extLst>
              <a:ext uri="{FF2B5EF4-FFF2-40B4-BE49-F238E27FC236}">
                <a16:creationId xmlns:a16="http://schemas.microsoft.com/office/drawing/2014/main" id="{215F1407-A715-ECBF-128E-A9C3844CAF4C}"/>
              </a:ext>
            </a:extLst>
          </p:cNvPr>
          <p:cNvSpPr>
            <a:spLocks noChangeArrowheads="1"/>
          </p:cNvSpPr>
          <p:nvPr/>
        </p:nvSpPr>
        <p:spPr bwMode="auto">
          <a:xfrm>
            <a:off x="6096000" y="46482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5</a:t>
            </a:r>
            <a:endParaRPr lang="en-US" altLang="zh-CN"/>
          </a:p>
        </p:txBody>
      </p:sp>
      <p:sp>
        <p:nvSpPr>
          <p:cNvPr id="79951" name="Oval 1105" descr="羊皮纸">
            <a:extLst>
              <a:ext uri="{FF2B5EF4-FFF2-40B4-BE49-F238E27FC236}">
                <a16:creationId xmlns:a16="http://schemas.microsoft.com/office/drawing/2014/main" id="{7B677613-BB32-0ABD-713A-C3A7C1752C05}"/>
              </a:ext>
            </a:extLst>
          </p:cNvPr>
          <p:cNvSpPr>
            <a:spLocks noChangeArrowheads="1"/>
          </p:cNvSpPr>
          <p:nvPr/>
        </p:nvSpPr>
        <p:spPr bwMode="auto">
          <a:xfrm>
            <a:off x="6629400" y="36576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0</a:t>
            </a:r>
            <a:endParaRPr lang="en-US" altLang="zh-CN"/>
          </a:p>
        </p:txBody>
      </p:sp>
      <p:sp>
        <p:nvSpPr>
          <p:cNvPr id="79952" name="Oval 1106" descr="羊皮纸">
            <a:extLst>
              <a:ext uri="{FF2B5EF4-FFF2-40B4-BE49-F238E27FC236}">
                <a16:creationId xmlns:a16="http://schemas.microsoft.com/office/drawing/2014/main" id="{606CF91E-AF19-1B53-AA5A-EAB7A896BD32}"/>
              </a:ext>
            </a:extLst>
          </p:cNvPr>
          <p:cNvSpPr>
            <a:spLocks noChangeArrowheads="1"/>
          </p:cNvSpPr>
          <p:nvPr/>
        </p:nvSpPr>
        <p:spPr bwMode="auto">
          <a:xfrm>
            <a:off x="6629400" y="55626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4</a:t>
            </a:r>
            <a:endParaRPr lang="en-US" altLang="zh-CN"/>
          </a:p>
        </p:txBody>
      </p:sp>
      <p:sp>
        <p:nvSpPr>
          <p:cNvPr id="79953" name="Oval 1107" descr="羊皮纸">
            <a:extLst>
              <a:ext uri="{FF2B5EF4-FFF2-40B4-BE49-F238E27FC236}">
                <a16:creationId xmlns:a16="http://schemas.microsoft.com/office/drawing/2014/main" id="{7BC9143D-8E0B-1053-4421-F9323268ABCB}"/>
              </a:ext>
            </a:extLst>
          </p:cNvPr>
          <p:cNvSpPr>
            <a:spLocks noChangeArrowheads="1"/>
          </p:cNvSpPr>
          <p:nvPr/>
        </p:nvSpPr>
        <p:spPr bwMode="auto">
          <a:xfrm>
            <a:off x="7239000" y="46482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6</a:t>
            </a:r>
            <a:endParaRPr lang="en-US" altLang="zh-CN"/>
          </a:p>
        </p:txBody>
      </p:sp>
      <p:sp>
        <p:nvSpPr>
          <p:cNvPr id="79954" name="Oval 1108" descr="羊皮纸">
            <a:extLst>
              <a:ext uri="{FF2B5EF4-FFF2-40B4-BE49-F238E27FC236}">
                <a16:creationId xmlns:a16="http://schemas.microsoft.com/office/drawing/2014/main" id="{C6E69F56-DBA6-4B35-FE4B-A38757FA2D94}"/>
              </a:ext>
            </a:extLst>
          </p:cNvPr>
          <p:cNvSpPr>
            <a:spLocks noChangeArrowheads="1"/>
          </p:cNvSpPr>
          <p:nvPr/>
        </p:nvSpPr>
        <p:spPr bwMode="auto">
          <a:xfrm>
            <a:off x="7772400" y="36576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1</a:t>
            </a:r>
            <a:endParaRPr lang="en-US" altLang="zh-CN"/>
          </a:p>
        </p:txBody>
      </p:sp>
      <p:sp>
        <p:nvSpPr>
          <p:cNvPr id="79955" name="Oval 1109" descr="羊皮纸">
            <a:extLst>
              <a:ext uri="{FF2B5EF4-FFF2-40B4-BE49-F238E27FC236}">
                <a16:creationId xmlns:a16="http://schemas.microsoft.com/office/drawing/2014/main" id="{417D39B8-7045-0488-3C61-B8355C6EB615}"/>
              </a:ext>
            </a:extLst>
          </p:cNvPr>
          <p:cNvSpPr>
            <a:spLocks noChangeArrowheads="1"/>
          </p:cNvSpPr>
          <p:nvPr/>
        </p:nvSpPr>
        <p:spPr bwMode="auto">
          <a:xfrm flipH="1">
            <a:off x="8382000" y="46482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2</a:t>
            </a:r>
            <a:endParaRPr lang="en-US" altLang="zh-CN"/>
          </a:p>
        </p:txBody>
      </p:sp>
      <p:sp>
        <p:nvSpPr>
          <p:cNvPr id="79956" name="Text Box 1110">
            <a:extLst>
              <a:ext uri="{FF2B5EF4-FFF2-40B4-BE49-F238E27FC236}">
                <a16:creationId xmlns:a16="http://schemas.microsoft.com/office/drawing/2014/main" id="{86D87F0A-1ABA-27CF-56E1-740FBD66B9F7}"/>
              </a:ext>
            </a:extLst>
          </p:cNvPr>
          <p:cNvSpPr txBox="1">
            <a:spLocks noChangeArrowheads="1"/>
          </p:cNvSpPr>
          <p:nvPr/>
        </p:nvSpPr>
        <p:spPr bwMode="auto">
          <a:xfrm>
            <a:off x="6096000" y="39766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79957" name="Text Box 1111">
            <a:extLst>
              <a:ext uri="{FF2B5EF4-FFF2-40B4-BE49-F238E27FC236}">
                <a16:creationId xmlns:a16="http://schemas.microsoft.com/office/drawing/2014/main" id="{F5DEB87F-4919-177F-D329-542E7B9914EE}"/>
              </a:ext>
            </a:extLst>
          </p:cNvPr>
          <p:cNvSpPr txBox="1">
            <a:spLocks noChangeArrowheads="1"/>
          </p:cNvSpPr>
          <p:nvPr/>
        </p:nvSpPr>
        <p:spPr bwMode="auto">
          <a:xfrm>
            <a:off x="6096000" y="51958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25</a:t>
            </a:r>
            <a:endParaRPr kumimoji="1" lang="en-US" altLang="zh-CN" sz="2400">
              <a:latin typeface="Times New Roman" panose="02020603050405020304" pitchFamily="18" charset="0"/>
              <a:ea typeface="宋体" panose="02010600030101010101" pitchFamily="2" charset="-122"/>
            </a:endParaRPr>
          </a:p>
        </p:txBody>
      </p:sp>
      <p:sp>
        <p:nvSpPr>
          <p:cNvPr id="79958" name="Text Box 1112">
            <a:extLst>
              <a:ext uri="{FF2B5EF4-FFF2-40B4-BE49-F238E27FC236}">
                <a16:creationId xmlns:a16="http://schemas.microsoft.com/office/drawing/2014/main" id="{5E471BD7-E687-DEED-B08B-68051CE94F7D}"/>
              </a:ext>
            </a:extLst>
          </p:cNvPr>
          <p:cNvSpPr txBox="1">
            <a:spLocks noChangeArrowheads="1"/>
          </p:cNvSpPr>
          <p:nvPr/>
        </p:nvSpPr>
        <p:spPr bwMode="auto">
          <a:xfrm>
            <a:off x="7162800" y="40528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14</a:t>
            </a:r>
            <a:endParaRPr kumimoji="1" lang="en-US" altLang="zh-CN" sz="2400">
              <a:latin typeface="Times New Roman" panose="02020603050405020304" pitchFamily="18" charset="0"/>
              <a:ea typeface="宋体" panose="02010600030101010101" pitchFamily="2" charset="-122"/>
            </a:endParaRPr>
          </a:p>
        </p:txBody>
      </p:sp>
      <p:sp>
        <p:nvSpPr>
          <p:cNvPr id="79959" name="Text Box 1113">
            <a:extLst>
              <a:ext uri="{FF2B5EF4-FFF2-40B4-BE49-F238E27FC236}">
                <a16:creationId xmlns:a16="http://schemas.microsoft.com/office/drawing/2014/main" id="{45E61F17-27C5-9214-12CA-27718CF6C2A9}"/>
              </a:ext>
            </a:extLst>
          </p:cNvPr>
          <p:cNvSpPr txBox="1">
            <a:spLocks noChangeArrowheads="1"/>
          </p:cNvSpPr>
          <p:nvPr/>
        </p:nvSpPr>
        <p:spPr bwMode="auto">
          <a:xfrm>
            <a:off x="7162800" y="57292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22</a:t>
            </a:r>
            <a:endParaRPr kumimoji="1" lang="en-US" altLang="zh-CN" sz="2400">
              <a:latin typeface="Times New Roman" panose="02020603050405020304" pitchFamily="18" charset="0"/>
              <a:ea typeface="宋体" panose="02010600030101010101" pitchFamily="2" charset="-122"/>
            </a:endParaRPr>
          </a:p>
        </p:txBody>
      </p:sp>
      <p:sp>
        <p:nvSpPr>
          <p:cNvPr id="79960" name="Text Box 1114">
            <a:extLst>
              <a:ext uri="{FF2B5EF4-FFF2-40B4-BE49-F238E27FC236}">
                <a16:creationId xmlns:a16="http://schemas.microsoft.com/office/drawing/2014/main" id="{53BCD964-0EBE-FDB1-4403-D672CEDDF6AA}"/>
              </a:ext>
            </a:extLst>
          </p:cNvPr>
          <p:cNvSpPr txBox="1">
            <a:spLocks noChangeArrowheads="1"/>
          </p:cNvSpPr>
          <p:nvPr/>
        </p:nvSpPr>
        <p:spPr bwMode="auto">
          <a:xfrm>
            <a:off x="8299450" y="40528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16</a:t>
            </a:r>
            <a:endParaRPr kumimoji="1" lang="en-US" altLang="zh-CN" sz="2400">
              <a:latin typeface="Times New Roman" panose="02020603050405020304" pitchFamily="18" charset="0"/>
              <a:ea typeface="宋体" panose="02010600030101010101" pitchFamily="2" charset="-122"/>
            </a:endParaRPr>
          </a:p>
        </p:txBody>
      </p:sp>
      <p:sp>
        <p:nvSpPr>
          <p:cNvPr id="79961" name="Text Box 1115">
            <a:extLst>
              <a:ext uri="{FF2B5EF4-FFF2-40B4-BE49-F238E27FC236}">
                <a16:creationId xmlns:a16="http://schemas.microsoft.com/office/drawing/2014/main" id="{77ADE0D7-7579-48CC-6B6B-F3BAEAEE1B2D}"/>
              </a:ext>
            </a:extLst>
          </p:cNvPr>
          <p:cNvSpPr txBox="1">
            <a:spLocks noChangeArrowheads="1"/>
          </p:cNvSpPr>
          <p:nvPr/>
        </p:nvSpPr>
        <p:spPr bwMode="auto">
          <a:xfrm>
            <a:off x="8299450" y="51958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12</a:t>
            </a:r>
            <a:endParaRPr kumimoji="1" lang="en-US" altLang="zh-CN" sz="2400">
              <a:latin typeface="Times New Roman" panose="02020603050405020304" pitchFamily="18" charset="0"/>
              <a:ea typeface="宋体" panose="02010600030101010101" pitchFamily="2" charset="-122"/>
            </a:endParaRPr>
          </a:p>
        </p:txBody>
      </p:sp>
      <p:sp>
        <p:nvSpPr>
          <p:cNvPr id="79962" name="Oval 1116" descr="羊皮纸">
            <a:extLst>
              <a:ext uri="{FF2B5EF4-FFF2-40B4-BE49-F238E27FC236}">
                <a16:creationId xmlns:a16="http://schemas.microsoft.com/office/drawing/2014/main" id="{F4EC92F8-3B35-46C3-E379-019D533B1016}"/>
              </a:ext>
            </a:extLst>
          </p:cNvPr>
          <p:cNvSpPr>
            <a:spLocks noChangeArrowheads="1"/>
          </p:cNvSpPr>
          <p:nvPr/>
        </p:nvSpPr>
        <p:spPr bwMode="auto">
          <a:xfrm>
            <a:off x="7848600" y="5562600"/>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3</a:t>
            </a:r>
            <a:endParaRPr lang="en-US" altLang="zh-CN"/>
          </a:p>
        </p:txBody>
      </p:sp>
      <p:sp>
        <p:nvSpPr>
          <p:cNvPr id="79963" name="Line 1117">
            <a:extLst>
              <a:ext uri="{FF2B5EF4-FFF2-40B4-BE49-F238E27FC236}">
                <a16:creationId xmlns:a16="http://schemas.microsoft.com/office/drawing/2014/main" id="{516DE7BE-1075-8039-EAC4-7589206A2466}"/>
              </a:ext>
            </a:extLst>
          </p:cNvPr>
          <p:cNvSpPr>
            <a:spLocks noChangeShapeType="1"/>
          </p:cNvSpPr>
          <p:nvPr/>
        </p:nvSpPr>
        <p:spPr bwMode="auto">
          <a:xfrm>
            <a:off x="3124200" y="3581400"/>
            <a:ext cx="0" cy="2819400"/>
          </a:xfrm>
          <a:prstGeom prst="line">
            <a:avLst/>
          </a:prstGeom>
          <a:noFill/>
          <a:ln w="57150" cmpd="thinThick">
            <a:solidFill>
              <a:schemeClr val="folHlink"/>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64" name="Line 1118">
            <a:extLst>
              <a:ext uri="{FF2B5EF4-FFF2-40B4-BE49-F238E27FC236}">
                <a16:creationId xmlns:a16="http://schemas.microsoft.com/office/drawing/2014/main" id="{02E35B84-0324-C7BF-2E35-FEA417E96FCC}"/>
              </a:ext>
            </a:extLst>
          </p:cNvPr>
          <p:cNvSpPr>
            <a:spLocks noChangeShapeType="1"/>
          </p:cNvSpPr>
          <p:nvPr/>
        </p:nvSpPr>
        <p:spPr bwMode="auto">
          <a:xfrm>
            <a:off x="6019800" y="3581400"/>
            <a:ext cx="0" cy="2819400"/>
          </a:xfrm>
          <a:prstGeom prst="line">
            <a:avLst/>
          </a:prstGeom>
          <a:noFill/>
          <a:ln w="57150" cmpd="thinThick">
            <a:solidFill>
              <a:schemeClr val="folHlink"/>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65" name="Text Box 1121">
            <a:extLst>
              <a:ext uri="{FF2B5EF4-FFF2-40B4-BE49-F238E27FC236}">
                <a16:creationId xmlns:a16="http://schemas.microsoft.com/office/drawing/2014/main" id="{4AFC8B7A-00F2-12FD-6BE3-CAD597909375}"/>
              </a:ext>
            </a:extLst>
          </p:cNvPr>
          <p:cNvSpPr txBox="1">
            <a:spLocks noChangeArrowheads="1"/>
          </p:cNvSpPr>
          <p:nvPr/>
        </p:nvSpPr>
        <p:spPr bwMode="auto">
          <a:xfrm>
            <a:off x="6096000" y="20574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25</a:t>
            </a:r>
            <a:endParaRPr kumimoji="1" lang="en-US" altLang="zh-CN" sz="2400">
              <a:latin typeface="Times New Roman" panose="02020603050405020304" pitchFamily="18" charset="0"/>
              <a:ea typeface="宋体" panose="02010600030101010101" pitchFamily="2" charset="-122"/>
            </a:endParaRPr>
          </a:p>
        </p:txBody>
      </p:sp>
      <p:sp>
        <p:nvSpPr>
          <p:cNvPr id="79966" name="Line 1126">
            <a:extLst>
              <a:ext uri="{FF2B5EF4-FFF2-40B4-BE49-F238E27FC236}">
                <a16:creationId xmlns:a16="http://schemas.microsoft.com/office/drawing/2014/main" id="{B3A621D1-F2F7-5E51-B5FE-A924A7B7ADBC}"/>
              </a:ext>
            </a:extLst>
          </p:cNvPr>
          <p:cNvSpPr>
            <a:spLocks noChangeShapeType="1"/>
          </p:cNvSpPr>
          <p:nvPr/>
        </p:nvSpPr>
        <p:spPr bwMode="auto">
          <a:xfrm>
            <a:off x="1295400" y="5791200"/>
            <a:ext cx="685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67" name="Text Box 1127">
            <a:extLst>
              <a:ext uri="{FF2B5EF4-FFF2-40B4-BE49-F238E27FC236}">
                <a16:creationId xmlns:a16="http://schemas.microsoft.com/office/drawing/2014/main" id="{35568231-C36D-A307-93EE-E4A5A4405F99}"/>
              </a:ext>
            </a:extLst>
          </p:cNvPr>
          <p:cNvSpPr txBox="1">
            <a:spLocks noChangeArrowheads="1"/>
          </p:cNvSpPr>
          <p:nvPr/>
        </p:nvSpPr>
        <p:spPr bwMode="auto">
          <a:xfrm>
            <a:off x="1371600" y="57150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22</a:t>
            </a:r>
            <a:endParaRPr kumimoji="1" lang="en-US" altLang="zh-CN" sz="2400">
              <a:latin typeface="Times New Roman" panose="02020603050405020304" pitchFamily="18" charset="0"/>
              <a:ea typeface="宋体" panose="02010600030101010101" pitchFamily="2" charset="-122"/>
            </a:endParaRPr>
          </a:p>
        </p:txBody>
      </p:sp>
      <p:sp>
        <p:nvSpPr>
          <p:cNvPr id="79968" name="Line 1133">
            <a:extLst>
              <a:ext uri="{FF2B5EF4-FFF2-40B4-BE49-F238E27FC236}">
                <a16:creationId xmlns:a16="http://schemas.microsoft.com/office/drawing/2014/main" id="{AC72BE6B-8D78-6553-5FC3-E41EEDD74FDC}"/>
              </a:ext>
            </a:extLst>
          </p:cNvPr>
          <p:cNvSpPr>
            <a:spLocks noChangeShapeType="1"/>
          </p:cNvSpPr>
          <p:nvPr/>
        </p:nvSpPr>
        <p:spPr bwMode="auto">
          <a:xfrm>
            <a:off x="4191000" y="5791200"/>
            <a:ext cx="685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69" name="Text Box 1137">
            <a:extLst>
              <a:ext uri="{FF2B5EF4-FFF2-40B4-BE49-F238E27FC236}">
                <a16:creationId xmlns:a16="http://schemas.microsoft.com/office/drawing/2014/main" id="{181E3B6D-C5FF-47FD-E87A-B155EA9FEE28}"/>
              </a:ext>
            </a:extLst>
          </p:cNvPr>
          <p:cNvSpPr txBox="1">
            <a:spLocks noChangeArrowheads="1"/>
          </p:cNvSpPr>
          <p:nvPr/>
        </p:nvSpPr>
        <p:spPr bwMode="auto">
          <a:xfrm>
            <a:off x="2508250" y="19812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12</a:t>
            </a:r>
            <a:endParaRPr kumimoji="1" lang="en-US" altLang="zh-CN" sz="2400">
              <a:latin typeface="Times New Roman" panose="02020603050405020304" pitchFamily="18" charset="0"/>
              <a:ea typeface="宋体" panose="02010600030101010101" pitchFamily="2" charset="-122"/>
            </a:endParaRPr>
          </a:p>
        </p:txBody>
      </p:sp>
      <p:sp>
        <p:nvSpPr>
          <p:cNvPr id="79970" name="Line 1138">
            <a:extLst>
              <a:ext uri="{FF2B5EF4-FFF2-40B4-BE49-F238E27FC236}">
                <a16:creationId xmlns:a16="http://schemas.microsoft.com/office/drawing/2014/main" id="{06CD011B-11BB-9C15-D181-498C164B76AF}"/>
              </a:ext>
            </a:extLst>
          </p:cNvPr>
          <p:cNvSpPr>
            <a:spLocks noChangeShapeType="1"/>
          </p:cNvSpPr>
          <p:nvPr/>
        </p:nvSpPr>
        <p:spPr bwMode="auto">
          <a:xfrm>
            <a:off x="1295400" y="762000"/>
            <a:ext cx="685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灯片编号占位符 1">
            <a:extLst>
              <a:ext uri="{FF2B5EF4-FFF2-40B4-BE49-F238E27FC236}">
                <a16:creationId xmlns:a16="http://schemas.microsoft.com/office/drawing/2014/main" id="{C601F719-AAB5-B0A3-A1F1-EAA5EC3D1D2E}"/>
              </a:ext>
            </a:extLst>
          </p:cNvPr>
          <p:cNvSpPr>
            <a:spLocks noGrp="1"/>
          </p:cNvSpPr>
          <p:nvPr>
            <p:ph type="sldNum" sz="quarter" idx="12"/>
          </p:nvPr>
        </p:nvSpPr>
        <p:spPr/>
        <p:txBody>
          <a:bodyPr/>
          <a:lstStyle/>
          <a:p>
            <a:pPr>
              <a:defRPr/>
            </a:pPr>
            <a:fld id="{22EEED5C-99EB-4141-8E47-FA8D31DEB9C9}" type="slidenum">
              <a:rPr lang="en-US" altLang="zh-CN" smtClean="0"/>
              <a:pPr>
                <a:defRPr/>
              </a:pPr>
              <a:t>65</a:t>
            </a:fld>
            <a:endParaRPr lang="en-US" altLang="zh-CN"/>
          </a:p>
        </p:txBody>
      </p:sp>
    </p:spTree>
  </p:cSld>
  <p:clrMapOvr>
    <a:masterClrMapping/>
  </p:clrMapOvr>
  <p:transition>
    <p:zoom/>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1F7DE11A-FEEA-1226-578D-AD50280FF47E}"/>
              </a:ext>
            </a:extLst>
          </p:cNvPr>
          <p:cNvSpPr>
            <a:spLocks noGrp="1" noChangeArrowheads="1"/>
          </p:cNvSpPr>
          <p:nvPr>
            <p:ph type="title"/>
          </p:nvPr>
        </p:nvSpPr>
        <p:spPr/>
        <p:txBody>
          <a:bodyPr/>
          <a:lstStyle/>
          <a:p>
            <a:r>
              <a:rPr lang="zh-CN" altLang="en-US"/>
              <a:t>算法基本思路</a:t>
            </a:r>
          </a:p>
        </p:txBody>
      </p:sp>
      <p:sp>
        <p:nvSpPr>
          <p:cNvPr id="80899" name="Rectangle 3">
            <a:extLst>
              <a:ext uri="{FF2B5EF4-FFF2-40B4-BE49-F238E27FC236}">
                <a16:creationId xmlns:a16="http://schemas.microsoft.com/office/drawing/2014/main" id="{42749C18-8ED3-F6AB-294B-907DA5391778}"/>
              </a:ext>
            </a:extLst>
          </p:cNvPr>
          <p:cNvSpPr>
            <a:spLocks noGrp="1" noChangeArrowheads="1"/>
          </p:cNvSpPr>
          <p:nvPr>
            <p:ph type="body" idx="1"/>
          </p:nvPr>
        </p:nvSpPr>
        <p:spPr/>
        <p:txBody>
          <a:bodyPr/>
          <a:lstStyle/>
          <a:p>
            <a:r>
              <a:rPr lang="zh-CN" altLang="en-US" dirty="0"/>
              <a:t>与</a:t>
            </a:r>
            <a:r>
              <a:rPr lang="en-US" altLang="zh-CN" dirty="0"/>
              <a:t>Kruskal</a:t>
            </a:r>
            <a:r>
              <a:rPr lang="zh-CN" altLang="en-US" dirty="0"/>
              <a:t>算法类似，需要一个最小堆存储图的边</a:t>
            </a:r>
          </a:p>
          <a:p>
            <a:pPr lvl="1"/>
            <a:r>
              <a:rPr lang="zh-CN" altLang="en-US" dirty="0"/>
              <a:t>初始时把一端为起点的边放入堆中</a:t>
            </a:r>
          </a:p>
          <a:p>
            <a:r>
              <a:rPr lang="zh-CN" altLang="en-US" dirty="0"/>
              <a:t>重复以下处理</a:t>
            </a:r>
          </a:p>
          <a:p>
            <a:pPr lvl="1"/>
            <a:r>
              <a:rPr lang="zh-CN" altLang="en-US" dirty="0"/>
              <a:t>每次从堆顶取出一条边，加入生成树中。将由此引入的新的一端在生成树中，另一端不在树中的边加入堆中</a:t>
            </a:r>
          </a:p>
        </p:txBody>
      </p:sp>
      <p:sp>
        <p:nvSpPr>
          <p:cNvPr id="2" name="灯片编号占位符 1">
            <a:extLst>
              <a:ext uri="{FF2B5EF4-FFF2-40B4-BE49-F238E27FC236}">
                <a16:creationId xmlns:a16="http://schemas.microsoft.com/office/drawing/2014/main" id="{5FE4704D-DAFA-267C-CDC9-4CC3E8D176E7}"/>
              </a:ext>
            </a:extLst>
          </p:cNvPr>
          <p:cNvSpPr>
            <a:spLocks noGrp="1"/>
          </p:cNvSpPr>
          <p:nvPr>
            <p:ph type="sldNum" sz="quarter" idx="12"/>
          </p:nvPr>
        </p:nvSpPr>
        <p:spPr/>
        <p:txBody>
          <a:bodyPr/>
          <a:lstStyle/>
          <a:p>
            <a:pPr>
              <a:defRPr/>
            </a:pPr>
            <a:fld id="{2E0F9FB0-350A-4A87-9CD5-1F022F266B97}" type="slidenum">
              <a:rPr lang="en-US" altLang="zh-CN" smtClean="0"/>
              <a:pPr>
                <a:defRPr/>
              </a:pPr>
              <a:t>66</a:t>
            </a:fld>
            <a:endParaRPr lang="en-US" altLang="zh-CN"/>
          </a:p>
        </p:txBody>
      </p:sp>
    </p:spTree>
  </p:cSld>
  <p:clrMapOvr>
    <a:masterClrMapping/>
  </p:clrMapOvr>
  <p:transition>
    <p:zoom/>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3">
            <a:extLst>
              <a:ext uri="{FF2B5EF4-FFF2-40B4-BE49-F238E27FC236}">
                <a16:creationId xmlns:a16="http://schemas.microsoft.com/office/drawing/2014/main" id="{E18CE9D9-C871-7FD2-FADE-C51B4EF7007C}"/>
              </a:ext>
            </a:extLst>
          </p:cNvPr>
          <p:cNvSpPr>
            <a:spLocks noGrp="1" noChangeArrowheads="1"/>
          </p:cNvSpPr>
          <p:nvPr>
            <p:ph type="body" idx="1"/>
          </p:nvPr>
        </p:nvSpPr>
        <p:spPr>
          <a:xfrm>
            <a:off x="107504" y="116632"/>
            <a:ext cx="8928992" cy="6624736"/>
          </a:xfrm>
        </p:spPr>
        <p:txBody>
          <a:bodyPr>
            <a:normAutofit fontScale="47500" lnSpcReduction="20000"/>
          </a:bodyPr>
          <a:lstStyle/>
          <a:p>
            <a:pPr marL="0" indent="0">
              <a:buNone/>
            </a:pPr>
            <a:r>
              <a:rPr lang="en-US" altLang="zh-CN" dirty="0"/>
              <a:t>template &lt;class T, class E&gt;</a:t>
            </a:r>
          </a:p>
          <a:p>
            <a:pPr marL="0" indent="0">
              <a:buNone/>
            </a:pPr>
            <a:r>
              <a:rPr lang="en-US" altLang="zh-CN" dirty="0"/>
              <a:t>void prim(Graph&lt;T, E&gt;&amp; G, const T u0, </a:t>
            </a:r>
            <a:r>
              <a:rPr lang="en-US" altLang="zh-CN" dirty="0" err="1"/>
              <a:t>MinSpanTree</a:t>
            </a:r>
            <a:r>
              <a:rPr lang="en-US" altLang="zh-CN" dirty="0"/>
              <a:t>&lt;T, E&gt;&amp; MST) {</a:t>
            </a:r>
          </a:p>
          <a:p>
            <a:pPr marL="0" indent="0">
              <a:buNone/>
            </a:pPr>
            <a:r>
              <a:rPr lang="en-US" altLang="zh-CN" dirty="0"/>
              <a:t>  </a:t>
            </a:r>
            <a:r>
              <a:rPr lang="en-US" altLang="zh-CN" dirty="0" err="1"/>
              <a:t>MSTEdgeNode</a:t>
            </a:r>
            <a:r>
              <a:rPr lang="en-US" altLang="zh-CN" dirty="0"/>
              <a:t>&lt;T, E&gt; ed; int </a:t>
            </a:r>
            <a:r>
              <a:rPr lang="en-US" altLang="zh-CN" dirty="0" err="1"/>
              <a:t>i</a:t>
            </a:r>
            <a:r>
              <a:rPr lang="en-US" altLang="zh-CN" dirty="0"/>
              <a:t>, u, v, count;</a:t>
            </a:r>
          </a:p>
          <a:p>
            <a:pPr marL="0" indent="0">
              <a:buNone/>
            </a:pPr>
            <a:r>
              <a:rPr lang="en-US" altLang="zh-CN" dirty="0"/>
              <a:t>  int n = </a:t>
            </a:r>
            <a:r>
              <a:rPr lang="en-US" altLang="zh-CN" dirty="0" err="1"/>
              <a:t>G.NumberOfVertices</a:t>
            </a:r>
            <a:r>
              <a:rPr lang="en-US" altLang="zh-CN" dirty="0"/>
              <a:t>( );            int m = </a:t>
            </a:r>
            <a:r>
              <a:rPr lang="en-US" altLang="zh-CN" dirty="0" err="1"/>
              <a:t>G.NumberOfEdges</a:t>
            </a:r>
            <a:r>
              <a:rPr lang="en-US" altLang="zh-CN" dirty="0"/>
              <a:t>( );</a:t>
            </a:r>
          </a:p>
          <a:p>
            <a:pPr marL="0" indent="0">
              <a:buNone/>
            </a:pPr>
            <a:r>
              <a:rPr lang="en-US" altLang="zh-CN" dirty="0"/>
              <a:t>  u = </a:t>
            </a:r>
            <a:r>
              <a:rPr lang="en-US" altLang="zh-CN" dirty="0" err="1"/>
              <a:t>G.getVertexPos</a:t>
            </a:r>
            <a:r>
              <a:rPr lang="en-US" altLang="zh-CN" dirty="0"/>
              <a:t>(u0);                 </a:t>
            </a:r>
            <a:r>
              <a:rPr lang="en-US" altLang="zh-CN" dirty="0" err="1"/>
              <a:t>MinHeap</a:t>
            </a:r>
            <a:r>
              <a:rPr lang="en-US" altLang="zh-CN" dirty="0"/>
              <a:t> &lt;E, </a:t>
            </a:r>
            <a:r>
              <a:rPr lang="en-US" altLang="zh-CN" dirty="0" err="1"/>
              <a:t>MSTEdgeNode</a:t>
            </a:r>
            <a:r>
              <a:rPr lang="en-US" altLang="zh-CN" dirty="0"/>
              <a:t>&lt;T, E&gt;&gt; H(m);</a:t>
            </a:r>
          </a:p>
          <a:p>
            <a:pPr marL="0" indent="0">
              <a:buNone/>
            </a:pPr>
            <a:r>
              <a:rPr lang="en-US" altLang="zh-CN" dirty="0"/>
              <a:t>  bool *</a:t>
            </a:r>
            <a:r>
              <a:rPr lang="en-US" altLang="zh-CN" dirty="0" err="1"/>
              <a:t>Vmst</a:t>
            </a:r>
            <a:r>
              <a:rPr lang="en-US" altLang="zh-CN" dirty="0"/>
              <a:t> = new bool[n];  for (</a:t>
            </a:r>
            <a:r>
              <a:rPr lang="en-US" altLang="zh-CN" dirty="0" err="1"/>
              <a:t>i</a:t>
            </a:r>
            <a:r>
              <a:rPr lang="en-US" altLang="zh-CN" dirty="0"/>
              <a:t> = 0; </a:t>
            </a:r>
            <a:r>
              <a:rPr lang="en-US" altLang="zh-CN" dirty="0" err="1"/>
              <a:t>i</a:t>
            </a:r>
            <a:r>
              <a:rPr lang="en-US" altLang="zh-CN" dirty="0"/>
              <a:t>&lt; n; </a:t>
            </a:r>
            <a:r>
              <a:rPr lang="en-US" altLang="zh-CN" dirty="0" err="1"/>
              <a:t>i</a:t>
            </a:r>
            <a:r>
              <a:rPr lang="en-US" altLang="zh-CN" dirty="0"/>
              <a:t>++) </a:t>
            </a:r>
            <a:r>
              <a:rPr lang="en-US" altLang="zh-CN" dirty="0" err="1"/>
              <a:t>Vmst</a:t>
            </a:r>
            <a:r>
              <a:rPr lang="en-US" altLang="zh-CN" dirty="0"/>
              <a:t>[</a:t>
            </a:r>
            <a:r>
              <a:rPr lang="en-US" altLang="zh-CN" dirty="0" err="1"/>
              <a:t>i</a:t>
            </a:r>
            <a:r>
              <a:rPr lang="en-US" altLang="zh-CN" dirty="0"/>
              <a:t>] = false;    </a:t>
            </a:r>
            <a:r>
              <a:rPr lang="en-US" altLang="zh-CN" dirty="0" err="1"/>
              <a:t>Vmst</a:t>
            </a:r>
            <a:r>
              <a:rPr lang="en-US" altLang="zh-CN" dirty="0"/>
              <a:t>[u] = true;    count = 1;</a:t>
            </a:r>
          </a:p>
          <a:p>
            <a:pPr marL="0" indent="0">
              <a:buNone/>
            </a:pPr>
            <a:r>
              <a:rPr lang="en-US" altLang="zh-CN" dirty="0"/>
              <a:t>  do {</a:t>
            </a:r>
          </a:p>
          <a:p>
            <a:pPr marL="0" indent="0">
              <a:buNone/>
            </a:pPr>
            <a:r>
              <a:rPr lang="en-US" altLang="zh-CN" dirty="0"/>
              <a:t>      v = </a:t>
            </a:r>
            <a:r>
              <a:rPr lang="en-US" altLang="zh-CN" dirty="0" err="1"/>
              <a:t>G.getFirstNeighbor</a:t>
            </a:r>
            <a:r>
              <a:rPr lang="en-US" altLang="zh-CN" dirty="0"/>
              <a:t>(u);</a:t>
            </a:r>
          </a:p>
          <a:p>
            <a:pPr marL="0" indent="0">
              <a:buNone/>
            </a:pPr>
            <a:r>
              <a:rPr lang="en-US" altLang="zh-CN" dirty="0"/>
              <a:t>      while (v != -1) {</a:t>
            </a:r>
          </a:p>
          <a:p>
            <a:pPr marL="0" indent="0">
              <a:buNone/>
            </a:pPr>
            <a:r>
              <a:rPr lang="en-US" altLang="zh-CN" dirty="0"/>
              <a:t>           if (</a:t>
            </a:r>
            <a:r>
              <a:rPr lang="en-US" altLang="zh-CN" dirty="0" err="1"/>
              <a:t>Vmst</a:t>
            </a:r>
            <a:r>
              <a:rPr lang="en-US" altLang="zh-CN" dirty="0"/>
              <a:t>[v] == false) {</a:t>
            </a:r>
          </a:p>
          <a:p>
            <a:pPr marL="0" indent="0">
              <a:buNone/>
            </a:pPr>
            <a:r>
              <a:rPr lang="en-US" altLang="zh-CN" dirty="0"/>
              <a:t>              </a:t>
            </a:r>
            <a:r>
              <a:rPr lang="en-US" altLang="zh-CN" dirty="0" err="1"/>
              <a:t>ed.tail</a:t>
            </a:r>
            <a:r>
              <a:rPr lang="en-US" altLang="zh-CN" dirty="0"/>
              <a:t> = u; </a:t>
            </a:r>
            <a:r>
              <a:rPr lang="en-US" altLang="zh-CN" dirty="0" err="1"/>
              <a:t>ed.head</a:t>
            </a:r>
            <a:r>
              <a:rPr lang="en-US" altLang="zh-CN" dirty="0"/>
              <a:t> = v;            </a:t>
            </a:r>
            <a:r>
              <a:rPr lang="en-US" altLang="zh-CN" dirty="0" err="1"/>
              <a:t>ed.key</a:t>
            </a:r>
            <a:r>
              <a:rPr lang="en-US" altLang="zh-CN" dirty="0"/>
              <a:t> = </a:t>
            </a:r>
            <a:r>
              <a:rPr lang="en-US" altLang="zh-CN" dirty="0" err="1"/>
              <a:t>G.getWeight</a:t>
            </a:r>
            <a:r>
              <a:rPr lang="en-US" altLang="zh-CN" dirty="0"/>
              <a:t>(u, v);              </a:t>
            </a:r>
            <a:r>
              <a:rPr lang="en-US" altLang="zh-CN" dirty="0" err="1"/>
              <a:t>H.Insert</a:t>
            </a:r>
            <a:r>
              <a:rPr lang="en-US" altLang="zh-CN" dirty="0"/>
              <a:t>( ed );</a:t>
            </a:r>
          </a:p>
          <a:p>
            <a:pPr marL="0" indent="0">
              <a:buNone/>
            </a:pPr>
            <a:r>
              <a:rPr lang="en-US" altLang="zh-CN" dirty="0"/>
              <a:t>           }</a:t>
            </a:r>
          </a:p>
          <a:p>
            <a:pPr marL="0" indent="0">
              <a:buNone/>
            </a:pPr>
            <a:r>
              <a:rPr lang="en-US" altLang="zh-CN" dirty="0"/>
              <a:t>           v = </a:t>
            </a:r>
            <a:r>
              <a:rPr lang="en-US" altLang="zh-CN" dirty="0" err="1"/>
              <a:t>G.getNextNeighbor</a:t>
            </a:r>
            <a:r>
              <a:rPr lang="en-US" altLang="zh-CN" dirty="0"/>
              <a:t>(u, v);</a:t>
            </a:r>
          </a:p>
          <a:p>
            <a:pPr marL="0" indent="0">
              <a:buNone/>
            </a:pPr>
            <a:r>
              <a:rPr lang="en-US" altLang="zh-CN" dirty="0"/>
              <a:t>       }</a:t>
            </a:r>
          </a:p>
          <a:p>
            <a:pPr marL="0" indent="0">
              <a:buNone/>
            </a:pPr>
            <a:r>
              <a:rPr lang="en-US" altLang="zh-CN" dirty="0"/>
              <a:t>       while (</a:t>
            </a:r>
            <a:r>
              <a:rPr lang="en-US" altLang="zh-CN" dirty="0" err="1"/>
              <a:t>H.IsEmpty</a:t>
            </a:r>
            <a:r>
              <a:rPr lang="en-US" altLang="zh-CN" dirty="0"/>
              <a:t>( ) == false &amp;&amp; count &lt; n) {</a:t>
            </a:r>
          </a:p>
          <a:p>
            <a:pPr marL="0" indent="0">
              <a:buNone/>
            </a:pPr>
            <a:r>
              <a:rPr lang="en-US" altLang="zh-CN" dirty="0"/>
              <a:t>           </a:t>
            </a:r>
            <a:r>
              <a:rPr lang="en-US" altLang="zh-CN" dirty="0" err="1"/>
              <a:t>H.RemoveMin</a:t>
            </a:r>
            <a:r>
              <a:rPr lang="en-US" altLang="zh-CN" dirty="0"/>
              <a:t>(ed);</a:t>
            </a:r>
          </a:p>
          <a:p>
            <a:pPr marL="0" indent="0">
              <a:buNone/>
            </a:pPr>
            <a:r>
              <a:rPr lang="en-US" altLang="zh-CN" dirty="0"/>
              <a:t>           if (</a:t>
            </a:r>
            <a:r>
              <a:rPr lang="en-US" altLang="zh-CN" dirty="0" err="1"/>
              <a:t>Vmst</a:t>
            </a:r>
            <a:r>
              <a:rPr lang="en-US" altLang="zh-CN" dirty="0"/>
              <a:t>[</a:t>
            </a:r>
            <a:r>
              <a:rPr lang="en-US" altLang="zh-CN" dirty="0" err="1"/>
              <a:t>ed.head</a:t>
            </a:r>
            <a:r>
              <a:rPr lang="en-US" altLang="zh-CN" dirty="0"/>
              <a:t>] == false ) {</a:t>
            </a:r>
          </a:p>
          <a:p>
            <a:pPr marL="0" indent="0">
              <a:buNone/>
            </a:pPr>
            <a:r>
              <a:rPr lang="en-US" altLang="zh-CN" dirty="0"/>
              <a:t>               </a:t>
            </a:r>
            <a:r>
              <a:rPr lang="en-US" altLang="zh-CN" dirty="0" err="1"/>
              <a:t>MST.Insert</a:t>
            </a:r>
            <a:r>
              <a:rPr lang="en-US" altLang="zh-CN" dirty="0"/>
              <a:t>(ed);        u = </a:t>
            </a:r>
            <a:r>
              <a:rPr lang="en-US" altLang="zh-CN" dirty="0" err="1"/>
              <a:t>ed.head</a:t>
            </a:r>
            <a:r>
              <a:rPr lang="en-US" altLang="zh-CN" dirty="0"/>
              <a:t>;        </a:t>
            </a:r>
            <a:r>
              <a:rPr lang="en-US" altLang="zh-CN" dirty="0" err="1"/>
              <a:t>Vmst</a:t>
            </a:r>
            <a:r>
              <a:rPr lang="en-US" altLang="zh-CN" dirty="0"/>
              <a:t>[u] = true;        count++;       break;</a:t>
            </a:r>
          </a:p>
          <a:p>
            <a:pPr marL="0" indent="0">
              <a:buNone/>
            </a:pPr>
            <a:r>
              <a:rPr lang="en-US" altLang="zh-CN" dirty="0"/>
              <a:t>           }</a:t>
            </a:r>
          </a:p>
          <a:p>
            <a:pPr marL="0" indent="0">
              <a:buNone/>
            </a:pPr>
            <a:r>
              <a:rPr lang="en-US" altLang="zh-CN" dirty="0"/>
              <a:t>       }</a:t>
            </a:r>
          </a:p>
          <a:p>
            <a:pPr marL="0" indent="0">
              <a:buNone/>
            </a:pPr>
            <a:r>
              <a:rPr lang="en-US" altLang="zh-CN" dirty="0"/>
              <a:t>    }while(count &lt; n);</a:t>
            </a:r>
          </a:p>
          <a:p>
            <a:pPr marL="0" indent="0">
              <a:buNone/>
            </a:pPr>
            <a:r>
              <a:rPr lang="en-US" altLang="zh-CN" dirty="0"/>
              <a:t>} </a:t>
            </a:r>
          </a:p>
          <a:p>
            <a:pPr marL="0" indent="0">
              <a:buNone/>
            </a:pPr>
            <a:endParaRPr lang="en-US" altLang="zh-CN" dirty="0"/>
          </a:p>
        </p:txBody>
      </p:sp>
      <p:sp>
        <p:nvSpPr>
          <p:cNvPr id="2" name="灯片编号占位符 1">
            <a:extLst>
              <a:ext uri="{FF2B5EF4-FFF2-40B4-BE49-F238E27FC236}">
                <a16:creationId xmlns:a16="http://schemas.microsoft.com/office/drawing/2014/main" id="{BBD016E2-FE95-2EBF-59CA-3E499B9FD636}"/>
              </a:ext>
            </a:extLst>
          </p:cNvPr>
          <p:cNvSpPr>
            <a:spLocks noGrp="1"/>
          </p:cNvSpPr>
          <p:nvPr>
            <p:ph type="sldNum" sz="quarter" idx="12"/>
          </p:nvPr>
        </p:nvSpPr>
        <p:spPr/>
        <p:txBody>
          <a:bodyPr/>
          <a:lstStyle/>
          <a:p>
            <a:pPr>
              <a:defRPr/>
            </a:pPr>
            <a:fld id="{2E0F9FB0-350A-4A87-9CD5-1F022F266B97}" type="slidenum">
              <a:rPr lang="en-US" altLang="zh-CN" smtClean="0"/>
              <a:pPr>
                <a:defRPr/>
              </a:pPr>
              <a:t>67</a:t>
            </a:fld>
            <a:endParaRPr lang="en-US" altLang="zh-CN"/>
          </a:p>
        </p:txBody>
      </p:sp>
    </p:spTree>
  </p:cSld>
  <p:clrMapOvr>
    <a:masterClrMapping/>
  </p:clrMapOvr>
  <p:transition>
    <p:zoom/>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64379847-B32C-3734-633B-AF35A67705AF}"/>
              </a:ext>
            </a:extLst>
          </p:cNvPr>
          <p:cNvSpPr>
            <a:spLocks noGrp="1" noChangeArrowheads="1"/>
          </p:cNvSpPr>
          <p:nvPr>
            <p:ph type="title"/>
          </p:nvPr>
        </p:nvSpPr>
        <p:spPr/>
        <p:txBody>
          <a:bodyPr/>
          <a:lstStyle/>
          <a:p>
            <a:r>
              <a:rPr lang="zh-CN" altLang="en-US"/>
              <a:t>性能分析</a:t>
            </a:r>
          </a:p>
        </p:txBody>
      </p:sp>
      <p:sp>
        <p:nvSpPr>
          <p:cNvPr id="88067" name="Rectangle 3">
            <a:extLst>
              <a:ext uri="{FF2B5EF4-FFF2-40B4-BE49-F238E27FC236}">
                <a16:creationId xmlns:a16="http://schemas.microsoft.com/office/drawing/2014/main" id="{95A0C69B-9793-0014-3A5D-1F81F70FDC4C}"/>
              </a:ext>
            </a:extLst>
          </p:cNvPr>
          <p:cNvSpPr>
            <a:spLocks noGrp="1" noChangeArrowheads="1"/>
          </p:cNvSpPr>
          <p:nvPr>
            <p:ph type="body" idx="1"/>
          </p:nvPr>
        </p:nvSpPr>
        <p:spPr/>
        <p:txBody>
          <a:bodyPr>
            <a:normAutofit fontScale="85000" lnSpcReduction="20000"/>
          </a:bodyPr>
          <a:lstStyle/>
          <a:p>
            <a:r>
              <a:rPr lang="zh-CN" altLang="en-US" dirty="0"/>
              <a:t>最外层的循环次数为</a:t>
            </a:r>
            <a:r>
              <a:rPr lang="en-US" altLang="zh-CN" dirty="0"/>
              <a:t>O(n)</a:t>
            </a:r>
          </a:p>
          <a:p>
            <a:pPr lvl="1"/>
            <a:r>
              <a:rPr lang="zh-CN" altLang="en-US" dirty="0"/>
              <a:t>每次循环将平均</a:t>
            </a:r>
            <a:r>
              <a:rPr lang="en-US" altLang="zh-CN" dirty="0"/>
              <a:t>2e/n</a:t>
            </a:r>
            <a:r>
              <a:rPr lang="zh-CN" altLang="en-US" dirty="0"/>
              <a:t>条边插入最小堆中</a:t>
            </a:r>
            <a:endParaRPr lang="en-US" altLang="zh-CN" dirty="0"/>
          </a:p>
          <a:p>
            <a:pPr lvl="2"/>
            <a:r>
              <a:rPr lang="zh-CN" altLang="en-US" dirty="0"/>
              <a:t>实际是平均检查</a:t>
            </a:r>
            <a:r>
              <a:rPr lang="en-US" altLang="zh-CN" dirty="0"/>
              <a:t>2e/n</a:t>
            </a:r>
            <a:r>
              <a:rPr lang="zh-CN" altLang="en-US" dirty="0"/>
              <a:t>条边，插入</a:t>
            </a:r>
            <a:r>
              <a:rPr lang="en-US" altLang="zh-CN" dirty="0"/>
              <a:t>e/n</a:t>
            </a:r>
            <a:r>
              <a:rPr lang="zh-CN" altLang="en-US" dirty="0"/>
              <a:t>条边</a:t>
            </a:r>
          </a:p>
          <a:p>
            <a:r>
              <a:rPr lang="zh-CN" altLang="en-US" dirty="0"/>
              <a:t>最多从堆中删除</a:t>
            </a:r>
            <a:r>
              <a:rPr lang="en-US" altLang="zh-CN" dirty="0"/>
              <a:t>e</a:t>
            </a:r>
            <a:r>
              <a:rPr lang="zh-CN" altLang="en-US" dirty="0"/>
              <a:t>条边</a:t>
            </a:r>
          </a:p>
          <a:p>
            <a:r>
              <a:rPr lang="zh-CN" altLang="en-US" dirty="0"/>
              <a:t>堆的一次插入或者删除时间为</a:t>
            </a:r>
            <a:r>
              <a:rPr lang="en-US" altLang="zh-CN" dirty="0"/>
              <a:t>O(log</a:t>
            </a:r>
            <a:r>
              <a:rPr lang="en-US" altLang="zh-CN" baseline="-25000" dirty="0"/>
              <a:t>2</a:t>
            </a:r>
            <a:r>
              <a:rPr lang="en-US" altLang="zh-CN" dirty="0"/>
              <a:t>e)</a:t>
            </a:r>
          </a:p>
          <a:p>
            <a:r>
              <a:rPr lang="zh-CN" altLang="en-US" dirty="0"/>
              <a:t>总时间为：Ｏ</a:t>
            </a:r>
            <a:r>
              <a:rPr lang="en-US" altLang="zh-CN" dirty="0"/>
              <a:t>(n*2e/n*log</a:t>
            </a:r>
            <a:r>
              <a:rPr lang="en-US" altLang="zh-CN" baseline="-25000" dirty="0"/>
              <a:t>2</a:t>
            </a:r>
            <a:r>
              <a:rPr lang="en-US" altLang="zh-CN" dirty="0"/>
              <a:t>e + elog</a:t>
            </a:r>
            <a:r>
              <a:rPr lang="en-US" altLang="zh-CN" baseline="-25000" dirty="0"/>
              <a:t>2</a:t>
            </a:r>
            <a:r>
              <a:rPr lang="en-US" altLang="zh-CN" dirty="0"/>
              <a:t>e) </a:t>
            </a:r>
          </a:p>
          <a:p>
            <a:pPr lvl="1"/>
            <a:r>
              <a:rPr lang="zh-CN" altLang="en-US" dirty="0"/>
              <a:t>即Ｏ</a:t>
            </a:r>
            <a:r>
              <a:rPr lang="en-US" altLang="zh-CN" dirty="0"/>
              <a:t>(elog</a:t>
            </a:r>
            <a:r>
              <a:rPr lang="en-US" altLang="zh-CN" baseline="-25000" dirty="0"/>
              <a:t>2</a:t>
            </a:r>
            <a:r>
              <a:rPr lang="en-US" altLang="zh-CN" dirty="0"/>
              <a:t>e) </a:t>
            </a:r>
          </a:p>
          <a:p>
            <a:r>
              <a:rPr lang="zh-CN" altLang="en-US" dirty="0"/>
              <a:t>一般认为：</a:t>
            </a:r>
            <a:r>
              <a:rPr lang="en-US" altLang="zh-CN" dirty="0"/>
              <a:t>prim</a:t>
            </a:r>
            <a:r>
              <a:rPr lang="zh-CN" altLang="zh-CN" dirty="0"/>
              <a:t>边稠密和稀疏均适用，</a:t>
            </a:r>
            <a:r>
              <a:rPr lang="en-US" altLang="zh-CN" dirty="0"/>
              <a:t>Kruskal</a:t>
            </a:r>
            <a:r>
              <a:rPr lang="zh-CN" altLang="zh-CN" dirty="0"/>
              <a:t>适用于边稀疏</a:t>
            </a:r>
            <a:endParaRPr lang="en-US" altLang="zh-CN" dirty="0"/>
          </a:p>
          <a:p>
            <a:pPr lvl="1"/>
            <a:r>
              <a:rPr lang="zh-CN" altLang="en-US" dirty="0"/>
              <a:t>具体还要根据所用的数据结构（用邻接表还是邻接矩阵、是否用堆、</a:t>
            </a:r>
            <a:r>
              <a:rPr lang="en-US" altLang="zh-CN" dirty="0"/>
              <a:t>…</a:t>
            </a:r>
            <a:r>
              <a:rPr lang="zh-CN" altLang="en-US" dirty="0"/>
              <a:t>）进行分析比较</a:t>
            </a:r>
            <a:endParaRPr lang="en-US" altLang="zh-CN" dirty="0"/>
          </a:p>
        </p:txBody>
      </p:sp>
      <p:sp>
        <p:nvSpPr>
          <p:cNvPr id="2" name="灯片编号占位符 1">
            <a:extLst>
              <a:ext uri="{FF2B5EF4-FFF2-40B4-BE49-F238E27FC236}">
                <a16:creationId xmlns:a16="http://schemas.microsoft.com/office/drawing/2014/main" id="{324CE686-F7CD-4B65-078E-DD642B34A884}"/>
              </a:ext>
            </a:extLst>
          </p:cNvPr>
          <p:cNvSpPr>
            <a:spLocks noGrp="1"/>
          </p:cNvSpPr>
          <p:nvPr>
            <p:ph type="sldNum" sz="quarter" idx="12"/>
          </p:nvPr>
        </p:nvSpPr>
        <p:spPr/>
        <p:txBody>
          <a:bodyPr/>
          <a:lstStyle/>
          <a:p>
            <a:pPr>
              <a:defRPr/>
            </a:pPr>
            <a:fld id="{2E0F9FB0-350A-4A87-9CD5-1F022F266B97}" type="slidenum">
              <a:rPr lang="en-US" altLang="zh-CN" smtClean="0"/>
              <a:pPr>
                <a:defRPr/>
              </a:pPr>
              <a:t>68</a:t>
            </a:fld>
            <a:endParaRPr lang="en-US" altLang="zh-CN"/>
          </a:p>
        </p:txBody>
      </p:sp>
    </p:spTree>
  </p:cSld>
  <p:clrMapOvr>
    <a:masterClrMapping/>
  </p:clrMapOvr>
  <p:transition>
    <p:zoom/>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a:extLst>
              <a:ext uri="{FF2B5EF4-FFF2-40B4-BE49-F238E27FC236}">
                <a16:creationId xmlns:a16="http://schemas.microsoft.com/office/drawing/2014/main" id="{58A663A1-5D2C-E7C7-1038-180F737DDC7B}"/>
              </a:ext>
            </a:extLst>
          </p:cNvPr>
          <p:cNvSpPr>
            <a:spLocks noGrp="1" noChangeArrowheads="1"/>
          </p:cNvSpPr>
          <p:nvPr>
            <p:ph type="title"/>
          </p:nvPr>
        </p:nvSpPr>
        <p:spPr/>
        <p:txBody>
          <a:bodyPr/>
          <a:lstStyle/>
          <a:p>
            <a:r>
              <a:rPr lang="en-US" altLang="zh-CN"/>
              <a:t>8.5 </a:t>
            </a:r>
            <a:r>
              <a:rPr lang="zh-CN" altLang="en-US"/>
              <a:t>最短路径 </a:t>
            </a:r>
            <a:r>
              <a:rPr lang="en-US" altLang="zh-CN"/>
              <a:t>(Shortest Path)</a:t>
            </a:r>
          </a:p>
        </p:txBody>
      </p:sp>
      <p:sp>
        <p:nvSpPr>
          <p:cNvPr id="199683" name="Rectangle 3">
            <a:extLst>
              <a:ext uri="{FF2B5EF4-FFF2-40B4-BE49-F238E27FC236}">
                <a16:creationId xmlns:a16="http://schemas.microsoft.com/office/drawing/2014/main" id="{22D99B45-A625-6742-2F5B-B5303F7DCBDB}"/>
              </a:ext>
            </a:extLst>
          </p:cNvPr>
          <p:cNvSpPr>
            <a:spLocks noGrp="1" noChangeArrowheads="1"/>
          </p:cNvSpPr>
          <p:nvPr>
            <p:ph type="body" idx="1"/>
          </p:nvPr>
        </p:nvSpPr>
        <p:spPr/>
        <p:txBody>
          <a:bodyPr>
            <a:normAutofit fontScale="70000" lnSpcReduction="20000"/>
          </a:bodyPr>
          <a:lstStyle/>
          <a:p>
            <a:pPr>
              <a:lnSpc>
                <a:spcPct val="120000"/>
              </a:lnSpc>
            </a:pPr>
            <a:r>
              <a:rPr lang="zh-CN" altLang="en-US" dirty="0"/>
              <a:t>最短路径问题：找到从图中某一顶点（称为源点）到达另一顶点（称为终点）的一条路径，使得沿此路径上各边上的权值总和达到最小。</a:t>
            </a:r>
          </a:p>
          <a:p>
            <a:pPr>
              <a:lnSpc>
                <a:spcPct val="120000"/>
              </a:lnSpc>
            </a:pPr>
            <a:r>
              <a:rPr lang="zh-CN" altLang="en-US" dirty="0"/>
              <a:t>问题解法</a:t>
            </a:r>
          </a:p>
          <a:p>
            <a:pPr lvl="1">
              <a:lnSpc>
                <a:spcPct val="120000"/>
              </a:lnSpc>
            </a:pPr>
            <a:r>
              <a:rPr lang="zh-CN" altLang="en-US" dirty="0"/>
              <a:t>边上权值非负情形的单源最短路径问题</a:t>
            </a:r>
          </a:p>
          <a:p>
            <a:pPr lvl="2">
              <a:lnSpc>
                <a:spcPct val="120000"/>
              </a:lnSpc>
            </a:pPr>
            <a:r>
              <a:rPr lang="en-US" altLang="zh-CN" dirty="0"/>
              <a:t>Dijkstra</a:t>
            </a:r>
            <a:r>
              <a:rPr lang="zh-CN" altLang="en-US" dirty="0"/>
              <a:t>算法 </a:t>
            </a:r>
          </a:p>
          <a:p>
            <a:pPr lvl="1">
              <a:lnSpc>
                <a:spcPct val="120000"/>
              </a:lnSpc>
            </a:pPr>
            <a:r>
              <a:rPr lang="zh-CN" altLang="en-US" dirty="0"/>
              <a:t>边上权值为任意值的单源最短路径问题</a:t>
            </a:r>
          </a:p>
          <a:p>
            <a:pPr lvl="2">
              <a:lnSpc>
                <a:spcPct val="120000"/>
              </a:lnSpc>
            </a:pPr>
            <a:r>
              <a:rPr lang="en-US" altLang="zh-CN" dirty="0"/>
              <a:t>Bellman</a:t>
            </a:r>
            <a:r>
              <a:rPr lang="zh-CN" altLang="en-US" dirty="0"/>
              <a:t>和</a:t>
            </a:r>
            <a:r>
              <a:rPr lang="en-US" altLang="zh-CN" dirty="0"/>
              <a:t>Ford</a:t>
            </a:r>
            <a:r>
              <a:rPr lang="zh-CN" altLang="en-US" dirty="0"/>
              <a:t>算法</a:t>
            </a:r>
          </a:p>
          <a:p>
            <a:pPr lvl="1">
              <a:lnSpc>
                <a:spcPct val="120000"/>
              </a:lnSpc>
            </a:pPr>
            <a:r>
              <a:rPr lang="zh-CN" altLang="en-US" dirty="0"/>
              <a:t>所有顶点之间的最短路径</a:t>
            </a:r>
          </a:p>
          <a:p>
            <a:pPr lvl="2">
              <a:lnSpc>
                <a:spcPct val="120000"/>
              </a:lnSpc>
            </a:pPr>
            <a:r>
              <a:rPr lang="en-US" altLang="zh-CN" dirty="0"/>
              <a:t>Floyd</a:t>
            </a:r>
            <a:r>
              <a:rPr lang="zh-CN" altLang="en-US" dirty="0"/>
              <a:t>算法</a:t>
            </a:r>
            <a:endParaRPr lang="zh-CN" altLang="en-US" dirty="0">
              <a:sym typeface="Symbol" panose="05050102010706020507" pitchFamily="18" charset="2"/>
            </a:endParaRPr>
          </a:p>
        </p:txBody>
      </p:sp>
      <p:sp>
        <p:nvSpPr>
          <p:cNvPr id="2" name="灯片编号占位符 1">
            <a:extLst>
              <a:ext uri="{FF2B5EF4-FFF2-40B4-BE49-F238E27FC236}">
                <a16:creationId xmlns:a16="http://schemas.microsoft.com/office/drawing/2014/main" id="{E4453D51-936E-9547-2D2A-4E12376D13B8}"/>
              </a:ext>
            </a:extLst>
          </p:cNvPr>
          <p:cNvSpPr>
            <a:spLocks noGrp="1"/>
          </p:cNvSpPr>
          <p:nvPr>
            <p:ph type="sldNum" sz="quarter" idx="12"/>
          </p:nvPr>
        </p:nvSpPr>
        <p:spPr/>
        <p:txBody>
          <a:bodyPr/>
          <a:lstStyle/>
          <a:p>
            <a:pPr>
              <a:defRPr/>
            </a:pPr>
            <a:fld id="{2E0F9FB0-350A-4A87-9CD5-1F022F266B97}" type="slidenum">
              <a:rPr lang="en-US" altLang="zh-CN" smtClean="0"/>
              <a:pPr>
                <a:defRPr/>
              </a:pPr>
              <a:t>69</a:t>
            </a:fld>
            <a:endParaRPr lang="en-US" altLang="zh-CN"/>
          </a:p>
        </p:txBody>
      </p:sp>
    </p:spTree>
  </p:cSld>
  <p:clrMapOvr>
    <a:masterClrMapping/>
  </p:clrMapOvr>
  <p:transition>
    <p:zoom/>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213B1C9E-05D9-959B-3ECA-80C152946B12}"/>
              </a:ext>
            </a:extLst>
          </p:cNvPr>
          <p:cNvSpPr>
            <a:spLocks noGrp="1" noChangeArrowheads="1"/>
          </p:cNvSpPr>
          <p:nvPr>
            <p:ph type="title"/>
          </p:nvPr>
        </p:nvSpPr>
        <p:spPr/>
        <p:txBody>
          <a:bodyPr/>
          <a:lstStyle/>
          <a:p>
            <a:r>
              <a:rPr lang="en-US" altLang="zh-CN" dirty="0"/>
              <a:t>8.5.1 </a:t>
            </a:r>
            <a:r>
              <a:rPr lang="zh-CN" altLang="en-US" dirty="0"/>
              <a:t>非负权值的单源最短路径</a:t>
            </a:r>
          </a:p>
        </p:txBody>
      </p:sp>
      <p:sp>
        <p:nvSpPr>
          <p:cNvPr id="200707" name="Rectangle 3">
            <a:extLst>
              <a:ext uri="{FF2B5EF4-FFF2-40B4-BE49-F238E27FC236}">
                <a16:creationId xmlns:a16="http://schemas.microsoft.com/office/drawing/2014/main" id="{BDECFA67-D3A1-7223-DF92-1D92E023659D}"/>
              </a:ext>
            </a:extLst>
          </p:cNvPr>
          <p:cNvSpPr>
            <a:spLocks noGrp="1" noChangeArrowheads="1"/>
          </p:cNvSpPr>
          <p:nvPr>
            <p:ph type="body" idx="1"/>
          </p:nvPr>
        </p:nvSpPr>
        <p:spPr/>
        <p:txBody>
          <a:bodyPr>
            <a:normAutofit fontScale="92500" lnSpcReduction="10000"/>
          </a:bodyPr>
          <a:lstStyle/>
          <a:p>
            <a:r>
              <a:rPr lang="zh-CN" altLang="en-US" dirty="0"/>
              <a:t>问题的提法： 给定一个带权有向图</a:t>
            </a:r>
            <a:r>
              <a:rPr lang="en-US" altLang="zh-CN" dirty="0"/>
              <a:t>D</a:t>
            </a:r>
            <a:r>
              <a:rPr lang="zh-CN" altLang="en-US" dirty="0"/>
              <a:t>与源点 </a:t>
            </a:r>
            <a:r>
              <a:rPr lang="en-US" altLang="zh-CN" dirty="0"/>
              <a:t>v</a:t>
            </a:r>
            <a:r>
              <a:rPr lang="zh-CN" altLang="en-US" dirty="0"/>
              <a:t>，求从 </a:t>
            </a:r>
            <a:r>
              <a:rPr lang="en-US" altLang="zh-CN" dirty="0"/>
              <a:t>v </a:t>
            </a:r>
            <a:r>
              <a:rPr lang="zh-CN" altLang="en-US" dirty="0"/>
              <a:t>到</a:t>
            </a:r>
            <a:r>
              <a:rPr lang="en-US" altLang="zh-CN" dirty="0"/>
              <a:t>D</a:t>
            </a:r>
            <a:r>
              <a:rPr lang="zh-CN" altLang="en-US" dirty="0"/>
              <a:t>中其它顶点的最短路径。限定各边上的权值大于或等于</a:t>
            </a:r>
            <a:r>
              <a:rPr lang="en-US" altLang="zh-CN" dirty="0"/>
              <a:t>0</a:t>
            </a:r>
            <a:r>
              <a:rPr lang="zh-CN" altLang="en-US" dirty="0"/>
              <a:t>。</a:t>
            </a:r>
          </a:p>
          <a:p>
            <a:r>
              <a:rPr lang="zh-CN" altLang="en-US" dirty="0"/>
              <a:t>为求得这些最短路径</a:t>
            </a:r>
            <a:r>
              <a:rPr lang="en-US" altLang="zh-CN" dirty="0"/>
              <a:t>, Dijkstra</a:t>
            </a:r>
            <a:r>
              <a:rPr lang="zh-CN" altLang="en-US" dirty="0"/>
              <a:t>提出按路径长度的递增次序，逐步产生最短路径的算法。首先求出长度最短的一条最短路径，再参照它求出长度次短的一条最短路径，依次类推，直到从顶点</a:t>
            </a:r>
            <a:r>
              <a:rPr lang="en-US" altLang="zh-CN" dirty="0"/>
              <a:t>v</a:t>
            </a:r>
            <a:r>
              <a:rPr lang="zh-CN" altLang="en-US" dirty="0"/>
              <a:t>到其它各顶点的最短路径全部求出为止。</a:t>
            </a:r>
          </a:p>
          <a:p>
            <a:r>
              <a:rPr lang="zh-CN" altLang="en-US" dirty="0"/>
              <a:t>举例说明</a:t>
            </a:r>
          </a:p>
        </p:txBody>
      </p:sp>
      <p:sp>
        <p:nvSpPr>
          <p:cNvPr id="2" name="灯片编号占位符 1">
            <a:extLst>
              <a:ext uri="{FF2B5EF4-FFF2-40B4-BE49-F238E27FC236}">
                <a16:creationId xmlns:a16="http://schemas.microsoft.com/office/drawing/2014/main" id="{CD8F43BD-9E03-23DA-1AE6-F96F96979D90}"/>
              </a:ext>
            </a:extLst>
          </p:cNvPr>
          <p:cNvSpPr>
            <a:spLocks noGrp="1"/>
          </p:cNvSpPr>
          <p:nvPr>
            <p:ph type="sldNum" sz="quarter" idx="12"/>
          </p:nvPr>
        </p:nvSpPr>
        <p:spPr/>
        <p:txBody>
          <a:bodyPr/>
          <a:lstStyle/>
          <a:p>
            <a:pPr>
              <a:defRPr/>
            </a:pPr>
            <a:fld id="{2E0F9FB0-350A-4A87-9CD5-1F022F266B97}" type="slidenum">
              <a:rPr lang="en-US" altLang="zh-CN" smtClean="0"/>
              <a:pPr>
                <a:defRPr/>
              </a:pPr>
              <a:t>70</a:t>
            </a:fld>
            <a:endParaRPr lang="en-US" altLang="zh-CN"/>
          </a:p>
        </p:txBody>
      </p:sp>
    </p:spTree>
  </p:cSld>
  <p:clrMapOvr>
    <a:masterClrMapping/>
  </p:clrMapOvr>
  <p:transition>
    <p:zoom/>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Line 17">
            <a:extLst>
              <a:ext uri="{FF2B5EF4-FFF2-40B4-BE49-F238E27FC236}">
                <a16:creationId xmlns:a16="http://schemas.microsoft.com/office/drawing/2014/main" id="{FC96989B-DBBA-AF83-F893-5F177E181B47}"/>
              </a:ext>
            </a:extLst>
          </p:cNvPr>
          <p:cNvSpPr>
            <a:spLocks noChangeShapeType="1"/>
          </p:cNvSpPr>
          <p:nvPr/>
        </p:nvSpPr>
        <p:spPr bwMode="auto">
          <a:xfrm>
            <a:off x="2342054" y="623516"/>
            <a:ext cx="685800" cy="1371600"/>
          </a:xfrm>
          <a:prstGeom prst="line">
            <a:avLst/>
          </a:prstGeom>
          <a:noFill/>
          <a:ln w="28575">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067" name="Line 13">
            <a:extLst>
              <a:ext uri="{FF2B5EF4-FFF2-40B4-BE49-F238E27FC236}">
                <a16:creationId xmlns:a16="http://schemas.microsoft.com/office/drawing/2014/main" id="{F00AB385-17A0-1C12-17DD-7799FE2DC6F7}"/>
              </a:ext>
            </a:extLst>
          </p:cNvPr>
          <p:cNvSpPr>
            <a:spLocks noChangeShapeType="1"/>
          </p:cNvSpPr>
          <p:nvPr/>
        </p:nvSpPr>
        <p:spPr bwMode="auto">
          <a:xfrm flipH="1" flipV="1">
            <a:off x="1961054" y="1995116"/>
            <a:ext cx="914400" cy="152400"/>
          </a:xfrm>
          <a:prstGeom prst="line">
            <a:avLst/>
          </a:prstGeom>
          <a:noFill/>
          <a:ln w="28575">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068" name="Line 16">
            <a:extLst>
              <a:ext uri="{FF2B5EF4-FFF2-40B4-BE49-F238E27FC236}">
                <a16:creationId xmlns:a16="http://schemas.microsoft.com/office/drawing/2014/main" id="{911E55E3-230C-14E6-D395-9B6E1CF33FAE}"/>
              </a:ext>
            </a:extLst>
          </p:cNvPr>
          <p:cNvSpPr>
            <a:spLocks noChangeShapeType="1"/>
          </p:cNvSpPr>
          <p:nvPr/>
        </p:nvSpPr>
        <p:spPr bwMode="auto">
          <a:xfrm flipV="1">
            <a:off x="1884854" y="1156916"/>
            <a:ext cx="2362200" cy="762000"/>
          </a:xfrm>
          <a:prstGeom prst="line">
            <a:avLst/>
          </a:prstGeom>
          <a:noFill/>
          <a:ln w="28575">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069" name="Line 14">
            <a:extLst>
              <a:ext uri="{FF2B5EF4-FFF2-40B4-BE49-F238E27FC236}">
                <a16:creationId xmlns:a16="http://schemas.microsoft.com/office/drawing/2014/main" id="{F3625DED-31DE-214D-01C4-EFD47CCFB27F}"/>
              </a:ext>
            </a:extLst>
          </p:cNvPr>
          <p:cNvSpPr>
            <a:spLocks noChangeShapeType="1"/>
          </p:cNvSpPr>
          <p:nvPr/>
        </p:nvSpPr>
        <p:spPr bwMode="auto">
          <a:xfrm>
            <a:off x="2418254" y="547316"/>
            <a:ext cx="1828800" cy="533400"/>
          </a:xfrm>
          <a:prstGeom prst="line">
            <a:avLst/>
          </a:prstGeom>
          <a:noFill/>
          <a:ln w="28575">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070" name="Line 12">
            <a:extLst>
              <a:ext uri="{FF2B5EF4-FFF2-40B4-BE49-F238E27FC236}">
                <a16:creationId xmlns:a16="http://schemas.microsoft.com/office/drawing/2014/main" id="{101FF89E-909A-11AF-6370-08F0E27CD329}"/>
              </a:ext>
            </a:extLst>
          </p:cNvPr>
          <p:cNvSpPr>
            <a:spLocks noChangeShapeType="1"/>
          </p:cNvSpPr>
          <p:nvPr/>
        </p:nvSpPr>
        <p:spPr bwMode="auto">
          <a:xfrm>
            <a:off x="741854" y="1156916"/>
            <a:ext cx="838200" cy="685800"/>
          </a:xfrm>
          <a:prstGeom prst="line">
            <a:avLst/>
          </a:prstGeom>
          <a:noFill/>
          <a:ln w="28575">
            <a:solidFill>
              <a:srgbClr val="3333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071" name="Line 11">
            <a:extLst>
              <a:ext uri="{FF2B5EF4-FFF2-40B4-BE49-F238E27FC236}">
                <a16:creationId xmlns:a16="http://schemas.microsoft.com/office/drawing/2014/main" id="{36CB4C80-9D8A-80EE-DAF8-C7CB3D82BAA1}"/>
              </a:ext>
            </a:extLst>
          </p:cNvPr>
          <p:cNvSpPr>
            <a:spLocks noChangeShapeType="1"/>
          </p:cNvSpPr>
          <p:nvPr/>
        </p:nvSpPr>
        <p:spPr bwMode="auto">
          <a:xfrm flipH="1">
            <a:off x="818054" y="547316"/>
            <a:ext cx="1447800" cy="381000"/>
          </a:xfrm>
          <a:prstGeom prst="line">
            <a:avLst/>
          </a:prstGeom>
          <a:noFill/>
          <a:ln w="28575">
            <a:solidFill>
              <a:srgbClr val="3333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747" name="Text Box 3">
            <a:extLst>
              <a:ext uri="{FF2B5EF4-FFF2-40B4-BE49-F238E27FC236}">
                <a16:creationId xmlns:a16="http://schemas.microsoft.com/office/drawing/2014/main" id="{50F2A3E2-74EB-2C00-5038-BB1E7D08B49A}"/>
              </a:ext>
            </a:extLst>
          </p:cNvPr>
          <p:cNvSpPr txBox="1">
            <a:spLocks noChangeArrowheads="1"/>
          </p:cNvSpPr>
          <p:nvPr/>
        </p:nvSpPr>
        <p:spPr bwMode="auto">
          <a:xfrm>
            <a:off x="2970704" y="2414588"/>
            <a:ext cx="6115777" cy="584775"/>
          </a:xfrm>
          <a:prstGeom prst="rect">
            <a:avLst/>
          </a:prstGeom>
          <a:noFill/>
          <a:ln w="9525">
            <a:noFill/>
            <a:miter lim="800000"/>
            <a:headEnd/>
            <a:tailEnd/>
          </a:ln>
        </p:spPr>
        <p:txBody>
          <a:bodyPr wrap="none">
            <a:spAutoFit/>
          </a:bodyPr>
          <a:lstStyle/>
          <a:p>
            <a:pPr>
              <a:defRPr/>
            </a:pPr>
            <a:r>
              <a:rPr lang="zh-CN" altLang="en-US" sz="3200" b="1" dirty="0">
                <a:effectLst>
                  <a:outerShdw blurRad="38100" dist="38100" dir="2700000" algn="tl">
                    <a:srgbClr val="C0C0C0"/>
                  </a:outerShdw>
                </a:effectLst>
                <a:ea typeface="仿宋_GB2312" pitchFamily="49" charset="-122"/>
              </a:rPr>
              <a:t>示意表：</a:t>
            </a:r>
            <a:r>
              <a:rPr lang="en-US" altLang="zh-CN" sz="3200" b="1" dirty="0">
                <a:effectLst>
                  <a:outerShdw blurRad="38100" dist="38100" dir="2700000" algn="tl">
                    <a:srgbClr val="C0C0C0"/>
                  </a:outerShdw>
                </a:effectLst>
                <a:ea typeface="仿宋_GB2312" pitchFamily="49" charset="-122"/>
              </a:rPr>
              <a:t>Dijkstra</a:t>
            </a:r>
            <a:r>
              <a:rPr lang="zh-CN" altLang="en-US" sz="3200" b="1" dirty="0">
                <a:effectLst>
                  <a:outerShdw blurRad="38100" dist="38100" dir="2700000" algn="tl">
                    <a:srgbClr val="C0C0C0"/>
                  </a:outerShdw>
                </a:effectLst>
                <a:latin typeface="仿宋_GB2312" pitchFamily="49" charset="-122"/>
                <a:ea typeface="仿宋_GB2312" pitchFamily="49" charset="-122"/>
              </a:rPr>
              <a:t>逐步求解的过程</a:t>
            </a:r>
            <a:endParaRPr lang="zh-CN" altLang="en-US" dirty="0"/>
          </a:p>
        </p:txBody>
      </p:sp>
      <p:sp>
        <p:nvSpPr>
          <p:cNvPr id="88073" name="Oval 5" descr="白色大理石">
            <a:extLst>
              <a:ext uri="{FF2B5EF4-FFF2-40B4-BE49-F238E27FC236}">
                <a16:creationId xmlns:a16="http://schemas.microsoft.com/office/drawing/2014/main" id="{708D917D-363A-5E66-B15F-08CFEBAA6D19}"/>
              </a:ext>
            </a:extLst>
          </p:cNvPr>
          <p:cNvSpPr>
            <a:spLocks noChangeArrowheads="1"/>
          </p:cNvSpPr>
          <p:nvPr/>
        </p:nvSpPr>
        <p:spPr bwMode="auto">
          <a:xfrm>
            <a:off x="360854" y="775916"/>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1</a:t>
            </a:r>
            <a:endParaRPr lang="en-US" altLang="zh-CN"/>
          </a:p>
        </p:txBody>
      </p:sp>
      <p:sp>
        <p:nvSpPr>
          <p:cNvPr id="88074" name="Oval 7" descr="白色大理石">
            <a:extLst>
              <a:ext uri="{FF2B5EF4-FFF2-40B4-BE49-F238E27FC236}">
                <a16:creationId xmlns:a16="http://schemas.microsoft.com/office/drawing/2014/main" id="{C30C14DE-3FB9-A09A-7663-481DA2E8C61F}"/>
              </a:ext>
            </a:extLst>
          </p:cNvPr>
          <p:cNvSpPr>
            <a:spLocks noChangeArrowheads="1"/>
          </p:cNvSpPr>
          <p:nvPr/>
        </p:nvSpPr>
        <p:spPr bwMode="auto">
          <a:xfrm>
            <a:off x="2113454" y="242516"/>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0</a:t>
            </a:r>
            <a:endParaRPr lang="en-US" altLang="zh-CN"/>
          </a:p>
        </p:txBody>
      </p:sp>
      <p:sp>
        <p:nvSpPr>
          <p:cNvPr id="88075" name="Oval 8" descr="白色大理石">
            <a:extLst>
              <a:ext uri="{FF2B5EF4-FFF2-40B4-BE49-F238E27FC236}">
                <a16:creationId xmlns:a16="http://schemas.microsoft.com/office/drawing/2014/main" id="{B30B9606-6685-52D5-3573-54AAEEAC180B}"/>
              </a:ext>
            </a:extLst>
          </p:cNvPr>
          <p:cNvSpPr>
            <a:spLocks noChangeArrowheads="1"/>
          </p:cNvSpPr>
          <p:nvPr/>
        </p:nvSpPr>
        <p:spPr bwMode="auto">
          <a:xfrm>
            <a:off x="4170854" y="928316"/>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4</a:t>
            </a:r>
            <a:endParaRPr lang="en-US" altLang="zh-CN"/>
          </a:p>
        </p:txBody>
      </p:sp>
      <p:sp>
        <p:nvSpPr>
          <p:cNvPr id="88076" name="Oval 9" descr="白色大理石">
            <a:extLst>
              <a:ext uri="{FF2B5EF4-FFF2-40B4-BE49-F238E27FC236}">
                <a16:creationId xmlns:a16="http://schemas.microsoft.com/office/drawing/2014/main" id="{F1118FB1-8601-A956-60D3-6079331C0E52}"/>
              </a:ext>
            </a:extLst>
          </p:cNvPr>
          <p:cNvSpPr>
            <a:spLocks noChangeArrowheads="1"/>
          </p:cNvSpPr>
          <p:nvPr/>
        </p:nvSpPr>
        <p:spPr bwMode="auto">
          <a:xfrm>
            <a:off x="2875454" y="1918916"/>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3</a:t>
            </a:r>
            <a:endParaRPr lang="en-US" altLang="zh-CN"/>
          </a:p>
        </p:txBody>
      </p:sp>
      <p:sp>
        <p:nvSpPr>
          <p:cNvPr id="88077" name="Oval 10" descr="白色大理石">
            <a:extLst>
              <a:ext uri="{FF2B5EF4-FFF2-40B4-BE49-F238E27FC236}">
                <a16:creationId xmlns:a16="http://schemas.microsoft.com/office/drawing/2014/main" id="{671623FE-6D03-04F2-E8DC-F0018FF23881}"/>
              </a:ext>
            </a:extLst>
          </p:cNvPr>
          <p:cNvSpPr>
            <a:spLocks noChangeArrowheads="1"/>
          </p:cNvSpPr>
          <p:nvPr/>
        </p:nvSpPr>
        <p:spPr bwMode="auto">
          <a:xfrm>
            <a:off x="1503854" y="1766516"/>
            <a:ext cx="457200" cy="457200"/>
          </a:xfrm>
          <a:prstGeom prst="ellipse">
            <a:avLst/>
          </a:prstGeom>
          <a:blipFill dpi="0" rotWithShape="0">
            <a:blip r:embed="rId2"/>
            <a:srcRect/>
            <a:tile tx="0" ty="0" sx="100000" sy="100000" flip="none" algn="tl"/>
          </a:blip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rgbClr val="CC3300"/>
                </a:solidFill>
              </a:rPr>
              <a:t>2</a:t>
            </a:r>
            <a:endParaRPr lang="en-US" altLang="zh-CN"/>
          </a:p>
        </p:txBody>
      </p:sp>
      <p:sp>
        <p:nvSpPr>
          <p:cNvPr id="88078" name="Line 15">
            <a:extLst>
              <a:ext uri="{FF2B5EF4-FFF2-40B4-BE49-F238E27FC236}">
                <a16:creationId xmlns:a16="http://schemas.microsoft.com/office/drawing/2014/main" id="{C277971E-7DA0-AD1A-E04B-D87C52860166}"/>
              </a:ext>
            </a:extLst>
          </p:cNvPr>
          <p:cNvSpPr>
            <a:spLocks noChangeShapeType="1"/>
          </p:cNvSpPr>
          <p:nvPr/>
        </p:nvSpPr>
        <p:spPr bwMode="auto">
          <a:xfrm flipV="1">
            <a:off x="3256454" y="1309316"/>
            <a:ext cx="990600" cy="685800"/>
          </a:xfrm>
          <a:prstGeom prst="line">
            <a:avLst/>
          </a:prstGeom>
          <a:noFill/>
          <a:ln w="28575">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079" name="Text Box 18">
            <a:extLst>
              <a:ext uri="{FF2B5EF4-FFF2-40B4-BE49-F238E27FC236}">
                <a16:creationId xmlns:a16="http://schemas.microsoft.com/office/drawing/2014/main" id="{F6802371-0AA1-2EA4-A1DC-6BD3D97F95A3}"/>
              </a:ext>
            </a:extLst>
          </p:cNvPr>
          <p:cNvSpPr txBox="1">
            <a:spLocks noChangeArrowheads="1"/>
          </p:cNvSpPr>
          <p:nvPr/>
        </p:nvSpPr>
        <p:spPr bwMode="auto">
          <a:xfrm>
            <a:off x="970454" y="242516"/>
            <a:ext cx="590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88080" name="Text Box 19">
            <a:extLst>
              <a:ext uri="{FF2B5EF4-FFF2-40B4-BE49-F238E27FC236}">
                <a16:creationId xmlns:a16="http://schemas.microsoft.com/office/drawing/2014/main" id="{3022165F-D385-80F7-BFDC-9886247CE19C}"/>
              </a:ext>
            </a:extLst>
          </p:cNvPr>
          <p:cNvSpPr txBox="1">
            <a:spLocks noChangeArrowheads="1"/>
          </p:cNvSpPr>
          <p:nvPr/>
        </p:nvSpPr>
        <p:spPr bwMode="auto">
          <a:xfrm>
            <a:off x="3199304" y="272679"/>
            <a:ext cx="7937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latin typeface="Times New Roman" panose="02020603050405020304" pitchFamily="18" charset="0"/>
                <a:ea typeface="宋体" panose="02010600030101010101" pitchFamily="2" charset="-122"/>
              </a:rPr>
              <a:t>100</a:t>
            </a:r>
            <a:endParaRPr kumimoji="1" lang="en-US" altLang="zh-CN" sz="2400">
              <a:latin typeface="Times New Roman" panose="02020603050405020304" pitchFamily="18" charset="0"/>
              <a:ea typeface="宋体" panose="02010600030101010101" pitchFamily="2" charset="-122"/>
            </a:endParaRPr>
          </a:p>
        </p:txBody>
      </p:sp>
      <p:sp>
        <p:nvSpPr>
          <p:cNvPr id="88081" name="Text Box 20">
            <a:extLst>
              <a:ext uri="{FF2B5EF4-FFF2-40B4-BE49-F238E27FC236}">
                <a16:creationId xmlns:a16="http://schemas.microsoft.com/office/drawing/2014/main" id="{43EFF02A-17DB-1727-128F-FF922C459834}"/>
              </a:ext>
            </a:extLst>
          </p:cNvPr>
          <p:cNvSpPr txBox="1">
            <a:spLocks noChangeArrowheads="1"/>
          </p:cNvSpPr>
          <p:nvPr/>
        </p:nvSpPr>
        <p:spPr bwMode="auto">
          <a:xfrm>
            <a:off x="2037254" y="928316"/>
            <a:ext cx="590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latin typeface="Times New Roman" panose="02020603050405020304" pitchFamily="18" charset="0"/>
                <a:ea typeface="宋体" panose="02010600030101010101" pitchFamily="2" charset="-122"/>
              </a:rPr>
              <a:t>30</a:t>
            </a:r>
            <a:endParaRPr kumimoji="1" lang="en-US" altLang="zh-CN" sz="2400">
              <a:latin typeface="Times New Roman" panose="02020603050405020304" pitchFamily="18" charset="0"/>
              <a:ea typeface="宋体" panose="02010600030101010101" pitchFamily="2" charset="-122"/>
            </a:endParaRPr>
          </a:p>
        </p:txBody>
      </p:sp>
      <p:sp>
        <p:nvSpPr>
          <p:cNvPr id="88082" name="Text Box 21">
            <a:extLst>
              <a:ext uri="{FF2B5EF4-FFF2-40B4-BE49-F238E27FC236}">
                <a16:creationId xmlns:a16="http://schemas.microsoft.com/office/drawing/2014/main" id="{0D256464-883A-E6DE-56AA-60A6321270F4}"/>
              </a:ext>
            </a:extLst>
          </p:cNvPr>
          <p:cNvSpPr txBox="1">
            <a:spLocks noChangeArrowheads="1"/>
          </p:cNvSpPr>
          <p:nvPr/>
        </p:nvSpPr>
        <p:spPr bwMode="auto">
          <a:xfrm>
            <a:off x="589454" y="1385516"/>
            <a:ext cx="590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latin typeface="Times New Roman" panose="02020603050405020304" pitchFamily="18" charset="0"/>
                <a:ea typeface="宋体" panose="02010600030101010101" pitchFamily="2" charset="-122"/>
              </a:rPr>
              <a:t>50</a:t>
            </a:r>
            <a:endParaRPr kumimoji="1" lang="en-US" altLang="zh-CN" sz="2400">
              <a:latin typeface="Times New Roman" panose="02020603050405020304" pitchFamily="18" charset="0"/>
              <a:ea typeface="宋体" panose="02010600030101010101" pitchFamily="2" charset="-122"/>
            </a:endParaRPr>
          </a:p>
        </p:txBody>
      </p:sp>
      <p:sp>
        <p:nvSpPr>
          <p:cNvPr id="88083" name="Text Box 22">
            <a:extLst>
              <a:ext uri="{FF2B5EF4-FFF2-40B4-BE49-F238E27FC236}">
                <a16:creationId xmlns:a16="http://schemas.microsoft.com/office/drawing/2014/main" id="{91AAEE42-7F82-00D1-C1E1-9253D685DC39}"/>
              </a:ext>
            </a:extLst>
          </p:cNvPr>
          <p:cNvSpPr txBox="1">
            <a:spLocks noChangeArrowheads="1"/>
          </p:cNvSpPr>
          <p:nvPr/>
        </p:nvSpPr>
        <p:spPr bwMode="auto">
          <a:xfrm>
            <a:off x="2037254" y="1995116"/>
            <a:ext cx="590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latin typeface="Times New Roman" panose="02020603050405020304" pitchFamily="18" charset="0"/>
                <a:ea typeface="宋体" panose="02010600030101010101" pitchFamily="2" charset="-122"/>
              </a:rPr>
              <a:t>20</a:t>
            </a:r>
            <a:endParaRPr kumimoji="1" lang="en-US" altLang="zh-CN" sz="2400">
              <a:latin typeface="Times New Roman" panose="02020603050405020304" pitchFamily="18" charset="0"/>
              <a:ea typeface="宋体" panose="02010600030101010101" pitchFamily="2" charset="-122"/>
            </a:endParaRPr>
          </a:p>
        </p:txBody>
      </p:sp>
      <p:sp>
        <p:nvSpPr>
          <p:cNvPr id="88084" name="Text Box 23">
            <a:extLst>
              <a:ext uri="{FF2B5EF4-FFF2-40B4-BE49-F238E27FC236}">
                <a16:creationId xmlns:a16="http://schemas.microsoft.com/office/drawing/2014/main" id="{DCE594BA-AF40-BAE4-5F5B-82298FC6B365}"/>
              </a:ext>
            </a:extLst>
          </p:cNvPr>
          <p:cNvSpPr txBox="1">
            <a:spLocks noChangeArrowheads="1"/>
          </p:cNvSpPr>
          <p:nvPr/>
        </p:nvSpPr>
        <p:spPr bwMode="auto">
          <a:xfrm>
            <a:off x="3656504" y="1491879"/>
            <a:ext cx="5905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latin typeface="Times New Roman" panose="02020603050405020304" pitchFamily="18" charset="0"/>
                <a:ea typeface="宋体" panose="02010600030101010101" pitchFamily="2" charset="-122"/>
              </a:rPr>
              <a:t>60</a:t>
            </a:r>
            <a:endParaRPr kumimoji="1" lang="en-US" altLang="zh-CN" sz="2400">
              <a:latin typeface="Times New Roman" panose="02020603050405020304" pitchFamily="18" charset="0"/>
              <a:ea typeface="宋体" panose="02010600030101010101" pitchFamily="2" charset="-122"/>
            </a:endParaRPr>
          </a:p>
        </p:txBody>
      </p:sp>
      <p:sp>
        <p:nvSpPr>
          <p:cNvPr id="88085" name="Text Box 24">
            <a:extLst>
              <a:ext uri="{FF2B5EF4-FFF2-40B4-BE49-F238E27FC236}">
                <a16:creationId xmlns:a16="http://schemas.microsoft.com/office/drawing/2014/main" id="{28D1ADC5-2256-00EA-52CF-0353766BB545}"/>
              </a:ext>
            </a:extLst>
          </p:cNvPr>
          <p:cNvSpPr txBox="1">
            <a:spLocks noChangeArrowheads="1"/>
          </p:cNvSpPr>
          <p:nvPr/>
        </p:nvSpPr>
        <p:spPr bwMode="auto">
          <a:xfrm>
            <a:off x="2970704" y="928316"/>
            <a:ext cx="590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287769" name="Text Box 25">
            <a:extLst>
              <a:ext uri="{FF2B5EF4-FFF2-40B4-BE49-F238E27FC236}">
                <a16:creationId xmlns:a16="http://schemas.microsoft.com/office/drawing/2014/main" id="{E075A3DB-0B15-7B87-2170-C7F05728C24C}"/>
              </a:ext>
            </a:extLst>
          </p:cNvPr>
          <p:cNvSpPr txBox="1">
            <a:spLocks noChangeArrowheads="1"/>
          </p:cNvSpPr>
          <p:nvPr/>
        </p:nvSpPr>
        <p:spPr bwMode="auto">
          <a:xfrm>
            <a:off x="361950" y="3048000"/>
            <a:ext cx="8401050" cy="579438"/>
          </a:xfrm>
          <a:prstGeom prst="rect">
            <a:avLst/>
          </a:prstGeom>
          <a:noFill/>
          <a:ln w="9525">
            <a:noFill/>
            <a:miter lim="800000"/>
            <a:headEnd/>
            <a:tailEnd/>
          </a:ln>
          <a:effectLst/>
        </p:spPr>
        <p:txBody>
          <a:bodyPr wrap="none">
            <a:spAutoFit/>
          </a:bodyPr>
          <a:lstStyle/>
          <a:p>
            <a:pPr>
              <a:defRPr/>
            </a:pPr>
            <a:r>
              <a:rPr lang="zh-CN" altLang="en-US" sz="3200" b="1">
                <a:effectLst>
                  <a:outerShdw blurRad="38100" dist="38100" dir="2700000" algn="tl">
                    <a:srgbClr val="C0C0C0"/>
                  </a:outerShdw>
                </a:effectLst>
                <a:latin typeface="仿宋_GB2312" pitchFamily="49" charset="-122"/>
                <a:ea typeface="仿宋_GB2312" pitchFamily="49" charset="-122"/>
              </a:rPr>
              <a:t>源点 终点      最短路径         路径长度</a:t>
            </a:r>
            <a:endParaRPr lang="zh-CN" altLang="en-US"/>
          </a:p>
        </p:txBody>
      </p:sp>
      <p:sp>
        <p:nvSpPr>
          <p:cNvPr id="88087" name="Text Box 27">
            <a:extLst>
              <a:ext uri="{FF2B5EF4-FFF2-40B4-BE49-F238E27FC236}">
                <a16:creationId xmlns:a16="http://schemas.microsoft.com/office/drawing/2014/main" id="{F388A5FD-4ABF-88FF-43F7-821635F2B835}"/>
              </a:ext>
            </a:extLst>
          </p:cNvPr>
          <p:cNvSpPr txBox="1">
            <a:spLocks noChangeArrowheads="1"/>
          </p:cNvSpPr>
          <p:nvPr/>
        </p:nvSpPr>
        <p:spPr bwMode="auto">
          <a:xfrm>
            <a:off x="609600" y="3763963"/>
            <a:ext cx="8267700" cy="233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20000"/>
              </a:spcBef>
              <a:buFontTx/>
              <a:buNone/>
            </a:pPr>
            <a:r>
              <a:rPr kumimoji="1" lang="en-US" altLang="zh-CN" sz="3200" b="1" i="1">
                <a:solidFill>
                  <a:srgbClr val="CC3300"/>
                </a:solidFill>
                <a:latin typeface="Times New Roman" panose="02020603050405020304" pitchFamily="18" charset="0"/>
                <a:ea typeface="宋体" panose="02010600030101010101" pitchFamily="2" charset="-122"/>
              </a:rPr>
              <a:t>v</a:t>
            </a:r>
            <a:r>
              <a:rPr kumimoji="1" lang="en-US" altLang="zh-CN" sz="3200" b="1" baseline="-25000">
                <a:solidFill>
                  <a:srgbClr val="CC3300"/>
                </a:solidFill>
                <a:latin typeface="Times New Roman" panose="02020603050405020304" pitchFamily="18" charset="0"/>
                <a:ea typeface="宋体" panose="02010600030101010101" pitchFamily="2" charset="-122"/>
              </a:rPr>
              <a:t>0</a:t>
            </a:r>
            <a:r>
              <a:rPr kumimoji="1" lang="en-US" altLang="zh-CN" sz="3200" b="1">
                <a:solidFill>
                  <a:srgbClr val="CC3300"/>
                </a:solidFill>
                <a:latin typeface="Times New Roman" panose="02020603050405020304" pitchFamily="18" charset="0"/>
                <a:ea typeface="宋体" panose="02010600030101010101" pitchFamily="2" charset="-122"/>
              </a:rPr>
              <a:t>       </a:t>
            </a:r>
            <a:r>
              <a:rPr kumimoji="1" lang="en-US" altLang="zh-CN" sz="3200" b="1" i="1">
                <a:solidFill>
                  <a:srgbClr val="CC3300"/>
                </a:solidFill>
                <a:latin typeface="Times New Roman" panose="02020603050405020304" pitchFamily="18" charset="0"/>
                <a:ea typeface="宋体" panose="02010600030101010101" pitchFamily="2" charset="-122"/>
              </a:rPr>
              <a:t>v</a:t>
            </a:r>
            <a:r>
              <a:rPr kumimoji="1" lang="en-US" altLang="zh-CN" sz="3200" b="1" baseline="-25000">
                <a:solidFill>
                  <a:srgbClr val="CC3300"/>
                </a:solidFill>
                <a:latin typeface="Times New Roman" panose="02020603050405020304" pitchFamily="18" charset="0"/>
                <a:ea typeface="宋体" panose="02010600030101010101" pitchFamily="2" charset="-122"/>
              </a:rPr>
              <a:t>1</a:t>
            </a:r>
            <a:r>
              <a:rPr kumimoji="1" lang="en-US" altLang="zh-CN" sz="3200" b="1">
                <a:solidFill>
                  <a:srgbClr val="CC3300"/>
                </a:solidFill>
                <a:latin typeface="Times New Roman" panose="02020603050405020304" pitchFamily="18" charset="0"/>
                <a:ea typeface="宋体" panose="02010600030101010101" pitchFamily="2" charset="-122"/>
              </a:rPr>
              <a:t>   </a:t>
            </a:r>
            <a:r>
              <a:rPr kumimoji="1" lang="en-US" altLang="zh-CN" sz="3200" b="1">
                <a:solidFill>
                  <a:srgbClr val="FF33CC"/>
                </a:solidFill>
                <a:latin typeface="Times New Roman" panose="02020603050405020304" pitchFamily="18" charset="0"/>
                <a:ea typeface="宋体" panose="02010600030101010101" pitchFamily="2" charset="-122"/>
              </a:rPr>
              <a:t>(</a:t>
            </a:r>
            <a:r>
              <a:rPr kumimoji="1" lang="en-US" altLang="zh-CN" sz="3200" b="1" i="1">
                <a:solidFill>
                  <a:srgbClr val="FF33CC"/>
                </a:solidFill>
                <a:latin typeface="Times New Roman" panose="02020603050405020304" pitchFamily="18" charset="0"/>
                <a:ea typeface="宋体" panose="02010600030101010101" pitchFamily="2" charset="-122"/>
              </a:rPr>
              <a:t>v</a:t>
            </a:r>
            <a:r>
              <a:rPr kumimoji="1" lang="en-US" altLang="zh-CN" sz="3200" b="1" baseline="-25000">
                <a:solidFill>
                  <a:srgbClr val="FF33CC"/>
                </a:solidFill>
                <a:latin typeface="Times New Roman" panose="02020603050405020304" pitchFamily="18" charset="0"/>
                <a:ea typeface="宋体" panose="02010600030101010101" pitchFamily="2" charset="-122"/>
              </a:rPr>
              <a:t>0</a:t>
            </a:r>
            <a:r>
              <a:rPr kumimoji="1" lang="en-US" altLang="zh-CN" sz="3200" b="1">
                <a:solidFill>
                  <a:srgbClr val="FF33CC"/>
                </a:solidFill>
                <a:latin typeface="Times New Roman" panose="02020603050405020304" pitchFamily="18" charset="0"/>
                <a:ea typeface="宋体" panose="02010600030101010101" pitchFamily="2" charset="-122"/>
              </a:rPr>
              <a:t>,</a:t>
            </a:r>
            <a:r>
              <a:rPr kumimoji="1" lang="en-US" altLang="zh-CN" sz="3200" b="1" i="1">
                <a:solidFill>
                  <a:srgbClr val="FF33CC"/>
                </a:solidFill>
                <a:latin typeface="Times New Roman" panose="02020603050405020304" pitchFamily="18" charset="0"/>
                <a:ea typeface="宋体" panose="02010600030101010101" pitchFamily="2" charset="-122"/>
              </a:rPr>
              <a:t>v</a:t>
            </a:r>
            <a:r>
              <a:rPr kumimoji="1" lang="en-US" altLang="zh-CN" sz="3200" b="1" baseline="-25000">
                <a:solidFill>
                  <a:srgbClr val="FF33CC"/>
                </a:solidFill>
                <a:latin typeface="Times New Roman" panose="02020603050405020304" pitchFamily="18" charset="0"/>
                <a:ea typeface="宋体" panose="02010600030101010101" pitchFamily="2" charset="-122"/>
              </a:rPr>
              <a:t>1</a:t>
            </a:r>
            <a:r>
              <a:rPr kumimoji="1" lang="en-US" altLang="zh-CN" sz="3200" b="1">
                <a:solidFill>
                  <a:srgbClr val="FF33CC"/>
                </a:solidFill>
                <a:latin typeface="Times New Roman" panose="02020603050405020304" pitchFamily="18" charset="0"/>
                <a:ea typeface="宋体" panose="02010600030101010101" pitchFamily="2" charset="-122"/>
              </a:rPr>
              <a:t>)                                     10</a:t>
            </a:r>
            <a:endParaRPr kumimoji="1" lang="en-US" altLang="zh-CN" sz="3200" b="1">
              <a:solidFill>
                <a:srgbClr val="CC3300"/>
              </a:solidFill>
              <a:latin typeface="Times New Roman" panose="02020603050405020304" pitchFamily="18" charset="0"/>
              <a:ea typeface="宋体" panose="02010600030101010101" pitchFamily="2" charset="-122"/>
            </a:endParaRPr>
          </a:p>
          <a:p>
            <a:pPr eaLnBrk="1" hangingPunct="1">
              <a:lnSpc>
                <a:spcPct val="100000"/>
              </a:lnSpc>
              <a:spcBef>
                <a:spcPct val="20000"/>
              </a:spcBef>
              <a:buFontTx/>
              <a:buNone/>
            </a:pPr>
            <a:r>
              <a:rPr kumimoji="1" lang="en-US" altLang="zh-CN" sz="3200" b="1">
                <a:solidFill>
                  <a:srgbClr val="CC3300"/>
                </a:solidFill>
                <a:latin typeface="Times New Roman" panose="02020603050405020304" pitchFamily="18" charset="0"/>
                <a:ea typeface="宋体" panose="02010600030101010101" pitchFamily="2" charset="-122"/>
              </a:rPr>
              <a:t>          </a:t>
            </a:r>
            <a:r>
              <a:rPr kumimoji="1" lang="en-US" altLang="zh-CN" sz="3200" b="1" i="1">
                <a:solidFill>
                  <a:srgbClr val="CC3300"/>
                </a:solidFill>
                <a:latin typeface="Times New Roman" panose="02020603050405020304" pitchFamily="18" charset="0"/>
                <a:ea typeface="宋体" panose="02010600030101010101" pitchFamily="2" charset="-122"/>
              </a:rPr>
              <a:t>v</a:t>
            </a:r>
            <a:r>
              <a:rPr kumimoji="1" lang="en-US" altLang="zh-CN" sz="3200" b="1" baseline="-25000">
                <a:solidFill>
                  <a:srgbClr val="CC3300"/>
                </a:solidFill>
                <a:latin typeface="Times New Roman" panose="02020603050405020304" pitchFamily="18" charset="0"/>
                <a:ea typeface="宋体" panose="02010600030101010101" pitchFamily="2" charset="-122"/>
              </a:rPr>
              <a:t>2</a:t>
            </a:r>
            <a:r>
              <a:rPr kumimoji="1" lang="en-US" altLang="zh-CN" sz="3200" b="1">
                <a:solidFill>
                  <a:srgbClr val="CC3300"/>
                </a:solidFill>
                <a:latin typeface="Times New Roman" panose="02020603050405020304" pitchFamily="18" charset="0"/>
                <a:ea typeface="宋体" panose="02010600030101010101" pitchFamily="2" charset="-122"/>
              </a:rPr>
              <a:t>              </a:t>
            </a:r>
            <a:r>
              <a:rPr kumimoji="1" lang="en-US" altLang="zh-CN" sz="3200" b="1">
                <a:solidFill>
                  <a:srgbClr val="339966"/>
                </a:solidFill>
                <a:latin typeface="Times New Roman" panose="02020603050405020304" pitchFamily="18" charset="0"/>
                <a:ea typeface="宋体" panose="02010600030101010101" pitchFamily="2" charset="-122"/>
              </a:rPr>
              <a:t>(</a:t>
            </a:r>
            <a:r>
              <a:rPr kumimoji="1" lang="en-US" altLang="zh-CN" sz="3200" b="1" i="1">
                <a:solidFill>
                  <a:srgbClr val="339966"/>
                </a:solidFill>
                <a:latin typeface="Times New Roman" panose="02020603050405020304" pitchFamily="18" charset="0"/>
                <a:ea typeface="宋体" panose="02010600030101010101" pitchFamily="2" charset="-122"/>
              </a:rPr>
              <a:t>v</a:t>
            </a:r>
            <a:r>
              <a:rPr kumimoji="1" lang="en-US" altLang="zh-CN" sz="3200" b="1" baseline="-25000">
                <a:solidFill>
                  <a:srgbClr val="339966"/>
                </a:solidFill>
                <a:latin typeface="Times New Roman" panose="02020603050405020304" pitchFamily="18" charset="0"/>
                <a:ea typeface="宋体" panose="02010600030101010101" pitchFamily="2" charset="-122"/>
              </a:rPr>
              <a:t>0</a:t>
            </a:r>
            <a:r>
              <a:rPr kumimoji="1" lang="en-US" altLang="zh-CN" sz="3200" b="1">
                <a:solidFill>
                  <a:srgbClr val="339966"/>
                </a:solidFill>
                <a:latin typeface="Times New Roman" panose="02020603050405020304" pitchFamily="18" charset="0"/>
                <a:ea typeface="宋体" panose="02010600030101010101" pitchFamily="2" charset="-122"/>
              </a:rPr>
              <a:t>,</a:t>
            </a:r>
            <a:r>
              <a:rPr kumimoji="1" lang="en-US" altLang="zh-CN" sz="3200" b="1" i="1">
                <a:solidFill>
                  <a:srgbClr val="339966"/>
                </a:solidFill>
                <a:latin typeface="Times New Roman" panose="02020603050405020304" pitchFamily="18" charset="0"/>
                <a:ea typeface="宋体" panose="02010600030101010101" pitchFamily="2" charset="-122"/>
              </a:rPr>
              <a:t>v</a:t>
            </a:r>
            <a:r>
              <a:rPr kumimoji="1" lang="en-US" altLang="zh-CN" sz="3200" b="1" baseline="-25000">
                <a:solidFill>
                  <a:srgbClr val="339966"/>
                </a:solidFill>
                <a:latin typeface="Times New Roman" panose="02020603050405020304" pitchFamily="18" charset="0"/>
                <a:ea typeface="宋体" panose="02010600030101010101" pitchFamily="2" charset="-122"/>
              </a:rPr>
              <a:t>1</a:t>
            </a:r>
            <a:r>
              <a:rPr kumimoji="1" lang="en-US" altLang="zh-CN" sz="3200" b="1">
                <a:solidFill>
                  <a:srgbClr val="339966"/>
                </a:solidFill>
                <a:latin typeface="Times New Roman" panose="02020603050405020304" pitchFamily="18" charset="0"/>
                <a:ea typeface="宋体" panose="02010600030101010101" pitchFamily="2" charset="-122"/>
              </a:rPr>
              <a:t>,</a:t>
            </a:r>
            <a:r>
              <a:rPr kumimoji="1" lang="en-US" altLang="zh-CN" sz="3200" b="1" i="1">
                <a:solidFill>
                  <a:srgbClr val="339966"/>
                </a:solidFill>
                <a:latin typeface="Times New Roman" panose="02020603050405020304" pitchFamily="18" charset="0"/>
                <a:ea typeface="宋体" panose="02010600030101010101" pitchFamily="2" charset="-122"/>
              </a:rPr>
              <a:t>v</a:t>
            </a:r>
            <a:r>
              <a:rPr kumimoji="1" lang="en-US" altLang="zh-CN" sz="3200" b="1" baseline="-25000">
                <a:solidFill>
                  <a:srgbClr val="339966"/>
                </a:solidFill>
                <a:latin typeface="Times New Roman" panose="02020603050405020304" pitchFamily="18" charset="0"/>
                <a:ea typeface="宋体" panose="02010600030101010101" pitchFamily="2" charset="-122"/>
              </a:rPr>
              <a:t>2</a:t>
            </a:r>
            <a:r>
              <a:rPr kumimoji="1" lang="en-US" altLang="zh-CN" sz="3200" b="1">
                <a:solidFill>
                  <a:srgbClr val="339966"/>
                </a:solidFill>
                <a:latin typeface="Times New Roman" panose="02020603050405020304" pitchFamily="18" charset="0"/>
                <a:ea typeface="宋体" panose="02010600030101010101" pitchFamily="2" charset="-122"/>
              </a:rPr>
              <a:t>)</a:t>
            </a:r>
            <a:r>
              <a:rPr kumimoji="1" lang="en-US" altLang="zh-CN" sz="3200" b="1">
                <a:solidFill>
                  <a:srgbClr val="CC3300"/>
                </a:solidFill>
                <a:latin typeface="Times New Roman" panose="02020603050405020304" pitchFamily="18" charset="0"/>
                <a:ea typeface="宋体" panose="02010600030101010101" pitchFamily="2" charset="-122"/>
              </a:rPr>
              <a:t> </a:t>
            </a:r>
            <a:r>
              <a:rPr kumimoji="1" lang="en-US" altLang="zh-CN" sz="3200" b="1">
                <a:solidFill>
                  <a:srgbClr val="3333CC"/>
                </a:solidFill>
                <a:latin typeface="Times New Roman" panose="02020603050405020304" pitchFamily="18" charset="0"/>
                <a:ea typeface="宋体" panose="02010600030101010101" pitchFamily="2" charset="-122"/>
              </a:rPr>
              <a:t>(</a:t>
            </a:r>
            <a:r>
              <a:rPr kumimoji="1" lang="en-US" altLang="zh-CN" sz="3200" b="1" i="1">
                <a:solidFill>
                  <a:srgbClr val="3333CC"/>
                </a:solidFill>
                <a:latin typeface="Times New Roman" panose="02020603050405020304" pitchFamily="18" charset="0"/>
                <a:ea typeface="宋体" panose="02010600030101010101" pitchFamily="2" charset="-122"/>
              </a:rPr>
              <a:t>v</a:t>
            </a:r>
            <a:r>
              <a:rPr kumimoji="1" lang="en-US" altLang="zh-CN" sz="3200" b="1" baseline="-25000">
                <a:solidFill>
                  <a:srgbClr val="3333CC"/>
                </a:solidFill>
                <a:latin typeface="Times New Roman" panose="02020603050405020304" pitchFamily="18" charset="0"/>
                <a:ea typeface="宋体" panose="02010600030101010101" pitchFamily="2" charset="-122"/>
              </a:rPr>
              <a:t>0</a:t>
            </a:r>
            <a:r>
              <a:rPr kumimoji="1" lang="en-US" altLang="zh-CN" sz="3200" b="1">
                <a:solidFill>
                  <a:srgbClr val="3333CC"/>
                </a:solidFill>
                <a:latin typeface="Times New Roman" panose="02020603050405020304" pitchFamily="18" charset="0"/>
                <a:ea typeface="宋体" panose="02010600030101010101" pitchFamily="2" charset="-122"/>
              </a:rPr>
              <a:t>,</a:t>
            </a:r>
            <a:r>
              <a:rPr kumimoji="1" lang="en-US" altLang="zh-CN" sz="3200" b="1" i="1">
                <a:solidFill>
                  <a:srgbClr val="3333CC"/>
                </a:solidFill>
                <a:latin typeface="Times New Roman" panose="02020603050405020304" pitchFamily="18" charset="0"/>
                <a:ea typeface="宋体" panose="02010600030101010101" pitchFamily="2" charset="-122"/>
              </a:rPr>
              <a:t>v</a:t>
            </a:r>
            <a:r>
              <a:rPr kumimoji="1" lang="en-US" altLang="zh-CN" sz="3200" b="1" baseline="-25000">
                <a:solidFill>
                  <a:srgbClr val="3333CC"/>
                </a:solidFill>
                <a:latin typeface="Times New Roman" panose="02020603050405020304" pitchFamily="18" charset="0"/>
                <a:ea typeface="宋体" panose="02010600030101010101" pitchFamily="2" charset="-122"/>
              </a:rPr>
              <a:t>3</a:t>
            </a:r>
            <a:r>
              <a:rPr kumimoji="1" lang="en-US" altLang="zh-CN" sz="3200" b="1">
                <a:solidFill>
                  <a:srgbClr val="3333CC"/>
                </a:solidFill>
                <a:latin typeface="Times New Roman" panose="02020603050405020304" pitchFamily="18" charset="0"/>
                <a:ea typeface="宋体" panose="02010600030101010101" pitchFamily="2" charset="-122"/>
              </a:rPr>
              <a:t>,</a:t>
            </a:r>
            <a:r>
              <a:rPr kumimoji="1" lang="en-US" altLang="zh-CN" sz="3200" b="1" i="1">
                <a:solidFill>
                  <a:srgbClr val="3333CC"/>
                </a:solidFill>
                <a:latin typeface="Times New Roman" panose="02020603050405020304" pitchFamily="18" charset="0"/>
                <a:ea typeface="宋体" panose="02010600030101010101" pitchFamily="2" charset="-122"/>
              </a:rPr>
              <a:t>v</a:t>
            </a:r>
            <a:r>
              <a:rPr kumimoji="1" lang="en-US" altLang="zh-CN" sz="3200" b="1" baseline="-25000">
                <a:solidFill>
                  <a:srgbClr val="3333CC"/>
                </a:solidFill>
                <a:latin typeface="Times New Roman" panose="02020603050405020304" pitchFamily="18" charset="0"/>
                <a:ea typeface="宋体" panose="02010600030101010101" pitchFamily="2" charset="-122"/>
              </a:rPr>
              <a:t>2</a:t>
            </a:r>
            <a:r>
              <a:rPr kumimoji="1" lang="en-US" altLang="zh-CN" sz="3200" b="1">
                <a:solidFill>
                  <a:srgbClr val="3333CC"/>
                </a:solidFill>
                <a:latin typeface="Times New Roman" panose="02020603050405020304" pitchFamily="18" charset="0"/>
                <a:ea typeface="宋体" panose="02010600030101010101" pitchFamily="2" charset="-122"/>
              </a:rPr>
              <a:t>)</a:t>
            </a:r>
            <a:r>
              <a:rPr kumimoji="1" lang="en-US" altLang="zh-CN" sz="3200" b="1">
                <a:solidFill>
                  <a:srgbClr val="CC3300"/>
                </a:solidFill>
                <a:latin typeface="Times New Roman" panose="02020603050405020304" pitchFamily="18" charset="0"/>
                <a:ea typeface="宋体" panose="02010600030101010101" pitchFamily="2" charset="-122"/>
              </a:rPr>
              <a:t>       </a:t>
            </a:r>
            <a:r>
              <a:rPr kumimoji="1" lang="en-US" altLang="zh-CN" sz="3200" b="1">
                <a:solidFill>
                  <a:srgbClr val="FF33CC"/>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3200" b="1">
                <a:solidFill>
                  <a:srgbClr val="CC3300"/>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3200" b="1">
                <a:solidFill>
                  <a:srgbClr val="339966"/>
                </a:solidFill>
                <a:latin typeface="Times New Roman" panose="02020603050405020304" pitchFamily="18" charset="0"/>
                <a:ea typeface="宋体" panose="02010600030101010101" pitchFamily="2" charset="-122"/>
              </a:rPr>
              <a:t>60</a:t>
            </a:r>
            <a:r>
              <a:rPr kumimoji="1" lang="en-US" altLang="zh-CN" sz="3200" b="1">
                <a:solidFill>
                  <a:srgbClr val="CC3300"/>
                </a:solidFill>
                <a:latin typeface="Times New Roman" panose="02020603050405020304" pitchFamily="18" charset="0"/>
                <a:ea typeface="宋体" panose="02010600030101010101" pitchFamily="2" charset="-122"/>
              </a:rPr>
              <a:t>,</a:t>
            </a:r>
            <a:r>
              <a:rPr kumimoji="1" lang="en-US" altLang="zh-CN" sz="3200" b="1">
                <a:solidFill>
                  <a:srgbClr val="3333CC"/>
                </a:solidFill>
                <a:latin typeface="Times New Roman" panose="02020603050405020304" pitchFamily="18" charset="0"/>
                <a:ea typeface="宋体" panose="02010600030101010101" pitchFamily="2" charset="-122"/>
              </a:rPr>
              <a:t>50</a:t>
            </a:r>
            <a:r>
              <a:rPr kumimoji="1" lang="en-US" altLang="zh-CN" sz="3200" b="1">
                <a:solidFill>
                  <a:srgbClr val="CC3300"/>
                </a:solidFill>
                <a:latin typeface="Times New Roman" panose="02020603050405020304" pitchFamily="18" charset="0"/>
                <a:ea typeface="宋体" panose="02010600030101010101" pitchFamily="2" charset="-122"/>
              </a:rPr>
              <a:t> </a:t>
            </a:r>
          </a:p>
          <a:p>
            <a:pPr eaLnBrk="1" hangingPunct="1">
              <a:lnSpc>
                <a:spcPct val="100000"/>
              </a:lnSpc>
              <a:spcBef>
                <a:spcPct val="20000"/>
              </a:spcBef>
              <a:buFontTx/>
              <a:buNone/>
            </a:pPr>
            <a:r>
              <a:rPr kumimoji="1" lang="en-US" altLang="zh-CN" sz="3200" b="1">
                <a:solidFill>
                  <a:srgbClr val="CC3300"/>
                </a:solidFill>
                <a:latin typeface="Times New Roman" panose="02020603050405020304" pitchFamily="18" charset="0"/>
                <a:ea typeface="宋体" panose="02010600030101010101" pitchFamily="2" charset="-122"/>
              </a:rPr>
              <a:t>          </a:t>
            </a:r>
            <a:r>
              <a:rPr kumimoji="1" lang="en-US" altLang="zh-CN" sz="3200" b="1" i="1">
                <a:solidFill>
                  <a:srgbClr val="CC3300"/>
                </a:solidFill>
                <a:latin typeface="Times New Roman" panose="02020603050405020304" pitchFamily="18" charset="0"/>
                <a:ea typeface="宋体" panose="02010600030101010101" pitchFamily="2" charset="-122"/>
              </a:rPr>
              <a:t>v</a:t>
            </a:r>
            <a:r>
              <a:rPr kumimoji="1" lang="en-US" altLang="zh-CN" sz="3200" b="1" baseline="-25000">
                <a:solidFill>
                  <a:srgbClr val="CC3300"/>
                </a:solidFill>
                <a:latin typeface="Times New Roman" panose="02020603050405020304" pitchFamily="18" charset="0"/>
                <a:ea typeface="宋体" panose="02010600030101010101" pitchFamily="2" charset="-122"/>
              </a:rPr>
              <a:t>3</a:t>
            </a:r>
            <a:r>
              <a:rPr kumimoji="1" lang="en-US" altLang="zh-CN" sz="3200" b="1">
                <a:solidFill>
                  <a:srgbClr val="CC3300"/>
                </a:solidFill>
                <a:latin typeface="Times New Roman" panose="02020603050405020304" pitchFamily="18" charset="0"/>
                <a:ea typeface="宋体" panose="02010600030101010101" pitchFamily="2" charset="-122"/>
              </a:rPr>
              <a:t>   </a:t>
            </a:r>
            <a:r>
              <a:rPr kumimoji="1" lang="en-US" altLang="zh-CN" sz="3200" b="1">
                <a:solidFill>
                  <a:srgbClr val="FF33CC"/>
                </a:solidFill>
                <a:latin typeface="Times New Roman" panose="02020603050405020304" pitchFamily="18" charset="0"/>
                <a:ea typeface="宋体" panose="02010600030101010101" pitchFamily="2" charset="-122"/>
              </a:rPr>
              <a:t>(</a:t>
            </a:r>
            <a:r>
              <a:rPr kumimoji="1" lang="en-US" altLang="zh-CN" sz="3200" b="1" i="1">
                <a:solidFill>
                  <a:srgbClr val="FF33CC"/>
                </a:solidFill>
                <a:latin typeface="Times New Roman" panose="02020603050405020304" pitchFamily="18" charset="0"/>
                <a:ea typeface="宋体" panose="02010600030101010101" pitchFamily="2" charset="-122"/>
              </a:rPr>
              <a:t>v</a:t>
            </a:r>
            <a:r>
              <a:rPr kumimoji="1" lang="en-US" altLang="zh-CN" sz="3200" b="1" baseline="-25000">
                <a:solidFill>
                  <a:srgbClr val="FF33CC"/>
                </a:solidFill>
                <a:latin typeface="Times New Roman" panose="02020603050405020304" pitchFamily="18" charset="0"/>
                <a:ea typeface="宋体" panose="02010600030101010101" pitchFamily="2" charset="-122"/>
              </a:rPr>
              <a:t>0</a:t>
            </a:r>
            <a:r>
              <a:rPr kumimoji="1" lang="en-US" altLang="zh-CN" sz="3200" b="1">
                <a:solidFill>
                  <a:srgbClr val="FF33CC"/>
                </a:solidFill>
                <a:latin typeface="Times New Roman" panose="02020603050405020304" pitchFamily="18" charset="0"/>
                <a:ea typeface="宋体" panose="02010600030101010101" pitchFamily="2" charset="-122"/>
              </a:rPr>
              <a:t>,</a:t>
            </a:r>
            <a:r>
              <a:rPr kumimoji="1" lang="en-US" altLang="zh-CN" sz="3200" b="1" i="1">
                <a:solidFill>
                  <a:srgbClr val="FF33CC"/>
                </a:solidFill>
                <a:latin typeface="Times New Roman" panose="02020603050405020304" pitchFamily="18" charset="0"/>
                <a:ea typeface="宋体" panose="02010600030101010101" pitchFamily="2" charset="-122"/>
              </a:rPr>
              <a:t>v</a:t>
            </a:r>
            <a:r>
              <a:rPr kumimoji="1" lang="en-US" altLang="zh-CN" sz="3200" b="1" baseline="-25000">
                <a:solidFill>
                  <a:srgbClr val="FF33CC"/>
                </a:solidFill>
                <a:latin typeface="Times New Roman" panose="02020603050405020304" pitchFamily="18" charset="0"/>
                <a:ea typeface="宋体" panose="02010600030101010101" pitchFamily="2" charset="-122"/>
              </a:rPr>
              <a:t>3</a:t>
            </a:r>
            <a:r>
              <a:rPr kumimoji="1" lang="en-US" altLang="zh-CN" sz="3200" b="1">
                <a:solidFill>
                  <a:srgbClr val="FF33CC"/>
                </a:solidFill>
                <a:latin typeface="Times New Roman" panose="02020603050405020304" pitchFamily="18" charset="0"/>
                <a:ea typeface="宋体" panose="02010600030101010101" pitchFamily="2" charset="-122"/>
              </a:rPr>
              <a:t>)                                     30</a:t>
            </a:r>
            <a:r>
              <a:rPr kumimoji="1" lang="en-US" altLang="zh-CN" sz="3200" b="1">
                <a:solidFill>
                  <a:srgbClr val="CC3300"/>
                </a:solidFill>
                <a:latin typeface="Times New Roman" panose="02020603050405020304" pitchFamily="18" charset="0"/>
                <a:ea typeface="宋体" panose="02010600030101010101" pitchFamily="2" charset="-122"/>
              </a:rPr>
              <a:t> </a:t>
            </a:r>
          </a:p>
          <a:p>
            <a:pPr eaLnBrk="1" hangingPunct="1">
              <a:lnSpc>
                <a:spcPct val="100000"/>
              </a:lnSpc>
              <a:spcBef>
                <a:spcPct val="20000"/>
              </a:spcBef>
              <a:buFontTx/>
              <a:buNone/>
            </a:pPr>
            <a:r>
              <a:rPr kumimoji="1" lang="en-US" altLang="zh-CN" sz="3200" b="1">
                <a:solidFill>
                  <a:srgbClr val="CC3300"/>
                </a:solidFill>
                <a:latin typeface="Times New Roman" panose="02020603050405020304" pitchFamily="18" charset="0"/>
                <a:ea typeface="宋体" panose="02010600030101010101" pitchFamily="2" charset="-122"/>
              </a:rPr>
              <a:t>          </a:t>
            </a:r>
            <a:r>
              <a:rPr kumimoji="1" lang="en-US" altLang="zh-CN" sz="3200" b="1" i="1">
                <a:solidFill>
                  <a:srgbClr val="CC3300"/>
                </a:solidFill>
                <a:latin typeface="Times New Roman" panose="02020603050405020304" pitchFamily="18" charset="0"/>
                <a:ea typeface="宋体" panose="02010600030101010101" pitchFamily="2" charset="-122"/>
              </a:rPr>
              <a:t>v</a:t>
            </a:r>
            <a:r>
              <a:rPr kumimoji="1" lang="en-US" altLang="zh-CN" sz="3200" b="1" baseline="-25000">
                <a:solidFill>
                  <a:srgbClr val="CC3300"/>
                </a:solidFill>
                <a:latin typeface="Times New Roman" panose="02020603050405020304" pitchFamily="18" charset="0"/>
                <a:ea typeface="宋体" panose="02010600030101010101" pitchFamily="2" charset="-122"/>
              </a:rPr>
              <a:t>4</a:t>
            </a:r>
            <a:r>
              <a:rPr kumimoji="1" lang="en-US" altLang="zh-CN" sz="3200" b="1">
                <a:solidFill>
                  <a:srgbClr val="CC3300"/>
                </a:solidFill>
                <a:latin typeface="Times New Roman" panose="02020603050405020304" pitchFamily="18" charset="0"/>
                <a:ea typeface="宋体" panose="02010600030101010101" pitchFamily="2" charset="-122"/>
              </a:rPr>
              <a:t>   </a:t>
            </a:r>
            <a:r>
              <a:rPr kumimoji="1" lang="en-US" altLang="zh-CN" sz="3200" b="1">
                <a:solidFill>
                  <a:srgbClr val="FF33CC"/>
                </a:solidFill>
                <a:latin typeface="Times New Roman" panose="02020603050405020304" pitchFamily="18" charset="0"/>
                <a:ea typeface="宋体" panose="02010600030101010101" pitchFamily="2" charset="-122"/>
              </a:rPr>
              <a:t>(</a:t>
            </a:r>
            <a:r>
              <a:rPr kumimoji="1" lang="en-US" altLang="zh-CN" sz="3200" b="1" i="1">
                <a:solidFill>
                  <a:srgbClr val="FF33CC"/>
                </a:solidFill>
                <a:latin typeface="Times New Roman" panose="02020603050405020304" pitchFamily="18" charset="0"/>
                <a:ea typeface="宋体" panose="02010600030101010101" pitchFamily="2" charset="-122"/>
              </a:rPr>
              <a:t>v</a:t>
            </a:r>
            <a:r>
              <a:rPr kumimoji="1" lang="en-US" altLang="zh-CN" sz="3200" b="1" baseline="-25000">
                <a:solidFill>
                  <a:srgbClr val="FF33CC"/>
                </a:solidFill>
                <a:latin typeface="Times New Roman" panose="02020603050405020304" pitchFamily="18" charset="0"/>
                <a:ea typeface="宋体" panose="02010600030101010101" pitchFamily="2" charset="-122"/>
              </a:rPr>
              <a:t>0</a:t>
            </a:r>
            <a:r>
              <a:rPr kumimoji="1" lang="en-US" altLang="zh-CN" sz="3200" b="1">
                <a:solidFill>
                  <a:srgbClr val="FF33CC"/>
                </a:solidFill>
                <a:latin typeface="Times New Roman" panose="02020603050405020304" pitchFamily="18" charset="0"/>
                <a:ea typeface="宋体" panose="02010600030101010101" pitchFamily="2" charset="-122"/>
              </a:rPr>
              <a:t>,</a:t>
            </a:r>
            <a:r>
              <a:rPr kumimoji="1" lang="en-US" altLang="zh-CN" sz="3200" b="1" i="1">
                <a:solidFill>
                  <a:srgbClr val="FF33CC"/>
                </a:solidFill>
                <a:latin typeface="Times New Roman" panose="02020603050405020304" pitchFamily="18" charset="0"/>
                <a:ea typeface="宋体" panose="02010600030101010101" pitchFamily="2" charset="-122"/>
              </a:rPr>
              <a:t>v</a:t>
            </a:r>
            <a:r>
              <a:rPr kumimoji="1" lang="en-US" altLang="zh-CN" sz="3200" b="1" baseline="-25000">
                <a:solidFill>
                  <a:srgbClr val="FF33CC"/>
                </a:solidFill>
                <a:latin typeface="Times New Roman" panose="02020603050405020304" pitchFamily="18" charset="0"/>
                <a:ea typeface="宋体" panose="02010600030101010101" pitchFamily="2" charset="-122"/>
              </a:rPr>
              <a:t>4</a:t>
            </a:r>
            <a:r>
              <a:rPr kumimoji="1" lang="en-US" altLang="zh-CN" sz="3200" b="1">
                <a:solidFill>
                  <a:srgbClr val="FF33CC"/>
                </a:solidFill>
                <a:latin typeface="Times New Roman" panose="02020603050405020304" pitchFamily="18" charset="0"/>
                <a:ea typeface="宋体" panose="02010600030101010101" pitchFamily="2" charset="-122"/>
              </a:rPr>
              <a:t>)</a:t>
            </a:r>
            <a:r>
              <a:rPr kumimoji="1" lang="en-US" altLang="zh-CN" sz="3200" b="1">
                <a:solidFill>
                  <a:srgbClr val="CC3300"/>
                </a:solidFill>
                <a:latin typeface="Times New Roman" panose="02020603050405020304" pitchFamily="18" charset="0"/>
                <a:ea typeface="宋体" panose="02010600030101010101" pitchFamily="2" charset="-122"/>
              </a:rPr>
              <a:t> </a:t>
            </a:r>
            <a:r>
              <a:rPr kumimoji="1" lang="en-US" altLang="zh-CN" sz="3200" b="1">
                <a:solidFill>
                  <a:srgbClr val="3333CC"/>
                </a:solidFill>
                <a:latin typeface="Times New Roman" panose="02020603050405020304" pitchFamily="18" charset="0"/>
                <a:ea typeface="宋体" panose="02010600030101010101" pitchFamily="2" charset="-122"/>
              </a:rPr>
              <a:t>(</a:t>
            </a:r>
            <a:r>
              <a:rPr kumimoji="1" lang="en-US" altLang="zh-CN" sz="3200" b="1" i="1">
                <a:solidFill>
                  <a:srgbClr val="3333CC"/>
                </a:solidFill>
                <a:latin typeface="Times New Roman" panose="02020603050405020304" pitchFamily="18" charset="0"/>
                <a:ea typeface="宋体" panose="02010600030101010101" pitchFamily="2" charset="-122"/>
              </a:rPr>
              <a:t>v</a:t>
            </a:r>
            <a:r>
              <a:rPr kumimoji="1" lang="en-US" altLang="zh-CN" sz="3200" b="1" baseline="-25000">
                <a:solidFill>
                  <a:srgbClr val="3333CC"/>
                </a:solidFill>
                <a:latin typeface="Times New Roman" panose="02020603050405020304" pitchFamily="18" charset="0"/>
                <a:ea typeface="宋体" panose="02010600030101010101" pitchFamily="2" charset="-122"/>
              </a:rPr>
              <a:t>0</a:t>
            </a:r>
            <a:r>
              <a:rPr kumimoji="1" lang="en-US" altLang="zh-CN" sz="3200" b="1">
                <a:solidFill>
                  <a:srgbClr val="3333CC"/>
                </a:solidFill>
                <a:latin typeface="Times New Roman" panose="02020603050405020304" pitchFamily="18" charset="0"/>
                <a:ea typeface="宋体" panose="02010600030101010101" pitchFamily="2" charset="-122"/>
              </a:rPr>
              <a:t>,</a:t>
            </a:r>
            <a:r>
              <a:rPr kumimoji="1" lang="en-US" altLang="zh-CN" sz="3200" b="1" i="1">
                <a:solidFill>
                  <a:srgbClr val="3333CC"/>
                </a:solidFill>
                <a:latin typeface="Times New Roman" panose="02020603050405020304" pitchFamily="18" charset="0"/>
                <a:ea typeface="宋体" panose="02010600030101010101" pitchFamily="2" charset="-122"/>
              </a:rPr>
              <a:t>v</a:t>
            </a:r>
            <a:r>
              <a:rPr kumimoji="1" lang="en-US" altLang="zh-CN" sz="3200" b="1" baseline="-25000">
                <a:solidFill>
                  <a:srgbClr val="3333CC"/>
                </a:solidFill>
                <a:latin typeface="Times New Roman" panose="02020603050405020304" pitchFamily="18" charset="0"/>
                <a:ea typeface="宋体" panose="02010600030101010101" pitchFamily="2" charset="-122"/>
              </a:rPr>
              <a:t>3</a:t>
            </a:r>
            <a:r>
              <a:rPr kumimoji="1" lang="en-US" altLang="zh-CN" sz="3200" b="1">
                <a:solidFill>
                  <a:srgbClr val="3333CC"/>
                </a:solidFill>
                <a:latin typeface="Times New Roman" panose="02020603050405020304" pitchFamily="18" charset="0"/>
                <a:ea typeface="宋体" panose="02010600030101010101" pitchFamily="2" charset="-122"/>
              </a:rPr>
              <a:t>,</a:t>
            </a:r>
            <a:r>
              <a:rPr kumimoji="1" lang="en-US" altLang="zh-CN" sz="3200" b="1" i="1">
                <a:solidFill>
                  <a:srgbClr val="3333CC"/>
                </a:solidFill>
                <a:latin typeface="Times New Roman" panose="02020603050405020304" pitchFamily="18" charset="0"/>
                <a:ea typeface="宋体" panose="02010600030101010101" pitchFamily="2" charset="-122"/>
              </a:rPr>
              <a:t>v</a:t>
            </a:r>
            <a:r>
              <a:rPr kumimoji="1" lang="en-US" altLang="zh-CN" sz="3200" b="1" baseline="-25000">
                <a:solidFill>
                  <a:srgbClr val="3333CC"/>
                </a:solidFill>
                <a:latin typeface="Times New Roman" panose="02020603050405020304" pitchFamily="18" charset="0"/>
                <a:ea typeface="宋体" panose="02010600030101010101" pitchFamily="2" charset="-122"/>
              </a:rPr>
              <a:t>4</a:t>
            </a:r>
            <a:r>
              <a:rPr kumimoji="1" lang="en-US" altLang="zh-CN" sz="3200" b="1">
                <a:solidFill>
                  <a:srgbClr val="3333CC"/>
                </a:solidFill>
                <a:latin typeface="Times New Roman" panose="02020603050405020304" pitchFamily="18" charset="0"/>
                <a:ea typeface="宋体" panose="02010600030101010101" pitchFamily="2" charset="-122"/>
              </a:rPr>
              <a:t>)</a:t>
            </a:r>
            <a:r>
              <a:rPr kumimoji="1" lang="en-US" altLang="zh-CN" sz="3200" b="1">
                <a:solidFill>
                  <a:srgbClr val="CC3300"/>
                </a:solidFill>
                <a:latin typeface="Times New Roman" panose="02020603050405020304" pitchFamily="18" charset="0"/>
                <a:ea typeface="宋体" panose="02010600030101010101" pitchFamily="2" charset="-122"/>
              </a:rPr>
              <a:t> (</a:t>
            </a:r>
            <a:r>
              <a:rPr kumimoji="1" lang="en-US" altLang="zh-CN" sz="3200" b="1" i="1">
                <a:solidFill>
                  <a:srgbClr val="CC3300"/>
                </a:solidFill>
                <a:latin typeface="Times New Roman" panose="02020603050405020304" pitchFamily="18" charset="0"/>
                <a:ea typeface="宋体" panose="02010600030101010101" pitchFamily="2" charset="-122"/>
              </a:rPr>
              <a:t>v</a:t>
            </a:r>
            <a:r>
              <a:rPr kumimoji="1" lang="en-US" altLang="zh-CN" sz="3200" b="1" baseline="-25000">
                <a:solidFill>
                  <a:srgbClr val="CC3300"/>
                </a:solidFill>
                <a:latin typeface="Times New Roman" panose="02020603050405020304" pitchFamily="18" charset="0"/>
                <a:ea typeface="宋体" panose="02010600030101010101" pitchFamily="2" charset="-122"/>
              </a:rPr>
              <a:t>0</a:t>
            </a:r>
            <a:r>
              <a:rPr kumimoji="1" lang="en-US" altLang="zh-CN" sz="3200" b="1">
                <a:solidFill>
                  <a:srgbClr val="CC3300"/>
                </a:solidFill>
                <a:latin typeface="Times New Roman" panose="02020603050405020304" pitchFamily="18" charset="0"/>
                <a:ea typeface="宋体" panose="02010600030101010101" pitchFamily="2" charset="-122"/>
              </a:rPr>
              <a:t>,</a:t>
            </a:r>
            <a:r>
              <a:rPr kumimoji="1" lang="en-US" altLang="zh-CN" sz="3200" b="1" i="1">
                <a:solidFill>
                  <a:srgbClr val="CC3300"/>
                </a:solidFill>
                <a:latin typeface="Times New Roman" panose="02020603050405020304" pitchFamily="18" charset="0"/>
                <a:ea typeface="宋体" panose="02010600030101010101" pitchFamily="2" charset="-122"/>
              </a:rPr>
              <a:t>v</a:t>
            </a:r>
            <a:r>
              <a:rPr kumimoji="1" lang="en-US" altLang="zh-CN" sz="3200" b="1" baseline="-25000">
                <a:solidFill>
                  <a:srgbClr val="CC3300"/>
                </a:solidFill>
                <a:latin typeface="Times New Roman" panose="02020603050405020304" pitchFamily="18" charset="0"/>
                <a:ea typeface="宋体" panose="02010600030101010101" pitchFamily="2" charset="-122"/>
              </a:rPr>
              <a:t>3</a:t>
            </a:r>
            <a:r>
              <a:rPr kumimoji="1" lang="en-US" altLang="zh-CN" sz="3200" b="1">
                <a:solidFill>
                  <a:srgbClr val="CC3300"/>
                </a:solidFill>
                <a:latin typeface="Times New Roman" panose="02020603050405020304" pitchFamily="18" charset="0"/>
                <a:ea typeface="宋体" panose="02010600030101010101" pitchFamily="2" charset="-122"/>
              </a:rPr>
              <a:t>,</a:t>
            </a:r>
            <a:r>
              <a:rPr kumimoji="1" lang="en-US" altLang="zh-CN" sz="3200" b="1" i="1">
                <a:solidFill>
                  <a:srgbClr val="CC3300"/>
                </a:solidFill>
                <a:latin typeface="Times New Roman" panose="02020603050405020304" pitchFamily="18" charset="0"/>
                <a:ea typeface="宋体" panose="02010600030101010101" pitchFamily="2" charset="-122"/>
              </a:rPr>
              <a:t>v</a:t>
            </a:r>
            <a:r>
              <a:rPr kumimoji="1" lang="en-US" altLang="zh-CN" sz="3200" b="1" baseline="-25000">
                <a:solidFill>
                  <a:srgbClr val="CC3300"/>
                </a:solidFill>
                <a:latin typeface="Times New Roman" panose="02020603050405020304" pitchFamily="18" charset="0"/>
                <a:ea typeface="宋体" panose="02010600030101010101" pitchFamily="2" charset="-122"/>
              </a:rPr>
              <a:t>2 </a:t>
            </a:r>
            <a:r>
              <a:rPr kumimoji="1" lang="en-US" altLang="zh-CN" sz="3200" b="1">
                <a:solidFill>
                  <a:srgbClr val="CC3300"/>
                </a:solidFill>
                <a:latin typeface="Times New Roman" panose="02020603050405020304" pitchFamily="18" charset="0"/>
                <a:ea typeface="宋体" panose="02010600030101010101" pitchFamily="2" charset="-122"/>
              </a:rPr>
              <a:t>,</a:t>
            </a:r>
            <a:r>
              <a:rPr kumimoji="1" lang="en-US" altLang="zh-CN" sz="3200" b="1" i="1">
                <a:solidFill>
                  <a:srgbClr val="CC3300"/>
                </a:solidFill>
                <a:latin typeface="Times New Roman" panose="02020603050405020304" pitchFamily="18" charset="0"/>
                <a:ea typeface="宋体" panose="02010600030101010101" pitchFamily="2" charset="-122"/>
              </a:rPr>
              <a:t>v</a:t>
            </a:r>
            <a:r>
              <a:rPr kumimoji="1" lang="en-US" altLang="zh-CN" sz="3200" b="1" baseline="-25000">
                <a:solidFill>
                  <a:srgbClr val="CC3300"/>
                </a:solidFill>
                <a:latin typeface="Times New Roman" panose="02020603050405020304" pitchFamily="18" charset="0"/>
                <a:ea typeface="宋体" panose="02010600030101010101" pitchFamily="2" charset="-122"/>
              </a:rPr>
              <a:t>4</a:t>
            </a:r>
            <a:r>
              <a:rPr kumimoji="1" lang="en-US" altLang="zh-CN" sz="3200" b="1">
                <a:solidFill>
                  <a:srgbClr val="CC3300"/>
                </a:solidFill>
                <a:latin typeface="Times New Roman" panose="02020603050405020304" pitchFamily="18" charset="0"/>
                <a:ea typeface="宋体" panose="02010600030101010101" pitchFamily="2" charset="-122"/>
              </a:rPr>
              <a:t>)  </a:t>
            </a:r>
            <a:r>
              <a:rPr kumimoji="1" lang="en-US" altLang="zh-CN" sz="3200" b="1">
                <a:solidFill>
                  <a:srgbClr val="FF33CC"/>
                </a:solidFill>
                <a:latin typeface="Times New Roman" panose="02020603050405020304" pitchFamily="18" charset="0"/>
                <a:ea typeface="宋体" panose="02010600030101010101" pitchFamily="2" charset="-122"/>
              </a:rPr>
              <a:t>100</a:t>
            </a:r>
            <a:r>
              <a:rPr kumimoji="1" lang="en-US" altLang="zh-CN" sz="3200" b="1">
                <a:solidFill>
                  <a:srgbClr val="CC3300"/>
                </a:solidFill>
                <a:latin typeface="Times New Roman" panose="02020603050405020304" pitchFamily="18" charset="0"/>
                <a:ea typeface="宋体" panose="02010600030101010101" pitchFamily="2" charset="-122"/>
              </a:rPr>
              <a:t>,</a:t>
            </a:r>
            <a:r>
              <a:rPr kumimoji="1" lang="en-US" altLang="zh-CN" sz="3200" b="1">
                <a:solidFill>
                  <a:srgbClr val="3333CC"/>
                </a:solidFill>
                <a:latin typeface="Times New Roman" panose="02020603050405020304" pitchFamily="18" charset="0"/>
                <a:ea typeface="宋体" panose="02010600030101010101" pitchFamily="2" charset="-122"/>
              </a:rPr>
              <a:t>90</a:t>
            </a:r>
            <a:r>
              <a:rPr kumimoji="1" lang="en-US" altLang="zh-CN" sz="3200" b="1">
                <a:solidFill>
                  <a:srgbClr val="CC3300"/>
                </a:solidFill>
                <a:latin typeface="Times New Roman" panose="02020603050405020304" pitchFamily="18" charset="0"/>
                <a:ea typeface="宋体" panose="02010600030101010101" pitchFamily="2" charset="-122"/>
              </a:rPr>
              <a:t>,60 </a:t>
            </a:r>
          </a:p>
        </p:txBody>
      </p:sp>
      <p:sp>
        <p:nvSpPr>
          <p:cNvPr id="88088" name="Line 28">
            <a:extLst>
              <a:ext uri="{FF2B5EF4-FFF2-40B4-BE49-F238E27FC236}">
                <a16:creationId xmlns:a16="http://schemas.microsoft.com/office/drawing/2014/main" id="{16553C43-CBAB-FA92-C8F9-7291AFA19CB0}"/>
              </a:ext>
            </a:extLst>
          </p:cNvPr>
          <p:cNvSpPr>
            <a:spLocks noChangeShapeType="1"/>
          </p:cNvSpPr>
          <p:nvPr/>
        </p:nvSpPr>
        <p:spPr bwMode="auto">
          <a:xfrm>
            <a:off x="457200" y="3048000"/>
            <a:ext cx="8305800" cy="0"/>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089" name="Line 29">
            <a:extLst>
              <a:ext uri="{FF2B5EF4-FFF2-40B4-BE49-F238E27FC236}">
                <a16:creationId xmlns:a16="http://schemas.microsoft.com/office/drawing/2014/main" id="{09183ED6-46AD-76AA-D7C5-E88E6E3CE274}"/>
              </a:ext>
            </a:extLst>
          </p:cNvPr>
          <p:cNvSpPr>
            <a:spLocks noChangeShapeType="1"/>
          </p:cNvSpPr>
          <p:nvPr/>
        </p:nvSpPr>
        <p:spPr bwMode="auto">
          <a:xfrm>
            <a:off x="457200" y="3657600"/>
            <a:ext cx="8305800" cy="0"/>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090" name="Line 30">
            <a:extLst>
              <a:ext uri="{FF2B5EF4-FFF2-40B4-BE49-F238E27FC236}">
                <a16:creationId xmlns:a16="http://schemas.microsoft.com/office/drawing/2014/main" id="{878CF6D0-AF16-B278-F755-EC9AD8DFF9A6}"/>
              </a:ext>
            </a:extLst>
          </p:cNvPr>
          <p:cNvSpPr>
            <a:spLocks noChangeShapeType="1"/>
          </p:cNvSpPr>
          <p:nvPr/>
        </p:nvSpPr>
        <p:spPr bwMode="auto">
          <a:xfrm>
            <a:off x="457200" y="6248400"/>
            <a:ext cx="8305800" cy="0"/>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091" name="Line 31">
            <a:extLst>
              <a:ext uri="{FF2B5EF4-FFF2-40B4-BE49-F238E27FC236}">
                <a16:creationId xmlns:a16="http://schemas.microsoft.com/office/drawing/2014/main" id="{9B389517-17D4-D718-D92B-394DB7CC785E}"/>
              </a:ext>
            </a:extLst>
          </p:cNvPr>
          <p:cNvSpPr>
            <a:spLocks noChangeShapeType="1"/>
          </p:cNvSpPr>
          <p:nvPr/>
        </p:nvSpPr>
        <p:spPr bwMode="auto">
          <a:xfrm>
            <a:off x="2514600" y="4648200"/>
            <a:ext cx="533400" cy="0"/>
          </a:xfrm>
          <a:prstGeom prst="line">
            <a:avLst/>
          </a:prstGeom>
          <a:noFill/>
          <a:ln w="28575">
            <a:solidFill>
              <a:srgbClr val="FF33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灯片编号占位符 1">
            <a:extLst>
              <a:ext uri="{FF2B5EF4-FFF2-40B4-BE49-F238E27FC236}">
                <a16:creationId xmlns:a16="http://schemas.microsoft.com/office/drawing/2014/main" id="{0E5E72B7-F9EA-882C-301B-BD12B2F7A456}"/>
              </a:ext>
            </a:extLst>
          </p:cNvPr>
          <p:cNvSpPr>
            <a:spLocks noGrp="1"/>
          </p:cNvSpPr>
          <p:nvPr>
            <p:ph type="sldNum" sz="quarter" idx="12"/>
          </p:nvPr>
        </p:nvSpPr>
        <p:spPr/>
        <p:txBody>
          <a:bodyPr/>
          <a:lstStyle/>
          <a:p>
            <a:pPr>
              <a:defRPr/>
            </a:pPr>
            <a:fld id="{22EEED5C-99EB-4141-8E47-FA8D31DEB9C9}" type="slidenum">
              <a:rPr lang="en-US" altLang="zh-CN" smtClean="0"/>
              <a:pPr>
                <a:defRPr/>
              </a:pPr>
              <a:t>71</a:t>
            </a:fld>
            <a:endParaRPr lang="en-US" altLang="zh-CN"/>
          </a:p>
        </p:txBody>
      </p:sp>
    </p:spTree>
  </p:cSld>
  <p:clrMapOvr>
    <a:masterClrMapping/>
  </p:clrMapOvr>
  <p:transition>
    <p:zoom/>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6CAAA39-B59B-412C-ABF3-A66A567B3985}"/>
              </a:ext>
            </a:extLst>
          </p:cNvPr>
          <p:cNvSpPr>
            <a:spLocks noGrp="1"/>
          </p:cNvSpPr>
          <p:nvPr>
            <p:ph type="title"/>
          </p:nvPr>
        </p:nvSpPr>
        <p:spPr/>
        <p:txBody>
          <a:bodyPr/>
          <a:lstStyle/>
          <a:p>
            <a:r>
              <a:rPr lang="zh-CN" altLang="en-US" dirty="0"/>
              <a:t>思路</a:t>
            </a:r>
          </a:p>
        </p:txBody>
      </p:sp>
      <p:sp>
        <p:nvSpPr>
          <p:cNvPr id="202754" name="Rectangle 2">
            <a:extLst>
              <a:ext uri="{FF2B5EF4-FFF2-40B4-BE49-F238E27FC236}">
                <a16:creationId xmlns:a16="http://schemas.microsoft.com/office/drawing/2014/main" id="{347CD2F4-A2BC-867D-DBFF-7CE6B7B080A5}"/>
              </a:ext>
            </a:extLst>
          </p:cNvPr>
          <p:cNvSpPr>
            <a:spLocks noGrp="1" noChangeArrowheads="1"/>
          </p:cNvSpPr>
          <p:nvPr>
            <p:ph type="body" idx="1"/>
          </p:nvPr>
        </p:nvSpPr>
        <p:spPr>
          <a:xfrm>
            <a:off x="628650" y="1825625"/>
            <a:ext cx="8047806" cy="4351338"/>
          </a:xfrm>
        </p:spPr>
        <p:txBody>
          <a:bodyPr>
            <a:normAutofit fontScale="62500" lnSpcReduction="20000"/>
          </a:bodyPr>
          <a:lstStyle/>
          <a:p>
            <a:pPr>
              <a:lnSpc>
                <a:spcPct val="120000"/>
              </a:lnSpc>
            </a:pPr>
            <a:r>
              <a:rPr lang="zh-CN" altLang="en-US" dirty="0"/>
              <a:t>引入辅助数组</a:t>
            </a:r>
            <a:r>
              <a:rPr lang="en-US" altLang="zh-CN" dirty="0"/>
              <a:t>dist</a:t>
            </a:r>
            <a:r>
              <a:rPr lang="zh-CN" altLang="en-US" dirty="0"/>
              <a:t>。它的每一个分量</a:t>
            </a:r>
            <a:r>
              <a:rPr lang="en-US" altLang="zh-CN" dirty="0"/>
              <a:t>dist[</a:t>
            </a:r>
            <a:r>
              <a:rPr lang="en-US" altLang="zh-CN" dirty="0" err="1"/>
              <a:t>i</a:t>
            </a:r>
            <a:r>
              <a:rPr lang="en-US" altLang="zh-CN" dirty="0"/>
              <a:t>]</a:t>
            </a:r>
            <a:r>
              <a:rPr lang="zh-CN" altLang="en-US" dirty="0"/>
              <a:t>表示当前找到的从源点 </a:t>
            </a:r>
            <a:r>
              <a:rPr lang="en-US" altLang="zh-CN" dirty="0"/>
              <a:t>v</a:t>
            </a:r>
            <a:r>
              <a:rPr lang="en-US" altLang="zh-CN" baseline="-25000" dirty="0"/>
              <a:t>0</a:t>
            </a:r>
            <a:r>
              <a:rPr lang="zh-CN" altLang="en-US" dirty="0"/>
              <a:t>到终点 </a:t>
            </a:r>
            <a:r>
              <a:rPr lang="en-US" altLang="zh-CN" dirty="0"/>
              <a:t>v</a:t>
            </a:r>
            <a:r>
              <a:rPr lang="en-US" altLang="zh-CN" baseline="-25000" dirty="0"/>
              <a:t>i</a:t>
            </a:r>
            <a:r>
              <a:rPr lang="en-US" altLang="zh-CN" dirty="0"/>
              <a:t> </a:t>
            </a:r>
            <a:r>
              <a:rPr lang="zh-CN" altLang="en-US" dirty="0"/>
              <a:t>的最短路径的长度。</a:t>
            </a:r>
            <a:endParaRPr lang="en-US" altLang="zh-CN" dirty="0"/>
          </a:p>
          <a:p>
            <a:pPr>
              <a:lnSpc>
                <a:spcPct val="120000"/>
              </a:lnSpc>
            </a:pPr>
            <a:r>
              <a:rPr lang="zh-CN" altLang="en-US" dirty="0"/>
              <a:t>初始状态</a:t>
            </a:r>
          </a:p>
          <a:p>
            <a:pPr lvl="1">
              <a:lnSpc>
                <a:spcPct val="120000"/>
              </a:lnSpc>
            </a:pPr>
            <a:r>
              <a:rPr lang="zh-CN" altLang="en-US" dirty="0"/>
              <a:t>若从源点</a:t>
            </a:r>
            <a:r>
              <a:rPr lang="en-US" altLang="zh-CN" dirty="0"/>
              <a:t>v</a:t>
            </a:r>
            <a:r>
              <a:rPr lang="en-US" altLang="zh-CN" baseline="-25000" dirty="0"/>
              <a:t>0</a:t>
            </a:r>
            <a:r>
              <a:rPr lang="zh-CN" altLang="en-US" dirty="0"/>
              <a:t>到顶点 </a:t>
            </a:r>
            <a:r>
              <a:rPr lang="en-US" altLang="zh-CN" dirty="0"/>
              <a:t>v</a:t>
            </a:r>
            <a:r>
              <a:rPr lang="en-US" altLang="zh-CN" baseline="-25000" dirty="0"/>
              <a:t>i</a:t>
            </a:r>
            <a:r>
              <a:rPr lang="en-US" altLang="zh-CN" dirty="0"/>
              <a:t> </a:t>
            </a:r>
            <a:r>
              <a:rPr lang="zh-CN" altLang="en-US" dirty="0"/>
              <a:t>有边</a:t>
            </a:r>
            <a:r>
              <a:rPr lang="en-US" altLang="zh-CN" dirty="0"/>
              <a:t>, </a:t>
            </a:r>
            <a:r>
              <a:rPr lang="zh-CN" altLang="en-US" dirty="0"/>
              <a:t>则</a:t>
            </a:r>
            <a:r>
              <a:rPr lang="en-US" altLang="zh-CN" dirty="0"/>
              <a:t>dist[</a:t>
            </a:r>
            <a:r>
              <a:rPr lang="en-US" altLang="zh-CN" dirty="0" err="1"/>
              <a:t>i</a:t>
            </a:r>
            <a:r>
              <a:rPr lang="en-US" altLang="zh-CN" dirty="0"/>
              <a:t>]</a:t>
            </a:r>
            <a:r>
              <a:rPr lang="zh-CN" altLang="en-US" dirty="0"/>
              <a:t>为该边上的权值；</a:t>
            </a:r>
          </a:p>
          <a:p>
            <a:pPr lvl="1">
              <a:lnSpc>
                <a:spcPct val="120000"/>
              </a:lnSpc>
            </a:pPr>
            <a:r>
              <a:rPr lang="zh-CN" altLang="en-US" dirty="0"/>
              <a:t>若从源点</a:t>
            </a:r>
            <a:r>
              <a:rPr lang="en-US" altLang="zh-CN" dirty="0"/>
              <a:t>v</a:t>
            </a:r>
            <a:r>
              <a:rPr lang="en-US" altLang="zh-CN" baseline="-25000" dirty="0"/>
              <a:t>0</a:t>
            </a:r>
            <a:r>
              <a:rPr lang="zh-CN" altLang="en-US" dirty="0"/>
              <a:t>到顶点 </a:t>
            </a:r>
            <a:r>
              <a:rPr lang="en-US" altLang="zh-CN" dirty="0"/>
              <a:t>v</a:t>
            </a:r>
            <a:r>
              <a:rPr lang="en-US" altLang="zh-CN" baseline="-25000" dirty="0"/>
              <a:t>i</a:t>
            </a:r>
            <a:r>
              <a:rPr lang="en-US" altLang="zh-CN" dirty="0"/>
              <a:t> </a:t>
            </a:r>
            <a:r>
              <a:rPr lang="zh-CN" altLang="en-US" dirty="0"/>
              <a:t>无边</a:t>
            </a:r>
            <a:r>
              <a:rPr lang="en-US" altLang="zh-CN" dirty="0"/>
              <a:t>, </a:t>
            </a:r>
            <a:r>
              <a:rPr lang="zh-CN" altLang="en-US" dirty="0"/>
              <a:t>则</a:t>
            </a:r>
            <a:r>
              <a:rPr lang="en-US" altLang="zh-CN" dirty="0"/>
              <a:t>dist[</a:t>
            </a:r>
            <a:r>
              <a:rPr lang="en-US" altLang="zh-CN" dirty="0" err="1"/>
              <a:t>i</a:t>
            </a:r>
            <a:r>
              <a:rPr lang="en-US" altLang="zh-CN" dirty="0"/>
              <a:t>]</a:t>
            </a:r>
            <a:r>
              <a:rPr lang="zh-CN" altLang="en-US" dirty="0"/>
              <a:t>为</a:t>
            </a:r>
            <a:r>
              <a:rPr lang="zh-CN" altLang="en-US" dirty="0">
                <a:sym typeface="Symbol" pitchFamily="18" charset="2"/>
              </a:rPr>
              <a:t></a:t>
            </a:r>
            <a:r>
              <a:rPr lang="zh-CN" altLang="en-US" dirty="0"/>
              <a:t> 。</a:t>
            </a:r>
          </a:p>
          <a:p>
            <a:pPr>
              <a:lnSpc>
                <a:spcPct val="120000"/>
              </a:lnSpc>
            </a:pPr>
            <a:r>
              <a:rPr lang="zh-CN" altLang="en-US" dirty="0"/>
              <a:t>假设 </a:t>
            </a:r>
            <a:r>
              <a:rPr lang="en-US" altLang="zh-CN" dirty="0"/>
              <a:t>S </a:t>
            </a:r>
            <a:r>
              <a:rPr lang="zh-CN" altLang="en-US" dirty="0"/>
              <a:t>是已求得的最短路径的终点的集合，则可证明：下一条最短路径必然是从</a:t>
            </a:r>
            <a:r>
              <a:rPr lang="en-US" altLang="zh-CN" dirty="0"/>
              <a:t>v</a:t>
            </a:r>
            <a:r>
              <a:rPr lang="en-US" altLang="zh-CN" baseline="-25000" dirty="0"/>
              <a:t>0</a:t>
            </a:r>
            <a:r>
              <a:rPr lang="en-US" altLang="zh-CN" dirty="0"/>
              <a:t> </a:t>
            </a:r>
            <a:r>
              <a:rPr lang="zh-CN" altLang="en-US" dirty="0"/>
              <a:t>出发，中间只经过 </a:t>
            </a:r>
            <a:r>
              <a:rPr lang="en-US" altLang="zh-CN" dirty="0"/>
              <a:t>S </a:t>
            </a:r>
            <a:r>
              <a:rPr lang="zh-CN" altLang="en-US" dirty="0"/>
              <a:t>中的顶点再扩充一条边便可到达的顶点</a:t>
            </a:r>
            <a:r>
              <a:rPr lang="en-US" altLang="zh-CN" dirty="0" err="1"/>
              <a:t>v</a:t>
            </a:r>
            <a:r>
              <a:rPr lang="en-US" altLang="zh-CN" baseline="-25000" dirty="0" err="1"/>
              <a:t>x</a:t>
            </a:r>
            <a:r>
              <a:rPr lang="en-US" altLang="zh-CN" dirty="0"/>
              <a:t> (</a:t>
            </a:r>
            <a:r>
              <a:rPr lang="en-US" altLang="zh-CN" dirty="0" err="1"/>
              <a:t>v</a:t>
            </a:r>
            <a:r>
              <a:rPr lang="en-US" altLang="zh-CN" baseline="-25000" dirty="0" err="1"/>
              <a:t>x</a:t>
            </a:r>
            <a:r>
              <a:rPr lang="en-US" altLang="zh-CN" dirty="0" err="1">
                <a:sym typeface="Symbol" pitchFamily="18" charset="2"/>
              </a:rPr>
              <a:t></a:t>
            </a:r>
            <a:r>
              <a:rPr lang="en-US" altLang="zh-CN" dirty="0" err="1"/>
              <a:t>V</a:t>
            </a:r>
            <a:r>
              <a:rPr lang="en-US" altLang="zh-CN" dirty="0"/>
              <a:t>-S )</a:t>
            </a:r>
            <a:r>
              <a:rPr lang="zh-CN" altLang="en-US" dirty="0"/>
              <a:t>的路径中的最短一条。</a:t>
            </a:r>
          </a:p>
          <a:p>
            <a:pPr>
              <a:lnSpc>
                <a:spcPct val="120000"/>
              </a:lnSpc>
            </a:pPr>
            <a:r>
              <a:rPr lang="zh-CN" altLang="en-US" dirty="0"/>
              <a:t>每次求得一条最短路径后</a:t>
            </a:r>
            <a:r>
              <a:rPr lang="en-US" altLang="zh-CN" dirty="0"/>
              <a:t>, </a:t>
            </a:r>
            <a:r>
              <a:rPr lang="zh-CN" altLang="en-US" dirty="0"/>
              <a:t>其终点</a:t>
            </a:r>
            <a:r>
              <a:rPr lang="en-US" altLang="zh-CN" dirty="0" err="1"/>
              <a:t>v</a:t>
            </a:r>
            <a:r>
              <a:rPr lang="en-US" altLang="zh-CN" baseline="-25000" dirty="0" err="1"/>
              <a:t>k</a:t>
            </a:r>
            <a:r>
              <a:rPr lang="en-US" altLang="zh-CN" dirty="0"/>
              <a:t> </a:t>
            </a:r>
            <a:r>
              <a:rPr lang="zh-CN" altLang="en-US" dirty="0"/>
              <a:t>加入集合</a:t>
            </a:r>
            <a:r>
              <a:rPr lang="en-US" altLang="zh-CN" dirty="0"/>
              <a:t>S</a:t>
            </a:r>
            <a:r>
              <a:rPr lang="zh-CN" altLang="en-US" dirty="0"/>
              <a:t>，然后对所有的</a:t>
            </a:r>
            <a:r>
              <a:rPr lang="en-US" altLang="zh-CN" dirty="0"/>
              <a:t>v</a:t>
            </a:r>
            <a:r>
              <a:rPr lang="en-US" altLang="zh-CN" baseline="-25000" dirty="0"/>
              <a:t>i</a:t>
            </a:r>
            <a:r>
              <a:rPr lang="en-US" altLang="zh-CN" dirty="0"/>
              <a:t> </a:t>
            </a:r>
            <a:r>
              <a:rPr lang="en-US" altLang="zh-CN" dirty="0">
                <a:sym typeface="Symbol" pitchFamily="18" charset="2"/>
              </a:rPr>
              <a:t></a:t>
            </a:r>
            <a:r>
              <a:rPr lang="en-US" altLang="zh-CN" dirty="0"/>
              <a:t>V-S</a:t>
            </a:r>
            <a:r>
              <a:rPr lang="zh-CN" altLang="en-US" dirty="0"/>
              <a:t>，修改其 </a:t>
            </a:r>
            <a:r>
              <a:rPr lang="en-US" altLang="zh-CN" dirty="0"/>
              <a:t>dist[</a:t>
            </a:r>
            <a:r>
              <a:rPr lang="en-US" altLang="zh-CN" dirty="0" err="1"/>
              <a:t>i</a:t>
            </a:r>
            <a:r>
              <a:rPr lang="en-US" altLang="zh-CN" dirty="0"/>
              <a:t>]</a:t>
            </a:r>
            <a:r>
              <a:rPr lang="zh-CN" altLang="en-US" dirty="0"/>
              <a:t>值。</a:t>
            </a:r>
          </a:p>
        </p:txBody>
      </p:sp>
      <p:sp>
        <p:nvSpPr>
          <p:cNvPr id="2" name="灯片编号占位符 1">
            <a:extLst>
              <a:ext uri="{FF2B5EF4-FFF2-40B4-BE49-F238E27FC236}">
                <a16:creationId xmlns:a16="http://schemas.microsoft.com/office/drawing/2014/main" id="{4F7D75AB-48EA-891F-E143-53C3FBA4609F}"/>
              </a:ext>
            </a:extLst>
          </p:cNvPr>
          <p:cNvSpPr>
            <a:spLocks noGrp="1"/>
          </p:cNvSpPr>
          <p:nvPr>
            <p:ph type="sldNum" sz="quarter" idx="12"/>
          </p:nvPr>
        </p:nvSpPr>
        <p:spPr/>
        <p:txBody>
          <a:bodyPr/>
          <a:lstStyle/>
          <a:p>
            <a:pPr>
              <a:defRPr/>
            </a:pPr>
            <a:fld id="{2E0F9FB0-350A-4A87-9CD5-1F022F266B97}" type="slidenum">
              <a:rPr lang="en-US" altLang="zh-CN" smtClean="0"/>
              <a:pPr>
                <a:defRPr/>
              </a:pPr>
              <a:t>72</a:t>
            </a:fld>
            <a:endParaRPr lang="en-US" altLang="zh-CN"/>
          </a:p>
        </p:txBody>
      </p:sp>
    </p:spTree>
  </p:cSld>
  <p:clrMapOvr>
    <a:masterClrMapping/>
  </p:clrMapOvr>
  <p:transition>
    <p:zoom/>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a:extLst>
              <a:ext uri="{FF2B5EF4-FFF2-40B4-BE49-F238E27FC236}">
                <a16:creationId xmlns:a16="http://schemas.microsoft.com/office/drawing/2014/main" id="{23C80C1B-8B94-388B-371B-77AB3610714F}"/>
              </a:ext>
            </a:extLst>
          </p:cNvPr>
          <p:cNvSpPr>
            <a:spLocks noGrp="1" noChangeArrowheads="1"/>
          </p:cNvSpPr>
          <p:nvPr>
            <p:ph type="title"/>
          </p:nvPr>
        </p:nvSpPr>
        <p:spPr/>
        <p:txBody>
          <a:bodyPr/>
          <a:lstStyle/>
          <a:p>
            <a:r>
              <a:rPr lang="en-US" altLang="zh-CN"/>
              <a:t>Dijkstra</a:t>
            </a:r>
            <a:r>
              <a:rPr lang="zh-CN" altLang="en-US"/>
              <a:t>算法可描述如下：</a:t>
            </a:r>
          </a:p>
        </p:txBody>
      </p:sp>
      <p:sp>
        <p:nvSpPr>
          <p:cNvPr id="203779" name="Rectangle 3">
            <a:extLst>
              <a:ext uri="{FF2B5EF4-FFF2-40B4-BE49-F238E27FC236}">
                <a16:creationId xmlns:a16="http://schemas.microsoft.com/office/drawing/2014/main" id="{66428B52-EC46-5297-CFE5-B460856914BF}"/>
              </a:ext>
            </a:extLst>
          </p:cNvPr>
          <p:cNvSpPr>
            <a:spLocks noGrp="1" noChangeArrowheads="1"/>
          </p:cNvSpPr>
          <p:nvPr>
            <p:ph type="body" idx="1"/>
          </p:nvPr>
        </p:nvSpPr>
        <p:spPr/>
        <p:txBody>
          <a:bodyPr>
            <a:normAutofit fontScale="77500" lnSpcReduction="20000"/>
          </a:bodyPr>
          <a:lstStyle/>
          <a:p>
            <a:r>
              <a:rPr lang="en-US" altLang="zh-CN" dirty="0"/>
              <a:t>① </a:t>
            </a:r>
            <a:r>
              <a:rPr lang="zh-CN" altLang="en-US" dirty="0"/>
              <a:t>初始化： </a:t>
            </a:r>
            <a:r>
              <a:rPr lang="en-US" altLang="zh-CN" dirty="0"/>
              <a:t>S ← { v0 };  </a:t>
            </a:r>
          </a:p>
          <a:p>
            <a:pPr marL="0" indent="0">
              <a:buNone/>
            </a:pPr>
            <a:r>
              <a:rPr lang="en-US" altLang="zh-CN" dirty="0"/>
              <a:t>         </a:t>
            </a:r>
            <a:r>
              <a:rPr lang="en-US" altLang="zh-CN" dirty="0" err="1"/>
              <a:t>dist</a:t>
            </a:r>
            <a:r>
              <a:rPr lang="en-US" altLang="zh-CN" dirty="0"/>
              <a:t>[j] ← Edge[0][j],   j = 1, 2, …, n-1;</a:t>
            </a:r>
          </a:p>
          <a:p>
            <a:pPr marL="0" indent="0">
              <a:buNone/>
            </a:pPr>
            <a:r>
              <a:rPr lang="en-US" altLang="zh-CN" dirty="0"/>
              <a:t>                                          // n</a:t>
            </a:r>
            <a:r>
              <a:rPr lang="zh-CN" altLang="en-US" dirty="0"/>
              <a:t>为图中顶点个数</a:t>
            </a:r>
          </a:p>
          <a:p>
            <a:r>
              <a:rPr lang="zh-CN" altLang="en-US" dirty="0"/>
              <a:t>② 求出最短路径的长度：</a:t>
            </a:r>
          </a:p>
          <a:p>
            <a:pPr marL="0" indent="0">
              <a:buNone/>
            </a:pPr>
            <a:r>
              <a:rPr lang="zh-CN" altLang="en-US" dirty="0"/>
              <a:t>         </a:t>
            </a:r>
            <a:r>
              <a:rPr lang="en-US" altLang="zh-CN" dirty="0" err="1"/>
              <a:t>dist</a:t>
            </a:r>
            <a:r>
              <a:rPr lang="en-US" altLang="zh-CN" dirty="0"/>
              <a:t>[k] ← min { </a:t>
            </a:r>
            <a:r>
              <a:rPr lang="en-US" altLang="zh-CN" dirty="0" err="1"/>
              <a:t>dist</a:t>
            </a:r>
            <a:r>
              <a:rPr lang="en-US" altLang="zh-CN" dirty="0"/>
              <a:t>[</a:t>
            </a:r>
            <a:r>
              <a:rPr lang="en-US" altLang="zh-CN" dirty="0" err="1"/>
              <a:t>i</a:t>
            </a:r>
            <a:r>
              <a:rPr lang="en-US" altLang="zh-CN" dirty="0"/>
              <a:t>] },  </a:t>
            </a:r>
            <a:r>
              <a:rPr lang="en-US" altLang="zh-CN" dirty="0" err="1"/>
              <a:t>i</a:t>
            </a:r>
            <a:r>
              <a:rPr lang="en-US" altLang="zh-CN" dirty="0"/>
              <a:t> </a:t>
            </a:r>
            <a:r>
              <a:rPr lang="en-US" altLang="zh-CN" dirty="0">
                <a:sym typeface="Symbol" pitchFamily="18" charset="2"/>
              </a:rPr>
              <a:t> </a:t>
            </a:r>
            <a:r>
              <a:rPr lang="en-US" altLang="zh-CN" dirty="0"/>
              <a:t>V- S ; </a:t>
            </a:r>
          </a:p>
          <a:p>
            <a:pPr marL="0" indent="0">
              <a:buNone/>
            </a:pPr>
            <a:r>
              <a:rPr lang="en-US" altLang="zh-CN" dirty="0"/>
              <a:t>         S ← S </a:t>
            </a:r>
            <a:r>
              <a:rPr lang="en-US" altLang="zh-CN" dirty="0">
                <a:sym typeface="Symbol" pitchFamily="18" charset="2"/>
              </a:rPr>
              <a:t>U</a:t>
            </a:r>
            <a:r>
              <a:rPr lang="en-US" altLang="zh-CN" dirty="0"/>
              <a:t> { k };</a:t>
            </a:r>
          </a:p>
          <a:p>
            <a:r>
              <a:rPr lang="en-US" altLang="zh-CN" dirty="0"/>
              <a:t>③ </a:t>
            </a:r>
            <a:r>
              <a:rPr lang="zh-CN" altLang="en-US" dirty="0"/>
              <a:t>修改：  </a:t>
            </a:r>
          </a:p>
          <a:p>
            <a:pPr marL="0" indent="0">
              <a:buNone/>
            </a:pPr>
            <a:r>
              <a:rPr lang="zh-CN" altLang="en-US" dirty="0"/>
              <a:t>        </a:t>
            </a:r>
            <a:r>
              <a:rPr lang="en-US" altLang="zh-CN" dirty="0" err="1"/>
              <a:t>dist</a:t>
            </a:r>
            <a:r>
              <a:rPr lang="en-US" altLang="zh-CN" dirty="0"/>
              <a:t>[</a:t>
            </a:r>
            <a:r>
              <a:rPr lang="en-US" altLang="zh-CN" dirty="0" err="1"/>
              <a:t>i</a:t>
            </a:r>
            <a:r>
              <a:rPr lang="en-US" altLang="zh-CN" dirty="0"/>
              <a:t>] ← min{ </a:t>
            </a:r>
            <a:r>
              <a:rPr lang="en-US" altLang="zh-CN" dirty="0" err="1"/>
              <a:t>dist</a:t>
            </a:r>
            <a:r>
              <a:rPr lang="en-US" altLang="zh-CN" dirty="0"/>
              <a:t>[</a:t>
            </a:r>
            <a:r>
              <a:rPr lang="en-US" altLang="zh-CN" dirty="0" err="1"/>
              <a:t>i</a:t>
            </a:r>
            <a:r>
              <a:rPr lang="en-US" altLang="zh-CN" dirty="0"/>
              <a:t>], </a:t>
            </a:r>
            <a:r>
              <a:rPr lang="en-US" altLang="zh-CN" dirty="0" err="1"/>
              <a:t>dist</a:t>
            </a:r>
            <a:r>
              <a:rPr lang="en-US" altLang="zh-CN" dirty="0"/>
              <a:t>[k] + Edge[k][</a:t>
            </a:r>
            <a:r>
              <a:rPr lang="en-US" altLang="zh-CN" dirty="0" err="1"/>
              <a:t>i</a:t>
            </a:r>
            <a:r>
              <a:rPr lang="en-US" altLang="zh-CN" dirty="0"/>
              <a:t>] },</a:t>
            </a:r>
          </a:p>
          <a:p>
            <a:pPr marL="0" indent="0">
              <a:buNone/>
            </a:pPr>
            <a:r>
              <a:rPr lang="en-US" altLang="zh-CN" dirty="0"/>
              <a:t>                       </a:t>
            </a:r>
            <a:r>
              <a:rPr lang="zh-CN" altLang="en-US" dirty="0"/>
              <a:t>对于每一个 </a:t>
            </a:r>
            <a:r>
              <a:rPr lang="en-US" altLang="zh-CN" dirty="0" err="1"/>
              <a:t>i</a:t>
            </a:r>
            <a:r>
              <a:rPr lang="en-US" altLang="zh-CN" dirty="0"/>
              <a:t> </a:t>
            </a:r>
            <a:r>
              <a:rPr lang="en-US" altLang="zh-CN" dirty="0">
                <a:sym typeface="Symbol" pitchFamily="18" charset="2"/>
              </a:rPr>
              <a:t> </a:t>
            </a:r>
            <a:r>
              <a:rPr lang="en-US" altLang="zh-CN" dirty="0"/>
              <a:t>V- S ; </a:t>
            </a:r>
          </a:p>
          <a:p>
            <a:r>
              <a:rPr lang="en-US" altLang="zh-CN" dirty="0"/>
              <a:t>④ </a:t>
            </a:r>
            <a:r>
              <a:rPr lang="zh-CN" altLang="en-US" dirty="0"/>
              <a:t>判断：若 </a:t>
            </a:r>
            <a:r>
              <a:rPr lang="en-US" altLang="zh-CN" dirty="0"/>
              <a:t>S = V, </a:t>
            </a:r>
            <a:r>
              <a:rPr lang="zh-CN" altLang="en-US" dirty="0"/>
              <a:t>则算法结束，否则转 ②。</a:t>
            </a:r>
          </a:p>
        </p:txBody>
      </p:sp>
      <p:sp>
        <p:nvSpPr>
          <p:cNvPr id="2" name="灯片编号占位符 1">
            <a:extLst>
              <a:ext uri="{FF2B5EF4-FFF2-40B4-BE49-F238E27FC236}">
                <a16:creationId xmlns:a16="http://schemas.microsoft.com/office/drawing/2014/main" id="{0DA63A24-BB63-BE99-55CB-79A4B3A52CCD}"/>
              </a:ext>
            </a:extLst>
          </p:cNvPr>
          <p:cNvSpPr>
            <a:spLocks noGrp="1"/>
          </p:cNvSpPr>
          <p:nvPr>
            <p:ph type="sldNum" sz="quarter" idx="12"/>
          </p:nvPr>
        </p:nvSpPr>
        <p:spPr/>
        <p:txBody>
          <a:bodyPr/>
          <a:lstStyle/>
          <a:p>
            <a:pPr>
              <a:defRPr/>
            </a:pPr>
            <a:fld id="{2E0F9FB0-350A-4A87-9CD5-1F022F266B97}" type="slidenum">
              <a:rPr lang="en-US" altLang="zh-CN" smtClean="0"/>
              <a:pPr>
                <a:defRPr/>
              </a:pPr>
              <a:t>73</a:t>
            </a:fld>
            <a:endParaRPr lang="en-US" altLang="zh-CN"/>
          </a:p>
        </p:txBody>
      </p:sp>
    </p:spTree>
  </p:cSld>
  <p:clrMapOvr>
    <a:masterClrMapping/>
  </p:clrMapOvr>
  <p:transition>
    <p:zo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3">
            <a:extLst>
              <a:ext uri="{FF2B5EF4-FFF2-40B4-BE49-F238E27FC236}">
                <a16:creationId xmlns:a16="http://schemas.microsoft.com/office/drawing/2014/main" id="{BB8F2DFE-9593-F414-0E0E-1D041A1D77CC}"/>
              </a:ext>
            </a:extLst>
          </p:cNvPr>
          <p:cNvSpPr>
            <a:spLocks noGrp="1" noChangeArrowheads="1"/>
          </p:cNvSpPr>
          <p:nvPr>
            <p:ph type="body" idx="1"/>
          </p:nvPr>
        </p:nvSpPr>
        <p:spPr>
          <a:xfrm>
            <a:off x="107504" y="116632"/>
            <a:ext cx="8928992" cy="6624735"/>
          </a:xfrm>
        </p:spPr>
        <p:txBody>
          <a:bodyPr>
            <a:normAutofit fontScale="92500" lnSpcReduction="10000"/>
          </a:bodyPr>
          <a:lstStyle/>
          <a:p>
            <a:pPr marL="0" indent="0">
              <a:buNone/>
            </a:pPr>
            <a:r>
              <a:rPr lang="en-US" altLang="zh-CN" sz="1800" dirty="0"/>
              <a:t>//Graph</a:t>
            </a:r>
            <a:r>
              <a:rPr lang="zh-CN" altLang="en-US" sz="1800" dirty="0"/>
              <a:t>是一个带权有向图。本算法建立一个数组</a:t>
            </a:r>
            <a:r>
              <a:rPr lang="en-US" altLang="zh-CN" sz="1800" dirty="0"/>
              <a:t>: </a:t>
            </a:r>
            <a:r>
              <a:rPr lang="en-US" altLang="zh-CN" sz="1800" dirty="0" err="1"/>
              <a:t>dist</a:t>
            </a:r>
            <a:r>
              <a:rPr lang="en-US" altLang="zh-CN" sz="1800" dirty="0"/>
              <a:t>[j]</a:t>
            </a:r>
            <a:r>
              <a:rPr lang="zh-CN" altLang="en-US" sz="1800" dirty="0"/>
              <a:t>，</a:t>
            </a:r>
            <a:r>
              <a:rPr lang="en-US" altLang="zh-CN" sz="1800" dirty="0"/>
              <a:t>0&lt;= j&lt;n, </a:t>
            </a:r>
            <a:r>
              <a:rPr lang="zh-CN" altLang="en-US" sz="1800" dirty="0"/>
              <a:t>是当前求到的从</a:t>
            </a:r>
            <a:endParaRPr lang="en-US" altLang="zh-CN" sz="1800" dirty="0"/>
          </a:p>
          <a:p>
            <a:pPr marL="0" indent="0">
              <a:buNone/>
            </a:pPr>
            <a:r>
              <a:rPr lang="en-US" altLang="zh-CN" sz="1800" dirty="0"/>
              <a:t>//</a:t>
            </a:r>
            <a:r>
              <a:rPr lang="zh-CN" altLang="en-US" sz="1800" dirty="0"/>
              <a:t>顶点 </a:t>
            </a:r>
            <a:r>
              <a:rPr lang="en-US" altLang="zh-CN" sz="1800" dirty="0"/>
              <a:t>v </a:t>
            </a:r>
            <a:r>
              <a:rPr lang="zh-CN" altLang="en-US" sz="1800" dirty="0"/>
              <a:t>到顶点 </a:t>
            </a:r>
            <a:r>
              <a:rPr lang="en-US" altLang="zh-CN" sz="1800" dirty="0"/>
              <a:t>j </a:t>
            </a:r>
            <a:r>
              <a:rPr lang="zh-CN" altLang="en-US" sz="1800" dirty="0"/>
              <a:t>的最短路径长度</a:t>
            </a:r>
            <a:r>
              <a:rPr lang="en-US" altLang="zh-CN" sz="1800" dirty="0"/>
              <a:t>, </a:t>
            </a:r>
            <a:r>
              <a:rPr lang="zh-CN" altLang="en-US" sz="1800" dirty="0"/>
              <a:t>同时用数组</a:t>
            </a:r>
            <a:r>
              <a:rPr lang="en-US" altLang="zh-CN" sz="1800" dirty="0"/>
              <a:t>path[j],  0&lt;= j&lt;n,</a:t>
            </a:r>
            <a:r>
              <a:rPr lang="zh-CN" altLang="en-US" sz="1800" dirty="0"/>
              <a:t>存放求到的最短路径。</a:t>
            </a:r>
          </a:p>
          <a:p>
            <a:pPr marL="0" indent="0">
              <a:buNone/>
            </a:pPr>
            <a:r>
              <a:rPr lang="en-US" altLang="zh-CN" sz="1800" dirty="0"/>
              <a:t>template &lt;class T, class E&gt;  void </a:t>
            </a:r>
            <a:r>
              <a:rPr lang="en-US" altLang="zh-CN" sz="1800" dirty="0" err="1"/>
              <a:t>ShortestPath</a:t>
            </a:r>
            <a:r>
              <a:rPr lang="en-US" altLang="zh-CN" sz="1800" dirty="0"/>
              <a:t> ( Graph&lt;T, E&gt;&amp; G, T v,  E </a:t>
            </a:r>
            <a:r>
              <a:rPr lang="en-US" altLang="zh-CN" sz="1800" dirty="0" err="1"/>
              <a:t>dist</a:t>
            </a:r>
            <a:r>
              <a:rPr lang="en-US" altLang="zh-CN" sz="1800" dirty="0"/>
              <a:t>[ ], int path[ ] ) {</a:t>
            </a:r>
          </a:p>
          <a:p>
            <a:pPr marL="0" indent="0">
              <a:buNone/>
            </a:pPr>
            <a:r>
              <a:rPr lang="en-US" altLang="zh-CN" sz="1800" dirty="0"/>
              <a:t>   int </a:t>
            </a:r>
            <a:r>
              <a:rPr lang="en-US" altLang="zh-CN" sz="1800" dirty="0" err="1"/>
              <a:t>i</a:t>
            </a:r>
            <a:r>
              <a:rPr lang="en-US" altLang="zh-CN" sz="1800" dirty="0"/>
              <a:t>, j, k;  E w, min; int n = </a:t>
            </a:r>
            <a:r>
              <a:rPr lang="en-US" altLang="zh-CN" sz="1800" dirty="0" err="1"/>
              <a:t>G.NumberOfVertices</a:t>
            </a:r>
            <a:r>
              <a:rPr lang="en-US" altLang="zh-CN" sz="1800" dirty="0"/>
              <a:t>( );  bool *S = new bool[n]; //</a:t>
            </a:r>
            <a:r>
              <a:rPr lang="zh-CN" altLang="en-US" sz="1800" dirty="0"/>
              <a:t>最短路径顶点集</a:t>
            </a:r>
            <a:endParaRPr lang="en-US" altLang="zh-CN" sz="1800" dirty="0"/>
          </a:p>
          <a:p>
            <a:pPr marL="0" indent="0">
              <a:buNone/>
            </a:pPr>
            <a:r>
              <a:rPr lang="en-US" altLang="zh-CN" sz="1800" dirty="0"/>
              <a:t>   for ( </a:t>
            </a:r>
            <a:r>
              <a:rPr lang="en-US" altLang="zh-CN" sz="1800" dirty="0" err="1"/>
              <a:t>i</a:t>
            </a:r>
            <a:r>
              <a:rPr lang="en-US" altLang="zh-CN" sz="1800" dirty="0"/>
              <a:t> = 0; </a:t>
            </a:r>
            <a:r>
              <a:rPr lang="en-US" altLang="zh-CN" sz="1800" dirty="0" err="1"/>
              <a:t>i</a:t>
            </a:r>
            <a:r>
              <a:rPr lang="en-US" altLang="zh-CN" sz="1800" dirty="0"/>
              <a:t> &lt; n; </a:t>
            </a:r>
            <a:r>
              <a:rPr lang="en-US" altLang="zh-CN" sz="1800" dirty="0" err="1"/>
              <a:t>i</a:t>
            </a:r>
            <a:r>
              <a:rPr lang="en-US" altLang="zh-CN" sz="1800" dirty="0"/>
              <a:t>++) {</a:t>
            </a:r>
          </a:p>
          <a:p>
            <a:pPr marL="0" indent="0">
              <a:buNone/>
            </a:pPr>
            <a:r>
              <a:rPr lang="en-US" altLang="zh-CN" sz="1800" dirty="0"/>
              <a:t>         </a:t>
            </a:r>
            <a:r>
              <a:rPr lang="en-US" altLang="zh-CN" sz="1800" dirty="0" err="1"/>
              <a:t>dist</a:t>
            </a:r>
            <a:r>
              <a:rPr lang="en-US" altLang="zh-CN" sz="1800" dirty="0"/>
              <a:t>[</a:t>
            </a:r>
            <a:r>
              <a:rPr lang="en-US" altLang="zh-CN" sz="1800" dirty="0" err="1"/>
              <a:t>i</a:t>
            </a:r>
            <a:r>
              <a:rPr lang="en-US" altLang="zh-CN" sz="1800" dirty="0"/>
              <a:t>] = </a:t>
            </a:r>
            <a:r>
              <a:rPr lang="en-US" altLang="zh-CN" sz="1800" dirty="0" err="1"/>
              <a:t>G.getWeight</a:t>
            </a:r>
            <a:r>
              <a:rPr lang="en-US" altLang="zh-CN" sz="1800" dirty="0"/>
              <a:t>(v, </a:t>
            </a:r>
            <a:r>
              <a:rPr lang="en-US" altLang="zh-CN" sz="1800" dirty="0" err="1"/>
              <a:t>i</a:t>
            </a:r>
            <a:r>
              <a:rPr lang="en-US" altLang="zh-CN" sz="1800" dirty="0"/>
              <a:t>);    S[</a:t>
            </a:r>
            <a:r>
              <a:rPr lang="en-US" altLang="zh-CN" sz="1800" dirty="0" err="1"/>
              <a:t>i</a:t>
            </a:r>
            <a:r>
              <a:rPr lang="en-US" altLang="zh-CN" sz="1800" dirty="0"/>
              <a:t>] = false;     </a:t>
            </a:r>
          </a:p>
          <a:p>
            <a:pPr marL="0" indent="0">
              <a:buNone/>
            </a:pPr>
            <a:r>
              <a:rPr lang="en-US" altLang="zh-CN" sz="1800" dirty="0"/>
              <a:t>         if ( </a:t>
            </a:r>
            <a:r>
              <a:rPr lang="en-US" altLang="zh-CN" sz="1800" dirty="0" err="1"/>
              <a:t>i</a:t>
            </a:r>
            <a:r>
              <a:rPr lang="en-US" altLang="zh-CN" sz="1800" dirty="0"/>
              <a:t> != v &amp;&amp; </a:t>
            </a:r>
            <a:r>
              <a:rPr lang="en-US" altLang="zh-CN" sz="1800" dirty="0" err="1"/>
              <a:t>dist</a:t>
            </a:r>
            <a:r>
              <a:rPr lang="en-US" altLang="zh-CN" sz="1800" dirty="0"/>
              <a:t>[</a:t>
            </a:r>
            <a:r>
              <a:rPr lang="en-US" altLang="zh-CN" sz="1800" dirty="0" err="1"/>
              <a:t>i</a:t>
            </a:r>
            <a:r>
              <a:rPr lang="en-US" altLang="zh-CN" sz="1800" dirty="0"/>
              <a:t>] &lt; </a:t>
            </a:r>
            <a:r>
              <a:rPr lang="en-US" altLang="zh-CN" sz="1800" dirty="0" err="1"/>
              <a:t>maxValue</a:t>
            </a:r>
            <a:r>
              <a:rPr lang="en-US" altLang="zh-CN" sz="1800" dirty="0"/>
              <a:t>)   path[</a:t>
            </a:r>
            <a:r>
              <a:rPr lang="en-US" altLang="zh-CN" sz="1800" dirty="0" err="1"/>
              <a:t>i</a:t>
            </a:r>
            <a:r>
              <a:rPr lang="en-US" altLang="zh-CN" sz="1800" dirty="0"/>
              <a:t>] = v;    else path[</a:t>
            </a:r>
            <a:r>
              <a:rPr lang="en-US" altLang="zh-CN" sz="1800" dirty="0" err="1"/>
              <a:t>i</a:t>
            </a:r>
            <a:r>
              <a:rPr lang="en-US" altLang="zh-CN" sz="1800" dirty="0"/>
              <a:t>] = -1;		</a:t>
            </a:r>
          </a:p>
          <a:p>
            <a:pPr marL="0" indent="0">
              <a:buNone/>
            </a:pPr>
            <a:r>
              <a:rPr lang="en-US" altLang="zh-CN" sz="1800" dirty="0"/>
              <a:t>   }</a:t>
            </a:r>
          </a:p>
          <a:p>
            <a:pPr marL="0" indent="0">
              <a:buNone/>
            </a:pPr>
            <a:r>
              <a:rPr lang="en-US" altLang="zh-CN" sz="1800" dirty="0"/>
              <a:t>   S[v] = true;   </a:t>
            </a:r>
            <a:r>
              <a:rPr lang="en-US" altLang="zh-CN" sz="1800" dirty="0" err="1"/>
              <a:t>dist</a:t>
            </a:r>
            <a:r>
              <a:rPr lang="en-US" altLang="zh-CN" sz="1800" dirty="0"/>
              <a:t>[v] = 0;  //</a:t>
            </a:r>
            <a:r>
              <a:rPr lang="zh-CN" altLang="en-US" sz="1800" dirty="0"/>
              <a:t>顶点</a:t>
            </a:r>
            <a:r>
              <a:rPr lang="en-US" altLang="zh-CN" sz="1800" dirty="0"/>
              <a:t>v</a:t>
            </a:r>
            <a:r>
              <a:rPr lang="zh-CN" altLang="en-US" sz="1800" dirty="0"/>
              <a:t>加入顶点集合</a:t>
            </a:r>
          </a:p>
          <a:p>
            <a:pPr marL="0" indent="0">
              <a:buNone/>
            </a:pPr>
            <a:r>
              <a:rPr lang="en-US" altLang="zh-CN" sz="1800" dirty="0"/>
              <a:t>   for ( </a:t>
            </a:r>
            <a:r>
              <a:rPr lang="en-US" altLang="zh-CN" sz="1800" dirty="0" err="1"/>
              <a:t>i</a:t>
            </a:r>
            <a:r>
              <a:rPr lang="en-US" altLang="zh-CN" sz="1800" dirty="0"/>
              <a:t> = 0; </a:t>
            </a:r>
            <a:r>
              <a:rPr lang="en-US" altLang="zh-CN" sz="1800" dirty="0" err="1"/>
              <a:t>i</a:t>
            </a:r>
            <a:r>
              <a:rPr lang="en-US" altLang="zh-CN" sz="1800" dirty="0"/>
              <a:t> &lt; n-1; </a:t>
            </a:r>
            <a:r>
              <a:rPr lang="en-US" altLang="zh-CN" sz="1800" dirty="0" err="1"/>
              <a:t>i</a:t>
            </a:r>
            <a:r>
              <a:rPr lang="en-US" altLang="zh-CN" sz="1800" dirty="0"/>
              <a:t>++ ) {			</a:t>
            </a:r>
          </a:p>
          <a:p>
            <a:pPr marL="0" indent="0">
              <a:buNone/>
            </a:pPr>
            <a:r>
              <a:rPr lang="en-US" altLang="zh-CN" sz="1800" dirty="0"/>
              <a:t>         min = </a:t>
            </a:r>
            <a:r>
              <a:rPr lang="en-US" altLang="zh-CN" sz="1800" dirty="0" err="1"/>
              <a:t>maxValue</a:t>
            </a:r>
            <a:r>
              <a:rPr lang="en-US" altLang="zh-CN" sz="1800" dirty="0"/>
              <a:t>;            int u = v; </a:t>
            </a:r>
          </a:p>
          <a:p>
            <a:pPr marL="0" indent="0">
              <a:buNone/>
            </a:pPr>
            <a:r>
              <a:rPr lang="en-US" altLang="zh-CN" sz="1800" dirty="0"/>
              <a:t>         for ( j = 0; j &lt; n; </a:t>
            </a:r>
            <a:r>
              <a:rPr lang="en-US" altLang="zh-CN" sz="1800" dirty="0" err="1"/>
              <a:t>j++</a:t>
            </a:r>
            <a:r>
              <a:rPr lang="en-US" altLang="zh-CN" sz="1800" dirty="0"/>
              <a:t> )     if ( S[j] == false &amp;&amp; </a:t>
            </a:r>
            <a:r>
              <a:rPr lang="en-US" altLang="zh-CN" sz="1800" dirty="0" err="1"/>
              <a:t>dist</a:t>
            </a:r>
            <a:r>
              <a:rPr lang="en-US" altLang="zh-CN" sz="1800" dirty="0"/>
              <a:t>[j] &lt; min )  { u = j;   min = </a:t>
            </a:r>
            <a:r>
              <a:rPr lang="en-US" altLang="zh-CN" sz="1800" dirty="0" err="1"/>
              <a:t>dist</a:t>
            </a:r>
            <a:r>
              <a:rPr lang="en-US" altLang="zh-CN" sz="1800" dirty="0"/>
              <a:t>[j]; }</a:t>
            </a:r>
          </a:p>
          <a:p>
            <a:pPr marL="0" indent="0">
              <a:buNone/>
            </a:pPr>
            <a:r>
              <a:rPr lang="en-US" altLang="zh-CN" sz="1800" dirty="0"/>
              <a:t>         S[u] = true;	 //</a:t>
            </a:r>
            <a:r>
              <a:rPr lang="zh-CN" altLang="en-US" sz="1800" dirty="0"/>
              <a:t>将选出的当前不在</a:t>
            </a:r>
            <a:r>
              <a:rPr lang="en-US" altLang="zh-CN" sz="1800" dirty="0"/>
              <a:t>S</a:t>
            </a:r>
            <a:r>
              <a:rPr lang="zh-CN" altLang="en-US" sz="1800" dirty="0"/>
              <a:t>中，且具有最短路径的顶点</a:t>
            </a:r>
            <a:r>
              <a:rPr lang="en-US" altLang="zh-CN" sz="1800" dirty="0"/>
              <a:t>u</a:t>
            </a:r>
            <a:r>
              <a:rPr lang="zh-CN" altLang="en-US" sz="1800" dirty="0"/>
              <a:t>加入集合</a:t>
            </a:r>
            <a:r>
              <a:rPr lang="en-US" altLang="zh-CN" sz="1800" dirty="0"/>
              <a:t>S </a:t>
            </a:r>
          </a:p>
          <a:p>
            <a:pPr marL="0" indent="0">
              <a:buNone/>
            </a:pPr>
            <a:r>
              <a:rPr lang="en-US" altLang="zh-CN" sz="1800" dirty="0"/>
              <a:t>         for ( k = 0; k &lt; n; k++ ) {          //</a:t>
            </a:r>
            <a:r>
              <a:rPr lang="zh-CN" altLang="en-US" sz="1800" dirty="0"/>
              <a:t>修改 </a:t>
            </a:r>
          </a:p>
          <a:p>
            <a:pPr marL="0" indent="0">
              <a:buNone/>
            </a:pPr>
            <a:r>
              <a:rPr lang="zh-CN" altLang="en-US" sz="1800" dirty="0"/>
              <a:t>	</a:t>
            </a:r>
            <a:r>
              <a:rPr lang="en-US" altLang="zh-CN" sz="1800" dirty="0"/>
              <a:t>w = </a:t>
            </a:r>
            <a:r>
              <a:rPr lang="en-US" altLang="zh-CN" sz="1800" dirty="0" err="1"/>
              <a:t>G.GetWeight</a:t>
            </a:r>
            <a:r>
              <a:rPr lang="en-US" altLang="zh-CN" sz="1800" dirty="0"/>
              <a:t>(u, k);</a:t>
            </a:r>
          </a:p>
          <a:p>
            <a:pPr marL="0" indent="0">
              <a:buNone/>
            </a:pPr>
            <a:r>
              <a:rPr lang="en-US" altLang="zh-CN" sz="1800" dirty="0"/>
              <a:t>            if ( S[k] == false &amp;&amp; w &lt; </a:t>
            </a:r>
            <a:r>
              <a:rPr lang="en-US" altLang="zh-CN" sz="1800" dirty="0" err="1"/>
              <a:t>maxValue</a:t>
            </a:r>
            <a:r>
              <a:rPr lang="en-US" altLang="zh-CN" sz="1800" dirty="0"/>
              <a:t>&amp;&amp; </a:t>
            </a:r>
            <a:r>
              <a:rPr lang="en-US" altLang="zh-CN" sz="1800" dirty="0" err="1"/>
              <a:t>dist</a:t>
            </a:r>
            <a:r>
              <a:rPr lang="en-US" altLang="zh-CN" sz="1800" dirty="0"/>
              <a:t>[u] + w &lt; </a:t>
            </a:r>
            <a:r>
              <a:rPr lang="en-US" altLang="zh-CN" sz="1800" dirty="0" err="1"/>
              <a:t>dist</a:t>
            </a:r>
            <a:r>
              <a:rPr lang="en-US" altLang="zh-CN" sz="1800" dirty="0"/>
              <a:t>[k] )</a:t>
            </a:r>
          </a:p>
          <a:p>
            <a:pPr marL="0" indent="0">
              <a:buNone/>
            </a:pPr>
            <a:r>
              <a:rPr lang="en-US" altLang="zh-CN" sz="1800" dirty="0"/>
              <a:t>            {   </a:t>
            </a:r>
            <a:r>
              <a:rPr lang="zh-CN" altLang="en-US" sz="1800" dirty="0"/>
              <a:t> </a:t>
            </a:r>
            <a:r>
              <a:rPr lang="en-US" altLang="zh-CN" sz="1800" dirty="0" err="1"/>
              <a:t>dist</a:t>
            </a:r>
            <a:r>
              <a:rPr lang="en-US" altLang="zh-CN" sz="1800" dirty="0"/>
              <a:t>[k] = </a:t>
            </a:r>
            <a:r>
              <a:rPr lang="en-US" altLang="zh-CN" sz="1800" dirty="0" err="1"/>
              <a:t>dist</a:t>
            </a:r>
            <a:r>
              <a:rPr lang="en-US" altLang="zh-CN" sz="1800" dirty="0"/>
              <a:t>[u] + w;    path[k] = u;} //</a:t>
            </a:r>
            <a:r>
              <a:rPr lang="zh-CN" altLang="en-US" sz="1800" dirty="0"/>
              <a:t>顶点</a:t>
            </a:r>
            <a:r>
              <a:rPr lang="en-US" altLang="zh-CN" sz="1800" dirty="0"/>
              <a:t>k</a:t>
            </a:r>
            <a:r>
              <a:rPr lang="zh-CN" altLang="en-US" sz="1800" dirty="0"/>
              <a:t>未加入</a:t>
            </a:r>
            <a:r>
              <a:rPr lang="en-US" altLang="zh-CN" sz="1800" dirty="0"/>
              <a:t>S, </a:t>
            </a:r>
            <a:r>
              <a:rPr lang="zh-CN" altLang="en-US" sz="1800" dirty="0"/>
              <a:t>且绕过</a:t>
            </a:r>
            <a:r>
              <a:rPr lang="en-US" altLang="zh-CN" sz="1800" dirty="0"/>
              <a:t>u</a:t>
            </a:r>
            <a:r>
              <a:rPr lang="zh-CN" altLang="en-US" sz="1800" dirty="0"/>
              <a:t>可以缩短路径</a:t>
            </a:r>
            <a:endParaRPr lang="en-US" altLang="zh-CN" sz="1800" dirty="0"/>
          </a:p>
          <a:p>
            <a:pPr marL="0" indent="0">
              <a:buNone/>
            </a:pPr>
            <a:r>
              <a:rPr lang="en-US" altLang="zh-CN" sz="1800" dirty="0"/>
              <a:t>         } //for</a:t>
            </a:r>
          </a:p>
          <a:p>
            <a:pPr marL="0" indent="0">
              <a:buNone/>
            </a:pPr>
            <a:r>
              <a:rPr lang="en-US" altLang="zh-CN" sz="1800" dirty="0"/>
              <a:t>    }//for</a:t>
            </a:r>
          </a:p>
          <a:p>
            <a:pPr marL="0" indent="0">
              <a:buNone/>
            </a:pPr>
            <a:r>
              <a:rPr lang="en-US" altLang="zh-CN" sz="1800" dirty="0"/>
              <a:t>}//end</a:t>
            </a:r>
          </a:p>
        </p:txBody>
      </p:sp>
      <p:sp>
        <p:nvSpPr>
          <p:cNvPr id="2" name="灯片编号占位符 1">
            <a:extLst>
              <a:ext uri="{FF2B5EF4-FFF2-40B4-BE49-F238E27FC236}">
                <a16:creationId xmlns:a16="http://schemas.microsoft.com/office/drawing/2014/main" id="{3CEEE718-184A-B47E-EF7B-F104DC884D10}"/>
              </a:ext>
            </a:extLst>
          </p:cNvPr>
          <p:cNvSpPr>
            <a:spLocks noGrp="1"/>
          </p:cNvSpPr>
          <p:nvPr>
            <p:ph type="sldNum" sz="quarter" idx="12"/>
          </p:nvPr>
        </p:nvSpPr>
        <p:spPr/>
        <p:txBody>
          <a:bodyPr/>
          <a:lstStyle/>
          <a:p>
            <a:pPr>
              <a:defRPr/>
            </a:pPr>
            <a:fld id="{2E0F9FB0-350A-4A87-9CD5-1F022F266B97}" type="slidenum">
              <a:rPr lang="en-US" altLang="zh-CN" smtClean="0"/>
              <a:pPr>
                <a:defRPr/>
              </a:pPr>
              <a:t>74</a:t>
            </a:fld>
            <a:endParaRPr lang="en-US" altLang="zh-CN"/>
          </a:p>
        </p:txBody>
      </p:sp>
    </p:spTree>
  </p:cSld>
  <p:clrMapOvr>
    <a:masterClrMapping/>
  </p:clrMapOvr>
  <p:transition>
    <p:split/>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Line 26">
            <a:extLst>
              <a:ext uri="{FF2B5EF4-FFF2-40B4-BE49-F238E27FC236}">
                <a16:creationId xmlns:a16="http://schemas.microsoft.com/office/drawing/2014/main" id="{F1799580-170D-337A-A030-0375DFFD51E4}"/>
              </a:ext>
            </a:extLst>
          </p:cNvPr>
          <p:cNvSpPr>
            <a:spLocks noChangeShapeType="1"/>
          </p:cNvSpPr>
          <p:nvPr/>
        </p:nvSpPr>
        <p:spPr bwMode="auto">
          <a:xfrm>
            <a:off x="1875904" y="4007768"/>
            <a:ext cx="762000" cy="609600"/>
          </a:xfrm>
          <a:prstGeom prst="line">
            <a:avLst/>
          </a:prstGeom>
          <a:noFill/>
          <a:ln w="31750">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87" name="Line 35">
            <a:extLst>
              <a:ext uri="{FF2B5EF4-FFF2-40B4-BE49-F238E27FC236}">
                <a16:creationId xmlns:a16="http://schemas.microsoft.com/office/drawing/2014/main" id="{D1C34258-4316-8314-FD62-AAFC9732CB66}"/>
              </a:ext>
            </a:extLst>
          </p:cNvPr>
          <p:cNvSpPr>
            <a:spLocks noChangeShapeType="1"/>
          </p:cNvSpPr>
          <p:nvPr/>
        </p:nvSpPr>
        <p:spPr bwMode="auto">
          <a:xfrm flipH="1">
            <a:off x="1494904" y="6065168"/>
            <a:ext cx="685800" cy="0"/>
          </a:xfrm>
          <a:prstGeom prst="line">
            <a:avLst/>
          </a:prstGeom>
          <a:noFill/>
          <a:ln w="31750">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90" name="Line 24">
            <a:extLst>
              <a:ext uri="{FF2B5EF4-FFF2-40B4-BE49-F238E27FC236}">
                <a16:creationId xmlns:a16="http://schemas.microsoft.com/office/drawing/2014/main" id="{22D1A53A-C706-EC9B-C7EA-FB8539273F0D}"/>
              </a:ext>
            </a:extLst>
          </p:cNvPr>
          <p:cNvSpPr>
            <a:spLocks noChangeShapeType="1"/>
          </p:cNvSpPr>
          <p:nvPr/>
        </p:nvSpPr>
        <p:spPr bwMode="auto">
          <a:xfrm flipV="1">
            <a:off x="2485504" y="4998368"/>
            <a:ext cx="228600" cy="838200"/>
          </a:xfrm>
          <a:prstGeom prst="line">
            <a:avLst/>
          </a:prstGeom>
          <a:noFill/>
          <a:ln w="31750">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91" name="Line 25">
            <a:extLst>
              <a:ext uri="{FF2B5EF4-FFF2-40B4-BE49-F238E27FC236}">
                <a16:creationId xmlns:a16="http://schemas.microsoft.com/office/drawing/2014/main" id="{0EB908F2-61F2-6788-9D30-EAAABC0D952D}"/>
              </a:ext>
            </a:extLst>
          </p:cNvPr>
          <p:cNvSpPr>
            <a:spLocks noChangeShapeType="1"/>
          </p:cNvSpPr>
          <p:nvPr/>
        </p:nvSpPr>
        <p:spPr bwMode="auto">
          <a:xfrm>
            <a:off x="1767954" y="4083968"/>
            <a:ext cx="565150" cy="1752600"/>
          </a:xfrm>
          <a:prstGeom prst="line">
            <a:avLst/>
          </a:prstGeom>
          <a:noFill/>
          <a:ln w="31750">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92" name="Line 27">
            <a:extLst>
              <a:ext uri="{FF2B5EF4-FFF2-40B4-BE49-F238E27FC236}">
                <a16:creationId xmlns:a16="http://schemas.microsoft.com/office/drawing/2014/main" id="{BC631F0F-38CB-1426-5ACE-695D29B73E53}"/>
              </a:ext>
            </a:extLst>
          </p:cNvPr>
          <p:cNvSpPr>
            <a:spLocks noChangeShapeType="1"/>
          </p:cNvSpPr>
          <p:nvPr/>
        </p:nvSpPr>
        <p:spPr bwMode="auto">
          <a:xfrm flipH="1">
            <a:off x="1037704" y="4007768"/>
            <a:ext cx="577850" cy="685800"/>
          </a:xfrm>
          <a:prstGeom prst="line">
            <a:avLst/>
          </a:prstGeom>
          <a:noFill/>
          <a:ln w="31750">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93" name="Line 28">
            <a:extLst>
              <a:ext uri="{FF2B5EF4-FFF2-40B4-BE49-F238E27FC236}">
                <a16:creationId xmlns:a16="http://schemas.microsoft.com/office/drawing/2014/main" id="{F94C5976-2811-19AA-A6EB-56A73AF22180}"/>
              </a:ext>
            </a:extLst>
          </p:cNvPr>
          <p:cNvSpPr>
            <a:spLocks noChangeShapeType="1"/>
          </p:cNvSpPr>
          <p:nvPr/>
        </p:nvSpPr>
        <p:spPr bwMode="auto">
          <a:xfrm flipV="1">
            <a:off x="1342504" y="4845968"/>
            <a:ext cx="1219200" cy="1066800"/>
          </a:xfrm>
          <a:prstGeom prst="line">
            <a:avLst/>
          </a:prstGeom>
          <a:noFill/>
          <a:ln w="31750">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94" name="Line 29">
            <a:extLst>
              <a:ext uri="{FF2B5EF4-FFF2-40B4-BE49-F238E27FC236}">
                <a16:creationId xmlns:a16="http://schemas.microsoft.com/office/drawing/2014/main" id="{D913BD18-D9A8-A6F8-0159-F85AC3997BC8}"/>
              </a:ext>
            </a:extLst>
          </p:cNvPr>
          <p:cNvSpPr>
            <a:spLocks noChangeShapeType="1"/>
          </p:cNvSpPr>
          <p:nvPr/>
        </p:nvSpPr>
        <p:spPr bwMode="auto">
          <a:xfrm>
            <a:off x="961504" y="5074568"/>
            <a:ext cx="228600" cy="762000"/>
          </a:xfrm>
          <a:prstGeom prst="line">
            <a:avLst/>
          </a:prstGeom>
          <a:noFill/>
          <a:ln w="31750">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95" name="Oval 30">
            <a:extLst>
              <a:ext uri="{FF2B5EF4-FFF2-40B4-BE49-F238E27FC236}">
                <a16:creationId xmlns:a16="http://schemas.microsoft.com/office/drawing/2014/main" id="{20F48058-F291-20CD-C968-A1EDE1CDB413}"/>
              </a:ext>
            </a:extLst>
          </p:cNvPr>
          <p:cNvSpPr>
            <a:spLocks noChangeArrowheads="1"/>
          </p:cNvSpPr>
          <p:nvPr/>
        </p:nvSpPr>
        <p:spPr bwMode="auto">
          <a:xfrm>
            <a:off x="1494904" y="3702968"/>
            <a:ext cx="488950" cy="457200"/>
          </a:xfrm>
          <a:prstGeom prst="ellipse">
            <a:avLst/>
          </a:prstGeom>
          <a:solidFill>
            <a:srgbClr val="FFFFCC"/>
          </a:solidFill>
          <a:ln w="28575">
            <a:solidFill>
              <a:srgbClr val="CC3300"/>
            </a:solidFill>
            <a:round/>
            <a:headEnd/>
            <a:tailEnd/>
          </a:ln>
          <a:effectLst>
            <a:outerShdw dist="35921"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t>0</a:t>
            </a:r>
            <a:endParaRPr lang="en-US" altLang="zh-CN"/>
          </a:p>
        </p:txBody>
      </p:sp>
      <p:sp>
        <p:nvSpPr>
          <p:cNvPr id="93196" name="Oval 31">
            <a:extLst>
              <a:ext uri="{FF2B5EF4-FFF2-40B4-BE49-F238E27FC236}">
                <a16:creationId xmlns:a16="http://schemas.microsoft.com/office/drawing/2014/main" id="{500C6E4F-7471-8D61-11C7-84AF9641EF56}"/>
              </a:ext>
            </a:extLst>
          </p:cNvPr>
          <p:cNvSpPr>
            <a:spLocks noChangeArrowheads="1"/>
          </p:cNvSpPr>
          <p:nvPr/>
        </p:nvSpPr>
        <p:spPr bwMode="auto">
          <a:xfrm>
            <a:off x="2561704" y="4541168"/>
            <a:ext cx="457200" cy="457200"/>
          </a:xfrm>
          <a:prstGeom prst="ellipse">
            <a:avLst/>
          </a:prstGeom>
          <a:solidFill>
            <a:srgbClr val="FFFFCC"/>
          </a:solidFill>
          <a:ln w="28575">
            <a:solidFill>
              <a:srgbClr val="CC3300"/>
            </a:solidFill>
            <a:round/>
            <a:headEnd/>
            <a:tailEnd/>
          </a:ln>
          <a:effectLst>
            <a:outerShdw dist="35921"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t>4</a:t>
            </a:r>
            <a:endParaRPr lang="en-US" altLang="zh-CN"/>
          </a:p>
        </p:txBody>
      </p:sp>
      <p:sp>
        <p:nvSpPr>
          <p:cNvPr id="93197" name="Oval 32">
            <a:extLst>
              <a:ext uri="{FF2B5EF4-FFF2-40B4-BE49-F238E27FC236}">
                <a16:creationId xmlns:a16="http://schemas.microsoft.com/office/drawing/2014/main" id="{3F5D002B-7797-9419-5E19-1F0F42222641}"/>
              </a:ext>
            </a:extLst>
          </p:cNvPr>
          <p:cNvSpPr>
            <a:spLocks noChangeArrowheads="1"/>
          </p:cNvSpPr>
          <p:nvPr/>
        </p:nvSpPr>
        <p:spPr bwMode="auto">
          <a:xfrm>
            <a:off x="656704" y="4617368"/>
            <a:ext cx="457200" cy="457200"/>
          </a:xfrm>
          <a:prstGeom prst="ellipse">
            <a:avLst/>
          </a:prstGeom>
          <a:solidFill>
            <a:srgbClr val="FFFFCC"/>
          </a:solidFill>
          <a:ln w="28575">
            <a:solidFill>
              <a:srgbClr val="CC3300"/>
            </a:solidFill>
            <a:round/>
            <a:headEnd/>
            <a:tailEnd/>
          </a:ln>
          <a:effectLst>
            <a:outerShdw dist="35921"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t>1</a:t>
            </a:r>
            <a:endParaRPr lang="en-US" altLang="zh-CN"/>
          </a:p>
        </p:txBody>
      </p:sp>
      <p:sp>
        <p:nvSpPr>
          <p:cNvPr id="93198" name="Oval 33">
            <a:extLst>
              <a:ext uri="{FF2B5EF4-FFF2-40B4-BE49-F238E27FC236}">
                <a16:creationId xmlns:a16="http://schemas.microsoft.com/office/drawing/2014/main" id="{2A5A9193-3D43-3BC0-AFC7-C88A6C00024C}"/>
              </a:ext>
            </a:extLst>
          </p:cNvPr>
          <p:cNvSpPr>
            <a:spLocks noChangeArrowheads="1"/>
          </p:cNvSpPr>
          <p:nvPr/>
        </p:nvSpPr>
        <p:spPr bwMode="auto">
          <a:xfrm>
            <a:off x="1037704" y="5836568"/>
            <a:ext cx="457200" cy="457200"/>
          </a:xfrm>
          <a:prstGeom prst="ellipse">
            <a:avLst/>
          </a:prstGeom>
          <a:solidFill>
            <a:srgbClr val="FFFFCC"/>
          </a:solidFill>
          <a:ln w="28575">
            <a:solidFill>
              <a:srgbClr val="CC3300"/>
            </a:solidFill>
            <a:round/>
            <a:headEnd/>
            <a:tailEnd/>
          </a:ln>
          <a:effectLst>
            <a:outerShdw dist="35921"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t>2</a:t>
            </a:r>
            <a:endParaRPr lang="en-US" altLang="zh-CN"/>
          </a:p>
        </p:txBody>
      </p:sp>
      <p:sp>
        <p:nvSpPr>
          <p:cNvPr id="93199" name="Oval 34">
            <a:extLst>
              <a:ext uri="{FF2B5EF4-FFF2-40B4-BE49-F238E27FC236}">
                <a16:creationId xmlns:a16="http://schemas.microsoft.com/office/drawing/2014/main" id="{F107E5C9-3EEE-3BA1-DB8C-DE546FD2384C}"/>
              </a:ext>
            </a:extLst>
          </p:cNvPr>
          <p:cNvSpPr>
            <a:spLocks noChangeArrowheads="1"/>
          </p:cNvSpPr>
          <p:nvPr/>
        </p:nvSpPr>
        <p:spPr bwMode="auto">
          <a:xfrm>
            <a:off x="2180704" y="5836568"/>
            <a:ext cx="457200" cy="457200"/>
          </a:xfrm>
          <a:prstGeom prst="ellipse">
            <a:avLst/>
          </a:prstGeom>
          <a:solidFill>
            <a:srgbClr val="FFFFCC"/>
          </a:solidFill>
          <a:ln w="28575">
            <a:solidFill>
              <a:srgbClr val="CC3300"/>
            </a:solidFill>
            <a:round/>
            <a:headEnd/>
            <a:tailEnd/>
          </a:ln>
          <a:effectLst>
            <a:outerShdw dist="35921"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t>3</a:t>
            </a:r>
            <a:endParaRPr lang="en-US" altLang="zh-CN"/>
          </a:p>
        </p:txBody>
      </p:sp>
      <p:sp>
        <p:nvSpPr>
          <p:cNvPr id="93200" name="Text Box 36">
            <a:extLst>
              <a:ext uri="{FF2B5EF4-FFF2-40B4-BE49-F238E27FC236}">
                <a16:creationId xmlns:a16="http://schemas.microsoft.com/office/drawing/2014/main" id="{15B8077C-D65C-E604-E51B-674DB36CC75E}"/>
              </a:ext>
            </a:extLst>
          </p:cNvPr>
          <p:cNvSpPr txBox="1">
            <a:spLocks noChangeArrowheads="1"/>
          </p:cNvSpPr>
          <p:nvPr/>
        </p:nvSpPr>
        <p:spPr bwMode="auto">
          <a:xfrm>
            <a:off x="885304" y="3880768"/>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FF3300"/>
                </a:solidFill>
                <a:latin typeface="Times New Roman" panose="02020603050405020304" pitchFamily="18" charset="0"/>
                <a:ea typeface="宋体" panose="02010600030101010101" pitchFamily="2" charset="-122"/>
              </a:rPr>
              <a:t>10</a:t>
            </a:r>
            <a:endParaRPr kumimoji="1" lang="en-US" altLang="zh-CN" sz="2400">
              <a:solidFill>
                <a:srgbClr val="FF3300"/>
              </a:solidFill>
              <a:latin typeface="Times New Roman" panose="02020603050405020304" pitchFamily="18" charset="0"/>
              <a:ea typeface="宋体" panose="02010600030101010101" pitchFamily="2" charset="-122"/>
            </a:endParaRPr>
          </a:p>
        </p:txBody>
      </p:sp>
      <p:sp>
        <p:nvSpPr>
          <p:cNvPr id="93201" name="Text Box 37">
            <a:extLst>
              <a:ext uri="{FF2B5EF4-FFF2-40B4-BE49-F238E27FC236}">
                <a16:creationId xmlns:a16="http://schemas.microsoft.com/office/drawing/2014/main" id="{331AE384-FA74-1F4E-2875-2A5E6A3ADF2B}"/>
              </a:ext>
            </a:extLst>
          </p:cNvPr>
          <p:cNvSpPr txBox="1">
            <a:spLocks noChangeArrowheads="1"/>
          </p:cNvSpPr>
          <p:nvPr/>
        </p:nvSpPr>
        <p:spPr bwMode="auto">
          <a:xfrm>
            <a:off x="548754" y="5252368"/>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FF3300"/>
                </a:solidFill>
                <a:latin typeface="Times New Roman" panose="02020603050405020304" pitchFamily="18" charset="0"/>
                <a:ea typeface="宋体" panose="02010600030101010101" pitchFamily="2" charset="-122"/>
              </a:rPr>
              <a:t>50</a:t>
            </a:r>
            <a:endParaRPr kumimoji="1" lang="en-US" altLang="zh-CN" sz="2400">
              <a:latin typeface="Times New Roman" panose="02020603050405020304" pitchFamily="18" charset="0"/>
              <a:ea typeface="宋体" panose="02010600030101010101" pitchFamily="2" charset="-122"/>
            </a:endParaRPr>
          </a:p>
        </p:txBody>
      </p:sp>
      <p:sp>
        <p:nvSpPr>
          <p:cNvPr id="93202" name="Text Box 38">
            <a:extLst>
              <a:ext uri="{FF2B5EF4-FFF2-40B4-BE49-F238E27FC236}">
                <a16:creationId xmlns:a16="http://schemas.microsoft.com/office/drawing/2014/main" id="{3590ACCB-7D9C-4ED9-3EA5-81C058338E59}"/>
              </a:ext>
            </a:extLst>
          </p:cNvPr>
          <p:cNvSpPr txBox="1">
            <a:spLocks noChangeArrowheads="1"/>
          </p:cNvSpPr>
          <p:nvPr/>
        </p:nvSpPr>
        <p:spPr bwMode="auto">
          <a:xfrm>
            <a:off x="1342504" y="5099968"/>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FF3300"/>
                </a:solidFill>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93203" name="Text Box 39">
            <a:extLst>
              <a:ext uri="{FF2B5EF4-FFF2-40B4-BE49-F238E27FC236}">
                <a16:creationId xmlns:a16="http://schemas.microsoft.com/office/drawing/2014/main" id="{C8D126E7-6AC7-A13C-628F-20EB787CF12B}"/>
              </a:ext>
            </a:extLst>
          </p:cNvPr>
          <p:cNvSpPr txBox="1">
            <a:spLocks noChangeArrowheads="1"/>
          </p:cNvSpPr>
          <p:nvPr/>
        </p:nvSpPr>
        <p:spPr bwMode="auto">
          <a:xfrm>
            <a:off x="1539354" y="6003256"/>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FF3300"/>
                </a:solidFill>
                <a:latin typeface="Times New Roman" panose="02020603050405020304" pitchFamily="18" charset="0"/>
                <a:ea typeface="宋体" panose="02010600030101010101" pitchFamily="2" charset="-122"/>
              </a:rPr>
              <a:t>20</a:t>
            </a:r>
            <a:endParaRPr kumimoji="1" lang="en-US" altLang="zh-CN" sz="2400">
              <a:latin typeface="Times New Roman" panose="02020603050405020304" pitchFamily="18" charset="0"/>
              <a:ea typeface="宋体" panose="02010600030101010101" pitchFamily="2" charset="-122"/>
            </a:endParaRPr>
          </a:p>
        </p:txBody>
      </p:sp>
      <p:sp>
        <p:nvSpPr>
          <p:cNvPr id="93204" name="Text Box 40">
            <a:extLst>
              <a:ext uri="{FF2B5EF4-FFF2-40B4-BE49-F238E27FC236}">
                <a16:creationId xmlns:a16="http://schemas.microsoft.com/office/drawing/2014/main" id="{AF66580B-DE29-E0DB-9F7E-B53B3301BDCF}"/>
              </a:ext>
            </a:extLst>
          </p:cNvPr>
          <p:cNvSpPr txBox="1">
            <a:spLocks noChangeArrowheads="1"/>
          </p:cNvSpPr>
          <p:nvPr/>
        </p:nvSpPr>
        <p:spPr bwMode="auto">
          <a:xfrm>
            <a:off x="2606154" y="5176168"/>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FF3300"/>
                </a:solidFill>
                <a:latin typeface="Times New Roman" panose="02020603050405020304" pitchFamily="18" charset="0"/>
                <a:ea typeface="宋体" panose="02010600030101010101" pitchFamily="2" charset="-122"/>
              </a:rPr>
              <a:t>60</a:t>
            </a:r>
            <a:endParaRPr kumimoji="1" lang="en-US" altLang="zh-CN" sz="2400">
              <a:latin typeface="Times New Roman" panose="02020603050405020304" pitchFamily="18" charset="0"/>
              <a:ea typeface="宋体" panose="02010600030101010101" pitchFamily="2" charset="-122"/>
            </a:endParaRPr>
          </a:p>
        </p:txBody>
      </p:sp>
      <p:sp>
        <p:nvSpPr>
          <p:cNvPr id="93205" name="Text Box 41">
            <a:extLst>
              <a:ext uri="{FF2B5EF4-FFF2-40B4-BE49-F238E27FC236}">
                <a16:creationId xmlns:a16="http://schemas.microsoft.com/office/drawing/2014/main" id="{286BDA42-360C-859F-4C8F-4B291A6E19DD}"/>
              </a:ext>
            </a:extLst>
          </p:cNvPr>
          <p:cNvSpPr txBox="1">
            <a:spLocks noChangeArrowheads="1"/>
          </p:cNvSpPr>
          <p:nvPr/>
        </p:nvSpPr>
        <p:spPr bwMode="auto">
          <a:xfrm>
            <a:off x="1418704" y="4490368"/>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FF3300"/>
                </a:solidFill>
                <a:latin typeface="Times New Roman" panose="02020603050405020304" pitchFamily="18" charset="0"/>
                <a:ea typeface="宋体" panose="02010600030101010101" pitchFamily="2" charset="-122"/>
              </a:rPr>
              <a:t>30</a:t>
            </a:r>
            <a:endParaRPr kumimoji="1" lang="en-US" altLang="zh-CN" sz="2400">
              <a:latin typeface="Times New Roman" panose="02020603050405020304" pitchFamily="18" charset="0"/>
              <a:ea typeface="宋体" panose="02010600030101010101" pitchFamily="2" charset="-122"/>
            </a:endParaRPr>
          </a:p>
        </p:txBody>
      </p:sp>
      <p:sp>
        <p:nvSpPr>
          <p:cNvPr id="93206" name="Text Box 42">
            <a:extLst>
              <a:ext uri="{FF2B5EF4-FFF2-40B4-BE49-F238E27FC236}">
                <a16:creationId xmlns:a16="http://schemas.microsoft.com/office/drawing/2014/main" id="{941641B3-6052-9D4A-4F34-FD424B4EAB99}"/>
              </a:ext>
            </a:extLst>
          </p:cNvPr>
          <p:cNvSpPr txBox="1">
            <a:spLocks noChangeArrowheads="1"/>
          </p:cNvSpPr>
          <p:nvPr/>
        </p:nvSpPr>
        <p:spPr bwMode="auto">
          <a:xfrm>
            <a:off x="2225154" y="3880768"/>
            <a:ext cx="717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FF3300"/>
                </a:solidFill>
                <a:latin typeface="Times New Roman" panose="02020603050405020304" pitchFamily="18" charset="0"/>
                <a:ea typeface="宋体" panose="02010600030101010101" pitchFamily="2" charset="-122"/>
              </a:rPr>
              <a:t>100</a:t>
            </a:r>
            <a:endParaRPr kumimoji="1" lang="en-US" altLang="zh-CN" sz="2400">
              <a:latin typeface="Times New Roman" panose="02020603050405020304" pitchFamily="18" charset="0"/>
              <a:ea typeface="宋体" panose="02010600030101010101" pitchFamily="2" charset="-122"/>
            </a:endParaRPr>
          </a:p>
        </p:txBody>
      </p:sp>
      <p:graphicFrame>
        <p:nvGraphicFramePr>
          <p:cNvPr id="93207" name="Object 43">
            <a:extLst>
              <a:ext uri="{FF2B5EF4-FFF2-40B4-BE49-F238E27FC236}">
                <a16:creationId xmlns:a16="http://schemas.microsoft.com/office/drawing/2014/main" id="{6F959835-D683-A5DB-A29E-E21618A00C55}"/>
              </a:ext>
            </a:extLst>
          </p:cNvPr>
          <p:cNvGraphicFramePr>
            <a:graphicFrameLocks noChangeAspect="1"/>
          </p:cNvGraphicFramePr>
          <p:nvPr>
            <p:extLst>
              <p:ext uri="{D42A27DB-BD31-4B8C-83A1-F6EECF244321}">
                <p14:modId xmlns:p14="http://schemas.microsoft.com/office/powerpoint/2010/main" val="770213752"/>
              </p:ext>
            </p:extLst>
          </p:nvPr>
        </p:nvGraphicFramePr>
        <p:xfrm>
          <a:off x="899592" y="1340768"/>
          <a:ext cx="7707312" cy="2451100"/>
        </p:xfrm>
        <a:graphic>
          <a:graphicData uri="http://schemas.openxmlformats.org/presentationml/2006/ole">
            <mc:AlternateContent xmlns:mc="http://schemas.openxmlformats.org/markup-compatibility/2006">
              <mc:Choice xmlns:v="urn:schemas-microsoft-com:vml" Requires="v">
                <p:oleObj name="Document" r:id="rId2" imgW="7709916" imgH="2468880" progId="Word.Document.8">
                  <p:embed/>
                </p:oleObj>
              </mc:Choice>
              <mc:Fallback>
                <p:oleObj name="Document" r:id="rId2" imgW="7709916" imgH="2468880" progId="Word.Document.8">
                  <p:embed/>
                  <p:pic>
                    <p:nvPicPr>
                      <p:cNvPr id="0" name="Object 4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1340768"/>
                        <a:ext cx="7707312" cy="2451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208" name="Line 44">
            <a:extLst>
              <a:ext uri="{FF2B5EF4-FFF2-40B4-BE49-F238E27FC236}">
                <a16:creationId xmlns:a16="http://schemas.microsoft.com/office/drawing/2014/main" id="{D5D8EC8E-46AC-05DF-137D-368ECEB87534}"/>
              </a:ext>
            </a:extLst>
          </p:cNvPr>
          <p:cNvSpPr>
            <a:spLocks noChangeShapeType="1"/>
          </p:cNvSpPr>
          <p:nvPr/>
        </p:nvSpPr>
        <p:spPr bwMode="auto">
          <a:xfrm>
            <a:off x="3672954" y="5292057"/>
            <a:ext cx="466998" cy="0"/>
          </a:xfrm>
          <a:prstGeom prst="line">
            <a:avLst/>
          </a:prstGeom>
          <a:noFill/>
          <a:ln w="57150">
            <a:solidFill>
              <a:schemeClr val="tx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09" name="Line 45">
            <a:extLst>
              <a:ext uri="{FF2B5EF4-FFF2-40B4-BE49-F238E27FC236}">
                <a16:creationId xmlns:a16="http://schemas.microsoft.com/office/drawing/2014/main" id="{7777212D-ADD7-4B32-6065-8BB4855BEFF3}"/>
              </a:ext>
            </a:extLst>
          </p:cNvPr>
          <p:cNvSpPr>
            <a:spLocks noChangeShapeType="1"/>
          </p:cNvSpPr>
          <p:nvPr/>
        </p:nvSpPr>
        <p:spPr bwMode="auto">
          <a:xfrm flipV="1">
            <a:off x="6300192" y="4845968"/>
            <a:ext cx="576064" cy="0"/>
          </a:xfrm>
          <a:prstGeom prst="line">
            <a:avLst/>
          </a:prstGeom>
          <a:noFill/>
          <a:ln w="57150">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10" name="Oval 47">
            <a:extLst>
              <a:ext uri="{FF2B5EF4-FFF2-40B4-BE49-F238E27FC236}">
                <a16:creationId xmlns:a16="http://schemas.microsoft.com/office/drawing/2014/main" id="{4DC21415-91FB-2EC1-6578-120BB91577E4}"/>
              </a:ext>
            </a:extLst>
          </p:cNvPr>
          <p:cNvSpPr>
            <a:spLocks noChangeArrowheads="1"/>
          </p:cNvSpPr>
          <p:nvPr/>
        </p:nvSpPr>
        <p:spPr bwMode="auto">
          <a:xfrm>
            <a:off x="4314304" y="3245768"/>
            <a:ext cx="609600" cy="76200"/>
          </a:xfrm>
          <a:prstGeom prst="ellipse">
            <a:avLst/>
          </a:prstGeom>
          <a:solidFill>
            <a:schemeClr val="accent1"/>
          </a:solidFill>
          <a:ln w="9525">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93211" name="Oval 48">
            <a:extLst>
              <a:ext uri="{FF2B5EF4-FFF2-40B4-BE49-F238E27FC236}">
                <a16:creationId xmlns:a16="http://schemas.microsoft.com/office/drawing/2014/main" id="{F082EFA0-E75D-D03C-F1F4-FC95EF05E6A7}"/>
              </a:ext>
            </a:extLst>
          </p:cNvPr>
          <p:cNvSpPr>
            <a:spLocks noChangeArrowheads="1"/>
          </p:cNvSpPr>
          <p:nvPr/>
        </p:nvSpPr>
        <p:spPr bwMode="auto">
          <a:xfrm>
            <a:off x="2790304" y="3245768"/>
            <a:ext cx="609600" cy="76200"/>
          </a:xfrm>
          <a:prstGeom prst="ellipse">
            <a:avLst/>
          </a:prstGeom>
          <a:solidFill>
            <a:schemeClr val="accent1"/>
          </a:solidFill>
          <a:ln w="9525">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93212" name="Oval 49">
            <a:extLst>
              <a:ext uri="{FF2B5EF4-FFF2-40B4-BE49-F238E27FC236}">
                <a16:creationId xmlns:a16="http://schemas.microsoft.com/office/drawing/2014/main" id="{60DD82CE-E456-54EA-6FAE-4AB00FFF8EEA}"/>
              </a:ext>
            </a:extLst>
          </p:cNvPr>
          <p:cNvSpPr>
            <a:spLocks noChangeArrowheads="1"/>
          </p:cNvSpPr>
          <p:nvPr/>
        </p:nvSpPr>
        <p:spPr bwMode="auto">
          <a:xfrm>
            <a:off x="5838304" y="3245768"/>
            <a:ext cx="609600" cy="76200"/>
          </a:xfrm>
          <a:prstGeom prst="ellipse">
            <a:avLst/>
          </a:prstGeom>
          <a:solidFill>
            <a:schemeClr val="accent1"/>
          </a:solidFill>
          <a:ln w="9525">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93213" name="Oval 50">
            <a:extLst>
              <a:ext uri="{FF2B5EF4-FFF2-40B4-BE49-F238E27FC236}">
                <a16:creationId xmlns:a16="http://schemas.microsoft.com/office/drawing/2014/main" id="{AC90F585-1A2D-8744-0853-3881777D2F69}"/>
              </a:ext>
            </a:extLst>
          </p:cNvPr>
          <p:cNvSpPr>
            <a:spLocks noChangeArrowheads="1"/>
          </p:cNvSpPr>
          <p:nvPr/>
        </p:nvSpPr>
        <p:spPr bwMode="auto">
          <a:xfrm>
            <a:off x="7286104" y="3245768"/>
            <a:ext cx="609600" cy="76200"/>
          </a:xfrm>
          <a:prstGeom prst="ellipse">
            <a:avLst/>
          </a:prstGeom>
          <a:solidFill>
            <a:schemeClr val="accent1"/>
          </a:solidFill>
          <a:ln w="9525">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cxnSp>
        <p:nvCxnSpPr>
          <p:cNvPr id="93214" name="AutoShape 51">
            <a:extLst>
              <a:ext uri="{FF2B5EF4-FFF2-40B4-BE49-F238E27FC236}">
                <a16:creationId xmlns:a16="http://schemas.microsoft.com/office/drawing/2014/main" id="{239B73C4-A120-253B-1CD4-4D86711444BC}"/>
              </a:ext>
            </a:extLst>
          </p:cNvPr>
          <p:cNvCxnSpPr>
            <a:cxnSpLocks noChangeShapeType="1"/>
            <a:stCxn id="93213" idx="4"/>
            <a:endCxn id="93210" idx="5"/>
          </p:cNvCxnSpPr>
          <p:nvPr/>
        </p:nvCxnSpPr>
        <p:spPr bwMode="auto">
          <a:xfrm rot="16200000" flipV="1">
            <a:off x="6207398" y="1938462"/>
            <a:ext cx="11112" cy="2755900"/>
          </a:xfrm>
          <a:prstGeom prst="curvedConnector3">
            <a:avLst>
              <a:gd name="adj1" fmla="val -2057144"/>
            </a:avLst>
          </a:prstGeom>
          <a:noFill/>
          <a:ln w="38100">
            <a:solidFill>
              <a:srgbClr val="3333CC"/>
            </a:solidFill>
            <a:round/>
            <a:headEnd/>
            <a:tailEnd type="triangle" w="sm" len="lg"/>
          </a:ln>
          <a:extLst>
            <a:ext uri="{909E8E84-426E-40DD-AFC4-6F175D3DCCD1}">
              <a14:hiddenFill xmlns:a14="http://schemas.microsoft.com/office/drawing/2010/main">
                <a:noFill/>
              </a14:hiddenFill>
            </a:ext>
          </a:extLst>
        </p:spPr>
      </p:cxnSp>
      <p:cxnSp>
        <p:nvCxnSpPr>
          <p:cNvPr id="93215" name="AutoShape 52">
            <a:extLst>
              <a:ext uri="{FF2B5EF4-FFF2-40B4-BE49-F238E27FC236}">
                <a16:creationId xmlns:a16="http://schemas.microsoft.com/office/drawing/2014/main" id="{B790C113-42C6-77D5-82CF-305BCF3AF60F}"/>
              </a:ext>
            </a:extLst>
          </p:cNvPr>
          <p:cNvCxnSpPr>
            <a:cxnSpLocks noChangeShapeType="1"/>
            <a:stCxn id="93210" idx="4"/>
            <a:endCxn id="93212" idx="3"/>
          </p:cNvCxnSpPr>
          <p:nvPr/>
        </p:nvCxnSpPr>
        <p:spPr bwMode="auto">
          <a:xfrm rot="5400000" flipH="1" flipV="1">
            <a:off x="5267598" y="2662362"/>
            <a:ext cx="11112" cy="1308100"/>
          </a:xfrm>
          <a:prstGeom prst="curvedConnector3">
            <a:avLst>
              <a:gd name="adj1" fmla="val -2057144"/>
            </a:avLst>
          </a:prstGeom>
          <a:noFill/>
          <a:ln w="28575">
            <a:solidFill>
              <a:srgbClr val="339966"/>
            </a:solidFill>
            <a:round/>
            <a:headEnd/>
            <a:tailEnd type="triangle" w="sm" len="lg"/>
          </a:ln>
          <a:extLst>
            <a:ext uri="{909E8E84-426E-40DD-AFC4-6F175D3DCCD1}">
              <a14:hiddenFill xmlns:a14="http://schemas.microsoft.com/office/drawing/2010/main">
                <a:noFill/>
              </a14:hiddenFill>
            </a:ext>
          </a:extLst>
        </p:spPr>
      </p:cxnSp>
      <p:cxnSp>
        <p:nvCxnSpPr>
          <p:cNvPr id="93216" name="AutoShape 53">
            <a:extLst>
              <a:ext uri="{FF2B5EF4-FFF2-40B4-BE49-F238E27FC236}">
                <a16:creationId xmlns:a16="http://schemas.microsoft.com/office/drawing/2014/main" id="{9701DBDF-3B9E-06D2-9B21-0DA5DAC23F11}"/>
              </a:ext>
            </a:extLst>
          </p:cNvPr>
          <p:cNvCxnSpPr>
            <a:cxnSpLocks noChangeShapeType="1"/>
            <a:stCxn id="93212" idx="4"/>
            <a:endCxn id="93211" idx="5"/>
          </p:cNvCxnSpPr>
          <p:nvPr/>
        </p:nvCxnSpPr>
        <p:spPr bwMode="auto">
          <a:xfrm rot="16200000" flipV="1">
            <a:off x="4721498" y="1900362"/>
            <a:ext cx="11112" cy="2832100"/>
          </a:xfrm>
          <a:prstGeom prst="curvedConnector3">
            <a:avLst>
              <a:gd name="adj1" fmla="val -3328574"/>
            </a:avLst>
          </a:prstGeom>
          <a:noFill/>
          <a:ln w="38100">
            <a:solidFill>
              <a:srgbClr val="CC3300"/>
            </a:solidFill>
            <a:round/>
            <a:headEnd/>
            <a:tailEnd type="triangle" w="sm" len="lg"/>
          </a:ln>
          <a:extLst>
            <a:ext uri="{909E8E84-426E-40DD-AFC4-6F175D3DCCD1}">
              <a14:hiddenFill xmlns:a14="http://schemas.microsoft.com/office/drawing/2010/main">
                <a:noFill/>
              </a14:hiddenFill>
            </a:ext>
          </a:extLst>
        </p:spPr>
      </p:cxnSp>
      <p:sp>
        <p:nvSpPr>
          <p:cNvPr id="2" name="标题 1">
            <a:extLst>
              <a:ext uri="{FF2B5EF4-FFF2-40B4-BE49-F238E27FC236}">
                <a16:creationId xmlns:a16="http://schemas.microsoft.com/office/drawing/2014/main" id="{2842BD20-4902-4D9B-9783-0900EA01B744}"/>
              </a:ext>
            </a:extLst>
          </p:cNvPr>
          <p:cNvSpPr>
            <a:spLocks noGrp="1"/>
          </p:cNvSpPr>
          <p:nvPr>
            <p:ph type="title"/>
          </p:nvPr>
        </p:nvSpPr>
        <p:spPr>
          <a:xfrm>
            <a:off x="395536" y="365126"/>
            <a:ext cx="8568952" cy="910556"/>
          </a:xfrm>
        </p:spPr>
        <p:txBody>
          <a:bodyPr>
            <a:normAutofit fontScale="90000"/>
          </a:bodyPr>
          <a:lstStyle/>
          <a:p>
            <a:r>
              <a:rPr lang="zh-CN" altLang="en-US" dirty="0"/>
              <a:t>各辅助数组的最终结果（详见表</a:t>
            </a:r>
            <a:r>
              <a:rPr lang="en-US" altLang="zh-CN" dirty="0"/>
              <a:t>8.2</a:t>
            </a:r>
            <a:r>
              <a:rPr lang="zh-CN" altLang="en-US" dirty="0"/>
              <a:t>）</a:t>
            </a:r>
          </a:p>
        </p:txBody>
      </p:sp>
      <p:sp>
        <p:nvSpPr>
          <p:cNvPr id="3" name="内容占位符 2">
            <a:extLst>
              <a:ext uri="{FF2B5EF4-FFF2-40B4-BE49-F238E27FC236}">
                <a16:creationId xmlns:a16="http://schemas.microsoft.com/office/drawing/2014/main" id="{158D1C87-32F0-46C3-BF09-177313A62042}"/>
              </a:ext>
            </a:extLst>
          </p:cNvPr>
          <p:cNvSpPr>
            <a:spLocks noGrp="1"/>
          </p:cNvSpPr>
          <p:nvPr>
            <p:ph idx="1"/>
          </p:nvPr>
        </p:nvSpPr>
        <p:spPr>
          <a:xfrm>
            <a:off x="3323704" y="3736976"/>
            <a:ext cx="5588000" cy="2860376"/>
          </a:xfrm>
        </p:spPr>
        <p:txBody>
          <a:bodyPr>
            <a:normAutofit fontScale="92500"/>
          </a:bodyPr>
          <a:lstStyle/>
          <a:p>
            <a:pPr marL="0" indent="0">
              <a:buNone/>
            </a:pPr>
            <a:r>
              <a:rPr lang="zh-CN" altLang="en-US" dirty="0"/>
              <a:t>从表中读取源点</a:t>
            </a:r>
            <a:r>
              <a:rPr lang="en-US" altLang="zh-CN" dirty="0"/>
              <a:t>0</a:t>
            </a:r>
            <a:r>
              <a:rPr lang="zh-CN" altLang="en-US" dirty="0"/>
              <a:t>到终点</a:t>
            </a:r>
            <a:r>
              <a:rPr lang="en-US" altLang="zh-CN" dirty="0"/>
              <a:t>v</a:t>
            </a:r>
            <a:r>
              <a:rPr lang="zh-CN" altLang="en-US" dirty="0"/>
              <a:t>的最短路径的方法 </a:t>
            </a:r>
            <a:r>
              <a:rPr lang="en-US" altLang="zh-CN" dirty="0"/>
              <a:t>: </a:t>
            </a:r>
            <a:r>
              <a:rPr lang="zh-CN" altLang="en-US" dirty="0"/>
              <a:t>以顶点</a:t>
            </a:r>
            <a:r>
              <a:rPr lang="en-US" altLang="zh-CN" dirty="0"/>
              <a:t>4</a:t>
            </a:r>
            <a:r>
              <a:rPr lang="zh-CN" altLang="en-US" dirty="0"/>
              <a:t>为例：</a:t>
            </a:r>
            <a:r>
              <a:rPr lang="en-US" altLang="zh-CN" dirty="0"/>
              <a:t>path[4] = 2      path[2] = 3     path[3] = 0</a:t>
            </a:r>
            <a:r>
              <a:rPr lang="zh-CN" altLang="en-US" dirty="0"/>
              <a:t>。反过来排列，得到路径 </a:t>
            </a:r>
            <a:r>
              <a:rPr lang="en-US" altLang="zh-CN" dirty="0"/>
              <a:t>0, 3, 2, 4</a:t>
            </a:r>
            <a:r>
              <a:rPr lang="zh-CN" altLang="en-US" dirty="0"/>
              <a:t>，这就是源点</a:t>
            </a:r>
            <a:r>
              <a:rPr lang="en-US" altLang="zh-CN" dirty="0"/>
              <a:t>0</a:t>
            </a:r>
            <a:r>
              <a:rPr lang="zh-CN" altLang="en-US" dirty="0"/>
              <a:t>到终点</a:t>
            </a:r>
            <a:r>
              <a:rPr lang="en-US" altLang="zh-CN" dirty="0"/>
              <a:t>4</a:t>
            </a:r>
            <a:r>
              <a:rPr lang="zh-CN" altLang="en-US" dirty="0"/>
              <a:t>的最短路径。</a:t>
            </a:r>
          </a:p>
          <a:p>
            <a:endParaRPr lang="zh-CN" altLang="en-US" dirty="0"/>
          </a:p>
        </p:txBody>
      </p:sp>
      <p:sp>
        <p:nvSpPr>
          <p:cNvPr id="4" name="灯片编号占位符 3">
            <a:extLst>
              <a:ext uri="{FF2B5EF4-FFF2-40B4-BE49-F238E27FC236}">
                <a16:creationId xmlns:a16="http://schemas.microsoft.com/office/drawing/2014/main" id="{C838EB03-3E71-DAA6-9BCF-F09B1F6C4716}"/>
              </a:ext>
            </a:extLst>
          </p:cNvPr>
          <p:cNvSpPr>
            <a:spLocks noGrp="1"/>
          </p:cNvSpPr>
          <p:nvPr>
            <p:ph type="sldNum" sz="quarter" idx="12"/>
          </p:nvPr>
        </p:nvSpPr>
        <p:spPr/>
        <p:txBody>
          <a:bodyPr/>
          <a:lstStyle/>
          <a:p>
            <a:pPr>
              <a:defRPr/>
            </a:pPr>
            <a:fld id="{2E0F9FB0-350A-4A87-9CD5-1F022F266B97}" type="slidenum">
              <a:rPr lang="en-US" altLang="zh-CN" smtClean="0"/>
              <a:pPr>
                <a:defRPr/>
              </a:pPr>
              <a:t>75</a:t>
            </a:fld>
            <a:endParaRPr lang="en-US" altLang="zh-CN"/>
          </a:p>
        </p:txBody>
      </p:sp>
    </p:spTree>
  </p:cSld>
  <p:clrMapOvr>
    <a:masterClrMapping/>
  </p:clrMapOvr>
  <p:transition>
    <p:zoom/>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76363D96-60F8-79AA-8929-D1F1AD030AE9}"/>
              </a:ext>
            </a:extLst>
          </p:cNvPr>
          <p:cNvSpPr>
            <a:spLocks noGrp="1" noChangeArrowheads="1"/>
          </p:cNvSpPr>
          <p:nvPr>
            <p:ph type="title"/>
          </p:nvPr>
        </p:nvSpPr>
        <p:spPr/>
        <p:txBody>
          <a:bodyPr/>
          <a:lstStyle/>
          <a:p>
            <a:r>
              <a:rPr lang="zh-CN" altLang="en-US"/>
              <a:t>性能分析</a:t>
            </a:r>
          </a:p>
        </p:txBody>
      </p:sp>
      <p:sp>
        <p:nvSpPr>
          <p:cNvPr id="94211" name="Rectangle 3">
            <a:extLst>
              <a:ext uri="{FF2B5EF4-FFF2-40B4-BE49-F238E27FC236}">
                <a16:creationId xmlns:a16="http://schemas.microsoft.com/office/drawing/2014/main" id="{CC2CD5B7-CA97-F515-DB08-45843C87C775}"/>
              </a:ext>
            </a:extLst>
          </p:cNvPr>
          <p:cNvSpPr>
            <a:spLocks noGrp="1" noChangeArrowheads="1"/>
          </p:cNvSpPr>
          <p:nvPr>
            <p:ph type="body" idx="1"/>
          </p:nvPr>
        </p:nvSpPr>
        <p:spPr/>
        <p:txBody>
          <a:bodyPr/>
          <a:lstStyle/>
          <a:p>
            <a:r>
              <a:rPr lang="zh-CN" altLang="en-US" dirty="0"/>
              <a:t>主要的计算在两层嵌套的</a:t>
            </a:r>
            <a:r>
              <a:rPr lang="en-US" altLang="zh-CN" dirty="0"/>
              <a:t>for</a:t>
            </a:r>
            <a:r>
              <a:rPr lang="zh-CN" altLang="en-US" dirty="0"/>
              <a:t>循环中</a:t>
            </a:r>
          </a:p>
          <a:p>
            <a:pPr lvl="1"/>
            <a:r>
              <a:rPr lang="zh-CN" altLang="en-US" dirty="0"/>
              <a:t>时间复杂度为</a:t>
            </a:r>
            <a:r>
              <a:rPr lang="en-US" altLang="zh-CN" dirty="0"/>
              <a:t>O(n</a:t>
            </a:r>
            <a:r>
              <a:rPr lang="en-US" altLang="zh-CN" baseline="30000" dirty="0"/>
              <a:t>2</a:t>
            </a:r>
            <a:r>
              <a:rPr lang="en-US" altLang="zh-CN" dirty="0"/>
              <a:t>)</a:t>
            </a:r>
          </a:p>
        </p:txBody>
      </p:sp>
      <p:sp>
        <p:nvSpPr>
          <p:cNvPr id="2" name="灯片编号占位符 1">
            <a:extLst>
              <a:ext uri="{FF2B5EF4-FFF2-40B4-BE49-F238E27FC236}">
                <a16:creationId xmlns:a16="http://schemas.microsoft.com/office/drawing/2014/main" id="{0F24391F-397F-EEA8-E109-51D821A152F0}"/>
              </a:ext>
            </a:extLst>
          </p:cNvPr>
          <p:cNvSpPr>
            <a:spLocks noGrp="1"/>
          </p:cNvSpPr>
          <p:nvPr>
            <p:ph type="sldNum" sz="quarter" idx="12"/>
          </p:nvPr>
        </p:nvSpPr>
        <p:spPr/>
        <p:txBody>
          <a:bodyPr/>
          <a:lstStyle/>
          <a:p>
            <a:pPr>
              <a:defRPr/>
            </a:pPr>
            <a:fld id="{2E0F9FB0-350A-4A87-9CD5-1F022F266B97}" type="slidenum">
              <a:rPr lang="en-US" altLang="zh-CN" smtClean="0"/>
              <a:pPr>
                <a:defRPr/>
              </a:pPr>
              <a:t>76</a:t>
            </a:fld>
            <a:endParaRPr lang="en-US" altLang="zh-CN"/>
          </a:p>
        </p:txBody>
      </p:sp>
    </p:spTree>
  </p:cSld>
  <p:clrMapOvr>
    <a:masterClrMapping/>
  </p:clrMapOvr>
  <p:transition>
    <p:split/>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a:extLst>
              <a:ext uri="{FF2B5EF4-FFF2-40B4-BE49-F238E27FC236}">
                <a16:creationId xmlns:a16="http://schemas.microsoft.com/office/drawing/2014/main" id="{8E462C4C-86A6-5AFE-26B6-32123DDD1552}"/>
              </a:ext>
            </a:extLst>
          </p:cNvPr>
          <p:cNvSpPr>
            <a:spLocks noGrp="1" noChangeArrowheads="1"/>
          </p:cNvSpPr>
          <p:nvPr>
            <p:ph type="title"/>
          </p:nvPr>
        </p:nvSpPr>
        <p:spPr/>
        <p:txBody>
          <a:bodyPr/>
          <a:lstStyle/>
          <a:p>
            <a:r>
              <a:rPr lang="en-US" altLang="zh-CN" dirty="0"/>
              <a:t>8.5.2 </a:t>
            </a:r>
            <a:r>
              <a:rPr lang="zh-CN" altLang="en-US" dirty="0"/>
              <a:t>任意权值的单源最短路径</a:t>
            </a:r>
          </a:p>
        </p:txBody>
      </p:sp>
      <p:sp>
        <p:nvSpPr>
          <p:cNvPr id="308227" name="Rectangle 3">
            <a:extLst>
              <a:ext uri="{FF2B5EF4-FFF2-40B4-BE49-F238E27FC236}">
                <a16:creationId xmlns:a16="http://schemas.microsoft.com/office/drawing/2014/main" id="{87612D6F-F967-3CCD-DAE0-DC435CADC3B7}"/>
              </a:ext>
            </a:extLst>
          </p:cNvPr>
          <p:cNvSpPr>
            <a:spLocks noGrp="1" noChangeArrowheads="1"/>
          </p:cNvSpPr>
          <p:nvPr>
            <p:ph type="body" idx="1"/>
          </p:nvPr>
        </p:nvSpPr>
        <p:spPr>
          <a:xfrm>
            <a:off x="628650" y="1690688"/>
            <a:ext cx="7886700" cy="1144385"/>
          </a:xfrm>
        </p:spPr>
        <p:txBody>
          <a:bodyPr>
            <a:normAutofit fontScale="85000" lnSpcReduction="20000"/>
          </a:bodyPr>
          <a:lstStyle/>
          <a:p>
            <a:pPr marL="0" indent="0">
              <a:buNone/>
            </a:pPr>
            <a:r>
              <a:rPr lang="zh-CN" altLang="en-US" dirty="0"/>
              <a:t>带权有向图</a:t>
            </a:r>
            <a:r>
              <a:rPr lang="en-US" altLang="zh-CN" dirty="0"/>
              <a:t>D</a:t>
            </a:r>
            <a:r>
              <a:rPr lang="zh-CN" altLang="en-US" dirty="0"/>
              <a:t>的某几条边或所有边的长度可能为负值。利用</a:t>
            </a:r>
            <a:r>
              <a:rPr lang="en-US" altLang="zh-CN" dirty="0"/>
              <a:t>Dijkstra</a:t>
            </a:r>
            <a:r>
              <a:rPr lang="zh-CN" altLang="en-US" dirty="0"/>
              <a:t>算法，不一定能得到正确的结果。</a:t>
            </a:r>
          </a:p>
        </p:txBody>
      </p:sp>
      <p:graphicFrame>
        <p:nvGraphicFramePr>
          <p:cNvPr id="95237" name="Object 5">
            <a:extLst>
              <a:ext uri="{FF2B5EF4-FFF2-40B4-BE49-F238E27FC236}">
                <a16:creationId xmlns:a16="http://schemas.microsoft.com/office/drawing/2014/main" id="{D34E3D50-2AFA-045A-A72B-9763AE97F785}"/>
              </a:ext>
            </a:extLst>
          </p:cNvPr>
          <p:cNvGraphicFramePr>
            <a:graphicFrameLocks noChangeAspect="1"/>
          </p:cNvGraphicFramePr>
          <p:nvPr>
            <p:extLst>
              <p:ext uri="{D42A27DB-BD31-4B8C-83A1-F6EECF244321}">
                <p14:modId xmlns:p14="http://schemas.microsoft.com/office/powerpoint/2010/main" val="1137207023"/>
              </p:ext>
            </p:extLst>
          </p:nvPr>
        </p:nvGraphicFramePr>
        <p:xfrm>
          <a:off x="104775" y="4170578"/>
          <a:ext cx="8559800" cy="2668587"/>
        </p:xfrm>
        <a:graphic>
          <a:graphicData uri="http://schemas.openxmlformats.org/presentationml/2006/ole">
            <mc:AlternateContent xmlns:mc="http://schemas.openxmlformats.org/markup-compatibility/2006">
              <mc:Choice xmlns:v="urn:schemas-microsoft-com:vml" Requires="v">
                <p:oleObj name="Document" r:id="rId2" imgW="6559296" imgH="2023872" progId="Word.Document.8">
                  <p:embed/>
                </p:oleObj>
              </mc:Choice>
              <mc:Fallback>
                <p:oleObj name="Document" r:id="rId2" imgW="6559296" imgH="2023872" progId="Word.Document.8">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775" y="4170578"/>
                        <a:ext cx="8559800" cy="2668587"/>
                      </a:xfrm>
                      <a:prstGeom prst="rect">
                        <a:avLst/>
                      </a:prstGeom>
                      <a:noFill/>
                      <a:ln>
                        <a:noFill/>
                      </a:ln>
                      <a:effectLst/>
                    </p:spPr>
                  </p:pic>
                </p:oleObj>
              </mc:Fallback>
            </mc:AlternateContent>
          </a:graphicData>
        </a:graphic>
      </p:graphicFrame>
      <p:sp>
        <p:nvSpPr>
          <p:cNvPr id="308228" name="Rectangle 4">
            <a:extLst>
              <a:ext uri="{FF2B5EF4-FFF2-40B4-BE49-F238E27FC236}">
                <a16:creationId xmlns:a16="http://schemas.microsoft.com/office/drawing/2014/main" id="{0BF8BB8A-4C9F-C8AE-AEB3-E54D4514CB6E}"/>
              </a:ext>
            </a:extLst>
          </p:cNvPr>
          <p:cNvSpPr>
            <a:spLocks noChangeArrowheads="1"/>
          </p:cNvSpPr>
          <p:nvPr/>
        </p:nvSpPr>
        <p:spPr bwMode="auto">
          <a:xfrm>
            <a:off x="670033" y="2899743"/>
            <a:ext cx="4191000" cy="1066800"/>
          </a:xfrm>
          <a:prstGeom prst="rect">
            <a:avLst/>
          </a:prstGeom>
          <a:noFill/>
          <a:ln w="9525">
            <a:noFill/>
            <a:miter lim="800000"/>
            <a:headEnd/>
            <a:tailEnd/>
          </a:ln>
        </p:spPr>
        <p:txBody>
          <a:bodyPr>
            <a:spAutoFit/>
          </a:bodyPr>
          <a:lstStyle/>
          <a:p>
            <a:pPr>
              <a:defRPr/>
            </a:pPr>
            <a:r>
              <a:rPr lang="zh-CN" altLang="en-US" sz="3200" b="1" dirty="0">
                <a:solidFill>
                  <a:srgbClr val="006600"/>
                </a:solidFill>
                <a:effectLst>
                  <a:outerShdw blurRad="38100" dist="38100" dir="2700000" algn="tl">
                    <a:srgbClr val="C0C0C0"/>
                  </a:outerShdw>
                </a:effectLst>
                <a:ea typeface="仿宋_GB2312" pitchFamily="49" charset="-122"/>
              </a:rPr>
              <a:t>若设源点</a:t>
            </a:r>
            <a:r>
              <a:rPr lang="en-US" altLang="zh-CN" sz="3200" b="1" i="1" dirty="0">
                <a:solidFill>
                  <a:srgbClr val="006600"/>
                </a:solidFill>
                <a:effectLst>
                  <a:outerShdw blurRad="38100" dist="38100" dir="2700000" algn="tl">
                    <a:srgbClr val="C0C0C0"/>
                  </a:outerShdw>
                </a:effectLst>
                <a:ea typeface="仿宋_GB2312" pitchFamily="49" charset="-122"/>
              </a:rPr>
              <a:t>v</a:t>
            </a:r>
            <a:r>
              <a:rPr lang="en-US" altLang="zh-CN" sz="3200" b="1" dirty="0">
                <a:solidFill>
                  <a:srgbClr val="006600"/>
                </a:solidFill>
                <a:effectLst>
                  <a:outerShdw blurRad="38100" dist="38100" dir="2700000" algn="tl">
                    <a:srgbClr val="C0C0C0"/>
                  </a:outerShdw>
                </a:effectLst>
                <a:ea typeface="仿宋_GB2312" pitchFamily="49" charset="-122"/>
              </a:rPr>
              <a:t> = 0</a:t>
            </a:r>
            <a:r>
              <a:rPr lang="zh-CN" altLang="en-US" sz="3200" b="1" dirty="0">
                <a:solidFill>
                  <a:srgbClr val="006600"/>
                </a:solidFill>
                <a:effectLst>
                  <a:outerShdw blurRad="38100" dist="38100" dir="2700000" algn="tl">
                    <a:srgbClr val="C0C0C0"/>
                  </a:outerShdw>
                </a:effectLst>
                <a:ea typeface="仿宋_GB2312" pitchFamily="49" charset="-122"/>
              </a:rPr>
              <a:t>，使用</a:t>
            </a:r>
            <a:r>
              <a:rPr lang="en-US" altLang="zh-CN" sz="3200" b="1" dirty="0">
                <a:solidFill>
                  <a:srgbClr val="006600"/>
                </a:solidFill>
                <a:effectLst>
                  <a:outerShdw blurRad="38100" dist="38100" dir="2700000" algn="tl">
                    <a:srgbClr val="C0C0C0"/>
                  </a:outerShdw>
                </a:effectLst>
                <a:ea typeface="仿宋_GB2312" pitchFamily="49" charset="-122"/>
              </a:rPr>
              <a:t>Dijkstra</a:t>
            </a:r>
            <a:r>
              <a:rPr lang="zh-CN" altLang="en-US" sz="3200" b="1" dirty="0">
                <a:solidFill>
                  <a:srgbClr val="006600"/>
                </a:solidFill>
                <a:effectLst>
                  <a:outerShdw blurRad="38100" dist="38100" dir="2700000" algn="tl">
                    <a:srgbClr val="C0C0C0"/>
                  </a:outerShdw>
                </a:effectLst>
                <a:ea typeface="仿宋_GB2312" pitchFamily="49" charset="-122"/>
              </a:rPr>
              <a:t>算法所得结果</a:t>
            </a:r>
            <a:endParaRPr lang="zh-CN" altLang="en-US" sz="3200" b="1" dirty="0">
              <a:solidFill>
                <a:srgbClr val="006600"/>
              </a:solidFill>
              <a:effectLst>
                <a:outerShdw blurRad="38100" dist="38100" dir="2700000" algn="tl">
                  <a:srgbClr val="C0C0C0"/>
                </a:outerShdw>
              </a:effectLst>
              <a:ea typeface="楷体_GB2312" pitchFamily="49" charset="-122"/>
            </a:endParaRPr>
          </a:p>
        </p:txBody>
      </p:sp>
      <p:grpSp>
        <p:nvGrpSpPr>
          <p:cNvPr id="95238" name="Group 19">
            <a:extLst>
              <a:ext uri="{FF2B5EF4-FFF2-40B4-BE49-F238E27FC236}">
                <a16:creationId xmlns:a16="http://schemas.microsoft.com/office/drawing/2014/main" id="{4919984C-5249-63B5-4FA2-45D17397A899}"/>
              </a:ext>
            </a:extLst>
          </p:cNvPr>
          <p:cNvGrpSpPr>
            <a:grpSpLocks/>
          </p:cNvGrpSpPr>
          <p:nvPr/>
        </p:nvGrpSpPr>
        <p:grpSpPr bwMode="auto">
          <a:xfrm>
            <a:off x="4997449" y="2508047"/>
            <a:ext cx="3581400" cy="1560513"/>
            <a:chOff x="3168" y="1225"/>
            <a:chExt cx="2256" cy="983"/>
          </a:xfrm>
        </p:grpSpPr>
        <p:sp>
          <p:nvSpPr>
            <p:cNvPr id="95239" name="Oval 6">
              <a:extLst>
                <a:ext uri="{FF2B5EF4-FFF2-40B4-BE49-F238E27FC236}">
                  <a16:creationId xmlns:a16="http://schemas.microsoft.com/office/drawing/2014/main" id="{47293049-C3AF-A76F-1E72-7DD8BA44106C}"/>
                </a:ext>
              </a:extLst>
            </p:cNvPr>
            <p:cNvSpPr>
              <a:spLocks noChangeArrowheads="1"/>
            </p:cNvSpPr>
            <p:nvPr/>
          </p:nvSpPr>
          <p:spPr bwMode="auto">
            <a:xfrm>
              <a:off x="3168" y="1872"/>
              <a:ext cx="336" cy="336"/>
            </a:xfrm>
            <a:prstGeom prst="ellipse">
              <a:avLst/>
            </a:prstGeom>
            <a:gradFill rotWithShape="0">
              <a:gsLst>
                <a:gs pos="0">
                  <a:srgbClr val="006600"/>
                </a:gs>
                <a:gs pos="100000">
                  <a:srgbClr val="002F00"/>
                </a:gs>
              </a:gsLst>
              <a:lin ang="2700000" scaled="1"/>
            </a:gradFill>
            <a:ln w="28575">
              <a:solidFill>
                <a:srgbClr val="0066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latin typeface="Times New Roman" panose="02020603050405020304" pitchFamily="18" charset="0"/>
                <a:ea typeface="宋体" panose="02010600030101010101" pitchFamily="2" charset="-122"/>
              </a:endParaRPr>
            </a:p>
          </p:txBody>
        </p:sp>
        <p:sp>
          <p:nvSpPr>
            <p:cNvPr id="95240" name="Text Box 7">
              <a:extLst>
                <a:ext uri="{FF2B5EF4-FFF2-40B4-BE49-F238E27FC236}">
                  <a16:creationId xmlns:a16="http://schemas.microsoft.com/office/drawing/2014/main" id="{536F7FB8-7446-B1A6-9BFC-0DBBFFF56410}"/>
                </a:ext>
              </a:extLst>
            </p:cNvPr>
            <p:cNvSpPr txBox="1">
              <a:spLocks noChangeArrowheads="1"/>
            </p:cNvSpPr>
            <p:nvPr/>
          </p:nvSpPr>
          <p:spPr bwMode="auto">
            <a:xfrm>
              <a:off x="3216" y="1872"/>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a:solidFill>
                    <a:srgbClr val="FFFF00"/>
                  </a:solidFill>
                  <a:latin typeface="Arial" panose="020B0604020202020204" pitchFamily="34" charset="0"/>
                  <a:ea typeface="宋体" panose="02010600030101010101" pitchFamily="2" charset="-122"/>
                </a:rPr>
                <a:t>0</a:t>
              </a:r>
              <a:endParaRPr kumimoji="1" lang="en-US" altLang="zh-CN" sz="2800">
                <a:solidFill>
                  <a:srgbClr val="FFFF00"/>
                </a:solidFill>
                <a:latin typeface="Times New Roman" panose="02020603050405020304" pitchFamily="18" charset="0"/>
                <a:ea typeface="宋体" panose="02010600030101010101" pitchFamily="2" charset="-122"/>
              </a:endParaRPr>
            </a:p>
          </p:txBody>
        </p:sp>
        <p:sp>
          <p:nvSpPr>
            <p:cNvPr id="95241" name="Oval 8">
              <a:extLst>
                <a:ext uri="{FF2B5EF4-FFF2-40B4-BE49-F238E27FC236}">
                  <a16:creationId xmlns:a16="http://schemas.microsoft.com/office/drawing/2014/main" id="{638A408D-C7D3-840E-4425-2B820AA8AA68}"/>
                </a:ext>
              </a:extLst>
            </p:cNvPr>
            <p:cNvSpPr>
              <a:spLocks noChangeArrowheads="1"/>
            </p:cNvSpPr>
            <p:nvPr/>
          </p:nvSpPr>
          <p:spPr bwMode="auto">
            <a:xfrm>
              <a:off x="4128" y="1872"/>
              <a:ext cx="336" cy="336"/>
            </a:xfrm>
            <a:prstGeom prst="ellipse">
              <a:avLst/>
            </a:prstGeom>
            <a:gradFill rotWithShape="0">
              <a:gsLst>
                <a:gs pos="0">
                  <a:srgbClr val="006600"/>
                </a:gs>
                <a:gs pos="100000">
                  <a:srgbClr val="002F00"/>
                </a:gs>
              </a:gsLst>
              <a:lin ang="2700000" scaled="1"/>
            </a:gradFill>
            <a:ln w="38100">
              <a:solidFill>
                <a:srgbClr val="0066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latin typeface="Times New Roman" panose="02020603050405020304" pitchFamily="18" charset="0"/>
                <a:ea typeface="宋体" panose="02010600030101010101" pitchFamily="2" charset="-122"/>
              </a:endParaRPr>
            </a:p>
          </p:txBody>
        </p:sp>
        <p:sp>
          <p:nvSpPr>
            <p:cNvPr id="95242" name="Oval 9">
              <a:extLst>
                <a:ext uri="{FF2B5EF4-FFF2-40B4-BE49-F238E27FC236}">
                  <a16:creationId xmlns:a16="http://schemas.microsoft.com/office/drawing/2014/main" id="{B47B8A71-8F0A-CB10-900A-C91663BFF9AC}"/>
                </a:ext>
              </a:extLst>
            </p:cNvPr>
            <p:cNvSpPr>
              <a:spLocks noChangeArrowheads="1"/>
            </p:cNvSpPr>
            <p:nvPr/>
          </p:nvSpPr>
          <p:spPr bwMode="auto">
            <a:xfrm>
              <a:off x="5088" y="1872"/>
              <a:ext cx="336" cy="336"/>
            </a:xfrm>
            <a:prstGeom prst="ellipse">
              <a:avLst/>
            </a:prstGeom>
            <a:gradFill rotWithShape="0">
              <a:gsLst>
                <a:gs pos="0">
                  <a:srgbClr val="006600"/>
                </a:gs>
                <a:gs pos="100000">
                  <a:srgbClr val="002F00"/>
                </a:gs>
              </a:gsLst>
              <a:lin ang="2700000" scaled="1"/>
            </a:gradFill>
            <a:ln w="38100">
              <a:solidFill>
                <a:srgbClr val="0066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latin typeface="Times New Roman" panose="02020603050405020304" pitchFamily="18" charset="0"/>
                <a:ea typeface="宋体" panose="02010600030101010101" pitchFamily="2" charset="-122"/>
              </a:endParaRPr>
            </a:p>
          </p:txBody>
        </p:sp>
        <p:sp>
          <p:nvSpPr>
            <p:cNvPr id="95243" name="Text Box 10">
              <a:extLst>
                <a:ext uri="{FF2B5EF4-FFF2-40B4-BE49-F238E27FC236}">
                  <a16:creationId xmlns:a16="http://schemas.microsoft.com/office/drawing/2014/main" id="{76613C52-0CA0-5C10-4713-83353D11413F}"/>
                </a:ext>
              </a:extLst>
            </p:cNvPr>
            <p:cNvSpPr txBox="1">
              <a:spLocks noChangeArrowheads="1"/>
            </p:cNvSpPr>
            <p:nvPr/>
          </p:nvSpPr>
          <p:spPr bwMode="auto">
            <a:xfrm>
              <a:off x="4175" y="1872"/>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a:solidFill>
                    <a:srgbClr val="FFFF00"/>
                  </a:solidFill>
                  <a:latin typeface="Arial" panose="020B0604020202020204" pitchFamily="34" charset="0"/>
                  <a:ea typeface="宋体" panose="02010600030101010101" pitchFamily="2" charset="-122"/>
                </a:rPr>
                <a:t>1</a:t>
              </a:r>
              <a:endParaRPr kumimoji="1" lang="en-US" altLang="zh-CN" sz="2800">
                <a:solidFill>
                  <a:srgbClr val="FFFF00"/>
                </a:solidFill>
                <a:latin typeface="Times New Roman" panose="02020603050405020304" pitchFamily="18" charset="0"/>
                <a:ea typeface="宋体" panose="02010600030101010101" pitchFamily="2" charset="-122"/>
              </a:endParaRPr>
            </a:p>
          </p:txBody>
        </p:sp>
        <p:sp>
          <p:nvSpPr>
            <p:cNvPr id="95244" name="Text Box 11">
              <a:extLst>
                <a:ext uri="{FF2B5EF4-FFF2-40B4-BE49-F238E27FC236}">
                  <a16:creationId xmlns:a16="http://schemas.microsoft.com/office/drawing/2014/main" id="{85551F92-D482-AB1A-0243-5866404E2473}"/>
                </a:ext>
              </a:extLst>
            </p:cNvPr>
            <p:cNvSpPr txBox="1">
              <a:spLocks noChangeArrowheads="1"/>
            </p:cNvSpPr>
            <p:nvPr/>
          </p:nvSpPr>
          <p:spPr bwMode="auto">
            <a:xfrm>
              <a:off x="5134" y="1872"/>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a:solidFill>
                    <a:srgbClr val="FFFF00"/>
                  </a:solidFill>
                  <a:latin typeface="Arial" panose="020B0604020202020204" pitchFamily="34" charset="0"/>
                  <a:ea typeface="宋体" panose="02010600030101010101" pitchFamily="2" charset="-122"/>
                </a:rPr>
                <a:t>2</a:t>
              </a:r>
              <a:endParaRPr kumimoji="1" lang="en-US" altLang="zh-CN" sz="2800">
                <a:solidFill>
                  <a:srgbClr val="FFFF00"/>
                </a:solidFill>
                <a:latin typeface="Times New Roman" panose="02020603050405020304" pitchFamily="18" charset="0"/>
                <a:ea typeface="宋体" panose="02010600030101010101" pitchFamily="2" charset="-122"/>
              </a:endParaRPr>
            </a:p>
          </p:txBody>
        </p:sp>
        <p:sp>
          <p:nvSpPr>
            <p:cNvPr id="95245" name="Text Box 13">
              <a:extLst>
                <a:ext uri="{FF2B5EF4-FFF2-40B4-BE49-F238E27FC236}">
                  <a16:creationId xmlns:a16="http://schemas.microsoft.com/office/drawing/2014/main" id="{23E78896-4ABA-9A1A-B759-03B8132C5E8A}"/>
                </a:ext>
              </a:extLst>
            </p:cNvPr>
            <p:cNvSpPr txBox="1">
              <a:spLocks noChangeArrowheads="1"/>
            </p:cNvSpPr>
            <p:nvPr/>
          </p:nvSpPr>
          <p:spPr bwMode="auto">
            <a:xfrm>
              <a:off x="4178" y="1225"/>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FF3300"/>
                  </a:solidFill>
                  <a:latin typeface="Times New Roman" panose="02020603050405020304" pitchFamily="18" charset="0"/>
                  <a:ea typeface="宋体" panose="02010600030101010101" pitchFamily="2" charset="-122"/>
                </a:rPr>
                <a:t>5</a:t>
              </a:r>
            </a:p>
          </p:txBody>
        </p:sp>
        <p:cxnSp>
          <p:nvCxnSpPr>
            <p:cNvPr id="95246" name="AutoShape 14">
              <a:extLst>
                <a:ext uri="{FF2B5EF4-FFF2-40B4-BE49-F238E27FC236}">
                  <a16:creationId xmlns:a16="http://schemas.microsoft.com/office/drawing/2014/main" id="{AB536BB2-0637-1171-5C07-BB1F5A0A7A5B}"/>
                </a:ext>
              </a:extLst>
            </p:cNvPr>
            <p:cNvCxnSpPr>
              <a:cxnSpLocks noChangeShapeType="1"/>
              <a:stCxn id="95239" idx="6"/>
              <a:endCxn id="95241" idx="2"/>
            </p:cNvCxnSpPr>
            <p:nvPr/>
          </p:nvCxnSpPr>
          <p:spPr bwMode="auto">
            <a:xfrm>
              <a:off x="3513" y="2040"/>
              <a:ext cx="603" cy="0"/>
            </a:xfrm>
            <a:prstGeom prst="straightConnector1">
              <a:avLst/>
            </a:prstGeom>
            <a:noFill/>
            <a:ln w="31750">
              <a:solidFill>
                <a:srgbClr val="0000FF"/>
              </a:solidFill>
              <a:round/>
              <a:headEnd/>
              <a:tailEnd type="triangle" w="sm" len="lg"/>
            </a:ln>
            <a:extLst>
              <a:ext uri="{909E8E84-426E-40DD-AFC4-6F175D3DCCD1}">
                <a14:hiddenFill xmlns:a14="http://schemas.microsoft.com/office/drawing/2010/main">
                  <a:noFill/>
                </a14:hiddenFill>
              </a:ext>
            </a:extLst>
          </p:spPr>
        </p:cxnSp>
        <p:cxnSp>
          <p:nvCxnSpPr>
            <p:cNvPr id="95247" name="AutoShape 15">
              <a:extLst>
                <a:ext uri="{FF2B5EF4-FFF2-40B4-BE49-F238E27FC236}">
                  <a16:creationId xmlns:a16="http://schemas.microsoft.com/office/drawing/2014/main" id="{D9A69874-D80F-8966-645B-3BB13188501A}"/>
                </a:ext>
              </a:extLst>
            </p:cNvPr>
            <p:cNvCxnSpPr>
              <a:cxnSpLocks noChangeShapeType="1"/>
              <a:stCxn id="95241" idx="6"/>
              <a:endCxn id="95242" idx="2"/>
            </p:cNvCxnSpPr>
            <p:nvPr/>
          </p:nvCxnSpPr>
          <p:spPr bwMode="auto">
            <a:xfrm>
              <a:off x="4476" y="2040"/>
              <a:ext cx="600" cy="0"/>
            </a:xfrm>
            <a:prstGeom prst="straightConnector1">
              <a:avLst/>
            </a:prstGeom>
            <a:noFill/>
            <a:ln w="31750">
              <a:solidFill>
                <a:srgbClr val="0000FF"/>
              </a:solidFill>
              <a:round/>
              <a:headEnd/>
              <a:tailEnd type="triangle" w="sm" len="lg"/>
            </a:ln>
            <a:extLst>
              <a:ext uri="{909E8E84-426E-40DD-AFC4-6F175D3DCCD1}">
                <a14:hiddenFill xmlns:a14="http://schemas.microsoft.com/office/drawing/2010/main">
                  <a:noFill/>
                </a14:hiddenFill>
              </a:ext>
            </a:extLst>
          </p:spPr>
        </p:cxnSp>
        <p:sp>
          <p:nvSpPr>
            <p:cNvPr id="95248" name="Text Box 16">
              <a:extLst>
                <a:ext uri="{FF2B5EF4-FFF2-40B4-BE49-F238E27FC236}">
                  <a16:creationId xmlns:a16="http://schemas.microsoft.com/office/drawing/2014/main" id="{79C39F31-E087-E1DA-1CA3-3792190094A4}"/>
                </a:ext>
              </a:extLst>
            </p:cNvPr>
            <p:cNvSpPr txBox="1">
              <a:spLocks noChangeArrowheads="1"/>
            </p:cNvSpPr>
            <p:nvPr/>
          </p:nvSpPr>
          <p:spPr bwMode="auto">
            <a:xfrm>
              <a:off x="3660" y="1728"/>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FF3300"/>
                  </a:solidFill>
                  <a:latin typeface="Times New Roman" panose="02020603050405020304" pitchFamily="18" charset="0"/>
                  <a:ea typeface="宋体" panose="02010600030101010101" pitchFamily="2" charset="-122"/>
                </a:rPr>
                <a:t>7</a:t>
              </a:r>
            </a:p>
          </p:txBody>
        </p:sp>
        <p:sp>
          <p:nvSpPr>
            <p:cNvPr id="95249" name="Text Box 17">
              <a:extLst>
                <a:ext uri="{FF2B5EF4-FFF2-40B4-BE49-F238E27FC236}">
                  <a16:creationId xmlns:a16="http://schemas.microsoft.com/office/drawing/2014/main" id="{38F99D51-5FF2-EA37-2DCD-1F13F140CAF2}"/>
                </a:ext>
              </a:extLst>
            </p:cNvPr>
            <p:cNvSpPr txBox="1">
              <a:spLocks noChangeArrowheads="1"/>
            </p:cNvSpPr>
            <p:nvPr/>
          </p:nvSpPr>
          <p:spPr bwMode="auto">
            <a:xfrm>
              <a:off x="4578" y="1728"/>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FF3300"/>
                  </a:solidFill>
                  <a:latin typeface="仿宋_GB2312" pitchFamily="49" charset="-122"/>
                  <a:ea typeface="仿宋_GB2312" pitchFamily="49" charset="-122"/>
                </a:rPr>
                <a:t>-</a:t>
              </a:r>
              <a:r>
                <a:rPr kumimoji="1" lang="en-US" altLang="zh-CN" sz="2800" b="1">
                  <a:solidFill>
                    <a:srgbClr val="FF3300"/>
                  </a:solidFill>
                  <a:latin typeface="Times New Roman" panose="02020603050405020304" pitchFamily="18" charset="0"/>
                  <a:ea typeface="宋体" panose="02010600030101010101" pitchFamily="2" charset="-122"/>
                </a:rPr>
                <a:t>5</a:t>
              </a:r>
              <a:endParaRPr kumimoji="1" lang="en-US" altLang="zh-CN" sz="2400" b="1">
                <a:solidFill>
                  <a:srgbClr val="FF3300"/>
                </a:solidFill>
                <a:latin typeface="Times New Roman" panose="02020603050405020304" pitchFamily="18" charset="0"/>
                <a:ea typeface="宋体" panose="02010600030101010101" pitchFamily="2" charset="-122"/>
              </a:endParaRPr>
            </a:p>
          </p:txBody>
        </p:sp>
        <p:sp>
          <p:nvSpPr>
            <p:cNvPr id="95250" name="Freeform 18">
              <a:extLst>
                <a:ext uri="{FF2B5EF4-FFF2-40B4-BE49-F238E27FC236}">
                  <a16:creationId xmlns:a16="http://schemas.microsoft.com/office/drawing/2014/main" id="{779B1869-876E-43C4-4884-63B60D4C096B}"/>
                </a:ext>
              </a:extLst>
            </p:cNvPr>
            <p:cNvSpPr>
              <a:spLocks/>
            </p:cNvSpPr>
            <p:nvPr/>
          </p:nvSpPr>
          <p:spPr bwMode="auto">
            <a:xfrm>
              <a:off x="3419" y="1542"/>
              <a:ext cx="1710" cy="387"/>
            </a:xfrm>
            <a:custGeom>
              <a:avLst/>
              <a:gdLst>
                <a:gd name="T0" fmla="*/ 0 w 1710"/>
                <a:gd name="T1" fmla="*/ 351 h 387"/>
                <a:gd name="T2" fmla="*/ 128 w 1710"/>
                <a:gd name="T3" fmla="*/ 223 h 387"/>
                <a:gd name="T4" fmla="*/ 275 w 1710"/>
                <a:gd name="T5" fmla="*/ 104 h 387"/>
                <a:gd name="T6" fmla="*/ 448 w 1710"/>
                <a:gd name="T7" fmla="*/ 49 h 387"/>
                <a:gd name="T8" fmla="*/ 640 w 1710"/>
                <a:gd name="T9" fmla="*/ 12 h 387"/>
                <a:gd name="T10" fmla="*/ 942 w 1710"/>
                <a:gd name="T11" fmla="*/ 3 h 387"/>
                <a:gd name="T12" fmla="*/ 1152 w 1710"/>
                <a:gd name="T13" fmla="*/ 31 h 387"/>
                <a:gd name="T14" fmla="*/ 1408 w 1710"/>
                <a:gd name="T15" fmla="*/ 140 h 387"/>
                <a:gd name="T16" fmla="*/ 1628 w 1710"/>
                <a:gd name="T17" fmla="*/ 296 h 387"/>
                <a:gd name="T18" fmla="*/ 1710 w 1710"/>
                <a:gd name="T19" fmla="*/ 387 h 38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10"/>
                <a:gd name="T31" fmla="*/ 0 h 387"/>
                <a:gd name="T32" fmla="*/ 1710 w 1710"/>
                <a:gd name="T33" fmla="*/ 387 h 38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10" h="387">
                  <a:moveTo>
                    <a:pt x="0" y="351"/>
                  </a:moveTo>
                  <a:cubicBezTo>
                    <a:pt x="41" y="307"/>
                    <a:pt x="82" y="264"/>
                    <a:pt x="128" y="223"/>
                  </a:cubicBezTo>
                  <a:cubicBezTo>
                    <a:pt x="174" y="182"/>
                    <a:pt x="222" y="133"/>
                    <a:pt x="275" y="104"/>
                  </a:cubicBezTo>
                  <a:cubicBezTo>
                    <a:pt x="328" y="75"/>
                    <a:pt x="387" y="64"/>
                    <a:pt x="448" y="49"/>
                  </a:cubicBezTo>
                  <a:cubicBezTo>
                    <a:pt x="509" y="34"/>
                    <a:pt x="558" y="20"/>
                    <a:pt x="640" y="12"/>
                  </a:cubicBezTo>
                  <a:cubicBezTo>
                    <a:pt x="722" y="4"/>
                    <a:pt x="857" y="0"/>
                    <a:pt x="942" y="3"/>
                  </a:cubicBezTo>
                  <a:cubicBezTo>
                    <a:pt x="1027" y="6"/>
                    <a:pt x="1074" y="8"/>
                    <a:pt x="1152" y="31"/>
                  </a:cubicBezTo>
                  <a:cubicBezTo>
                    <a:pt x="1230" y="54"/>
                    <a:pt x="1329" y="96"/>
                    <a:pt x="1408" y="140"/>
                  </a:cubicBezTo>
                  <a:cubicBezTo>
                    <a:pt x="1487" y="184"/>
                    <a:pt x="1578" y="255"/>
                    <a:pt x="1628" y="296"/>
                  </a:cubicBezTo>
                  <a:cubicBezTo>
                    <a:pt x="1678" y="337"/>
                    <a:pt x="1696" y="373"/>
                    <a:pt x="1710" y="387"/>
                  </a:cubicBezTo>
                </a:path>
              </a:pathLst>
            </a:custGeom>
            <a:noFill/>
            <a:ln w="31750">
              <a:solidFill>
                <a:srgbClr val="0000FF"/>
              </a:solidFill>
              <a:round/>
              <a:headEnd/>
              <a:tailEnd type="triangle"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2" name="灯片编号占位符 1">
            <a:extLst>
              <a:ext uri="{FF2B5EF4-FFF2-40B4-BE49-F238E27FC236}">
                <a16:creationId xmlns:a16="http://schemas.microsoft.com/office/drawing/2014/main" id="{A12D980D-7B0C-6A50-5803-CB7A41655F6F}"/>
              </a:ext>
            </a:extLst>
          </p:cNvPr>
          <p:cNvSpPr>
            <a:spLocks noGrp="1"/>
          </p:cNvSpPr>
          <p:nvPr>
            <p:ph type="sldNum" sz="quarter" idx="12"/>
          </p:nvPr>
        </p:nvSpPr>
        <p:spPr/>
        <p:txBody>
          <a:bodyPr/>
          <a:lstStyle/>
          <a:p>
            <a:pPr>
              <a:defRPr/>
            </a:pPr>
            <a:fld id="{2E0F9FB0-350A-4A87-9CD5-1F022F266B97}" type="slidenum">
              <a:rPr lang="en-US" altLang="zh-CN" smtClean="0"/>
              <a:pPr>
                <a:defRPr/>
              </a:pPr>
              <a:t>77</a:t>
            </a:fld>
            <a:endParaRPr lang="en-US" altLang="zh-CN"/>
          </a:p>
        </p:txBody>
      </p:sp>
    </p:spTree>
  </p:cSld>
  <p:clrMapOvr>
    <a:masterClrMapping/>
  </p:clrMapOvr>
  <p:transition>
    <p:zoom/>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2">
            <a:extLst>
              <a:ext uri="{FF2B5EF4-FFF2-40B4-BE49-F238E27FC236}">
                <a16:creationId xmlns:a16="http://schemas.microsoft.com/office/drawing/2014/main" id="{4AB6CD96-A680-5548-9DEE-30DB3FF7E21B}"/>
              </a:ext>
            </a:extLst>
          </p:cNvPr>
          <p:cNvSpPr>
            <a:spLocks noGrp="1" noChangeArrowheads="1"/>
          </p:cNvSpPr>
          <p:nvPr>
            <p:ph type="body" idx="1"/>
          </p:nvPr>
        </p:nvSpPr>
        <p:spPr>
          <a:xfrm>
            <a:off x="467544" y="2102370"/>
            <a:ext cx="8352928" cy="4514555"/>
          </a:xfrm>
        </p:spPr>
        <p:txBody>
          <a:bodyPr>
            <a:normAutofit fontScale="85000" lnSpcReduction="20000"/>
          </a:bodyPr>
          <a:lstStyle/>
          <a:p>
            <a:r>
              <a:rPr lang="zh-CN" altLang="en-US" dirty="0"/>
              <a:t>源点</a:t>
            </a:r>
            <a:r>
              <a:rPr lang="en-US" altLang="zh-CN" dirty="0"/>
              <a:t>0</a:t>
            </a:r>
            <a:r>
              <a:rPr lang="zh-CN" altLang="en-US" dirty="0"/>
              <a:t>到终点</a:t>
            </a:r>
            <a:r>
              <a:rPr lang="en-US" altLang="zh-CN" dirty="0"/>
              <a:t>2</a:t>
            </a:r>
            <a:r>
              <a:rPr lang="zh-CN" altLang="en-US" dirty="0"/>
              <a:t>的最短路径应是</a:t>
            </a:r>
            <a:r>
              <a:rPr lang="en-US" altLang="zh-CN" dirty="0"/>
              <a:t>0, 1, 2</a:t>
            </a:r>
            <a:r>
              <a:rPr lang="zh-CN" altLang="en-US" dirty="0"/>
              <a:t>，其长度为</a:t>
            </a:r>
            <a:r>
              <a:rPr lang="en-US" altLang="zh-CN" dirty="0"/>
              <a:t>2</a:t>
            </a:r>
            <a:r>
              <a:rPr lang="zh-CN" altLang="en-US" dirty="0"/>
              <a:t>，它小于算法中计算出来的</a:t>
            </a:r>
            <a:r>
              <a:rPr lang="en-US" altLang="zh-CN" dirty="0" err="1"/>
              <a:t>dist</a:t>
            </a:r>
            <a:r>
              <a:rPr lang="en-US" altLang="zh-CN" dirty="0"/>
              <a:t>[2]</a:t>
            </a:r>
            <a:r>
              <a:rPr lang="zh-CN" altLang="en-US" dirty="0"/>
              <a:t>的值。 </a:t>
            </a:r>
          </a:p>
          <a:p>
            <a:r>
              <a:rPr lang="en-US" altLang="zh-CN" dirty="0"/>
              <a:t>Bellman</a:t>
            </a:r>
            <a:r>
              <a:rPr lang="zh-CN" altLang="en-US" dirty="0"/>
              <a:t>和</a:t>
            </a:r>
            <a:r>
              <a:rPr lang="en-US" altLang="zh-CN" dirty="0"/>
              <a:t>Ford</a:t>
            </a:r>
            <a:r>
              <a:rPr lang="zh-CN" altLang="en-US" dirty="0"/>
              <a:t>提出了从源点逐次绕过其他顶点，以缩短到达终点的最短路径长度的方法。</a:t>
            </a:r>
            <a:endParaRPr lang="en-US" altLang="zh-CN" dirty="0"/>
          </a:p>
          <a:p>
            <a:pPr lvl="1"/>
            <a:r>
              <a:rPr lang="zh-CN" altLang="en-US" dirty="0"/>
              <a:t>该方法要求图中不能包含有负权值的回路。</a:t>
            </a:r>
            <a:endParaRPr lang="en-US" altLang="zh-CN" dirty="0"/>
          </a:p>
          <a:p>
            <a:pPr lvl="2"/>
            <a:r>
              <a:rPr lang="zh-CN" altLang="en-US" dirty="0"/>
              <a:t>上面右侧的图就含负权值的回路</a:t>
            </a:r>
            <a:endParaRPr lang="en-US" altLang="zh-CN" dirty="0"/>
          </a:p>
          <a:p>
            <a:r>
              <a:rPr lang="zh-CN" altLang="en-US" dirty="0"/>
              <a:t>当图中没有负权值的回路时，有</a:t>
            </a:r>
            <a:r>
              <a:rPr lang="en-US" altLang="zh-CN" dirty="0"/>
              <a:t>n</a:t>
            </a:r>
            <a:r>
              <a:rPr lang="zh-CN" altLang="en-US" dirty="0"/>
              <a:t>个顶点的图中任意两个顶点之间如果存在最短路径，此路径最多有</a:t>
            </a:r>
            <a:r>
              <a:rPr lang="en-US" altLang="zh-CN" dirty="0"/>
              <a:t>n-1</a:t>
            </a:r>
            <a:r>
              <a:rPr lang="zh-CN" altLang="en-US" dirty="0"/>
              <a:t>条边。</a:t>
            </a:r>
          </a:p>
          <a:p>
            <a:r>
              <a:rPr lang="zh-CN" altLang="en-US" dirty="0"/>
              <a:t>以此为依据考虑计算从源点</a:t>
            </a:r>
            <a:r>
              <a:rPr lang="en-US" altLang="zh-CN" dirty="0"/>
              <a:t>v</a:t>
            </a:r>
            <a:r>
              <a:rPr lang="zh-CN" altLang="en-US" dirty="0"/>
              <a:t>到其他顶点</a:t>
            </a:r>
            <a:r>
              <a:rPr lang="en-US" altLang="zh-CN" dirty="0"/>
              <a:t>u</a:t>
            </a:r>
            <a:r>
              <a:rPr lang="zh-CN" altLang="en-US" dirty="0"/>
              <a:t>的最短路径的长度</a:t>
            </a:r>
            <a:r>
              <a:rPr lang="en-US" altLang="zh-CN" dirty="0" err="1"/>
              <a:t>dist</a:t>
            </a:r>
            <a:r>
              <a:rPr lang="en-US" altLang="zh-CN" dirty="0"/>
              <a:t>[u]</a:t>
            </a:r>
            <a:r>
              <a:rPr lang="zh-CN" altLang="en-US" dirty="0"/>
              <a:t>。</a:t>
            </a:r>
          </a:p>
        </p:txBody>
      </p:sp>
      <p:grpSp>
        <p:nvGrpSpPr>
          <p:cNvPr id="96259" name="Group 23">
            <a:extLst>
              <a:ext uri="{FF2B5EF4-FFF2-40B4-BE49-F238E27FC236}">
                <a16:creationId xmlns:a16="http://schemas.microsoft.com/office/drawing/2014/main" id="{3BB0D8BA-FE2B-4AA3-D368-86EF6CF68C98}"/>
              </a:ext>
            </a:extLst>
          </p:cNvPr>
          <p:cNvGrpSpPr>
            <a:grpSpLocks/>
          </p:cNvGrpSpPr>
          <p:nvPr/>
        </p:nvGrpSpPr>
        <p:grpSpPr bwMode="auto">
          <a:xfrm>
            <a:off x="620802" y="31522"/>
            <a:ext cx="3581400" cy="1524000"/>
            <a:chOff x="354" y="2357"/>
            <a:chExt cx="2256" cy="960"/>
          </a:xfrm>
        </p:grpSpPr>
        <p:sp>
          <p:nvSpPr>
            <p:cNvPr id="96270" name="Oval 3">
              <a:extLst>
                <a:ext uri="{FF2B5EF4-FFF2-40B4-BE49-F238E27FC236}">
                  <a16:creationId xmlns:a16="http://schemas.microsoft.com/office/drawing/2014/main" id="{55F2F354-BEFA-7B54-C108-95303C2BC10A}"/>
                </a:ext>
              </a:extLst>
            </p:cNvPr>
            <p:cNvSpPr>
              <a:spLocks noChangeArrowheads="1"/>
            </p:cNvSpPr>
            <p:nvPr/>
          </p:nvSpPr>
          <p:spPr bwMode="auto">
            <a:xfrm>
              <a:off x="354" y="3077"/>
              <a:ext cx="240" cy="240"/>
            </a:xfrm>
            <a:prstGeom prst="ellipse">
              <a:avLst/>
            </a:prstGeom>
            <a:solidFill>
              <a:schemeClr val="accent1"/>
            </a:solidFill>
            <a:ln w="28575">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 0</a:t>
              </a:r>
              <a:endParaRPr kumimoji="1" lang="en-US" altLang="zh-CN" sz="2400">
                <a:latin typeface="Times New Roman" panose="02020603050405020304" pitchFamily="18" charset="0"/>
                <a:ea typeface="宋体" panose="02010600030101010101" pitchFamily="2" charset="-122"/>
              </a:endParaRPr>
            </a:p>
          </p:txBody>
        </p:sp>
        <p:sp>
          <p:nvSpPr>
            <p:cNvPr id="96271" name="Oval 4">
              <a:extLst>
                <a:ext uri="{FF2B5EF4-FFF2-40B4-BE49-F238E27FC236}">
                  <a16:creationId xmlns:a16="http://schemas.microsoft.com/office/drawing/2014/main" id="{4860E519-0B2F-2F01-60D2-A341A57D2462}"/>
                </a:ext>
              </a:extLst>
            </p:cNvPr>
            <p:cNvSpPr>
              <a:spLocks noChangeArrowheads="1"/>
            </p:cNvSpPr>
            <p:nvPr/>
          </p:nvSpPr>
          <p:spPr bwMode="auto">
            <a:xfrm>
              <a:off x="1362" y="3077"/>
              <a:ext cx="240" cy="240"/>
            </a:xfrm>
            <a:prstGeom prst="ellipse">
              <a:avLst/>
            </a:prstGeom>
            <a:solidFill>
              <a:schemeClr val="accent1"/>
            </a:solidFill>
            <a:ln w="28575">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 1</a:t>
              </a:r>
              <a:endParaRPr kumimoji="1" lang="en-US" altLang="zh-CN" sz="2400">
                <a:latin typeface="Times New Roman" panose="02020603050405020304" pitchFamily="18" charset="0"/>
                <a:ea typeface="宋体" panose="02010600030101010101" pitchFamily="2" charset="-122"/>
              </a:endParaRPr>
            </a:p>
          </p:txBody>
        </p:sp>
        <p:sp>
          <p:nvSpPr>
            <p:cNvPr id="96272" name="Oval 5">
              <a:extLst>
                <a:ext uri="{FF2B5EF4-FFF2-40B4-BE49-F238E27FC236}">
                  <a16:creationId xmlns:a16="http://schemas.microsoft.com/office/drawing/2014/main" id="{06A53750-A8B2-50CC-7AE4-77B4054DF3C0}"/>
                </a:ext>
              </a:extLst>
            </p:cNvPr>
            <p:cNvSpPr>
              <a:spLocks noChangeArrowheads="1"/>
            </p:cNvSpPr>
            <p:nvPr/>
          </p:nvSpPr>
          <p:spPr bwMode="auto">
            <a:xfrm>
              <a:off x="2370" y="3077"/>
              <a:ext cx="240" cy="240"/>
            </a:xfrm>
            <a:prstGeom prst="ellipse">
              <a:avLst/>
            </a:prstGeom>
            <a:solidFill>
              <a:schemeClr val="accent1"/>
            </a:solidFill>
            <a:ln w="28575">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 2</a:t>
              </a:r>
              <a:endParaRPr kumimoji="1" lang="en-US" altLang="zh-CN" sz="2400">
                <a:latin typeface="Times New Roman" panose="02020603050405020304" pitchFamily="18" charset="0"/>
                <a:ea typeface="宋体" panose="02010600030101010101" pitchFamily="2" charset="-122"/>
              </a:endParaRPr>
            </a:p>
          </p:txBody>
        </p:sp>
        <p:sp>
          <p:nvSpPr>
            <p:cNvPr id="96273" name="Line 6">
              <a:extLst>
                <a:ext uri="{FF2B5EF4-FFF2-40B4-BE49-F238E27FC236}">
                  <a16:creationId xmlns:a16="http://schemas.microsoft.com/office/drawing/2014/main" id="{0C8CA147-E25F-D4EF-9DED-3262844D16B0}"/>
                </a:ext>
              </a:extLst>
            </p:cNvPr>
            <p:cNvSpPr>
              <a:spLocks noChangeShapeType="1"/>
            </p:cNvSpPr>
            <p:nvPr/>
          </p:nvSpPr>
          <p:spPr bwMode="auto">
            <a:xfrm>
              <a:off x="1602" y="3173"/>
              <a:ext cx="768" cy="0"/>
            </a:xfrm>
            <a:prstGeom prst="line">
              <a:avLst/>
            </a:prstGeom>
            <a:noFill/>
            <a:ln w="31750">
              <a:solidFill>
                <a:srgbClr val="0000FF"/>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274" name="Line 7">
              <a:extLst>
                <a:ext uri="{FF2B5EF4-FFF2-40B4-BE49-F238E27FC236}">
                  <a16:creationId xmlns:a16="http://schemas.microsoft.com/office/drawing/2014/main" id="{801D9EFE-E6FD-DAF9-BFB9-C72D5DD4A802}"/>
                </a:ext>
              </a:extLst>
            </p:cNvPr>
            <p:cNvSpPr>
              <a:spLocks noChangeShapeType="1"/>
            </p:cNvSpPr>
            <p:nvPr/>
          </p:nvSpPr>
          <p:spPr bwMode="auto">
            <a:xfrm>
              <a:off x="594" y="3173"/>
              <a:ext cx="768" cy="0"/>
            </a:xfrm>
            <a:prstGeom prst="line">
              <a:avLst/>
            </a:prstGeom>
            <a:noFill/>
            <a:ln w="31750">
              <a:solidFill>
                <a:srgbClr val="0000FF"/>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cxnSp>
          <p:nvCxnSpPr>
            <p:cNvPr id="96275" name="AutoShape 8">
              <a:extLst>
                <a:ext uri="{FF2B5EF4-FFF2-40B4-BE49-F238E27FC236}">
                  <a16:creationId xmlns:a16="http://schemas.microsoft.com/office/drawing/2014/main" id="{43804ABE-2231-3CC6-5347-073DC4A92FBD}"/>
                </a:ext>
              </a:extLst>
            </p:cNvPr>
            <p:cNvCxnSpPr>
              <a:cxnSpLocks noChangeShapeType="1"/>
              <a:stCxn id="96270" idx="7"/>
              <a:endCxn id="96272" idx="1"/>
            </p:cNvCxnSpPr>
            <p:nvPr/>
          </p:nvCxnSpPr>
          <p:spPr bwMode="auto">
            <a:xfrm rot="5400000" flipV="1">
              <a:off x="1481" y="2181"/>
              <a:ext cx="1" cy="1846"/>
            </a:xfrm>
            <a:prstGeom prst="curvedConnector3">
              <a:avLst>
                <a:gd name="adj1" fmla="val -48200014"/>
              </a:avLst>
            </a:prstGeom>
            <a:noFill/>
            <a:ln w="31750">
              <a:solidFill>
                <a:srgbClr val="0000FF"/>
              </a:solidFill>
              <a:round/>
              <a:headEnd/>
              <a:tailEnd type="triangle" w="sm" len="lg"/>
            </a:ln>
            <a:extLst>
              <a:ext uri="{909E8E84-426E-40DD-AFC4-6F175D3DCCD1}">
                <a14:hiddenFill xmlns:a14="http://schemas.microsoft.com/office/drawing/2010/main">
                  <a:noFill/>
                </a14:hiddenFill>
              </a:ext>
            </a:extLst>
          </p:spPr>
        </p:cxnSp>
        <p:sp>
          <p:nvSpPr>
            <p:cNvPr id="96276" name="Text Box 9">
              <a:extLst>
                <a:ext uri="{FF2B5EF4-FFF2-40B4-BE49-F238E27FC236}">
                  <a16:creationId xmlns:a16="http://schemas.microsoft.com/office/drawing/2014/main" id="{F3106FA9-0F7F-22B3-8F81-3A4918EFE753}"/>
                </a:ext>
              </a:extLst>
            </p:cNvPr>
            <p:cNvSpPr txBox="1">
              <a:spLocks noChangeArrowheads="1"/>
            </p:cNvSpPr>
            <p:nvPr/>
          </p:nvSpPr>
          <p:spPr bwMode="auto">
            <a:xfrm>
              <a:off x="1390" y="2357"/>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solidFill>
                    <a:srgbClr val="FF3300"/>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96277" name="Text Box 10">
              <a:extLst>
                <a:ext uri="{FF2B5EF4-FFF2-40B4-BE49-F238E27FC236}">
                  <a16:creationId xmlns:a16="http://schemas.microsoft.com/office/drawing/2014/main" id="{65A4CE93-46CF-6425-C3F1-A07383988D31}"/>
                </a:ext>
              </a:extLst>
            </p:cNvPr>
            <p:cNvSpPr txBox="1">
              <a:spLocks noChangeArrowheads="1"/>
            </p:cNvSpPr>
            <p:nvPr/>
          </p:nvSpPr>
          <p:spPr bwMode="auto">
            <a:xfrm>
              <a:off x="824" y="2911"/>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solidFill>
                    <a:srgbClr val="FF3300"/>
                  </a:solidFill>
                  <a:latin typeface="Times New Roman" panose="02020603050405020304" pitchFamily="18" charset="0"/>
                  <a:ea typeface="宋体" panose="02010600030101010101" pitchFamily="2" charset="-122"/>
                </a:rPr>
                <a:t>7</a:t>
              </a:r>
              <a:endParaRPr kumimoji="1" lang="en-US" altLang="zh-CN" sz="2400">
                <a:latin typeface="Times New Roman" panose="02020603050405020304" pitchFamily="18" charset="0"/>
                <a:ea typeface="宋体" panose="02010600030101010101" pitchFamily="2" charset="-122"/>
              </a:endParaRPr>
            </a:p>
          </p:txBody>
        </p:sp>
        <p:sp>
          <p:nvSpPr>
            <p:cNvPr id="96278" name="Text Box 11">
              <a:extLst>
                <a:ext uri="{FF2B5EF4-FFF2-40B4-BE49-F238E27FC236}">
                  <a16:creationId xmlns:a16="http://schemas.microsoft.com/office/drawing/2014/main" id="{B720C414-A4BC-965A-F00D-A8D05A767311}"/>
                </a:ext>
              </a:extLst>
            </p:cNvPr>
            <p:cNvSpPr txBox="1">
              <a:spLocks noChangeArrowheads="1"/>
            </p:cNvSpPr>
            <p:nvPr/>
          </p:nvSpPr>
          <p:spPr bwMode="auto">
            <a:xfrm>
              <a:off x="1736" y="2911"/>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solidFill>
                    <a:srgbClr val="FF3300"/>
                  </a:solidFill>
                  <a:latin typeface="仿宋_GB2312" pitchFamily="49" charset="-122"/>
                  <a:ea typeface="仿宋_GB2312" pitchFamily="49" charset="-122"/>
                </a:rPr>
                <a:t>-</a:t>
              </a:r>
              <a:r>
                <a:rPr kumimoji="1" lang="en-US" altLang="zh-CN" sz="2400" b="1">
                  <a:solidFill>
                    <a:srgbClr val="FF3300"/>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grpSp>
      <p:grpSp>
        <p:nvGrpSpPr>
          <p:cNvPr id="96260" name="Group 24">
            <a:extLst>
              <a:ext uri="{FF2B5EF4-FFF2-40B4-BE49-F238E27FC236}">
                <a16:creationId xmlns:a16="http://schemas.microsoft.com/office/drawing/2014/main" id="{378CCAD6-6D5E-1C07-BD98-21233A7748DB}"/>
              </a:ext>
            </a:extLst>
          </p:cNvPr>
          <p:cNvGrpSpPr>
            <a:grpSpLocks/>
          </p:cNvGrpSpPr>
          <p:nvPr/>
        </p:nvGrpSpPr>
        <p:grpSpPr bwMode="auto">
          <a:xfrm>
            <a:off x="4845140" y="241072"/>
            <a:ext cx="3581400" cy="1371600"/>
            <a:chOff x="3015" y="2489"/>
            <a:chExt cx="2256" cy="864"/>
          </a:xfrm>
        </p:grpSpPr>
        <p:sp>
          <p:nvSpPr>
            <p:cNvPr id="96261" name="Oval 12">
              <a:extLst>
                <a:ext uri="{FF2B5EF4-FFF2-40B4-BE49-F238E27FC236}">
                  <a16:creationId xmlns:a16="http://schemas.microsoft.com/office/drawing/2014/main" id="{4702A9F1-979A-BCBC-739C-9704EFA61492}"/>
                </a:ext>
              </a:extLst>
            </p:cNvPr>
            <p:cNvSpPr>
              <a:spLocks noChangeArrowheads="1"/>
            </p:cNvSpPr>
            <p:nvPr/>
          </p:nvSpPr>
          <p:spPr bwMode="auto">
            <a:xfrm>
              <a:off x="3015" y="3113"/>
              <a:ext cx="240" cy="240"/>
            </a:xfrm>
            <a:prstGeom prst="ellipse">
              <a:avLst/>
            </a:prstGeom>
            <a:solidFill>
              <a:schemeClr val="accent1"/>
            </a:solidFill>
            <a:ln w="28575">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 0</a:t>
              </a:r>
              <a:endParaRPr kumimoji="1" lang="en-US" altLang="zh-CN" sz="2400">
                <a:latin typeface="Times New Roman" panose="02020603050405020304" pitchFamily="18" charset="0"/>
                <a:ea typeface="宋体" panose="02010600030101010101" pitchFamily="2" charset="-122"/>
              </a:endParaRPr>
            </a:p>
          </p:txBody>
        </p:sp>
        <p:sp>
          <p:nvSpPr>
            <p:cNvPr id="96262" name="Line 13">
              <a:extLst>
                <a:ext uri="{FF2B5EF4-FFF2-40B4-BE49-F238E27FC236}">
                  <a16:creationId xmlns:a16="http://schemas.microsoft.com/office/drawing/2014/main" id="{8BCA85CB-16B8-A8E7-3F15-599A532A3A6F}"/>
                </a:ext>
              </a:extLst>
            </p:cNvPr>
            <p:cNvSpPr>
              <a:spLocks noChangeShapeType="1"/>
            </p:cNvSpPr>
            <p:nvPr/>
          </p:nvSpPr>
          <p:spPr bwMode="auto">
            <a:xfrm>
              <a:off x="3255" y="3209"/>
              <a:ext cx="768" cy="0"/>
            </a:xfrm>
            <a:prstGeom prst="line">
              <a:avLst/>
            </a:prstGeom>
            <a:noFill/>
            <a:ln w="31750">
              <a:solidFill>
                <a:srgbClr val="339966"/>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263" name="Oval 14">
              <a:extLst>
                <a:ext uri="{FF2B5EF4-FFF2-40B4-BE49-F238E27FC236}">
                  <a16:creationId xmlns:a16="http://schemas.microsoft.com/office/drawing/2014/main" id="{8CCA48F9-F7EB-F256-D11A-23D85E060208}"/>
                </a:ext>
              </a:extLst>
            </p:cNvPr>
            <p:cNvSpPr>
              <a:spLocks noChangeArrowheads="1"/>
            </p:cNvSpPr>
            <p:nvPr/>
          </p:nvSpPr>
          <p:spPr bwMode="auto">
            <a:xfrm>
              <a:off x="4023" y="3113"/>
              <a:ext cx="240" cy="240"/>
            </a:xfrm>
            <a:prstGeom prst="ellipse">
              <a:avLst/>
            </a:prstGeom>
            <a:solidFill>
              <a:schemeClr val="accent1"/>
            </a:solidFill>
            <a:ln w="28575">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 1</a:t>
              </a:r>
              <a:endParaRPr kumimoji="1" lang="en-US" altLang="zh-CN" sz="2400">
                <a:latin typeface="Times New Roman" panose="02020603050405020304" pitchFamily="18" charset="0"/>
                <a:ea typeface="宋体" panose="02010600030101010101" pitchFamily="2" charset="-122"/>
              </a:endParaRPr>
            </a:p>
          </p:txBody>
        </p:sp>
        <p:sp>
          <p:nvSpPr>
            <p:cNvPr id="96264" name="Line 15">
              <a:extLst>
                <a:ext uri="{FF2B5EF4-FFF2-40B4-BE49-F238E27FC236}">
                  <a16:creationId xmlns:a16="http://schemas.microsoft.com/office/drawing/2014/main" id="{637F1440-37DE-D6FD-5CE5-BB13C1DECF02}"/>
                </a:ext>
              </a:extLst>
            </p:cNvPr>
            <p:cNvSpPr>
              <a:spLocks noChangeShapeType="1"/>
            </p:cNvSpPr>
            <p:nvPr/>
          </p:nvSpPr>
          <p:spPr bwMode="auto">
            <a:xfrm>
              <a:off x="4263" y="3209"/>
              <a:ext cx="768" cy="0"/>
            </a:xfrm>
            <a:prstGeom prst="line">
              <a:avLst/>
            </a:prstGeom>
            <a:noFill/>
            <a:ln w="28575">
              <a:solidFill>
                <a:srgbClr val="0000FF"/>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265" name="Oval 16">
              <a:extLst>
                <a:ext uri="{FF2B5EF4-FFF2-40B4-BE49-F238E27FC236}">
                  <a16:creationId xmlns:a16="http://schemas.microsoft.com/office/drawing/2014/main" id="{6F0D9954-91F7-B062-F352-59A165A20904}"/>
                </a:ext>
              </a:extLst>
            </p:cNvPr>
            <p:cNvSpPr>
              <a:spLocks noChangeArrowheads="1"/>
            </p:cNvSpPr>
            <p:nvPr/>
          </p:nvSpPr>
          <p:spPr bwMode="auto">
            <a:xfrm>
              <a:off x="5031" y="3113"/>
              <a:ext cx="240" cy="240"/>
            </a:xfrm>
            <a:prstGeom prst="ellipse">
              <a:avLst/>
            </a:prstGeom>
            <a:solidFill>
              <a:schemeClr val="accent1"/>
            </a:solidFill>
            <a:ln w="28575">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 2</a:t>
              </a:r>
              <a:endParaRPr kumimoji="1" lang="en-US" altLang="zh-CN" sz="2400">
                <a:latin typeface="Times New Roman" panose="02020603050405020304" pitchFamily="18" charset="0"/>
                <a:ea typeface="宋体" panose="02010600030101010101" pitchFamily="2" charset="-122"/>
              </a:endParaRPr>
            </a:p>
          </p:txBody>
        </p:sp>
        <p:sp>
          <p:nvSpPr>
            <p:cNvPr id="96266" name="Text Box 17">
              <a:extLst>
                <a:ext uri="{FF2B5EF4-FFF2-40B4-BE49-F238E27FC236}">
                  <a16:creationId xmlns:a16="http://schemas.microsoft.com/office/drawing/2014/main" id="{7C870A39-6387-D8B3-D0F5-61A8A8E6615C}"/>
                </a:ext>
              </a:extLst>
            </p:cNvPr>
            <p:cNvSpPr txBox="1">
              <a:spLocks noChangeArrowheads="1"/>
            </p:cNvSpPr>
            <p:nvPr/>
          </p:nvSpPr>
          <p:spPr bwMode="auto">
            <a:xfrm>
              <a:off x="3485" y="2947"/>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solidFill>
                    <a:srgbClr val="FF3300"/>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96267" name="Text Box 18">
              <a:extLst>
                <a:ext uri="{FF2B5EF4-FFF2-40B4-BE49-F238E27FC236}">
                  <a16:creationId xmlns:a16="http://schemas.microsoft.com/office/drawing/2014/main" id="{F73EF6E3-6C75-34FC-7D52-42E709A20532}"/>
                </a:ext>
              </a:extLst>
            </p:cNvPr>
            <p:cNvSpPr txBox="1">
              <a:spLocks noChangeArrowheads="1"/>
            </p:cNvSpPr>
            <p:nvPr/>
          </p:nvSpPr>
          <p:spPr bwMode="auto">
            <a:xfrm>
              <a:off x="4493" y="2947"/>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solidFill>
                    <a:srgbClr val="FF3300"/>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cxnSp>
          <p:nvCxnSpPr>
            <p:cNvPr id="96268" name="AutoShape 19">
              <a:extLst>
                <a:ext uri="{FF2B5EF4-FFF2-40B4-BE49-F238E27FC236}">
                  <a16:creationId xmlns:a16="http://schemas.microsoft.com/office/drawing/2014/main" id="{3E8BD3A4-2838-B616-BC9F-4EBD44DF64EB}"/>
                </a:ext>
              </a:extLst>
            </p:cNvPr>
            <p:cNvCxnSpPr>
              <a:cxnSpLocks noChangeShapeType="1"/>
              <a:stCxn id="96263" idx="0"/>
              <a:endCxn id="96261" idx="0"/>
            </p:cNvCxnSpPr>
            <p:nvPr/>
          </p:nvCxnSpPr>
          <p:spPr bwMode="auto">
            <a:xfrm rot="-5400000" flipH="1" flipV="1">
              <a:off x="3638" y="2601"/>
              <a:ext cx="1" cy="1008"/>
            </a:xfrm>
            <a:prstGeom prst="curvedConnector3">
              <a:avLst>
                <a:gd name="adj1" fmla="val -36300014"/>
              </a:avLst>
            </a:prstGeom>
            <a:noFill/>
            <a:ln w="31750">
              <a:solidFill>
                <a:srgbClr val="339966"/>
              </a:solidFill>
              <a:round/>
              <a:headEnd/>
              <a:tailEnd type="triangle" w="sm" len="lg"/>
            </a:ln>
            <a:extLst>
              <a:ext uri="{909E8E84-426E-40DD-AFC4-6F175D3DCCD1}">
                <a14:hiddenFill xmlns:a14="http://schemas.microsoft.com/office/drawing/2010/main">
                  <a:noFill/>
                </a14:hiddenFill>
              </a:ext>
            </a:extLst>
          </p:spPr>
        </p:cxnSp>
        <p:sp>
          <p:nvSpPr>
            <p:cNvPr id="96269" name="Text Box 20">
              <a:extLst>
                <a:ext uri="{FF2B5EF4-FFF2-40B4-BE49-F238E27FC236}">
                  <a16:creationId xmlns:a16="http://schemas.microsoft.com/office/drawing/2014/main" id="{BBC2410E-609A-5B66-2952-F52A413F1B28}"/>
                </a:ext>
              </a:extLst>
            </p:cNvPr>
            <p:cNvSpPr txBox="1">
              <a:spLocks noChangeArrowheads="1"/>
            </p:cNvSpPr>
            <p:nvPr/>
          </p:nvSpPr>
          <p:spPr bwMode="auto">
            <a:xfrm>
              <a:off x="3495" y="2489"/>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solidFill>
                    <a:srgbClr val="FF3300"/>
                  </a:solidFill>
                  <a:latin typeface="仿宋_GB2312" pitchFamily="49" charset="-122"/>
                  <a:ea typeface="仿宋_GB2312" pitchFamily="49" charset="-122"/>
                </a:rPr>
                <a:t>-</a:t>
              </a:r>
              <a:r>
                <a:rPr kumimoji="1" lang="en-US" altLang="zh-CN" sz="2400" b="1">
                  <a:solidFill>
                    <a:srgbClr val="FF3300"/>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grpSp>
      <p:sp>
        <p:nvSpPr>
          <p:cNvPr id="2" name="灯片编号占位符 1">
            <a:extLst>
              <a:ext uri="{FF2B5EF4-FFF2-40B4-BE49-F238E27FC236}">
                <a16:creationId xmlns:a16="http://schemas.microsoft.com/office/drawing/2014/main" id="{304C6C4F-6392-3CBD-0C27-E92446200A58}"/>
              </a:ext>
            </a:extLst>
          </p:cNvPr>
          <p:cNvSpPr>
            <a:spLocks noGrp="1"/>
          </p:cNvSpPr>
          <p:nvPr>
            <p:ph type="sldNum" sz="quarter" idx="12"/>
          </p:nvPr>
        </p:nvSpPr>
        <p:spPr/>
        <p:txBody>
          <a:bodyPr/>
          <a:lstStyle/>
          <a:p>
            <a:pPr>
              <a:defRPr/>
            </a:pPr>
            <a:fld id="{2E0F9FB0-350A-4A87-9CD5-1F022F266B97}" type="slidenum">
              <a:rPr lang="en-US" altLang="zh-CN" smtClean="0"/>
              <a:pPr>
                <a:defRPr/>
              </a:pPr>
              <a:t>78</a:t>
            </a:fld>
            <a:endParaRPr lang="en-US" altLang="zh-CN"/>
          </a:p>
        </p:txBody>
      </p:sp>
    </p:spTree>
  </p:cSld>
  <p:clrMapOvr>
    <a:masterClrMapping/>
  </p:clrMapOvr>
  <p:transition>
    <p:zoom/>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Rectangle 2">
            <a:extLst>
              <a:ext uri="{FF2B5EF4-FFF2-40B4-BE49-F238E27FC236}">
                <a16:creationId xmlns:a16="http://schemas.microsoft.com/office/drawing/2014/main" id="{A19AD902-1731-407C-C252-6E832A07F557}"/>
              </a:ext>
            </a:extLst>
          </p:cNvPr>
          <p:cNvSpPr>
            <a:spLocks noGrp="1" noChangeArrowheads="1"/>
          </p:cNvSpPr>
          <p:nvPr>
            <p:ph type="body" idx="1"/>
          </p:nvPr>
        </p:nvSpPr>
        <p:spPr>
          <a:xfrm>
            <a:off x="251520" y="476672"/>
            <a:ext cx="8568952" cy="5700291"/>
          </a:xfrm>
        </p:spPr>
        <p:txBody>
          <a:bodyPr>
            <a:normAutofit lnSpcReduction="10000"/>
          </a:bodyPr>
          <a:lstStyle/>
          <a:p>
            <a:r>
              <a:rPr lang="en-US" altLang="zh-CN" dirty="0"/>
              <a:t>Bellman-Ford</a:t>
            </a:r>
            <a:r>
              <a:rPr lang="zh-CN" altLang="en-US" dirty="0"/>
              <a:t>方法构造一个最短路径长度数组序列</a:t>
            </a:r>
            <a:r>
              <a:rPr lang="en-US" altLang="zh-CN" dirty="0"/>
              <a:t>dist</a:t>
            </a:r>
            <a:r>
              <a:rPr lang="en-US" altLang="zh-CN" baseline="30000" dirty="0"/>
              <a:t>1</a:t>
            </a:r>
            <a:r>
              <a:rPr lang="en-US" altLang="zh-CN" dirty="0"/>
              <a:t>[u], dist</a:t>
            </a:r>
            <a:r>
              <a:rPr lang="en-US" altLang="zh-CN" baseline="30000" dirty="0"/>
              <a:t>2</a:t>
            </a:r>
            <a:r>
              <a:rPr lang="en-US" altLang="zh-CN" dirty="0"/>
              <a:t>[u], …, dist</a:t>
            </a:r>
            <a:r>
              <a:rPr lang="en-US" altLang="zh-CN" baseline="30000" dirty="0"/>
              <a:t>n-1</a:t>
            </a:r>
            <a:r>
              <a:rPr lang="en-US" altLang="zh-CN" dirty="0"/>
              <a:t>[u]</a:t>
            </a:r>
            <a:r>
              <a:rPr lang="zh-CN" altLang="en-US" dirty="0"/>
              <a:t>。其中，</a:t>
            </a:r>
          </a:p>
          <a:p>
            <a:pPr lvl="1"/>
            <a:r>
              <a:rPr lang="zh-CN" altLang="en-US" dirty="0"/>
              <a:t> </a:t>
            </a:r>
            <a:r>
              <a:rPr lang="en-US" altLang="zh-CN" dirty="0"/>
              <a:t>dist</a:t>
            </a:r>
            <a:r>
              <a:rPr lang="en-US" altLang="zh-CN" baseline="30000" dirty="0"/>
              <a:t>1</a:t>
            </a:r>
            <a:r>
              <a:rPr lang="en-US" altLang="zh-CN" dirty="0"/>
              <a:t>[u]</a:t>
            </a:r>
            <a:r>
              <a:rPr lang="zh-CN" altLang="en-US" dirty="0"/>
              <a:t>是从源点 </a:t>
            </a:r>
            <a:r>
              <a:rPr lang="en-US" altLang="zh-CN" dirty="0"/>
              <a:t>v </a:t>
            </a:r>
            <a:r>
              <a:rPr lang="zh-CN" altLang="en-US" dirty="0"/>
              <a:t>到终点 </a:t>
            </a:r>
            <a:r>
              <a:rPr lang="en-US" altLang="zh-CN" dirty="0"/>
              <a:t>u </a:t>
            </a:r>
            <a:r>
              <a:rPr lang="zh-CN" altLang="en-US" dirty="0"/>
              <a:t>的只经过一条边的最短路径的长度，</a:t>
            </a:r>
            <a:r>
              <a:rPr lang="en-US" altLang="zh-CN" dirty="0"/>
              <a:t>dist</a:t>
            </a:r>
            <a:r>
              <a:rPr lang="en-US" altLang="zh-CN" baseline="30000" dirty="0"/>
              <a:t>1</a:t>
            </a:r>
            <a:r>
              <a:rPr lang="en-US" altLang="zh-CN" dirty="0"/>
              <a:t>[u] = Edge[v][u]</a:t>
            </a:r>
          </a:p>
          <a:p>
            <a:pPr lvl="1"/>
            <a:r>
              <a:rPr lang="en-US" altLang="zh-CN" dirty="0"/>
              <a:t> dist</a:t>
            </a:r>
            <a:r>
              <a:rPr lang="en-US" altLang="zh-CN" baseline="30000" dirty="0"/>
              <a:t>2</a:t>
            </a:r>
            <a:r>
              <a:rPr lang="en-US" altLang="zh-CN" dirty="0"/>
              <a:t>[u]</a:t>
            </a:r>
            <a:r>
              <a:rPr lang="zh-CN" altLang="en-US" dirty="0"/>
              <a:t>是从源点 </a:t>
            </a:r>
            <a:r>
              <a:rPr lang="en-US" altLang="zh-CN" dirty="0"/>
              <a:t>v </a:t>
            </a:r>
            <a:r>
              <a:rPr lang="zh-CN" altLang="en-US" dirty="0"/>
              <a:t>最多经过两条边到达终点 </a:t>
            </a:r>
            <a:r>
              <a:rPr lang="en-US" altLang="zh-CN" dirty="0"/>
              <a:t>u</a:t>
            </a:r>
            <a:r>
              <a:rPr lang="zh-CN" altLang="en-US" dirty="0"/>
              <a:t>的最短路径的长度</a:t>
            </a:r>
            <a:r>
              <a:rPr lang="en-US" altLang="zh-CN" dirty="0"/>
              <a:t>;</a:t>
            </a:r>
          </a:p>
          <a:p>
            <a:pPr lvl="1"/>
            <a:r>
              <a:rPr lang="en-US" altLang="zh-CN" dirty="0"/>
              <a:t> dist</a:t>
            </a:r>
            <a:r>
              <a:rPr lang="en-US" altLang="zh-CN" baseline="30000" dirty="0"/>
              <a:t>3</a:t>
            </a:r>
            <a:r>
              <a:rPr lang="en-US" altLang="zh-CN" dirty="0"/>
              <a:t>[u]</a:t>
            </a:r>
            <a:r>
              <a:rPr lang="zh-CN" altLang="en-US" dirty="0"/>
              <a:t>是从源点 </a:t>
            </a:r>
            <a:r>
              <a:rPr lang="en-US" altLang="zh-CN" dirty="0"/>
              <a:t>v </a:t>
            </a:r>
            <a:r>
              <a:rPr lang="zh-CN" altLang="en-US" dirty="0"/>
              <a:t>出发最多经过不构成负长度回路的三条边到达终点 </a:t>
            </a:r>
            <a:r>
              <a:rPr lang="en-US" altLang="zh-CN" dirty="0"/>
              <a:t>u </a:t>
            </a:r>
            <a:r>
              <a:rPr lang="zh-CN" altLang="en-US" dirty="0"/>
              <a:t>的最短路径的长度，</a:t>
            </a:r>
            <a:r>
              <a:rPr lang="en-US" altLang="zh-CN" dirty="0"/>
              <a:t>…</a:t>
            </a:r>
            <a:r>
              <a:rPr lang="zh-CN" altLang="en-US" dirty="0"/>
              <a:t>，</a:t>
            </a:r>
          </a:p>
          <a:p>
            <a:pPr lvl="1"/>
            <a:r>
              <a:rPr lang="zh-CN" altLang="en-US" dirty="0"/>
              <a:t> </a:t>
            </a:r>
            <a:r>
              <a:rPr lang="en-US" altLang="zh-CN" dirty="0"/>
              <a:t>dist</a:t>
            </a:r>
            <a:r>
              <a:rPr lang="en-US" altLang="zh-CN" baseline="30000" dirty="0"/>
              <a:t>n-1</a:t>
            </a:r>
            <a:r>
              <a:rPr lang="en-US" altLang="zh-CN" dirty="0"/>
              <a:t>[u]</a:t>
            </a:r>
            <a:r>
              <a:rPr lang="zh-CN" altLang="en-US" dirty="0"/>
              <a:t>是从源点 </a:t>
            </a:r>
            <a:r>
              <a:rPr lang="en-US" altLang="zh-CN" dirty="0"/>
              <a:t>v </a:t>
            </a:r>
            <a:r>
              <a:rPr lang="zh-CN" altLang="en-US" dirty="0"/>
              <a:t>出发最多经过不构成负长度回路的</a:t>
            </a:r>
            <a:r>
              <a:rPr lang="en-US" altLang="zh-CN" dirty="0"/>
              <a:t>n-1</a:t>
            </a:r>
            <a:r>
              <a:rPr lang="zh-CN" altLang="en-US" dirty="0"/>
              <a:t>条边到达终点 </a:t>
            </a:r>
            <a:r>
              <a:rPr lang="en-US" altLang="zh-CN" dirty="0"/>
              <a:t>u </a:t>
            </a:r>
            <a:r>
              <a:rPr lang="zh-CN" altLang="en-US" dirty="0"/>
              <a:t>的最短路径的长度。</a:t>
            </a:r>
          </a:p>
        </p:txBody>
      </p:sp>
      <p:sp>
        <p:nvSpPr>
          <p:cNvPr id="2" name="灯片编号占位符 1">
            <a:extLst>
              <a:ext uri="{FF2B5EF4-FFF2-40B4-BE49-F238E27FC236}">
                <a16:creationId xmlns:a16="http://schemas.microsoft.com/office/drawing/2014/main" id="{1FABF997-7899-83AF-5FCE-7F1C0B19816B}"/>
              </a:ext>
            </a:extLst>
          </p:cNvPr>
          <p:cNvSpPr>
            <a:spLocks noGrp="1"/>
          </p:cNvSpPr>
          <p:nvPr>
            <p:ph type="sldNum" sz="quarter" idx="12"/>
          </p:nvPr>
        </p:nvSpPr>
        <p:spPr/>
        <p:txBody>
          <a:bodyPr/>
          <a:lstStyle/>
          <a:p>
            <a:pPr>
              <a:defRPr/>
            </a:pPr>
            <a:fld id="{2E0F9FB0-350A-4A87-9CD5-1F022F266B97}" type="slidenum">
              <a:rPr lang="en-US" altLang="zh-CN" smtClean="0"/>
              <a:pPr>
                <a:defRPr/>
              </a:pPr>
              <a:t>79</a:t>
            </a:fld>
            <a:endParaRPr lang="en-US" altLang="zh-CN"/>
          </a:p>
        </p:txBody>
      </p:sp>
    </p:spTree>
  </p:cSld>
  <p:clrMapOvr>
    <a:masterClrMapping/>
  </p:clrMapOvr>
  <p:transition>
    <p:zoom/>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a:extLst>
              <a:ext uri="{FF2B5EF4-FFF2-40B4-BE49-F238E27FC236}">
                <a16:creationId xmlns:a16="http://schemas.microsoft.com/office/drawing/2014/main" id="{6DA3215C-795B-97A7-E733-DE9B85E251FE}"/>
              </a:ext>
            </a:extLst>
          </p:cNvPr>
          <p:cNvSpPr>
            <a:spLocks noGrp="1" noChangeArrowheads="1"/>
          </p:cNvSpPr>
          <p:nvPr>
            <p:ph type="body" idx="1"/>
          </p:nvPr>
        </p:nvSpPr>
        <p:spPr>
          <a:xfrm>
            <a:off x="251520" y="548680"/>
            <a:ext cx="8784976" cy="5628283"/>
          </a:xfrm>
        </p:spPr>
        <p:txBody>
          <a:bodyPr>
            <a:normAutofit/>
          </a:bodyPr>
          <a:lstStyle/>
          <a:p>
            <a:r>
              <a:rPr lang="zh-CN" altLang="en-US" dirty="0"/>
              <a:t>算法的最终目的是计算出 </a:t>
            </a:r>
            <a:r>
              <a:rPr lang="en-US" altLang="zh-CN" dirty="0"/>
              <a:t>dist</a:t>
            </a:r>
            <a:r>
              <a:rPr lang="en-US" altLang="zh-CN" baseline="30000" dirty="0"/>
              <a:t>n-1</a:t>
            </a:r>
            <a:r>
              <a:rPr lang="en-US" altLang="zh-CN" dirty="0"/>
              <a:t>[u]</a:t>
            </a:r>
            <a:r>
              <a:rPr lang="zh-CN" altLang="en-US" dirty="0"/>
              <a:t>。</a:t>
            </a:r>
          </a:p>
          <a:p>
            <a:r>
              <a:rPr lang="zh-CN" altLang="en-US" dirty="0"/>
              <a:t>可以用递推方式计算 </a:t>
            </a:r>
            <a:r>
              <a:rPr lang="en-US" altLang="zh-CN" dirty="0" err="1"/>
              <a:t>dist</a:t>
            </a:r>
            <a:r>
              <a:rPr lang="en-US" altLang="zh-CN" baseline="30000" dirty="0" err="1"/>
              <a:t>k</a:t>
            </a:r>
            <a:r>
              <a:rPr lang="en-US" altLang="zh-CN" dirty="0"/>
              <a:t>[u]</a:t>
            </a:r>
            <a:r>
              <a:rPr lang="zh-CN" altLang="en-US" dirty="0"/>
              <a:t>。</a:t>
            </a:r>
            <a:endParaRPr lang="en-US" altLang="zh-CN" dirty="0"/>
          </a:p>
          <a:p>
            <a:pPr lvl="1"/>
            <a:r>
              <a:rPr lang="en-US" altLang="zh-CN" dirty="0"/>
              <a:t>dist</a:t>
            </a:r>
            <a:r>
              <a:rPr lang="en-US" altLang="zh-CN" baseline="30000" dirty="0"/>
              <a:t>1</a:t>
            </a:r>
            <a:r>
              <a:rPr lang="en-US" altLang="zh-CN" dirty="0"/>
              <a:t>[u] = Edge[v][u]</a:t>
            </a:r>
            <a:r>
              <a:rPr lang="zh-CN" altLang="en-US" dirty="0"/>
              <a:t>；</a:t>
            </a:r>
          </a:p>
          <a:p>
            <a:pPr lvl="1"/>
            <a:r>
              <a:rPr lang="en-US" altLang="zh-CN" dirty="0" err="1"/>
              <a:t>dist</a:t>
            </a:r>
            <a:r>
              <a:rPr lang="en-US" altLang="zh-CN" baseline="30000" dirty="0" err="1"/>
              <a:t>k</a:t>
            </a:r>
            <a:r>
              <a:rPr lang="en-US" altLang="zh-CN" dirty="0"/>
              <a:t>[u] = min { dist</a:t>
            </a:r>
            <a:r>
              <a:rPr lang="en-US" altLang="zh-CN" baseline="30000" dirty="0"/>
              <a:t>k-1</a:t>
            </a:r>
            <a:r>
              <a:rPr lang="en-US" altLang="zh-CN" dirty="0"/>
              <a:t>[u], min { dist</a:t>
            </a:r>
            <a:r>
              <a:rPr lang="en-US" altLang="zh-CN" baseline="30000" dirty="0"/>
              <a:t>k-1</a:t>
            </a:r>
            <a:r>
              <a:rPr lang="en-US" altLang="zh-CN" dirty="0"/>
              <a:t> [j] + Edge[j][u] } }</a:t>
            </a:r>
          </a:p>
          <a:p>
            <a:pPr lvl="2"/>
            <a:r>
              <a:rPr lang="en-US" altLang="zh-CN" dirty="0"/>
              <a:t>dist</a:t>
            </a:r>
            <a:r>
              <a:rPr lang="en-US" altLang="zh-CN" baseline="30000" dirty="0"/>
              <a:t>k-1</a:t>
            </a:r>
            <a:r>
              <a:rPr lang="en-US" altLang="zh-CN" dirty="0"/>
              <a:t> [j], j = 0, 1, …, n-1, </a:t>
            </a:r>
            <a:r>
              <a:rPr lang="zh-CN" altLang="en-US" dirty="0"/>
              <a:t>即从源点 </a:t>
            </a:r>
            <a:r>
              <a:rPr lang="en-US" altLang="zh-CN" dirty="0"/>
              <a:t>v </a:t>
            </a:r>
            <a:r>
              <a:rPr lang="zh-CN" altLang="en-US" dirty="0"/>
              <a:t>最多经过不构成负长度回路的 </a:t>
            </a:r>
            <a:r>
              <a:rPr lang="en-US" altLang="zh-CN" dirty="0"/>
              <a:t>k-1 </a:t>
            </a:r>
            <a:r>
              <a:rPr lang="zh-CN" altLang="en-US" dirty="0"/>
              <a:t>条边到达终点 </a:t>
            </a:r>
            <a:r>
              <a:rPr lang="en-US" altLang="zh-CN" dirty="0"/>
              <a:t>j </a:t>
            </a:r>
            <a:r>
              <a:rPr lang="zh-CN" altLang="en-US" dirty="0"/>
              <a:t>的最短路径的长度。</a:t>
            </a:r>
          </a:p>
          <a:p>
            <a:pPr lvl="2"/>
            <a:r>
              <a:rPr lang="zh-CN" altLang="en-US" dirty="0"/>
              <a:t>计算 </a:t>
            </a:r>
            <a:r>
              <a:rPr lang="en-US" altLang="zh-CN" dirty="0"/>
              <a:t>min { dist</a:t>
            </a:r>
            <a:r>
              <a:rPr lang="en-US" altLang="zh-CN" baseline="30000" dirty="0"/>
              <a:t>k-1</a:t>
            </a:r>
            <a:r>
              <a:rPr lang="en-US" altLang="zh-CN" dirty="0"/>
              <a:t>[j]+ Edge[j][u] }</a:t>
            </a:r>
            <a:r>
              <a:rPr lang="zh-CN" altLang="en-US" dirty="0"/>
              <a:t>，可得从源点 </a:t>
            </a:r>
            <a:r>
              <a:rPr lang="en-US" altLang="zh-CN" dirty="0"/>
              <a:t>v </a:t>
            </a:r>
            <a:r>
              <a:rPr lang="zh-CN" altLang="en-US" dirty="0"/>
              <a:t>绕过各顶点</a:t>
            </a:r>
            <a:r>
              <a:rPr lang="en-US" altLang="zh-CN" dirty="0"/>
              <a:t>j</a:t>
            </a:r>
            <a:r>
              <a:rPr lang="zh-CN" altLang="en-US" dirty="0"/>
              <a:t>，最多经过</a:t>
            </a:r>
            <a:r>
              <a:rPr lang="en-US" altLang="zh-CN" dirty="0"/>
              <a:t>k </a:t>
            </a:r>
            <a:r>
              <a:rPr lang="zh-CN" altLang="en-US" dirty="0"/>
              <a:t>条边到达终点</a:t>
            </a:r>
            <a:r>
              <a:rPr lang="en-US" altLang="zh-CN" dirty="0"/>
              <a:t>u</a:t>
            </a:r>
            <a:r>
              <a:rPr lang="zh-CN" altLang="en-US" dirty="0"/>
              <a:t>的最短路径的长度</a:t>
            </a:r>
            <a:r>
              <a:rPr lang="en-US" altLang="zh-CN" dirty="0"/>
              <a:t>(</a:t>
            </a:r>
            <a:r>
              <a:rPr lang="zh-CN" altLang="en-US" dirty="0"/>
              <a:t>这</a:t>
            </a:r>
            <a:r>
              <a:rPr lang="en-US" altLang="zh-CN" dirty="0"/>
              <a:t>k </a:t>
            </a:r>
            <a:r>
              <a:rPr lang="zh-CN" altLang="en-US" dirty="0"/>
              <a:t>条边不包含负长度回路 </a:t>
            </a:r>
            <a:r>
              <a:rPr lang="en-US" altLang="zh-CN" dirty="0"/>
              <a:t>)</a:t>
            </a:r>
            <a:r>
              <a:rPr lang="zh-CN" altLang="en-US" dirty="0"/>
              <a:t>。用它与</a:t>
            </a:r>
            <a:r>
              <a:rPr lang="en-US" altLang="zh-CN" dirty="0"/>
              <a:t>dist</a:t>
            </a:r>
            <a:r>
              <a:rPr lang="en-US" altLang="zh-CN" baseline="30000" dirty="0"/>
              <a:t>k-1</a:t>
            </a:r>
            <a:r>
              <a:rPr lang="en-US" altLang="zh-CN" dirty="0"/>
              <a:t>[u]</a:t>
            </a:r>
            <a:r>
              <a:rPr lang="zh-CN" altLang="en-US" dirty="0"/>
              <a:t>比较，取小者作为</a:t>
            </a:r>
            <a:r>
              <a:rPr lang="en-US" altLang="zh-CN" dirty="0" err="1"/>
              <a:t>dist</a:t>
            </a:r>
            <a:r>
              <a:rPr lang="en-US" altLang="zh-CN" baseline="30000" dirty="0" err="1"/>
              <a:t>k</a:t>
            </a:r>
            <a:r>
              <a:rPr lang="en-US" altLang="zh-CN" dirty="0"/>
              <a:t>[u]</a:t>
            </a:r>
            <a:r>
              <a:rPr lang="zh-CN" altLang="en-US" dirty="0"/>
              <a:t>的值。</a:t>
            </a:r>
          </a:p>
          <a:p>
            <a:endParaRPr lang="zh-CN" altLang="en-US" dirty="0"/>
          </a:p>
          <a:p>
            <a:pPr lvl="1"/>
            <a:endParaRPr lang="zh-CN" altLang="en-US" dirty="0"/>
          </a:p>
        </p:txBody>
      </p:sp>
      <p:sp>
        <p:nvSpPr>
          <p:cNvPr id="2" name="灯片编号占位符 1">
            <a:extLst>
              <a:ext uri="{FF2B5EF4-FFF2-40B4-BE49-F238E27FC236}">
                <a16:creationId xmlns:a16="http://schemas.microsoft.com/office/drawing/2014/main" id="{1D468662-DAF7-0981-7CBF-67A53DBAF2AF}"/>
              </a:ext>
            </a:extLst>
          </p:cNvPr>
          <p:cNvSpPr>
            <a:spLocks noGrp="1"/>
          </p:cNvSpPr>
          <p:nvPr>
            <p:ph type="sldNum" sz="quarter" idx="12"/>
          </p:nvPr>
        </p:nvSpPr>
        <p:spPr/>
        <p:txBody>
          <a:bodyPr/>
          <a:lstStyle/>
          <a:p>
            <a:pPr>
              <a:defRPr/>
            </a:pPr>
            <a:fld id="{2E0F9FB0-350A-4A87-9CD5-1F022F266B97}" type="slidenum">
              <a:rPr lang="en-US" altLang="zh-CN" smtClean="0"/>
              <a:pPr>
                <a:defRPr/>
              </a:pPr>
              <a:t>80</a:t>
            </a:fld>
            <a:endParaRPr lang="en-US" altLang="zh-CN"/>
          </a:p>
        </p:txBody>
      </p:sp>
    </p:spTree>
  </p:cSld>
  <p:clrMapOvr>
    <a:masterClrMapping/>
  </p:clrMapOvr>
  <p:transition>
    <p:zoom/>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354" name="Object 1024">
            <a:extLst>
              <a:ext uri="{FF2B5EF4-FFF2-40B4-BE49-F238E27FC236}">
                <a16:creationId xmlns:a16="http://schemas.microsoft.com/office/drawing/2014/main" id="{79387127-C2D4-F57C-0B54-F6A027372D98}"/>
              </a:ext>
            </a:extLst>
          </p:cNvPr>
          <p:cNvGraphicFramePr>
            <a:graphicFrameLocks noChangeAspect="1"/>
          </p:cNvGraphicFramePr>
          <p:nvPr/>
        </p:nvGraphicFramePr>
        <p:xfrm>
          <a:off x="-352425" y="3276600"/>
          <a:ext cx="10515600" cy="3581400"/>
        </p:xfrm>
        <a:graphic>
          <a:graphicData uri="http://schemas.openxmlformats.org/presentationml/2006/ole">
            <mc:AlternateContent xmlns:mc="http://schemas.openxmlformats.org/markup-compatibility/2006">
              <mc:Choice xmlns:v="urn:schemas-microsoft-com:vml" Requires="v">
                <p:oleObj name="Document" r:id="rId2" imgW="5548884" imgH="1866900" progId="Word.Document.8">
                  <p:embed/>
                </p:oleObj>
              </mc:Choice>
              <mc:Fallback>
                <p:oleObj name="Document" r:id="rId2" imgW="5548884" imgH="1866900" progId="Word.Document.8">
                  <p:embed/>
                  <p:pic>
                    <p:nvPicPr>
                      <p:cNvPr id="0" name="Object 10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425" y="3276600"/>
                        <a:ext cx="10515600"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0356" name="Group 35">
            <a:extLst>
              <a:ext uri="{FF2B5EF4-FFF2-40B4-BE49-F238E27FC236}">
                <a16:creationId xmlns:a16="http://schemas.microsoft.com/office/drawing/2014/main" id="{A8AF36CA-4E71-7657-5DBA-57E046AC1597}"/>
              </a:ext>
            </a:extLst>
          </p:cNvPr>
          <p:cNvGrpSpPr>
            <a:grpSpLocks/>
          </p:cNvGrpSpPr>
          <p:nvPr/>
        </p:nvGrpSpPr>
        <p:grpSpPr bwMode="auto">
          <a:xfrm>
            <a:off x="966788" y="381000"/>
            <a:ext cx="2846387" cy="2859088"/>
            <a:chOff x="2583" y="358"/>
            <a:chExt cx="1793" cy="1801"/>
          </a:xfrm>
        </p:grpSpPr>
        <p:grpSp>
          <p:nvGrpSpPr>
            <p:cNvPr id="100357" name="Group 25">
              <a:extLst>
                <a:ext uri="{FF2B5EF4-FFF2-40B4-BE49-F238E27FC236}">
                  <a16:creationId xmlns:a16="http://schemas.microsoft.com/office/drawing/2014/main" id="{1CF1F462-5E84-77BD-D06D-0A7584FFAEB5}"/>
                </a:ext>
              </a:extLst>
            </p:cNvPr>
            <p:cNvGrpSpPr>
              <a:grpSpLocks/>
            </p:cNvGrpSpPr>
            <p:nvPr/>
          </p:nvGrpSpPr>
          <p:grpSpPr bwMode="auto">
            <a:xfrm>
              <a:off x="2583" y="504"/>
              <a:ext cx="1793" cy="1514"/>
              <a:chOff x="2528" y="558"/>
              <a:chExt cx="1793" cy="1514"/>
            </a:xfrm>
          </p:grpSpPr>
          <p:sp>
            <p:nvSpPr>
              <p:cNvPr id="100368" name="Oval 5">
                <a:extLst>
                  <a:ext uri="{FF2B5EF4-FFF2-40B4-BE49-F238E27FC236}">
                    <a16:creationId xmlns:a16="http://schemas.microsoft.com/office/drawing/2014/main" id="{495495AF-B7FF-7E14-1831-FB42D589765A}"/>
                  </a:ext>
                </a:extLst>
              </p:cNvPr>
              <p:cNvSpPr>
                <a:spLocks noChangeArrowheads="1"/>
              </p:cNvSpPr>
              <p:nvPr/>
            </p:nvSpPr>
            <p:spPr bwMode="auto">
              <a:xfrm>
                <a:off x="3081" y="562"/>
                <a:ext cx="252" cy="255"/>
              </a:xfrm>
              <a:prstGeom prst="ellipse">
                <a:avLst/>
              </a:prstGeom>
              <a:solidFill>
                <a:srgbClr val="FFFF00"/>
              </a:solidFill>
              <a:ln w="19050">
                <a:solidFill>
                  <a:srgbClr val="0066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rgbClr val="0000FF"/>
                    </a:solidFill>
                    <a:latin typeface="Times New Roman" panose="02020603050405020304" pitchFamily="18" charset="0"/>
                    <a:ea typeface="宋体" panose="02010600030101010101" pitchFamily="2" charset="-122"/>
                  </a:rPr>
                  <a:t>1</a:t>
                </a:r>
              </a:p>
            </p:txBody>
          </p:sp>
          <p:sp>
            <p:nvSpPr>
              <p:cNvPr id="100369" name="Oval 7">
                <a:extLst>
                  <a:ext uri="{FF2B5EF4-FFF2-40B4-BE49-F238E27FC236}">
                    <a16:creationId xmlns:a16="http://schemas.microsoft.com/office/drawing/2014/main" id="{D6548FA7-58DE-F2B1-37C3-B24FA97C93A0}"/>
                  </a:ext>
                </a:extLst>
              </p:cNvPr>
              <p:cNvSpPr>
                <a:spLocks noChangeArrowheads="1"/>
              </p:cNvSpPr>
              <p:nvPr/>
            </p:nvSpPr>
            <p:spPr bwMode="auto">
              <a:xfrm>
                <a:off x="3089" y="1200"/>
                <a:ext cx="261" cy="262"/>
              </a:xfrm>
              <a:prstGeom prst="ellipse">
                <a:avLst/>
              </a:prstGeom>
              <a:solidFill>
                <a:srgbClr val="FFFF00"/>
              </a:solidFill>
              <a:ln w="19050">
                <a:solidFill>
                  <a:srgbClr val="0066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rgbClr val="0000FF"/>
                    </a:solidFill>
                    <a:latin typeface="Times New Roman" panose="02020603050405020304" pitchFamily="18" charset="0"/>
                    <a:ea typeface="宋体" panose="02010600030101010101" pitchFamily="2" charset="-122"/>
                  </a:rPr>
                  <a:t>2</a:t>
                </a:r>
              </a:p>
            </p:txBody>
          </p:sp>
          <p:sp>
            <p:nvSpPr>
              <p:cNvPr id="100370" name="Oval 8">
                <a:extLst>
                  <a:ext uri="{FF2B5EF4-FFF2-40B4-BE49-F238E27FC236}">
                    <a16:creationId xmlns:a16="http://schemas.microsoft.com/office/drawing/2014/main" id="{1DB4F927-8145-5C99-CAE9-C9831AD31473}"/>
                  </a:ext>
                </a:extLst>
              </p:cNvPr>
              <p:cNvSpPr>
                <a:spLocks noChangeArrowheads="1"/>
              </p:cNvSpPr>
              <p:nvPr/>
            </p:nvSpPr>
            <p:spPr bwMode="auto">
              <a:xfrm>
                <a:off x="3092" y="1812"/>
                <a:ext cx="252" cy="255"/>
              </a:xfrm>
              <a:prstGeom prst="ellipse">
                <a:avLst/>
              </a:prstGeom>
              <a:solidFill>
                <a:srgbClr val="FFFF00"/>
              </a:solidFill>
              <a:ln w="19050">
                <a:solidFill>
                  <a:srgbClr val="0066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rgbClr val="0000FF"/>
                    </a:solidFill>
                    <a:latin typeface="Times New Roman" panose="02020603050405020304" pitchFamily="18" charset="0"/>
                    <a:ea typeface="宋体" panose="02010600030101010101" pitchFamily="2" charset="-122"/>
                  </a:rPr>
                  <a:t>3</a:t>
                </a:r>
              </a:p>
            </p:txBody>
          </p:sp>
          <p:sp>
            <p:nvSpPr>
              <p:cNvPr id="100371" name="Oval 9">
                <a:extLst>
                  <a:ext uri="{FF2B5EF4-FFF2-40B4-BE49-F238E27FC236}">
                    <a16:creationId xmlns:a16="http://schemas.microsoft.com/office/drawing/2014/main" id="{4BDF7DFD-3AE8-F9C3-D5BB-5E177ABE2DD5}"/>
                  </a:ext>
                </a:extLst>
              </p:cNvPr>
              <p:cNvSpPr>
                <a:spLocks noChangeArrowheads="1"/>
              </p:cNvSpPr>
              <p:nvPr/>
            </p:nvSpPr>
            <p:spPr bwMode="auto">
              <a:xfrm>
                <a:off x="2528" y="1181"/>
                <a:ext cx="259" cy="264"/>
              </a:xfrm>
              <a:prstGeom prst="ellipse">
                <a:avLst/>
              </a:prstGeom>
              <a:solidFill>
                <a:srgbClr val="FFFF00"/>
              </a:solidFill>
              <a:ln w="19050">
                <a:solidFill>
                  <a:srgbClr val="0066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rgbClr val="0000FF"/>
                    </a:solidFill>
                    <a:latin typeface="Times New Roman" panose="02020603050405020304" pitchFamily="18" charset="0"/>
                    <a:ea typeface="宋体" panose="02010600030101010101" pitchFamily="2" charset="-122"/>
                  </a:rPr>
                  <a:t>0</a:t>
                </a:r>
              </a:p>
            </p:txBody>
          </p:sp>
          <p:sp>
            <p:nvSpPr>
              <p:cNvPr id="100372" name="Oval 10">
                <a:extLst>
                  <a:ext uri="{FF2B5EF4-FFF2-40B4-BE49-F238E27FC236}">
                    <a16:creationId xmlns:a16="http://schemas.microsoft.com/office/drawing/2014/main" id="{8BB7E824-234B-3D5E-73F4-BAF0311D7244}"/>
                  </a:ext>
                </a:extLst>
              </p:cNvPr>
              <p:cNvSpPr>
                <a:spLocks noChangeArrowheads="1"/>
              </p:cNvSpPr>
              <p:nvPr/>
            </p:nvSpPr>
            <p:spPr bwMode="auto">
              <a:xfrm>
                <a:off x="3666" y="558"/>
                <a:ext cx="242" cy="254"/>
              </a:xfrm>
              <a:prstGeom prst="ellipse">
                <a:avLst/>
              </a:prstGeom>
              <a:solidFill>
                <a:srgbClr val="FFFF00"/>
              </a:solidFill>
              <a:ln w="19050">
                <a:solidFill>
                  <a:srgbClr val="0066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400" b="1">
                    <a:solidFill>
                      <a:srgbClr val="0000FF"/>
                    </a:solidFill>
                    <a:latin typeface="Times New Roman" panose="02020603050405020304" pitchFamily="18" charset="0"/>
                    <a:ea typeface="宋体" panose="02010600030101010101" pitchFamily="2" charset="-122"/>
                  </a:rPr>
                  <a:t>4</a:t>
                </a:r>
              </a:p>
            </p:txBody>
          </p:sp>
          <p:sp>
            <p:nvSpPr>
              <p:cNvPr id="100373" name="Oval 11">
                <a:extLst>
                  <a:ext uri="{FF2B5EF4-FFF2-40B4-BE49-F238E27FC236}">
                    <a16:creationId xmlns:a16="http://schemas.microsoft.com/office/drawing/2014/main" id="{00991C73-2A16-92B1-7614-B49C7166AD49}"/>
                  </a:ext>
                </a:extLst>
              </p:cNvPr>
              <p:cNvSpPr>
                <a:spLocks noChangeArrowheads="1"/>
              </p:cNvSpPr>
              <p:nvPr/>
            </p:nvSpPr>
            <p:spPr bwMode="auto">
              <a:xfrm>
                <a:off x="4060" y="1209"/>
                <a:ext cx="261" cy="263"/>
              </a:xfrm>
              <a:prstGeom prst="ellipse">
                <a:avLst/>
              </a:prstGeom>
              <a:solidFill>
                <a:srgbClr val="FFFF00"/>
              </a:solidFill>
              <a:ln w="19050">
                <a:solidFill>
                  <a:srgbClr val="0066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400" b="1">
                    <a:solidFill>
                      <a:srgbClr val="0000FF"/>
                    </a:solidFill>
                    <a:latin typeface="Times New Roman" panose="02020603050405020304" pitchFamily="18" charset="0"/>
                    <a:ea typeface="宋体" panose="02010600030101010101" pitchFamily="2" charset="-122"/>
                  </a:rPr>
                  <a:t>6</a:t>
                </a:r>
              </a:p>
            </p:txBody>
          </p:sp>
          <p:sp>
            <p:nvSpPr>
              <p:cNvPr id="100374" name="Oval 12">
                <a:extLst>
                  <a:ext uri="{FF2B5EF4-FFF2-40B4-BE49-F238E27FC236}">
                    <a16:creationId xmlns:a16="http://schemas.microsoft.com/office/drawing/2014/main" id="{BCF38BE8-1E58-89AA-E289-A36BC0F56B15}"/>
                  </a:ext>
                </a:extLst>
              </p:cNvPr>
              <p:cNvSpPr>
                <a:spLocks noChangeArrowheads="1"/>
              </p:cNvSpPr>
              <p:nvPr/>
            </p:nvSpPr>
            <p:spPr bwMode="auto">
              <a:xfrm>
                <a:off x="3670" y="1818"/>
                <a:ext cx="261" cy="254"/>
              </a:xfrm>
              <a:prstGeom prst="ellipse">
                <a:avLst/>
              </a:prstGeom>
              <a:solidFill>
                <a:srgbClr val="FFFF00"/>
              </a:solidFill>
              <a:ln w="19050">
                <a:solidFill>
                  <a:srgbClr val="0066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400" b="1">
                    <a:solidFill>
                      <a:srgbClr val="0000FF"/>
                    </a:solidFill>
                    <a:latin typeface="Times New Roman" panose="02020603050405020304" pitchFamily="18" charset="0"/>
                    <a:ea typeface="宋体" panose="02010600030101010101" pitchFamily="2" charset="-122"/>
                  </a:rPr>
                  <a:t>5</a:t>
                </a:r>
              </a:p>
            </p:txBody>
          </p:sp>
          <p:sp>
            <p:nvSpPr>
              <p:cNvPr id="100375" name="Line 13">
                <a:extLst>
                  <a:ext uri="{FF2B5EF4-FFF2-40B4-BE49-F238E27FC236}">
                    <a16:creationId xmlns:a16="http://schemas.microsoft.com/office/drawing/2014/main" id="{DE996481-FF0B-87B6-377E-B11DB0EF40BB}"/>
                  </a:ext>
                </a:extLst>
              </p:cNvPr>
              <p:cNvSpPr>
                <a:spLocks noChangeShapeType="1"/>
              </p:cNvSpPr>
              <p:nvPr/>
            </p:nvSpPr>
            <p:spPr bwMode="auto">
              <a:xfrm flipV="1">
                <a:off x="3218" y="808"/>
                <a:ext cx="0" cy="378"/>
              </a:xfrm>
              <a:prstGeom prst="line">
                <a:avLst/>
              </a:prstGeom>
              <a:noFill/>
              <a:ln w="1905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00376" name="Line 14">
                <a:extLst>
                  <a:ext uri="{FF2B5EF4-FFF2-40B4-BE49-F238E27FC236}">
                    <a16:creationId xmlns:a16="http://schemas.microsoft.com/office/drawing/2014/main" id="{8768A04A-5D80-4D72-3324-12536FEB4D3B}"/>
                  </a:ext>
                </a:extLst>
              </p:cNvPr>
              <p:cNvSpPr>
                <a:spLocks noChangeShapeType="1"/>
              </p:cNvSpPr>
              <p:nvPr/>
            </p:nvSpPr>
            <p:spPr bwMode="auto">
              <a:xfrm flipV="1">
                <a:off x="3216" y="1448"/>
                <a:ext cx="0" cy="360"/>
              </a:xfrm>
              <a:prstGeom prst="line">
                <a:avLst/>
              </a:prstGeom>
              <a:noFill/>
              <a:ln w="1905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00377" name="Line 15">
                <a:extLst>
                  <a:ext uri="{FF2B5EF4-FFF2-40B4-BE49-F238E27FC236}">
                    <a16:creationId xmlns:a16="http://schemas.microsoft.com/office/drawing/2014/main" id="{518EF7D8-D35F-C770-FE2D-7290E38B4A8E}"/>
                  </a:ext>
                </a:extLst>
              </p:cNvPr>
              <p:cNvSpPr>
                <a:spLocks noChangeShapeType="1"/>
              </p:cNvSpPr>
              <p:nvPr/>
            </p:nvSpPr>
            <p:spPr bwMode="auto">
              <a:xfrm>
                <a:off x="2784" y="1308"/>
                <a:ext cx="308" cy="0"/>
              </a:xfrm>
              <a:prstGeom prst="line">
                <a:avLst/>
              </a:prstGeom>
              <a:noFill/>
              <a:ln w="1905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00378" name="Line 16">
                <a:extLst>
                  <a:ext uri="{FF2B5EF4-FFF2-40B4-BE49-F238E27FC236}">
                    <a16:creationId xmlns:a16="http://schemas.microsoft.com/office/drawing/2014/main" id="{AEF7008C-B53B-8777-3653-A1589458A723}"/>
                  </a:ext>
                </a:extLst>
              </p:cNvPr>
              <p:cNvSpPr>
                <a:spLocks noChangeShapeType="1"/>
              </p:cNvSpPr>
              <p:nvPr/>
            </p:nvSpPr>
            <p:spPr bwMode="auto">
              <a:xfrm flipV="1">
                <a:off x="2754" y="743"/>
                <a:ext cx="344" cy="457"/>
              </a:xfrm>
              <a:prstGeom prst="line">
                <a:avLst/>
              </a:prstGeom>
              <a:noFill/>
              <a:ln w="1905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00379" name="Line 17">
                <a:extLst>
                  <a:ext uri="{FF2B5EF4-FFF2-40B4-BE49-F238E27FC236}">
                    <a16:creationId xmlns:a16="http://schemas.microsoft.com/office/drawing/2014/main" id="{5368B239-348E-D5BE-C961-DC5C758B8EC8}"/>
                  </a:ext>
                </a:extLst>
              </p:cNvPr>
              <p:cNvSpPr>
                <a:spLocks noChangeShapeType="1"/>
              </p:cNvSpPr>
              <p:nvPr/>
            </p:nvSpPr>
            <p:spPr bwMode="auto">
              <a:xfrm>
                <a:off x="2716" y="1422"/>
                <a:ext cx="399" cy="439"/>
              </a:xfrm>
              <a:prstGeom prst="line">
                <a:avLst/>
              </a:prstGeom>
              <a:noFill/>
              <a:ln w="1905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00380" name="Line 18">
                <a:extLst>
                  <a:ext uri="{FF2B5EF4-FFF2-40B4-BE49-F238E27FC236}">
                    <a16:creationId xmlns:a16="http://schemas.microsoft.com/office/drawing/2014/main" id="{EE7D390F-F31C-729E-692A-3B6212F3F776}"/>
                  </a:ext>
                </a:extLst>
              </p:cNvPr>
              <p:cNvSpPr>
                <a:spLocks noChangeShapeType="1"/>
              </p:cNvSpPr>
              <p:nvPr/>
            </p:nvSpPr>
            <p:spPr bwMode="auto">
              <a:xfrm>
                <a:off x="3333" y="678"/>
                <a:ext cx="324" cy="0"/>
              </a:xfrm>
              <a:prstGeom prst="line">
                <a:avLst/>
              </a:prstGeom>
              <a:noFill/>
              <a:ln w="1905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00381" name="Line 19">
                <a:extLst>
                  <a:ext uri="{FF2B5EF4-FFF2-40B4-BE49-F238E27FC236}">
                    <a16:creationId xmlns:a16="http://schemas.microsoft.com/office/drawing/2014/main" id="{F3923F4E-DB73-F79D-418E-9BA9B202ACC7}"/>
                  </a:ext>
                </a:extLst>
              </p:cNvPr>
              <p:cNvSpPr>
                <a:spLocks noChangeShapeType="1"/>
              </p:cNvSpPr>
              <p:nvPr/>
            </p:nvSpPr>
            <p:spPr bwMode="auto">
              <a:xfrm>
                <a:off x="3351" y="1939"/>
                <a:ext cx="317" cy="0"/>
              </a:xfrm>
              <a:prstGeom prst="line">
                <a:avLst/>
              </a:prstGeom>
              <a:noFill/>
              <a:ln w="1905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00382" name="Line 20">
                <a:extLst>
                  <a:ext uri="{FF2B5EF4-FFF2-40B4-BE49-F238E27FC236}">
                    <a16:creationId xmlns:a16="http://schemas.microsoft.com/office/drawing/2014/main" id="{E6B5593C-6242-6A6F-06D5-03EB05E7946F}"/>
                  </a:ext>
                </a:extLst>
              </p:cNvPr>
              <p:cNvSpPr>
                <a:spLocks noChangeShapeType="1"/>
              </p:cNvSpPr>
              <p:nvPr/>
            </p:nvSpPr>
            <p:spPr bwMode="auto">
              <a:xfrm>
                <a:off x="3857" y="784"/>
                <a:ext cx="277" cy="456"/>
              </a:xfrm>
              <a:prstGeom prst="line">
                <a:avLst/>
              </a:prstGeom>
              <a:noFill/>
              <a:ln w="1905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00383" name="Line 21">
                <a:extLst>
                  <a:ext uri="{FF2B5EF4-FFF2-40B4-BE49-F238E27FC236}">
                    <a16:creationId xmlns:a16="http://schemas.microsoft.com/office/drawing/2014/main" id="{8AAB57C2-173F-0E27-FD00-F59A05019DD9}"/>
                  </a:ext>
                </a:extLst>
              </p:cNvPr>
              <p:cNvSpPr>
                <a:spLocks noChangeShapeType="1"/>
              </p:cNvSpPr>
              <p:nvPr/>
            </p:nvSpPr>
            <p:spPr bwMode="auto">
              <a:xfrm flipV="1">
                <a:off x="3883" y="1460"/>
                <a:ext cx="238" cy="386"/>
              </a:xfrm>
              <a:prstGeom prst="line">
                <a:avLst/>
              </a:prstGeom>
              <a:noFill/>
              <a:ln w="1905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00384" name="Line 22">
                <a:extLst>
                  <a:ext uri="{FF2B5EF4-FFF2-40B4-BE49-F238E27FC236}">
                    <a16:creationId xmlns:a16="http://schemas.microsoft.com/office/drawing/2014/main" id="{87646732-F8EC-C73C-61E6-E889B2B3CBA8}"/>
                  </a:ext>
                </a:extLst>
              </p:cNvPr>
              <p:cNvSpPr>
                <a:spLocks noChangeShapeType="1"/>
              </p:cNvSpPr>
              <p:nvPr/>
            </p:nvSpPr>
            <p:spPr bwMode="auto">
              <a:xfrm flipV="1">
                <a:off x="3327" y="780"/>
                <a:ext cx="385" cy="465"/>
              </a:xfrm>
              <a:prstGeom prst="line">
                <a:avLst/>
              </a:prstGeom>
              <a:noFill/>
              <a:ln w="1905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grpSp>
        <p:sp>
          <p:nvSpPr>
            <p:cNvPr id="100358" name="Text Box 24">
              <a:extLst>
                <a:ext uri="{FF2B5EF4-FFF2-40B4-BE49-F238E27FC236}">
                  <a16:creationId xmlns:a16="http://schemas.microsoft.com/office/drawing/2014/main" id="{59957043-19E8-0AA1-2C75-3169AE6B68E6}"/>
                </a:ext>
              </a:extLst>
            </p:cNvPr>
            <p:cNvSpPr txBox="1">
              <a:spLocks noChangeArrowheads="1"/>
            </p:cNvSpPr>
            <p:nvPr/>
          </p:nvSpPr>
          <p:spPr bwMode="auto">
            <a:xfrm>
              <a:off x="2777" y="719"/>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solidFill>
                    <a:schemeClr val="tx2"/>
                  </a:solidFill>
                  <a:latin typeface="Times New Roman" panose="02020603050405020304" pitchFamily="18" charset="0"/>
                  <a:ea typeface="宋体" panose="02010600030101010101" pitchFamily="2" charset="-122"/>
                </a:rPr>
                <a:t>6</a:t>
              </a:r>
            </a:p>
          </p:txBody>
        </p:sp>
        <p:sp>
          <p:nvSpPr>
            <p:cNvPr id="100359" name="Text Box 26">
              <a:extLst>
                <a:ext uri="{FF2B5EF4-FFF2-40B4-BE49-F238E27FC236}">
                  <a16:creationId xmlns:a16="http://schemas.microsoft.com/office/drawing/2014/main" id="{070DED3A-D2A2-D45B-D4E2-411F9FB59992}"/>
                </a:ext>
              </a:extLst>
            </p:cNvPr>
            <p:cNvSpPr txBox="1">
              <a:spLocks noChangeArrowheads="1"/>
            </p:cNvSpPr>
            <p:nvPr/>
          </p:nvSpPr>
          <p:spPr bwMode="auto">
            <a:xfrm>
              <a:off x="2900" y="989"/>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solidFill>
                    <a:schemeClr val="tx2"/>
                  </a:solidFill>
                  <a:latin typeface="Times New Roman" panose="02020603050405020304" pitchFamily="18" charset="0"/>
                  <a:ea typeface="宋体" panose="02010600030101010101" pitchFamily="2" charset="-122"/>
                </a:rPr>
                <a:t>5</a:t>
              </a:r>
            </a:p>
          </p:txBody>
        </p:sp>
        <p:sp>
          <p:nvSpPr>
            <p:cNvPr id="100360" name="Text Box 27">
              <a:extLst>
                <a:ext uri="{FF2B5EF4-FFF2-40B4-BE49-F238E27FC236}">
                  <a16:creationId xmlns:a16="http://schemas.microsoft.com/office/drawing/2014/main" id="{B9FC5C75-C8CB-7DE1-FCA9-C050ED1C50E6}"/>
                </a:ext>
              </a:extLst>
            </p:cNvPr>
            <p:cNvSpPr txBox="1">
              <a:spLocks noChangeArrowheads="1"/>
            </p:cNvSpPr>
            <p:nvPr/>
          </p:nvSpPr>
          <p:spPr bwMode="auto">
            <a:xfrm>
              <a:off x="2768" y="1515"/>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solidFill>
                    <a:schemeClr val="tx2"/>
                  </a:solidFill>
                  <a:latin typeface="Times New Roman" panose="02020603050405020304" pitchFamily="18" charset="0"/>
                  <a:ea typeface="宋体" panose="02010600030101010101" pitchFamily="2" charset="-122"/>
                </a:rPr>
                <a:t>5</a:t>
              </a:r>
            </a:p>
          </p:txBody>
        </p:sp>
        <p:sp>
          <p:nvSpPr>
            <p:cNvPr id="100361" name="Text Box 28">
              <a:extLst>
                <a:ext uri="{FF2B5EF4-FFF2-40B4-BE49-F238E27FC236}">
                  <a16:creationId xmlns:a16="http://schemas.microsoft.com/office/drawing/2014/main" id="{B5267745-10D5-DCB6-FF0D-96DDD31EA285}"/>
                </a:ext>
              </a:extLst>
            </p:cNvPr>
            <p:cNvSpPr txBox="1">
              <a:spLocks noChangeArrowheads="1"/>
            </p:cNvSpPr>
            <p:nvPr/>
          </p:nvSpPr>
          <p:spPr bwMode="auto">
            <a:xfrm>
              <a:off x="3269" y="1460"/>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solidFill>
                    <a:schemeClr val="tx2"/>
                  </a:solidFill>
                  <a:latin typeface="黑体" panose="02010609060101010101" pitchFamily="49" charset="-122"/>
                  <a:ea typeface="黑体" panose="02010609060101010101" pitchFamily="49" charset="-122"/>
                </a:rPr>
                <a:t>-</a:t>
              </a:r>
              <a:r>
                <a:rPr kumimoji="1" lang="en-US" altLang="zh-CN" sz="2400" b="1">
                  <a:solidFill>
                    <a:schemeClr val="tx2"/>
                  </a:solidFill>
                  <a:latin typeface="Times New Roman" panose="02020603050405020304" pitchFamily="18" charset="0"/>
                  <a:ea typeface="宋体" panose="02010600030101010101" pitchFamily="2" charset="-122"/>
                </a:rPr>
                <a:t>2</a:t>
              </a:r>
            </a:p>
          </p:txBody>
        </p:sp>
        <p:sp>
          <p:nvSpPr>
            <p:cNvPr id="100362" name="Text Box 29">
              <a:extLst>
                <a:ext uri="{FF2B5EF4-FFF2-40B4-BE49-F238E27FC236}">
                  <a16:creationId xmlns:a16="http://schemas.microsoft.com/office/drawing/2014/main" id="{65BD6085-1F0C-9AD0-5944-3411C727BE42}"/>
                </a:ext>
              </a:extLst>
            </p:cNvPr>
            <p:cNvSpPr txBox="1">
              <a:spLocks noChangeArrowheads="1"/>
            </p:cNvSpPr>
            <p:nvPr/>
          </p:nvSpPr>
          <p:spPr bwMode="auto">
            <a:xfrm>
              <a:off x="3256" y="760"/>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solidFill>
                    <a:schemeClr val="tx2"/>
                  </a:solidFill>
                  <a:latin typeface="黑体" panose="02010609060101010101" pitchFamily="49" charset="-122"/>
                  <a:ea typeface="黑体" panose="02010609060101010101" pitchFamily="49" charset="-122"/>
                </a:rPr>
                <a:t>-</a:t>
              </a:r>
              <a:r>
                <a:rPr kumimoji="1" lang="en-US" altLang="zh-CN" sz="2400" b="1">
                  <a:solidFill>
                    <a:schemeClr val="tx2"/>
                  </a:solidFill>
                  <a:latin typeface="Times New Roman" panose="02020603050405020304" pitchFamily="18" charset="0"/>
                  <a:ea typeface="宋体" panose="02010600030101010101" pitchFamily="2" charset="-122"/>
                </a:rPr>
                <a:t>2</a:t>
              </a:r>
            </a:p>
          </p:txBody>
        </p:sp>
        <p:sp>
          <p:nvSpPr>
            <p:cNvPr id="100363" name="Text Box 30">
              <a:extLst>
                <a:ext uri="{FF2B5EF4-FFF2-40B4-BE49-F238E27FC236}">
                  <a16:creationId xmlns:a16="http://schemas.microsoft.com/office/drawing/2014/main" id="{1251D345-D735-7842-3564-8AB52BAE89D5}"/>
                </a:ext>
              </a:extLst>
            </p:cNvPr>
            <p:cNvSpPr txBox="1">
              <a:spLocks noChangeArrowheads="1"/>
            </p:cNvSpPr>
            <p:nvPr/>
          </p:nvSpPr>
          <p:spPr bwMode="auto">
            <a:xfrm>
              <a:off x="3383" y="358"/>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solidFill>
                    <a:schemeClr val="tx2"/>
                  </a:solidFill>
                  <a:latin typeface="黑体" panose="02010609060101010101" pitchFamily="49" charset="-122"/>
                  <a:ea typeface="黑体" panose="02010609060101010101" pitchFamily="49" charset="-122"/>
                </a:rPr>
                <a:t>-</a:t>
              </a:r>
              <a:r>
                <a:rPr kumimoji="1" lang="en-US" altLang="zh-CN" sz="2400" b="1">
                  <a:solidFill>
                    <a:schemeClr val="tx2"/>
                  </a:solidFill>
                  <a:latin typeface="Times New Roman" panose="02020603050405020304" pitchFamily="18" charset="0"/>
                  <a:ea typeface="宋体" panose="02010600030101010101" pitchFamily="2" charset="-122"/>
                </a:rPr>
                <a:t>1</a:t>
              </a:r>
            </a:p>
          </p:txBody>
        </p:sp>
        <p:sp>
          <p:nvSpPr>
            <p:cNvPr id="100364" name="Text Box 31">
              <a:extLst>
                <a:ext uri="{FF2B5EF4-FFF2-40B4-BE49-F238E27FC236}">
                  <a16:creationId xmlns:a16="http://schemas.microsoft.com/office/drawing/2014/main" id="{25DE12C3-AE4F-0A7E-0C4C-D373731D3056}"/>
                </a:ext>
              </a:extLst>
            </p:cNvPr>
            <p:cNvSpPr txBox="1">
              <a:spLocks noChangeArrowheads="1"/>
            </p:cNvSpPr>
            <p:nvPr/>
          </p:nvSpPr>
          <p:spPr bwMode="auto">
            <a:xfrm>
              <a:off x="3503" y="943"/>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solidFill>
                    <a:schemeClr val="tx2"/>
                  </a:solidFill>
                  <a:latin typeface="Times New Roman" panose="02020603050405020304" pitchFamily="18" charset="0"/>
                  <a:ea typeface="宋体" panose="02010600030101010101" pitchFamily="2" charset="-122"/>
                </a:rPr>
                <a:t>1</a:t>
              </a:r>
            </a:p>
          </p:txBody>
        </p:sp>
        <p:sp>
          <p:nvSpPr>
            <p:cNvPr id="100365" name="Text Box 32">
              <a:extLst>
                <a:ext uri="{FF2B5EF4-FFF2-40B4-BE49-F238E27FC236}">
                  <a16:creationId xmlns:a16="http://schemas.microsoft.com/office/drawing/2014/main" id="{02106039-6C0B-3B56-9785-FC7A1228DD70}"/>
                </a:ext>
              </a:extLst>
            </p:cNvPr>
            <p:cNvSpPr txBox="1">
              <a:spLocks noChangeArrowheads="1"/>
            </p:cNvSpPr>
            <p:nvPr/>
          </p:nvSpPr>
          <p:spPr bwMode="auto">
            <a:xfrm>
              <a:off x="3406" y="1871"/>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solidFill>
                    <a:schemeClr val="tx2"/>
                  </a:solidFill>
                  <a:latin typeface="黑体" panose="02010609060101010101" pitchFamily="49" charset="-122"/>
                  <a:ea typeface="黑体" panose="02010609060101010101" pitchFamily="49" charset="-122"/>
                </a:rPr>
                <a:t>-</a:t>
              </a:r>
              <a:r>
                <a:rPr kumimoji="1" lang="en-US" altLang="zh-CN" sz="2400" b="1">
                  <a:solidFill>
                    <a:schemeClr val="tx2"/>
                  </a:solidFill>
                  <a:latin typeface="Times New Roman" panose="02020603050405020304" pitchFamily="18" charset="0"/>
                  <a:ea typeface="宋体" panose="02010600030101010101" pitchFamily="2" charset="-122"/>
                </a:rPr>
                <a:t>1</a:t>
              </a:r>
            </a:p>
          </p:txBody>
        </p:sp>
        <p:sp>
          <p:nvSpPr>
            <p:cNvPr id="100366" name="Text Box 33">
              <a:extLst>
                <a:ext uri="{FF2B5EF4-FFF2-40B4-BE49-F238E27FC236}">
                  <a16:creationId xmlns:a16="http://schemas.microsoft.com/office/drawing/2014/main" id="{9D3992EE-1F97-D4FA-9B55-D26BA78318A3}"/>
                </a:ext>
              </a:extLst>
            </p:cNvPr>
            <p:cNvSpPr txBox="1">
              <a:spLocks noChangeArrowheads="1"/>
            </p:cNvSpPr>
            <p:nvPr/>
          </p:nvSpPr>
          <p:spPr bwMode="auto">
            <a:xfrm>
              <a:off x="4037" y="74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solidFill>
                    <a:schemeClr val="tx2"/>
                  </a:solidFill>
                  <a:latin typeface="Times New Roman" panose="02020603050405020304" pitchFamily="18" charset="0"/>
                  <a:ea typeface="宋体" panose="02010600030101010101" pitchFamily="2" charset="-122"/>
                </a:rPr>
                <a:t>3</a:t>
              </a:r>
            </a:p>
          </p:txBody>
        </p:sp>
        <p:sp>
          <p:nvSpPr>
            <p:cNvPr id="100367" name="Text Box 34">
              <a:extLst>
                <a:ext uri="{FF2B5EF4-FFF2-40B4-BE49-F238E27FC236}">
                  <a16:creationId xmlns:a16="http://schemas.microsoft.com/office/drawing/2014/main" id="{7C823A69-E83E-25F8-8EFF-CE85E9EEE0CF}"/>
                </a:ext>
              </a:extLst>
            </p:cNvPr>
            <p:cNvSpPr txBox="1">
              <a:spLocks noChangeArrowheads="1"/>
            </p:cNvSpPr>
            <p:nvPr/>
          </p:nvSpPr>
          <p:spPr bwMode="auto">
            <a:xfrm>
              <a:off x="4056" y="15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solidFill>
                    <a:schemeClr val="tx2"/>
                  </a:solidFill>
                  <a:latin typeface="Times New Roman" panose="02020603050405020304" pitchFamily="18" charset="0"/>
                  <a:ea typeface="宋体" panose="02010600030101010101" pitchFamily="2" charset="-122"/>
                </a:rPr>
                <a:t>3</a:t>
              </a:r>
            </a:p>
          </p:txBody>
        </p:sp>
      </p:grpSp>
      <p:sp>
        <p:nvSpPr>
          <p:cNvPr id="2" name="标题 1">
            <a:extLst>
              <a:ext uri="{FF2B5EF4-FFF2-40B4-BE49-F238E27FC236}">
                <a16:creationId xmlns:a16="http://schemas.microsoft.com/office/drawing/2014/main" id="{30045536-D622-4A8A-9BC7-7C372ABD3C38}"/>
              </a:ext>
            </a:extLst>
          </p:cNvPr>
          <p:cNvSpPr>
            <a:spLocks noGrp="1"/>
          </p:cNvSpPr>
          <p:nvPr>
            <p:ph type="title"/>
          </p:nvPr>
        </p:nvSpPr>
        <p:spPr>
          <a:xfrm>
            <a:off x="4164014" y="365125"/>
            <a:ext cx="4728466" cy="1325563"/>
          </a:xfrm>
        </p:spPr>
        <p:txBody>
          <a:bodyPr/>
          <a:lstStyle/>
          <a:p>
            <a:r>
              <a:rPr lang="zh-CN" altLang="en-US" dirty="0"/>
              <a:t>图的最短路径长度</a:t>
            </a:r>
          </a:p>
        </p:txBody>
      </p:sp>
      <p:sp>
        <p:nvSpPr>
          <p:cNvPr id="3" name="灯片编号占位符 2">
            <a:extLst>
              <a:ext uri="{FF2B5EF4-FFF2-40B4-BE49-F238E27FC236}">
                <a16:creationId xmlns:a16="http://schemas.microsoft.com/office/drawing/2014/main" id="{7D978227-BCDD-4CD0-B066-6CFD8A2137B3}"/>
              </a:ext>
            </a:extLst>
          </p:cNvPr>
          <p:cNvSpPr>
            <a:spLocks noGrp="1"/>
          </p:cNvSpPr>
          <p:nvPr>
            <p:ph type="sldNum" sz="quarter" idx="12"/>
          </p:nvPr>
        </p:nvSpPr>
        <p:spPr/>
        <p:txBody>
          <a:bodyPr/>
          <a:lstStyle/>
          <a:p>
            <a:pPr>
              <a:defRPr/>
            </a:pPr>
            <a:fld id="{1FE7C295-45AB-455C-823A-4AF0463E4EF2}" type="slidenum">
              <a:rPr lang="en-US" altLang="zh-CN" smtClean="0"/>
              <a:pPr>
                <a:defRPr/>
              </a:pPr>
              <a:t>81</a:t>
            </a:fld>
            <a:endParaRPr lang="en-US" altLang="zh-CN"/>
          </a:p>
        </p:txBody>
      </p:sp>
    </p:spTree>
  </p:cSld>
  <p:clrMapOvr>
    <a:masterClrMapping/>
  </p:clrMapOvr>
  <p:transition>
    <p:zoom/>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AFB8D32-E28A-4B60-96DD-648FE1934C9D}"/>
              </a:ext>
            </a:extLst>
          </p:cNvPr>
          <p:cNvSpPr>
            <a:spLocks noGrp="1"/>
          </p:cNvSpPr>
          <p:nvPr>
            <p:ph idx="1"/>
          </p:nvPr>
        </p:nvSpPr>
        <p:spPr>
          <a:xfrm>
            <a:off x="179512" y="188640"/>
            <a:ext cx="8640960" cy="6552728"/>
          </a:xfrm>
        </p:spPr>
        <p:txBody>
          <a:bodyPr>
            <a:normAutofit fontScale="55000" lnSpcReduction="20000"/>
          </a:bodyPr>
          <a:lstStyle/>
          <a:p>
            <a:pPr marL="0" indent="0">
              <a:buNone/>
            </a:pPr>
            <a:r>
              <a:rPr lang="en-US" altLang="zh-CN" dirty="0"/>
              <a:t>//</a:t>
            </a:r>
            <a:r>
              <a:rPr lang="zh-CN" altLang="en-US" dirty="0"/>
              <a:t>在带权有向图中有的边具有负的权值。从顶</a:t>
            </a:r>
          </a:p>
          <a:p>
            <a:pPr marL="0" indent="0">
              <a:buNone/>
            </a:pPr>
            <a:r>
              <a:rPr lang="en-US" altLang="zh-CN" dirty="0"/>
              <a:t>//</a:t>
            </a:r>
            <a:r>
              <a:rPr lang="zh-CN" altLang="en-US" dirty="0"/>
              <a:t>点</a:t>
            </a:r>
            <a:r>
              <a:rPr lang="en-US" altLang="zh-CN" dirty="0"/>
              <a:t>v</a:t>
            </a:r>
            <a:r>
              <a:rPr lang="zh-CN" altLang="en-US" dirty="0"/>
              <a:t>找到所有其它顶点的最短路径。 </a:t>
            </a:r>
          </a:p>
          <a:p>
            <a:pPr marL="0" indent="0">
              <a:buNone/>
            </a:pPr>
            <a:r>
              <a:rPr lang="en-US" altLang="zh-CN" dirty="0"/>
              <a:t>template &lt;class T, class E&gt;</a:t>
            </a:r>
          </a:p>
          <a:p>
            <a:pPr marL="0" indent="0">
              <a:buNone/>
            </a:pPr>
            <a:r>
              <a:rPr lang="en-US" altLang="zh-CN" dirty="0"/>
              <a:t>void </a:t>
            </a:r>
            <a:r>
              <a:rPr lang="en-US" altLang="zh-CN" dirty="0" err="1"/>
              <a:t>BellmanFord</a:t>
            </a:r>
            <a:r>
              <a:rPr lang="en-US" altLang="zh-CN" dirty="0"/>
              <a:t> ( Graph&lt;T, E&gt;&amp; G, int v,  E </a:t>
            </a:r>
            <a:r>
              <a:rPr lang="en-US" altLang="zh-CN" dirty="0" err="1"/>
              <a:t>dist</a:t>
            </a:r>
            <a:r>
              <a:rPr lang="en-US" altLang="zh-CN" dirty="0"/>
              <a:t>[ ], int path[ ] ) {</a:t>
            </a:r>
          </a:p>
          <a:p>
            <a:pPr marL="0" indent="0">
              <a:buNone/>
            </a:pPr>
            <a:r>
              <a:rPr lang="en-US" altLang="zh-CN" dirty="0"/>
              <a:t>    int </a:t>
            </a:r>
            <a:r>
              <a:rPr lang="en-US" altLang="zh-CN" dirty="0" err="1"/>
              <a:t>i</a:t>
            </a:r>
            <a:r>
              <a:rPr lang="en-US" altLang="zh-CN" dirty="0"/>
              <a:t>, k, u, n = </a:t>
            </a:r>
            <a:r>
              <a:rPr lang="en-US" altLang="zh-CN" dirty="0" err="1"/>
              <a:t>G.NumberOfVertices</a:t>
            </a:r>
            <a:r>
              <a:rPr lang="en-US" altLang="zh-CN" dirty="0"/>
              <a:t>( );         E w;</a:t>
            </a:r>
          </a:p>
          <a:p>
            <a:pPr marL="0" indent="0">
              <a:buNone/>
            </a:pPr>
            <a:r>
              <a:rPr lang="en-US" altLang="zh-CN" dirty="0"/>
              <a:t>    for ( </a:t>
            </a:r>
            <a:r>
              <a:rPr lang="en-US" altLang="zh-CN" dirty="0" err="1"/>
              <a:t>i</a:t>
            </a:r>
            <a:r>
              <a:rPr lang="en-US" altLang="zh-CN" dirty="0"/>
              <a:t> = 0; </a:t>
            </a:r>
            <a:r>
              <a:rPr lang="en-US" altLang="zh-CN" dirty="0" err="1"/>
              <a:t>i</a:t>
            </a:r>
            <a:r>
              <a:rPr lang="en-US" altLang="zh-CN" dirty="0"/>
              <a:t> &lt; n; </a:t>
            </a:r>
            <a:r>
              <a:rPr lang="en-US" altLang="zh-CN" dirty="0" err="1"/>
              <a:t>i</a:t>
            </a:r>
            <a:r>
              <a:rPr lang="en-US" altLang="zh-CN" dirty="0"/>
              <a:t>++ ) {</a:t>
            </a:r>
          </a:p>
          <a:p>
            <a:pPr marL="0" indent="0">
              <a:buNone/>
            </a:pPr>
            <a:r>
              <a:rPr lang="en-US" altLang="zh-CN" dirty="0"/>
              <a:t>        </a:t>
            </a:r>
            <a:r>
              <a:rPr lang="en-US" altLang="zh-CN" dirty="0" err="1"/>
              <a:t>dist</a:t>
            </a:r>
            <a:r>
              <a:rPr lang="en-US" altLang="zh-CN" dirty="0"/>
              <a:t>[</a:t>
            </a:r>
            <a:r>
              <a:rPr lang="en-US" altLang="zh-CN" dirty="0" err="1"/>
              <a:t>i</a:t>
            </a:r>
            <a:r>
              <a:rPr lang="en-US" altLang="zh-CN" dirty="0"/>
              <a:t>] = </a:t>
            </a:r>
            <a:r>
              <a:rPr lang="en-US" altLang="zh-CN" dirty="0" err="1"/>
              <a:t>G.getWeight</a:t>
            </a:r>
            <a:r>
              <a:rPr lang="en-US" altLang="zh-CN" dirty="0"/>
              <a:t>(v, </a:t>
            </a:r>
            <a:r>
              <a:rPr lang="en-US" altLang="zh-CN" dirty="0" err="1"/>
              <a:t>i</a:t>
            </a:r>
            <a:r>
              <a:rPr lang="en-US" altLang="zh-CN" dirty="0"/>
              <a:t>);</a:t>
            </a:r>
          </a:p>
          <a:p>
            <a:pPr marL="0" indent="0">
              <a:buNone/>
            </a:pPr>
            <a:r>
              <a:rPr lang="en-US" altLang="zh-CN" dirty="0"/>
              <a:t>        if ( </a:t>
            </a:r>
            <a:r>
              <a:rPr lang="en-US" altLang="zh-CN" dirty="0" err="1"/>
              <a:t>i</a:t>
            </a:r>
            <a:r>
              <a:rPr lang="en-US" altLang="zh-CN" dirty="0"/>
              <a:t> != v &amp;&amp; </a:t>
            </a:r>
            <a:r>
              <a:rPr lang="en-US" altLang="zh-CN" dirty="0" err="1"/>
              <a:t>dist</a:t>
            </a:r>
            <a:r>
              <a:rPr lang="en-US" altLang="zh-CN" dirty="0"/>
              <a:t>[</a:t>
            </a:r>
            <a:r>
              <a:rPr lang="en-US" altLang="zh-CN" dirty="0" err="1"/>
              <a:t>i</a:t>
            </a:r>
            <a:r>
              <a:rPr lang="en-US" altLang="zh-CN" dirty="0"/>
              <a:t>] &lt; </a:t>
            </a:r>
            <a:r>
              <a:rPr lang="en-US" altLang="zh-CN" dirty="0" err="1"/>
              <a:t>maxValue</a:t>
            </a:r>
            <a:r>
              <a:rPr lang="en-US" altLang="zh-CN" dirty="0"/>
              <a:t> )  path[</a:t>
            </a:r>
            <a:r>
              <a:rPr lang="en-US" altLang="zh-CN" dirty="0" err="1"/>
              <a:t>i</a:t>
            </a:r>
            <a:r>
              <a:rPr lang="en-US" altLang="zh-CN" dirty="0"/>
              <a:t>] = v;		</a:t>
            </a:r>
          </a:p>
          <a:p>
            <a:pPr marL="0" indent="0">
              <a:buNone/>
            </a:pPr>
            <a:r>
              <a:rPr lang="en-US" altLang="zh-CN" dirty="0"/>
              <a:t>        else path[</a:t>
            </a:r>
            <a:r>
              <a:rPr lang="en-US" altLang="zh-CN" dirty="0" err="1"/>
              <a:t>i</a:t>
            </a:r>
            <a:r>
              <a:rPr lang="en-US" altLang="zh-CN" dirty="0"/>
              <a:t>] = -1;</a:t>
            </a:r>
          </a:p>
          <a:p>
            <a:pPr marL="0" indent="0">
              <a:buNone/>
            </a:pPr>
            <a:r>
              <a:rPr lang="en-US" altLang="zh-CN" dirty="0"/>
              <a:t>    }    </a:t>
            </a:r>
          </a:p>
          <a:p>
            <a:pPr marL="0" indent="0">
              <a:buNone/>
            </a:pPr>
            <a:r>
              <a:rPr lang="en-US" altLang="zh-CN" dirty="0"/>
              <a:t>    for ( k = 2; k &lt; n; k++ )</a:t>
            </a:r>
          </a:p>
          <a:p>
            <a:pPr marL="0" indent="0">
              <a:buNone/>
            </a:pPr>
            <a:r>
              <a:rPr lang="en-US" altLang="zh-CN" dirty="0"/>
              <a:t>        for ( u = 0; u &lt; n; u++ )</a:t>
            </a:r>
          </a:p>
          <a:p>
            <a:pPr marL="0" indent="0">
              <a:buNone/>
            </a:pPr>
            <a:r>
              <a:rPr lang="en-US" altLang="zh-CN" dirty="0"/>
              <a:t>	   if ( u != v )</a:t>
            </a:r>
          </a:p>
          <a:p>
            <a:pPr marL="0" indent="0">
              <a:buNone/>
            </a:pPr>
            <a:r>
              <a:rPr lang="en-US" altLang="zh-CN" dirty="0"/>
              <a:t>	      for ( </a:t>
            </a:r>
            <a:r>
              <a:rPr lang="en-US" altLang="zh-CN" dirty="0" err="1"/>
              <a:t>i</a:t>
            </a:r>
            <a:r>
              <a:rPr lang="en-US" altLang="zh-CN" dirty="0"/>
              <a:t> = 0; </a:t>
            </a:r>
            <a:r>
              <a:rPr lang="en-US" altLang="zh-CN" dirty="0" err="1"/>
              <a:t>i</a:t>
            </a:r>
            <a:r>
              <a:rPr lang="en-US" altLang="zh-CN" dirty="0"/>
              <a:t> &lt; n; </a:t>
            </a:r>
            <a:r>
              <a:rPr lang="en-US" altLang="zh-CN" dirty="0" err="1"/>
              <a:t>i</a:t>
            </a:r>
            <a:r>
              <a:rPr lang="en-US" altLang="zh-CN" dirty="0"/>
              <a:t>++ ) {</a:t>
            </a:r>
          </a:p>
          <a:p>
            <a:pPr marL="0" indent="0">
              <a:buNone/>
            </a:pPr>
            <a:r>
              <a:rPr lang="en-US" altLang="zh-CN" dirty="0"/>
              <a:t>                     w = </a:t>
            </a:r>
            <a:r>
              <a:rPr lang="en-US" altLang="zh-CN" dirty="0" err="1"/>
              <a:t>G.getWeight</a:t>
            </a:r>
            <a:r>
              <a:rPr lang="en-US" altLang="zh-CN" dirty="0"/>
              <a:t>(</a:t>
            </a:r>
            <a:r>
              <a:rPr lang="en-US" altLang="zh-CN" dirty="0" err="1"/>
              <a:t>i</a:t>
            </a:r>
            <a:r>
              <a:rPr lang="en-US" altLang="zh-CN" dirty="0"/>
              <a:t>, u);</a:t>
            </a:r>
          </a:p>
          <a:p>
            <a:pPr marL="0" indent="0">
              <a:buNone/>
            </a:pPr>
            <a:r>
              <a:rPr lang="en-US" altLang="zh-CN" dirty="0"/>
              <a:t> 	           if </a:t>
            </a:r>
            <a:r>
              <a:rPr lang="en-US" altLang="zh-CN"/>
              <a:t>( w </a:t>
            </a:r>
            <a:r>
              <a:rPr lang="en-US" altLang="zh-CN" dirty="0"/>
              <a:t>&lt; </a:t>
            </a:r>
            <a:r>
              <a:rPr lang="en-US" altLang="zh-CN" dirty="0" err="1"/>
              <a:t>maxValue</a:t>
            </a:r>
            <a:r>
              <a:rPr lang="en-US" altLang="zh-CN" dirty="0"/>
              <a:t> &amp;&amp;</a:t>
            </a:r>
            <a:r>
              <a:rPr lang="en-US" altLang="zh-CN" dirty="0" err="1"/>
              <a:t>dist</a:t>
            </a:r>
            <a:r>
              <a:rPr lang="en-US" altLang="zh-CN" dirty="0"/>
              <a:t>[u] &gt; </a:t>
            </a:r>
            <a:r>
              <a:rPr lang="en-US" altLang="zh-CN" dirty="0" err="1"/>
              <a:t>dist</a:t>
            </a:r>
            <a:r>
              <a:rPr lang="en-US" altLang="zh-CN" dirty="0"/>
              <a:t>[</a:t>
            </a:r>
            <a:r>
              <a:rPr lang="en-US" altLang="zh-CN" dirty="0" err="1"/>
              <a:t>i</a:t>
            </a:r>
            <a:r>
              <a:rPr lang="en-US" altLang="zh-CN" dirty="0"/>
              <a:t>] + w ) {</a:t>
            </a:r>
          </a:p>
          <a:p>
            <a:pPr marL="0" indent="0">
              <a:buNone/>
            </a:pPr>
            <a:r>
              <a:rPr lang="en-US" altLang="zh-CN" dirty="0"/>
              <a:t>                        </a:t>
            </a:r>
            <a:r>
              <a:rPr lang="en-US" altLang="zh-CN" dirty="0" err="1"/>
              <a:t>dist</a:t>
            </a:r>
            <a:r>
              <a:rPr lang="en-US" altLang="zh-CN" dirty="0"/>
              <a:t>[u] = </a:t>
            </a:r>
            <a:r>
              <a:rPr lang="en-US" altLang="zh-CN" dirty="0" err="1"/>
              <a:t>dist</a:t>
            </a:r>
            <a:r>
              <a:rPr lang="en-US" altLang="zh-CN" dirty="0"/>
              <a:t>[</a:t>
            </a:r>
            <a:r>
              <a:rPr lang="en-US" altLang="zh-CN" dirty="0" err="1"/>
              <a:t>i</a:t>
            </a:r>
            <a:r>
              <a:rPr lang="en-US" altLang="zh-CN" dirty="0"/>
              <a:t>] + w;              path[u] = </a:t>
            </a:r>
            <a:r>
              <a:rPr lang="en-US" altLang="zh-CN" dirty="0" err="1"/>
              <a:t>i</a:t>
            </a:r>
            <a:r>
              <a:rPr lang="en-US" altLang="zh-CN" dirty="0"/>
              <a:t>;</a:t>
            </a:r>
          </a:p>
          <a:p>
            <a:pPr marL="0" indent="0">
              <a:buNone/>
            </a:pPr>
            <a:r>
              <a:rPr lang="en-US" altLang="zh-CN" dirty="0"/>
              <a:t>                    }</a:t>
            </a:r>
          </a:p>
          <a:p>
            <a:pPr marL="0" indent="0">
              <a:buNone/>
            </a:pPr>
            <a:r>
              <a:rPr lang="en-US" altLang="zh-CN" dirty="0"/>
              <a:t>               }</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C3AC7D24-BD60-95F6-69E7-9399B53FB1C4}"/>
              </a:ext>
            </a:extLst>
          </p:cNvPr>
          <p:cNvSpPr>
            <a:spLocks noGrp="1"/>
          </p:cNvSpPr>
          <p:nvPr>
            <p:ph type="sldNum" sz="quarter" idx="12"/>
          </p:nvPr>
        </p:nvSpPr>
        <p:spPr/>
        <p:txBody>
          <a:bodyPr/>
          <a:lstStyle/>
          <a:p>
            <a:pPr>
              <a:defRPr/>
            </a:pPr>
            <a:fld id="{2E0F9FB0-350A-4A87-9CD5-1F022F266B97}" type="slidenum">
              <a:rPr lang="en-US" altLang="zh-CN" smtClean="0"/>
              <a:pPr>
                <a:defRPr/>
              </a:pPr>
              <a:t>82</a:t>
            </a:fld>
            <a:endParaRPr lang="en-US" altLang="zh-CN"/>
          </a:p>
        </p:txBody>
      </p:sp>
    </p:spTree>
  </p:cSld>
  <p:clrMapOvr>
    <a:masterClrMapping/>
  </p:clrMapOvr>
  <p:transition>
    <p:zoom/>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0E9EE402-AE43-AF78-06B3-0E60CCB69F7A}"/>
              </a:ext>
            </a:extLst>
          </p:cNvPr>
          <p:cNvSpPr>
            <a:spLocks noGrp="1" noChangeArrowheads="1"/>
          </p:cNvSpPr>
          <p:nvPr>
            <p:ph type="title"/>
          </p:nvPr>
        </p:nvSpPr>
        <p:spPr/>
        <p:txBody>
          <a:bodyPr/>
          <a:lstStyle/>
          <a:p>
            <a:r>
              <a:rPr lang="zh-CN" altLang="en-US"/>
              <a:t>性能分析</a:t>
            </a:r>
          </a:p>
        </p:txBody>
      </p:sp>
      <p:sp>
        <p:nvSpPr>
          <p:cNvPr id="103427" name="Rectangle 3">
            <a:extLst>
              <a:ext uri="{FF2B5EF4-FFF2-40B4-BE49-F238E27FC236}">
                <a16:creationId xmlns:a16="http://schemas.microsoft.com/office/drawing/2014/main" id="{5033B661-4868-EB69-A4F3-2558C40BB6A9}"/>
              </a:ext>
            </a:extLst>
          </p:cNvPr>
          <p:cNvSpPr>
            <a:spLocks noGrp="1" noChangeArrowheads="1"/>
          </p:cNvSpPr>
          <p:nvPr>
            <p:ph type="body" idx="1"/>
          </p:nvPr>
        </p:nvSpPr>
        <p:spPr/>
        <p:txBody>
          <a:bodyPr/>
          <a:lstStyle/>
          <a:p>
            <a:r>
              <a:rPr lang="zh-CN" altLang="en-US" dirty="0"/>
              <a:t>用邻接矩阵作为存储结构，为</a:t>
            </a:r>
            <a:r>
              <a:rPr lang="en-US" altLang="zh-CN" dirty="0"/>
              <a:t>O(n</a:t>
            </a:r>
            <a:r>
              <a:rPr lang="en-US" altLang="zh-CN" baseline="30000" dirty="0"/>
              <a:t>3</a:t>
            </a:r>
            <a:r>
              <a:rPr lang="en-US" altLang="zh-CN" dirty="0"/>
              <a:t>)</a:t>
            </a:r>
          </a:p>
          <a:p>
            <a:r>
              <a:rPr lang="zh-CN" altLang="en-US" dirty="0"/>
              <a:t>用邻接表作为存储结构，可以通过优化，把内层的两个</a:t>
            </a:r>
            <a:r>
              <a:rPr lang="en-US" altLang="zh-CN" dirty="0"/>
              <a:t>for</a:t>
            </a:r>
            <a:r>
              <a:rPr lang="zh-CN" altLang="en-US" dirty="0"/>
              <a:t>循环变成一个循环，每次访问</a:t>
            </a:r>
            <a:r>
              <a:rPr lang="en-US" altLang="zh-CN" dirty="0"/>
              <a:t>e</a:t>
            </a:r>
            <a:r>
              <a:rPr lang="zh-CN" altLang="en-US" dirty="0"/>
              <a:t>条边只要</a:t>
            </a:r>
            <a:r>
              <a:rPr lang="en-US" altLang="zh-CN" dirty="0"/>
              <a:t>O(e)</a:t>
            </a:r>
            <a:r>
              <a:rPr lang="zh-CN" altLang="en-US" dirty="0"/>
              <a:t>，则总时间为</a:t>
            </a:r>
            <a:r>
              <a:rPr lang="en-US" altLang="zh-CN" dirty="0"/>
              <a:t>O(n*e)</a:t>
            </a:r>
          </a:p>
        </p:txBody>
      </p:sp>
      <p:sp>
        <p:nvSpPr>
          <p:cNvPr id="2" name="灯片编号占位符 1">
            <a:extLst>
              <a:ext uri="{FF2B5EF4-FFF2-40B4-BE49-F238E27FC236}">
                <a16:creationId xmlns:a16="http://schemas.microsoft.com/office/drawing/2014/main" id="{1DD2C128-0027-7C28-5884-3BE9E268FF59}"/>
              </a:ext>
            </a:extLst>
          </p:cNvPr>
          <p:cNvSpPr>
            <a:spLocks noGrp="1"/>
          </p:cNvSpPr>
          <p:nvPr>
            <p:ph type="sldNum" sz="quarter" idx="12"/>
          </p:nvPr>
        </p:nvSpPr>
        <p:spPr/>
        <p:txBody>
          <a:bodyPr/>
          <a:lstStyle/>
          <a:p>
            <a:pPr>
              <a:defRPr/>
            </a:pPr>
            <a:fld id="{2E0F9FB0-350A-4A87-9CD5-1F022F266B97}" type="slidenum">
              <a:rPr lang="en-US" altLang="zh-CN" smtClean="0"/>
              <a:pPr>
                <a:defRPr/>
              </a:pPr>
              <a:t>83</a:t>
            </a:fld>
            <a:endParaRPr lang="en-US" altLang="zh-CN"/>
          </a:p>
        </p:txBody>
      </p:sp>
    </p:spTree>
  </p:cSld>
  <p:clrMapOvr>
    <a:masterClrMapping/>
  </p:clrMapOvr>
  <p:transition>
    <p:split/>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a:extLst>
              <a:ext uri="{FF2B5EF4-FFF2-40B4-BE49-F238E27FC236}">
                <a16:creationId xmlns:a16="http://schemas.microsoft.com/office/drawing/2014/main" id="{AB445A92-FC05-C175-DB0A-5C35784EAC05}"/>
              </a:ext>
            </a:extLst>
          </p:cNvPr>
          <p:cNvSpPr>
            <a:spLocks noGrp="1" noChangeArrowheads="1"/>
          </p:cNvSpPr>
          <p:nvPr>
            <p:ph type="title"/>
          </p:nvPr>
        </p:nvSpPr>
        <p:spPr/>
        <p:txBody>
          <a:bodyPr/>
          <a:lstStyle/>
          <a:p>
            <a:r>
              <a:rPr lang="en-US" altLang="zh-CN" dirty="0"/>
              <a:t>8.5.3 </a:t>
            </a:r>
            <a:r>
              <a:rPr lang="zh-CN" altLang="en-US" dirty="0"/>
              <a:t>所有顶点之间的最短路径</a:t>
            </a:r>
          </a:p>
        </p:txBody>
      </p:sp>
      <p:sp>
        <p:nvSpPr>
          <p:cNvPr id="315395" name="Rectangle 3">
            <a:extLst>
              <a:ext uri="{FF2B5EF4-FFF2-40B4-BE49-F238E27FC236}">
                <a16:creationId xmlns:a16="http://schemas.microsoft.com/office/drawing/2014/main" id="{5787CDEE-E898-E1DC-CEAB-1ADCCB5BE6DF}"/>
              </a:ext>
            </a:extLst>
          </p:cNvPr>
          <p:cNvSpPr>
            <a:spLocks noGrp="1" noChangeArrowheads="1"/>
          </p:cNvSpPr>
          <p:nvPr>
            <p:ph type="body" idx="1"/>
          </p:nvPr>
        </p:nvSpPr>
        <p:spPr>
          <a:xfrm>
            <a:off x="107504" y="1825625"/>
            <a:ext cx="8928992" cy="4351338"/>
          </a:xfrm>
        </p:spPr>
        <p:txBody>
          <a:bodyPr>
            <a:normAutofit/>
          </a:bodyPr>
          <a:lstStyle/>
          <a:p>
            <a:r>
              <a:rPr lang="zh-CN" altLang="en-US" dirty="0"/>
              <a:t>问题的提法：已知一个各边权值均大于</a:t>
            </a:r>
            <a:r>
              <a:rPr lang="en-US" altLang="zh-CN" dirty="0"/>
              <a:t>0</a:t>
            </a:r>
            <a:r>
              <a:rPr lang="zh-CN" altLang="en-US" dirty="0"/>
              <a:t>的带权有向图，对每一对顶点 </a:t>
            </a:r>
            <a:r>
              <a:rPr lang="en-US" altLang="zh-CN" dirty="0"/>
              <a:t>v</a:t>
            </a:r>
            <a:r>
              <a:rPr lang="en-US" altLang="zh-CN" baseline="-25000" dirty="0"/>
              <a:t>i</a:t>
            </a:r>
            <a:r>
              <a:rPr lang="en-US" altLang="zh-CN" dirty="0"/>
              <a:t> </a:t>
            </a:r>
            <a:r>
              <a:rPr lang="en-US" altLang="zh-CN" dirty="0">
                <a:sym typeface="Symbol" panose="05050102010706020507" pitchFamily="18" charset="2"/>
              </a:rPr>
              <a:t></a:t>
            </a:r>
            <a:r>
              <a:rPr lang="en-US" altLang="zh-CN" dirty="0"/>
              <a:t> </a:t>
            </a:r>
            <a:r>
              <a:rPr lang="en-US" altLang="zh-CN" dirty="0" err="1"/>
              <a:t>v</a:t>
            </a:r>
            <a:r>
              <a:rPr lang="en-US" altLang="zh-CN" baseline="-25000" dirty="0" err="1"/>
              <a:t>j</a:t>
            </a:r>
            <a:r>
              <a:rPr lang="zh-CN" altLang="en-US" dirty="0"/>
              <a:t>，要求求出</a:t>
            </a:r>
            <a:r>
              <a:rPr lang="en-US" altLang="zh-CN" dirty="0"/>
              <a:t>v</a:t>
            </a:r>
            <a:r>
              <a:rPr lang="en-US" altLang="zh-CN" baseline="-25000" dirty="0"/>
              <a:t>i</a:t>
            </a:r>
            <a:r>
              <a:rPr lang="zh-CN" altLang="en-US" dirty="0"/>
              <a:t>与</a:t>
            </a:r>
            <a:r>
              <a:rPr lang="en-US" altLang="zh-CN" dirty="0" err="1"/>
              <a:t>v</a:t>
            </a:r>
            <a:r>
              <a:rPr lang="en-US" altLang="zh-CN" baseline="-25000" dirty="0" err="1"/>
              <a:t>j</a:t>
            </a:r>
            <a:r>
              <a:rPr lang="zh-CN" altLang="en-US" dirty="0"/>
              <a:t>之间的最短路径和最短路径长度。</a:t>
            </a:r>
          </a:p>
        </p:txBody>
      </p:sp>
      <p:sp>
        <p:nvSpPr>
          <p:cNvPr id="2" name="灯片编号占位符 1">
            <a:extLst>
              <a:ext uri="{FF2B5EF4-FFF2-40B4-BE49-F238E27FC236}">
                <a16:creationId xmlns:a16="http://schemas.microsoft.com/office/drawing/2014/main" id="{CAA874C0-3198-65D9-2147-9E11536ACF26}"/>
              </a:ext>
            </a:extLst>
          </p:cNvPr>
          <p:cNvSpPr>
            <a:spLocks noGrp="1"/>
          </p:cNvSpPr>
          <p:nvPr>
            <p:ph type="sldNum" sz="quarter" idx="12"/>
          </p:nvPr>
        </p:nvSpPr>
        <p:spPr/>
        <p:txBody>
          <a:bodyPr/>
          <a:lstStyle/>
          <a:p>
            <a:pPr>
              <a:defRPr/>
            </a:pPr>
            <a:fld id="{2E0F9FB0-350A-4A87-9CD5-1F022F266B97}" type="slidenum">
              <a:rPr lang="en-US" altLang="zh-CN" smtClean="0"/>
              <a:pPr>
                <a:defRPr/>
              </a:pPr>
              <a:t>84</a:t>
            </a:fld>
            <a:endParaRPr lang="en-US" altLang="zh-CN"/>
          </a:p>
        </p:txBody>
      </p:sp>
    </p:spTree>
  </p:cSld>
  <p:clrMapOvr>
    <a:masterClrMapping/>
  </p:clrMapOvr>
  <p:transition>
    <p:zoom/>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F681609B-C217-47D2-AF4D-FC7C9DB15782}"/>
              </a:ext>
            </a:extLst>
          </p:cNvPr>
          <p:cNvSpPr>
            <a:spLocks noGrp="1"/>
          </p:cNvSpPr>
          <p:nvPr>
            <p:ph type="title"/>
          </p:nvPr>
        </p:nvSpPr>
        <p:spPr/>
        <p:txBody>
          <a:bodyPr/>
          <a:lstStyle/>
          <a:p>
            <a:r>
              <a:rPr lang="en-US" altLang="zh-CN" dirty="0"/>
              <a:t>Floyd</a:t>
            </a:r>
            <a:r>
              <a:rPr lang="zh-CN" altLang="en-US" dirty="0"/>
              <a:t>算法的基本思想：</a:t>
            </a:r>
          </a:p>
        </p:txBody>
      </p:sp>
      <p:sp>
        <p:nvSpPr>
          <p:cNvPr id="316418" name="Rectangle 2">
            <a:extLst>
              <a:ext uri="{FF2B5EF4-FFF2-40B4-BE49-F238E27FC236}">
                <a16:creationId xmlns:a16="http://schemas.microsoft.com/office/drawing/2014/main" id="{42117588-6510-4703-8506-99B02187063E}"/>
              </a:ext>
            </a:extLst>
          </p:cNvPr>
          <p:cNvSpPr>
            <a:spLocks noGrp="1" noChangeArrowheads="1"/>
          </p:cNvSpPr>
          <p:nvPr>
            <p:ph type="body" idx="1"/>
          </p:nvPr>
        </p:nvSpPr>
        <p:spPr/>
        <p:txBody>
          <a:bodyPr>
            <a:normAutofit fontScale="62500" lnSpcReduction="20000"/>
          </a:bodyPr>
          <a:lstStyle/>
          <a:p>
            <a:pPr>
              <a:lnSpc>
                <a:spcPct val="120000"/>
              </a:lnSpc>
            </a:pPr>
            <a:r>
              <a:rPr lang="zh-CN" altLang="en-US" dirty="0"/>
              <a:t>定义一个</a:t>
            </a:r>
            <a:r>
              <a:rPr lang="en-US" altLang="zh-CN" dirty="0"/>
              <a:t>n</a:t>
            </a:r>
            <a:r>
              <a:rPr lang="zh-CN" altLang="en-US" dirty="0"/>
              <a:t>阶方阵序列：</a:t>
            </a:r>
            <a:r>
              <a:rPr lang="en-US" altLang="zh-CN" dirty="0"/>
              <a:t>A</a:t>
            </a:r>
            <a:r>
              <a:rPr lang="en-US" altLang="zh-CN" baseline="30000" dirty="0"/>
              <a:t>(-1)</a:t>
            </a:r>
            <a:r>
              <a:rPr lang="en-US" altLang="zh-CN" dirty="0"/>
              <a:t>,  A</a:t>
            </a:r>
            <a:r>
              <a:rPr lang="en-US" altLang="zh-CN" baseline="30000" dirty="0"/>
              <a:t>(0)</a:t>
            </a:r>
            <a:r>
              <a:rPr lang="en-US" altLang="zh-CN" dirty="0"/>
              <a:t>,  …,  A</a:t>
            </a:r>
            <a:r>
              <a:rPr lang="en-US" altLang="zh-CN" baseline="30000" dirty="0"/>
              <a:t>(n-1).</a:t>
            </a:r>
          </a:p>
          <a:p>
            <a:pPr lvl="1">
              <a:lnSpc>
                <a:spcPct val="120000"/>
              </a:lnSpc>
            </a:pPr>
            <a:r>
              <a:rPr lang="en-US" altLang="zh-CN" dirty="0"/>
              <a:t>A</a:t>
            </a:r>
            <a:r>
              <a:rPr lang="en-US" altLang="zh-CN" baseline="30000" dirty="0"/>
              <a:t>(-1)</a:t>
            </a:r>
            <a:r>
              <a:rPr lang="en-US" altLang="zh-CN" dirty="0"/>
              <a:t> [</a:t>
            </a:r>
            <a:r>
              <a:rPr lang="en-US" altLang="zh-CN" dirty="0" err="1"/>
              <a:t>i</a:t>
            </a:r>
            <a:r>
              <a:rPr lang="en-US" altLang="zh-CN" dirty="0"/>
              <a:t>][j] = Edge[</a:t>
            </a:r>
            <a:r>
              <a:rPr lang="en-US" altLang="zh-CN" dirty="0" err="1"/>
              <a:t>i</a:t>
            </a:r>
            <a:r>
              <a:rPr lang="en-US" altLang="zh-CN" dirty="0"/>
              <a:t>][j]</a:t>
            </a:r>
            <a:r>
              <a:rPr lang="zh-CN" altLang="en-US" dirty="0"/>
              <a:t>； </a:t>
            </a:r>
            <a:endParaRPr lang="en-US" altLang="zh-CN" dirty="0"/>
          </a:p>
          <a:p>
            <a:pPr lvl="1">
              <a:lnSpc>
                <a:spcPct val="120000"/>
              </a:lnSpc>
            </a:pPr>
            <a:r>
              <a:rPr lang="en-US" altLang="zh-CN" dirty="0"/>
              <a:t>A</a:t>
            </a:r>
            <a:r>
              <a:rPr lang="en-US" altLang="zh-CN" baseline="30000" dirty="0"/>
              <a:t>(k) </a:t>
            </a:r>
            <a:r>
              <a:rPr lang="en-US" altLang="zh-CN" dirty="0"/>
              <a:t>[</a:t>
            </a:r>
            <a:r>
              <a:rPr lang="en-US" altLang="zh-CN" dirty="0" err="1"/>
              <a:t>i</a:t>
            </a:r>
            <a:r>
              <a:rPr lang="en-US" altLang="zh-CN" dirty="0"/>
              <a:t>][j] = min { A</a:t>
            </a:r>
            <a:r>
              <a:rPr lang="en-US" altLang="zh-CN" baseline="30000" dirty="0"/>
              <a:t>(k-1)</a:t>
            </a:r>
            <a:r>
              <a:rPr lang="en-US" altLang="zh-CN" dirty="0"/>
              <a:t>[</a:t>
            </a:r>
            <a:r>
              <a:rPr lang="en-US" altLang="zh-CN" dirty="0" err="1"/>
              <a:t>i</a:t>
            </a:r>
            <a:r>
              <a:rPr lang="en-US" altLang="zh-CN" dirty="0"/>
              <a:t>][j]</a:t>
            </a:r>
            <a:r>
              <a:rPr lang="zh-CN" altLang="en-US" dirty="0"/>
              <a:t>，</a:t>
            </a:r>
            <a:r>
              <a:rPr lang="en-US" altLang="zh-CN" dirty="0"/>
              <a:t>A</a:t>
            </a:r>
            <a:r>
              <a:rPr lang="en-US" altLang="zh-CN" baseline="30000" dirty="0"/>
              <a:t>(k-1)</a:t>
            </a:r>
            <a:r>
              <a:rPr lang="en-US" altLang="zh-CN" dirty="0"/>
              <a:t>[</a:t>
            </a:r>
            <a:r>
              <a:rPr lang="en-US" altLang="zh-CN" dirty="0" err="1"/>
              <a:t>i</a:t>
            </a:r>
            <a:r>
              <a:rPr lang="en-US" altLang="zh-CN" dirty="0"/>
              <a:t>][k] + A</a:t>
            </a:r>
            <a:r>
              <a:rPr lang="en-US" altLang="zh-CN" baseline="30000" dirty="0"/>
              <a:t>(k-1)</a:t>
            </a:r>
            <a:r>
              <a:rPr lang="en-US" altLang="zh-CN" dirty="0"/>
              <a:t>[k][j] }, </a:t>
            </a:r>
          </a:p>
          <a:p>
            <a:pPr lvl="1">
              <a:lnSpc>
                <a:spcPct val="120000"/>
              </a:lnSpc>
            </a:pPr>
            <a:r>
              <a:rPr lang="en-US" altLang="zh-CN" dirty="0"/>
              <a:t>k = 0,1,…, n-1 </a:t>
            </a:r>
          </a:p>
          <a:p>
            <a:pPr>
              <a:lnSpc>
                <a:spcPct val="120000"/>
              </a:lnSpc>
            </a:pPr>
            <a:r>
              <a:rPr lang="en-US" altLang="zh-CN" dirty="0"/>
              <a:t>A</a:t>
            </a:r>
            <a:r>
              <a:rPr lang="en-US" altLang="zh-CN" baseline="30000" dirty="0"/>
              <a:t>(0)</a:t>
            </a:r>
            <a:r>
              <a:rPr lang="en-US" altLang="zh-CN" dirty="0"/>
              <a:t>[</a:t>
            </a:r>
            <a:r>
              <a:rPr lang="en-US" altLang="zh-CN" dirty="0" err="1"/>
              <a:t>i</a:t>
            </a:r>
            <a:r>
              <a:rPr lang="en-US" altLang="zh-CN" dirty="0"/>
              <a:t>][j]</a:t>
            </a:r>
            <a:r>
              <a:rPr lang="zh-CN" altLang="en-US" dirty="0"/>
              <a:t>是从顶点</a:t>
            </a:r>
            <a:r>
              <a:rPr lang="en-US" altLang="zh-CN" dirty="0"/>
              <a:t>v</a:t>
            </a:r>
            <a:r>
              <a:rPr lang="en-US" altLang="zh-CN" baseline="-25000" dirty="0"/>
              <a:t>i </a:t>
            </a:r>
            <a:r>
              <a:rPr lang="zh-CN" altLang="en-US" dirty="0"/>
              <a:t>到</a:t>
            </a:r>
            <a:r>
              <a:rPr lang="en-US" altLang="zh-CN" dirty="0" err="1"/>
              <a:t>v</a:t>
            </a:r>
            <a:r>
              <a:rPr lang="en-US" altLang="zh-CN" baseline="-25000" dirty="0" err="1"/>
              <a:t>j</a:t>
            </a:r>
            <a:r>
              <a:rPr lang="en-US" altLang="zh-CN" dirty="0"/>
              <a:t> , </a:t>
            </a:r>
            <a:r>
              <a:rPr lang="zh-CN" altLang="en-US" dirty="0"/>
              <a:t>中间顶点是</a:t>
            </a:r>
            <a:r>
              <a:rPr lang="en-US" altLang="zh-CN" dirty="0"/>
              <a:t>v</a:t>
            </a:r>
            <a:r>
              <a:rPr lang="en-US" altLang="zh-CN" baseline="-25000" dirty="0"/>
              <a:t>0</a:t>
            </a:r>
            <a:r>
              <a:rPr lang="zh-CN" altLang="en-US" dirty="0"/>
              <a:t>的最短路径的长度</a:t>
            </a:r>
            <a:r>
              <a:rPr lang="en-US" altLang="zh-CN" dirty="0"/>
              <a:t>;</a:t>
            </a:r>
          </a:p>
          <a:p>
            <a:pPr>
              <a:lnSpc>
                <a:spcPct val="120000"/>
              </a:lnSpc>
            </a:pPr>
            <a:r>
              <a:rPr lang="en-US" altLang="zh-CN" dirty="0"/>
              <a:t>A</a:t>
            </a:r>
            <a:r>
              <a:rPr lang="en-US" altLang="zh-CN" baseline="30000" dirty="0"/>
              <a:t>(k)</a:t>
            </a:r>
            <a:r>
              <a:rPr lang="en-US" altLang="zh-CN" dirty="0"/>
              <a:t>[</a:t>
            </a:r>
            <a:r>
              <a:rPr lang="en-US" altLang="zh-CN" dirty="0" err="1"/>
              <a:t>i</a:t>
            </a:r>
            <a:r>
              <a:rPr lang="en-US" altLang="zh-CN" dirty="0"/>
              <a:t>][j]</a:t>
            </a:r>
            <a:r>
              <a:rPr lang="zh-CN" altLang="en-US" dirty="0"/>
              <a:t>是从顶点</a:t>
            </a:r>
            <a:r>
              <a:rPr lang="en-US" altLang="zh-CN" dirty="0"/>
              <a:t>v</a:t>
            </a:r>
            <a:r>
              <a:rPr lang="en-US" altLang="zh-CN" baseline="-25000" dirty="0"/>
              <a:t>i</a:t>
            </a:r>
            <a:r>
              <a:rPr lang="en-US" altLang="zh-CN" dirty="0"/>
              <a:t> </a:t>
            </a:r>
            <a:r>
              <a:rPr lang="zh-CN" altLang="en-US" dirty="0"/>
              <a:t>到</a:t>
            </a:r>
            <a:r>
              <a:rPr lang="en-US" altLang="zh-CN" dirty="0" err="1"/>
              <a:t>v</a:t>
            </a:r>
            <a:r>
              <a:rPr lang="en-US" altLang="zh-CN" baseline="-25000" dirty="0" err="1"/>
              <a:t>j</a:t>
            </a:r>
            <a:r>
              <a:rPr lang="en-US" altLang="zh-CN" dirty="0"/>
              <a:t> ,  </a:t>
            </a:r>
            <a:r>
              <a:rPr lang="zh-CN" altLang="en-US" dirty="0"/>
              <a:t>中间顶点的序号不大于</a:t>
            </a:r>
            <a:r>
              <a:rPr lang="en-US" altLang="zh-CN" dirty="0"/>
              <a:t>k</a:t>
            </a:r>
            <a:r>
              <a:rPr lang="zh-CN" altLang="en-US" dirty="0"/>
              <a:t>的最短路径的长度</a:t>
            </a:r>
            <a:r>
              <a:rPr lang="en-US" altLang="zh-CN" dirty="0"/>
              <a:t>;</a:t>
            </a:r>
          </a:p>
          <a:p>
            <a:pPr>
              <a:lnSpc>
                <a:spcPct val="120000"/>
              </a:lnSpc>
            </a:pPr>
            <a:r>
              <a:rPr lang="en-US" altLang="zh-CN" dirty="0"/>
              <a:t>A</a:t>
            </a:r>
            <a:r>
              <a:rPr lang="en-US" altLang="zh-CN" baseline="30000" dirty="0"/>
              <a:t>(n-1)[</a:t>
            </a:r>
            <a:r>
              <a:rPr lang="en-US" altLang="zh-CN" dirty="0" err="1"/>
              <a:t>i</a:t>
            </a:r>
            <a:r>
              <a:rPr lang="en-US" altLang="zh-CN" dirty="0"/>
              <a:t>][j]</a:t>
            </a:r>
            <a:r>
              <a:rPr lang="zh-CN" altLang="en-US" dirty="0"/>
              <a:t>是从顶点</a:t>
            </a:r>
            <a:r>
              <a:rPr lang="en-US" altLang="zh-CN" dirty="0"/>
              <a:t>v</a:t>
            </a:r>
            <a:r>
              <a:rPr lang="en-US" altLang="zh-CN" baseline="-25000" dirty="0"/>
              <a:t>i</a:t>
            </a:r>
            <a:r>
              <a:rPr lang="en-US" altLang="zh-CN" dirty="0"/>
              <a:t> </a:t>
            </a:r>
            <a:r>
              <a:rPr lang="zh-CN" altLang="en-US" dirty="0"/>
              <a:t>到</a:t>
            </a:r>
            <a:r>
              <a:rPr lang="en-US" altLang="zh-CN" dirty="0" err="1"/>
              <a:t>v</a:t>
            </a:r>
            <a:r>
              <a:rPr lang="en-US" altLang="zh-CN" baseline="-25000" dirty="0" err="1"/>
              <a:t>j</a:t>
            </a:r>
            <a:r>
              <a:rPr lang="en-US" altLang="zh-CN" dirty="0"/>
              <a:t> </a:t>
            </a:r>
            <a:r>
              <a:rPr lang="zh-CN" altLang="en-US" dirty="0"/>
              <a:t>的最短路径长度。</a:t>
            </a:r>
          </a:p>
          <a:p>
            <a:pPr>
              <a:lnSpc>
                <a:spcPct val="120000"/>
              </a:lnSpc>
            </a:pPr>
            <a:r>
              <a:rPr lang="en-US" altLang="zh-CN" dirty="0"/>
              <a:t>Floyd</a:t>
            </a:r>
            <a:r>
              <a:rPr lang="zh-CN" altLang="en-US" dirty="0"/>
              <a:t>算法允许图中有带负权值的边，但不许有长度为负权值的回路。</a:t>
            </a:r>
          </a:p>
        </p:txBody>
      </p:sp>
      <p:sp>
        <p:nvSpPr>
          <p:cNvPr id="316419" name="Rectangle 3">
            <a:extLst>
              <a:ext uri="{FF2B5EF4-FFF2-40B4-BE49-F238E27FC236}">
                <a16:creationId xmlns:a16="http://schemas.microsoft.com/office/drawing/2014/main" id="{35DC3285-6292-CB36-EE1A-FD5A32B5EFFD}"/>
              </a:ext>
            </a:extLst>
          </p:cNvPr>
          <p:cNvSpPr>
            <a:spLocks noChangeArrowheads="1"/>
          </p:cNvSpPr>
          <p:nvPr/>
        </p:nvSpPr>
        <p:spPr bwMode="auto">
          <a:xfrm>
            <a:off x="177800" y="3478213"/>
            <a:ext cx="8729663" cy="603250"/>
          </a:xfrm>
          <a:prstGeom prst="rect">
            <a:avLst/>
          </a:prstGeom>
          <a:noFill/>
          <a:ln w="9525">
            <a:no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05000"/>
              </a:lnSpc>
              <a:defRPr/>
            </a:pPr>
            <a:endParaRPr lang="zh-CN" altLang="en-US" sz="3200" b="1">
              <a:solidFill>
                <a:srgbClr val="0000FF"/>
              </a:solidFill>
              <a:effectLst>
                <a:outerShdw blurRad="38100" dist="38100" dir="2700000" algn="tl">
                  <a:srgbClr val="C0C0C0"/>
                </a:outerShdw>
              </a:effectLst>
              <a:ea typeface="隶书" panose="02010509060101010101" pitchFamily="49" charset="-122"/>
            </a:endParaRPr>
          </a:p>
        </p:txBody>
      </p:sp>
      <p:sp>
        <p:nvSpPr>
          <p:cNvPr id="2" name="灯片编号占位符 1">
            <a:extLst>
              <a:ext uri="{FF2B5EF4-FFF2-40B4-BE49-F238E27FC236}">
                <a16:creationId xmlns:a16="http://schemas.microsoft.com/office/drawing/2014/main" id="{567064B4-86DB-A4FC-350A-EA8E897A5C76}"/>
              </a:ext>
            </a:extLst>
          </p:cNvPr>
          <p:cNvSpPr>
            <a:spLocks noGrp="1"/>
          </p:cNvSpPr>
          <p:nvPr>
            <p:ph type="sldNum" sz="quarter" idx="12"/>
          </p:nvPr>
        </p:nvSpPr>
        <p:spPr/>
        <p:txBody>
          <a:bodyPr/>
          <a:lstStyle/>
          <a:p>
            <a:pPr>
              <a:defRPr/>
            </a:pPr>
            <a:fld id="{2E0F9FB0-350A-4A87-9CD5-1F022F266B97}" type="slidenum">
              <a:rPr lang="en-US" altLang="zh-CN" smtClean="0"/>
              <a:pPr>
                <a:defRPr/>
              </a:pPr>
              <a:t>85</a:t>
            </a:fld>
            <a:endParaRPr lang="en-US" altLang="zh-CN"/>
          </a:p>
        </p:txBody>
      </p:sp>
    </p:spTree>
  </p:cSld>
  <p:clrMapOvr>
    <a:masterClrMapping/>
  </p:clrMapOvr>
  <p:transition>
    <p:zoom/>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AB55325-4FEA-421E-805D-B25899E8FA73}"/>
              </a:ext>
            </a:extLst>
          </p:cNvPr>
          <p:cNvSpPr>
            <a:spLocks noGrp="1"/>
          </p:cNvSpPr>
          <p:nvPr>
            <p:ph idx="1"/>
          </p:nvPr>
        </p:nvSpPr>
        <p:spPr>
          <a:xfrm>
            <a:off x="107504" y="188640"/>
            <a:ext cx="8928992" cy="6480720"/>
          </a:xfrm>
        </p:spPr>
        <p:txBody>
          <a:bodyPr>
            <a:normAutofit fontScale="47500" lnSpcReduction="20000"/>
          </a:bodyPr>
          <a:lstStyle/>
          <a:p>
            <a:pPr marL="0" indent="0">
              <a:lnSpc>
                <a:spcPct val="120000"/>
              </a:lnSpc>
              <a:buNone/>
            </a:pPr>
            <a:r>
              <a:rPr lang="en-US" altLang="zh-CN" dirty="0"/>
              <a:t>//</a:t>
            </a:r>
            <a:r>
              <a:rPr lang="zh-CN" altLang="en-US" dirty="0"/>
              <a:t>所有各对顶点之间的最短路径</a:t>
            </a:r>
            <a:endParaRPr lang="en-US" altLang="zh-CN" dirty="0"/>
          </a:p>
          <a:p>
            <a:pPr marL="0" indent="0">
              <a:lnSpc>
                <a:spcPct val="120000"/>
              </a:lnSpc>
              <a:buNone/>
            </a:pPr>
            <a:r>
              <a:rPr lang="en-US" altLang="zh-CN" dirty="0"/>
              <a:t>//a[</a:t>
            </a:r>
            <a:r>
              <a:rPr lang="en-US" altLang="zh-CN" dirty="0" err="1"/>
              <a:t>i</a:t>
            </a:r>
            <a:r>
              <a:rPr lang="en-US" altLang="zh-CN" dirty="0"/>
              <a:t>][j]</a:t>
            </a:r>
            <a:r>
              <a:rPr lang="zh-CN" altLang="en-US" dirty="0"/>
              <a:t>是顶点 </a:t>
            </a:r>
            <a:r>
              <a:rPr lang="en-US" altLang="zh-CN" dirty="0" err="1"/>
              <a:t>i</a:t>
            </a:r>
            <a:r>
              <a:rPr lang="en-US" altLang="zh-CN" dirty="0"/>
              <a:t> </a:t>
            </a:r>
            <a:r>
              <a:rPr lang="zh-CN" altLang="en-US" dirty="0"/>
              <a:t>和 </a:t>
            </a:r>
            <a:r>
              <a:rPr lang="en-US" altLang="zh-CN" dirty="0"/>
              <a:t>j </a:t>
            </a:r>
            <a:r>
              <a:rPr lang="zh-CN" altLang="en-US" dirty="0"/>
              <a:t>之间的最短路径长度。</a:t>
            </a:r>
            <a:r>
              <a:rPr lang="en-US" altLang="zh-CN" dirty="0"/>
              <a:t>path[</a:t>
            </a:r>
            <a:r>
              <a:rPr lang="en-US" altLang="zh-CN" dirty="0" err="1"/>
              <a:t>i</a:t>
            </a:r>
            <a:r>
              <a:rPr lang="en-US" altLang="zh-CN" dirty="0"/>
              <a:t>][j]</a:t>
            </a:r>
            <a:r>
              <a:rPr lang="zh-CN" altLang="en-US" dirty="0"/>
              <a:t>是相应路径上 </a:t>
            </a:r>
            <a:r>
              <a:rPr lang="en-US" altLang="zh-CN" dirty="0"/>
              <a:t>j </a:t>
            </a:r>
            <a:r>
              <a:rPr lang="zh-CN" altLang="en-US" dirty="0"/>
              <a:t>的前一顶点的顶点号。</a:t>
            </a:r>
          </a:p>
          <a:p>
            <a:pPr marL="0" indent="0">
              <a:lnSpc>
                <a:spcPct val="120000"/>
              </a:lnSpc>
              <a:buNone/>
            </a:pPr>
            <a:r>
              <a:rPr lang="en-US" altLang="zh-CN" dirty="0"/>
              <a:t>template &lt;class T, class E&gt; void Floyd ( Graph&lt;T, E&gt;&amp; G, E a[ ][ ], int path[ ][ ] ) {</a:t>
            </a:r>
          </a:p>
          <a:p>
            <a:pPr marL="0" indent="0">
              <a:lnSpc>
                <a:spcPct val="120000"/>
              </a:lnSpc>
              <a:buNone/>
            </a:pPr>
            <a:r>
              <a:rPr lang="en-US" altLang="zh-CN" dirty="0"/>
              <a:t>    int </a:t>
            </a:r>
            <a:r>
              <a:rPr lang="en-US" altLang="zh-CN" dirty="0" err="1"/>
              <a:t>i</a:t>
            </a:r>
            <a:r>
              <a:rPr lang="en-US" altLang="zh-CN" dirty="0"/>
              <a:t>, j, k, n = </a:t>
            </a:r>
            <a:r>
              <a:rPr lang="en-US" altLang="zh-CN" dirty="0" err="1"/>
              <a:t>G.NumberOfVertices</a:t>
            </a:r>
            <a:r>
              <a:rPr lang="en-US" altLang="zh-CN" dirty="0"/>
              <a:t>( );</a:t>
            </a:r>
          </a:p>
          <a:p>
            <a:pPr marL="0" indent="0">
              <a:lnSpc>
                <a:spcPct val="120000"/>
              </a:lnSpc>
              <a:buNone/>
            </a:pPr>
            <a:r>
              <a:rPr lang="en-US" altLang="zh-CN" dirty="0"/>
              <a:t>    for ( </a:t>
            </a:r>
            <a:r>
              <a:rPr lang="en-US" altLang="zh-CN" dirty="0" err="1"/>
              <a:t>i</a:t>
            </a:r>
            <a:r>
              <a:rPr lang="en-US" altLang="zh-CN" dirty="0"/>
              <a:t> = 0; </a:t>
            </a:r>
            <a:r>
              <a:rPr lang="en-US" altLang="zh-CN" dirty="0" err="1"/>
              <a:t>i</a:t>
            </a:r>
            <a:r>
              <a:rPr lang="en-US" altLang="zh-CN" dirty="0"/>
              <a:t> &lt; n; </a:t>
            </a:r>
            <a:r>
              <a:rPr lang="en-US" altLang="zh-CN" dirty="0" err="1"/>
              <a:t>i</a:t>
            </a:r>
            <a:r>
              <a:rPr lang="en-US" altLang="zh-CN" dirty="0"/>
              <a:t>++ )    //</a:t>
            </a:r>
            <a:r>
              <a:rPr lang="zh-CN" altLang="en-US" dirty="0"/>
              <a:t>矩阵</a:t>
            </a:r>
            <a:r>
              <a:rPr lang="en-US" altLang="zh-CN" dirty="0"/>
              <a:t>a</a:t>
            </a:r>
            <a:r>
              <a:rPr lang="zh-CN" altLang="en-US" dirty="0"/>
              <a:t>与</a:t>
            </a:r>
            <a:r>
              <a:rPr lang="en-US" altLang="zh-CN" dirty="0"/>
              <a:t>path</a:t>
            </a:r>
            <a:r>
              <a:rPr lang="zh-CN" altLang="en-US" dirty="0"/>
              <a:t>初始化</a:t>
            </a:r>
          </a:p>
          <a:p>
            <a:pPr marL="0" indent="0">
              <a:lnSpc>
                <a:spcPct val="120000"/>
              </a:lnSpc>
              <a:buNone/>
            </a:pPr>
            <a:r>
              <a:rPr lang="zh-CN" altLang="en-US" dirty="0"/>
              <a:t>        </a:t>
            </a:r>
            <a:r>
              <a:rPr lang="en-US" altLang="zh-CN" dirty="0"/>
              <a:t>for ( j = 0; j &lt; n; </a:t>
            </a:r>
            <a:r>
              <a:rPr lang="en-US" altLang="zh-CN" dirty="0" err="1"/>
              <a:t>j++</a:t>
            </a:r>
            <a:r>
              <a:rPr lang="en-US" altLang="zh-CN" dirty="0"/>
              <a:t> ) {</a:t>
            </a:r>
          </a:p>
          <a:p>
            <a:pPr marL="0" indent="0">
              <a:lnSpc>
                <a:spcPct val="120000"/>
              </a:lnSpc>
              <a:buNone/>
            </a:pPr>
            <a:r>
              <a:rPr lang="en-US" altLang="zh-CN" dirty="0"/>
              <a:t>            a[</a:t>
            </a:r>
            <a:r>
              <a:rPr lang="en-US" altLang="zh-CN" dirty="0" err="1"/>
              <a:t>i</a:t>
            </a:r>
            <a:r>
              <a:rPr lang="en-US" altLang="zh-CN" dirty="0"/>
              <a:t>][j] = </a:t>
            </a:r>
            <a:r>
              <a:rPr lang="en-US" altLang="zh-CN" dirty="0" err="1"/>
              <a:t>G.GetWeight</a:t>
            </a:r>
            <a:r>
              <a:rPr lang="en-US" altLang="zh-CN" dirty="0"/>
              <a:t>(</a:t>
            </a:r>
            <a:r>
              <a:rPr lang="en-US" altLang="zh-CN" dirty="0" err="1"/>
              <a:t>i</a:t>
            </a:r>
            <a:r>
              <a:rPr lang="en-US" altLang="zh-CN" dirty="0"/>
              <a:t>, j);</a:t>
            </a:r>
          </a:p>
          <a:p>
            <a:pPr marL="0" indent="0">
              <a:lnSpc>
                <a:spcPct val="120000"/>
              </a:lnSpc>
              <a:buNone/>
            </a:pPr>
            <a:r>
              <a:rPr lang="en-US" altLang="zh-CN" dirty="0"/>
              <a:t>            if ( </a:t>
            </a:r>
            <a:r>
              <a:rPr lang="en-US" altLang="zh-CN" dirty="0" err="1"/>
              <a:t>i</a:t>
            </a:r>
            <a:r>
              <a:rPr lang="en-US" altLang="zh-CN" dirty="0"/>
              <a:t> != j &amp;&amp; a[</a:t>
            </a:r>
            <a:r>
              <a:rPr lang="en-US" altLang="zh-CN" dirty="0" err="1"/>
              <a:t>i</a:t>
            </a:r>
            <a:r>
              <a:rPr lang="en-US" altLang="zh-CN" dirty="0"/>
              <a:t>][j] &lt; </a:t>
            </a:r>
            <a:r>
              <a:rPr lang="en-US" altLang="zh-CN" dirty="0" err="1"/>
              <a:t>maxValue</a:t>
            </a:r>
            <a:r>
              <a:rPr lang="en-US" altLang="zh-CN" dirty="0"/>
              <a:t> )   path[</a:t>
            </a:r>
            <a:r>
              <a:rPr lang="en-US" altLang="zh-CN" dirty="0" err="1"/>
              <a:t>i</a:t>
            </a:r>
            <a:r>
              <a:rPr lang="en-US" altLang="zh-CN" dirty="0"/>
              <a:t>][j] = </a:t>
            </a:r>
            <a:r>
              <a:rPr lang="en-US" altLang="zh-CN" dirty="0" err="1"/>
              <a:t>i</a:t>
            </a:r>
            <a:r>
              <a:rPr lang="en-US" altLang="zh-CN" dirty="0"/>
              <a:t>;	// </a:t>
            </a:r>
            <a:r>
              <a:rPr lang="en-US" altLang="zh-CN" dirty="0" err="1"/>
              <a:t>i</a:t>
            </a:r>
            <a:r>
              <a:rPr lang="en-US" altLang="zh-CN" dirty="0"/>
              <a:t> </a:t>
            </a:r>
            <a:r>
              <a:rPr lang="zh-CN" altLang="en-US" dirty="0"/>
              <a:t>到 </a:t>
            </a:r>
            <a:r>
              <a:rPr lang="en-US" altLang="zh-CN" dirty="0"/>
              <a:t>j </a:t>
            </a:r>
            <a:r>
              <a:rPr lang="zh-CN" altLang="en-US" dirty="0"/>
              <a:t>有路径 </a:t>
            </a:r>
          </a:p>
          <a:p>
            <a:pPr marL="0" indent="0">
              <a:lnSpc>
                <a:spcPct val="120000"/>
              </a:lnSpc>
              <a:buNone/>
            </a:pPr>
            <a:r>
              <a:rPr lang="zh-CN" altLang="en-US" dirty="0"/>
              <a:t>	   </a:t>
            </a:r>
            <a:r>
              <a:rPr lang="en-US" altLang="zh-CN" dirty="0"/>
              <a:t>else path[</a:t>
            </a:r>
            <a:r>
              <a:rPr lang="en-US" altLang="zh-CN" dirty="0" err="1"/>
              <a:t>i</a:t>
            </a:r>
            <a:r>
              <a:rPr lang="en-US" altLang="zh-CN" dirty="0"/>
              <a:t>][j] = -1;	// </a:t>
            </a:r>
            <a:r>
              <a:rPr lang="en-US" altLang="zh-CN" dirty="0" err="1"/>
              <a:t>i</a:t>
            </a:r>
            <a:r>
              <a:rPr lang="en-US" altLang="zh-CN" dirty="0"/>
              <a:t> </a:t>
            </a:r>
            <a:r>
              <a:rPr lang="zh-CN" altLang="en-US" dirty="0"/>
              <a:t>到 </a:t>
            </a:r>
            <a:r>
              <a:rPr lang="en-US" altLang="zh-CN" dirty="0"/>
              <a:t>j </a:t>
            </a:r>
            <a:r>
              <a:rPr lang="zh-CN" altLang="en-US" dirty="0"/>
              <a:t>无路径	</a:t>
            </a:r>
          </a:p>
          <a:p>
            <a:pPr marL="0" indent="0">
              <a:lnSpc>
                <a:spcPct val="120000"/>
              </a:lnSpc>
              <a:buNone/>
            </a:pPr>
            <a:r>
              <a:rPr lang="zh-CN" altLang="en-US" dirty="0"/>
              <a:t>         </a:t>
            </a:r>
            <a:r>
              <a:rPr lang="en-US" altLang="zh-CN" dirty="0"/>
              <a:t>}</a:t>
            </a:r>
          </a:p>
          <a:p>
            <a:pPr marL="0" indent="0">
              <a:lnSpc>
                <a:spcPct val="120000"/>
              </a:lnSpc>
              <a:buNone/>
            </a:pPr>
            <a:r>
              <a:rPr lang="en-US" altLang="zh-CN" dirty="0"/>
              <a:t>    for ( k = 0; k &lt; n; k++ ) //</a:t>
            </a:r>
            <a:r>
              <a:rPr lang="zh-CN" altLang="en-US" dirty="0"/>
              <a:t>对每个</a:t>
            </a:r>
            <a:r>
              <a:rPr lang="en-US" altLang="zh-CN" dirty="0"/>
              <a:t>k</a:t>
            </a:r>
            <a:r>
              <a:rPr lang="zh-CN" altLang="en-US" dirty="0"/>
              <a:t>产生</a:t>
            </a:r>
            <a:r>
              <a:rPr lang="en-US" altLang="zh-CN" dirty="0"/>
              <a:t>a(k)</a:t>
            </a:r>
            <a:r>
              <a:rPr lang="zh-CN" altLang="en-US" dirty="0"/>
              <a:t>及</a:t>
            </a:r>
            <a:r>
              <a:rPr lang="en-US" altLang="zh-CN" dirty="0"/>
              <a:t>path(k)</a:t>
            </a:r>
          </a:p>
          <a:p>
            <a:pPr marL="0" indent="0">
              <a:lnSpc>
                <a:spcPct val="120000"/>
              </a:lnSpc>
              <a:buNone/>
            </a:pPr>
            <a:r>
              <a:rPr lang="en-US" altLang="zh-CN" dirty="0"/>
              <a:t>        for ( </a:t>
            </a:r>
            <a:r>
              <a:rPr lang="en-US" altLang="zh-CN" dirty="0" err="1"/>
              <a:t>i</a:t>
            </a:r>
            <a:r>
              <a:rPr lang="en-US" altLang="zh-CN" dirty="0"/>
              <a:t> = 0; </a:t>
            </a:r>
            <a:r>
              <a:rPr lang="en-US" altLang="zh-CN" dirty="0" err="1"/>
              <a:t>i</a:t>
            </a:r>
            <a:r>
              <a:rPr lang="en-US" altLang="zh-CN" dirty="0"/>
              <a:t> &lt; n; </a:t>
            </a:r>
            <a:r>
              <a:rPr lang="en-US" altLang="zh-CN" dirty="0" err="1"/>
              <a:t>i</a:t>
            </a:r>
            <a:r>
              <a:rPr lang="en-US" altLang="zh-CN" dirty="0"/>
              <a:t>++ )</a:t>
            </a:r>
          </a:p>
          <a:p>
            <a:pPr marL="0" indent="0">
              <a:lnSpc>
                <a:spcPct val="120000"/>
              </a:lnSpc>
              <a:buNone/>
            </a:pPr>
            <a:r>
              <a:rPr lang="en-US" altLang="zh-CN" dirty="0"/>
              <a:t>	   for ( j = 0; j &lt; n; </a:t>
            </a:r>
            <a:r>
              <a:rPr lang="en-US" altLang="zh-CN" dirty="0" err="1"/>
              <a:t>j++</a:t>
            </a:r>
            <a:r>
              <a:rPr lang="en-US" altLang="zh-CN" dirty="0"/>
              <a:t> )</a:t>
            </a:r>
          </a:p>
          <a:p>
            <a:pPr marL="0" indent="0">
              <a:lnSpc>
                <a:spcPct val="120000"/>
              </a:lnSpc>
              <a:buNone/>
            </a:pPr>
            <a:r>
              <a:rPr lang="en-US" altLang="zh-CN" dirty="0"/>
              <a:t>                if ( a[</a:t>
            </a:r>
            <a:r>
              <a:rPr lang="en-US" altLang="zh-CN" dirty="0" err="1"/>
              <a:t>i</a:t>
            </a:r>
            <a:r>
              <a:rPr lang="en-US" altLang="zh-CN" dirty="0"/>
              <a:t>][k] + a[k][j] &lt; a[</a:t>
            </a:r>
            <a:r>
              <a:rPr lang="en-US" altLang="zh-CN" dirty="0" err="1"/>
              <a:t>i</a:t>
            </a:r>
            <a:r>
              <a:rPr lang="en-US" altLang="zh-CN" dirty="0"/>
              <a:t>][j] ) //</a:t>
            </a:r>
            <a:r>
              <a:rPr lang="zh-CN" altLang="en-US" dirty="0"/>
              <a:t>缩短路径长度</a:t>
            </a:r>
            <a:r>
              <a:rPr lang="en-US" altLang="zh-CN" dirty="0"/>
              <a:t>, </a:t>
            </a:r>
            <a:r>
              <a:rPr lang="zh-CN" altLang="en-US" dirty="0"/>
              <a:t>绕过 </a:t>
            </a:r>
            <a:r>
              <a:rPr lang="en-US" altLang="zh-CN" dirty="0"/>
              <a:t>k </a:t>
            </a:r>
            <a:r>
              <a:rPr lang="zh-CN" altLang="en-US" dirty="0"/>
              <a:t>到 </a:t>
            </a:r>
            <a:r>
              <a:rPr lang="en-US" altLang="zh-CN" dirty="0"/>
              <a:t>j</a:t>
            </a:r>
          </a:p>
          <a:p>
            <a:pPr marL="0" indent="0">
              <a:lnSpc>
                <a:spcPct val="120000"/>
              </a:lnSpc>
              <a:buNone/>
            </a:pPr>
            <a:r>
              <a:rPr lang="en-US" altLang="zh-CN" dirty="0"/>
              <a:t>                {       a[</a:t>
            </a:r>
            <a:r>
              <a:rPr lang="en-US" altLang="zh-CN" dirty="0" err="1"/>
              <a:t>i</a:t>
            </a:r>
            <a:r>
              <a:rPr lang="en-US" altLang="zh-CN" dirty="0"/>
              <a:t>][j] = a[</a:t>
            </a:r>
            <a:r>
              <a:rPr lang="en-US" altLang="zh-CN" dirty="0" err="1"/>
              <a:t>i</a:t>
            </a:r>
            <a:r>
              <a:rPr lang="en-US" altLang="zh-CN" dirty="0"/>
              <a:t>][k] + a[k][j];	  path[</a:t>
            </a:r>
            <a:r>
              <a:rPr lang="en-US" altLang="zh-CN" dirty="0" err="1"/>
              <a:t>i</a:t>
            </a:r>
            <a:r>
              <a:rPr lang="en-US" altLang="zh-CN" dirty="0"/>
              <a:t>][j] = path[k][j];  }</a:t>
            </a:r>
          </a:p>
          <a:p>
            <a:pPr marL="0" indent="0">
              <a:lnSpc>
                <a:spcPct val="120000"/>
              </a:lnSpc>
              <a:buNone/>
            </a:pPr>
            <a:r>
              <a:rPr lang="en-US" altLang="zh-CN" dirty="0"/>
              <a:t>} </a:t>
            </a:r>
          </a:p>
        </p:txBody>
      </p:sp>
      <p:sp>
        <p:nvSpPr>
          <p:cNvPr id="2" name="灯片编号占位符 1">
            <a:extLst>
              <a:ext uri="{FF2B5EF4-FFF2-40B4-BE49-F238E27FC236}">
                <a16:creationId xmlns:a16="http://schemas.microsoft.com/office/drawing/2014/main" id="{FDD1F9D9-0325-6C81-0F4B-48D60F1E2388}"/>
              </a:ext>
            </a:extLst>
          </p:cNvPr>
          <p:cNvSpPr>
            <a:spLocks noGrp="1"/>
          </p:cNvSpPr>
          <p:nvPr>
            <p:ph type="sldNum" sz="quarter" idx="12"/>
          </p:nvPr>
        </p:nvSpPr>
        <p:spPr/>
        <p:txBody>
          <a:bodyPr/>
          <a:lstStyle/>
          <a:p>
            <a:pPr>
              <a:defRPr/>
            </a:pPr>
            <a:fld id="{2E0F9FB0-350A-4A87-9CD5-1F022F266B97}" type="slidenum">
              <a:rPr lang="en-US" altLang="zh-CN" smtClean="0"/>
              <a:pPr>
                <a:defRPr/>
              </a:pPr>
              <a:t>86</a:t>
            </a:fld>
            <a:endParaRPr lang="en-US" altLang="zh-CN"/>
          </a:p>
        </p:txBody>
      </p:sp>
    </p:spTree>
  </p:cSld>
  <p:clrMapOvr>
    <a:masterClrMapping/>
  </p:clrMapOvr>
  <p:transition>
    <p:zoom/>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8546" name="Object 0">
            <a:extLst>
              <a:ext uri="{FF2B5EF4-FFF2-40B4-BE49-F238E27FC236}">
                <a16:creationId xmlns:a16="http://schemas.microsoft.com/office/drawing/2014/main" id="{0B6EA075-277E-5811-B6A0-567A4F66CCDE}"/>
              </a:ext>
            </a:extLst>
          </p:cNvPr>
          <p:cNvGraphicFramePr>
            <a:graphicFrameLocks noChangeAspect="1"/>
          </p:cNvGraphicFramePr>
          <p:nvPr>
            <p:extLst>
              <p:ext uri="{D42A27DB-BD31-4B8C-83A1-F6EECF244321}">
                <p14:modId xmlns:p14="http://schemas.microsoft.com/office/powerpoint/2010/main" val="3085934464"/>
              </p:ext>
            </p:extLst>
          </p:nvPr>
        </p:nvGraphicFramePr>
        <p:xfrm>
          <a:off x="534988" y="417513"/>
          <a:ext cx="8229600" cy="3862387"/>
        </p:xfrm>
        <a:graphic>
          <a:graphicData uri="http://schemas.openxmlformats.org/presentationml/2006/ole">
            <mc:AlternateContent xmlns:mc="http://schemas.openxmlformats.org/markup-compatibility/2006">
              <mc:Choice xmlns:v="urn:schemas-microsoft-com:vml" Requires="v">
                <p:oleObj name="Document" r:id="rId2" imgW="5467491" imgH="2567069" progId="Word.Document.8">
                  <p:embed/>
                </p:oleObj>
              </mc:Choice>
              <mc:Fallback>
                <p:oleObj name="Document" r:id="rId2" imgW="5467491" imgH="2567069" progId="Word.Document.8">
                  <p:embed/>
                  <p:pic>
                    <p:nvPicPr>
                      <p:cNvPr id="0" name="Object 0"/>
                      <p:cNvPicPr>
                        <a:picLocks noChangeAspect="1" noChangeArrowheads="1"/>
                      </p:cNvPicPr>
                      <p:nvPr/>
                    </p:nvPicPr>
                    <p:blipFill>
                      <a:blip r:embed="rId3"/>
                      <a:srcRect/>
                      <a:stretch>
                        <a:fillRect/>
                      </a:stretch>
                    </p:blipFill>
                    <p:spPr bwMode="auto">
                      <a:xfrm>
                        <a:off x="534988" y="417513"/>
                        <a:ext cx="8229600" cy="3862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8547" name="Group 28">
            <a:extLst>
              <a:ext uri="{FF2B5EF4-FFF2-40B4-BE49-F238E27FC236}">
                <a16:creationId xmlns:a16="http://schemas.microsoft.com/office/drawing/2014/main" id="{802FAE4B-EE65-7EDB-9E5D-AD0EC3816EC2}"/>
              </a:ext>
            </a:extLst>
          </p:cNvPr>
          <p:cNvGrpSpPr>
            <a:grpSpLocks/>
          </p:cNvGrpSpPr>
          <p:nvPr/>
        </p:nvGrpSpPr>
        <p:grpSpPr bwMode="auto">
          <a:xfrm>
            <a:off x="3033713" y="4048125"/>
            <a:ext cx="3106737" cy="2636838"/>
            <a:chOff x="2469" y="2659"/>
            <a:chExt cx="1957" cy="1661"/>
          </a:xfrm>
        </p:grpSpPr>
        <p:sp>
          <p:nvSpPr>
            <p:cNvPr id="108548" name="Line 13">
              <a:extLst>
                <a:ext uri="{FF2B5EF4-FFF2-40B4-BE49-F238E27FC236}">
                  <a16:creationId xmlns:a16="http://schemas.microsoft.com/office/drawing/2014/main" id="{F3BE3E07-120F-628B-3FE4-763A15BAC04F}"/>
                </a:ext>
              </a:extLst>
            </p:cNvPr>
            <p:cNvSpPr>
              <a:spLocks noChangeShapeType="1"/>
            </p:cNvSpPr>
            <p:nvPr/>
          </p:nvSpPr>
          <p:spPr bwMode="auto">
            <a:xfrm flipV="1">
              <a:off x="2789" y="3264"/>
              <a:ext cx="1308" cy="686"/>
            </a:xfrm>
            <a:prstGeom prst="line">
              <a:avLst/>
            </a:prstGeom>
            <a:noFill/>
            <a:ln w="31750">
              <a:solidFill>
                <a:srgbClr val="008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grpSp>
          <p:nvGrpSpPr>
            <p:cNvPr id="108549" name="Group 19">
              <a:extLst>
                <a:ext uri="{FF2B5EF4-FFF2-40B4-BE49-F238E27FC236}">
                  <a16:creationId xmlns:a16="http://schemas.microsoft.com/office/drawing/2014/main" id="{87B1BEBB-E564-9B04-6EA2-A65870CE7974}"/>
                </a:ext>
              </a:extLst>
            </p:cNvPr>
            <p:cNvGrpSpPr>
              <a:grpSpLocks/>
            </p:cNvGrpSpPr>
            <p:nvPr/>
          </p:nvGrpSpPr>
          <p:grpSpPr bwMode="auto">
            <a:xfrm>
              <a:off x="2546" y="2853"/>
              <a:ext cx="1789" cy="1340"/>
              <a:chOff x="2454" y="2853"/>
              <a:chExt cx="1789" cy="1340"/>
            </a:xfrm>
          </p:grpSpPr>
          <p:sp>
            <p:nvSpPr>
              <p:cNvPr id="108558" name="Oval 4">
                <a:extLst>
                  <a:ext uri="{FF2B5EF4-FFF2-40B4-BE49-F238E27FC236}">
                    <a16:creationId xmlns:a16="http://schemas.microsoft.com/office/drawing/2014/main" id="{9B214A63-403D-5CFF-7AC2-A6399E4B510B}"/>
                  </a:ext>
                </a:extLst>
              </p:cNvPr>
              <p:cNvSpPr>
                <a:spLocks noChangeArrowheads="1"/>
              </p:cNvSpPr>
              <p:nvPr/>
            </p:nvSpPr>
            <p:spPr bwMode="auto">
              <a:xfrm>
                <a:off x="2459" y="3035"/>
                <a:ext cx="266" cy="266"/>
              </a:xfrm>
              <a:prstGeom prst="ellipse">
                <a:avLst/>
              </a:prstGeom>
              <a:gradFill rotWithShape="0">
                <a:gsLst>
                  <a:gs pos="0">
                    <a:srgbClr val="3333CC"/>
                  </a:gs>
                  <a:gs pos="100000">
                    <a:srgbClr val="18185E"/>
                  </a:gs>
                </a:gsLst>
                <a:lin ang="2700000" scaled="1"/>
              </a:gradFill>
              <a:ln w="9525">
                <a:solidFill>
                  <a:srgbClr val="3333CC"/>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rgbClr val="FFFF00"/>
                    </a:solidFill>
                    <a:latin typeface="Times New Roman" panose="02020603050405020304" pitchFamily="18" charset="0"/>
                    <a:ea typeface="宋体" panose="02010600030101010101" pitchFamily="2" charset="-122"/>
                  </a:rPr>
                  <a:t>2</a:t>
                </a:r>
              </a:p>
            </p:txBody>
          </p:sp>
          <p:sp>
            <p:nvSpPr>
              <p:cNvPr id="108559" name="Oval 6">
                <a:extLst>
                  <a:ext uri="{FF2B5EF4-FFF2-40B4-BE49-F238E27FC236}">
                    <a16:creationId xmlns:a16="http://schemas.microsoft.com/office/drawing/2014/main" id="{6A096D27-F7C8-EC53-8128-0997487BDEEB}"/>
                  </a:ext>
                </a:extLst>
              </p:cNvPr>
              <p:cNvSpPr>
                <a:spLocks noChangeArrowheads="1"/>
              </p:cNvSpPr>
              <p:nvPr/>
            </p:nvSpPr>
            <p:spPr bwMode="auto">
              <a:xfrm>
                <a:off x="2454" y="3899"/>
                <a:ext cx="266" cy="266"/>
              </a:xfrm>
              <a:prstGeom prst="ellipse">
                <a:avLst/>
              </a:prstGeom>
              <a:gradFill rotWithShape="0">
                <a:gsLst>
                  <a:gs pos="0">
                    <a:srgbClr val="3333CC"/>
                  </a:gs>
                  <a:gs pos="100000">
                    <a:srgbClr val="18185E"/>
                  </a:gs>
                </a:gsLst>
                <a:lin ang="2700000" scaled="1"/>
              </a:gradFill>
              <a:ln w="9525">
                <a:solidFill>
                  <a:srgbClr val="3333CC"/>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rgbClr val="FFFF00"/>
                    </a:solidFill>
                    <a:latin typeface="Times New Roman" panose="02020603050405020304" pitchFamily="18" charset="0"/>
                    <a:ea typeface="宋体" panose="02010600030101010101" pitchFamily="2" charset="-122"/>
                  </a:rPr>
                  <a:t>0</a:t>
                </a:r>
              </a:p>
            </p:txBody>
          </p:sp>
          <p:sp>
            <p:nvSpPr>
              <p:cNvPr id="108560" name="Oval 7">
                <a:extLst>
                  <a:ext uri="{FF2B5EF4-FFF2-40B4-BE49-F238E27FC236}">
                    <a16:creationId xmlns:a16="http://schemas.microsoft.com/office/drawing/2014/main" id="{0B1362C8-988D-01E9-DD91-35C75C435867}"/>
                  </a:ext>
                </a:extLst>
              </p:cNvPr>
              <p:cNvSpPr>
                <a:spLocks noChangeArrowheads="1"/>
              </p:cNvSpPr>
              <p:nvPr/>
            </p:nvSpPr>
            <p:spPr bwMode="auto">
              <a:xfrm>
                <a:off x="3977" y="3053"/>
                <a:ext cx="266" cy="266"/>
              </a:xfrm>
              <a:prstGeom prst="ellipse">
                <a:avLst/>
              </a:prstGeom>
              <a:gradFill rotWithShape="0">
                <a:gsLst>
                  <a:gs pos="0">
                    <a:srgbClr val="3333CC"/>
                  </a:gs>
                  <a:gs pos="100000">
                    <a:srgbClr val="18185E"/>
                  </a:gs>
                </a:gsLst>
                <a:lin ang="2700000" scaled="1"/>
              </a:gradFill>
              <a:ln w="9525">
                <a:solidFill>
                  <a:srgbClr val="3333CC"/>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rgbClr val="FFFF00"/>
                    </a:solidFill>
                    <a:latin typeface="Times New Roman" panose="02020603050405020304" pitchFamily="18" charset="0"/>
                    <a:ea typeface="宋体" panose="02010600030101010101" pitchFamily="2" charset="-122"/>
                  </a:rPr>
                  <a:t>3</a:t>
                </a:r>
              </a:p>
            </p:txBody>
          </p:sp>
          <p:sp>
            <p:nvSpPr>
              <p:cNvPr id="108561" name="Oval 8">
                <a:extLst>
                  <a:ext uri="{FF2B5EF4-FFF2-40B4-BE49-F238E27FC236}">
                    <a16:creationId xmlns:a16="http://schemas.microsoft.com/office/drawing/2014/main" id="{A77CD8FC-299C-244A-F18F-A422B1EB38DA}"/>
                  </a:ext>
                </a:extLst>
              </p:cNvPr>
              <p:cNvSpPr>
                <a:spLocks noChangeArrowheads="1"/>
              </p:cNvSpPr>
              <p:nvPr/>
            </p:nvSpPr>
            <p:spPr bwMode="auto">
              <a:xfrm>
                <a:off x="3972" y="3927"/>
                <a:ext cx="266" cy="266"/>
              </a:xfrm>
              <a:prstGeom prst="ellipse">
                <a:avLst/>
              </a:prstGeom>
              <a:gradFill rotWithShape="0">
                <a:gsLst>
                  <a:gs pos="0">
                    <a:srgbClr val="3333CC"/>
                  </a:gs>
                  <a:gs pos="100000">
                    <a:srgbClr val="18185E"/>
                  </a:gs>
                </a:gsLst>
                <a:lin ang="2700000" scaled="1"/>
              </a:gradFill>
              <a:ln w="9525">
                <a:solidFill>
                  <a:srgbClr val="3333CC"/>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rgbClr val="FFFF00"/>
                    </a:solidFill>
                    <a:latin typeface="Times New Roman" panose="02020603050405020304" pitchFamily="18" charset="0"/>
                    <a:ea typeface="宋体" panose="02010600030101010101" pitchFamily="2" charset="-122"/>
                  </a:rPr>
                  <a:t>1</a:t>
                </a:r>
              </a:p>
            </p:txBody>
          </p:sp>
          <p:sp>
            <p:nvSpPr>
              <p:cNvPr id="108562" name="Line 9">
                <a:extLst>
                  <a:ext uri="{FF2B5EF4-FFF2-40B4-BE49-F238E27FC236}">
                    <a16:creationId xmlns:a16="http://schemas.microsoft.com/office/drawing/2014/main" id="{702B1A56-1C99-A10E-3D57-E5BA9A6A50D6}"/>
                  </a:ext>
                </a:extLst>
              </p:cNvPr>
              <p:cNvSpPr>
                <a:spLocks noChangeShapeType="1"/>
              </p:cNvSpPr>
              <p:nvPr/>
            </p:nvSpPr>
            <p:spPr bwMode="auto">
              <a:xfrm>
                <a:off x="2588" y="3310"/>
                <a:ext cx="0" cy="604"/>
              </a:xfrm>
              <a:prstGeom prst="line">
                <a:avLst/>
              </a:prstGeom>
              <a:noFill/>
              <a:ln w="31750">
                <a:solidFill>
                  <a:srgbClr val="008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08563" name="Line 10">
                <a:extLst>
                  <a:ext uri="{FF2B5EF4-FFF2-40B4-BE49-F238E27FC236}">
                    <a16:creationId xmlns:a16="http://schemas.microsoft.com/office/drawing/2014/main" id="{D6AB6D2F-52DA-6146-91D9-E749A885A4F3}"/>
                  </a:ext>
                </a:extLst>
              </p:cNvPr>
              <p:cNvSpPr>
                <a:spLocks noChangeShapeType="1"/>
              </p:cNvSpPr>
              <p:nvPr/>
            </p:nvSpPr>
            <p:spPr bwMode="auto">
              <a:xfrm>
                <a:off x="2725" y="3182"/>
                <a:ext cx="1243" cy="0"/>
              </a:xfrm>
              <a:prstGeom prst="line">
                <a:avLst/>
              </a:prstGeom>
              <a:noFill/>
              <a:ln w="31750">
                <a:solidFill>
                  <a:srgbClr val="008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08564" name="Line 11">
                <a:extLst>
                  <a:ext uri="{FF2B5EF4-FFF2-40B4-BE49-F238E27FC236}">
                    <a16:creationId xmlns:a16="http://schemas.microsoft.com/office/drawing/2014/main" id="{20AA2D79-0832-4F11-1F3E-DCF7174EBFE5}"/>
                  </a:ext>
                </a:extLst>
              </p:cNvPr>
              <p:cNvSpPr>
                <a:spLocks noChangeShapeType="1"/>
              </p:cNvSpPr>
              <p:nvPr/>
            </p:nvSpPr>
            <p:spPr bwMode="auto">
              <a:xfrm>
                <a:off x="2721" y="4046"/>
                <a:ext cx="1243" cy="0"/>
              </a:xfrm>
              <a:prstGeom prst="line">
                <a:avLst/>
              </a:prstGeom>
              <a:noFill/>
              <a:ln w="31750">
                <a:solidFill>
                  <a:srgbClr val="008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08565" name="Line 12">
                <a:extLst>
                  <a:ext uri="{FF2B5EF4-FFF2-40B4-BE49-F238E27FC236}">
                    <a16:creationId xmlns:a16="http://schemas.microsoft.com/office/drawing/2014/main" id="{65012309-6A28-ADC7-49E6-2FBAEDCDE461}"/>
                  </a:ext>
                </a:extLst>
              </p:cNvPr>
              <p:cNvSpPr>
                <a:spLocks noChangeShapeType="1"/>
              </p:cNvSpPr>
              <p:nvPr/>
            </p:nvSpPr>
            <p:spPr bwMode="auto">
              <a:xfrm flipH="1" flipV="1">
                <a:off x="4105" y="3310"/>
                <a:ext cx="0" cy="621"/>
              </a:xfrm>
              <a:prstGeom prst="line">
                <a:avLst/>
              </a:prstGeom>
              <a:noFill/>
              <a:ln w="31750">
                <a:solidFill>
                  <a:srgbClr val="008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08566" name="Freeform 14">
                <a:extLst>
                  <a:ext uri="{FF2B5EF4-FFF2-40B4-BE49-F238E27FC236}">
                    <a16:creationId xmlns:a16="http://schemas.microsoft.com/office/drawing/2014/main" id="{4983265F-A6BC-F1DB-C0F2-41B2637AC1D0}"/>
                  </a:ext>
                </a:extLst>
              </p:cNvPr>
              <p:cNvSpPr>
                <a:spLocks/>
              </p:cNvSpPr>
              <p:nvPr/>
            </p:nvSpPr>
            <p:spPr bwMode="auto">
              <a:xfrm>
                <a:off x="2670" y="2853"/>
                <a:ext cx="1353" cy="219"/>
              </a:xfrm>
              <a:custGeom>
                <a:avLst/>
                <a:gdLst>
                  <a:gd name="T0" fmla="*/ 1353 w 1353"/>
                  <a:gd name="T1" fmla="*/ 219 h 219"/>
                  <a:gd name="T2" fmla="*/ 1133 w 1353"/>
                  <a:gd name="T3" fmla="*/ 64 h 219"/>
                  <a:gd name="T4" fmla="*/ 877 w 1353"/>
                  <a:gd name="T5" fmla="*/ 9 h 219"/>
                  <a:gd name="T6" fmla="*/ 503 w 1353"/>
                  <a:gd name="T7" fmla="*/ 9 h 219"/>
                  <a:gd name="T8" fmla="*/ 247 w 1353"/>
                  <a:gd name="T9" fmla="*/ 64 h 219"/>
                  <a:gd name="T10" fmla="*/ 0 w 1353"/>
                  <a:gd name="T11" fmla="*/ 219 h 219"/>
                  <a:gd name="T12" fmla="*/ 0 60000 65536"/>
                  <a:gd name="T13" fmla="*/ 0 60000 65536"/>
                  <a:gd name="T14" fmla="*/ 0 60000 65536"/>
                  <a:gd name="T15" fmla="*/ 0 60000 65536"/>
                  <a:gd name="T16" fmla="*/ 0 60000 65536"/>
                  <a:gd name="T17" fmla="*/ 0 60000 65536"/>
                  <a:gd name="T18" fmla="*/ 0 w 1353"/>
                  <a:gd name="T19" fmla="*/ 0 h 219"/>
                  <a:gd name="T20" fmla="*/ 1353 w 1353"/>
                  <a:gd name="T21" fmla="*/ 219 h 219"/>
                </a:gdLst>
                <a:ahLst/>
                <a:cxnLst>
                  <a:cxn ang="T12">
                    <a:pos x="T0" y="T1"/>
                  </a:cxn>
                  <a:cxn ang="T13">
                    <a:pos x="T2" y="T3"/>
                  </a:cxn>
                  <a:cxn ang="T14">
                    <a:pos x="T4" y="T5"/>
                  </a:cxn>
                  <a:cxn ang="T15">
                    <a:pos x="T6" y="T7"/>
                  </a:cxn>
                  <a:cxn ang="T16">
                    <a:pos x="T8" y="T9"/>
                  </a:cxn>
                  <a:cxn ang="T17">
                    <a:pos x="T10" y="T11"/>
                  </a:cxn>
                </a:cxnLst>
                <a:rect l="T18" t="T19" r="T20" b="T21"/>
                <a:pathLst>
                  <a:path w="1353" h="219">
                    <a:moveTo>
                      <a:pt x="1353" y="219"/>
                    </a:moveTo>
                    <a:cubicBezTo>
                      <a:pt x="1282" y="159"/>
                      <a:pt x="1212" y="99"/>
                      <a:pt x="1133" y="64"/>
                    </a:cubicBezTo>
                    <a:cubicBezTo>
                      <a:pt x="1054" y="29"/>
                      <a:pt x="982" y="18"/>
                      <a:pt x="877" y="9"/>
                    </a:cubicBezTo>
                    <a:cubicBezTo>
                      <a:pt x="772" y="0"/>
                      <a:pt x="608" y="0"/>
                      <a:pt x="503" y="9"/>
                    </a:cubicBezTo>
                    <a:cubicBezTo>
                      <a:pt x="398" y="18"/>
                      <a:pt x="331" y="29"/>
                      <a:pt x="247" y="64"/>
                    </a:cubicBezTo>
                    <a:cubicBezTo>
                      <a:pt x="163" y="99"/>
                      <a:pt x="41" y="193"/>
                      <a:pt x="0" y="219"/>
                    </a:cubicBezTo>
                  </a:path>
                </a:pathLst>
              </a:custGeom>
              <a:noFill/>
              <a:ln w="31750">
                <a:solidFill>
                  <a:srgbClr val="008000"/>
                </a:solidFill>
                <a:round/>
                <a:headEnd/>
                <a:tailEnd type="triangle"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8567" name="Freeform 17">
                <a:extLst>
                  <a:ext uri="{FF2B5EF4-FFF2-40B4-BE49-F238E27FC236}">
                    <a16:creationId xmlns:a16="http://schemas.microsoft.com/office/drawing/2014/main" id="{873B3574-015B-5582-7BAC-C400B9AEB72D}"/>
                  </a:ext>
                </a:extLst>
              </p:cNvPr>
              <p:cNvSpPr>
                <a:spLocks/>
              </p:cNvSpPr>
              <p:nvPr/>
            </p:nvSpPr>
            <p:spPr bwMode="auto">
              <a:xfrm>
                <a:off x="2715" y="3227"/>
                <a:ext cx="1354" cy="714"/>
              </a:xfrm>
              <a:custGeom>
                <a:avLst/>
                <a:gdLst>
                  <a:gd name="T0" fmla="*/ 0 w 1354"/>
                  <a:gd name="T1" fmla="*/ 0 h 714"/>
                  <a:gd name="T2" fmla="*/ 229 w 1354"/>
                  <a:gd name="T3" fmla="*/ 55 h 714"/>
                  <a:gd name="T4" fmla="*/ 531 w 1354"/>
                  <a:gd name="T5" fmla="*/ 138 h 714"/>
                  <a:gd name="T6" fmla="*/ 832 w 1354"/>
                  <a:gd name="T7" fmla="*/ 275 h 714"/>
                  <a:gd name="T8" fmla="*/ 1116 w 1354"/>
                  <a:gd name="T9" fmla="*/ 476 h 714"/>
                  <a:gd name="T10" fmla="*/ 1354 w 1354"/>
                  <a:gd name="T11" fmla="*/ 714 h 714"/>
                  <a:gd name="T12" fmla="*/ 0 60000 65536"/>
                  <a:gd name="T13" fmla="*/ 0 60000 65536"/>
                  <a:gd name="T14" fmla="*/ 0 60000 65536"/>
                  <a:gd name="T15" fmla="*/ 0 60000 65536"/>
                  <a:gd name="T16" fmla="*/ 0 60000 65536"/>
                  <a:gd name="T17" fmla="*/ 0 60000 65536"/>
                  <a:gd name="T18" fmla="*/ 0 w 1354"/>
                  <a:gd name="T19" fmla="*/ 0 h 714"/>
                  <a:gd name="T20" fmla="*/ 1354 w 1354"/>
                  <a:gd name="T21" fmla="*/ 714 h 714"/>
                </a:gdLst>
                <a:ahLst/>
                <a:cxnLst>
                  <a:cxn ang="T12">
                    <a:pos x="T0" y="T1"/>
                  </a:cxn>
                  <a:cxn ang="T13">
                    <a:pos x="T2" y="T3"/>
                  </a:cxn>
                  <a:cxn ang="T14">
                    <a:pos x="T4" y="T5"/>
                  </a:cxn>
                  <a:cxn ang="T15">
                    <a:pos x="T6" y="T7"/>
                  </a:cxn>
                  <a:cxn ang="T16">
                    <a:pos x="T8" y="T9"/>
                  </a:cxn>
                  <a:cxn ang="T17">
                    <a:pos x="T10" y="T11"/>
                  </a:cxn>
                </a:cxnLst>
                <a:rect l="T18" t="T19" r="T20" b="T21"/>
                <a:pathLst>
                  <a:path w="1354" h="714">
                    <a:moveTo>
                      <a:pt x="0" y="0"/>
                    </a:moveTo>
                    <a:cubicBezTo>
                      <a:pt x="70" y="16"/>
                      <a:pt x="141" y="32"/>
                      <a:pt x="229" y="55"/>
                    </a:cubicBezTo>
                    <a:cubicBezTo>
                      <a:pt x="317" y="78"/>
                      <a:pt x="431" y="101"/>
                      <a:pt x="531" y="138"/>
                    </a:cubicBezTo>
                    <a:cubicBezTo>
                      <a:pt x="631" y="175"/>
                      <a:pt x="735" y="219"/>
                      <a:pt x="832" y="275"/>
                    </a:cubicBezTo>
                    <a:cubicBezTo>
                      <a:pt x="929" y="331"/>
                      <a:pt x="1029" y="403"/>
                      <a:pt x="1116" y="476"/>
                    </a:cubicBezTo>
                    <a:cubicBezTo>
                      <a:pt x="1203" y="549"/>
                      <a:pt x="1316" y="671"/>
                      <a:pt x="1354" y="714"/>
                    </a:cubicBezTo>
                  </a:path>
                </a:pathLst>
              </a:custGeom>
              <a:noFill/>
              <a:ln w="31750">
                <a:solidFill>
                  <a:srgbClr val="008000"/>
                </a:solidFill>
                <a:round/>
                <a:headEnd/>
                <a:tailEnd type="triangle"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8568" name="Freeform 18">
                <a:extLst>
                  <a:ext uri="{FF2B5EF4-FFF2-40B4-BE49-F238E27FC236}">
                    <a16:creationId xmlns:a16="http://schemas.microsoft.com/office/drawing/2014/main" id="{61493B3D-4235-C18E-95F7-CD1D94CB76E5}"/>
                  </a:ext>
                </a:extLst>
              </p:cNvPr>
              <p:cNvSpPr>
                <a:spLocks/>
              </p:cNvSpPr>
              <p:nvPr/>
            </p:nvSpPr>
            <p:spPr bwMode="auto">
              <a:xfrm>
                <a:off x="2633" y="3301"/>
                <a:ext cx="1353" cy="704"/>
              </a:xfrm>
              <a:custGeom>
                <a:avLst/>
                <a:gdLst>
                  <a:gd name="T0" fmla="*/ 1353 w 1353"/>
                  <a:gd name="T1" fmla="*/ 704 h 704"/>
                  <a:gd name="T2" fmla="*/ 978 w 1353"/>
                  <a:gd name="T3" fmla="*/ 630 h 704"/>
                  <a:gd name="T4" fmla="*/ 448 w 1353"/>
                  <a:gd name="T5" fmla="*/ 411 h 704"/>
                  <a:gd name="T6" fmla="*/ 101 w 1353"/>
                  <a:gd name="T7" fmla="*/ 146 h 704"/>
                  <a:gd name="T8" fmla="*/ 0 w 1353"/>
                  <a:gd name="T9" fmla="*/ 0 h 704"/>
                  <a:gd name="T10" fmla="*/ 0 60000 65536"/>
                  <a:gd name="T11" fmla="*/ 0 60000 65536"/>
                  <a:gd name="T12" fmla="*/ 0 60000 65536"/>
                  <a:gd name="T13" fmla="*/ 0 60000 65536"/>
                  <a:gd name="T14" fmla="*/ 0 60000 65536"/>
                  <a:gd name="T15" fmla="*/ 0 w 1353"/>
                  <a:gd name="T16" fmla="*/ 0 h 704"/>
                  <a:gd name="T17" fmla="*/ 1353 w 1353"/>
                  <a:gd name="T18" fmla="*/ 704 h 704"/>
                </a:gdLst>
                <a:ahLst/>
                <a:cxnLst>
                  <a:cxn ang="T10">
                    <a:pos x="T0" y="T1"/>
                  </a:cxn>
                  <a:cxn ang="T11">
                    <a:pos x="T2" y="T3"/>
                  </a:cxn>
                  <a:cxn ang="T12">
                    <a:pos x="T4" y="T5"/>
                  </a:cxn>
                  <a:cxn ang="T13">
                    <a:pos x="T6" y="T7"/>
                  </a:cxn>
                  <a:cxn ang="T14">
                    <a:pos x="T8" y="T9"/>
                  </a:cxn>
                </a:cxnLst>
                <a:rect l="T15" t="T16" r="T17" b="T18"/>
                <a:pathLst>
                  <a:path w="1353" h="704">
                    <a:moveTo>
                      <a:pt x="1353" y="704"/>
                    </a:moveTo>
                    <a:cubicBezTo>
                      <a:pt x="1241" y="691"/>
                      <a:pt x="1129" y="679"/>
                      <a:pt x="978" y="630"/>
                    </a:cubicBezTo>
                    <a:cubicBezTo>
                      <a:pt x="827" y="581"/>
                      <a:pt x="594" y="492"/>
                      <a:pt x="448" y="411"/>
                    </a:cubicBezTo>
                    <a:cubicBezTo>
                      <a:pt x="302" y="330"/>
                      <a:pt x="176" y="215"/>
                      <a:pt x="101" y="146"/>
                    </a:cubicBezTo>
                    <a:cubicBezTo>
                      <a:pt x="26" y="77"/>
                      <a:pt x="17" y="24"/>
                      <a:pt x="0" y="0"/>
                    </a:cubicBezTo>
                  </a:path>
                </a:pathLst>
              </a:custGeom>
              <a:noFill/>
              <a:ln w="31750">
                <a:solidFill>
                  <a:srgbClr val="008000"/>
                </a:solidFill>
                <a:round/>
                <a:headEnd/>
                <a:tailEnd type="triangle"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08550" name="Text Box 20">
              <a:extLst>
                <a:ext uri="{FF2B5EF4-FFF2-40B4-BE49-F238E27FC236}">
                  <a16:creationId xmlns:a16="http://schemas.microsoft.com/office/drawing/2014/main" id="{AB5BD8D4-9AED-91E1-DBC3-8B9F577CC9AC}"/>
                </a:ext>
              </a:extLst>
            </p:cNvPr>
            <p:cNvSpPr txBox="1">
              <a:spLocks noChangeArrowheads="1"/>
            </p:cNvSpPr>
            <p:nvPr/>
          </p:nvSpPr>
          <p:spPr bwMode="auto">
            <a:xfrm>
              <a:off x="2784" y="2659"/>
              <a:ext cx="220"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600" b="1">
                  <a:solidFill>
                    <a:schemeClr val="tx2"/>
                  </a:solidFill>
                  <a:latin typeface="Times New Roman" panose="02020603050405020304" pitchFamily="18" charset="0"/>
                  <a:ea typeface="宋体" panose="02010600030101010101" pitchFamily="2" charset="-122"/>
                </a:rPr>
                <a:t>6</a:t>
              </a:r>
            </a:p>
          </p:txBody>
        </p:sp>
        <p:sp>
          <p:nvSpPr>
            <p:cNvPr id="108551" name="Text Box 21">
              <a:extLst>
                <a:ext uri="{FF2B5EF4-FFF2-40B4-BE49-F238E27FC236}">
                  <a16:creationId xmlns:a16="http://schemas.microsoft.com/office/drawing/2014/main" id="{2FFA55B3-86F0-BD68-9684-1D84393C4325}"/>
                </a:ext>
              </a:extLst>
            </p:cNvPr>
            <p:cNvSpPr txBox="1">
              <a:spLocks noChangeArrowheads="1"/>
            </p:cNvSpPr>
            <p:nvPr/>
          </p:nvSpPr>
          <p:spPr bwMode="auto">
            <a:xfrm>
              <a:off x="3668" y="2874"/>
              <a:ext cx="220"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600" b="1">
                  <a:solidFill>
                    <a:schemeClr val="tx2"/>
                  </a:solidFill>
                  <a:latin typeface="Times New Roman" panose="02020603050405020304" pitchFamily="18" charset="0"/>
                  <a:ea typeface="宋体" panose="02010600030101010101" pitchFamily="2" charset="-122"/>
                </a:rPr>
                <a:t>8</a:t>
              </a:r>
            </a:p>
          </p:txBody>
        </p:sp>
        <p:sp>
          <p:nvSpPr>
            <p:cNvPr id="108552" name="Text Box 22">
              <a:extLst>
                <a:ext uri="{FF2B5EF4-FFF2-40B4-BE49-F238E27FC236}">
                  <a16:creationId xmlns:a16="http://schemas.microsoft.com/office/drawing/2014/main" id="{3D49734A-F4AF-E601-2E91-7AEE07003B5E}"/>
                </a:ext>
              </a:extLst>
            </p:cNvPr>
            <p:cNvSpPr txBox="1">
              <a:spLocks noChangeArrowheads="1"/>
            </p:cNvSpPr>
            <p:nvPr/>
          </p:nvSpPr>
          <p:spPr bwMode="auto">
            <a:xfrm>
              <a:off x="3759" y="3660"/>
              <a:ext cx="220"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600" b="1">
                  <a:solidFill>
                    <a:schemeClr val="tx2"/>
                  </a:solidFill>
                  <a:latin typeface="Times New Roman" panose="02020603050405020304" pitchFamily="18" charset="0"/>
                  <a:ea typeface="宋体" panose="02010600030101010101" pitchFamily="2" charset="-122"/>
                </a:rPr>
                <a:t>5</a:t>
              </a:r>
            </a:p>
          </p:txBody>
        </p:sp>
        <p:sp>
          <p:nvSpPr>
            <p:cNvPr id="108553" name="Text Box 23">
              <a:extLst>
                <a:ext uri="{FF2B5EF4-FFF2-40B4-BE49-F238E27FC236}">
                  <a16:creationId xmlns:a16="http://schemas.microsoft.com/office/drawing/2014/main" id="{433B9970-7F04-1E24-45C6-44E477D4E5BF}"/>
                </a:ext>
              </a:extLst>
            </p:cNvPr>
            <p:cNvSpPr txBox="1">
              <a:spLocks noChangeArrowheads="1"/>
            </p:cNvSpPr>
            <p:nvPr/>
          </p:nvSpPr>
          <p:spPr bwMode="auto">
            <a:xfrm>
              <a:off x="3766" y="3322"/>
              <a:ext cx="220"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600" b="1">
                  <a:solidFill>
                    <a:schemeClr val="tx2"/>
                  </a:solidFill>
                  <a:latin typeface="Times New Roman" panose="02020603050405020304" pitchFamily="18" charset="0"/>
                  <a:ea typeface="宋体" panose="02010600030101010101" pitchFamily="2" charset="-122"/>
                </a:rPr>
                <a:t>4</a:t>
              </a:r>
            </a:p>
          </p:txBody>
        </p:sp>
        <p:sp>
          <p:nvSpPr>
            <p:cNvPr id="108554" name="Text Box 24">
              <a:extLst>
                <a:ext uri="{FF2B5EF4-FFF2-40B4-BE49-F238E27FC236}">
                  <a16:creationId xmlns:a16="http://schemas.microsoft.com/office/drawing/2014/main" id="{0FF4EB8A-BCA7-BC14-975A-7B10C3B544B6}"/>
                </a:ext>
              </a:extLst>
            </p:cNvPr>
            <p:cNvSpPr txBox="1">
              <a:spLocks noChangeArrowheads="1"/>
            </p:cNvSpPr>
            <p:nvPr/>
          </p:nvSpPr>
          <p:spPr bwMode="auto">
            <a:xfrm>
              <a:off x="2882" y="3268"/>
              <a:ext cx="220"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600" b="1">
                  <a:solidFill>
                    <a:schemeClr val="tx2"/>
                  </a:solidFill>
                  <a:latin typeface="Times New Roman" panose="02020603050405020304" pitchFamily="18" charset="0"/>
                  <a:ea typeface="宋体" panose="02010600030101010101" pitchFamily="2" charset="-122"/>
                </a:rPr>
                <a:t>9</a:t>
              </a:r>
            </a:p>
          </p:txBody>
        </p:sp>
        <p:sp>
          <p:nvSpPr>
            <p:cNvPr id="108555" name="Text Box 25">
              <a:extLst>
                <a:ext uri="{FF2B5EF4-FFF2-40B4-BE49-F238E27FC236}">
                  <a16:creationId xmlns:a16="http://schemas.microsoft.com/office/drawing/2014/main" id="{907558EE-EF03-4839-F70E-7134FC277145}"/>
                </a:ext>
              </a:extLst>
            </p:cNvPr>
            <p:cNvSpPr txBox="1">
              <a:spLocks noChangeArrowheads="1"/>
            </p:cNvSpPr>
            <p:nvPr/>
          </p:nvSpPr>
          <p:spPr bwMode="auto">
            <a:xfrm>
              <a:off x="4206" y="3388"/>
              <a:ext cx="220"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600" b="1">
                  <a:solidFill>
                    <a:schemeClr val="tx2"/>
                  </a:solidFill>
                  <a:latin typeface="Times New Roman" panose="02020603050405020304" pitchFamily="18" charset="0"/>
                  <a:ea typeface="宋体" panose="02010600030101010101" pitchFamily="2" charset="-122"/>
                </a:rPr>
                <a:t>2</a:t>
              </a:r>
            </a:p>
          </p:txBody>
        </p:sp>
        <p:sp>
          <p:nvSpPr>
            <p:cNvPr id="108556" name="Text Box 26">
              <a:extLst>
                <a:ext uri="{FF2B5EF4-FFF2-40B4-BE49-F238E27FC236}">
                  <a16:creationId xmlns:a16="http://schemas.microsoft.com/office/drawing/2014/main" id="{2F5C0D74-B778-B150-D2BA-07E0EAA9A1F8}"/>
                </a:ext>
              </a:extLst>
            </p:cNvPr>
            <p:cNvSpPr txBox="1">
              <a:spLocks noChangeArrowheads="1"/>
            </p:cNvSpPr>
            <p:nvPr/>
          </p:nvSpPr>
          <p:spPr bwMode="auto">
            <a:xfrm>
              <a:off x="2469" y="3486"/>
              <a:ext cx="220"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600" b="1">
                  <a:solidFill>
                    <a:schemeClr val="tx2"/>
                  </a:solidFill>
                  <a:latin typeface="Times New Roman" panose="02020603050405020304" pitchFamily="18" charset="0"/>
                  <a:ea typeface="宋体" panose="02010600030101010101" pitchFamily="2" charset="-122"/>
                </a:rPr>
                <a:t>3</a:t>
              </a:r>
            </a:p>
          </p:txBody>
        </p:sp>
        <p:sp>
          <p:nvSpPr>
            <p:cNvPr id="108557" name="Text Box 27">
              <a:extLst>
                <a:ext uri="{FF2B5EF4-FFF2-40B4-BE49-F238E27FC236}">
                  <a16:creationId xmlns:a16="http://schemas.microsoft.com/office/drawing/2014/main" id="{5CFF9C86-017D-1C99-5D5D-8D723E1615A1}"/>
                </a:ext>
              </a:extLst>
            </p:cNvPr>
            <p:cNvSpPr txBox="1">
              <a:spLocks noChangeArrowheads="1"/>
            </p:cNvSpPr>
            <p:nvPr/>
          </p:nvSpPr>
          <p:spPr bwMode="auto">
            <a:xfrm>
              <a:off x="3608" y="4012"/>
              <a:ext cx="220"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600" b="1">
                  <a:solidFill>
                    <a:schemeClr val="tx2"/>
                  </a:solidFill>
                  <a:latin typeface="Times New Roman" panose="02020603050405020304" pitchFamily="18" charset="0"/>
                  <a:ea typeface="宋体" panose="02010600030101010101" pitchFamily="2" charset="-122"/>
                </a:rPr>
                <a:t>1</a:t>
              </a:r>
            </a:p>
          </p:txBody>
        </p:sp>
      </p:grpSp>
      <p:sp>
        <p:nvSpPr>
          <p:cNvPr id="2" name="灯片编号占位符 1">
            <a:extLst>
              <a:ext uri="{FF2B5EF4-FFF2-40B4-BE49-F238E27FC236}">
                <a16:creationId xmlns:a16="http://schemas.microsoft.com/office/drawing/2014/main" id="{22C95748-3A44-7FB1-44C7-34E56B4402BA}"/>
              </a:ext>
            </a:extLst>
          </p:cNvPr>
          <p:cNvSpPr>
            <a:spLocks noGrp="1"/>
          </p:cNvSpPr>
          <p:nvPr>
            <p:ph type="sldNum" sz="quarter" idx="12"/>
          </p:nvPr>
        </p:nvSpPr>
        <p:spPr/>
        <p:txBody>
          <a:bodyPr/>
          <a:lstStyle/>
          <a:p>
            <a:pPr>
              <a:defRPr/>
            </a:pPr>
            <a:fld id="{22EEED5C-99EB-4141-8E47-FA8D31DEB9C9}" type="slidenum">
              <a:rPr lang="en-US" altLang="zh-CN" smtClean="0"/>
              <a:pPr>
                <a:defRPr/>
              </a:pPr>
              <a:t>87</a:t>
            </a:fld>
            <a:endParaRPr lang="en-US" altLang="zh-CN"/>
          </a:p>
        </p:txBody>
      </p:sp>
    </p:spTree>
  </p:cSld>
  <p:clrMapOvr>
    <a:masterClrMapping/>
  </p:clrMapOvr>
  <p:transition>
    <p:zoom/>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1" name="Rectangle 3">
            <a:extLst>
              <a:ext uri="{FF2B5EF4-FFF2-40B4-BE49-F238E27FC236}">
                <a16:creationId xmlns:a16="http://schemas.microsoft.com/office/drawing/2014/main" id="{48471CA6-A4C1-E668-1A15-607A4D678CD0}"/>
              </a:ext>
            </a:extLst>
          </p:cNvPr>
          <p:cNvSpPr>
            <a:spLocks noChangeArrowheads="1"/>
          </p:cNvSpPr>
          <p:nvPr/>
        </p:nvSpPr>
        <p:spPr bwMode="auto">
          <a:xfrm>
            <a:off x="76200" y="838200"/>
            <a:ext cx="9067800" cy="579438"/>
          </a:xfrm>
          <a:prstGeom prst="rect">
            <a:avLst/>
          </a:prstGeom>
          <a:noFill/>
          <a:ln w="9525">
            <a:noFill/>
            <a:miter lim="800000"/>
            <a:headEnd/>
            <a:tailEnd/>
          </a:ln>
        </p:spPr>
        <p:txBody>
          <a:bodyPr>
            <a:spAutoFit/>
          </a:bodyPr>
          <a:lstStyle/>
          <a:p>
            <a:pPr>
              <a:defRPr/>
            </a:pPr>
            <a:r>
              <a:rPr lang="en-US" altLang="zh-CN" sz="3200" b="1">
                <a:effectLst>
                  <a:outerShdw blurRad="38100" dist="38100" dir="2700000" algn="tl">
                    <a:srgbClr val="C0C0C0"/>
                  </a:outerShdw>
                </a:effectLst>
                <a:ea typeface="楷体_GB2312" pitchFamily="49" charset="-122"/>
              </a:rPr>
              <a:t>    </a:t>
            </a:r>
            <a:endParaRPr lang="en-US" altLang="zh-CN"/>
          </a:p>
        </p:txBody>
      </p:sp>
      <p:sp>
        <p:nvSpPr>
          <p:cNvPr id="3" name="标题 2">
            <a:extLst>
              <a:ext uri="{FF2B5EF4-FFF2-40B4-BE49-F238E27FC236}">
                <a16:creationId xmlns:a16="http://schemas.microsoft.com/office/drawing/2014/main" id="{EE0D80F2-8751-4B7E-8711-E3B3B8FCBD32}"/>
              </a:ext>
            </a:extLst>
          </p:cNvPr>
          <p:cNvSpPr>
            <a:spLocks noGrp="1"/>
          </p:cNvSpPr>
          <p:nvPr>
            <p:ph type="title"/>
          </p:nvPr>
        </p:nvSpPr>
        <p:spPr/>
        <p:txBody>
          <a:bodyPr/>
          <a:lstStyle/>
          <a:p>
            <a:r>
              <a:rPr lang="zh-CN" altLang="en-US" dirty="0"/>
              <a:t>说明</a:t>
            </a:r>
          </a:p>
        </p:txBody>
      </p:sp>
      <p:sp>
        <p:nvSpPr>
          <p:cNvPr id="319494" name="Rectangle 6">
            <a:extLst>
              <a:ext uri="{FF2B5EF4-FFF2-40B4-BE49-F238E27FC236}">
                <a16:creationId xmlns:a16="http://schemas.microsoft.com/office/drawing/2014/main" id="{0ACD037D-AA0C-E7BB-CE49-D6B6ED34E7D8}"/>
              </a:ext>
            </a:extLst>
          </p:cNvPr>
          <p:cNvSpPr>
            <a:spLocks noGrp="1" noChangeArrowheads="1"/>
          </p:cNvSpPr>
          <p:nvPr>
            <p:ph type="body" idx="1"/>
          </p:nvPr>
        </p:nvSpPr>
        <p:spPr/>
        <p:txBody>
          <a:bodyPr>
            <a:normAutofit fontScale="77500" lnSpcReduction="20000"/>
          </a:bodyPr>
          <a:lstStyle/>
          <a:p>
            <a:pPr>
              <a:lnSpc>
                <a:spcPct val="120000"/>
              </a:lnSpc>
            </a:pPr>
            <a:r>
              <a:rPr lang="zh-CN" altLang="en-US" dirty="0"/>
              <a:t>以 </a:t>
            </a:r>
            <a:r>
              <a:rPr lang="en-US" altLang="zh-CN" dirty="0"/>
              <a:t>Path</a:t>
            </a:r>
            <a:r>
              <a:rPr lang="en-US" altLang="zh-CN" baseline="30000" dirty="0"/>
              <a:t>(3)</a:t>
            </a:r>
            <a:r>
              <a:rPr lang="zh-CN" altLang="en-US" dirty="0"/>
              <a:t>为例，对最短路径读法加以说明。从</a:t>
            </a:r>
            <a:r>
              <a:rPr lang="en-US" altLang="zh-CN" dirty="0"/>
              <a:t>A</a:t>
            </a:r>
            <a:r>
              <a:rPr lang="en-US" altLang="zh-CN" baseline="30000" dirty="0"/>
              <a:t>(3)</a:t>
            </a:r>
            <a:r>
              <a:rPr lang="zh-CN" altLang="en-US" dirty="0"/>
              <a:t>知，顶点</a:t>
            </a:r>
            <a:r>
              <a:rPr lang="en-US" altLang="zh-CN" dirty="0"/>
              <a:t>1</a:t>
            </a:r>
            <a:r>
              <a:rPr lang="zh-CN" altLang="en-US" dirty="0"/>
              <a:t>到</a:t>
            </a:r>
            <a:r>
              <a:rPr lang="en-US" altLang="zh-CN" dirty="0"/>
              <a:t>0</a:t>
            </a:r>
            <a:r>
              <a:rPr lang="zh-CN" altLang="en-US" dirty="0"/>
              <a:t>的最短路径长度为</a:t>
            </a:r>
            <a:r>
              <a:rPr lang="en-US" altLang="zh-CN" dirty="0"/>
              <a:t>a[1][0] = 11, </a:t>
            </a:r>
            <a:r>
              <a:rPr lang="zh-CN" altLang="en-US" dirty="0"/>
              <a:t>其最短路径看 </a:t>
            </a:r>
            <a:r>
              <a:rPr lang="en-US" altLang="zh-CN" dirty="0"/>
              <a:t>path[1][0] = 2</a:t>
            </a:r>
            <a:r>
              <a:rPr lang="zh-CN" altLang="en-US" dirty="0"/>
              <a:t>，</a:t>
            </a:r>
            <a:r>
              <a:rPr lang="en-US" altLang="zh-CN" dirty="0"/>
              <a:t>path[1][2] = 3</a:t>
            </a:r>
            <a:r>
              <a:rPr lang="zh-CN" altLang="en-US" dirty="0"/>
              <a:t>，</a:t>
            </a:r>
            <a:r>
              <a:rPr lang="en-US" altLang="zh-CN" dirty="0"/>
              <a:t>path[1][3] = 1, </a:t>
            </a:r>
            <a:r>
              <a:rPr lang="zh-CN" altLang="en-US" dirty="0"/>
              <a:t>表示顶点</a:t>
            </a:r>
            <a:r>
              <a:rPr lang="en-US" altLang="zh-CN" dirty="0"/>
              <a:t>0 </a:t>
            </a:r>
            <a:r>
              <a:rPr lang="en-US" altLang="zh-CN" dirty="0">
                <a:sym typeface="Symbol" pitchFamily="18" charset="2"/>
              </a:rPr>
              <a:t> </a:t>
            </a:r>
            <a:r>
              <a:rPr lang="zh-CN" altLang="en-US" dirty="0">
                <a:sym typeface="Symbol" pitchFamily="18" charset="2"/>
              </a:rPr>
              <a:t>顶点</a:t>
            </a:r>
            <a:r>
              <a:rPr lang="en-US" altLang="zh-CN" dirty="0">
                <a:sym typeface="Symbol" pitchFamily="18" charset="2"/>
              </a:rPr>
              <a:t>2  </a:t>
            </a:r>
            <a:r>
              <a:rPr lang="zh-CN" altLang="en-US" dirty="0">
                <a:sym typeface="Symbol" pitchFamily="18" charset="2"/>
              </a:rPr>
              <a:t>顶点</a:t>
            </a:r>
            <a:r>
              <a:rPr lang="en-US" altLang="zh-CN" dirty="0"/>
              <a:t>3 </a:t>
            </a:r>
            <a:r>
              <a:rPr lang="en-US" altLang="zh-CN" dirty="0">
                <a:sym typeface="Symbol" pitchFamily="18" charset="2"/>
              </a:rPr>
              <a:t> </a:t>
            </a:r>
            <a:r>
              <a:rPr lang="zh-CN" altLang="en-US" dirty="0"/>
              <a:t>顶点</a:t>
            </a:r>
            <a:r>
              <a:rPr lang="en-US" altLang="zh-CN" dirty="0"/>
              <a:t>1; </a:t>
            </a:r>
            <a:r>
              <a:rPr lang="zh-CN" altLang="en-US" dirty="0"/>
              <a:t>从顶点</a:t>
            </a:r>
            <a:r>
              <a:rPr lang="en-US" altLang="zh-CN" dirty="0"/>
              <a:t>1</a:t>
            </a:r>
            <a:r>
              <a:rPr lang="zh-CN" altLang="en-US" dirty="0"/>
              <a:t>到顶点</a:t>
            </a:r>
            <a:r>
              <a:rPr lang="en-US" altLang="zh-CN" dirty="0"/>
              <a:t>0</a:t>
            </a:r>
            <a:r>
              <a:rPr lang="zh-CN" altLang="en-US" dirty="0"/>
              <a:t>最短路径为</a:t>
            </a:r>
            <a:r>
              <a:rPr lang="en-US" altLang="zh-CN" dirty="0"/>
              <a:t>&lt;1, 3&gt;,&lt;3, 2&gt;,&lt;2, 0&gt;</a:t>
            </a:r>
            <a:r>
              <a:rPr lang="zh-CN" altLang="en-US" dirty="0"/>
              <a:t>。</a:t>
            </a:r>
          </a:p>
          <a:p>
            <a:pPr>
              <a:lnSpc>
                <a:spcPct val="120000"/>
              </a:lnSpc>
            </a:pPr>
            <a:r>
              <a:rPr lang="zh-CN" altLang="en-US" dirty="0"/>
              <a:t>本章给出的求解最短路径的算法不仅适用于带权有向图，对带权无向图也可以适用。因为带权无向图可以看作是有往返二重边的有向图。</a:t>
            </a:r>
          </a:p>
        </p:txBody>
      </p:sp>
      <p:sp>
        <p:nvSpPr>
          <p:cNvPr id="2" name="灯片编号占位符 1">
            <a:extLst>
              <a:ext uri="{FF2B5EF4-FFF2-40B4-BE49-F238E27FC236}">
                <a16:creationId xmlns:a16="http://schemas.microsoft.com/office/drawing/2014/main" id="{49A28CF2-3AA2-0209-998A-546957E73B1B}"/>
              </a:ext>
            </a:extLst>
          </p:cNvPr>
          <p:cNvSpPr>
            <a:spLocks noGrp="1"/>
          </p:cNvSpPr>
          <p:nvPr>
            <p:ph type="sldNum" sz="quarter" idx="12"/>
          </p:nvPr>
        </p:nvSpPr>
        <p:spPr/>
        <p:txBody>
          <a:bodyPr/>
          <a:lstStyle/>
          <a:p>
            <a:pPr>
              <a:defRPr/>
            </a:pPr>
            <a:fld id="{2E0F9FB0-350A-4A87-9CD5-1F022F266B97}" type="slidenum">
              <a:rPr lang="en-US" altLang="zh-CN" smtClean="0"/>
              <a:pPr>
                <a:defRPr/>
              </a:pPr>
              <a:t>88</a:t>
            </a:fld>
            <a:endParaRPr lang="en-US" altLang="zh-CN"/>
          </a:p>
        </p:txBody>
      </p:sp>
    </p:spTree>
  </p:cSld>
  <p:clrMapOvr>
    <a:masterClrMapping/>
  </p:clrMapOvr>
  <p:transition>
    <p:zoom/>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AA8A8B5E-6E5F-4611-B441-32923B52CE02}"/>
              </a:ext>
            </a:extLst>
          </p:cNvPr>
          <p:cNvSpPr>
            <a:spLocks noGrp="1"/>
          </p:cNvSpPr>
          <p:nvPr>
            <p:ph type="title"/>
          </p:nvPr>
        </p:nvSpPr>
        <p:spPr/>
        <p:txBody>
          <a:bodyPr/>
          <a:lstStyle/>
          <a:p>
            <a:r>
              <a:rPr lang="zh-CN" altLang="en-US" dirty="0"/>
              <a:t>补充：计算传递闭包</a:t>
            </a:r>
          </a:p>
        </p:txBody>
      </p:sp>
      <p:sp>
        <p:nvSpPr>
          <p:cNvPr id="6" name="内容占位符 5">
            <a:extLst>
              <a:ext uri="{FF2B5EF4-FFF2-40B4-BE49-F238E27FC236}">
                <a16:creationId xmlns:a16="http://schemas.microsoft.com/office/drawing/2014/main" id="{18910369-F7E0-4474-B91A-BEF93B8E88E8}"/>
              </a:ext>
            </a:extLst>
          </p:cNvPr>
          <p:cNvSpPr>
            <a:spLocks noGrp="1"/>
          </p:cNvSpPr>
          <p:nvPr>
            <p:ph idx="1"/>
          </p:nvPr>
        </p:nvSpPr>
        <p:spPr/>
        <p:txBody>
          <a:bodyPr>
            <a:normAutofit fontScale="70000" lnSpcReduction="20000"/>
          </a:bodyPr>
          <a:lstStyle/>
          <a:p>
            <a:r>
              <a:rPr lang="zh-CN" altLang="en-US" dirty="0"/>
              <a:t>设</a:t>
            </a:r>
            <a:r>
              <a:rPr lang="en-US" altLang="zh-CN" dirty="0"/>
              <a:t>A</a:t>
            </a:r>
            <a:r>
              <a:rPr lang="zh-CN" altLang="en-US" dirty="0"/>
              <a:t>为有向图</a:t>
            </a:r>
            <a:r>
              <a:rPr lang="en-US" altLang="zh-CN" dirty="0"/>
              <a:t>G</a:t>
            </a:r>
            <a:r>
              <a:rPr lang="zh-CN" altLang="en-US" dirty="0"/>
              <a:t>的邻接矩阵</a:t>
            </a:r>
          </a:p>
          <a:p>
            <a:pPr lvl="1"/>
            <a:r>
              <a:rPr lang="en-US" altLang="zh-CN" dirty="0"/>
              <a:t>G</a:t>
            </a:r>
            <a:r>
              <a:rPr lang="zh-CN" altLang="en-US" dirty="0"/>
              <a:t>的传递闭包矩阵</a:t>
            </a:r>
          </a:p>
          <a:p>
            <a:endParaRPr lang="zh-CN" altLang="en-US" dirty="0"/>
          </a:p>
          <a:p>
            <a:endParaRPr lang="en-US" altLang="zh-CN" dirty="0"/>
          </a:p>
          <a:p>
            <a:pPr lvl="1"/>
            <a:endParaRPr lang="en-US" altLang="zh-CN" dirty="0"/>
          </a:p>
          <a:p>
            <a:pPr lvl="1"/>
            <a:r>
              <a:rPr lang="en-US" altLang="zh-CN" dirty="0"/>
              <a:t>G</a:t>
            </a:r>
            <a:r>
              <a:rPr lang="zh-CN" altLang="en-US" dirty="0"/>
              <a:t>的自反传递闭包矩阵</a:t>
            </a:r>
          </a:p>
          <a:p>
            <a:endParaRPr lang="zh-CN" altLang="en-US" dirty="0"/>
          </a:p>
          <a:p>
            <a:endParaRPr lang="en-US" altLang="zh-CN" dirty="0"/>
          </a:p>
          <a:p>
            <a:pPr lvl="1">
              <a:lnSpc>
                <a:spcPct val="120000"/>
              </a:lnSpc>
            </a:pPr>
            <a:endParaRPr lang="en-US" altLang="zh-CN" dirty="0"/>
          </a:p>
          <a:p>
            <a:pPr lvl="1">
              <a:lnSpc>
                <a:spcPct val="120000"/>
              </a:lnSpc>
            </a:pPr>
            <a:r>
              <a:rPr lang="en-US" altLang="zh-CN" dirty="0"/>
              <a:t>A</a:t>
            </a:r>
            <a:r>
              <a:rPr lang="en-US" altLang="zh-CN" baseline="30000" dirty="0"/>
              <a:t>+</a:t>
            </a:r>
            <a:r>
              <a:rPr lang="zh-CN" altLang="en-US" dirty="0"/>
              <a:t>和</a:t>
            </a:r>
            <a:r>
              <a:rPr lang="en-US" altLang="zh-CN" dirty="0"/>
              <a:t>A</a:t>
            </a:r>
            <a:r>
              <a:rPr lang="en-US" altLang="zh-CN" baseline="30000" dirty="0"/>
              <a:t>*</a:t>
            </a:r>
            <a:r>
              <a:rPr lang="zh-CN" altLang="en-US" dirty="0"/>
              <a:t>的区别仅在对角线上的元素，当且仅当存在包含顶点</a:t>
            </a:r>
            <a:r>
              <a:rPr lang="en-US" altLang="zh-CN" dirty="0" err="1"/>
              <a:t>i</a:t>
            </a:r>
            <a:r>
              <a:rPr lang="zh-CN" altLang="en-US" dirty="0"/>
              <a:t>的回路时，</a:t>
            </a:r>
            <a:r>
              <a:rPr lang="en-US" altLang="zh-CN" dirty="0"/>
              <a:t>A</a:t>
            </a:r>
            <a:r>
              <a:rPr lang="en-US" altLang="zh-CN" baseline="30000" dirty="0"/>
              <a:t>+</a:t>
            </a:r>
            <a:r>
              <a:rPr lang="en-US" altLang="zh-CN" dirty="0"/>
              <a:t>(</a:t>
            </a:r>
            <a:r>
              <a:rPr lang="en-US" altLang="zh-CN" dirty="0" err="1"/>
              <a:t>i</a:t>
            </a:r>
            <a:r>
              <a:rPr lang="en-US" altLang="zh-CN" dirty="0"/>
              <a:t>, </a:t>
            </a:r>
            <a:r>
              <a:rPr lang="en-US" altLang="zh-CN" dirty="0" err="1"/>
              <a:t>i</a:t>
            </a:r>
            <a:r>
              <a:rPr lang="en-US" altLang="zh-CN" dirty="0"/>
              <a:t>)=1</a:t>
            </a:r>
            <a:r>
              <a:rPr lang="zh-CN" altLang="en-US" dirty="0"/>
              <a:t>，而</a:t>
            </a:r>
            <a:r>
              <a:rPr lang="en-US" altLang="zh-CN" dirty="0"/>
              <a:t>A</a:t>
            </a:r>
            <a:r>
              <a:rPr lang="en-US" altLang="zh-CN" baseline="30000" dirty="0"/>
              <a:t>*</a:t>
            </a:r>
            <a:r>
              <a:rPr lang="en-US" altLang="zh-CN" dirty="0"/>
              <a:t>(</a:t>
            </a:r>
            <a:r>
              <a:rPr lang="en-US" altLang="zh-CN" dirty="0" err="1"/>
              <a:t>i</a:t>
            </a:r>
            <a:r>
              <a:rPr lang="en-US" altLang="zh-CN" dirty="0"/>
              <a:t>, </a:t>
            </a:r>
            <a:r>
              <a:rPr lang="en-US" altLang="zh-CN" dirty="0" err="1"/>
              <a:t>i</a:t>
            </a:r>
            <a:r>
              <a:rPr lang="en-US" altLang="zh-CN" dirty="0"/>
              <a:t>)=1</a:t>
            </a:r>
            <a:r>
              <a:rPr lang="zh-CN" altLang="en-US" dirty="0"/>
              <a:t>总成立。</a:t>
            </a:r>
          </a:p>
          <a:p>
            <a:endParaRPr lang="zh-CN" altLang="en-US" dirty="0"/>
          </a:p>
        </p:txBody>
      </p:sp>
      <p:sp>
        <p:nvSpPr>
          <p:cNvPr id="2" name="灯片编号占位符 1"/>
          <p:cNvSpPr>
            <a:spLocks noGrp="1"/>
          </p:cNvSpPr>
          <p:nvPr>
            <p:ph type="sldNum" sz="quarter" idx="12"/>
          </p:nvPr>
        </p:nvSpPr>
        <p:spPr/>
        <p:txBody>
          <a:bodyPr/>
          <a:lstStyle/>
          <a:p>
            <a:fld id="{86F69F03-7E5B-48C0-A38A-F337664282DB}" type="slidenum">
              <a:rPr lang="en-US" altLang="zh-CN" smtClean="0"/>
              <a:pPr/>
              <a:t>89</a:t>
            </a:fld>
            <a:endParaRPr lang="en-US" altLang="zh-CN"/>
          </a:p>
        </p:txBody>
      </p:sp>
      <p:sp>
        <p:nvSpPr>
          <p:cNvPr id="9963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mc:AlternateContent xmlns:mc="http://schemas.openxmlformats.org/markup-compatibility/2006" xmlns:a14="http://schemas.microsoft.com/office/drawing/2010/main">
        <mc:Choice Requires="a14">
          <p:sp>
            <p:nvSpPr>
              <p:cNvPr id="996353" name="Object 1"/>
              <p:cNvSpPr txBox="1"/>
              <p:nvPr/>
            </p:nvSpPr>
            <p:spPr bwMode="auto">
              <a:xfrm>
                <a:off x="1630363" y="2486025"/>
                <a:ext cx="6397625" cy="914400"/>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𝐴</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m>
                            <m:mPr>
                              <m:plcHide m:val="on"/>
                              <m:mcs>
                                <m:mc>
                                  <m:mcPr>
                                    <m:count m:val="2"/>
                                    <m:mcJc m:val="center"/>
                                  </m:mcPr>
                                </m:mc>
                              </m:mcs>
                              <m:ctrlPr>
                                <a:rPr lang="zh-CN" altLang="en-US" i="1">
                                  <a:solidFill>
                                    <a:srgbClr val="000000"/>
                                  </a:solidFill>
                                  <a:latin typeface="Cambria Math" panose="02040503050406030204" pitchFamily="18" charset="0"/>
                                </a:rPr>
                              </m:ctrlPr>
                            </m:mPr>
                            <m:mr>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如果存在从顶点</m:t>
                                </m:r>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到顶点</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的路径</m:t>
                                </m:r>
                              </m:e>
                            </m:mr>
                            <m:mr>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否则</m:t>
                                </m:r>
                              </m:e>
                            </m:mr>
                          </m:m>
                        </m:e>
                      </m:d>
                    </m:oMath>
                  </m:oMathPara>
                </a14:m>
                <a:endParaRPr lang="zh-CN" altLang="en-US" dirty="0"/>
              </a:p>
            </p:txBody>
          </p:sp>
        </mc:Choice>
        <mc:Fallback xmlns="">
          <p:sp>
            <p:nvSpPr>
              <p:cNvPr id="996353" name="Object 1"/>
              <p:cNvSpPr txBox="1">
                <a:spLocks noRot="1" noChangeAspect="1" noMove="1" noResize="1" noEditPoints="1" noAdjustHandles="1" noChangeArrowheads="1" noChangeShapeType="1" noTextEdit="1"/>
              </p:cNvSpPr>
              <p:nvPr/>
            </p:nvSpPr>
            <p:spPr bwMode="auto">
              <a:xfrm>
                <a:off x="1630363" y="2486025"/>
                <a:ext cx="6397625" cy="914400"/>
              </a:xfrm>
              <a:prstGeom prst="rect">
                <a:avLst/>
              </a:prstGeom>
              <a:blipFill>
                <a:blip r:embed="rId2"/>
                <a:stretch>
                  <a:fillRect/>
                </a:stretch>
              </a:blipFill>
            </p:spPr>
            <p:txBody>
              <a:bodyPr/>
              <a:lstStyle/>
              <a:p>
                <a:r>
                  <a:rPr lang="zh-CN" altLang="en-US">
                    <a:noFill/>
                  </a:rPr>
                  <a:t> </a:t>
                </a:r>
              </a:p>
            </p:txBody>
          </p:sp>
        </mc:Fallback>
      </mc:AlternateContent>
      <p:sp>
        <p:nvSpPr>
          <p:cNvPr id="99635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mc:AlternateContent xmlns:mc="http://schemas.openxmlformats.org/markup-compatibility/2006" xmlns:a14="http://schemas.microsoft.com/office/drawing/2010/main">
        <mc:Choice Requires="a14">
          <p:sp>
            <p:nvSpPr>
              <p:cNvPr id="4" name="对象 3"/>
              <p:cNvSpPr txBox="1"/>
              <p:nvPr/>
            </p:nvSpPr>
            <p:spPr bwMode="auto">
              <a:xfrm>
                <a:off x="1630363" y="3874294"/>
                <a:ext cx="6899275" cy="914400"/>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sSup>
                        <m:sSupPr>
                          <m:ctrlPr>
                            <a:rPr lang="zh-CN" altLang="en-US" i="1" smtClean="0">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𝐴</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m>
                            <m:mPr>
                              <m:plcHide m:val="on"/>
                              <m:mcs>
                                <m:mc>
                                  <m:mcPr>
                                    <m:count m:val="2"/>
                                    <m:mcJc m:val="center"/>
                                  </m:mcPr>
                                </m:mc>
                              </m:mcs>
                              <m:ctrlPr>
                                <a:rPr lang="zh-CN" altLang="en-US" i="1">
                                  <a:solidFill>
                                    <a:srgbClr val="000000"/>
                                  </a:solidFill>
                                  <a:latin typeface="Cambria Math" panose="02040503050406030204" pitchFamily="18" charset="0"/>
                                </a:rPr>
                              </m:ctrlPr>
                            </m:mPr>
                            <m:mr>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如果存在从顶点</m:t>
                                </m:r>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到顶点</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的路径长度，或者</m:t>
                                </m:r>
                                <m:r>
                                  <a:rPr lang="en-US" altLang="zh-CN" b="0" i="1" smtClean="0">
                                    <a:solidFill>
                                      <a:srgbClr val="000000"/>
                                    </a:solidFill>
                                    <a:latin typeface="Cambria Math" panose="02040503050406030204" pitchFamily="18" charset="0"/>
                                  </a:rPr>
                                  <m:t>𝑖</m:t>
                                </m:r>
                                <m:r>
                                  <a:rPr lang="en-US" altLang="zh-CN" b="0" i="1" smtClean="0">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𝑗</m:t>
                                </m:r>
                              </m:e>
                            </m:mr>
                            <m:mr>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否则</m:t>
                                </m:r>
                              </m:e>
                            </m:mr>
                          </m:m>
                        </m:e>
                      </m:d>
                    </m:oMath>
                  </m:oMathPara>
                </a14:m>
                <a:endParaRPr lang="zh-CN" altLang="en-US" dirty="0"/>
              </a:p>
            </p:txBody>
          </p:sp>
        </mc:Choice>
        <mc:Fallback xmlns="">
          <p:sp>
            <p:nvSpPr>
              <p:cNvPr id="4" name="对象 3"/>
              <p:cNvSpPr txBox="1">
                <a:spLocks noRot="1" noChangeAspect="1" noMove="1" noResize="1" noEditPoints="1" noAdjustHandles="1" noChangeArrowheads="1" noChangeShapeType="1" noTextEdit="1"/>
              </p:cNvSpPr>
              <p:nvPr/>
            </p:nvSpPr>
            <p:spPr bwMode="auto">
              <a:xfrm>
                <a:off x="1630363" y="3874294"/>
                <a:ext cx="6899275" cy="914400"/>
              </a:xfrm>
              <a:prstGeom prst="rect">
                <a:avLst/>
              </a:prstGeom>
              <a:blipFill>
                <a:blip r:embed="rId3"/>
                <a:stretch>
                  <a:fillRect/>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3095089392"/>
      </p:ext>
    </p:extLst>
  </p:cSld>
  <p:clrMapOvr>
    <a:masterClrMapping/>
  </p:clrMapOvr>
  <p:transition>
    <p:split/>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F26D013-2B06-4323-947E-2156576E438A}"/>
              </a:ext>
            </a:extLst>
          </p:cNvPr>
          <p:cNvSpPr>
            <a:spLocks noGrp="1"/>
          </p:cNvSpPr>
          <p:nvPr>
            <p:ph type="title"/>
          </p:nvPr>
        </p:nvSpPr>
        <p:spPr/>
        <p:txBody>
          <a:bodyPr/>
          <a:lstStyle/>
          <a:p>
            <a:r>
              <a:rPr lang="zh-CN" altLang="en-US" dirty="0"/>
              <a:t>计算传递闭包示例</a:t>
            </a:r>
          </a:p>
        </p:txBody>
      </p:sp>
      <p:sp>
        <p:nvSpPr>
          <p:cNvPr id="2" name="灯片编号占位符 1"/>
          <p:cNvSpPr>
            <a:spLocks noGrp="1"/>
          </p:cNvSpPr>
          <p:nvPr>
            <p:ph type="sldNum" sz="quarter" idx="12"/>
          </p:nvPr>
        </p:nvSpPr>
        <p:spPr/>
        <p:txBody>
          <a:bodyPr/>
          <a:lstStyle/>
          <a:p>
            <a:fld id="{86F69F03-7E5B-48C0-A38A-F337664282DB}" type="slidenum">
              <a:rPr lang="en-US" altLang="zh-CN" smtClean="0"/>
              <a:pPr/>
              <a:t>90</a:t>
            </a:fld>
            <a:endParaRPr lang="en-US" altLang="zh-CN" dirty="0"/>
          </a:p>
        </p:txBody>
      </p:sp>
      <p:graphicFrame>
        <p:nvGraphicFramePr>
          <p:cNvPr id="998404" name="Object 4"/>
          <p:cNvGraphicFramePr>
            <a:graphicFrameLocks noChangeAspect="1"/>
          </p:cNvGraphicFramePr>
          <p:nvPr/>
        </p:nvGraphicFramePr>
        <p:xfrm>
          <a:off x="1021685" y="1500392"/>
          <a:ext cx="3421523" cy="895082"/>
        </p:xfrm>
        <a:graphic>
          <a:graphicData uri="http://schemas.openxmlformats.org/presentationml/2006/ole">
            <mc:AlternateContent xmlns:mc="http://schemas.openxmlformats.org/markup-compatibility/2006">
              <mc:Choice xmlns:v="urn:schemas-microsoft-com:vml" Requires="v">
                <p:oleObj name="Visio" r:id="rId3" imgW="1399946" imgH="371246" progId="">
                  <p:embed/>
                </p:oleObj>
              </mc:Choice>
              <mc:Fallback>
                <p:oleObj name="Visio" r:id="rId3" imgW="1399946" imgH="371246" progId="">
                  <p:embed/>
                  <p:pic>
                    <p:nvPicPr>
                      <p:cNvPr id="99840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1685" y="1500392"/>
                        <a:ext cx="3421523" cy="8950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98403" name="Object 3"/>
          <p:cNvGraphicFramePr>
            <a:graphicFrameLocks noChangeAspect="1"/>
          </p:cNvGraphicFramePr>
          <p:nvPr/>
        </p:nvGraphicFramePr>
        <p:xfrm>
          <a:off x="1313645" y="2498502"/>
          <a:ext cx="2837604" cy="1922399"/>
        </p:xfrm>
        <a:graphic>
          <a:graphicData uri="http://schemas.openxmlformats.org/presentationml/2006/ole">
            <mc:AlternateContent xmlns:mc="http://schemas.openxmlformats.org/markup-compatibility/2006">
              <mc:Choice xmlns:v="urn:schemas-microsoft-com:vml" Requires="v">
                <p:oleObj name="公式" r:id="rId5" imgW="990170" imgH="774364" progId="Equation.3">
                  <p:embed/>
                </p:oleObj>
              </mc:Choice>
              <mc:Fallback>
                <p:oleObj name="公式" r:id="rId5" imgW="990170" imgH="774364" progId="Equation.3">
                  <p:embed/>
                  <p:pic>
                    <p:nvPicPr>
                      <p:cNvPr id="998403"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13645" y="2498502"/>
                        <a:ext cx="2837604" cy="19223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98402" name="Object 2"/>
          <p:cNvGraphicFramePr>
            <a:graphicFrameLocks noChangeAspect="1"/>
          </p:cNvGraphicFramePr>
          <p:nvPr/>
        </p:nvGraphicFramePr>
        <p:xfrm>
          <a:off x="4971244" y="1708885"/>
          <a:ext cx="2408350" cy="1741753"/>
        </p:xfrm>
        <a:graphic>
          <a:graphicData uri="http://schemas.openxmlformats.org/presentationml/2006/ole">
            <mc:AlternateContent xmlns:mc="http://schemas.openxmlformats.org/markup-compatibility/2006">
              <mc:Choice xmlns:v="urn:schemas-microsoft-com:vml" Requires="v">
                <p:oleObj name="公式" r:id="rId7" imgW="1066337" imgH="774364" progId="Equation.3">
                  <p:embed/>
                </p:oleObj>
              </mc:Choice>
              <mc:Fallback>
                <p:oleObj name="公式" r:id="rId7" imgW="1066337" imgH="774364" progId="Equation.3">
                  <p:embed/>
                  <p:pic>
                    <p:nvPicPr>
                      <p:cNvPr id="998402"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71244" y="1708885"/>
                        <a:ext cx="2408350" cy="17417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98401" name="Object 1"/>
          <p:cNvGraphicFramePr>
            <a:graphicFrameLocks noChangeAspect="1"/>
          </p:cNvGraphicFramePr>
          <p:nvPr/>
        </p:nvGraphicFramePr>
        <p:xfrm>
          <a:off x="4905418" y="3608229"/>
          <a:ext cx="2487056" cy="1865291"/>
        </p:xfrm>
        <a:graphic>
          <a:graphicData uri="http://schemas.openxmlformats.org/presentationml/2006/ole">
            <mc:AlternateContent xmlns:mc="http://schemas.openxmlformats.org/markup-compatibility/2006">
              <mc:Choice xmlns:v="urn:schemas-microsoft-com:vml" Requires="v">
                <p:oleObj name="公式" r:id="rId9" imgW="1028254" imgH="774364" progId="Equation.3">
                  <p:embed/>
                </p:oleObj>
              </mc:Choice>
              <mc:Fallback>
                <p:oleObj name="公式" r:id="rId9" imgW="1028254" imgH="774364" progId="Equation.3">
                  <p:embed/>
                  <p:pic>
                    <p:nvPicPr>
                      <p:cNvPr id="998401" name="Object 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05418" y="3608229"/>
                        <a:ext cx="2487056" cy="18652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98405"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998407" name="Rectangle 7"/>
          <p:cNvSpPr>
            <a:spLocks noChangeArrowheads="1"/>
          </p:cNvSpPr>
          <p:nvPr/>
        </p:nvSpPr>
        <p:spPr bwMode="auto">
          <a:xfrm>
            <a:off x="0" y="2276475"/>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998408" name="Rectangle 8"/>
          <p:cNvSpPr>
            <a:spLocks noChangeArrowheads="1"/>
          </p:cNvSpPr>
          <p:nvPr/>
        </p:nvSpPr>
        <p:spPr bwMode="auto">
          <a:xfrm>
            <a:off x="0" y="3505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endParaRPr kumimoji="0" lang="en-US"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3" name="内容占位符 2">
            <a:extLst>
              <a:ext uri="{FF2B5EF4-FFF2-40B4-BE49-F238E27FC236}">
                <a16:creationId xmlns:a16="http://schemas.microsoft.com/office/drawing/2014/main" id="{4CFB03B7-4704-4AFB-8C42-8CA37C14531F}"/>
              </a:ext>
            </a:extLst>
          </p:cNvPr>
          <p:cNvSpPr txBox="1">
            <a:spLocks/>
          </p:cNvSpPr>
          <p:nvPr/>
        </p:nvSpPr>
        <p:spPr>
          <a:xfrm>
            <a:off x="1021685" y="5192426"/>
            <a:ext cx="3216898" cy="817440"/>
          </a:xfrm>
          <a:prstGeom prst="rect">
            <a:avLst/>
          </a:prstGeom>
          <a:solidFill>
            <a:srgbClr val="92D050"/>
          </a:solidFill>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dirty="0"/>
              <a:t>怎么用算法实现？</a:t>
            </a:r>
          </a:p>
        </p:txBody>
      </p:sp>
    </p:spTree>
    <p:extLst>
      <p:ext uri="{BB962C8B-B14F-4D97-AF65-F5344CB8AC3E}">
        <p14:creationId xmlns:p14="http://schemas.microsoft.com/office/powerpoint/2010/main" val="1758671279"/>
      </p:ext>
    </p:extLst>
  </p:cSld>
  <p:clrMapOvr>
    <a:masterClrMapping/>
  </p:clrMapOvr>
  <p:transition>
    <p:split/>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73A7C71E-EC24-463B-A1A4-5CFF5AE7C8C5}"/>
              </a:ext>
            </a:extLst>
          </p:cNvPr>
          <p:cNvSpPr>
            <a:spLocks noGrp="1"/>
          </p:cNvSpPr>
          <p:nvPr>
            <p:ph type="title"/>
          </p:nvPr>
        </p:nvSpPr>
        <p:spPr/>
        <p:txBody>
          <a:bodyPr/>
          <a:lstStyle/>
          <a:p>
            <a:r>
              <a:rPr lang="zh-CN" altLang="en-US" dirty="0"/>
              <a:t>算法思路</a:t>
            </a:r>
          </a:p>
        </p:txBody>
      </p:sp>
      <p:sp>
        <p:nvSpPr>
          <p:cNvPr id="5" name="内容占位符 4">
            <a:extLst>
              <a:ext uri="{FF2B5EF4-FFF2-40B4-BE49-F238E27FC236}">
                <a16:creationId xmlns:a16="http://schemas.microsoft.com/office/drawing/2014/main" id="{0491CB54-A92F-48C4-91E2-5C3DB397A8AB}"/>
              </a:ext>
            </a:extLst>
          </p:cNvPr>
          <p:cNvSpPr>
            <a:spLocks noGrp="1"/>
          </p:cNvSpPr>
          <p:nvPr>
            <p:ph idx="1"/>
          </p:nvPr>
        </p:nvSpPr>
        <p:spPr>
          <a:xfrm>
            <a:off x="457200" y="1600200"/>
            <a:ext cx="8229600" cy="4756150"/>
          </a:xfrm>
        </p:spPr>
        <p:txBody>
          <a:bodyPr>
            <a:normAutofit fontScale="47500" lnSpcReduction="20000"/>
          </a:bodyPr>
          <a:lstStyle/>
          <a:p>
            <a:pPr>
              <a:lnSpc>
                <a:spcPct val="120000"/>
              </a:lnSpc>
            </a:pPr>
            <a:r>
              <a:rPr lang="zh-CN" altLang="en-US" dirty="0"/>
              <a:t>只要对</a:t>
            </a:r>
            <a:r>
              <a:rPr lang="en-US" altLang="zh-CN" dirty="0"/>
              <a:t>Floyd</a:t>
            </a:r>
            <a:r>
              <a:rPr lang="zh-CN" altLang="en-US" dirty="0"/>
              <a:t>作些修改就能求出邻接矩阵</a:t>
            </a:r>
            <a:r>
              <a:rPr lang="en-US" altLang="zh-CN" dirty="0"/>
              <a:t>A</a:t>
            </a:r>
            <a:r>
              <a:rPr lang="zh-CN" altLang="en-US" dirty="0"/>
              <a:t>的传递闭包矩阵</a:t>
            </a:r>
            <a:r>
              <a:rPr lang="en-US" altLang="zh-CN" dirty="0"/>
              <a:t>A</a:t>
            </a:r>
            <a:r>
              <a:rPr lang="en-US" altLang="zh-CN" baseline="30000" dirty="0"/>
              <a:t>+</a:t>
            </a:r>
            <a:r>
              <a:rPr lang="zh-CN" altLang="en-US" dirty="0"/>
              <a:t>。</a:t>
            </a:r>
          </a:p>
          <a:p>
            <a:pPr>
              <a:lnSpc>
                <a:spcPct val="120000"/>
              </a:lnSpc>
            </a:pPr>
            <a:r>
              <a:rPr lang="en-US" altLang="zh-CN" dirty="0"/>
              <a:t>A</a:t>
            </a:r>
            <a:r>
              <a:rPr lang="zh-CN" altLang="en-US" dirty="0"/>
              <a:t>的元素定义： </a:t>
            </a:r>
          </a:p>
          <a:p>
            <a:pPr>
              <a:lnSpc>
                <a:spcPct val="120000"/>
              </a:lnSpc>
            </a:pPr>
            <a:endParaRPr lang="en-US" altLang="zh-CN" dirty="0"/>
          </a:p>
          <a:p>
            <a:pPr>
              <a:lnSpc>
                <a:spcPct val="120000"/>
              </a:lnSpc>
            </a:pPr>
            <a:endParaRPr lang="en-US" altLang="zh-CN" dirty="0"/>
          </a:p>
          <a:p>
            <a:pPr>
              <a:lnSpc>
                <a:spcPct val="120000"/>
              </a:lnSpc>
            </a:pPr>
            <a:r>
              <a:rPr lang="zh-CN" altLang="en-US" dirty="0"/>
              <a:t>在函数</a:t>
            </a:r>
            <a:r>
              <a:rPr lang="en-US" altLang="zh-CN" dirty="0"/>
              <a:t>Floyd</a:t>
            </a:r>
            <a:r>
              <a:rPr lang="zh-CN" altLang="en-US" dirty="0"/>
              <a:t>中，除了删去使用数组</a:t>
            </a:r>
            <a:r>
              <a:rPr lang="en-US" altLang="zh-CN" dirty="0"/>
              <a:t>Path</a:t>
            </a:r>
            <a:r>
              <a:rPr lang="zh-CN" altLang="en-US" dirty="0"/>
              <a:t>的语句之外，还需把下面的语句：</a:t>
            </a:r>
          </a:p>
          <a:p>
            <a:pPr marL="0" indent="0">
              <a:lnSpc>
                <a:spcPct val="120000"/>
              </a:lnSpc>
              <a:buNone/>
            </a:pPr>
            <a:r>
              <a:rPr lang="zh-CN" altLang="en-US" dirty="0"/>
              <a:t>	    </a:t>
            </a:r>
            <a:r>
              <a:rPr lang="en-US" altLang="zh-CN" dirty="0"/>
              <a:t>if (A[</a:t>
            </a:r>
            <a:r>
              <a:rPr lang="en-US" altLang="zh-CN" dirty="0" err="1"/>
              <a:t>i</a:t>
            </a:r>
            <a:r>
              <a:rPr lang="en-US" altLang="zh-CN" dirty="0"/>
              <a:t>][k]+A[k][j]&lt;A[</a:t>
            </a:r>
            <a:r>
              <a:rPr lang="en-US" altLang="zh-CN" dirty="0" err="1"/>
              <a:t>i</a:t>
            </a:r>
            <a:r>
              <a:rPr lang="en-US" altLang="zh-CN" dirty="0"/>
              <a:t>][j])</a:t>
            </a:r>
          </a:p>
          <a:p>
            <a:pPr marL="0" indent="0">
              <a:lnSpc>
                <a:spcPct val="120000"/>
              </a:lnSpc>
              <a:buNone/>
            </a:pPr>
            <a:r>
              <a:rPr lang="en-US" altLang="zh-CN" dirty="0"/>
              <a:t>	         A[</a:t>
            </a:r>
            <a:r>
              <a:rPr lang="en-US" altLang="zh-CN" dirty="0" err="1"/>
              <a:t>i</a:t>
            </a:r>
            <a:r>
              <a:rPr lang="en-US" altLang="zh-CN" dirty="0"/>
              <a:t>][j]=A[</a:t>
            </a:r>
            <a:r>
              <a:rPr lang="en-US" altLang="zh-CN" dirty="0" err="1"/>
              <a:t>i</a:t>
            </a:r>
            <a:r>
              <a:rPr lang="en-US" altLang="zh-CN" dirty="0"/>
              <a:t>][k]+A[k][j];</a:t>
            </a:r>
          </a:p>
          <a:p>
            <a:pPr>
              <a:lnSpc>
                <a:spcPct val="120000"/>
              </a:lnSpc>
            </a:pPr>
            <a:r>
              <a:rPr lang="zh-CN" altLang="en-US" dirty="0"/>
              <a:t>改为：</a:t>
            </a:r>
          </a:p>
          <a:p>
            <a:pPr marL="0" indent="0">
              <a:lnSpc>
                <a:spcPct val="120000"/>
              </a:lnSpc>
              <a:buNone/>
            </a:pPr>
            <a:r>
              <a:rPr lang="zh-CN" altLang="en-US" dirty="0"/>
              <a:t>	    </a:t>
            </a:r>
            <a:r>
              <a:rPr lang="en-US" altLang="zh-CN" dirty="0"/>
              <a:t>if (A[</a:t>
            </a:r>
            <a:r>
              <a:rPr lang="en-US" altLang="zh-CN" dirty="0" err="1"/>
              <a:t>i</a:t>
            </a:r>
            <a:r>
              <a:rPr lang="en-US" altLang="zh-CN" dirty="0"/>
              <a:t>][j]==0)</a:t>
            </a:r>
          </a:p>
          <a:p>
            <a:pPr marL="0" indent="0">
              <a:lnSpc>
                <a:spcPct val="120000"/>
              </a:lnSpc>
              <a:buNone/>
            </a:pPr>
            <a:r>
              <a:rPr lang="en-US" altLang="zh-CN" dirty="0"/>
              <a:t>      	        if (A[</a:t>
            </a:r>
            <a:r>
              <a:rPr lang="en-US" altLang="zh-CN" dirty="0" err="1"/>
              <a:t>i</a:t>
            </a:r>
            <a:r>
              <a:rPr lang="en-US" altLang="zh-CN" dirty="0"/>
              <a:t>][k]+A[k][j]==2)  A[</a:t>
            </a:r>
            <a:r>
              <a:rPr lang="en-US" altLang="zh-CN" dirty="0" err="1"/>
              <a:t>i</a:t>
            </a:r>
            <a:r>
              <a:rPr lang="en-US" altLang="zh-CN" dirty="0"/>
              <a:t>][j]=1;</a:t>
            </a:r>
          </a:p>
          <a:p>
            <a:pPr>
              <a:lnSpc>
                <a:spcPct val="120000"/>
              </a:lnSpc>
            </a:pPr>
            <a:r>
              <a:rPr lang="zh-CN" altLang="en-US" dirty="0"/>
              <a:t>由</a:t>
            </a:r>
            <a:r>
              <a:rPr lang="en-US" altLang="zh-CN" dirty="0"/>
              <a:t>A</a:t>
            </a:r>
            <a:r>
              <a:rPr lang="en-US" altLang="zh-CN" baseline="30000" dirty="0"/>
              <a:t>+</a:t>
            </a:r>
            <a:r>
              <a:rPr lang="zh-CN" altLang="en-US" dirty="0"/>
              <a:t>容易得到</a:t>
            </a:r>
            <a:r>
              <a:rPr lang="en-US" altLang="zh-CN" dirty="0"/>
              <a:t>A</a:t>
            </a:r>
            <a:r>
              <a:rPr lang="en-US" altLang="zh-CN" baseline="30000" dirty="0"/>
              <a:t>*</a:t>
            </a:r>
            <a:r>
              <a:rPr lang="zh-CN" altLang="en-US" dirty="0"/>
              <a:t>，只要在</a:t>
            </a:r>
            <a:r>
              <a:rPr lang="en-US" altLang="zh-CN" dirty="0"/>
              <a:t>A</a:t>
            </a:r>
            <a:r>
              <a:rPr lang="en-US" altLang="zh-CN" baseline="30000" dirty="0"/>
              <a:t>+</a:t>
            </a:r>
            <a:r>
              <a:rPr lang="zh-CN" altLang="en-US" dirty="0"/>
              <a:t>的对角线上都置成</a:t>
            </a:r>
            <a:r>
              <a:rPr lang="en-US" altLang="zh-CN" dirty="0"/>
              <a:t>1</a:t>
            </a:r>
            <a:r>
              <a:rPr lang="zh-CN" altLang="en-US" dirty="0"/>
              <a:t>，即得到</a:t>
            </a:r>
            <a:r>
              <a:rPr lang="en-US" altLang="zh-CN" dirty="0"/>
              <a:t>A</a:t>
            </a:r>
            <a:r>
              <a:rPr lang="en-US" altLang="zh-CN" baseline="30000" dirty="0"/>
              <a:t>*</a:t>
            </a:r>
          </a:p>
        </p:txBody>
      </p:sp>
      <p:sp>
        <p:nvSpPr>
          <p:cNvPr id="2" name="灯片编号占位符 1"/>
          <p:cNvSpPr>
            <a:spLocks noGrp="1"/>
          </p:cNvSpPr>
          <p:nvPr>
            <p:ph type="sldNum" sz="quarter" idx="12"/>
          </p:nvPr>
        </p:nvSpPr>
        <p:spPr/>
        <p:txBody>
          <a:bodyPr/>
          <a:lstStyle/>
          <a:p>
            <a:fld id="{86F69F03-7E5B-48C0-A38A-F337664282DB}" type="slidenum">
              <a:rPr lang="en-US" altLang="zh-CN" smtClean="0"/>
              <a:pPr/>
              <a:t>91</a:t>
            </a:fld>
            <a:endParaRPr lang="en-US" altLang="zh-CN"/>
          </a:p>
        </p:txBody>
      </p:sp>
      <p:sp>
        <p:nvSpPr>
          <p:cNvPr id="9994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999425" name="Object 1"/>
          <p:cNvGraphicFramePr>
            <a:graphicFrameLocks noChangeAspect="1"/>
          </p:cNvGraphicFramePr>
          <p:nvPr>
            <p:extLst>
              <p:ext uri="{D42A27DB-BD31-4B8C-83A1-F6EECF244321}">
                <p14:modId xmlns:p14="http://schemas.microsoft.com/office/powerpoint/2010/main" val="1885709677"/>
              </p:ext>
            </p:extLst>
          </p:nvPr>
        </p:nvGraphicFramePr>
        <p:xfrm>
          <a:off x="2168373" y="2055068"/>
          <a:ext cx="4314423" cy="916535"/>
        </p:xfrm>
        <a:graphic>
          <a:graphicData uri="http://schemas.openxmlformats.org/presentationml/2006/ole">
            <mc:AlternateContent xmlns:mc="http://schemas.openxmlformats.org/markup-compatibility/2006">
              <mc:Choice xmlns:v="urn:schemas-microsoft-com:vml" Requires="v">
                <p:oleObj name="公式" r:id="rId2" imgW="1841500" imgH="393700" progId="Equation.3">
                  <p:embed/>
                </p:oleObj>
              </mc:Choice>
              <mc:Fallback>
                <p:oleObj name="公式" r:id="rId2" imgW="1841500" imgH="393700" progId="Equation.3">
                  <p:embed/>
                  <p:pic>
                    <p:nvPicPr>
                      <p:cNvPr id="999425"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8373" y="2055068"/>
                        <a:ext cx="4314423" cy="9165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134571228"/>
      </p:ext>
    </p:extLst>
  </p:cSld>
  <p:clrMapOvr>
    <a:masterClrMapping/>
  </p:clrMapOvr>
  <p:transition>
    <p:split/>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0A442B3-9551-4F3A-9C3B-A4ABB2A5FBAB}"/>
              </a:ext>
            </a:extLst>
          </p:cNvPr>
          <p:cNvSpPr>
            <a:spLocks noGrp="1"/>
          </p:cNvSpPr>
          <p:nvPr>
            <p:ph type="title"/>
          </p:nvPr>
        </p:nvSpPr>
        <p:spPr/>
        <p:txBody>
          <a:bodyPr/>
          <a:lstStyle/>
          <a:p>
            <a:r>
              <a:rPr lang="zh-CN" altLang="en-US" dirty="0"/>
              <a:t>算法实现</a:t>
            </a:r>
          </a:p>
        </p:txBody>
      </p:sp>
      <p:sp>
        <p:nvSpPr>
          <p:cNvPr id="5" name="内容占位符 4">
            <a:extLst>
              <a:ext uri="{FF2B5EF4-FFF2-40B4-BE49-F238E27FC236}">
                <a16:creationId xmlns:a16="http://schemas.microsoft.com/office/drawing/2014/main" id="{575FB735-FF58-409E-B4CB-D019C6D60499}"/>
              </a:ext>
            </a:extLst>
          </p:cNvPr>
          <p:cNvSpPr>
            <a:spLocks noGrp="1"/>
          </p:cNvSpPr>
          <p:nvPr>
            <p:ph idx="1"/>
          </p:nvPr>
        </p:nvSpPr>
        <p:spPr/>
        <p:txBody>
          <a:bodyPr>
            <a:normAutofit fontScale="55000" lnSpcReduction="20000"/>
          </a:bodyPr>
          <a:lstStyle/>
          <a:p>
            <a:pPr marL="0" indent="0">
              <a:buNone/>
            </a:pPr>
            <a:r>
              <a:rPr lang="pt-BR" altLang="zh-CN" dirty="0"/>
              <a:t>void Graph::A_A+(int n)  {  //A--&gt;A+</a:t>
            </a:r>
          </a:p>
          <a:p>
            <a:pPr marL="0" indent="0">
              <a:buNone/>
            </a:pPr>
            <a:r>
              <a:rPr lang="pt-BR" altLang="zh-CN" dirty="0"/>
              <a:t>      int i, j, k;</a:t>
            </a:r>
          </a:p>
          <a:p>
            <a:pPr marL="0" indent="0">
              <a:buNone/>
            </a:pPr>
            <a:r>
              <a:rPr lang="pt-BR" altLang="zh-CN" dirty="0"/>
              <a:t>      for (k=1; k&lt;=n; k++)</a:t>
            </a:r>
          </a:p>
          <a:p>
            <a:pPr marL="0" indent="0">
              <a:buNone/>
            </a:pPr>
            <a:r>
              <a:rPr lang="pt-BR" altLang="zh-CN" dirty="0"/>
              <a:t>           for(i=1; i&lt;=n; i++)</a:t>
            </a:r>
          </a:p>
          <a:p>
            <a:pPr marL="0" indent="0">
              <a:buNone/>
            </a:pPr>
            <a:r>
              <a:rPr lang="pt-BR" altLang="zh-CN" dirty="0"/>
              <a:t>                for (j=1; j&lt;=n; j++)</a:t>
            </a:r>
          </a:p>
          <a:p>
            <a:pPr marL="0" indent="0">
              <a:buNone/>
            </a:pPr>
            <a:r>
              <a:rPr lang="pt-BR" altLang="zh-CN" dirty="0"/>
              <a:t>	           if (A[i][j]==0)</a:t>
            </a:r>
          </a:p>
          <a:p>
            <a:pPr marL="0" indent="0">
              <a:buNone/>
            </a:pPr>
            <a:r>
              <a:rPr lang="pt-BR" altLang="zh-CN" dirty="0"/>
              <a:t>                         if (A[i][k]+A[k][j]==2)    A[i][j]=1;</a:t>
            </a:r>
          </a:p>
          <a:p>
            <a:pPr marL="0" indent="0">
              <a:buNone/>
            </a:pPr>
            <a:r>
              <a:rPr lang="pt-BR" altLang="zh-CN" dirty="0"/>
              <a:t>}</a:t>
            </a:r>
          </a:p>
          <a:p>
            <a:pPr marL="0" indent="0">
              <a:buNone/>
            </a:pPr>
            <a:r>
              <a:rPr lang="pt-BR" altLang="zh-CN" dirty="0"/>
              <a:t>void Graph::A+_A*(int n)  {  //A+--&gt;A*</a:t>
            </a:r>
          </a:p>
          <a:p>
            <a:pPr marL="0" indent="0">
              <a:buNone/>
            </a:pPr>
            <a:r>
              <a:rPr lang="pt-BR" altLang="zh-CN" dirty="0"/>
              <a:t>       int i, j;</a:t>
            </a:r>
          </a:p>
          <a:p>
            <a:pPr marL="0" indent="0">
              <a:buNone/>
            </a:pPr>
            <a:r>
              <a:rPr lang="pt-BR" altLang="zh-CN" dirty="0"/>
              <a:t>       for (i=1; i&lt;=n; i++)</a:t>
            </a:r>
          </a:p>
          <a:p>
            <a:pPr marL="0" indent="0">
              <a:buNone/>
            </a:pPr>
            <a:r>
              <a:rPr lang="pt-BR" altLang="zh-CN" dirty="0"/>
              <a:t>	     if (A[i][i]==0)   A[i][i]=1;</a:t>
            </a:r>
          </a:p>
          <a:p>
            <a:pPr marL="0" indent="0">
              <a:buNone/>
            </a:pPr>
            <a:r>
              <a:rPr lang="pt-BR" altLang="zh-CN" dirty="0"/>
              <a:t>}</a:t>
            </a:r>
          </a:p>
          <a:p>
            <a:endParaRPr lang="zh-CN" altLang="en-US" dirty="0"/>
          </a:p>
        </p:txBody>
      </p:sp>
      <p:sp>
        <p:nvSpPr>
          <p:cNvPr id="2" name="灯片编号占位符 1">
            <a:extLst>
              <a:ext uri="{FF2B5EF4-FFF2-40B4-BE49-F238E27FC236}">
                <a16:creationId xmlns:a16="http://schemas.microsoft.com/office/drawing/2014/main" id="{097B8E45-7CDF-49CA-AAB0-E8E1443C10CC}"/>
              </a:ext>
            </a:extLst>
          </p:cNvPr>
          <p:cNvSpPr>
            <a:spLocks noGrp="1"/>
          </p:cNvSpPr>
          <p:nvPr>
            <p:ph type="sldNum" sz="quarter" idx="12"/>
          </p:nvPr>
        </p:nvSpPr>
        <p:spPr/>
        <p:txBody>
          <a:bodyPr/>
          <a:lstStyle/>
          <a:p>
            <a:fld id="{86F69F03-7E5B-48C0-A38A-F337664282DB}" type="slidenum">
              <a:rPr lang="en-US" altLang="zh-CN" smtClean="0"/>
              <a:pPr/>
              <a:t>92</a:t>
            </a:fld>
            <a:endParaRPr lang="en-US" altLang="zh-CN"/>
          </a:p>
        </p:txBody>
      </p:sp>
    </p:spTree>
    <p:extLst>
      <p:ext uri="{BB962C8B-B14F-4D97-AF65-F5344CB8AC3E}">
        <p14:creationId xmlns:p14="http://schemas.microsoft.com/office/powerpoint/2010/main" val="2016682621"/>
      </p:ext>
    </p:extLst>
  </p:cSld>
  <p:clrMapOvr>
    <a:masterClrMapping/>
  </p:clrMapOvr>
  <p:transition>
    <p:split/>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03863B18-D866-42C3-B481-FF575F74B847}"/>
              </a:ext>
            </a:extLst>
          </p:cNvPr>
          <p:cNvSpPr>
            <a:spLocks noGrp="1"/>
          </p:cNvSpPr>
          <p:nvPr>
            <p:ph type="title"/>
          </p:nvPr>
        </p:nvSpPr>
        <p:spPr/>
        <p:txBody>
          <a:bodyPr>
            <a:normAutofit/>
          </a:bodyPr>
          <a:lstStyle/>
          <a:p>
            <a:r>
              <a:rPr lang="zh-CN" altLang="en-US" dirty="0"/>
              <a:t>第</a:t>
            </a:r>
            <a:r>
              <a:rPr lang="en-US" altLang="zh-CN" dirty="0"/>
              <a:t>8</a:t>
            </a:r>
            <a:r>
              <a:rPr lang="zh-CN" altLang="en-US" dirty="0"/>
              <a:t>章作业</a:t>
            </a:r>
            <a:r>
              <a:rPr lang="en-US" altLang="zh-CN" dirty="0"/>
              <a:t>2</a:t>
            </a:r>
            <a:endParaRPr lang="zh-CN" altLang="en-US" dirty="0"/>
          </a:p>
        </p:txBody>
      </p:sp>
      <p:sp>
        <p:nvSpPr>
          <p:cNvPr id="4" name="内容占位符 3">
            <a:extLst>
              <a:ext uri="{FF2B5EF4-FFF2-40B4-BE49-F238E27FC236}">
                <a16:creationId xmlns:a16="http://schemas.microsoft.com/office/drawing/2014/main" id="{A8E7A69C-E907-4124-963F-6C799F4A3B09}"/>
              </a:ext>
            </a:extLst>
          </p:cNvPr>
          <p:cNvSpPr>
            <a:spLocks noGrp="1"/>
          </p:cNvSpPr>
          <p:nvPr>
            <p:ph idx="1"/>
          </p:nvPr>
        </p:nvSpPr>
        <p:spPr>
          <a:xfrm>
            <a:off x="650928" y="1600200"/>
            <a:ext cx="8035871" cy="3204275"/>
          </a:xfrm>
        </p:spPr>
        <p:txBody>
          <a:bodyPr>
            <a:normAutofit fontScale="55000" lnSpcReduction="20000"/>
          </a:bodyPr>
          <a:lstStyle/>
          <a:p>
            <a:pPr>
              <a:lnSpc>
                <a:spcPct val="120000"/>
              </a:lnSpc>
            </a:pPr>
            <a:r>
              <a:rPr lang="en-US" altLang="zh-CN" dirty="0"/>
              <a:t>1. </a:t>
            </a:r>
            <a:r>
              <a:rPr lang="zh-CN" altLang="en-US" dirty="0"/>
              <a:t>给定</a:t>
            </a:r>
            <a:r>
              <a:rPr lang="en-US" altLang="zh-CN" dirty="0"/>
              <a:t>n</a:t>
            </a:r>
            <a:r>
              <a:rPr lang="zh-CN" altLang="en-US" dirty="0"/>
              <a:t>个小区之间的交通图，如果小区</a:t>
            </a:r>
            <a:r>
              <a:rPr lang="en-US" altLang="zh-CN" dirty="0" err="1"/>
              <a:t>i</a:t>
            </a:r>
            <a:r>
              <a:rPr lang="zh-CN" altLang="en-US" dirty="0"/>
              <a:t>和小区</a:t>
            </a:r>
            <a:r>
              <a:rPr lang="en-US" altLang="zh-CN" dirty="0"/>
              <a:t>j</a:t>
            </a:r>
            <a:r>
              <a:rPr lang="zh-CN" altLang="en-US" dirty="0"/>
              <a:t>之间有通路，就用一条边连接顶点</a:t>
            </a:r>
            <a:r>
              <a:rPr lang="en-US" altLang="zh-CN" dirty="0" err="1"/>
              <a:t>i</a:t>
            </a:r>
            <a:r>
              <a:rPr lang="zh-CN" altLang="en-US" dirty="0"/>
              <a:t>和</a:t>
            </a:r>
            <a:r>
              <a:rPr lang="en-US" altLang="zh-CN" dirty="0"/>
              <a:t>j</a:t>
            </a:r>
            <a:r>
              <a:rPr lang="zh-CN" altLang="en-US" dirty="0"/>
              <a:t>，边上的权重表示道路的长度。请设计算法能够根据这些数据在这</a:t>
            </a:r>
            <a:r>
              <a:rPr lang="en-US" altLang="zh-CN" dirty="0"/>
              <a:t>n</a:t>
            </a:r>
            <a:r>
              <a:rPr lang="zh-CN" altLang="en-US" dirty="0"/>
              <a:t>个小区中选定一个小区建一个超市，使得超市到距离最远的小区的路程比在其它小区建超市都小。请设计数据结构和算法完成选址过程。</a:t>
            </a:r>
            <a:r>
              <a:rPr lang="zh-CN" altLang="en-US" sz="3600" dirty="0"/>
              <a:t>要求用</a:t>
            </a:r>
            <a:r>
              <a:rPr lang="en-US" altLang="zh-CN" sz="3600" dirty="0"/>
              <a:t>c</a:t>
            </a:r>
            <a:r>
              <a:rPr lang="zh-CN" altLang="en-US" sz="3600" dirty="0"/>
              <a:t>或者</a:t>
            </a:r>
            <a:r>
              <a:rPr lang="en-US" altLang="zh-CN" sz="3600" dirty="0"/>
              <a:t>C++</a:t>
            </a:r>
            <a:r>
              <a:rPr lang="zh-CN" altLang="en-US" sz="3600" dirty="0"/>
              <a:t>写出可执行的程序，源代码中应包括</a:t>
            </a:r>
            <a:r>
              <a:rPr lang="en-US" altLang="zh-CN" sz="3600" dirty="0"/>
              <a:t>main</a:t>
            </a:r>
            <a:r>
              <a:rPr lang="zh-CN" altLang="en-US" sz="3600" dirty="0"/>
              <a:t>函数，提交源代码和生成的</a:t>
            </a:r>
            <a:r>
              <a:rPr lang="en-US" altLang="zh-CN" sz="3600" dirty="0"/>
              <a:t>exe</a:t>
            </a:r>
            <a:r>
              <a:rPr lang="zh-CN" altLang="en-US" sz="3600" dirty="0"/>
              <a:t>文件。</a:t>
            </a:r>
            <a:endParaRPr lang="zh-CN" altLang="en-US" dirty="0"/>
          </a:p>
          <a:p>
            <a:pPr>
              <a:lnSpc>
                <a:spcPct val="120000"/>
              </a:lnSpc>
            </a:pPr>
            <a:r>
              <a:rPr lang="en-US" altLang="zh-CN" dirty="0"/>
              <a:t>2. </a:t>
            </a:r>
            <a:r>
              <a:rPr lang="zh-CN" altLang="en-US" dirty="0"/>
              <a:t>以下图为例，按</a:t>
            </a:r>
            <a:r>
              <a:rPr lang="en-US" altLang="zh-CN" dirty="0"/>
              <a:t>Dijkstra</a:t>
            </a:r>
            <a:r>
              <a:rPr lang="zh-CN" altLang="en-US" dirty="0"/>
              <a:t>算法计算得到的从顶点</a:t>
            </a:r>
            <a:r>
              <a:rPr lang="en-US" altLang="zh-CN" dirty="0"/>
              <a:t>A</a:t>
            </a:r>
            <a:r>
              <a:rPr lang="zh-CN" altLang="en-US" dirty="0"/>
              <a:t>到其它各个顶点的最短路径和最短路径长度。请用类似于本</a:t>
            </a:r>
            <a:r>
              <a:rPr lang="en-US" altLang="zh-CN" dirty="0"/>
              <a:t>PPT</a:t>
            </a:r>
            <a:r>
              <a:rPr lang="zh-CN" altLang="en-US" dirty="0"/>
              <a:t>中的“示意表：</a:t>
            </a:r>
            <a:r>
              <a:rPr lang="en-US" altLang="zh-CN" dirty="0"/>
              <a:t>Dijkstra</a:t>
            </a:r>
            <a:r>
              <a:rPr lang="zh-CN" altLang="en-US" dirty="0"/>
              <a:t>逐步求解的过程”表示你的计算过程</a:t>
            </a:r>
          </a:p>
        </p:txBody>
      </p:sp>
      <p:sp>
        <p:nvSpPr>
          <p:cNvPr id="2" name="灯片编号占位符 1">
            <a:extLst>
              <a:ext uri="{FF2B5EF4-FFF2-40B4-BE49-F238E27FC236}">
                <a16:creationId xmlns:a16="http://schemas.microsoft.com/office/drawing/2014/main" id="{8B7A2801-92D4-4DCE-A5BB-702233BA221E}"/>
              </a:ext>
            </a:extLst>
          </p:cNvPr>
          <p:cNvSpPr>
            <a:spLocks noGrp="1"/>
          </p:cNvSpPr>
          <p:nvPr>
            <p:ph type="sldNum" sz="quarter" idx="12"/>
          </p:nvPr>
        </p:nvSpPr>
        <p:spPr/>
        <p:txBody>
          <a:bodyPr/>
          <a:lstStyle/>
          <a:p>
            <a:fld id="{EB19EAB4-AE1B-4E29-9BB5-042721FF4900}" type="slidenum">
              <a:rPr lang="en-US" altLang="zh-CN" smtClean="0"/>
              <a:pPr/>
              <a:t>93</a:t>
            </a:fld>
            <a:endParaRPr lang="en-US" altLang="zh-CN"/>
          </a:p>
        </p:txBody>
      </p:sp>
      <p:pic>
        <p:nvPicPr>
          <p:cNvPr id="1433601" name="Picture 1"/>
          <p:cNvPicPr>
            <a:picLocks noChangeAspect="1" noChangeArrowheads="1"/>
          </p:cNvPicPr>
          <p:nvPr/>
        </p:nvPicPr>
        <p:blipFill>
          <a:blip r:embed="rId3"/>
          <a:srcRect/>
          <a:stretch>
            <a:fillRect/>
          </a:stretch>
        </p:blipFill>
        <p:spPr bwMode="auto">
          <a:xfrm>
            <a:off x="3571028" y="4651437"/>
            <a:ext cx="2001944" cy="2070037"/>
          </a:xfrm>
          <a:prstGeom prst="rect">
            <a:avLst/>
          </a:prstGeom>
          <a:noFill/>
          <a:ln w="9525">
            <a:noFill/>
            <a:miter lim="800000"/>
            <a:headEnd/>
            <a:tailEnd/>
          </a:ln>
          <a:effectLst/>
        </p:spPr>
      </p:pic>
    </p:spTree>
    <p:extLst>
      <p:ext uri="{BB962C8B-B14F-4D97-AF65-F5344CB8AC3E}">
        <p14:creationId xmlns:p14="http://schemas.microsoft.com/office/powerpoint/2010/main" val="3567243164"/>
      </p:ext>
    </p:extLst>
  </p:cSld>
  <p:clrMapOvr>
    <a:masterClrMapping/>
  </p:clrMapOvr>
  <p:transition>
    <p:split/>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a:extLst>
              <a:ext uri="{FF2B5EF4-FFF2-40B4-BE49-F238E27FC236}">
                <a16:creationId xmlns:a16="http://schemas.microsoft.com/office/drawing/2014/main" id="{389447E9-5BA2-08B7-9A88-374C7A83622A}"/>
              </a:ext>
            </a:extLst>
          </p:cNvPr>
          <p:cNvSpPr>
            <a:spLocks noGrp="1" noChangeArrowheads="1"/>
          </p:cNvSpPr>
          <p:nvPr>
            <p:ph type="title"/>
          </p:nvPr>
        </p:nvSpPr>
        <p:spPr>
          <a:xfrm>
            <a:off x="628650" y="365125"/>
            <a:ext cx="7886700" cy="1325563"/>
          </a:xfrm>
        </p:spPr>
        <p:txBody>
          <a:bodyPr/>
          <a:lstStyle/>
          <a:p>
            <a:r>
              <a:rPr lang="en-US" altLang="zh-CN" dirty="0"/>
              <a:t>8.6 </a:t>
            </a:r>
            <a:r>
              <a:rPr lang="zh-CN" altLang="en-US" dirty="0"/>
              <a:t>用顶点表示活动的网络 </a:t>
            </a:r>
            <a:r>
              <a:rPr lang="en-US" altLang="zh-CN" dirty="0"/>
              <a:t>(AOV</a:t>
            </a:r>
            <a:r>
              <a:rPr lang="zh-CN" altLang="en-US" dirty="0"/>
              <a:t>网络</a:t>
            </a:r>
            <a:r>
              <a:rPr lang="en-US" altLang="zh-CN" dirty="0"/>
              <a:t>)</a:t>
            </a:r>
          </a:p>
        </p:txBody>
      </p:sp>
      <p:sp>
        <p:nvSpPr>
          <p:cNvPr id="222211" name="Rectangle 3">
            <a:extLst>
              <a:ext uri="{FF2B5EF4-FFF2-40B4-BE49-F238E27FC236}">
                <a16:creationId xmlns:a16="http://schemas.microsoft.com/office/drawing/2014/main" id="{27E2A099-1549-0F29-6842-A4EA487EB096}"/>
              </a:ext>
            </a:extLst>
          </p:cNvPr>
          <p:cNvSpPr>
            <a:spLocks noGrp="1" noChangeArrowheads="1"/>
          </p:cNvSpPr>
          <p:nvPr>
            <p:ph idx="1"/>
          </p:nvPr>
        </p:nvSpPr>
        <p:spPr>
          <a:xfrm>
            <a:off x="628650" y="1825625"/>
            <a:ext cx="7886700" cy="4351338"/>
          </a:xfrm>
        </p:spPr>
        <p:txBody>
          <a:bodyPr>
            <a:normAutofit fontScale="77500" lnSpcReduction="20000"/>
          </a:bodyPr>
          <a:lstStyle/>
          <a:p>
            <a:pPr>
              <a:lnSpc>
                <a:spcPct val="120000"/>
              </a:lnSpc>
            </a:pPr>
            <a:r>
              <a:rPr lang="zh-CN" altLang="en-US" dirty="0"/>
              <a:t>计划、施工过程、生产流程、程序流程等都是“工程”。除了很小的工程外，一般都把工程分为若干个叫做“活动”的任务。完成了这些活动，这个工程就可以完成了。</a:t>
            </a:r>
          </a:p>
          <a:p>
            <a:pPr>
              <a:lnSpc>
                <a:spcPct val="120000"/>
              </a:lnSpc>
            </a:pPr>
            <a:r>
              <a:rPr lang="zh-CN" altLang="en-US" dirty="0"/>
              <a:t>例如，计算机专业学生的学习就是一个工程，每一门课程的学习就是整个工程的一些活动。其中有些课程要求先修课程，有些则不要求。这样在有的课程之间有先后关系，而有的课程则可以并行地学习。</a:t>
            </a:r>
          </a:p>
        </p:txBody>
      </p:sp>
      <p:sp>
        <p:nvSpPr>
          <p:cNvPr id="2" name="灯片编号占位符 1">
            <a:extLst>
              <a:ext uri="{FF2B5EF4-FFF2-40B4-BE49-F238E27FC236}">
                <a16:creationId xmlns:a16="http://schemas.microsoft.com/office/drawing/2014/main" id="{BD922A96-A326-75CB-8E2F-63976BDE3A64}"/>
              </a:ext>
            </a:extLst>
          </p:cNvPr>
          <p:cNvSpPr>
            <a:spLocks noGrp="1"/>
          </p:cNvSpPr>
          <p:nvPr>
            <p:ph type="sldNum" sz="quarter" idx="12"/>
          </p:nvPr>
        </p:nvSpPr>
        <p:spPr>
          <a:xfrm>
            <a:off x="6457950" y="6356350"/>
            <a:ext cx="2057400" cy="365125"/>
          </a:xfrm>
        </p:spPr>
        <p:txBody>
          <a:bodyPr/>
          <a:lstStyle/>
          <a:p>
            <a:fld id="{2E0F9FB0-350A-4A87-9CD5-1F022F266B97}" type="slidenum">
              <a:rPr lang="en-US" altLang="zh-CN" smtClean="0"/>
              <a:pPr/>
              <a:t>94</a:t>
            </a:fld>
            <a:endParaRPr lang="en-US" altLang="zh-CN"/>
          </a:p>
        </p:txBody>
      </p:sp>
    </p:spTree>
  </p:cSld>
  <p:clrMapOvr>
    <a:masterClrMapping/>
  </p:clrMapOvr>
  <p:transition>
    <p:zoom/>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Text Box 2">
            <a:extLst>
              <a:ext uri="{FF2B5EF4-FFF2-40B4-BE49-F238E27FC236}">
                <a16:creationId xmlns:a16="http://schemas.microsoft.com/office/drawing/2014/main" id="{447F3E71-6242-1D47-E1A1-7C865EF52003}"/>
              </a:ext>
            </a:extLst>
          </p:cNvPr>
          <p:cNvSpPr txBox="1">
            <a:spLocks noChangeArrowheads="1"/>
          </p:cNvSpPr>
          <p:nvPr/>
        </p:nvSpPr>
        <p:spPr bwMode="auto">
          <a:xfrm>
            <a:off x="488950" y="1198563"/>
            <a:ext cx="8475538" cy="4939109"/>
          </a:xfrm>
          <a:prstGeom prst="rect">
            <a:avLst/>
          </a:prstGeom>
          <a:noFill/>
          <a:ln w="9525">
            <a:noFill/>
            <a:miter lim="800000"/>
            <a:headEnd/>
            <a:tailEnd/>
          </a:ln>
        </p:spPr>
        <p:txBody>
          <a:bodyPr wrap="square">
            <a:spAutoFit/>
          </a:bodyPr>
          <a:lstStyle/>
          <a:p>
            <a:pPr>
              <a:lnSpc>
                <a:spcPct val="110000"/>
              </a:lnSpc>
              <a:defRPr/>
            </a:pPr>
            <a:r>
              <a:rPr lang="en-US" altLang="en-US" sz="3200" b="1" dirty="0">
                <a:effectLst>
                  <a:outerShdw blurRad="38100" dist="38100" dir="2700000" algn="tl">
                    <a:srgbClr val="C0C0C0"/>
                  </a:outerShdw>
                </a:effectLst>
                <a:ea typeface="楷体_GB2312" pitchFamily="49" charset="-122"/>
              </a:rPr>
              <a:t>    </a:t>
            </a:r>
            <a:r>
              <a:rPr lang="en-US" altLang="zh-CN" sz="3200" b="1" dirty="0">
                <a:effectLst>
                  <a:outerShdw blurRad="38100" dist="38100" dir="2700000" algn="tl">
                    <a:srgbClr val="C0C0C0"/>
                  </a:outerShdw>
                </a:effectLst>
                <a:ea typeface="楷体_GB2312" pitchFamily="49" charset="-122"/>
              </a:rPr>
              <a:t>C</a:t>
            </a:r>
            <a:r>
              <a:rPr lang="en-US" altLang="zh-CN" sz="3200" b="1" baseline="-25000" dirty="0">
                <a:effectLst>
                  <a:outerShdw blurRad="38100" dist="38100" dir="2700000" algn="tl">
                    <a:srgbClr val="C0C0C0"/>
                  </a:outerShdw>
                </a:effectLst>
                <a:ea typeface="楷体_GB2312" pitchFamily="49" charset="-122"/>
              </a:rPr>
              <a:t>1</a:t>
            </a:r>
            <a:r>
              <a:rPr lang="en-US" altLang="zh-CN" sz="3200" b="1" dirty="0">
                <a:effectLst>
                  <a:outerShdw blurRad="38100" dist="38100" dir="2700000" algn="tl">
                    <a:srgbClr val="C0C0C0"/>
                  </a:outerShdw>
                </a:effectLst>
                <a:ea typeface="楷体_GB2312" pitchFamily="49" charset="-122"/>
              </a:rPr>
              <a:t>                       </a:t>
            </a:r>
            <a:r>
              <a:rPr lang="zh-CN" altLang="en-US" sz="3200" b="1" dirty="0">
                <a:effectLst>
                  <a:outerShdw blurRad="38100" dist="38100" dir="2700000" algn="tl">
                    <a:srgbClr val="C0C0C0"/>
                  </a:outerShdw>
                </a:effectLst>
                <a:ea typeface="仿宋_GB2312" pitchFamily="49" charset="-122"/>
              </a:rPr>
              <a:t>高等数学</a:t>
            </a:r>
          </a:p>
          <a:p>
            <a:pPr>
              <a:lnSpc>
                <a:spcPct val="110000"/>
              </a:lnSpc>
              <a:defRPr/>
            </a:pPr>
            <a:r>
              <a:rPr lang="zh-CN" altLang="en-US" sz="3200" b="1" dirty="0">
                <a:effectLst>
                  <a:outerShdw blurRad="38100" dist="38100" dir="2700000" algn="tl">
                    <a:srgbClr val="C0C0C0"/>
                  </a:outerShdw>
                </a:effectLst>
                <a:ea typeface="仿宋_GB2312" pitchFamily="49" charset="-122"/>
              </a:rPr>
              <a:t>    </a:t>
            </a:r>
            <a:r>
              <a:rPr lang="en-US" altLang="zh-CN" sz="3200" b="1" dirty="0">
                <a:effectLst>
                  <a:outerShdw blurRad="38100" dist="38100" dir="2700000" algn="tl">
                    <a:srgbClr val="C0C0C0"/>
                  </a:outerShdw>
                </a:effectLst>
                <a:ea typeface="仿宋_GB2312" pitchFamily="49" charset="-122"/>
              </a:rPr>
              <a:t>C</a:t>
            </a:r>
            <a:r>
              <a:rPr lang="en-US" altLang="zh-CN" sz="3200" b="1" baseline="-25000" dirty="0">
                <a:effectLst>
                  <a:outerShdw blurRad="38100" dist="38100" dir="2700000" algn="tl">
                    <a:srgbClr val="C0C0C0"/>
                  </a:outerShdw>
                </a:effectLst>
                <a:ea typeface="仿宋_GB2312" pitchFamily="49" charset="-122"/>
              </a:rPr>
              <a:t>2</a:t>
            </a:r>
            <a:r>
              <a:rPr lang="en-US" altLang="zh-CN" sz="3200" b="1" dirty="0">
                <a:effectLst>
                  <a:outerShdw blurRad="38100" dist="38100" dir="2700000" algn="tl">
                    <a:srgbClr val="C0C0C0"/>
                  </a:outerShdw>
                </a:effectLst>
                <a:ea typeface="仿宋_GB2312" pitchFamily="49" charset="-122"/>
              </a:rPr>
              <a:t>                   </a:t>
            </a:r>
            <a:r>
              <a:rPr lang="zh-CN" altLang="en-US" sz="3200" b="1" dirty="0">
                <a:effectLst>
                  <a:outerShdw blurRad="38100" dist="38100" dir="2700000" algn="tl">
                    <a:srgbClr val="C0C0C0"/>
                  </a:outerShdw>
                </a:effectLst>
                <a:ea typeface="仿宋_GB2312" pitchFamily="49" charset="-122"/>
              </a:rPr>
              <a:t>程序设计基础</a:t>
            </a:r>
          </a:p>
          <a:p>
            <a:pPr>
              <a:lnSpc>
                <a:spcPct val="110000"/>
              </a:lnSpc>
              <a:defRPr/>
            </a:pPr>
            <a:r>
              <a:rPr lang="zh-CN" altLang="en-US" sz="3200" b="1" dirty="0">
                <a:effectLst>
                  <a:outerShdw blurRad="38100" dist="38100" dir="2700000" algn="tl">
                    <a:srgbClr val="C0C0C0"/>
                  </a:outerShdw>
                </a:effectLst>
                <a:ea typeface="仿宋_GB2312" pitchFamily="49" charset="-122"/>
              </a:rPr>
              <a:t>    </a:t>
            </a:r>
            <a:r>
              <a:rPr lang="en-US" altLang="zh-CN" sz="3200" b="1" dirty="0">
                <a:effectLst>
                  <a:outerShdw blurRad="38100" dist="38100" dir="2700000" algn="tl">
                    <a:srgbClr val="C0C0C0"/>
                  </a:outerShdw>
                </a:effectLst>
                <a:ea typeface="仿宋_GB2312" pitchFamily="49" charset="-122"/>
              </a:rPr>
              <a:t>C</a:t>
            </a:r>
            <a:r>
              <a:rPr lang="en-US" altLang="zh-CN" sz="3200" b="1" baseline="-25000" dirty="0">
                <a:effectLst>
                  <a:outerShdw blurRad="38100" dist="38100" dir="2700000" algn="tl">
                    <a:srgbClr val="C0C0C0"/>
                  </a:outerShdw>
                </a:effectLst>
                <a:ea typeface="仿宋_GB2312" pitchFamily="49" charset="-122"/>
              </a:rPr>
              <a:t>3</a:t>
            </a:r>
            <a:r>
              <a:rPr lang="en-US" altLang="zh-CN" sz="3200" b="1" dirty="0">
                <a:effectLst>
                  <a:outerShdw blurRad="38100" dist="38100" dir="2700000" algn="tl">
                    <a:srgbClr val="C0C0C0"/>
                  </a:outerShdw>
                </a:effectLst>
                <a:ea typeface="仿宋_GB2312" pitchFamily="49" charset="-122"/>
              </a:rPr>
              <a:t>                       </a:t>
            </a:r>
            <a:r>
              <a:rPr lang="zh-CN" altLang="en-US" sz="3200" b="1" dirty="0">
                <a:effectLst>
                  <a:outerShdw blurRad="38100" dist="38100" dir="2700000" algn="tl">
                    <a:srgbClr val="C0C0C0"/>
                  </a:outerShdw>
                </a:effectLst>
                <a:ea typeface="仿宋_GB2312" pitchFamily="49" charset="-122"/>
              </a:rPr>
              <a:t>离散数学                </a:t>
            </a:r>
            <a:r>
              <a:rPr lang="en-US" altLang="zh-CN" sz="3200" b="1" dirty="0">
                <a:effectLst>
                  <a:outerShdw blurRad="38100" dist="38100" dir="2700000" algn="tl">
                    <a:srgbClr val="C0C0C0"/>
                  </a:outerShdw>
                </a:effectLst>
                <a:ea typeface="仿宋_GB2312" pitchFamily="49" charset="-122"/>
              </a:rPr>
              <a:t>C</a:t>
            </a:r>
            <a:r>
              <a:rPr lang="en-US" altLang="zh-CN" sz="3200" b="1" baseline="-25000" dirty="0">
                <a:effectLst>
                  <a:outerShdw blurRad="38100" dist="38100" dir="2700000" algn="tl">
                    <a:srgbClr val="C0C0C0"/>
                  </a:outerShdw>
                </a:effectLst>
                <a:ea typeface="仿宋_GB2312" pitchFamily="49" charset="-122"/>
              </a:rPr>
              <a:t>1</a:t>
            </a:r>
            <a:r>
              <a:rPr lang="en-US" altLang="zh-CN" sz="3200" b="1" dirty="0">
                <a:effectLst>
                  <a:outerShdw blurRad="38100" dist="38100" dir="2700000" algn="tl">
                    <a:srgbClr val="C0C0C0"/>
                  </a:outerShdw>
                </a:effectLst>
                <a:ea typeface="仿宋_GB2312" pitchFamily="49" charset="-122"/>
              </a:rPr>
              <a:t>,  C</a:t>
            </a:r>
            <a:r>
              <a:rPr lang="en-US" altLang="zh-CN" sz="3200" b="1" baseline="-25000" dirty="0">
                <a:effectLst>
                  <a:outerShdw blurRad="38100" dist="38100" dir="2700000" algn="tl">
                    <a:srgbClr val="C0C0C0"/>
                  </a:outerShdw>
                </a:effectLst>
                <a:ea typeface="仿宋_GB2312" pitchFamily="49" charset="-122"/>
              </a:rPr>
              <a:t>2</a:t>
            </a:r>
            <a:r>
              <a:rPr lang="en-US" altLang="zh-CN" sz="3200" b="1" dirty="0">
                <a:effectLst>
                  <a:outerShdw blurRad="38100" dist="38100" dir="2700000" algn="tl">
                    <a:srgbClr val="C0C0C0"/>
                  </a:outerShdw>
                </a:effectLst>
                <a:ea typeface="仿宋_GB2312" pitchFamily="49" charset="-122"/>
              </a:rPr>
              <a:t>  </a:t>
            </a:r>
          </a:p>
          <a:p>
            <a:pPr>
              <a:lnSpc>
                <a:spcPct val="110000"/>
              </a:lnSpc>
              <a:defRPr/>
            </a:pPr>
            <a:r>
              <a:rPr lang="en-US" altLang="zh-CN" sz="3200" b="1" dirty="0">
                <a:effectLst>
                  <a:outerShdw blurRad="38100" dist="38100" dir="2700000" algn="tl">
                    <a:srgbClr val="C0C0C0"/>
                  </a:outerShdw>
                </a:effectLst>
                <a:ea typeface="仿宋_GB2312" pitchFamily="49" charset="-122"/>
              </a:rPr>
              <a:t>    C</a:t>
            </a:r>
            <a:r>
              <a:rPr lang="en-US" altLang="zh-CN" sz="3200" b="1" baseline="-25000" dirty="0">
                <a:effectLst>
                  <a:outerShdw blurRad="38100" dist="38100" dir="2700000" algn="tl">
                    <a:srgbClr val="C0C0C0"/>
                  </a:outerShdw>
                </a:effectLst>
                <a:ea typeface="仿宋_GB2312" pitchFamily="49" charset="-122"/>
              </a:rPr>
              <a:t>4</a:t>
            </a:r>
            <a:r>
              <a:rPr lang="en-US" altLang="zh-CN" sz="3200" b="1" dirty="0">
                <a:effectLst>
                  <a:outerShdw blurRad="38100" dist="38100" dir="2700000" algn="tl">
                    <a:srgbClr val="C0C0C0"/>
                  </a:outerShdw>
                </a:effectLst>
                <a:ea typeface="仿宋_GB2312" pitchFamily="49" charset="-122"/>
              </a:rPr>
              <a:t>                       </a:t>
            </a:r>
            <a:r>
              <a:rPr lang="zh-CN" altLang="en-US" sz="3200" b="1" dirty="0">
                <a:effectLst>
                  <a:outerShdw blurRad="38100" dist="38100" dir="2700000" algn="tl">
                    <a:srgbClr val="C0C0C0"/>
                  </a:outerShdw>
                </a:effectLst>
                <a:ea typeface="仿宋_GB2312" pitchFamily="49" charset="-122"/>
              </a:rPr>
              <a:t>数据结构                </a:t>
            </a:r>
            <a:r>
              <a:rPr lang="en-US" altLang="zh-CN" sz="3200" b="1" dirty="0">
                <a:effectLst>
                  <a:outerShdw blurRad="38100" dist="38100" dir="2700000" algn="tl">
                    <a:srgbClr val="C0C0C0"/>
                  </a:outerShdw>
                </a:effectLst>
                <a:ea typeface="仿宋_GB2312" pitchFamily="49" charset="-122"/>
              </a:rPr>
              <a:t>C</a:t>
            </a:r>
            <a:r>
              <a:rPr lang="en-US" altLang="zh-CN" sz="3200" b="1" baseline="-25000" dirty="0">
                <a:effectLst>
                  <a:outerShdw blurRad="38100" dist="38100" dir="2700000" algn="tl">
                    <a:srgbClr val="C0C0C0"/>
                  </a:outerShdw>
                </a:effectLst>
                <a:ea typeface="仿宋_GB2312" pitchFamily="49" charset="-122"/>
              </a:rPr>
              <a:t>3</a:t>
            </a:r>
            <a:r>
              <a:rPr lang="en-US" altLang="zh-CN" sz="3200" b="1" dirty="0">
                <a:effectLst>
                  <a:outerShdw blurRad="38100" dist="38100" dir="2700000" algn="tl">
                    <a:srgbClr val="C0C0C0"/>
                  </a:outerShdw>
                </a:effectLst>
                <a:ea typeface="仿宋_GB2312" pitchFamily="49" charset="-122"/>
              </a:rPr>
              <a:t>,  C</a:t>
            </a:r>
            <a:r>
              <a:rPr lang="en-US" altLang="zh-CN" sz="3200" b="1" baseline="-25000" dirty="0">
                <a:effectLst>
                  <a:outerShdw blurRad="38100" dist="38100" dir="2700000" algn="tl">
                    <a:srgbClr val="C0C0C0"/>
                  </a:outerShdw>
                </a:effectLst>
                <a:ea typeface="仿宋_GB2312" pitchFamily="49" charset="-122"/>
              </a:rPr>
              <a:t>2</a:t>
            </a:r>
            <a:endParaRPr lang="en-US" altLang="zh-CN" sz="3200" b="1" dirty="0">
              <a:effectLst>
                <a:outerShdw blurRad="38100" dist="38100" dir="2700000" algn="tl">
                  <a:srgbClr val="C0C0C0"/>
                </a:outerShdw>
              </a:effectLst>
              <a:ea typeface="仿宋_GB2312" pitchFamily="49" charset="-122"/>
            </a:endParaRPr>
          </a:p>
          <a:p>
            <a:pPr>
              <a:lnSpc>
                <a:spcPct val="110000"/>
              </a:lnSpc>
              <a:defRPr/>
            </a:pPr>
            <a:r>
              <a:rPr lang="en-US" altLang="zh-CN" sz="3200" b="1" dirty="0">
                <a:effectLst>
                  <a:outerShdw blurRad="38100" dist="38100" dir="2700000" algn="tl">
                    <a:srgbClr val="C0C0C0"/>
                  </a:outerShdw>
                </a:effectLst>
                <a:ea typeface="仿宋_GB2312" pitchFamily="49" charset="-122"/>
              </a:rPr>
              <a:t>    C</a:t>
            </a:r>
            <a:r>
              <a:rPr lang="en-US" altLang="zh-CN" sz="3200" b="1" baseline="-25000" dirty="0">
                <a:effectLst>
                  <a:outerShdw blurRad="38100" dist="38100" dir="2700000" algn="tl">
                    <a:srgbClr val="C0C0C0"/>
                  </a:outerShdw>
                </a:effectLst>
                <a:ea typeface="仿宋_GB2312" pitchFamily="49" charset="-122"/>
              </a:rPr>
              <a:t>5</a:t>
            </a:r>
            <a:r>
              <a:rPr lang="en-US" altLang="zh-CN" sz="3200" b="1" dirty="0">
                <a:effectLst>
                  <a:outerShdw blurRad="38100" dist="38100" dir="2700000" algn="tl">
                    <a:srgbClr val="C0C0C0"/>
                  </a:outerShdw>
                </a:effectLst>
                <a:ea typeface="仿宋_GB2312" pitchFamily="49" charset="-122"/>
              </a:rPr>
              <a:t>               </a:t>
            </a:r>
            <a:r>
              <a:rPr lang="zh-CN" altLang="en-US" sz="3200" b="1" dirty="0">
                <a:effectLst>
                  <a:outerShdw blurRad="38100" dist="38100" dir="2700000" algn="tl">
                    <a:srgbClr val="C0C0C0"/>
                  </a:outerShdw>
                </a:effectLst>
                <a:ea typeface="仿宋_GB2312" pitchFamily="49" charset="-122"/>
              </a:rPr>
              <a:t>高级语言程序设计         </a:t>
            </a:r>
            <a:r>
              <a:rPr lang="en-US" altLang="zh-CN" sz="3200" b="1" dirty="0">
                <a:effectLst>
                  <a:outerShdw blurRad="38100" dist="38100" dir="2700000" algn="tl">
                    <a:srgbClr val="C0C0C0"/>
                  </a:outerShdw>
                </a:effectLst>
                <a:ea typeface="仿宋_GB2312" pitchFamily="49" charset="-122"/>
              </a:rPr>
              <a:t>C</a:t>
            </a:r>
            <a:r>
              <a:rPr lang="en-US" altLang="zh-CN" sz="3200" b="1" baseline="-25000" dirty="0">
                <a:effectLst>
                  <a:outerShdw blurRad="38100" dist="38100" dir="2700000" algn="tl">
                    <a:srgbClr val="C0C0C0"/>
                  </a:outerShdw>
                </a:effectLst>
                <a:ea typeface="仿宋_GB2312" pitchFamily="49" charset="-122"/>
              </a:rPr>
              <a:t>2</a:t>
            </a:r>
            <a:endParaRPr lang="en-US" altLang="zh-CN" sz="3200" b="1" dirty="0">
              <a:effectLst>
                <a:outerShdw blurRad="38100" dist="38100" dir="2700000" algn="tl">
                  <a:srgbClr val="C0C0C0"/>
                </a:outerShdw>
              </a:effectLst>
              <a:ea typeface="仿宋_GB2312" pitchFamily="49" charset="-122"/>
            </a:endParaRPr>
          </a:p>
          <a:p>
            <a:pPr>
              <a:lnSpc>
                <a:spcPct val="110000"/>
              </a:lnSpc>
              <a:defRPr/>
            </a:pPr>
            <a:r>
              <a:rPr lang="en-US" altLang="zh-CN" sz="3200" b="1" dirty="0">
                <a:effectLst>
                  <a:outerShdw blurRad="38100" dist="38100" dir="2700000" algn="tl">
                    <a:srgbClr val="C0C0C0"/>
                  </a:outerShdw>
                </a:effectLst>
                <a:ea typeface="仿宋_GB2312" pitchFamily="49" charset="-122"/>
              </a:rPr>
              <a:t>    C</a:t>
            </a:r>
            <a:r>
              <a:rPr lang="en-US" altLang="zh-CN" sz="3200" b="1" baseline="-25000" dirty="0">
                <a:effectLst>
                  <a:outerShdw blurRad="38100" dist="38100" dir="2700000" algn="tl">
                    <a:srgbClr val="C0C0C0"/>
                  </a:outerShdw>
                </a:effectLst>
                <a:ea typeface="仿宋_GB2312" pitchFamily="49" charset="-122"/>
              </a:rPr>
              <a:t>6</a:t>
            </a:r>
            <a:r>
              <a:rPr lang="en-US" altLang="zh-CN" sz="3200" b="1" dirty="0">
                <a:effectLst>
                  <a:outerShdw blurRad="38100" dist="38100" dir="2700000" algn="tl">
                    <a:srgbClr val="C0C0C0"/>
                  </a:outerShdw>
                </a:effectLst>
                <a:ea typeface="仿宋_GB2312" pitchFamily="49" charset="-122"/>
              </a:rPr>
              <a:t>                       </a:t>
            </a:r>
            <a:r>
              <a:rPr lang="zh-CN" altLang="en-US" sz="3200" b="1" dirty="0">
                <a:effectLst>
                  <a:outerShdw blurRad="38100" dist="38100" dir="2700000" algn="tl">
                    <a:srgbClr val="C0C0C0"/>
                  </a:outerShdw>
                </a:effectLst>
                <a:ea typeface="仿宋_GB2312" pitchFamily="49" charset="-122"/>
              </a:rPr>
              <a:t>编译方法                </a:t>
            </a:r>
            <a:r>
              <a:rPr lang="en-US" altLang="zh-CN" sz="3200" b="1" dirty="0">
                <a:effectLst>
                  <a:outerShdw blurRad="38100" dist="38100" dir="2700000" algn="tl">
                    <a:srgbClr val="C0C0C0"/>
                  </a:outerShdw>
                </a:effectLst>
                <a:ea typeface="仿宋_GB2312" pitchFamily="49" charset="-122"/>
              </a:rPr>
              <a:t>C</a:t>
            </a:r>
            <a:r>
              <a:rPr lang="en-US" altLang="zh-CN" sz="3200" b="1" baseline="-25000" dirty="0">
                <a:effectLst>
                  <a:outerShdw blurRad="38100" dist="38100" dir="2700000" algn="tl">
                    <a:srgbClr val="C0C0C0"/>
                  </a:outerShdw>
                </a:effectLst>
                <a:ea typeface="仿宋_GB2312" pitchFamily="49" charset="-122"/>
              </a:rPr>
              <a:t>5</a:t>
            </a:r>
            <a:r>
              <a:rPr lang="en-US" altLang="zh-CN" sz="3200" b="1" dirty="0">
                <a:effectLst>
                  <a:outerShdw blurRad="38100" dist="38100" dir="2700000" algn="tl">
                    <a:srgbClr val="C0C0C0"/>
                  </a:outerShdw>
                </a:effectLst>
                <a:ea typeface="仿宋_GB2312" pitchFamily="49" charset="-122"/>
              </a:rPr>
              <a:t>,  C</a:t>
            </a:r>
            <a:r>
              <a:rPr lang="en-US" altLang="zh-CN" sz="3200" b="1" baseline="-25000" dirty="0">
                <a:effectLst>
                  <a:outerShdw blurRad="38100" dist="38100" dir="2700000" algn="tl">
                    <a:srgbClr val="C0C0C0"/>
                  </a:outerShdw>
                </a:effectLst>
                <a:ea typeface="仿宋_GB2312" pitchFamily="49" charset="-122"/>
              </a:rPr>
              <a:t>4</a:t>
            </a:r>
            <a:endParaRPr lang="en-US" altLang="zh-CN" sz="3200" b="1" dirty="0">
              <a:effectLst>
                <a:outerShdw blurRad="38100" dist="38100" dir="2700000" algn="tl">
                  <a:srgbClr val="C0C0C0"/>
                </a:outerShdw>
              </a:effectLst>
              <a:ea typeface="仿宋_GB2312" pitchFamily="49" charset="-122"/>
            </a:endParaRPr>
          </a:p>
          <a:p>
            <a:pPr>
              <a:lnSpc>
                <a:spcPct val="110000"/>
              </a:lnSpc>
              <a:defRPr/>
            </a:pPr>
            <a:r>
              <a:rPr lang="en-US" altLang="zh-CN" sz="3200" b="1" dirty="0">
                <a:effectLst>
                  <a:outerShdw blurRad="38100" dist="38100" dir="2700000" algn="tl">
                    <a:srgbClr val="C0C0C0"/>
                  </a:outerShdw>
                </a:effectLst>
                <a:ea typeface="仿宋_GB2312" pitchFamily="49" charset="-122"/>
              </a:rPr>
              <a:t>    C</a:t>
            </a:r>
            <a:r>
              <a:rPr lang="en-US" altLang="zh-CN" sz="3200" b="1" baseline="-25000" dirty="0">
                <a:effectLst>
                  <a:outerShdw blurRad="38100" dist="38100" dir="2700000" algn="tl">
                    <a:srgbClr val="C0C0C0"/>
                  </a:outerShdw>
                </a:effectLst>
                <a:ea typeface="仿宋_GB2312" pitchFamily="49" charset="-122"/>
              </a:rPr>
              <a:t>7</a:t>
            </a:r>
            <a:r>
              <a:rPr lang="en-US" altLang="zh-CN" sz="3200" b="1" dirty="0">
                <a:effectLst>
                  <a:outerShdw blurRad="38100" dist="38100" dir="2700000" algn="tl">
                    <a:srgbClr val="C0C0C0"/>
                  </a:outerShdw>
                </a:effectLst>
                <a:ea typeface="仿宋_GB2312" pitchFamily="49" charset="-122"/>
              </a:rPr>
              <a:t>                       </a:t>
            </a:r>
            <a:r>
              <a:rPr lang="zh-CN" altLang="en-US" sz="3200" b="1" dirty="0">
                <a:effectLst>
                  <a:outerShdw blurRad="38100" dist="38100" dir="2700000" algn="tl">
                    <a:srgbClr val="C0C0C0"/>
                  </a:outerShdw>
                </a:effectLst>
                <a:ea typeface="仿宋_GB2312" pitchFamily="49" charset="-122"/>
              </a:rPr>
              <a:t>操作系统                </a:t>
            </a:r>
            <a:r>
              <a:rPr lang="en-US" altLang="zh-CN" sz="3200" b="1" dirty="0">
                <a:effectLst>
                  <a:outerShdw blurRad="38100" dist="38100" dir="2700000" algn="tl">
                    <a:srgbClr val="C0C0C0"/>
                  </a:outerShdw>
                </a:effectLst>
                <a:ea typeface="仿宋_GB2312" pitchFamily="49" charset="-122"/>
              </a:rPr>
              <a:t>C</a:t>
            </a:r>
            <a:r>
              <a:rPr lang="en-US" altLang="zh-CN" sz="3200" b="1" baseline="-25000" dirty="0">
                <a:effectLst>
                  <a:outerShdw blurRad="38100" dist="38100" dir="2700000" algn="tl">
                    <a:srgbClr val="C0C0C0"/>
                  </a:outerShdw>
                </a:effectLst>
                <a:ea typeface="仿宋_GB2312" pitchFamily="49" charset="-122"/>
              </a:rPr>
              <a:t>4</a:t>
            </a:r>
            <a:r>
              <a:rPr lang="en-US" altLang="zh-CN" sz="3200" b="1" dirty="0">
                <a:effectLst>
                  <a:outerShdw blurRad="38100" dist="38100" dir="2700000" algn="tl">
                    <a:srgbClr val="C0C0C0"/>
                  </a:outerShdw>
                </a:effectLst>
                <a:ea typeface="仿宋_GB2312" pitchFamily="49" charset="-122"/>
              </a:rPr>
              <a:t>,  C</a:t>
            </a:r>
            <a:r>
              <a:rPr lang="en-US" altLang="zh-CN" sz="3200" b="1" baseline="-25000" dirty="0">
                <a:effectLst>
                  <a:outerShdw blurRad="38100" dist="38100" dir="2700000" algn="tl">
                    <a:srgbClr val="C0C0C0"/>
                  </a:outerShdw>
                </a:effectLst>
                <a:ea typeface="仿宋_GB2312" pitchFamily="49" charset="-122"/>
              </a:rPr>
              <a:t>9</a:t>
            </a:r>
            <a:endParaRPr lang="en-US" altLang="zh-CN" sz="3200" b="1" dirty="0">
              <a:effectLst>
                <a:outerShdw blurRad="38100" dist="38100" dir="2700000" algn="tl">
                  <a:srgbClr val="C0C0C0"/>
                </a:outerShdw>
              </a:effectLst>
              <a:ea typeface="仿宋_GB2312" pitchFamily="49" charset="-122"/>
            </a:endParaRPr>
          </a:p>
          <a:p>
            <a:pPr>
              <a:lnSpc>
                <a:spcPct val="110000"/>
              </a:lnSpc>
              <a:defRPr/>
            </a:pPr>
            <a:r>
              <a:rPr lang="en-US" altLang="zh-CN" sz="3200" b="1" dirty="0">
                <a:effectLst>
                  <a:outerShdw blurRad="38100" dist="38100" dir="2700000" algn="tl">
                    <a:srgbClr val="C0C0C0"/>
                  </a:outerShdw>
                </a:effectLst>
                <a:ea typeface="仿宋_GB2312" pitchFamily="49" charset="-122"/>
              </a:rPr>
              <a:t>    C</a:t>
            </a:r>
            <a:r>
              <a:rPr lang="en-US" altLang="zh-CN" sz="3200" b="1" baseline="-25000" dirty="0">
                <a:effectLst>
                  <a:outerShdw blurRad="38100" dist="38100" dir="2700000" algn="tl">
                    <a:srgbClr val="C0C0C0"/>
                  </a:outerShdw>
                </a:effectLst>
                <a:ea typeface="仿宋_GB2312" pitchFamily="49" charset="-122"/>
              </a:rPr>
              <a:t>8</a:t>
            </a:r>
            <a:r>
              <a:rPr lang="en-US" altLang="zh-CN" sz="3200" b="1" dirty="0">
                <a:effectLst>
                  <a:outerShdw blurRad="38100" dist="38100" dir="2700000" algn="tl">
                    <a:srgbClr val="C0C0C0"/>
                  </a:outerShdw>
                </a:effectLst>
                <a:ea typeface="仿宋_GB2312" pitchFamily="49" charset="-122"/>
              </a:rPr>
              <a:t>                       </a:t>
            </a:r>
            <a:r>
              <a:rPr lang="zh-CN" altLang="en-US" sz="3200" b="1" dirty="0">
                <a:effectLst>
                  <a:outerShdw blurRad="38100" dist="38100" dir="2700000" algn="tl">
                    <a:srgbClr val="C0C0C0"/>
                  </a:outerShdw>
                </a:effectLst>
                <a:ea typeface="仿宋_GB2312" pitchFamily="49" charset="-122"/>
              </a:rPr>
              <a:t>普通物理                </a:t>
            </a:r>
            <a:r>
              <a:rPr lang="en-US" altLang="zh-CN" sz="3200" b="1" dirty="0">
                <a:effectLst>
                  <a:outerShdw blurRad="38100" dist="38100" dir="2700000" algn="tl">
                    <a:srgbClr val="C0C0C0"/>
                  </a:outerShdw>
                </a:effectLst>
                <a:ea typeface="仿宋_GB2312" pitchFamily="49" charset="-122"/>
              </a:rPr>
              <a:t>C</a:t>
            </a:r>
            <a:r>
              <a:rPr lang="en-US" altLang="zh-CN" sz="3200" b="1" baseline="-25000" dirty="0">
                <a:effectLst>
                  <a:outerShdw blurRad="38100" dist="38100" dir="2700000" algn="tl">
                    <a:srgbClr val="C0C0C0"/>
                  </a:outerShdw>
                </a:effectLst>
                <a:ea typeface="仿宋_GB2312" pitchFamily="49" charset="-122"/>
              </a:rPr>
              <a:t>1</a:t>
            </a:r>
            <a:endParaRPr lang="en-US" altLang="zh-CN" sz="3200" b="1" dirty="0">
              <a:effectLst>
                <a:outerShdw blurRad="38100" dist="38100" dir="2700000" algn="tl">
                  <a:srgbClr val="C0C0C0"/>
                </a:outerShdw>
              </a:effectLst>
              <a:ea typeface="仿宋_GB2312" pitchFamily="49" charset="-122"/>
            </a:endParaRPr>
          </a:p>
          <a:p>
            <a:pPr>
              <a:lnSpc>
                <a:spcPct val="110000"/>
              </a:lnSpc>
              <a:defRPr/>
            </a:pPr>
            <a:r>
              <a:rPr lang="en-US" altLang="zh-CN" sz="3200" b="1" dirty="0">
                <a:effectLst>
                  <a:outerShdw blurRad="38100" dist="38100" dir="2700000" algn="tl">
                    <a:srgbClr val="C0C0C0"/>
                  </a:outerShdw>
                </a:effectLst>
                <a:ea typeface="仿宋_GB2312" pitchFamily="49" charset="-122"/>
              </a:rPr>
              <a:t>    C</a:t>
            </a:r>
            <a:r>
              <a:rPr lang="en-US" altLang="zh-CN" sz="3200" b="1" baseline="-25000" dirty="0">
                <a:effectLst>
                  <a:outerShdw blurRad="38100" dist="38100" dir="2700000" algn="tl">
                    <a:srgbClr val="C0C0C0"/>
                  </a:outerShdw>
                </a:effectLst>
                <a:ea typeface="仿宋_GB2312" pitchFamily="49" charset="-122"/>
              </a:rPr>
              <a:t>9</a:t>
            </a:r>
            <a:r>
              <a:rPr lang="en-US" altLang="zh-CN" sz="3200" b="1" dirty="0">
                <a:effectLst>
                  <a:outerShdw blurRad="38100" dist="38100" dir="2700000" algn="tl">
                    <a:srgbClr val="C0C0C0"/>
                  </a:outerShdw>
                </a:effectLst>
                <a:ea typeface="仿宋_GB2312" pitchFamily="49" charset="-122"/>
              </a:rPr>
              <a:t>                      </a:t>
            </a:r>
            <a:r>
              <a:rPr lang="zh-CN" altLang="en-US" sz="3200" b="1" dirty="0">
                <a:effectLst>
                  <a:outerShdw blurRad="38100" dist="38100" dir="2700000" algn="tl">
                    <a:srgbClr val="C0C0C0"/>
                  </a:outerShdw>
                </a:effectLst>
                <a:ea typeface="仿宋_GB2312" pitchFamily="49" charset="-122"/>
              </a:rPr>
              <a:t>计算机原理</a:t>
            </a:r>
            <a:r>
              <a:rPr lang="zh-CN" altLang="en-US" sz="3200" b="1" dirty="0">
                <a:effectLst>
                  <a:outerShdw blurRad="38100" dist="38100" dir="2700000" algn="tl">
                    <a:srgbClr val="C0C0C0"/>
                  </a:outerShdw>
                </a:effectLst>
                <a:ea typeface="楷体_GB2312" pitchFamily="49" charset="-122"/>
              </a:rPr>
              <a:t>             </a:t>
            </a:r>
            <a:r>
              <a:rPr lang="en-US" altLang="zh-CN" sz="3200" b="1" dirty="0">
                <a:effectLst>
                  <a:outerShdw blurRad="38100" dist="38100" dir="2700000" algn="tl">
                    <a:srgbClr val="C0C0C0"/>
                  </a:outerShdw>
                </a:effectLst>
                <a:ea typeface="楷体_GB2312" pitchFamily="49" charset="-122"/>
              </a:rPr>
              <a:t>C</a:t>
            </a:r>
            <a:r>
              <a:rPr lang="en-US" altLang="zh-CN" sz="3200" b="1" baseline="-25000" dirty="0">
                <a:effectLst>
                  <a:outerShdw blurRad="38100" dist="38100" dir="2700000" algn="tl">
                    <a:srgbClr val="C0C0C0"/>
                  </a:outerShdw>
                </a:effectLst>
                <a:ea typeface="楷体_GB2312" pitchFamily="49" charset="-122"/>
              </a:rPr>
              <a:t>8</a:t>
            </a:r>
            <a:r>
              <a:rPr lang="en-US" altLang="zh-CN" sz="3200" b="1" dirty="0">
                <a:effectLst>
                  <a:outerShdw blurRad="38100" dist="38100" dir="2700000" algn="tl">
                    <a:srgbClr val="C0C0C0"/>
                  </a:outerShdw>
                </a:effectLst>
                <a:ea typeface="楷体_GB2312" pitchFamily="49" charset="-122"/>
              </a:rPr>
              <a:t>     </a:t>
            </a:r>
          </a:p>
        </p:txBody>
      </p:sp>
      <p:sp>
        <p:nvSpPr>
          <p:cNvPr id="111619" name="WordArt 3">
            <a:extLst>
              <a:ext uri="{FF2B5EF4-FFF2-40B4-BE49-F238E27FC236}">
                <a16:creationId xmlns:a16="http://schemas.microsoft.com/office/drawing/2014/main" id="{A9F5223D-C7F6-6651-7A2A-FAC25D3DD537}"/>
              </a:ext>
            </a:extLst>
          </p:cNvPr>
          <p:cNvSpPr>
            <a:spLocks noChangeArrowheads="1" noChangeShapeType="1" noTextEdit="1"/>
          </p:cNvSpPr>
          <p:nvPr/>
        </p:nvSpPr>
        <p:spPr bwMode="auto">
          <a:xfrm>
            <a:off x="609600" y="457200"/>
            <a:ext cx="1828800" cy="381000"/>
          </a:xfrm>
          <a:prstGeom prst="rect">
            <a:avLst/>
          </a:prstGeom>
        </p:spPr>
        <p:txBody>
          <a:bodyPr wrap="none" fromWordArt="1">
            <a:prstTxWarp prst="textPlain">
              <a:avLst>
                <a:gd name="adj" fmla="val 50000"/>
              </a:avLst>
            </a:prstTxWarp>
          </a:bodyPr>
          <a:lstStyle/>
          <a:p>
            <a:pPr algn="ctr"/>
            <a:r>
              <a:rPr lang="zh-CN" altLang="en-US" sz="3200" b="1" kern="10">
                <a:ln w="19050">
                  <a:solidFill>
                    <a:srgbClr val="99CCFF"/>
                  </a:solidFill>
                  <a:round/>
                  <a:headEnd/>
                  <a:tailEnd/>
                </a:ln>
                <a:solidFill>
                  <a:srgbClr val="0066CC"/>
                </a:solidFill>
                <a:effectLst>
                  <a:outerShdw dist="35921" dir="2700000" algn="ctr" rotWithShape="0">
                    <a:srgbClr val="990000"/>
                  </a:outerShdw>
                </a:effectLst>
              </a:rPr>
              <a:t>课程代号</a:t>
            </a:r>
          </a:p>
        </p:txBody>
      </p:sp>
      <p:sp>
        <p:nvSpPr>
          <p:cNvPr id="111620" name="WordArt 4">
            <a:extLst>
              <a:ext uri="{FF2B5EF4-FFF2-40B4-BE49-F238E27FC236}">
                <a16:creationId xmlns:a16="http://schemas.microsoft.com/office/drawing/2014/main" id="{1E020540-F9B4-3D81-208B-02D516601E68}"/>
              </a:ext>
            </a:extLst>
          </p:cNvPr>
          <p:cNvSpPr>
            <a:spLocks noChangeArrowheads="1" noChangeShapeType="1" noTextEdit="1"/>
          </p:cNvSpPr>
          <p:nvPr/>
        </p:nvSpPr>
        <p:spPr bwMode="auto">
          <a:xfrm>
            <a:off x="3709988" y="428625"/>
            <a:ext cx="1724025" cy="409575"/>
          </a:xfrm>
          <a:prstGeom prst="rect">
            <a:avLst/>
          </a:prstGeom>
        </p:spPr>
        <p:txBody>
          <a:bodyPr wrap="none" fromWordArt="1">
            <a:prstTxWarp prst="textPlain">
              <a:avLst>
                <a:gd name="adj" fmla="val 50000"/>
              </a:avLst>
            </a:prstTxWarp>
          </a:bodyPr>
          <a:lstStyle/>
          <a:p>
            <a:pPr algn="ctr"/>
            <a:r>
              <a:rPr lang="zh-CN" altLang="en-US" sz="3200" b="1" kern="10">
                <a:ln w="19050">
                  <a:solidFill>
                    <a:srgbClr val="99CCFF"/>
                  </a:solidFill>
                  <a:round/>
                  <a:headEnd/>
                  <a:tailEnd/>
                </a:ln>
                <a:solidFill>
                  <a:srgbClr val="0066CC"/>
                </a:solidFill>
                <a:effectLst>
                  <a:outerShdw dist="35921" dir="2700000" algn="ctr" rotWithShape="0">
                    <a:srgbClr val="990000"/>
                  </a:outerShdw>
                </a:effectLst>
              </a:rPr>
              <a:t>课程名称</a:t>
            </a:r>
          </a:p>
        </p:txBody>
      </p:sp>
      <p:sp>
        <p:nvSpPr>
          <p:cNvPr id="111621" name="WordArt 5">
            <a:extLst>
              <a:ext uri="{FF2B5EF4-FFF2-40B4-BE49-F238E27FC236}">
                <a16:creationId xmlns:a16="http://schemas.microsoft.com/office/drawing/2014/main" id="{8742FBFC-68DB-AC2E-8CDA-47FCCB488313}"/>
              </a:ext>
            </a:extLst>
          </p:cNvPr>
          <p:cNvSpPr>
            <a:spLocks noChangeArrowheads="1" noChangeShapeType="1" noTextEdit="1"/>
          </p:cNvSpPr>
          <p:nvPr/>
        </p:nvSpPr>
        <p:spPr bwMode="auto">
          <a:xfrm>
            <a:off x="7086600" y="428625"/>
            <a:ext cx="1724025" cy="409575"/>
          </a:xfrm>
          <a:prstGeom prst="rect">
            <a:avLst/>
          </a:prstGeom>
        </p:spPr>
        <p:txBody>
          <a:bodyPr wrap="none" fromWordArt="1">
            <a:prstTxWarp prst="textPlain">
              <a:avLst>
                <a:gd name="adj" fmla="val 50000"/>
              </a:avLst>
            </a:prstTxWarp>
          </a:bodyPr>
          <a:lstStyle/>
          <a:p>
            <a:pPr algn="ctr"/>
            <a:r>
              <a:rPr lang="zh-CN" altLang="en-US" sz="3200" b="1" kern="10">
                <a:ln w="19050">
                  <a:solidFill>
                    <a:srgbClr val="99CCFF"/>
                  </a:solidFill>
                  <a:round/>
                  <a:headEnd/>
                  <a:tailEnd/>
                </a:ln>
                <a:solidFill>
                  <a:srgbClr val="0066CC"/>
                </a:solidFill>
                <a:effectLst>
                  <a:outerShdw dist="35921" dir="2700000" algn="ctr" rotWithShape="0">
                    <a:srgbClr val="990000"/>
                  </a:outerShdw>
                </a:effectLst>
              </a:rPr>
              <a:t>先修课程</a:t>
            </a:r>
          </a:p>
        </p:txBody>
      </p:sp>
      <p:sp>
        <p:nvSpPr>
          <p:cNvPr id="111622" name="Line 6">
            <a:extLst>
              <a:ext uri="{FF2B5EF4-FFF2-40B4-BE49-F238E27FC236}">
                <a16:creationId xmlns:a16="http://schemas.microsoft.com/office/drawing/2014/main" id="{312179C1-D23C-146C-E17E-A9D342E26559}"/>
              </a:ext>
            </a:extLst>
          </p:cNvPr>
          <p:cNvSpPr>
            <a:spLocks noChangeShapeType="1"/>
          </p:cNvSpPr>
          <p:nvPr/>
        </p:nvSpPr>
        <p:spPr bwMode="auto">
          <a:xfrm>
            <a:off x="3733800" y="914400"/>
            <a:ext cx="1676400" cy="0"/>
          </a:xfrm>
          <a:prstGeom prst="line">
            <a:avLst/>
          </a:prstGeom>
          <a:noFill/>
          <a:ln w="57150" cmpd="thinThick">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3" name="Line 7">
            <a:extLst>
              <a:ext uri="{FF2B5EF4-FFF2-40B4-BE49-F238E27FC236}">
                <a16:creationId xmlns:a16="http://schemas.microsoft.com/office/drawing/2014/main" id="{00EFEC5C-7272-BE08-068F-40AF157524AE}"/>
              </a:ext>
            </a:extLst>
          </p:cNvPr>
          <p:cNvSpPr>
            <a:spLocks noChangeShapeType="1"/>
          </p:cNvSpPr>
          <p:nvPr/>
        </p:nvSpPr>
        <p:spPr bwMode="auto">
          <a:xfrm>
            <a:off x="685800" y="914400"/>
            <a:ext cx="1676400" cy="0"/>
          </a:xfrm>
          <a:prstGeom prst="line">
            <a:avLst/>
          </a:prstGeom>
          <a:noFill/>
          <a:ln w="57150" cmpd="thinThick">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4" name="Line 8">
            <a:extLst>
              <a:ext uri="{FF2B5EF4-FFF2-40B4-BE49-F238E27FC236}">
                <a16:creationId xmlns:a16="http://schemas.microsoft.com/office/drawing/2014/main" id="{346643BA-63E3-E49B-3560-19122A83D8CA}"/>
              </a:ext>
            </a:extLst>
          </p:cNvPr>
          <p:cNvSpPr>
            <a:spLocks noChangeShapeType="1"/>
          </p:cNvSpPr>
          <p:nvPr/>
        </p:nvSpPr>
        <p:spPr bwMode="auto">
          <a:xfrm>
            <a:off x="7086600" y="914400"/>
            <a:ext cx="1676400" cy="0"/>
          </a:xfrm>
          <a:prstGeom prst="line">
            <a:avLst/>
          </a:prstGeom>
          <a:noFill/>
          <a:ln w="57150" cmpd="thinThick">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灯片编号占位符 1">
            <a:extLst>
              <a:ext uri="{FF2B5EF4-FFF2-40B4-BE49-F238E27FC236}">
                <a16:creationId xmlns:a16="http://schemas.microsoft.com/office/drawing/2014/main" id="{F2FD03DC-4C6C-853D-11BA-0F5454D8FB7F}"/>
              </a:ext>
            </a:extLst>
          </p:cNvPr>
          <p:cNvSpPr>
            <a:spLocks noGrp="1"/>
          </p:cNvSpPr>
          <p:nvPr>
            <p:ph type="sldNum" sz="quarter" idx="12"/>
          </p:nvPr>
        </p:nvSpPr>
        <p:spPr/>
        <p:txBody>
          <a:bodyPr/>
          <a:lstStyle/>
          <a:p>
            <a:pPr>
              <a:defRPr/>
            </a:pPr>
            <a:fld id="{22EEED5C-99EB-4141-8E47-FA8D31DEB9C9}" type="slidenum">
              <a:rPr lang="en-US" altLang="zh-CN" smtClean="0"/>
              <a:pPr>
                <a:defRPr/>
              </a:pPr>
              <a:t>95</a:t>
            </a:fld>
            <a:endParaRPr lang="en-US" altLang="zh-CN"/>
          </a:p>
        </p:txBody>
      </p:sp>
    </p:spTree>
  </p:cSld>
  <p:clrMapOvr>
    <a:masterClrMapping/>
  </p:clrMapOvr>
  <p:transition>
    <p:zoom/>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Line 23">
            <a:extLst>
              <a:ext uri="{FF2B5EF4-FFF2-40B4-BE49-F238E27FC236}">
                <a16:creationId xmlns:a16="http://schemas.microsoft.com/office/drawing/2014/main" id="{0244212B-3459-CC8C-8951-0525DEB34885}"/>
              </a:ext>
            </a:extLst>
          </p:cNvPr>
          <p:cNvSpPr>
            <a:spLocks noChangeShapeType="1"/>
          </p:cNvSpPr>
          <p:nvPr/>
        </p:nvSpPr>
        <p:spPr bwMode="auto">
          <a:xfrm>
            <a:off x="5867400" y="3124200"/>
            <a:ext cx="1371600" cy="762000"/>
          </a:xfrm>
          <a:prstGeom prst="line">
            <a:avLst/>
          </a:prstGeom>
          <a:noFill/>
          <a:ln w="34925">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43" name="Line 22">
            <a:extLst>
              <a:ext uri="{FF2B5EF4-FFF2-40B4-BE49-F238E27FC236}">
                <a16:creationId xmlns:a16="http://schemas.microsoft.com/office/drawing/2014/main" id="{68FEED0A-6141-0101-3576-39F72F093479}"/>
              </a:ext>
            </a:extLst>
          </p:cNvPr>
          <p:cNvSpPr>
            <a:spLocks noChangeShapeType="1"/>
          </p:cNvSpPr>
          <p:nvPr/>
        </p:nvSpPr>
        <p:spPr bwMode="auto">
          <a:xfrm>
            <a:off x="1447800" y="3810000"/>
            <a:ext cx="2971800" cy="838200"/>
          </a:xfrm>
          <a:prstGeom prst="line">
            <a:avLst/>
          </a:prstGeom>
          <a:noFill/>
          <a:ln w="28575">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44" name="Line 17">
            <a:extLst>
              <a:ext uri="{FF2B5EF4-FFF2-40B4-BE49-F238E27FC236}">
                <a16:creationId xmlns:a16="http://schemas.microsoft.com/office/drawing/2014/main" id="{BD40E724-C84D-16B5-27E2-08051DFC0D23}"/>
              </a:ext>
            </a:extLst>
          </p:cNvPr>
          <p:cNvSpPr>
            <a:spLocks noChangeShapeType="1"/>
          </p:cNvSpPr>
          <p:nvPr/>
        </p:nvSpPr>
        <p:spPr bwMode="auto">
          <a:xfrm flipV="1">
            <a:off x="1600200" y="2590800"/>
            <a:ext cx="1676400" cy="990600"/>
          </a:xfrm>
          <a:prstGeom prst="line">
            <a:avLst/>
          </a:prstGeom>
          <a:noFill/>
          <a:ln w="28575">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45" name="Line 16">
            <a:extLst>
              <a:ext uri="{FF2B5EF4-FFF2-40B4-BE49-F238E27FC236}">
                <a16:creationId xmlns:a16="http://schemas.microsoft.com/office/drawing/2014/main" id="{D86071E6-1CF8-D148-B516-CC5701C45D41}"/>
              </a:ext>
            </a:extLst>
          </p:cNvPr>
          <p:cNvSpPr>
            <a:spLocks noChangeShapeType="1"/>
          </p:cNvSpPr>
          <p:nvPr/>
        </p:nvSpPr>
        <p:spPr bwMode="auto">
          <a:xfrm>
            <a:off x="1524000" y="2057400"/>
            <a:ext cx="1752600" cy="304800"/>
          </a:xfrm>
          <a:prstGeom prst="line">
            <a:avLst/>
          </a:prstGeom>
          <a:noFill/>
          <a:ln w="28575">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46" name="Line 14">
            <a:extLst>
              <a:ext uri="{FF2B5EF4-FFF2-40B4-BE49-F238E27FC236}">
                <a16:creationId xmlns:a16="http://schemas.microsoft.com/office/drawing/2014/main" id="{9A8CD553-F7D0-DA91-56BC-909F5CE50743}"/>
              </a:ext>
            </a:extLst>
          </p:cNvPr>
          <p:cNvSpPr>
            <a:spLocks noChangeShapeType="1"/>
          </p:cNvSpPr>
          <p:nvPr/>
        </p:nvSpPr>
        <p:spPr bwMode="auto">
          <a:xfrm flipV="1">
            <a:off x="1524000" y="1295400"/>
            <a:ext cx="1600200" cy="685800"/>
          </a:xfrm>
          <a:prstGeom prst="line">
            <a:avLst/>
          </a:prstGeom>
          <a:noFill/>
          <a:ln w="28575">
            <a:solidFill>
              <a:srgbClr val="3333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47" name="Rectangle 3">
            <a:extLst>
              <a:ext uri="{FF2B5EF4-FFF2-40B4-BE49-F238E27FC236}">
                <a16:creationId xmlns:a16="http://schemas.microsoft.com/office/drawing/2014/main" id="{E16A1294-D0BA-CEA6-DCBE-7ED75076DBE0}"/>
              </a:ext>
            </a:extLst>
          </p:cNvPr>
          <p:cNvSpPr>
            <a:spLocks noChangeArrowheads="1"/>
          </p:cNvSpPr>
          <p:nvPr/>
        </p:nvSpPr>
        <p:spPr bwMode="auto">
          <a:xfrm>
            <a:off x="2514600" y="5181600"/>
            <a:ext cx="43275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zh-CN" altLang="en-US" sz="3600" b="1">
                <a:solidFill>
                  <a:srgbClr val="008080"/>
                </a:solidFill>
                <a:latin typeface="Times New Roman" panose="02020603050405020304" pitchFamily="18" charset="0"/>
                <a:ea typeface="隶书" panose="02010509060101010101" pitchFamily="49" charset="-122"/>
              </a:rPr>
              <a:t>学生课程学习工程图</a:t>
            </a:r>
            <a:endParaRPr kumimoji="1" lang="zh-CN" altLang="en-US" sz="2400">
              <a:latin typeface="Times New Roman" panose="02020603050405020304" pitchFamily="18" charset="0"/>
              <a:ea typeface="宋体" panose="02010600030101010101" pitchFamily="2" charset="-122"/>
            </a:endParaRPr>
          </a:p>
        </p:txBody>
      </p:sp>
      <p:sp>
        <p:nvSpPr>
          <p:cNvPr id="112648" name="Oval 4">
            <a:extLst>
              <a:ext uri="{FF2B5EF4-FFF2-40B4-BE49-F238E27FC236}">
                <a16:creationId xmlns:a16="http://schemas.microsoft.com/office/drawing/2014/main" id="{F7F40142-725D-CC9D-3C85-CACA8A713239}"/>
              </a:ext>
            </a:extLst>
          </p:cNvPr>
          <p:cNvSpPr>
            <a:spLocks noChangeArrowheads="1"/>
          </p:cNvSpPr>
          <p:nvPr/>
        </p:nvSpPr>
        <p:spPr bwMode="auto">
          <a:xfrm>
            <a:off x="3048000" y="990600"/>
            <a:ext cx="533400" cy="533400"/>
          </a:xfrm>
          <a:prstGeom prst="ellipse">
            <a:avLst/>
          </a:prstGeom>
          <a:solidFill>
            <a:srgbClr val="FFFF00"/>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2800" b="1"/>
              <a:t>C</a:t>
            </a:r>
            <a:r>
              <a:rPr lang="en-US" altLang="zh-CN" b="1"/>
              <a:t>8</a:t>
            </a:r>
            <a:endParaRPr lang="en-US" altLang="zh-CN"/>
          </a:p>
        </p:txBody>
      </p:sp>
      <p:sp>
        <p:nvSpPr>
          <p:cNvPr id="112649" name="Oval 6">
            <a:extLst>
              <a:ext uri="{FF2B5EF4-FFF2-40B4-BE49-F238E27FC236}">
                <a16:creationId xmlns:a16="http://schemas.microsoft.com/office/drawing/2014/main" id="{C99A4E53-A23B-460F-D951-814AEE5359A0}"/>
              </a:ext>
            </a:extLst>
          </p:cNvPr>
          <p:cNvSpPr>
            <a:spLocks noChangeArrowheads="1"/>
          </p:cNvSpPr>
          <p:nvPr/>
        </p:nvSpPr>
        <p:spPr bwMode="auto">
          <a:xfrm>
            <a:off x="3276600" y="2209800"/>
            <a:ext cx="533400" cy="533400"/>
          </a:xfrm>
          <a:prstGeom prst="ellipse">
            <a:avLst/>
          </a:prstGeom>
          <a:solidFill>
            <a:srgbClr val="FFFF00"/>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2800" b="1"/>
              <a:t>C</a:t>
            </a:r>
            <a:r>
              <a:rPr lang="en-US" altLang="zh-CN" b="1"/>
              <a:t>3</a:t>
            </a:r>
            <a:endParaRPr lang="en-US" altLang="zh-CN"/>
          </a:p>
        </p:txBody>
      </p:sp>
      <p:sp>
        <p:nvSpPr>
          <p:cNvPr id="112650" name="Oval 7">
            <a:extLst>
              <a:ext uri="{FF2B5EF4-FFF2-40B4-BE49-F238E27FC236}">
                <a16:creationId xmlns:a16="http://schemas.microsoft.com/office/drawing/2014/main" id="{0C1C5732-604C-EB2C-620D-85D4F15688E1}"/>
              </a:ext>
            </a:extLst>
          </p:cNvPr>
          <p:cNvSpPr>
            <a:spLocks noChangeArrowheads="1"/>
          </p:cNvSpPr>
          <p:nvPr/>
        </p:nvSpPr>
        <p:spPr bwMode="auto">
          <a:xfrm>
            <a:off x="4419600" y="4419600"/>
            <a:ext cx="533400" cy="533400"/>
          </a:xfrm>
          <a:prstGeom prst="ellipse">
            <a:avLst/>
          </a:prstGeom>
          <a:solidFill>
            <a:srgbClr val="FFFF00"/>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2800" b="1"/>
              <a:t>C</a:t>
            </a:r>
            <a:r>
              <a:rPr lang="en-US" altLang="zh-CN" b="1"/>
              <a:t>5</a:t>
            </a:r>
            <a:endParaRPr lang="en-US" altLang="zh-CN"/>
          </a:p>
        </p:txBody>
      </p:sp>
      <p:sp>
        <p:nvSpPr>
          <p:cNvPr id="112651" name="Oval 8">
            <a:extLst>
              <a:ext uri="{FF2B5EF4-FFF2-40B4-BE49-F238E27FC236}">
                <a16:creationId xmlns:a16="http://schemas.microsoft.com/office/drawing/2014/main" id="{8713D58D-F907-1C80-D742-90DC6C9B75AD}"/>
              </a:ext>
            </a:extLst>
          </p:cNvPr>
          <p:cNvSpPr>
            <a:spLocks noChangeArrowheads="1"/>
          </p:cNvSpPr>
          <p:nvPr/>
        </p:nvSpPr>
        <p:spPr bwMode="auto">
          <a:xfrm>
            <a:off x="5410200" y="2743200"/>
            <a:ext cx="533400" cy="533400"/>
          </a:xfrm>
          <a:prstGeom prst="ellipse">
            <a:avLst/>
          </a:prstGeom>
          <a:solidFill>
            <a:srgbClr val="FFFF00"/>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2800" b="1"/>
              <a:t>C</a:t>
            </a:r>
            <a:r>
              <a:rPr lang="en-US" altLang="zh-CN" b="1"/>
              <a:t>4</a:t>
            </a:r>
            <a:endParaRPr lang="en-US" altLang="zh-CN"/>
          </a:p>
        </p:txBody>
      </p:sp>
      <p:sp>
        <p:nvSpPr>
          <p:cNvPr id="112652" name="Oval 9">
            <a:extLst>
              <a:ext uri="{FF2B5EF4-FFF2-40B4-BE49-F238E27FC236}">
                <a16:creationId xmlns:a16="http://schemas.microsoft.com/office/drawing/2014/main" id="{D72C414C-8B6A-87F1-3482-0C4B060009A0}"/>
              </a:ext>
            </a:extLst>
          </p:cNvPr>
          <p:cNvSpPr>
            <a:spLocks noChangeArrowheads="1"/>
          </p:cNvSpPr>
          <p:nvPr/>
        </p:nvSpPr>
        <p:spPr bwMode="auto">
          <a:xfrm>
            <a:off x="5181600" y="990600"/>
            <a:ext cx="533400" cy="533400"/>
          </a:xfrm>
          <a:prstGeom prst="ellipse">
            <a:avLst/>
          </a:prstGeom>
          <a:solidFill>
            <a:srgbClr val="FFFF00"/>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2800" b="1"/>
              <a:t>C</a:t>
            </a:r>
            <a:r>
              <a:rPr lang="en-US" altLang="zh-CN" b="1"/>
              <a:t>9</a:t>
            </a:r>
            <a:endParaRPr lang="en-US" altLang="zh-CN"/>
          </a:p>
        </p:txBody>
      </p:sp>
      <p:sp>
        <p:nvSpPr>
          <p:cNvPr id="112653" name="Oval 10">
            <a:extLst>
              <a:ext uri="{FF2B5EF4-FFF2-40B4-BE49-F238E27FC236}">
                <a16:creationId xmlns:a16="http://schemas.microsoft.com/office/drawing/2014/main" id="{013719D3-1CF6-533F-AC3C-F2C2166D75EE}"/>
              </a:ext>
            </a:extLst>
          </p:cNvPr>
          <p:cNvSpPr>
            <a:spLocks noChangeArrowheads="1"/>
          </p:cNvSpPr>
          <p:nvPr/>
        </p:nvSpPr>
        <p:spPr bwMode="auto">
          <a:xfrm>
            <a:off x="7162800" y="3733800"/>
            <a:ext cx="533400" cy="533400"/>
          </a:xfrm>
          <a:prstGeom prst="ellipse">
            <a:avLst/>
          </a:prstGeom>
          <a:solidFill>
            <a:srgbClr val="FFFF00"/>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2800" b="1"/>
              <a:t>C</a:t>
            </a:r>
            <a:r>
              <a:rPr lang="en-US" altLang="zh-CN" b="1"/>
              <a:t>6</a:t>
            </a:r>
            <a:endParaRPr lang="en-US" altLang="zh-CN"/>
          </a:p>
        </p:txBody>
      </p:sp>
      <p:sp>
        <p:nvSpPr>
          <p:cNvPr id="112654" name="Oval 11">
            <a:extLst>
              <a:ext uri="{FF2B5EF4-FFF2-40B4-BE49-F238E27FC236}">
                <a16:creationId xmlns:a16="http://schemas.microsoft.com/office/drawing/2014/main" id="{CC0A6943-2BEA-C981-BC0F-9DA080C09C84}"/>
              </a:ext>
            </a:extLst>
          </p:cNvPr>
          <p:cNvSpPr>
            <a:spLocks noChangeArrowheads="1"/>
          </p:cNvSpPr>
          <p:nvPr/>
        </p:nvSpPr>
        <p:spPr bwMode="auto">
          <a:xfrm>
            <a:off x="7315200" y="1828800"/>
            <a:ext cx="533400" cy="533400"/>
          </a:xfrm>
          <a:prstGeom prst="ellipse">
            <a:avLst/>
          </a:prstGeom>
          <a:solidFill>
            <a:srgbClr val="FFFF00"/>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2800" b="1"/>
              <a:t>C</a:t>
            </a:r>
            <a:r>
              <a:rPr lang="en-US" altLang="zh-CN" b="1"/>
              <a:t>7</a:t>
            </a:r>
            <a:endParaRPr lang="en-US" altLang="zh-CN"/>
          </a:p>
        </p:txBody>
      </p:sp>
      <p:sp>
        <p:nvSpPr>
          <p:cNvPr id="112655" name="Oval 12">
            <a:extLst>
              <a:ext uri="{FF2B5EF4-FFF2-40B4-BE49-F238E27FC236}">
                <a16:creationId xmlns:a16="http://schemas.microsoft.com/office/drawing/2014/main" id="{B9CAD3D7-BC6A-854F-978D-4AA29569EF1C}"/>
              </a:ext>
            </a:extLst>
          </p:cNvPr>
          <p:cNvSpPr>
            <a:spLocks noChangeArrowheads="1"/>
          </p:cNvSpPr>
          <p:nvPr/>
        </p:nvSpPr>
        <p:spPr bwMode="auto">
          <a:xfrm>
            <a:off x="1066800" y="1752600"/>
            <a:ext cx="533400" cy="533400"/>
          </a:xfrm>
          <a:prstGeom prst="ellipse">
            <a:avLst/>
          </a:prstGeom>
          <a:solidFill>
            <a:srgbClr val="FFFF00"/>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2800" b="1"/>
              <a:t>C</a:t>
            </a:r>
            <a:r>
              <a:rPr lang="en-US" altLang="zh-CN" b="1"/>
              <a:t>1</a:t>
            </a:r>
            <a:endParaRPr lang="en-US" altLang="zh-CN"/>
          </a:p>
        </p:txBody>
      </p:sp>
      <p:sp>
        <p:nvSpPr>
          <p:cNvPr id="112656" name="Oval 13">
            <a:extLst>
              <a:ext uri="{FF2B5EF4-FFF2-40B4-BE49-F238E27FC236}">
                <a16:creationId xmlns:a16="http://schemas.microsoft.com/office/drawing/2014/main" id="{BD3E7E55-4620-0A2E-5A5D-4F43451A9D95}"/>
              </a:ext>
            </a:extLst>
          </p:cNvPr>
          <p:cNvSpPr>
            <a:spLocks noChangeArrowheads="1"/>
          </p:cNvSpPr>
          <p:nvPr/>
        </p:nvSpPr>
        <p:spPr bwMode="auto">
          <a:xfrm>
            <a:off x="1066800" y="3429000"/>
            <a:ext cx="533400" cy="533400"/>
          </a:xfrm>
          <a:prstGeom prst="ellipse">
            <a:avLst/>
          </a:prstGeom>
          <a:solidFill>
            <a:srgbClr val="FFFF00"/>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2800" b="1"/>
              <a:t>C</a:t>
            </a:r>
            <a:r>
              <a:rPr lang="en-US" altLang="zh-CN" b="1"/>
              <a:t>2</a:t>
            </a:r>
            <a:endParaRPr lang="en-US" altLang="zh-CN"/>
          </a:p>
        </p:txBody>
      </p:sp>
      <p:sp>
        <p:nvSpPr>
          <p:cNvPr id="112657" name="Line 15">
            <a:extLst>
              <a:ext uri="{FF2B5EF4-FFF2-40B4-BE49-F238E27FC236}">
                <a16:creationId xmlns:a16="http://schemas.microsoft.com/office/drawing/2014/main" id="{BF7A274B-D3CF-6499-B1C9-B6108CC764F1}"/>
              </a:ext>
            </a:extLst>
          </p:cNvPr>
          <p:cNvSpPr>
            <a:spLocks noChangeShapeType="1"/>
          </p:cNvSpPr>
          <p:nvPr/>
        </p:nvSpPr>
        <p:spPr bwMode="auto">
          <a:xfrm>
            <a:off x="3581400" y="1219200"/>
            <a:ext cx="1600200" cy="0"/>
          </a:xfrm>
          <a:prstGeom prst="line">
            <a:avLst/>
          </a:prstGeom>
          <a:noFill/>
          <a:ln w="28575">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58" name="Line 18">
            <a:extLst>
              <a:ext uri="{FF2B5EF4-FFF2-40B4-BE49-F238E27FC236}">
                <a16:creationId xmlns:a16="http://schemas.microsoft.com/office/drawing/2014/main" id="{2901135C-F05E-1FF0-325D-8043F366CCE0}"/>
              </a:ext>
            </a:extLst>
          </p:cNvPr>
          <p:cNvSpPr>
            <a:spLocks noChangeShapeType="1"/>
          </p:cNvSpPr>
          <p:nvPr/>
        </p:nvSpPr>
        <p:spPr bwMode="auto">
          <a:xfrm>
            <a:off x="3810000" y="2514600"/>
            <a:ext cx="1676400" cy="381000"/>
          </a:xfrm>
          <a:prstGeom prst="line">
            <a:avLst/>
          </a:prstGeom>
          <a:noFill/>
          <a:ln w="28575">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59" name="Line 19">
            <a:extLst>
              <a:ext uri="{FF2B5EF4-FFF2-40B4-BE49-F238E27FC236}">
                <a16:creationId xmlns:a16="http://schemas.microsoft.com/office/drawing/2014/main" id="{15A430E4-3383-A63E-73A3-C4FAE238FB05}"/>
              </a:ext>
            </a:extLst>
          </p:cNvPr>
          <p:cNvSpPr>
            <a:spLocks noChangeShapeType="1"/>
          </p:cNvSpPr>
          <p:nvPr/>
        </p:nvSpPr>
        <p:spPr bwMode="auto">
          <a:xfrm flipV="1">
            <a:off x="1600200" y="3124200"/>
            <a:ext cx="3810000" cy="609600"/>
          </a:xfrm>
          <a:prstGeom prst="line">
            <a:avLst/>
          </a:prstGeom>
          <a:noFill/>
          <a:ln w="28575">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60" name="Line 20">
            <a:extLst>
              <a:ext uri="{FF2B5EF4-FFF2-40B4-BE49-F238E27FC236}">
                <a16:creationId xmlns:a16="http://schemas.microsoft.com/office/drawing/2014/main" id="{4A2B51E4-A922-2E92-EF0F-7F320D40D145}"/>
              </a:ext>
            </a:extLst>
          </p:cNvPr>
          <p:cNvSpPr>
            <a:spLocks noChangeShapeType="1"/>
          </p:cNvSpPr>
          <p:nvPr/>
        </p:nvSpPr>
        <p:spPr bwMode="auto">
          <a:xfrm>
            <a:off x="5715000" y="1295400"/>
            <a:ext cx="1676400" cy="685800"/>
          </a:xfrm>
          <a:prstGeom prst="line">
            <a:avLst/>
          </a:prstGeom>
          <a:noFill/>
          <a:ln w="28575">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61" name="Line 21">
            <a:extLst>
              <a:ext uri="{FF2B5EF4-FFF2-40B4-BE49-F238E27FC236}">
                <a16:creationId xmlns:a16="http://schemas.microsoft.com/office/drawing/2014/main" id="{E77353D4-6E65-D2F7-024A-8E840CF6DF2E}"/>
              </a:ext>
            </a:extLst>
          </p:cNvPr>
          <p:cNvSpPr>
            <a:spLocks noChangeShapeType="1"/>
          </p:cNvSpPr>
          <p:nvPr/>
        </p:nvSpPr>
        <p:spPr bwMode="auto">
          <a:xfrm flipV="1">
            <a:off x="5943600" y="2209800"/>
            <a:ext cx="1447800" cy="762000"/>
          </a:xfrm>
          <a:prstGeom prst="line">
            <a:avLst/>
          </a:prstGeom>
          <a:noFill/>
          <a:ln w="28575">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62" name="Line 24">
            <a:extLst>
              <a:ext uri="{FF2B5EF4-FFF2-40B4-BE49-F238E27FC236}">
                <a16:creationId xmlns:a16="http://schemas.microsoft.com/office/drawing/2014/main" id="{F98ED917-9A56-4C8F-08CF-556B627A961F}"/>
              </a:ext>
            </a:extLst>
          </p:cNvPr>
          <p:cNvSpPr>
            <a:spLocks noChangeShapeType="1"/>
          </p:cNvSpPr>
          <p:nvPr/>
        </p:nvSpPr>
        <p:spPr bwMode="auto">
          <a:xfrm flipV="1">
            <a:off x="4953000" y="4114800"/>
            <a:ext cx="2286000" cy="609600"/>
          </a:xfrm>
          <a:prstGeom prst="line">
            <a:avLst/>
          </a:prstGeom>
          <a:noFill/>
          <a:ln w="28575">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灯片编号占位符 1">
            <a:extLst>
              <a:ext uri="{FF2B5EF4-FFF2-40B4-BE49-F238E27FC236}">
                <a16:creationId xmlns:a16="http://schemas.microsoft.com/office/drawing/2014/main" id="{8F1213FE-9EE8-4282-D732-8C0344354B66}"/>
              </a:ext>
            </a:extLst>
          </p:cNvPr>
          <p:cNvSpPr>
            <a:spLocks noGrp="1"/>
          </p:cNvSpPr>
          <p:nvPr>
            <p:ph type="sldNum" sz="quarter" idx="12"/>
          </p:nvPr>
        </p:nvSpPr>
        <p:spPr/>
        <p:txBody>
          <a:bodyPr/>
          <a:lstStyle/>
          <a:p>
            <a:pPr>
              <a:defRPr/>
            </a:pPr>
            <a:fld id="{22EEED5C-99EB-4141-8E47-FA8D31DEB9C9}" type="slidenum">
              <a:rPr lang="en-US" altLang="zh-CN" smtClean="0"/>
              <a:pPr>
                <a:defRPr/>
              </a:pPr>
              <a:t>96</a:t>
            </a:fld>
            <a:endParaRPr lang="en-US" altLang="zh-CN"/>
          </a:p>
        </p:txBody>
      </p:sp>
    </p:spTree>
  </p:cSld>
  <p:clrMapOvr>
    <a:masterClrMapping/>
  </p:clrMapOvr>
  <p:transition>
    <p:zoom/>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589B1B7D-8674-45D9-959E-75B8DD5B2F61}"/>
              </a:ext>
            </a:extLst>
          </p:cNvPr>
          <p:cNvSpPr>
            <a:spLocks noGrp="1"/>
          </p:cNvSpPr>
          <p:nvPr>
            <p:ph type="title"/>
          </p:nvPr>
        </p:nvSpPr>
        <p:spPr/>
        <p:txBody>
          <a:bodyPr/>
          <a:lstStyle/>
          <a:p>
            <a:r>
              <a:rPr lang="en-US" altLang="zh-CN" dirty="0"/>
              <a:t>AOV</a:t>
            </a:r>
            <a:r>
              <a:rPr lang="zh-CN" altLang="en-US" dirty="0"/>
              <a:t>网络</a:t>
            </a:r>
          </a:p>
        </p:txBody>
      </p:sp>
      <p:sp>
        <p:nvSpPr>
          <p:cNvPr id="225282" name="Rectangle 2">
            <a:extLst>
              <a:ext uri="{FF2B5EF4-FFF2-40B4-BE49-F238E27FC236}">
                <a16:creationId xmlns:a16="http://schemas.microsoft.com/office/drawing/2014/main" id="{B8B4FD03-DC3F-5F32-D8AA-D6A61BDED955}"/>
              </a:ext>
            </a:extLst>
          </p:cNvPr>
          <p:cNvSpPr>
            <a:spLocks noGrp="1" noChangeArrowheads="1"/>
          </p:cNvSpPr>
          <p:nvPr>
            <p:ph type="body" idx="1"/>
          </p:nvPr>
        </p:nvSpPr>
        <p:spPr/>
        <p:txBody>
          <a:bodyPr>
            <a:normAutofit fontScale="77500" lnSpcReduction="20000"/>
          </a:bodyPr>
          <a:lstStyle/>
          <a:p>
            <a:pPr>
              <a:lnSpc>
                <a:spcPct val="110000"/>
              </a:lnSpc>
            </a:pPr>
            <a:r>
              <a:rPr lang="zh-CN" altLang="en-US" dirty="0"/>
              <a:t>可以用有向图表示一个工程。在这种有向图中，用顶点表示活动，用有向边</a:t>
            </a:r>
            <a:r>
              <a:rPr lang="en-US" altLang="zh-CN" dirty="0"/>
              <a:t>&lt;V</a:t>
            </a:r>
            <a:r>
              <a:rPr lang="en-US" altLang="zh-CN" baseline="-25000" dirty="0"/>
              <a:t>i</a:t>
            </a:r>
            <a:r>
              <a:rPr lang="en-US" altLang="zh-CN" dirty="0"/>
              <a:t>, </a:t>
            </a:r>
            <a:r>
              <a:rPr lang="en-US" altLang="zh-CN" dirty="0" err="1"/>
              <a:t>V</a:t>
            </a:r>
            <a:r>
              <a:rPr lang="en-US" altLang="zh-CN" baseline="-25000" dirty="0" err="1"/>
              <a:t>j</a:t>
            </a:r>
            <a:r>
              <a:rPr lang="en-US" altLang="zh-CN" dirty="0"/>
              <a:t>&gt;</a:t>
            </a:r>
            <a:r>
              <a:rPr lang="zh-CN" altLang="en-US" dirty="0"/>
              <a:t>表示活动</a:t>
            </a:r>
            <a:r>
              <a:rPr lang="en-US" altLang="zh-CN" dirty="0"/>
              <a:t>V</a:t>
            </a:r>
            <a:r>
              <a:rPr lang="en-US" altLang="zh-CN" baseline="-25000" dirty="0"/>
              <a:t>i</a:t>
            </a:r>
            <a:r>
              <a:rPr lang="en-US" altLang="zh-CN" dirty="0"/>
              <a:t> </a:t>
            </a:r>
            <a:r>
              <a:rPr lang="zh-CN" altLang="en-US" dirty="0"/>
              <a:t>必须先于活动</a:t>
            </a:r>
            <a:r>
              <a:rPr lang="en-US" altLang="zh-CN" dirty="0" err="1"/>
              <a:t>V</a:t>
            </a:r>
            <a:r>
              <a:rPr lang="en-US" altLang="zh-CN" baseline="-25000" dirty="0" err="1"/>
              <a:t>j</a:t>
            </a:r>
            <a:r>
              <a:rPr lang="en-US" altLang="zh-CN" dirty="0"/>
              <a:t> </a:t>
            </a:r>
            <a:r>
              <a:rPr lang="zh-CN" altLang="en-US" dirty="0"/>
              <a:t>进行。这种有向图称为</a:t>
            </a:r>
            <a:r>
              <a:rPr lang="en-US" altLang="zh-CN" dirty="0"/>
              <a:t>AOV</a:t>
            </a:r>
            <a:r>
              <a:rPr lang="zh-CN" altLang="en-US" dirty="0"/>
              <a:t>网络 </a:t>
            </a:r>
            <a:r>
              <a:rPr lang="en-US" altLang="zh-CN" dirty="0"/>
              <a:t>(Activity  On Vertices</a:t>
            </a:r>
            <a:r>
              <a:rPr lang="zh-CN" altLang="en-US" dirty="0"/>
              <a:t>，即顶点表示活动</a:t>
            </a:r>
            <a:r>
              <a:rPr lang="en-US" altLang="zh-CN" dirty="0"/>
              <a:t>)</a:t>
            </a:r>
            <a:r>
              <a:rPr lang="zh-CN" altLang="en-US" dirty="0"/>
              <a:t>。  </a:t>
            </a:r>
          </a:p>
          <a:p>
            <a:pPr>
              <a:lnSpc>
                <a:spcPct val="110000"/>
              </a:lnSpc>
            </a:pPr>
            <a:r>
              <a:rPr lang="zh-CN" altLang="en-US" dirty="0"/>
              <a:t>在</a:t>
            </a:r>
            <a:r>
              <a:rPr lang="en-US" altLang="zh-CN" dirty="0"/>
              <a:t>AOV</a:t>
            </a:r>
            <a:r>
              <a:rPr lang="zh-CN" altLang="en-US" dirty="0"/>
              <a:t>网络中不能出现有向回路，即有向环。如果出现了有向环，则意味着某项活动应以自己作为先决条件。</a:t>
            </a:r>
          </a:p>
          <a:p>
            <a:pPr>
              <a:lnSpc>
                <a:spcPct val="110000"/>
              </a:lnSpc>
            </a:pPr>
            <a:r>
              <a:rPr lang="zh-CN" altLang="en-US" dirty="0"/>
              <a:t>因此，对给定的</a:t>
            </a:r>
            <a:r>
              <a:rPr lang="en-US" altLang="zh-CN" dirty="0"/>
              <a:t>AOV</a:t>
            </a:r>
            <a:r>
              <a:rPr lang="zh-CN" altLang="en-US" dirty="0"/>
              <a:t>网络，必须先判断它是否存在有向环。</a:t>
            </a:r>
          </a:p>
        </p:txBody>
      </p:sp>
      <p:sp>
        <p:nvSpPr>
          <p:cNvPr id="2" name="灯片编号占位符 1">
            <a:extLst>
              <a:ext uri="{FF2B5EF4-FFF2-40B4-BE49-F238E27FC236}">
                <a16:creationId xmlns:a16="http://schemas.microsoft.com/office/drawing/2014/main" id="{FECA04C7-A8AB-8976-322A-9BFA9762A658}"/>
              </a:ext>
            </a:extLst>
          </p:cNvPr>
          <p:cNvSpPr>
            <a:spLocks noGrp="1"/>
          </p:cNvSpPr>
          <p:nvPr>
            <p:ph type="sldNum" sz="quarter" idx="12"/>
          </p:nvPr>
        </p:nvSpPr>
        <p:spPr/>
        <p:txBody>
          <a:bodyPr/>
          <a:lstStyle/>
          <a:p>
            <a:pPr>
              <a:defRPr/>
            </a:pPr>
            <a:fld id="{2E0F9FB0-350A-4A87-9CD5-1F022F266B97}" type="slidenum">
              <a:rPr lang="en-US" altLang="zh-CN" smtClean="0"/>
              <a:pPr>
                <a:defRPr/>
              </a:pPr>
              <a:t>97</a:t>
            </a:fld>
            <a:endParaRPr lang="en-US" altLang="zh-CN"/>
          </a:p>
        </p:txBody>
      </p:sp>
    </p:spTree>
  </p:cSld>
  <p:clrMapOvr>
    <a:masterClrMapping/>
  </p:clrMapOvr>
  <p:transition>
    <p:zoom/>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a:extLst>
              <a:ext uri="{FF2B5EF4-FFF2-40B4-BE49-F238E27FC236}">
                <a16:creationId xmlns:a16="http://schemas.microsoft.com/office/drawing/2014/main" id="{E80E7EC6-A7C5-8646-7B14-DA62F4BC68EB}"/>
              </a:ext>
            </a:extLst>
          </p:cNvPr>
          <p:cNvSpPr>
            <a:spLocks noGrp="1" noChangeArrowheads="1"/>
          </p:cNvSpPr>
          <p:nvPr>
            <p:ph type="body" idx="1"/>
          </p:nvPr>
        </p:nvSpPr>
        <p:spPr>
          <a:xfrm>
            <a:off x="571500" y="461962"/>
            <a:ext cx="7886700" cy="2687638"/>
          </a:xfrm>
        </p:spPr>
        <p:txBody>
          <a:bodyPr>
            <a:normAutofit fontScale="92500"/>
          </a:bodyPr>
          <a:lstStyle/>
          <a:p>
            <a:r>
              <a:rPr lang="zh-CN" altLang="en-US" dirty="0"/>
              <a:t>检测有向环的一种方法是对</a:t>
            </a:r>
            <a:r>
              <a:rPr lang="en-US" altLang="zh-CN" dirty="0"/>
              <a:t>AOV</a:t>
            </a:r>
            <a:r>
              <a:rPr lang="zh-CN" altLang="en-US" dirty="0"/>
              <a:t>网络构造它的拓扑有序序列。即将各个顶点（代表各个活动）排列成一个线性有序的序列，使得</a:t>
            </a:r>
            <a:r>
              <a:rPr lang="en-US" altLang="zh-CN" dirty="0"/>
              <a:t>AOV</a:t>
            </a:r>
            <a:r>
              <a:rPr lang="zh-CN" altLang="en-US" dirty="0"/>
              <a:t>网络中所有应存在的前驱和后继关系都能得到满足。   </a:t>
            </a:r>
          </a:p>
        </p:txBody>
      </p:sp>
      <p:grpSp>
        <p:nvGrpSpPr>
          <p:cNvPr id="114691" name="Group 15">
            <a:extLst>
              <a:ext uri="{FF2B5EF4-FFF2-40B4-BE49-F238E27FC236}">
                <a16:creationId xmlns:a16="http://schemas.microsoft.com/office/drawing/2014/main" id="{49BB7CD5-040C-E6DF-CC3C-90D190F7086A}"/>
              </a:ext>
            </a:extLst>
          </p:cNvPr>
          <p:cNvGrpSpPr>
            <a:grpSpLocks/>
          </p:cNvGrpSpPr>
          <p:nvPr/>
        </p:nvGrpSpPr>
        <p:grpSpPr bwMode="auto">
          <a:xfrm>
            <a:off x="1270000" y="3468688"/>
            <a:ext cx="2590800" cy="1455737"/>
            <a:chOff x="560" y="2305"/>
            <a:chExt cx="1632" cy="917"/>
          </a:xfrm>
        </p:grpSpPr>
        <p:sp>
          <p:nvSpPr>
            <p:cNvPr id="114722" name="Line 4">
              <a:extLst>
                <a:ext uri="{FF2B5EF4-FFF2-40B4-BE49-F238E27FC236}">
                  <a16:creationId xmlns:a16="http://schemas.microsoft.com/office/drawing/2014/main" id="{642BA656-DF56-1606-D8C6-ED442FDD2127}"/>
                </a:ext>
              </a:extLst>
            </p:cNvPr>
            <p:cNvSpPr>
              <a:spLocks noChangeShapeType="1"/>
            </p:cNvSpPr>
            <p:nvPr/>
          </p:nvSpPr>
          <p:spPr bwMode="auto">
            <a:xfrm flipV="1">
              <a:off x="776" y="2480"/>
              <a:ext cx="464" cy="232"/>
            </a:xfrm>
            <a:prstGeom prst="line">
              <a:avLst/>
            </a:prstGeom>
            <a:noFill/>
            <a:ln w="2540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26309" name="Oval 5">
              <a:extLst>
                <a:ext uri="{FF2B5EF4-FFF2-40B4-BE49-F238E27FC236}">
                  <a16:creationId xmlns:a16="http://schemas.microsoft.com/office/drawing/2014/main" id="{986D341D-F3BB-C828-843F-5A8AADDC693D}"/>
                </a:ext>
              </a:extLst>
            </p:cNvPr>
            <p:cNvSpPr>
              <a:spLocks noChangeArrowheads="1"/>
            </p:cNvSpPr>
            <p:nvPr/>
          </p:nvSpPr>
          <p:spPr bwMode="auto">
            <a:xfrm>
              <a:off x="1232" y="2320"/>
              <a:ext cx="256" cy="248"/>
            </a:xfrm>
            <a:prstGeom prst="ellipse">
              <a:avLst/>
            </a:prstGeom>
            <a:gradFill rotWithShape="0">
              <a:gsLst>
                <a:gs pos="0">
                  <a:schemeClr val="folHlink"/>
                </a:gs>
                <a:gs pos="100000">
                  <a:schemeClr val="folHlink">
                    <a:gamma/>
                    <a:shade val="46275"/>
                    <a:invGamma/>
                  </a:schemeClr>
                </a:gs>
              </a:gsLst>
              <a:lin ang="2700000" scaled="1"/>
            </a:gradFill>
            <a:ln w="9525">
              <a:solidFill>
                <a:schemeClr val="folHlink"/>
              </a:solidFill>
              <a:round/>
              <a:headEnd/>
              <a:tailEnd/>
            </a:ln>
            <a:effectLst/>
          </p:spPr>
          <p:txBody>
            <a:bodyPr wrap="none" anchor="ctr"/>
            <a:lstStyle/>
            <a:p>
              <a:pPr>
                <a:defRPr/>
              </a:pPr>
              <a:endParaRPr lang="zh-CN" altLang="en-US"/>
            </a:p>
          </p:txBody>
        </p:sp>
        <p:sp>
          <p:nvSpPr>
            <p:cNvPr id="114724" name="Line 6">
              <a:extLst>
                <a:ext uri="{FF2B5EF4-FFF2-40B4-BE49-F238E27FC236}">
                  <a16:creationId xmlns:a16="http://schemas.microsoft.com/office/drawing/2014/main" id="{3FC3F72B-35CA-114E-2BD4-ED249A3F03BF}"/>
                </a:ext>
              </a:extLst>
            </p:cNvPr>
            <p:cNvSpPr>
              <a:spLocks noChangeShapeType="1"/>
            </p:cNvSpPr>
            <p:nvPr/>
          </p:nvSpPr>
          <p:spPr bwMode="auto">
            <a:xfrm>
              <a:off x="792" y="2832"/>
              <a:ext cx="456" cy="248"/>
            </a:xfrm>
            <a:prstGeom prst="line">
              <a:avLst/>
            </a:prstGeom>
            <a:noFill/>
            <a:ln w="2540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26311" name="Oval 7">
              <a:extLst>
                <a:ext uri="{FF2B5EF4-FFF2-40B4-BE49-F238E27FC236}">
                  <a16:creationId xmlns:a16="http://schemas.microsoft.com/office/drawing/2014/main" id="{E60BC7D2-E464-1B50-A090-3EBA599D72A3}"/>
                </a:ext>
              </a:extLst>
            </p:cNvPr>
            <p:cNvSpPr>
              <a:spLocks noChangeArrowheads="1"/>
            </p:cNvSpPr>
            <p:nvPr/>
          </p:nvSpPr>
          <p:spPr bwMode="auto">
            <a:xfrm flipV="1">
              <a:off x="1232" y="2968"/>
              <a:ext cx="256" cy="248"/>
            </a:xfrm>
            <a:prstGeom prst="ellipse">
              <a:avLst/>
            </a:prstGeom>
            <a:gradFill rotWithShape="0">
              <a:gsLst>
                <a:gs pos="0">
                  <a:schemeClr val="folHlink"/>
                </a:gs>
                <a:gs pos="100000">
                  <a:schemeClr val="folHlink">
                    <a:gamma/>
                    <a:shade val="46275"/>
                    <a:invGamma/>
                  </a:schemeClr>
                </a:gs>
              </a:gsLst>
              <a:lin ang="2700000" scaled="1"/>
            </a:gradFill>
            <a:ln w="9525">
              <a:solidFill>
                <a:schemeClr val="folHlink"/>
              </a:solidFill>
              <a:round/>
              <a:headEnd/>
              <a:tailEnd/>
            </a:ln>
            <a:effectLst/>
          </p:spPr>
          <p:txBody>
            <a:bodyPr wrap="none" anchor="ctr"/>
            <a:lstStyle/>
            <a:p>
              <a:pPr>
                <a:defRPr/>
              </a:pPr>
              <a:endParaRPr lang="zh-CN" altLang="en-US"/>
            </a:p>
          </p:txBody>
        </p:sp>
        <p:sp>
          <p:nvSpPr>
            <p:cNvPr id="114726" name="Line 8">
              <a:extLst>
                <a:ext uri="{FF2B5EF4-FFF2-40B4-BE49-F238E27FC236}">
                  <a16:creationId xmlns:a16="http://schemas.microsoft.com/office/drawing/2014/main" id="{EEB54C7E-8E02-0667-1471-80CE4415C8D1}"/>
                </a:ext>
              </a:extLst>
            </p:cNvPr>
            <p:cNvSpPr>
              <a:spLocks noChangeShapeType="1"/>
            </p:cNvSpPr>
            <p:nvPr/>
          </p:nvSpPr>
          <p:spPr bwMode="auto">
            <a:xfrm flipV="1">
              <a:off x="1488" y="2840"/>
              <a:ext cx="464" cy="232"/>
            </a:xfrm>
            <a:prstGeom prst="line">
              <a:avLst/>
            </a:prstGeom>
            <a:noFill/>
            <a:ln w="2540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14727" name="Line 9">
              <a:extLst>
                <a:ext uri="{FF2B5EF4-FFF2-40B4-BE49-F238E27FC236}">
                  <a16:creationId xmlns:a16="http://schemas.microsoft.com/office/drawing/2014/main" id="{01B5642F-CF21-D108-A93B-A9EE033ADB9A}"/>
                </a:ext>
              </a:extLst>
            </p:cNvPr>
            <p:cNvSpPr>
              <a:spLocks noChangeShapeType="1"/>
            </p:cNvSpPr>
            <p:nvPr/>
          </p:nvSpPr>
          <p:spPr bwMode="auto">
            <a:xfrm>
              <a:off x="1488" y="2496"/>
              <a:ext cx="456" cy="248"/>
            </a:xfrm>
            <a:prstGeom prst="line">
              <a:avLst/>
            </a:prstGeom>
            <a:noFill/>
            <a:ln w="2540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26314" name="Oval 10">
              <a:extLst>
                <a:ext uri="{FF2B5EF4-FFF2-40B4-BE49-F238E27FC236}">
                  <a16:creationId xmlns:a16="http://schemas.microsoft.com/office/drawing/2014/main" id="{B87D97C4-E24D-6BF4-D77B-8F4E89B5D5AC}"/>
                </a:ext>
              </a:extLst>
            </p:cNvPr>
            <p:cNvSpPr>
              <a:spLocks noChangeArrowheads="1"/>
            </p:cNvSpPr>
            <p:nvPr/>
          </p:nvSpPr>
          <p:spPr bwMode="auto">
            <a:xfrm flipV="1">
              <a:off x="1936" y="2680"/>
              <a:ext cx="256" cy="248"/>
            </a:xfrm>
            <a:prstGeom prst="ellipse">
              <a:avLst/>
            </a:prstGeom>
            <a:gradFill rotWithShape="0">
              <a:gsLst>
                <a:gs pos="0">
                  <a:schemeClr val="folHlink"/>
                </a:gs>
                <a:gs pos="100000">
                  <a:schemeClr val="folHlink">
                    <a:gamma/>
                    <a:shade val="46275"/>
                    <a:invGamma/>
                  </a:schemeClr>
                </a:gs>
              </a:gsLst>
              <a:lin ang="2700000" scaled="1"/>
            </a:gradFill>
            <a:ln w="9525">
              <a:solidFill>
                <a:schemeClr val="folHlink"/>
              </a:solidFill>
              <a:round/>
              <a:headEnd/>
              <a:tailEnd/>
            </a:ln>
            <a:effectLst/>
          </p:spPr>
          <p:txBody>
            <a:bodyPr wrap="none" anchor="ctr"/>
            <a:lstStyle/>
            <a:p>
              <a:pPr>
                <a:defRPr/>
              </a:pPr>
              <a:endParaRPr lang="zh-CN" altLang="en-US"/>
            </a:p>
          </p:txBody>
        </p:sp>
        <p:sp>
          <p:nvSpPr>
            <p:cNvPr id="226307" name="Oval 3">
              <a:extLst>
                <a:ext uri="{FF2B5EF4-FFF2-40B4-BE49-F238E27FC236}">
                  <a16:creationId xmlns:a16="http://schemas.microsoft.com/office/drawing/2014/main" id="{732551F3-1D5A-126D-8AFC-A2A4B4D5E30E}"/>
                </a:ext>
              </a:extLst>
            </p:cNvPr>
            <p:cNvSpPr>
              <a:spLocks noChangeArrowheads="1"/>
            </p:cNvSpPr>
            <p:nvPr/>
          </p:nvSpPr>
          <p:spPr bwMode="auto">
            <a:xfrm>
              <a:off x="560" y="2656"/>
              <a:ext cx="256" cy="248"/>
            </a:xfrm>
            <a:prstGeom prst="ellipse">
              <a:avLst/>
            </a:prstGeom>
            <a:gradFill rotWithShape="0">
              <a:gsLst>
                <a:gs pos="0">
                  <a:schemeClr val="folHlink"/>
                </a:gs>
                <a:gs pos="100000">
                  <a:schemeClr val="folHlink">
                    <a:gamma/>
                    <a:shade val="46275"/>
                    <a:invGamma/>
                  </a:schemeClr>
                </a:gs>
              </a:gsLst>
              <a:lin ang="2700000" scaled="1"/>
            </a:gradFill>
            <a:ln w="9525">
              <a:solidFill>
                <a:schemeClr val="folHlink"/>
              </a:solidFill>
              <a:round/>
              <a:headEnd/>
              <a:tailEnd/>
            </a:ln>
            <a:effectLst/>
          </p:spPr>
          <p:txBody>
            <a:bodyPr wrap="none" anchor="ctr"/>
            <a:lstStyle/>
            <a:p>
              <a:pPr>
                <a:defRPr/>
              </a:pPr>
              <a:endParaRPr lang="zh-CN" altLang="en-US"/>
            </a:p>
          </p:txBody>
        </p:sp>
        <p:sp>
          <p:nvSpPr>
            <p:cNvPr id="114730" name="Text Box 11">
              <a:extLst>
                <a:ext uri="{FF2B5EF4-FFF2-40B4-BE49-F238E27FC236}">
                  <a16:creationId xmlns:a16="http://schemas.microsoft.com/office/drawing/2014/main" id="{71D5203F-0163-E7AE-1D5C-935F963A168B}"/>
                </a:ext>
              </a:extLst>
            </p:cNvPr>
            <p:cNvSpPr txBox="1">
              <a:spLocks noChangeArrowheads="1"/>
            </p:cNvSpPr>
            <p:nvPr/>
          </p:nvSpPr>
          <p:spPr bwMode="auto">
            <a:xfrm>
              <a:off x="582" y="2641"/>
              <a:ext cx="20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200" b="1">
                  <a:solidFill>
                    <a:srgbClr val="FFFF00"/>
                  </a:solidFill>
                  <a:latin typeface="Times New Roman" panose="02020603050405020304" pitchFamily="18" charset="0"/>
                  <a:ea typeface="宋体" panose="02010600030101010101" pitchFamily="2" charset="-122"/>
                </a:rPr>
                <a:t>1</a:t>
              </a:r>
            </a:p>
          </p:txBody>
        </p:sp>
        <p:sp>
          <p:nvSpPr>
            <p:cNvPr id="114731" name="Text Box 12">
              <a:extLst>
                <a:ext uri="{FF2B5EF4-FFF2-40B4-BE49-F238E27FC236}">
                  <a16:creationId xmlns:a16="http://schemas.microsoft.com/office/drawing/2014/main" id="{68B8E676-C636-80F9-88D1-2D3BE526BA5F}"/>
                </a:ext>
              </a:extLst>
            </p:cNvPr>
            <p:cNvSpPr txBox="1">
              <a:spLocks noChangeArrowheads="1"/>
            </p:cNvSpPr>
            <p:nvPr/>
          </p:nvSpPr>
          <p:spPr bwMode="auto">
            <a:xfrm>
              <a:off x="1262" y="2953"/>
              <a:ext cx="20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200" b="1">
                  <a:solidFill>
                    <a:srgbClr val="FFFF00"/>
                  </a:solidFill>
                  <a:latin typeface="Times New Roman" panose="02020603050405020304" pitchFamily="18" charset="0"/>
                  <a:ea typeface="宋体" panose="02010600030101010101" pitchFamily="2" charset="-122"/>
                </a:rPr>
                <a:t>2</a:t>
              </a:r>
            </a:p>
          </p:txBody>
        </p:sp>
        <p:sp>
          <p:nvSpPr>
            <p:cNvPr id="114732" name="Text Box 13">
              <a:extLst>
                <a:ext uri="{FF2B5EF4-FFF2-40B4-BE49-F238E27FC236}">
                  <a16:creationId xmlns:a16="http://schemas.microsoft.com/office/drawing/2014/main" id="{365C3E3B-2AB7-D1DA-D27D-83E0F3FF95A1}"/>
                </a:ext>
              </a:extLst>
            </p:cNvPr>
            <p:cNvSpPr txBox="1">
              <a:spLocks noChangeArrowheads="1"/>
            </p:cNvSpPr>
            <p:nvPr/>
          </p:nvSpPr>
          <p:spPr bwMode="auto">
            <a:xfrm>
              <a:off x="1262" y="2305"/>
              <a:ext cx="20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200" b="1">
                  <a:solidFill>
                    <a:srgbClr val="FFFF00"/>
                  </a:solidFill>
                  <a:latin typeface="Times New Roman" panose="02020603050405020304" pitchFamily="18" charset="0"/>
                  <a:ea typeface="宋体" panose="02010600030101010101" pitchFamily="2" charset="-122"/>
                </a:rPr>
                <a:t>3</a:t>
              </a:r>
            </a:p>
          </p:txBody>
        </p:sp>
        <p:sp>
          <p:nvSpPr>
            <p:cNvPr id="114733" name="Text Box 14">
              <a:extLst>
                <a:ext uri="{FF2B5EF4-FFF2-40B4-BE49-F238E27FC236}">
                  <a16:creationId xmlns:a16="http://schemas.microsoft.com/office/drawing/2014/main" id="{A5AD04E1-1F12-D016-FAA7-70936F88E894}"/>
                </a:ext>
              </a:extLst>
            </p:cNvPr>
            <p:cNvSpPr txBox="1">
              <a:spLocks noChangeArrowheads="1"/>
            </p:cNvSpPr>
            <p:nvPr/>
          </p:nvSpPr>
          <p:spPr bwMode="auto">
            <a:xfrm>
              <a:off x="1950" y="2665"/>
              <a:ext cx="20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200" b="1">
                  <a:solidFill>
                    <a:srgbClr val="FFFF00"/>
                  </a:solidFill>
                  <a:latin typeface="Times New Roman" panose="02020603050405020304" pitchFamily="18" charset="0"/>
                  <a:ea typeface="宋体" panose="02010600030101010101" pitchFamily="2" charset="-122"/>
                </a:rPr>
                <a:t>4</a:t>
              </a:r>
            </a:p>
          </p:txBody>
        </p:sp>
      </p:grpSp>
      <p:sp>
        <p:nvSpPr>
          <p:cNvPr id="226335" name="AutoShape 31">
            <a:extLst>
              <a:ext uri="{FF2B5EF4-FFF2-40B4-BE49-F238E27FC236}">
                <a16:creationId xmlns:a16="http://schemas.microsoft.com/office/drawing/2014/main" id="{2DECA0B5-6820-34F4-2A72-FF9655087525}"/>
              </a:ext>
            </a:extLst>
          </p:cNvPr>
          <p:cNvSpPr>
            <a:spLocks noChangeArrowheads="1"/>
          </p:cNvSpPr>
          <p:nvPr/>
        </p:nvSpPr>
        <p:spPr bwMode="auto">
          <a:xfrm>
            <a:off x="3886200" y="4089400"/>
            <a:ext cx="1257300" cy="266700"/>
          </a:xfrm>
          <a:prstGeom prst="rightArrow">
            <a:avLst>
              <a:gd name="adj1" fmla="val 50000"/>
              <a:gd name="adj2" fmla="val 117857"/>
            </a:avLst>
          </a:prstGeom>
          <a:gradFill rotWithShape="0">
            <a:gsLst>
              <a:gs pos="0">
                <a:schemeClr val="bg1"/>
              </a:gs>
              <a:gs pos="100000">
                <a:schemeClr val="bg1">
                  <a:gamma/>
                  <a:shade val="46275"/>
                  <a:invGamma/>
                </a:schemeClr>
              </a:gs>
            </a:gsLst>
            <a:lin ang="0" scaled="1"/>
          </a:gradFill>
          <a:ln w="9525">
            <a:noFill/>
            <a:miter lim="800000"/>
            <a:headEnd/>
            <a:tailEnd/>
          </a:ln>
          <a:effectLst/>
        </p:spPr>
        <p:txBody>
          <a:bodyPr wrap="none" anchor="ctr"/>
          <a:lstStyle/>
          <a:p>
            <a:pPr>
              <a:defRPr/>
            </a:pPr>
            <a:endParaRPr lang="zh-CN" altLang="en-US"/>
          </a:p>
        </p:txBody>
      </p:sp>
      <p:sp>
        <p:nvSpPr>
          <p:cNvPr id="226336" name="Text Box 32">
            <a:extLst>
              <a:ext uri="{FF2B5EF4-FFF2-40B4-BE49-F238E27FC236}">
                <a16:creationId xmlns:a16="http://schemas.microsoft.com/office/drawing/2014/main" id="{67E73DF4-7705-40D8-A886-73627165E9F0}"/>
              </a:ext>
            </a:extLst>
          </p:cNvPr>
          <p:cNvSpPr txBox="1">
            <a:spLocks noChangeArrowheads="1"/>
          </p:cNvSpPr>
          <p:nvPr/>
        </p:nvSpPr>
        <p:spPr bwMode="auto">
          <a:xfrm>
            <a:off x="3819525" y="3486150"/>
            <a:ext cx="1606550" cy="519113"/>
          </a:xfrm>
          <a:prstGeom prst="rect">
            <a:avLst/>
          </a:prstGeom>
          <a:noFill/>
          <a:ln w="9525">
            <a:noFill/>
            <a:miter lim="800000"/>
            <a:headEnd/>
            <a:tailEnd/>
          </a:ln>
          <a:effectLst/>
        </p:spPr>
        <p:txBody>
          <a:bodyPr wrap="none">
            <a:spAutoFit/>
          </a:bodyPr>
          <a:lstStyle/>
          <a:p>
            <a:pPr>
              <a:defRPr/>
            </a:pPr>
            <a:r>
              <a:rPr lang="zh-CN" altLang="en-US" sz="2800" u="sng">
                <a:solidFill>
                  <a:schemeClr val="accent2"/>
                </a:solidFill>
                <a:effectLst>
                  <a:outerShdw blurRad="38100" dist="38100" dir="2700000" algn="tl">
                    <a:srgbClr val="C0C0C0"/>
                  </a:outerShdw>
                </a:effectLst>
                <a:ea typeface="隶书" pitchFamily="49" charset="-122"/>
              </a:rPr>
              <a:t>拓扑排序</a:t>
            </a:r>
          </a:p>
        </p:txBody>
      </p:sp>
      <p:grpSp>
        <p:nvGrpSpPr>
          <p:cNvPr id="114694" name="Group 33">
            <a:extLst>
              <a:ext uri="{FF2B5EF4-FFF2-40B4-BE49-F238E27FC236}">
                <a16:creationId xmlns:a16="http://schemas.microsoft.com/office/drawing/2014/main" id="{F00801B9-B001-2A0F-AD64-CA46BDD46CFA}"/>
              </a:ext>
            </a:extLst>
          </p:cNvPr>
          <p:cNvGrpSpPr>
            <a:grpSpLocks/>
          </p:cNvGrpSpPr>
          <p:nvPr/>
        </p:nvGrpSpPr>
        <p:grpSpPr bwMode="auto">
          <a:xfrm>
            <a:off x="5372100" y="3494088"/>
            <a:ext cx="2590800" cy="1455737"/>
            <a:chOff x="3376" y="2201"/>
            <a:chExt cx="1632" cy="917"/>
          </a:xfrm>
        </p:grpSpPr>
        <p:sp>
          <p:nvSpPr>
            <p:cNvPr id="114709" name="Line 17">
              <a:extLst>
                <a:ext uri="{FF2B5EF4-FFF2-40B4-BE49-F238E27FC236}">
                  <a16:creationId xmlns:a16="http://schemas.microsoft.com/office/drawing/2014/main" id="{DA8B410C-7EAF-CFA0-2DC8-1F907B86BCAF}"/>
                </a:ext>
              </a:extLst>
            </p:cNvPr>
            <p:cNvSpPr>
              <a:spLocks noChangeShapeType="1"/>
            </p:cNvSpPr>
            <p:nvPr/>
          </p:nvSpPr>
          <p:spPr bwMode="auto">
            <a:xfrm flipV="1">
              <a:off x="3592" y="2376"/>
              <a:ext cx="464" cy="232"/>
            </a:xfrm>
            <a:prstGeom prst="line">
              <a:avLst/>
            </a:prstGeom>
            <a:noFill/>
            <a:ln w="2540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26322" name="Oval 18">
              <a:extLst>
                <a:ext uri="{FF2B5EF4-FFF2-40B4-BE49-F238E27FC236}">
                  <a16:creationId xmlns:a16="http://schemas.microsoft.com/office/drawing/2014/main" id="{60517D5A-B4D3-5EC5-A301-61C9DFCB1ED1}"/>
                </a:ext>
              </a:extLst>
            </p:cNvPr>
            <p:cNvSpPr>
              <a:spLocks noChangeArrowheads="1"/>
            </p:cNvSpPr>
            <p:nvPr/>
          </p:nvSpPr>
          <p:spPr bwMode="auto">
            <a:xfrm>
              <a:off x="4048" y="2216"/>
              <a:ext cx="256" cy="248"/>
            </a:xfrm>
            <a:prstGeom prst="ellipse">
              <a:avLst/>
            </a:prstGeom>
            <a:gradFill rotWithShape="0">
              <a:gsLst>
                <a:gs pos="0">
                  <a:schemeClr val="tx2"/>
                </a:gs>
                <a:gs pos="100000">
                  <a:schemeClr val="tx2">
                    <a:gamma/>
                    <a:shade val="46275"/>
                    <a:invGamma/>
                  </a:schemeClr>
                </a:gs>
              </a:gsLst>
              <a:lin ang="2700000" scaled="1"/>
            </a:gradFill>
            <a:ln w="9525">
              <a:solidFill>
                <a:schemeClr val="tx2"/>
              </a:solidFill>
              <a:round/>
              <a:headEnd/>
              <a:tailEnd/>
            </a:ln>
            <a:effectLst/>
          </p:spPr>
          <p:txBody>
            <a:bodyPr wrap="none" anchor="ctr"/>
            <a:lstStyle/>
            <a:p>
              <a:pPr>
                <a:defRPr/>
              </a:pPr>
              <a:endParaRPr lang="zh-CN" altLang="en-US"/>
            </a:p>
          </p:txBody>
        </p:sp>
        <p:sp>
          <p:nvSpPr>
            <p:cNvPr id="114711" name="Line 19">
              <a:extLst>
                <a:ext uri="{FF2B5EF4-FFF2-40B4-BE49-F238E27FC236}">
                  <a16:creationId xmlns:a16="http://schemas.microsoft.com/office/drawing/2014/main" id="{0CD53725-7970-4C6F-8C3D-AEC162BFAA4B}"/>
                </a:ext>
              </a:extLst>
            </p:cNvPr>
            <p:cNvSpPr>
              <a:spLocks noChangeShapeType="1"/>
            </p:cNvSpPr>
            <p:nvPr/>
          </p:nvSpPr>
          <p:spPr bwMode="auto">
            <a:xfrm>
              <a:off x="3608" y="2728"/>
              <a:ext cx="456" cy="248"/>
            </a:xfrm>
            <a:prstGeom prst="line">
              <a:avLst/>
            </a:prstGeom>
            <a:noFill/>
            <a:ln w="2540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26324" name="Oval 20">
              <a:extLst>
                <a:ext uri="{FF2B5EF4-FFF2-40B4-BE49-F238E27FC236}">
                  <a16:creationId xmlns:a16="http://schemas.microsoft.com/office/drawing/2014/main" id="{5B2CDDDE-A7AD-46F1-DDDE-AE9F1EF51DE4}"/>
                </a:ext>
              </a:extLst>
            </p:cNvPr>
            <p:cNvSpPr>
              <a:spLocks noChangeArrowheads="1"/>
            </p:cNvSpPr>
            <p:nvPr/>
          </p:nvSpPr>
          <p:spPr bwMode="auto">
            <a:xfrm flipV="1">
              <a:off x="4048" y="2864"/>
              <a:ext cx="256" cy="248"/>
            </a:xfrm>
            <a:prstGeom prst="ellipse">
              <a:avLst/>
            </a:prstGeom>
            <a:gradFill rotWithShape="0">
              <a:gsLst>
                <a:gs pos="0">
                  <a:schemeClr val="tx2"/>
                </a:gs>
                <a:gs pos="100000">
                  <a:schemeClr val="tx2">
                    <a:gamma/>
                    <a:shade val="46275"/>
                    <a:invGamma/>
                  </a:schemeClr>
                </a:gs>
              </a:gsLst>
              <a:lin ang="2700000" scaled="1"/>
            </a:gradFill>
            <a:ln w="9525">
              <a:solidFill>
                <a:schemeClr val="tx2"/>
              </a:solidFill>
              <a:round/>
              <a:headEnd/>
              <a:tailEnd/>
            </a:ln>
            <a:effectLst/>
          </p:spPr>
          <p:txBody>
            <a:bodyPr wrap="none" anchor="ctr"/>
            <a:lstStyle/>
            <a:p>
              <a:pPr>
                <a:defRPr/>
              </a:pPr>
              <a:endParaRPr lang="zh-CN" altLang="en-US"/>
            </a:p>
          </p:txBody>
        </p:sp>
        <p:sp>
          <p:nvSpPr>
            <p:cNvPr id="114713" name="Line 21">
              <a:extLst>
                <a:ext uri="{FF2B5EF4-FFF2-40B4-BE49-F238E27FC236}">
                  <a16:creationId xmlns:a16="http://schemas.microsoft.com/office/drawing/2014/main" id="{F300A590-ECD6-ED78-558D-378E3931F53C}"/>
                </a:ext>
              </a:extLst>
            </p:cNvPr>
            <p:cNvSpPr>
              <a:spLocks noChangeShapeType="1"/>
            </p:cNvSpPr>
            <p:nvPr/>
          </p:nvSpPr>
          <p:spPr bwMode="auto">
            <a:xfrm flipV="1">
              <a:off x="4304" y="2736"/>
              <a:ext cx="464" cy="232"/>
            </a:xfrm>
            <a:prstGeom prst="line">
              <a:avLst/>
            </a:prstGeom>
            <a:noFill/>
            <a:ln w="2540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14714" name="Line 22">
              <a:extLst>
                <a:ext uri="{FF2B5EF4-FFF2-40B4-BE49-F238E27FC236}">
                  <a16:creationId xmlns:a16="http://schemas.microsoft.com/office/drawing/2014/main" id="{A242C397-9B94-E7CC-1889-E6800E4AB0C9}"/>
                </a:ext>
              </a:extLst>
            </p:cNvPr>
            <p:cNvSpPr>
              <a:spLocks noChangeShapeType="1"/>
            </p:cNvSpPr>
            <p:nvPr/>
          </p:nvSpPr>
          <p:spPr bwMode="auto">
            <a:xfrm>
              <a:off x="4304" y="2392"/>
              <a:ext cx="456" cy="248"/>
            </a:xfrm>
            <a:prstGeom prst="line">
              <a:avLst/>
            </a:prstGeom>
            <a:noFill/>
            <a:ln w="2540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26327" name="Oval 23">
              <a:extLst>
                <a:ext uri="{FF2B5EF4-FFF2-40B4-BE49-F238E27FC236}">
                  <a16:creationId xmlns:a16="http://schemas.microsoft.com/office/drawing/2014/main" id="{F27B5AFD-3E07-DE86-DAFD-08C61798F821}"/>
                </a:ext>
              </a:extLst>
            </p:cNvPr>
            <p:cNvSpPr>
              <a:spLocks noChangeArrowheads="1"/>
            </p:cNvSpPr>
            <p:nvPr/>
          </p:nvSpPr>
          <p:spPr bwMode="auto">
            <a:xfrm flipV="1">
              <a:off x="4752" y="2576"/>
              <a:ext cx="256" cy="248"/>
            </a:xfrm>
            <a:prstGeom prst="ellipse">
              <a:avLst/>
            </a:prstGeom>
            <a:gradFill rotWithShape="0">
              <a:gsLst>
                <a:gs pos="0">
                  <a:schemeClr val="tx2"/>
                </a:gs>
                <a:gs pos="100000">
                  <a:schemeClr val="tx2">
                    <a:gamma/>
                    <a:shade val="46275"/>
                    <a:invGamma/>
                  </a:schemeClr>
                </a:gs>
              </a:gsLst>
              <a:lin ang="2700000" scaled="1"/>
            </a:gradFill>
            <a:ln w="9525">
              <a:solidFill>
                <a:schemeClr val="tx2"/>
              </a:solidFill>
              <a:round/>
              <a:headEnd/>
              <a:tailEnd/>
            </a:ln>
            <a:effectLst/>
          </p:spPr>
          <p:txBody>
            <a:bodyPr wrap="none" anchor="ctr"/>
            <a:lstStyle/>
            <a:p>
              <a:pPr>
                <a:defRPr/>
              </a:pPr>
              <a:endParaRPr lang="zh-CN" altLang="en-US"/>
            </a:p>
          </p:txBody>
        </p:sp>
        <p:sp>
          <p:nvSpPr>
            <p:cNvPr id="226328" name="Oval 24">
              <a:extLst>
                <a:ext uri="{FF2B5EF4-FFF2-40B4-BE49-F238E27FC236}">
                  <a16:creationId xmlns:a16="http://schemas.microsoft.com/office/drawing/2014/main" id="{7841046A-92E5-00DB-382E-88C712DE6F8C}"/>
                </a:ext>
              </a:extLst>
            </p:cNvPr>
            <p:cNvSpPr>
              <a:spLocks noChangeArrowheads="1"/>
            </p:cNvSpPr>
            <p:nvPr/>
          </p:nvSpPr>
          <p:spPr bwMode="auto">
            <a:xfrm>
              <a:off x="3376" y="2552"/>
              <a:ext cx="256" cy="248"/>
            </a:xfrm>
            <a:prstGeom prst="ellipse">
              <a:avLst/>
            </a:prstGeom>
            <a:gradFill rotWithShape="0">
              <a:gsLst>
                <a:gs pos="0">
                  <a:schemeClr val="tx2"/>
                </a:gs>
                <a:gs pos="100000">
                  <a:schemeClr val="tx2">
                    <a:gamma/>
                    <a:shade val="46275"/>
                    <a:invGamma/>
                  </a:schemeClr>
                </a:gs>
              </a:gsLst>
              <a:lin ang="2700000" scaled="1"/>
            </a:gradFill>
            <a:ln w="9525">
              <a:solidFill>
                <a:schemeClr val="tx2"/>
              </a:solidFill>
              <a:round/>
              <a:headEnd/>
              <a:tailEnd/>
            </a:ln>
            <a:effectLst/>
          </p:spPr>
          <p:txBody>
            <a:bodyPr wrap="none" anchor="ctr"/>
            <a:lstStyle/>
            <a:p>
              <a:pPr>
                <a:defRPr/>
              </a:pPr>
              <a:endParaRPr lang="zh-CN" altLang="en-US"/>
            </a:p>
          </p:txBody>
        </p:sp>
        <p:sp>
          <p:nvSpPr>
            <p:cNvPr id="114717" name="Text Box 28">
              <a:extLst>
                <a:ext uri="{FF2B5EF4-FFF2-40B4-BE49-F238E27FC236}">
                  <a16:creationId xmlns:a16="http://schemas.microsoft.com/office/drawing/2014/main" id="{CB2B1699-0A1F-A057-2E98-3768396A098D}"/>
                </a:ext>
              </a:extLst>
            </p:cNvPr>
            <p:cNvSpPr txBox="1">
              <a:spLocks noChangeArrowheads="1"/>
            </p:cNvSpPr>
            <p:nvPr/>
          </p:nvSpPr>
          <p:spPr bwMode="auto">
            <a:xfrm>
              <a:off x="4766" y="2561"/>
              <a:ext cx="20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200" b="1">
                  <a:solidFill>
                    <a:srgbClr val="FFFF00"/>
                  </a:solidFill>
                  <a:latin typeface="Times New Roman" panose="02020603050405020304" pitchFamily="18" charset="0"/>
                  <a:ea typeface="宋体" panose="02010600030101010101" pitchFamily="2" charset="-122"/>
                </a:rPr>
                <a:t>4</a:t>
              </a:r>
            </a:p>
          </p:txBody>
        </p:sp>
        <p:sp>
          <p:nvSpPr>
            <p:cNvPr id="114718" name="Line 29">
              <a:extLst>
                <a:ext uri="{FF2B5EF4-FFF2-40B4-BE49-F238E27FC236}">
                  <a16:creationId xmlns:a16="http://schemas.microsoft.com/office/drawing/2014/main" id="{AB81D643-7EBA-3C36-EB2F-F6CA658A1BAA}"/>
                </a:ext>
              </a:extLst>
            </p:cNvPr>
            <p:cNvSpPr>
              <a:spLocks noChangeShapeType="1"/>
            </p:cNvSpPr>
            <p:nvPr/>
          </p:nvSpPr>
          <p:spPr bwMode="auto">
            <a:xfrm flipH="1" flipV="1">
              <a:off x="4176" y="2464"/>
              <a:ext cx="0" cy="392"/>
            </a:xfrm>
            <a:prstGeom prst="line">
              <a:avLst/>
            </a:prstGeom>
            <a:noFill/>
            <a:ln w="25400">
              <a:solidFill>
                <a:srgbClr val="008000"/>
              </a:solidFill>
              <a:prstDash val="dash"/>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14719" name="Text Box 25">
              <a:extLst>
                <a:ext uri="{FF2B5EF4-FFF2-40B4-BE49-F238E27FC236}">
                  <a16:creationId xmlns:a16="http://schemas.microsoft.com/office/drawing/2014/main" id="{3641150D-EFB6-62B7-FC49-844CE060DEE2}"/>
                </a:ext>
              </a:extLst>
            </p:cNvPr>
            <p:cNvSpPr txBox="1">
              <a:spLocks noChangeArrowheads="1"/>
            </p:cNvSpPr>
            <p:nvPr/>
          </p:nvSpPr>
          <p:spPr bwMode="auto">
            <a:xfrm>
              <a:off x="3398" y="2537"/>
              <a:ext cx="20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200" b="1">
                  <a:solidFill>
                    <a:srgbClr val="FFFF00"/>
                  </a:solidFill>
                  <a:latin typeface="Times New Roman" panose="02020603050405020304" pitchFamily="18" charset="0"/>
                  <a:ea typeface="宋体" panose="02010600030101010101" pitchFamily="2" charset="-122"/>
                </a:rPr>
                <a:t>1</a:t>
              </a:r>
            </a:p>
          </p:txBody>
        </p:sp>
        <p:sp>
          <p:nvSpPr>
            <p:cNvPr id="114720" name="Text Box 26">
              <a:extLst>
                <a:ext uri="{FF2B5EF4-FFF2-40B4-BE49-F238E27FC236}">
                  <a16:creationId xmlns:a16="http://schemas.microsoft.com/office/drawing/2014/main" id="{74468F69-3B53-AA28-0FA2-4364826334FF}"/>
                </a:ext>
              </a:extLst>
            </p:cNvPr>
            <p:cNvSpPr txBox="1">
              <a:spLocks noChangeArrowheads="1"/>
            </p:cNvSpPr>
            <p:nvPr/>
          </p:nvSpPr>
          <p:spPr bwMode="auto">
            <a:xfrm>
              <a:off x="4078" y="2849"/>
              <a:ext cx="20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200" b="1">
                  <a:solidFill>
                    <a:srgbClr val="FFFF00"/>
                  </a:solidFill>
                  <a:latin typeface="Times New Roman" panose="02020603050405020304" pitchFamily="18" charset="0"/>
                  <a:ea typeface="宋体" panose="02010600030101010101" pitchFamily="2" charset="-122"/>
                </a:rPr>
                <a:t>2</a:t>
              </a:r>
            </a:p>
          </p:txBody>
        </p:sp>
        <p:sp>
          <p:nvSpPr>
            <p:cNvPr id="114721" name="Text Box 27">
              <a:extLst>
                <a:ext uri="{FF2B5EF4-FFF2-40B4-BE49-F238E27FC236}">
                  <a16:creationId xmlns:a16="http://schemas.microsoft.com/office/drawing/2014/main" id="{46FA44F7-BBFA-4A7F-1D48-868146573BBD}"/>
                </a:ext>
              </a:extLst>
            </p:cNvPr>
            <p:cNvSpPr txBox="1">
              <a:spLocks noChangeArrowheads="1"/>
            </p:cNvSpPr>
            <p:nvPr/>
          </p:nvSpPr>
          <p:spPr bwMode="auto">
            <a:xfrm>
              <a:off x="4078" y="2201"/>
              <a:ext cx="20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200" b="1">
                  <a:solidFill>
                    <a:srgbClr val="FFFF00"/>
                  </a:solidFill>
                  <a:latin typeface="Times New Roman" panose="02020603050405020304" pitchFamily="18" charset="0"/>
                  <a:ea typeface="宋体" panose="02010600030101010101" pitchFamily="2" charset="-122"/>
                </a:rPr>
                <a:t>3</a:t>
              </a:r>
            </a:p>
          </p:txBody>
        </p:sp>
      </p:grpSp>
      <p:grpSp>
        <p:nvGrpSpPr>
          <p:cNvPr id="114695" name="Group 68">
            <a:extLst>
              <a:ext uri="{FF2B5EF4-FFF2-40B4-BE49-F238E27FC236}">
                <a16:creationId xmlns:a16="http://schemas.microsoft.com/office/drawing/2014/main" id="{EB252262-AF20-7FE4-6442-960CB84CB3AE}"/>
              </a:ext>
            </a:extLst>
          </p:cNvPr>
          <p:cNvGrpSpPr>
            <a:grpSpLocks/>
          </p:cNvGrpSpPr>
          <p:nvPr/>
        </p:nvGrpSpPr>
        <p:grpSpPr bwMode="auto">
          <a:xfrm>
            <a:off x="3975100" y="5143500"/>
            <a:ext cx="4064000" cy="1003300"/>
            <a:chOff x="1912" y="3264"/>
            <a:chExt cx="2560" cy="632"/>
          </a:xfrm>
        </p:grpSpPr>
        <p:sp>
          <p:nvSpPr>
            <p:cNvPr id="114696" name="Freeform 67">
              <a:extLst>
                <a:ext uri="{FF2B5EF4-FFF2-40B4-BE49-F238E27FC236}">
                  <a16:creationId xmlns:a16="http://schemas.microsoft.com/office/drawing/2014/main" id="{8EC94999-8FC5-FFB6-08FF-DF5BE3D739CE}"/>
                </a:ext>
              </a:extLst>
            </p:cNvPr>
            <p:cNvSpPr>
              <a:spLocks/>
            </p:cNvSpPr>
            <p:nvPr/>
          </p:nvSpPr>
          <p:spPr bwMode="auto">
            <a:xfrm flipV="1">
              <a:off x="2872" y="3648"/>
              <a:ext cx="1360" cy="248"/>
            </a:xfrm>
            <a:custGeom>
              <a:avLst/>
              <a:gdLst>
                <a:gd name="T0" fmla="*/ 0 w 1360"/>
                <a:gd name="T1" fmla="*/ 224 h 248"/>
                <a:gd name="T2" fmla="*/ 152 w 1360"/>
                <a:gd name="T3" fmla="*/ 112 h 248"/>
                <a:gd name="T4" fmla="*/ 320 w 1360"/>
                <a:gd name="T5" fmla="*/ 40 h 248"/>
                <a:gd name="T6" fmla="*/ 584 w 1360"/>
                <a:gd name="T7" fmla="*/ 0 h 248"/>
                <a:gd name="T8" fmla="*/ 864 w 1360"/>
                <a:gd name="T9" fmla="*/ 40 h 248"/>
                <a:gd name="T10" fmla="*/ 1168 w 1360"/>
                <a:gd name="T11" fmla="*/ 160 h 248"/>
                <a:gd name="T12" fmla="*/ 1360 w 1360"/>
                <a:gd name="T13" fmla="*/ 248 h 248"/>
                <a:gd name="T14" fmla="*/ 0 60000 65536"/>
                <a:gd name="T15" fmla="*/ 0 60000 65536"/>
                <a:gd name="T16" fmla="*/ 0 60000 65536"/>
                <a:gd name="T17" fmla="*/ 0 60000 65536"/>
                <a:gd name="T18" fmla="*/ 0 60000 65536"/>
                <a:gd name="T19" fmla="*/ 0 60000 65536"/>
                <a:gd name="T20" fmla="*/ 0 60000 65536"/>
                <a:gd name="T21" fmla="*/ 0 w 1360"/>
                <a:gd name="T22" fmla="*/ 0 h 248"/>
                <a:gd name="T23" fmla="*/ 1360 w 1360"/>
                <a:gd name="T24" fmla="*/ 248 h 2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60" h="248">
                  <a:moveTo>
                    <a:pt x="0" y="224"/>
                  </a:moveTo>
                  <a:cubicBezTo>
                    <a:pt x="49" y="183"/>
                    <a:pt x="99" y="143"/>
                    <a:pt x="152" y="112"/>
                  </a:cubicBezTo>
                  <a:cubicBezTo>
                    <a:pt x="205" y="81"/>
                    <a:pt x="248" y="59"/>
                    <a:pt x="320" y="40"/>
                  </a:cubicBezTo>
                  <a:cubicBezTo>
                    <a:pt x="392" y="21"/>
                    <a:pt x="493" y="0"/>
                    <a:pt x="584" y="0"/>
                  </a:cubicBezTo>
                  <a:cubicBezTo>
                    <a:pt x="675" y="0"/>
                    <a:pt x="767" y="13"/>
                    <a:pt x="864" y="40"/>
                  </a:cubicBezTo>
                  <a:cubicBezTo>
                    <a:pt x="961" y="67"/>
                    <a:pt x="1085" y="125"/>
                    <a:pt x="1168" y="160"/>
                  </a:cubicBezTo>
                  <a:cubicBezTo>
                    <a:pt x="1251" y="195"/>
                    <a:pt x="1328" y="233"/>
                    <a:pt x="1360" y="248"/>
                  </a:cubicBezTo>
                </a:path>
              </a:pathLst>
            </a:custGeom>
            <a:noFill/>
            <a:ln w="25400">
              <a:solidFill>
                <a:srgbClr val="0000FF"/>
              </a:solidFill>
              <a:round/>
              <a:headEnd/>
              <a:tailEnd type="triangle"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4697" name="Line 48">
              <a:extLst>
                <a:ext uri="{FF2B5EF4-FFF2-40B4-BE49-F238E27FC236}">
                  <a16:creationId xmlns:a16="http://schemas.microsoft.com/office/drawing/2014/main" id="{0C612FE4-C6C0-7FA7-BFF5-374055D58F1B}"/>
                </a:ext>
              </a:extLst>
            </p:cNvPr>
            <p:cNvSpPr>
              <a:spLocks noChangeShapeType="1"/>
            </p:cNvSpPr>
            <p:nvPr/>
          </p:nvSpPr>
          <p:spPr bwMode="auto">
            <a:xfrm>
              <a:off x="2160" y="3592"/>
              <a:ext cx="536" cy="8"/>
            </a:xfrm>
            <a:prstGeom prst="line">
              <a:avLst/>
            </a:prstGeom>
            <a:noFill/>
            <a:ln w="2540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26353" name="Oval 49">
              <a:extLst>
                <a:ext uri="{FF2B5EF4-FFF2-40B4-BE49-F238E27FC236}">
                  <a16:creationId xmlns:a16="http://schemas.microsoft.com/office/drawing/2014/main" id="{E6F8B5C4-CDF2-FD5D-F916-E70109FDE899}"/>
                </a:ext>
              </a:extLst>
            </p:cNvPr>
            <p:cNvSpPr>
              <a:spLocks noChangeArrowheads="1"/>
            </p:cNvSpPr>
            <p:nvPr/>
          </p:nvSpPr>
          <p:spPr bwMode="auto">
            <a:xfrm>
              <a:off x="3464" y="3472"/>
              <a:ext cx="256" cy="248"/>
            </a:xfrm>
            <a:prstGeom prst="ellipse">
              <a:avLst/>
            </a:prstGeom>
            <a:gradFill rotWithShape="0">
              <a:gsLst>
                <a:gs pos="0">
                  <a:schemeClr val="tx2"/>
                </a:gs>
                <a:gs pos="100000">
                  <a:schemeClr val="tx2">
                    <a:gamma/>
                    <a:shade val="46275"/>
                    <a:invGamma/>
                  </a:schemeClr>
                </a:gs>
              </a:gsLst>
              <a:lin ang="2700000" scaled="1"/>
            </a:gradFill>
            <a:ln w="9525">
              <a:solidFill>
                <a:schemeClr val="tx2"/>
              </a:solidFill>
              <a:round/>
              <a:headEnd/>
              <a:tailEnd/>
            </a:ln>
            <a:effectLst/>
          </p:spPr>
          <p:txBody>
            <a:bodyPr wrap="none" anchor="ctr"/>
            <a:lstStyle/>
            <a:p>
              <a:pPr>
                <a:defRPr/>
              </a:pPr>
              <a:endParaRPr lang="zh-CN" altLang="en-US"/>
            </a:p>
          </p:txBody>
        </p:sp>
        <p:sp>
          <p:nvSpPr>
            <p:cNvPr id="226355" name="Oval 51">
              <a:extLst>
                <a:ext uri="{FF2B5EF4-FFF2-40B4-BE49-F238E27FC236}">
                  <a16:creationId xmlns:a16="http://schemas.microsoft.com/office/drawing/2014/main" id="{6778C093-A936-98A7-778F-6828C8D3793C}"/>
                </a:ext>
              </a:extLst>
            </p:cNvPr>
            <p:cNvSpPr>
              <a:spLocks noChangeArrowheads="1"/>
            </p:cNvSpPr>
            <p:nvPr/>
          </p:nvSpPr>
          <p:spPr bwMode="auto">
            <a:xfrm flipV="1">
              <a:off x="2696" y="3472"/>
              <a:ext cx="256" cy="248"/>
            </a:xfrm>
            <a:prstGeom prst="ellipse">
              <a:avLst/>
            </a:prstGeom>
            <a:gradFill rotWithShape="0">
              <a:gsLst>
                <a:gs pos="0">
                  <a:schemeClr val="tx2"/>
                </a:gs>
                <a:gs pos="100000">
                  <a:schemeClr val="tx2">
                    <a:gamma/>
                    <a:shade val="46275"/>
                    <a:invGamma/>
                  </a:schemeClr>
                </a:gs>
              </a:gsLst>
              <a:lin ang="2700000" scaled="1"/>
            </a:gradFill>
            <a:ln w="9525">
              <a:solidFill>
                <a:schemeClr val="tx2"/>
              </a:solidFill>
              <a:round/>
              <a:headEnd/>
              <a:tailEnd/>
            </a:ln>
            <a:effectLst/>
          </p:spPr>
          <p:txBody>
            <a:bodyPr wrap="none" anchor="ctr"/>
            <a:lstStyle/>
            <a:p>
              <a:pPr>
                <a:defRPr/>
              </a:pPr>
              <a:endParaRPr lang="zh-CN" altLang="en-US"/>
            </a:p>
          </p:txBody>
        </p:sp>
        <p:sp>
          <p:nvSpPr>
            <p:cNvPr id="114700" name="Line 53">
              <a:extLst>
                <a:ext uri="{FF2B5EF4-FFF2-40B4-BE49-F238E27FC236}">
                  <a16:creationId xmlns:a16="http://schemas.microsoft.com/office/drawing/2014/main" id="{6E538EC3-B53B-D68D-4C6F-680150600F01}"/>
                </a:ext>
              </a:extLst>
            </p:cNvPr>
            <p:cNvSpPr>
              <a:spLocks noChangeShapeType="1"/>
            </p:cNvSpPr>
            <p:nvPr/>
          </p:nvSpPr>
          <p:spPr bwMode="auto">
            <a:xfrm flipV="1">
              <a:off x="3736" y="3600"/>
              <a:ext cx="472" cy="0"/>
            </a:xfrm>
            <a:prstGeom prst="line">
              <a:avLst/>
            </a:prstGeom>
            <a:noFill/>
            <a:ln w="2540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26358" name="Oval 54">
              <a:extLst>
                <a:ext uri="{FF2B5EF4-FFF2-40B4-BE49-F238E27FC236}">
                  <a16:creationId xmlns:a16="http://schemas.microsoft.com/office/drawing/2014/main" id="{F7E39FAA-F8CD-78AB-61E5-02DF43971EA9}"/>
                </a:ext>
              </a:extLst>
            </p:cNvPr>
            <p:cNvSpPr>
              <a:spLocks noChangeArrowheads="1"/>
            </p:cNvSpPr>
            <p:nvPr/>
          </p:nvSpPr>
          <p:spPr bwMode="auto">
            <a:xfrm flipV="1">
              <a:off x="4216" y="3464"/>
              <a:ext cx="256" cy="248"/>
            </a:xfrm>
            <a:prstGeom prst="ellipse">
              <a:avLst/>
            </a:prstGeom>
            <a:gradFill rotWithShape="0">
              <a:gsLst>
                <a:gs pos="0">
                  <a:schemeClr val="tx2"/>
                </a:gs>
                <a:gs pos="100000">
                  <a:schemeClr val="tx2">
                    <a:gamma/>
                    <a:shade val="46275"/>
                    <a:invGamma/>
                  </a:schemeClr>
                </a:gs>
              </a:gsLst>
              <a:lin ang="2700000" scaled="1"/>
            </a:gradFill>
            <a:ln w="9525">
              <a:solidFill>
                <a:schemeClr val="tx2"/>
              </a:solidFill>
              <a:round/>
              <a:headEnd/>
              <a:tailEnd/>
            </a:ln>
            <a:effectLst/>
          </p:spPr>
          <p:txBody>
            <a:bodyPr wrap="none" anchor="ctr"/>
            <a:lstStyle/>
            <a:p>
              <a:pPr>
                <a:defRPr/>
              </a:pPr>
              <a:endParaRPr lang="zh-CN" altLang="en-US"/>
            </a:p>
          </p:txBody>
        </p:sp>
        <p:sp>
          <p:nvSpPr>
            <p:cNvPr id="226359" name="Oval 55">
              <a:extLst>
                <a:ext uri="{FF2B5EF4-FFF2-40B4-BE49-F238E27FC236}">
                  <a16:creationId xmlns:a16="http://schemas.microsoft.com/office/drawing/2014/main" id="{CEE19AAD-419E-E0AD-CF6D-9D714339EB5E}"/>
                </a:ext>
              </a:extLst>
            </p:cNvPr>
            <p:cNvSpPr>
              <a:spLocks noChangeArrowheads="1"/>
            </p:cNvSpPr>
            <p:nvPr/>
          </p:nvSpPr>
          <p:spPr bwMode="auto">
            <a:xfrm>
              <a:off x="1912" y="3472"/>
              <a:ext cx="256" cy="248"/>
            </a:xfrm>
            <a:prstGeom prst="ellipse">
              <a:avLst/>
            </a:prstGeom>
            <a:gradFill rotWithShape="0">
              <a:gsLst>
                <a:gs pos="0">
                  <a:schemeClr val="tx2"/>
                </a:gs>
                <a:gs pos="100000">
                  <a:schemeClr val="tx2">
                    <a:gamma/>
                    <a:shade val="46275"/>
                    <a:invGamma/>
                  </a:schemeClr>
                </a:gs>
              </a:gsLst>
              <a:lin ang="2700000" scaled="1"/>
            </a:gradFill>
            <a:ln w="9525">
              <a:solidFill>
                <a:schemeClr val="tx2"/>
              </a:solidFill>
              <a:round/>
              <a:headEnd/>
              <a:tailEnd/>
            </a:ln>
            <a:effectLst/>
          </p:spPr>
          <p:txBody>
            <a:bodyPr wrap="none" anchor="ctr"/>
            <a:lstStyle/>
            <a:p>
              <a:pPr>
                <a:defRPr/>
              </a:pPr>
              <a:endParaRPr lang="zh-CN" altLang="en-US"/>
            </a:p>
          </p:txBody>
        </p:sp>
        <p:sp>
          <p:nvSpPr>
            <p:cNvPr id="114703" name="Text Box 56">
              <a:extLst>
                <a:ext uri="{FF2B5EF4-FFF2-40B4-BE49-F238E27FC236}">
                  <a16:creationId xmlns:a16="http://schemas.microsoft.com/office/drawing/2014/main" id="{1F003F76-4BCA-FB9D-6B80-4C3338EA6AB7}"/>
                </a:ext>
              </a:extLst>
            </p:cNvPr>
            <p:cNvSpPr txBox="1">
              <a:spLocks noChangeArrowheads="1"/>
            </p:cNvSpPr>
            <p:nvPr/>
          </p:nvSpPr>
          <p:spPr bwMode="auto">
            <a:xfrm>
              <a:off x="4230" y="3449"/>
              <a:ext cx="20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200" b="1">
                  <a:solidFill>
                    <a:srgbClr val="FFFF00"/>
                  </a:solidFill>
                  <a:latin typeface="Times New Roman" panose="02020603050405020304" pitchFamily="18" charset="0"/>
                  <a:ea typeface="宋体" panose="02010600030101010101" pitchFamily="2" charset="-122"/>
                </a:rPr>
                <a:t>4</a:t>
              </a:r>
            </a:p>
          </p:txBody>
        </p:sp>
        <p:sp>
          <p:nvSpPr>
            <p:cNvPr id="114704" name="Line 57">
              <a:extLst>
                <a:ext uri="{FF2B5EF4-FFF2-40B4-BE49-F238E27FC236}">
                  <a16:creationId xmlns:a16="http://schemas.microsoft.com/office/drawing/2014/main" id="{139B2FCF-86C8-DEF5-2C14-23AD0652B3DF}"/>
                </a:ext>
              </a:extLst>
            </p:cNvPr>
            <p:cNvSpPr>
              <a:spLocks noChangeShapeType="1"/>
            </p:cNvSpPr>
            <p:nvPr/>
          </p:nvSpPr>
          <p:spPr bwMode="auto">
            <a:xfrm>
              <a:off x="2960" y="3592"/>
              <a:ext cx="496" cy="8"/>
            </a:xfrm>
            <a:prstGeom prst="line">
              <a:avLst/>
            </a:prstGeom>
            <a:noFill/>
            <a:ln w="25400">
              <a:solidFill>
                <a:srgbClr val="008000"/>
              </a:solidFill>
              <a:prstDash val="dash"/>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14705" name="Text Box 58">
              <a:extLst>
                <a:ext uri="{FF2B5EF4-FFF2-40B4-BE49-F238E27FC236}">
                  <a16:creationId xmlns:a16="http://schemas.microsoft.com/office/drawing/2014/main" id="{799BF368-E510-AD6E-8448-535C464DB96C}"/>
                </a:ext>
              </a:extLst>
            </p:cNvPr>
            <p:cNvSpPr txBox="1">
              <a:spLocks noChangeArrowheads="1"/>
            </p:cNvSpPr>
            <p:nvPr/>
          </p:nvSpPr>
          <p:spPr bwMode="auto">
            <a:xfrm>
              <a:off x="1934" y="3457"/>
              <a:ext cx="20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200" b="1">
                  <a:solidFill>
                    <a:srgbClr val="FFFF00"/>
                  </a:solidFill>
                  <a:latin typeface="Times New Roman" panose="02020603050405020304" pitchFamily="18" charset="0"/>
                  <a:ea typeface="宋体" panose="02010600030101010101" pitchFamily="2" charset="-122"/>
                </a:rPr>
                <a:t>1</a:t>
              </a:r>
            </a:p>
          </p:txBody>
        </p:sp>
        <p:sp>
          <p:nvSpPr>
            <p:cNvPr id="114706" name="Text Box 59">
              <a:extLst>
                <a:ext uri="{FF2B5EF4-FFF2-40B4-BE49-F238E27FC236}">
                  <a16:creationId xmlns:a16="http://schemas.microsoft.com/office/drawing/2014/main" id="{3DB103AC-B2EC-FD98-8C05-0D6F091076FC}"/>
                </a:ext>
              </a:extLst>
            </p:cNvPr>
            <p:cNvSpPr txBox="1">
              <a:spLocks noChangeArrowheads="1"/>
            </p:cNvSpPr>
            <p:nvPr/>
          </p:nvSpPr>
          <p:spPr bwMode="auto">
            <a:xfrm>
              <a:off x="2734" y="3457"/>
              <a:ext cx="20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200" b="1">
                  <a:solidFill>
                    <a:srgbClr val="FFFF00"/>
                  </a:solidFill>
                  <a:latin typeface="Times New Roman" panose="02020603050405020304" pitchFamily="18" charset="0"/>
                  <a:ea typeface="宋体" panose="02010600030101010101" pitchFamily="2" charset="-122"/>
                </a:rPr>
                <a:t>2</a:t>
              </a:r>
            </a:p>
          </p:txBody>
        </p:sp>
        <p:sp>
          <p:nvSpPr>
            <p:cNvPr id="114707" name="Text Box 60">
              <a:extLst>
                <a:ext uri="{FF2B5EF4-FFF2-40B4-BE49-F238E27FC236}">
                  <a16:creationId xmlns:a16="http://schemas.microsoft.com/office/drawing/2014/main" id="{334692FC-F328-8A35-BA90-9787476EDDE6}"/>
                </a:ext>
              </a:extLst>
            </p:cNvPr>
            <p:cNvSpPr txBox="1">
              <a:spLocks noChangeArrowheads="1"/>
            </p:cNvSpPr>
            <p:nvPr/>
          </p:nvSpPr>
          <p:spPr bwMode="auto">
            <a:xfrm>
              <a:off x="3494" y="3457"/>
              <a:ext cx="20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200" b="1">
                  <a:solidFill>
                    <a:srgbClr val="FFFF00"/>
                  </a:solidFill>
                  <a:latin typeface="Times New Roman" panose="02020603050405020304" pitchFamily="18" charset="0"/>
                  <a:ea typeface="宋体" panose="02010600030101010101" pitchFamily="2" charset="-122"/>
                </a:rPr>
                <a:t>3</a:t>
              </a:r>
            </a:p>
          </p:txBody>
        </p:sp>
        <p:sp>
          <p:nvSpPr>
            <p:cNvPr id="114708" name="Freeform 66">
              <a:extLst>
                <a:ext uri="{FF2B5EF4-FFF2-40B4-BE49-F238E27FC236}">
                  <a16:creationId xmlns:a16="http://schemas.microsoft.com/office/drawing/2014/main" id="{BC377808-1D99-6DD8-3198-71766AEDD7AC}"/>
                </a:ext>
              </a:extLst>
            </p:cNvPr>
            <p:cNvSpPr>
              <a:spLocks/>
            </p:cNvSpPr>
            <p:nvPr/>
          </p:nvSpPr>
          <p:spPr bwMode="auto">
            <a:xfrm>
              <a:off x="2120" y="3264"/>
              <a:ext cx="1360" cy="248"/>
            </a:xfrm>
            <a:custGeom>
              <a:avLst/>
              <a:gdLst>
                <a:gd name="T0" fmla="*/ 0 w 1360"/>
                <a:gd name="T1" fmla="*/ 224 h 248"/>
                <a:gd name="T2" fmla="*/ 152 w 1360"/>
                <a:gd name="T3" fmla="*/ 112 h 248"/>
                <a:gd name="T4" fmla="*/ 320 w 1360"/>
                <a:gd name="T5" fmla="*/ 40 h 248"/>
                <a:gd name="T6" fmla="*/ 584 w 1360"/>
                <a:gd name="T7" fmla="*/ 0 h 248"/>
                <a:gd name="T8" fmla="*/ 864 w 1360"/>
                <a:gd name="T9" fmla="*/ 40 h 248"/>
                <a:gd name="T10" fmla="*/ 1168 w 1360"/>
                <a:gd name="T11" fmla="*/ 160 h 248"/>
                <a:gd name="T12" fmla="*/ 1360 w 1360"/>
                <a:gd name="T13" fmla="*/ 248 h 248"/>
                <a:gd name="T14" fmla="*/ 0 60000 65536"/>
                <a:gd name="T15" fmla="*/ 0 60000 65536"/>
                <a:gd name="T16" fmla="*/ 0 60000 65536"/>
                <a:gd name="T17" fmla="*/ 0 60000 65536"/>
                <a:gd name="T18" fmla="*/ 0 60000 65536"/>
                <a:gd name="T19" fmla="*/ 0 60000 65536"/>
                <a:gd name="T20" fmla="*/ 0 60000 65536"/>
                <a:gd name="T21" fmla="*/ 0 w 1360"/>
                <a:gd name="T22" fmla="*/ 0 h 248"/>
                <a:gd name="T23" fmla="*/ 1360 w 1360"/>
                <a:gd name="T24" fmla="*/ 248 h 2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60" h="248">
                  <a:moveTo>
                    <a:pt x="0" y="224"/>
                  </a:moveTo>
                  <a:cubicBezTo>
                    <a:pt x="49" y="183"/>
                    <a:pt x="99" y="143"/>
                    <a:pt x="152" y="112"/>
                  </a:cubicBezTo>
                  <a:cubicBezTo>
                    <a:pt x="205" y="81"/>
                    <a:pt x="248" y="59"/>
                    <a:pt x="320" y="40"/>
                  </a:cubicBezTo>
                  <a:cubicBezTo>
                    <a:pt x="392" y="21"/>
                    <a:pt x="493" y="0"/>
                    <a:pt x="584" y="0"/>
                  </a:cubicBezTo>
                  <a:cubicBezTo>
                    <a:pt x="675" y="0"/>
                    <a:pt x="767" y="13"/>
                    <a:pt x="864" y="40"/>
                  </a:cubicBezTo>
                  <a:cubicBezTo>
                    <a:pt x="961" y="67"/>
                    <a:pt x="1085" y="125"/>
                    <a:pt x="1168" y="160"/>
                  </a:cubicBezTo>
                  <a:cubicBezTo>
                    <a:pt x="1251" y="195"/>
                    <a:pt x="1328" y="233"/>
                    <a:pt x="1360" y="248"/>
                  </a:cubicBezTo>
                </a:path>
              </a:pathLst>
            </a:custGeom>
            <a:noFill/>
            <a:ln w="25400">
              <a:solidFill>
                <a:srgbClr val="0000FF"/>
              </a:solidFill>
              <a:round/>
              <a:headEnd/>
              <a:tailEnd type="triangle"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2" name="灯片编号占位符 1">
            <a:extLst>
              <a:ext uri="{FF2B5EF4-FFF2-40B4-BE49-F238E27FC236}">
                <a16:creationId xmlns:a16="http://schemas.microsoft.com/office/drawing/2014/main" id="{7F52B7BD-9490-D896-D7EF-249DF9233491}"/>
              </a:ext>
            </a:extLst>
          </p:cNvPr>
          <p:cNvSpPr>
            <a:spLocks noGrp="1"/>
          </p:cNvSpPr>
          <p:nvPr>
            <p:ph type="sldNum" sz="quarter" idx="12"/>
          </p:nvPr>
        </p:nvSpPr>
        <p:spPr/>
        <p:txBody>
          <a:bodyPr/>
          <a:lstStyle/>
          <a:p>
            <a:pPr>
              <a:defRPr/>
            </a:pPr>
            <a:fld id="{2E0F9FB0-350A-4A87-9CD5-1F022F266B97}" type="slidenum">
              <a:rPr lang="en-US" altLang="zh-CN" smtClean="0"/>
              <a:pPr>
                <a:defRPr/>
              </a:pPr>
              <a:t>98</a:t>
            </a:fld>
            <a:endParaRPr lang="en-US" altLang="zh-CN"/>
          </a:p>
        </p:txBody>
      </p:sp>
    </p:spTree>
  </p:cSld>
  <p:clrMapOvr>
    <a:masterClrMapping/>
  </p:clrMapOvr>
  <p:transition>
    <p:zoom/>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D27236E-79A2-4FA5-AB88-6A268EB38D1F}"/>
              </a:ext>
            </a:extLst>
          </p:cNvPr>
          <p:cNvSpPr>
            <a:spLocks noGrp="1"/>
          </p:cNvSpPr>
          <p:nvPr>
            <p:ph type="title"/>
          </p:nvPr>
        </p:nvSpPr>
        <p:spPr/>
        <p:txBody>
          <a:bodyPr/>
          <a:lstStyle/>
          <a:p>
            <a:r>
              <a:rPr lang="zh-CN" altLang="en-US" dirty="0"/>
              <a:t>拓扑排序</a:t>
            </a:r>
          </a:p>
        </p:txBody>
      </p:sp>
      <p:sp>
        <p:nvSpPr>
          <p:cNvPr id="305154" name="Rectangle 2">
            <a:extLst>
              <a:ext uri="{FF2B5EF4-FFF2-40B4-BE49-F238E27FC236}">
                <a16:creationId xmlns:a16="http://schemas.microsoft.com/office/drawing/2014/main" id="{E4E8FC13-8CAA-07FF-14B5-BB9D081595B2}"/>
              </a:ext>
            </a:extLst>
          </p:cNvPr>
          <p:cNvSpPr>
            <a:spLocks noGrp="1" noChangeArrowheads="1"/>
          </p:cNvSpPr>
          <p:nvPr>
            <p:ph type="body" idx="1"/>
          </p:nvPr>
        </p:nvSpPr>
        <p:spPr/>
        <p:txBody>
          <a:bodyPr>
            <a:normAutofit/>
          </a:bodyPr>
          <a:lstStyle/>
          <a:p>
            <a:r>
              <a:rPr lang="zh-CN" altLang="en-US" dirty="0"/>
              <a:t>这种构造</a:t>
            </a:r>
            <a:r>
              <a:rPr lang="en-US" altLang="zh-CN" dirty="0"/>
              <a:t>AOV</a:t>
            </a:r>
            <a:r>
              <a:rPr lang="zh-CN" altLang="en-US" dirty="0"/>
              <a:t>网络全部顶点的拓扑有序序列的运算就叫做拓扑排序。</a:t>
            </a:r>
          </a:p>
          <a:p>
            <a:r>
              <a:rPr lang="zh-CN" altLang="en-US" dirty="0"/>
              <a:t>如果通过拓扑排序能将</a:t>
            </a:r>
            <a:r>
              <a:rPr lang="en-US" altLang="zh-CN" dirty="0"/>
              <a:t>AOV</a:t>
            </a:r>
            <a:r>
              <a:rPr lang="zh-CN" altLang="en-US" dirty="0"/>
              <a:t>网络的所有顶点都排入一个拓扑有序的序列中，则该网络中必定不会出现有向环。</a:t>
            </a:r>
          </a:p>
          <a:p>
            <a:r>
              <a:rPr lang="zh-CN" altLang="en-US" dirty="0"/>
              <a:t>如果</a:t>
            </a:r>
            <a:r>
              <a:rPr lang="en-US" altLang="zh-CN" dirty="0"/>
              <a:t>AOV</a:t>
            </a:r>
            <a:r>
              <a:rPr lang="zh-CN" altLang="en-US" dirty="0"/>
              <a:t>网络中存在有向环，此</a:t>
            </a:r>
            <a:r>
              <a:rPr lang="en-US" altLang="zh-CN" dirty="0"/>
              <a:t>AOV</a:t>
            </a:r>
            <a:r>
              <a:rPr lang="zh-CN" altLang="en-US" dirty="0"/>
              <a:t>网络所代表的工程是不可行的。</a:t>
            </a:r>
          </a:p>
        </p:txBody>
      </p:sp>
      <p:sp>
        <p:nvSpPr>
          <p:cNvPr id="2" name="灯片编号占位符 1">
            <a:extLst>
              <a:ext uri="{FF2B5EF4-FFF2-40B4-BE49-F238E27FC236}">
                <a16:creationId xmlns:a16="http://schemas.microsoft.com/office/drawing/2014/main" id="{280D422B-45E4-D8FF-5D5D-4317FAB86CA3}"/>
              </a:ext>
            </a:extLst>
          </p:cNvPr>
          <p:cNvSpPr>
            <a:spLocks noGrp="1"/>
          </p:cNvSpPr>
          <p:nvPr>
            <p:ph type="sldNum" sz="quarter" idx="12"/>
          </p:nvPr>
        </p:nvSpPr>
        <p:spPr/>
        <p:txBody>
          <a:bodyPr/>
          <a:lstStyle/>
          <a:p>
            <a:pPr>
              <a:defRPr/>
            </a:pPr>
            <a:fld id="{2E0F9FB0-350A-4A87-9CD5-1F022F266B97}" type="slidenum">
              <a:rPr lang="en-US" altLang="zh-CN" smtClean="0"/>
              <a:pPr>
                <a:defRPr/>
              </a:pPr>
              <a:t>99</a:t>
            </a:fld>
            <a:endParaRPr lang="en-US" altLang="zh-CN"/>
          </a:p>
        </p:txBody>
      </p:sp>
    </p:spTree>
  </p:cSld>
  <p:clrMapOvr>
    <a:masterClrMapping/>
  </p:clrMapOvr>
  <p:transition>
    <p:zoom/>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a:extLst>
              <a:ext uri="{FF2B5EF4-FFF2-40B4-BE49-F238E27FC236}">
                <a16:creationId xmlns:a16="http://schemas.microsoft.com/office/drawing/2014/main" id="{B4A7CA40-51A0-9333-9B80-A4AFF1A95316}"/>
              </a:ext>
            </a:extLst>
          </p:cNvPr>
          <p:cNvSpPr>
            <a:spLocks noGrp="1" noChangeArrowheads="1"/>
          </p:cNvSpPr>
          <p:nvPr>
            <p:ph idx="1"/>
          </p:nvPr>
        </p:nvSpPr>
        <p:spPr>
          <a:xfrm>
            <a:off x="758974" y="447675"/>
            <a:ext cx="7886700" cy="2286543"/>
          </a:xfrm>
        </p:spPr>
        <p:txBody>
          <a:bodyPr>
            <a:normAutofit fontScale="92500" lnSpcReduction="10000"/>
          </a:bodyPr>
          <a:lstStyle/>
          <a:p>
            <a:r>
              <a:rPr lang="zh-CN" altLang="en-US" dirty="0"/>
              <a:t>例：对学生选课工程图进行拓扑排序，得到的拓扑有序序列为：</a:t>
            </a:r>
          </a:p>
          <a:p>
            <a:pPr lvl="1"/>
            <a:r>
              <a:rPr lang="en-US" altLang="zh-CN" dirty="0"/>
              <a:t>C1 , C2 , C3 , C4 , C5 , C6 , C8 , C9 , C7</a:t>
            </a:r>
          </a:p>
          <a:p>
            <a:pPr lvl="1"/>
            <a:r>
              <a:rPr lang="zh-CN" altLang="en-US" dirty="0"/>
              <a:t>或   </a:t>
            </a:r>
            <a:endParaRPr lang="en-US" altLang="zh-CN" dirty="0"/>
          </a:p>
          <a:p>
            <a:pPr lvl="1"/>
            <a:r>
              <a:rPr lang="en-US" altLang="zh-CN" dirty="0"/>
              <a:t>C1 , C8 , C9 , C2 , C5 , C3 , C4 , C7 , C6</a:t>
            </a:r>
          </a:p>
        </p:txBody>
      </p:sp>
      <p:grpSp>
        <p:nvGrpSpPr>
          <p:cNvPr id="116739" name="Group 24">
            <a:extLst>
              <a:ext uri="{FF2B5EF4-FFF2-40B4-BE49-F238E27FC236}">
                <a16:creationId xmlns:a16="http://schemas.microsoft.com/office/drawing/2014/main" id="{63B3DD3F-CC66-FD8F-49E1-83DE78BC8FD0}"/>
              </a:ext>
            </a:extLst>
          </p:cNvPr>
          <p:cNvGrpSpPr>
            <a:grpSpLocks/>
          </p:cNvGrpSpPr>
          <p:nvPr/>
        </p:nvGrpSpPr>
        <p:grpSpPr bwMode="auto">
          <a:xfrm>
            <a:off x="1638300" y="2756218"/>
            <a:ext cx="5867400" cy="3810000"/>
            <a:chOff x="1152" y="1584"/>
            <a:chExt cx="3696" cy="2400"/>
          </a:xfrm>
        </p:grpSpPr>
        <p:sp>
          <p:nvSpPr>
            <p:cNvPr id="116740" name="Line 20">
              <a:extLst>
                <a:ext uri="{FF2B5EF4-FFF2-40B4-BE49-F238E27FC236}">
                  <a16:creationId xmlns:a16="http://schemas.microsoft.com/office/drawing/2014/main" id="{B1A6CCAB-475A-88BE-CD75-252C0E54A908}"/>
                </a:ext>
              </a:extLst>
            </p:cNvPr>
            <p:cNvSpPr>
              <a:spLocks noChangeShapeType="1"/>
            </p:cNvSpPr>
            <p:nvPr/>
          </p:nvSpPr>
          <p:spPr bwMode="auto">
            <a:xfrm flipV="1">
              <a:off x="1400" y="2824"/>
              <a:ext cx="1896" cy="312"/>
            </a:xfrm>
            <a:prstGeom prst="line">
              <a:avLst/>
            </a:prstGeom>
            <a:noFill/>
            <a:ln w="28575">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41" name="Line 19">
              <a:extLst>
                <a:ext uri="{FF2B5EF4-FFF2-40B4-BE49-F238E27FC236}">
                  <a16:creationId xmlns:a16="http://schemas.microsoft.com/office/drawing/2014/main" id="{B5FCB0F5-6383-172A-0209-154F18CB1F5C}"/>
                </a:ext>
              </a:extLst>
            </p:cNvPr>
            <p:cNvSpPr>
              <a:spLocks noChangeShapeType="1"/>
            </p:cNvSpPr>
            <p:nvPr/>
          </p:nvSpPr>
          <p:spPr bwMode="auto">
            <a:xfrm>
              <a:off x="2736" y="2456"/>
              <a:ext cx="576" cy="192"/>
            </a:xfrm>
            <a:prstGeom prst="line">
              <a:avLst/>
            </a:prstGeom>
            <a:noFill/>
            <a:ln w="28575">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42" name="Line 21">
              <a:extLst>
                <a:ext uri="{FF2B5EF4-FFF2-40B4-BE49-F238E27FC236}">
                  <a16:creationId xmlns:a16="http://schemas.microsoft.com/office/drawing/2014/main" id="{913DE7E4-AFFF-669C-ED93-C475B70BD157}"/>
                </a:ext>
              </a:extLst>
            </p:cNvPr>
            <p:cNvSpPr>
              <a:spLocks noChangeShapeType="1"/>
            </p:cNvSpPr>
            <p:nvPr/>
          </p:nvSpPr>
          <p:spPr bwMode="auto">
            <a:xfrm>
              <a:off x="3552" y="1760"/>
              <a:ext cx="992" cy="288"/>
            </a:xfrm>
            <a:prstGeom prst="line">
              <a:avLst/>
            </a:prstGeom>
            <a:noFill/>
            <a:ln w="28575">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43" name="Line 22">
              <a:extLst>
                <a:ext uri="{FF2B5EF4-FFF2-40B4-BE49-F238E27FC236}">
                  <a16:creationId xmlns:a16="http://schemas.microsoft.com/office/drawing/2014/main" id="{BCFFBBB9-EC70-E79B-8BEB-E168BA5534AA}"/>
                </a:ext>
              </a:extLst>
            </p:cNvPr>
            <p:cNvSpPr>
              <a:spLocks noChangeShapeType="1"/>
            </p:cNvSpPr>
            <p:nvPr/>
          </p:nvSpPr>
          <p:spPr bwMode="auto">
            <a:xfrm flipV="1">
              <a:off x="3512" y="2256"/>
              <a:ext cx="1040" cy="424"/>
            </a:xfrm>
            <a:prstGeom prst="line">
              <a:avLst/>
            </a:prstGeom>
            <a:noFill/>
            <a:ln w="28575">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44" name="Line 18">
              <a:extLst>
                <a:ext uri="{FF2B5EF4-FFF2-40B4-BE49-F238E27FC236}">
                  <a16:creationId xmlns:a16="http://schemas.microsoft.com/office/drawing/2014/main" id="{BC79665F-5119-E757-9A99-480C1373937A}"/>
                </a:ext>
              </a:extLst>
            </p:cNvPr>
            <p:cNvSpPr>
              <a:spLocks noChangeShapeType="1"/>
            </p:cNvSpPr>
            <p:nvPr/>
          </p:nvSpPr>
          <p:spPr bwMode="auto">
            <a:xfrm>
              <a:off x="2256" y="1744"/>
              <a:ext cx="1008" cy="0"/>
            </a:xfrm>
            <a:prstGeom prst="line">
              <a:avLst/>
            </a:prstGeom>
            <a:noFill/>
            <a:ln w="28575">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45" name="Line 4">
              <a:extLst>
                <a:ext uri="{FF2B5EF4-FFF2-40B4-BE49-F238E27FC236}">
                  <a16:creationId xmlns:a16="http://schemas.microsoft.com/office/drawing/2014/main" id="{F40E3343-0C0F-D837-E3E6-A6EE0FB35846}"/>
                </a:ext>
              </a:extLst>
            </p:cNvPr>
            <p:cNvSpPr>
              <a:spLocks noChangeShapeType="1"/>
            </p:cNvSpPr>
            <p:nvPr/>
          </p:nvSpPr>
          <p:spPr bwMode="auto">
            <a:xfrm>
              <a:off x="3576" y="2808"/>
              <a:ext cx="952" cy="256"/>
            </a:xfrm>
            <a:prstGeom prst="line">
              <a:avLst/>
            </a:prstGeom>
            <a:noFill/>
            <a:ln w="34925">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46" name="Line 5">
              <a:extLst>
                <a:ext uri="{FF2B5EF4-FFF2-40B4-BE49-F238E27FC236}">
                  <a16:creationId xmlns:a16="http://schemas.microsoft.com/office/drawing/2014/main" id="{2A1CF320-9DAE-5A19-A244-182094BDF406}"/>
                </a:ext>
              </a:extLst>
            </p:cNvPr>
            <p:cNvSpPr>
              <a:spLocks noChangeShapeType="1"/>
            </p:cNvSpPr>
            <p:nvPr/>
          </p:nvSpPr>
          <p:spPr bwMode="auto">
            <a:xfrm>
              <a:off x="1392" y="3200"/>
              <a:ext cx="1416" cy="552"/>
            </a:xfrm>
            <a:prstGeom prst="line">
              <a:avLst/>
            </a:prstGeom>
            <a:noFill/>
            <a:ln w="28575">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47" name="Line 6">
              <a:extLst>
                <a:ext uri="{FF2B5EF4-FFF2-40B4-BE49-F238E27FC236}">
                  <a16:creationId xmlns:a16="http://schemas.microsoft.com/office/drawing/2014/main" id="{28E1E373-E1C0-735C-6D36-AC1633731BB9}"/>
                </a:ext>
              </a:extLst>
            </p:cNvPr>
            <p:cNvSpPr>
              <a:spLocks noChangeShapeType="1"/>
            </p:cNvSpPr>
            <p:nvPr/>
          </p:nvSpPr>
          <p:spPr bwMode="auto">
            <a:xfrm flipV="1">
              <a:off x="1384" y="2560"/>
              <a:ext cx="1072" cy="504"/>
            </a:xfrm>
            <a:prstGeom prst="line">
              <a:avLst/>
            </a:prstGeom>
            <a:noFill/>
            <a:ln w="28575">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48" name="Line 7">
              <a:extLst>
                <a:ext uri="{FF2B5EF4-FFF2-40B4-BE49-F238E27FC236}">
                  <a16:creationId xmlns:a16="http://schemas.microsoft.com/office/drawing/2014/main" id="{4D0A15D0-E498-46F8-426D-5BB6EF56E5B2}"/>
                </a:ext>
              </a:extLst>
            </p:cNvPr>
            <p:cNvSpPr>
              <a:spLocks noChangeShapeType="1"/>
            </p:cNvSpPr>
            <p:nvPr/>
          </p:nvSpPr>
          <p:spPr bwMode="auto">
            <a:xfrm>
              <a:off x="1240" y="2176"/>
              <a:ext cx="1208" cy="232"/>
            </a:xfrm>
            <a:prstGeom prst="line">
              <a:avLst/>
            </a:prstGeom>
            <a:noFill/>
            <a:ln w="28575">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49" name="Line 8">
              <a:extLst>
                <a:ext uri="{FF2B5EF4-FFF2-40B4-BE49-F238E27FC236}">
                  <a16:creationId xmlns:a16="http://schemas.microsoft.com/office/drawing/2014/main" id="{94A87C45-65F5-3E18-6278-CF65F05296BD}"/>
                </a:ext>
              </a:extLst>
            </p:cNvPr>
            <p:cNvSpPr>
              <a:spLocks noChangeShapeType="1"/>
            </p:cNvSpPr>
            <p:nvPr/>
          </p:nvSpPr>
          <p:spPr bwMode="auto">
            <a:xfrm flipV="1">
              <a:off x="1392" y="1768"/>
              <a:ext cx="672" cy="344"/>
            </a:xfrm>
            <a:prstGeom prst="line">
              <a:avLst/>
            </a:prstGeom>
            <a:noFill/>
            <a:ln w="28575">
              <a:solidFill>
                <a:srgbClr val="3333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50" name="Oval 9">
              <a:extLst>
                <a:ext uri="{FF2B5EF4-FFF2-40B4-BE49-F238E27FC236}">
                  <a16:creationId xmlns:a16="http://schemas.microsoft.com/office/drawing/2014/main" id="{DED01CA1-A25C-CA1D-6A1B-4324945EE797}"/>
                </a:ext>
              </a:extLst>
            </p:cNvPr>
            <p:cNvSpPr>
              <a:spLocks noChangeArrowheads="1"/>
            </p:cNvSpPr>
            <p:nvPr/>
          </p:nvSpPr>
          <p:spPr bwMode="auto">
            <a:xfrm>
              <a:off x="2064" y="1584"/>
              <a:ext cx="336" cy="336"/>
            </a:xfrm>
            <a:prstGeom prst="ellipse">
              <a:avLst/>
            </a:prstGeom>
            <a:solidFill>
              <a:srgbClr val="FFFF00"/>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2800" b="1"/>
                <a:t>C</a:t>
              </a:r>
              <a:r>
                <a:rPr lang="en-US" altLang="zh-CN" b="1"/>
                <a:t>8</a:t>
              </a:r>
              <a:endParaRPr lang="en-US" altLang="zh-CN"/>
            </a:p>
          </p:txBody>
        </p:sp>
        <p:sp>
          <p:nvSpPr>
            <p:cNvPr id="116751" name="Oval 10">
              <a:extLst>
                <a:ext uri="{FF2B5EF4-FFF2-40B4-BE49-F238E27FC236}">
                  <a16:creationId xmlns:a16="http://schemas.microsoft.com/office/drawing/2014/main" id="{F98944B0-D5EE-C4A0-9E3C-95B76D4C80BF}"/>
                </a:ext>
              </a:extLst>
            </p:cNvPr>
            <p:cNvSpPr>
              <a:spLocks noChangeArrowheads="1"/>
            </p:cNvSpPr>
            <p:nvPr/>
          </p:nvSpPr>
          <p:spPr bwMode="auto">
            <a:xfrm>
              <a:off x="2440" y="2304"/>
              <a:ext cx="336" cy="336"/>
            </a:xfrm>
            <a:prstGeom prst="ellipse">
              <a:avLst/>
            </a:prstGeom>
            <a:solidFill>
              <a:srgbClr val="FFFF00"/>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2800" b="1"/>
                <a:t>C</a:t>
              </a:r>
              <a:r>
                <a:rPr lang="en-US" altLang="zh-CN" b="1"/>
                <a:t>3</a:t>
              </a:r>
              <a:endParaRPr lang="en-US" altLang="zh-CN"/>
            </a:p>
          </p:txBody>
        </p:sp>
        <p:sp>
          <p:nvSpPr>
            <p:cNvPr id="116752" name="Oval 11">
              <a:extLst>
                <a:ext uri="{FF2B5EF4-FFF2-40B4-BE49-F238E27FC236}">
                  <a16:creationId xmlns:a16="http://schemas.microsoft.com/office/drawing/2014/main" id="{F1E0CA40-7B11-B832-24F4-6C04611CB978}"/>
                </a:ext>
              </a:extLst>
            </p:cNvPr>
            <p:cNvSpPr>
              <a:spLocks noChangeArrowheads="1"/>
            </p:cNvSpPr>
            <p:nvPr/>
          </p:nvSpPr>
          <p:spPr bwMode="auto">
            <a:xfrm>
              <a:off x="2784" y="3648"/>
              <a:ext cx="336" cy="336"/>
            </a:xfrm>
            <a:prstGeom prst="ellipse">
              <a:avLst/>
            </a:prstGeom>
            <a:solidFill>
              <a:srgbClr val="FFFF00"/>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2800" b="1"/>
                <a:t>C</a:t>
              </a:r>
              <a:r>
                <a:rPr lang="en-US" altLang="zh-CN" b="1"/>
                <a:t>5</a:t>
              </a:r>
              <a:endParaRPr lang="en-US" altLang="zh-CN"/>
            </a:p>
          </p:txBody>
        </p:sp>
        <p:sp>
          <p:nvSpPr>
            <p:cNvPr id="116753" name="Oval 12">
              <a:extLst>
                <a:ext uri="{FF2B5EF4-FFF2-40B4-BE49-F238E27FC236}">
                  <a16:creationId xmlns:a16="http://schemas.microsoft.com/office/drawing/2014/main" id="{23E67F20-835B-E1E7-AB7C-6A079FCFD2C8}"/>
                </a:ext>
              </a:extLst>
            </p:cNvPr>
            <p:cNvSpPr>
              <a:spLocks noChangeArrowheads="1"/>
            </p:cNvSpPr>
            <p:nvPr/>
          </p:nvSpPr>
          <p:spPr bwMode="auto">
            <a:xfrm>
              <a:off x="3280" y="2576"/>
              <a:ext cx="336" cy="336"/>
            </a:xfrm>
            <a:prstGeom prst="ellipse">
              <a:avLst/>
            </a:prstGeom>
            <a:solidFill>
              <a:srgbClr val="FFFF00"/>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2800" b="1"/>
                <a:t>C</a:t>
              </a:r>
              <a:r>
                <a:rPr lang="en-US" altLang="zh-CN" b="1"/>
                <a:t>4</a:t>
              </a:r>
              <a:endParaRPr lang="en-US" altLang="zh-CN"/>
            </a:p>
          </p:txBody>
        </p:sp>
        <p:sp>
          <p:nvSpPr>
            <p:cNvPr id="116754" name="Oval 13">
              <a:extLst>
                <a:ext uri="{FF2B5EF4-FFF2-40B4-BE49-F238E27FC236}">
                  <a16:creationId xmlns:a16="http://schemas.microsoft.com/office/drawing/2014/main" id="{A10324F1-503A-1EE2-A30F-7AB8438E8A60}"/>
                </a:ext>
              </a:extLst>
            </p:cNvPr>
            <p:cNvSpPr>
              <a:spLocks noChangeArrowheads="1"/>
            </p:cNvSpPr>
            <p:nvPr/>
          </p:nvSpPr>
          <p:spPr bwMode="auto">
            <a:xfrm>
              <a:off x="3264" y="1584"/>
              <a:ext cx="336" cy="336"/>
            </a:xfrm>
            <a:prstGeom prst="ellipse">
              <a:avLst/>
            </a:prstGeom>
            <a:solidFill>
              <a:srgbClr val="FFFF00"/>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2800" b="1"/>
                <a:t>C</a:t>
              </a:r>
              <a:r>
                <a:rPr lang="en-US" altLang="zh-CN" b="1"/>
                <a:t>9</a:t>
              </a:r>
              <a:endParaRPr lang="en-US" altLang="zh-CN"/>
            </a:p>
          </p:txBody>
        </p:sp>
        <p:sp>
          <p:nvSpPr>
            <p:cNvPr id="116755" name="Oval 14">
              <a:extLst>
                <a:ext uri="{FF2B5EF4-FFF2-40B4-BE49-F238E27FC236}">
                  <a16:creationId xmlns:a16="http://schemas.microsoft.com/office/drawing/2014/main" id="{98B0474D-CB21-7DE0-4D27-63E04B64EAB3}"/>
                </a:ext>
              </a:extLst>
            </p:cNvPr>
            <p:cNvSpPr>
              <a:spLocks noChangeArrowheads="1"/>
            </p:cNvSpPr>
            <p:nvPr/>
          </p:nvSpPr>
          <p:spPr bwMode="auto">
            <a:xfrm>
              <a:off x="4512" y="2992"/>
              <a:ext cx="336" cy="336"/>
            </a:xfrm>
            <a:prstGeom prst="ellipse">
              <a:avLst/>
            </a:prstGeom>
            <a:solidFill>
              <a:srgbClr val="FFFF00"/>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2800" b="1"/>
                <a:t>C</a:t>
              </a:r>
              <a:r>
                <a:rPr lang="en-US" altLang="zh-CN" b="1"/>
                <a:t>6</a:t>
              </a:r>
              <a:endParaRPr lang="en-US" altLang="zh-CN"/>
            </a:p>
          </p:txBody>
        </p:sp>
        <p:sp>
          <p:nvSpPr>
            <p:cNvPr id="116756" name="Oval 15">
              <a:extLst>
                <a:ext uri="{FF2B5EF4-FFF2-40B4-BE49-F238E27FC236}">
                  <a16:creationId xmlns:a16="http://schemas.microsoft.com/office/drawing/2014/main" id="{4D1E141A-B66E-ECCD-B69C-A4EFE76749BE}"/>
                </a:ext>
              </a:extLst>
            </p:cNvPr>
            <p:cNvSpPr>
              <a:spLocks noChangeArrowheads="1"/>
            </p:cNvSpPr>
            <p:nvPr/>
          </p:nvSpPr>
          <p:spPr bwMode="auto">
            <a:xfrm>
              <a:off x="4512" y="1992"/>
              <a:ext cx="336" cy="336"/>
            </a:xfrm>
            <a:prstGeom prst="ellipse">
              <a:avLst/>
            </a:prstGeom>
            <a:solidFill>
              <a:srgbClr val="FFFF00"/>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2800" b="1"/>
                <a:t>C</a:t>
              </a:r>
              <a:r>
                <a:rPr lang="en-US" altLang="zh-CN" b="1"/>
                <a:t>7</a:t>
              </a:r>
              <a:endParaRPr lang="en-US" altLang="zh-CN"/>
            </a:p>
          </p:txBody>
        </p:sp>
        <p:sp>
          <p:nvSpPr>
            <p:cNvPr id="116757" name="Oval 16">
              <a:extLst>
                <a:ext uri="{FF2B5EF4-FFF2-40B4-BE49-F238E27FC236}">
                  <a16:creationId xmlns:a16="http://schemas.microsoft.com/office/drawing/2014/main" id="{43C35E45-1C1B-2ED4-F5C3-2BB735183818}"/>
                </a:ext>
              </a:extLst>
            </p:cNvPr>
            <p:cNvSpPr>
              <a:spLocks noChangeArrowheads="1"/>
            </p:cNvSpPr>
            <p:nvPr/>
          </p:nvSpPr>
          <p:spPr bwMode="auto">
            <a:xfrm>
              <a:off x="1152" y="2024"/>
              <a:ext cx="336" cy="336"/>
            </a:xfrm>
            <a:prstGeom prst="ellipse">
              <a:avLst/>
            </a:prstGeom>
            <a:solidFill>
              <a:srgbClr val="FFFF00"/>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2800" b="1"/>
                <a:t>C</a:t>
              </a:r>
              <a:r>
                <a:rPr lang="en-US" altLang="zh-CN" b="1"/>
                <a:t>1</a:t>
              </a:r>
              <a:endParaRPr lang="en-US" altLang="zh-CN"/>
            </a:p>
          </p:txBody>
        </p:sp>
        <p:sp>
          <p:nvSpPr>
            <p:cNvPr id="116758" name="Oval 17">
              <a:extLst>
                <a:ext uri="{FF2B5EF4-FFF2-40B4-BE49-F238E27FC236}">
                  <a16:creationId xmlns:a16="http://schemas.microsoft.com/office/drawing/2014/main" id="{976BEAAA-D055-7880-A5D6-F2DE2F6EB269}"/>
                </a:ext>
              </a:extLst>
            </p:cNvPr>
            <p:cNvSpPr>
              <a:spLocks noChangeArrowheads="1"/>
            </p:cNvSpPr>
            <p:nvPr/>
          </p:nvSpPr>
          <p:spPr bwMode="auto">
            <a:xfrm>
              <a:off x="1152" y="2992"/>
              <a:ext cx="336" cy="336"/>
            </a:xfrm>
            <a:prstGeom prst="ellipse">
              <a:avLst/>
            </a:prstGeom>
            <a:solidFill>
              <a:srgbClr val="FFFF00"/>
            </a:solidFill>
            <a:ln w="9525">
              <a:solidFill>
                <a:schemeClr val="tx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2800" b="1"/>
                <a:t>C</a:t>
              </a:r>
              <a:r>
                <a:rPr lang="en-US" altLang="zh-CN" b="1"/>
                <a:t>2</a:t>
              </a:r>
              <a:endParaRPr lang="en-US" altLang="zh-CN"/>
            </a:p>
          </p:txBody>
        </p:sp>
        <p:sp>
          <p:nvSpPr>
            <p:cNvPr id="116759" name="Line 23">
              <a:extLst>
                <a:ext uri="{FF2B5EF4-FFF2-40B4-BE49-F238E27FC236}">
                  <a16:creationId xmlns:a16="http://schemas.microsoft.com/office/drawing/2014/main" id="{1DDCF816-ECE3-BE7B-99E6-A4828580E09F}"/>
                </a:ext>
              </a:extLst>
            </p:cNvPr>
            <p:cNvSpPr>
              <a:spLocks noChangeShapeType="1"/>
            </p:cNvSpPr>
            <p:nvPr/>
          </p:nvSpPr>
          <p:spPr bwMode="auto">
            <a:xfrm flipV="1">
              <a:off x="3088" y="3248"/>
              <a:ext cx="1456" cy="504"/>
            </a:xfrm>
            <a:prstGeom prst="line">
              <a:avLst/>
            </a:prstGeom>
            <a:noFill/>
            <a:ln w="28575">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 name="灯片编号占位符 1">
            <a:extLst>
              <a:ext uri="{FF2B5EF4-FFF2-40B4-BE49-F238E27FC236}">
                <a16:creationId xmlns:a16="http://schemas.microsoft.com/office/drawing/2014/main" id="{E13B224C-D717-C7C4-39C9-2934994CAA13}"/>
              </a:ext>
            </a:extLst>
          </p:cNvPr>
          <p:cNvSpPr>
            <a:spLocks noGrp="1"/>
          </p:cNvSpPr>
          <p:nvPr>
            <p:ph type="sldNum" sz="quarter" idx="12"/>
          </p:nvPr>
        </p:nvSpPr>
        <p:spPr/>
        <p:txBody>
          <a:bodyPr/>
          <a:lstStyle/>
          <a:p>
            <a:pPr>
              <a:defRPr/>
            </a:pPr>
            <a:fld id="{2E0F9FB0-350A-4A87-9CD5-1F022F266B97}" type="slidenum">
              <a:rPr lang="en-US" altLang="zh-CN" smtClean="0"/>
              <a:pPr>
                <a:defRPr/>
              </a:pPr>
              <a:t>100</a:t>
            </a:fld>
            <a:endParaRPr lang="en-US" altLang="zh-CN"/>
          </a:p>
        </p:txBody>
      </p:sp>
    </p:spTree>
  </p:cSld>
  <p:clrMapOvr>
    <a:masterClrMapping/>
  </p:clrMapOvr>
  <p:transition>
    <p:zoom/>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a:extLst>
              <a:ext uri="{FF2B5EF4-FFF2-40B4-BE49-F238E27FC236}">
                <a16:creationId xmlns:a16="http://schemas.microsoft.com/office/drawing/2014/main" id="{5AD7FF9F-2C36-064D-BE34-46D87E9DB47F}"/>
              </a:ext>
            </a:extLst>
          </p:cNvPr>
          <p:cNvSpPr>
            <a:spLocks noGrp="1" noChangeArrowheads="1"/>
          </p:cNvSpPr>
          <p:nvPr>
            <p:ph type="title"/>
          </p:nvPr>
        </p:nvSpPr>
        <p:spPr/>
        <p:txBody>
          <a:bodyPr/>
          <a:lstStyle/>
          <a:p>
            <a:r>
              <a:rPr lang="zh-CN" altLang="en-US"/>
              <a:t>进行拓扑排序的方法</a:t>
            </a:r>
          </a:p>
        </p:txBody>
      </p:sp>
      <p:sp>
        <p:nvSpPr>
          <p:cNvPr id="228355" name="Rectangle 3">
            <a:extLst>
              <a:ext uri="{FF2B5EF4-FFF2-40B4-BE49-F238E27FC236}">
                <a16:creationId xmlns:a16="http://schemas.microsoft.com/office/drawing/2014/main" id="{4B216D54-AD0B-C015-F787-6B1C7149F783}"/>
              </a:ext>
            </a:extLst>
          </p:cNvPr>
          <p:cNvSpPr>
            <a:spLocks noGrp="1" noChangeArrowheads="1"/>
          </p:cNvSpPr>
          <p:nvPr>
            <p:ph type="body" idx="1"/>
          </p:nvPr>
        </p:nvSpPr>
        <p:spPr/>
        <p:txBody>
          <a:bodyPr>
            <a:normAutofit fontScale="70000" lnSpcReduction="20000"/>
          </a:bodyPr>
          <a:lstStyle/>
          <a:p>
            <a:pPr>
              <a:lnSpc>
                <a:spcPct val="120000"/>
              </a:lnSpc>
            </a:pPr>
            <a:r>
              <a:rPr lang="en-US" altLang="zh-CN" dirty="0"/>
              <a:t>① </a:t>
            </a:r>
            <a:r>
              <a:rPr lang="zh-CN" altLang="en-US" dirty="0"/>
              <a:t>输入</a:t>
            </a:r>
            <a:r>
              <a:rPr lang="en-US" altLang="zh-CN" dirty="0"/>
              <a:t>AOV</a:t>
            </a:r>
            <a:r>
              <a:rPr lang="zh-CN" altLang="en-US" dirty="0"/>
              <a:t>网络。令 </a:t>
            </a:r>
            <a:r>
              <a:rPr lang="en-US" altLang="zh-CN" dirty="0"/>
              <a:t>n </a:t>
            </a:r>
            <a:r>
              <a:rPr lang="zh-CN" altLang="en-US" dirty="0"/>
              <a:t>为顶点个数。	</a:t>
            </a:r>
          </a:p>
          <a:p>
            <a:pPr>
              <a:lnSpc>
                <a:spcPct val="120000"/>
              </a:lnSpc>
            </a:pPr>
            <a:r>
              <a:rPr lang="zh-CN" altLang="en-US" dirty="0"/>
              <a:t>② 在</a:t>
            </a:r>
            <a:r>
              <a:rPr lang="en-US" altLang="zh-CN" dirty="0"/>
              <a:t>AOV</a:t>
            </a:r>
            <a:r>
              <a:rPr lang="zh-CN" altLang="en-US" dirty="0"/>
              <a:t>网络中选一个没有直接前驱的顶点，并输出之；</a:t>
            </a:r>
            <a:endParaRPr lang="en-US" altLang="zh-CN" dirty="0"/>
          </a:p>
          <a:p>
            <a:pPr>
              <a:lnSpc>
                <a:spcPct val="120000"/>
              </a:lnSpc>
            </a:pPr>
            <a:r>
              <a:rPr lang="en-US" altLang="zh-CN" dirty="0"/>
              <a:t>③ </a:t>
            </a:r>
            <a:r>
              <a:rPr lang="zh-CN" altLang="en-US" dirty="0"/>
              <a:t>从图中删去该顶点，同时删去所有它发出的边；</a:t>
            </a:r>
            <a:endParaRPr lang="en-US" altLang="zh-CN" dirty="0"/>
          </a:p>
          <a:p>
            <a:pPr>
              <a:lnSpc>
                <a:spcPct val="120000"/>
              </a:lnSpc>
            </a:pPr>
            <a:r>
              <a:rPr lang="en-US" altLang="zh-CN" dirty="0"/>
              <a:t>④ </a:t>
            </a:r>
            <a:r>
              <a:rPr lang="zh-CN" altLang="en-US" dirty="0"/>
              <a:t>重复以上 ②、③步</a:t>
            </a:r>
            <a:r>
              <a:rPr lang="en-US" altLang="zh-CN" dirty="0"/>
              <a:t>, </a:t>
            </a:r>
            <a:r>
              <a:rPr lang="zh-CN" altLang="en-US" dirty="0"/>
              <a:t>直到</a:t>
            </a:r>
          </a:p>
          <a:p>
            <a:pPr lvl="1">
              <a:lnSpc>
                <a:spcPct val="120000"/>
              </a:lnSpc>
            </a:pPr>
            <a:r>
              <a:rPr lang="zh-CN" altLang="en-US" dirty="0"/>
              <a:t>全部顶点均已输出，拓扑有序序列形成，拓扑排序完成；</a:t>
            </a:r>
          </a:p>
          <a:p>
            <a:pPr lvl="1">
              <a:lnSpc>
                <a:spcPct val="120000"/>
              </a:lnSpc>
            </a:pPr>
            <a:r>
              <a:rPr lang="zh-CN" altLang="en-US" dirty="0"/>
              <a:t>或图中还有未输出的顶点，但已跳出处理循环。说明图中还剩下一些顶点，它们都有直接前驱。这时网络中必存在有向环。</a:t>
            </a:r>
          </a:p>
        </p:txBody>
      </p:sp>
      <p:sp>
        <p:nvSpPr>
          <p:cNvPr id="2" name="灯片编号占位符 1">
            <a:extLst>
              <a:ext uri="{FF2B5EF4-FFF2-40B4-BE49-F238E27FC236}">
                <a16:creationId xmlns:a16="http://schemas.microsoft.com/office/drawing/2014/main" id="{300CCEF8-2B99-0A30-F628-3A1B784EA3F2}"/>
              </a:ext>
            </a:extLst>
          </p:cNvPr>
          <p:cNvSpPr>
            <a:spLocks noGrp="1"/>
          </p:cNvSpPr>
          <p:nvPr>
            <p:ph type="sldNum" sz="quarter" idx="12"/>
          </p:nvPr>
        </p:nvSpPr>
        <p:spPr/>
        <p:txBody>
          <a:bodyPr/>
          <a:lstStyle/>
          <a:p>
            <a:pPr>
              <a:defRPr/>
            </a:pPr>
            <a:fld id="{2E0F9FB0-350A-4A87-9CD5-1F022F266B97}" type="slidenum">
              <a:rPr lang="en-US" altLang="zh-CN" smtClean="0"/>
              <a:pPr>
                <a:defRPr/>
              </a:pPr>
              <a:t>101</a:t>
            </a:fld>
            <a:endParaRPr lang="en-US" altLang="zh-CN"/>
          </a:p>
        </p:txBody>
      </p:sp>
    </p:spTree>
  </p:cSld>
  <p:clrMapOvr>
    <a:masterClrMapping/>
  </p:clrMapOvr>
  <p:transition>
    <p:zoom/>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802" name="Line 31">
            <a:extLst>
              <a:ext uri="{FF2B5EF4-FFF2-40B4-BE49-F238E27FC236}">
                <a16:creationId xmlns:a16="http://schemas.microsoft.com/office/drawing/2014/main" id="{CF0D1A74-E86B-FE02-B898-D47FA10BB2A1}"/>
              </a:ext>
            </a:extLst>
          </p:cNvPr>
          <p:cNvSpPr>
            <a:spLocks noChangeShapeType="1"/>
          </p:cNvSpPr>
          <p:nvPr/>
        </p:nvSpPr>
        <p:spPr bwMode="auto">
          <a:xfrm>
            <a:off x="2762250" y="4346292"/>
            <a:ext cx="1066800" cy="0"/>
          </a:xfrm>
          <a:prstGeom prst="line">
            <a:avLst/>
          </a:prstGeom>
          <a:noFill/>
          <a:ln w="38100">
            <a:solidFill>
              <a:srgbClr val="FF3300"/>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03" name="Line 33">
            <a:extLst>
              <a:ext uri="{FF2B5EF4-FFF2-40B4-BE49-F238E27FC236}">
                <a16:creationId xmlns:a16="http://schemas.microsoft.com/office/drawing/2014/main" id="{7F60212E-FDA2-BB43-A924-8F4BA54F9459}"/>
              </a:ext>
            </a:extLst>
          </p:cNvPr>
          <p:cNvSpPr>
            <a:spLocks noChangeShapeType="1"/>
          </p:cNvSpPr>
          <p:nvPr/>
        </p:nvSpPr>
        <p:spPr bwMode="auto">
          <a:xfrm>
            <a:off x="4057650" y="4651092"/>
            <a:ext cx="0" cy="914400"/>
          </a:xfrm>
          <a:prstGeom prst="line">
            <a:avLst/>
          </a:prstGeom>
          <a:noFill/>
          <a:ln w="38100">
            <a:solidFill>
              <a:srgbClr val="FF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04" name="Line 34">
            <a:extLst>
              <a:ext uri="{FF2B5EF4-FFF2-40B4-BE49-F238E27FC236}">
                <a16:creationId xmlns:a16="http://schemas.microsoft.com/office/drawing/2014/main" id="{40D0B198-1F2E-1E09-3CCD-8050F018341D}"/>
              </a:ext>
            </a:extLst>
          </p:cNvPr>
          <p:cNvSpPr>
            <a:spLocks noChangeShapeType="1"/>
          </p:cNvSpPr>
          <p:nvPr/>
        </p:nvSpPr>
        <p:spPr bwMode="auto">
          <a:xfrm flipH="1" flipV="1">
            <a:off x="2686050" y="4498692"/>
            <a:ext cx="1219200" cy="1143000"/>
          </a:xfrm>
          <a:prstGeom prst="line">
            <a:avLst/>
          </a:prstGeom>
          <a:noFill/>
          <a:ln w="38100">
            <a:solidFill>
              <a:srgbClr val="FF3300"/>
            </a:solidFill>
            <a:round/>
            <a:headEnd type="triangle" w="med" len="me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05" name="Line 42">
            <a:extLst>
              <a:ext uri="{FF2B5EF4-FFF2-40B4-BE49-F238E27FC236}">
                <a16:creationId xmlns:a16="http://schemas.microsoft.com/office/drawing/2014/main" id="{7436BC01-8EBF-727C-6EA3-6EA2FCFAFD3C}"/>
              </a:ext>
            </a:extLst>
          </p:cNvPr>
          <p:cNvSpPr>
            <a:spLocks noChangeShapeType="1"/>
          </p:cNvSpPr>
          <p:nvPr/>
        </p:nvSpPr>
        <p:spPr bwMode="auto">
          <a:xfrm>
            <a:off x="1162050" y="4346292"/>
            <a:ext cx="1066800" cy="0"/>
          </a:xfrm>
          <a:prstGeom prst="line">
            <a:avLst/>
          </a:prstGeom>
          <a:noFill/>
          <a:ln w="38100">
            <a:solidFill>
              <a:srgbClr val="FF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06" name="Line 44">
            <a:extLst>
              <a:ext uri="{FF2B5EF4-FFF2-40B4-BE49-F238E27FC236}">
                <a16:creationId xmlns:a16="http://schemas.microsoft.com/office/drawing/2014/main" id="{DCF7FBE7-FCEA-FDCD-BDCA-843F5C6DE3AD}"/>
              </a:ext>
            </a:extLst>
          </p:cNvPr>
          <p:cNvSpPr>
            <a:spLocks noChangeShapeType="1"/>
          </p:cNvSpPr>
          <p:nvPr/>
        </p:nvSpPr>
        <p:spPr bwMode="auto">
          <a:xfrm>
            <a:off x="857250" y="4651092"/>
            <a:ext cx="0" cy="914400"/>
          </a:xfrm>
          <a:prstGeom prst="line">
            <a:avLst/>
          </a:prstGeom>
          <a:noFill/>
          <a:ln w="38100">
            <a:solidFill>
              <a:srgbClr val="FF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07" name="Line 46">
            <a:extLst>
              <a:ext uri="{FF2B5EF4-FFF2-40B4-BE49-F238E27FC236}">
                <a16:creationId xmlns:a16="http://schemas.microsoft.com/office/drawing/2014/main" id="{E682E27E-3A8A-ED88-9D44-D20F210CD5E7}"/>
              </a:ext>
            </a:extLst>
          </p:cNvPr>
          <p:cNvSpPr>
            <a:spLocks noChangeShapeType="1"/>
          </p:cNvSpPr>
          <p:nvPr/>
        </p:nvSpPr>
        <p:spPr bwMode="auto">
          <a:xfrm>
            <a:off x="8248650" y="4651092"/>
            <a:ext cx="0" cy="914400"/>
          </a:xfrm>
          <a:prstGeom prst="line">
            <a:avLst/>
          </a:prstGeom>
          <a:noFill/>
          <a:ln w="38100">
            <a:solidFill>
              <a:srgbClr val="FF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08" name="Line 48">
            <a:extLst>
              <a:ext uri="{FF2B5EF4-FFF2-40B4-BE49-F238E27FC236}">
                <a16:creationId xmlns:a16="http://schemas.microsoft.com/office/drawing/2014/main" id="{5D90F4E2-A7E1-77CD-3D4B-8345000A0755}"/>
              </a:ext>
            </a:extLst>
          </p:cNvPr>
          <p:cNvSpPr>
            <a:spLocks noChangeShapeType="1"/>
          </p:cNvSpPr>
          <p:nvPr/>
        </p:nvSpPr>
        <p:spPr bwMode="auto">
          <a:xfrm>
            <a:off x="6953250" y="4346292"/>
            <a:ext cx="1066800" cy="0"/>
          </a:xfrm>
          <a:prstGeom prst="line">
            <a:avLst/>
          </a:prstGeom>
          <a:noFill/>
          <a:ln w="38100">
            <a:solidFill>
              <a:srgbClr val="FF3300"/>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09" name="Line 50">
            <a:extLst>
              <a:ext uri="{FF2B5EF4-FFF2-40B4-BE49-F238E27FC236}">
                <a16:creationId xmlns:a16="http://schemas.microsoft.com/office/drawing/2014/main" id="{C2DCD98D-BFCE-DE33-466A-D2F7B66DB672}"/>
              </a:ext>
            </a:extLst>
          </p:cNvPr>
          <p:cNvSpPr>
            <a:spLocks noChangeShapeType="1"/>
          </p:cNvSpPr>
          <p:nvPr/>
        </p:nvSpPr>
        <p:spPr bwMode="auto">
          <a:xfrm flipH="1" flipV="1">
            <a:off x="6877050" y="4498692"/>
            <a:ext cx="1219200" cy="1143000"/>
          </a:xfrm>
          <a:prstGeom prst="line">
            <a:avLst/>
          </a:prstGeom>
          <a:noFill/>
          <a:ln w="38100">
            <a:solidFill>
              <a:srgbClr val="FF3300"/>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10" name="Text Box 2">
            <a:extLst>
              <a:ext uri="{FF2B5EF4-FFF2-40B4-BE49-F238E27FC236}">
                <a16:creationId xmlns:a16="http://schemas.microsoft.com/office/drawing/2014/main" id="{0B8F24F1-940B-7EB4-B74B-CE7A30BC73D4}"/>
              </a:ext>
            </a:extLst>
          </p:cNvPr>
          <p:cNvSpPr txBox="1">
            <a:spLocks noChangeArrowheads="1"/>
          </p:cNvSpPr>
          <p:nvPr/>
        </p:nvSpPr>
        <p:spPr bwMode="auto">
          <a:xfrm>
            <a:off x="-1281113" y="20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zh-CN" sz="2400">
              <a:latin typeface="Times New Roman" panose="02020603050405020304" pitchFamily="18" charset="0"/>
              <a:ea typeface="宋体" panose="02010600030101010101" pitchFamily="2" charset="-122"/>
            </a:endParaRPr>
          </a:p>
        </p:txBody>
      </p:sp>
      <p:sp>
        <p:nvSpPr>
          <p:cNvPr id="118825" name="Oval 30">
            <a:extLst>
              <a:ext uri="{FF2B5EF4-FFF2-40B4-BE49-F238E27FC236}">
                <a16:creationId xmlns:a16="http://schemas.microsoft.com/office/drawing/2014/main" id="{890195C6-FC38-6C23-4EEC-399E6F01AC6F}"/>
              </a:ext>
            </a:extLst>
          </p:cNvPr>
          <p:cNvSpPr>
            <a:spLocks noChangeArrowheads="1"/>
          </p:cNvSpPr>
          <p:nvPr/>
        </p:nvSpPr>
        <p:spPr bwMode="auto">
          <a:xfrm>
            <a:off x="2228850" y="4117692"/>
            <a:ext cx="533400" cy="533400"/>
          </a:xfrm>
          <a:prstGeom prst="ellipse">
            <a:avLst/>
          </a:prstGeom>
          <a:solidFill>
            <a:srgbClr val="FFFF00"/>
          </a:solidFill>
          <a:ln w="38100">
            <a:solidFill>
              <a:srgbClr val="FF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400" b="1">
                <a:solidFill>
                  <a:schemeClr val="tx2"/>
                </a:solidFill>
                <a:latin typeface="Times New Roman" panose="02020603050405020304" pitchFamily="18" charset="0"/>
                <a:ea typeface="宋体" panose="02010600030101010101" pitchFamily="2" charset="-122"/>
              </a:rPr>
              <a:t>C1</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118826" name="Oval 32">
            <a:extLst>
              <a:ext uri="{FF2B5EF4-FFF2-40B4-BE49-F238E27FC236}">
                <a16:creationId xmlns:a16="http://schemas.microsoft.com/office/drawing/2014/main" id="{8DA1201F-D955-65B8-CEBF-63467E782B99}"/>
              </a:ext>
            </a:extLst>
          </p:cNvPr>
          <p:cNvSpPr>
            <a:spLocks noChangeArrowheads="1"/>
          </p:cNvSpPr>
          <p:nvPr/>
        </p:nvSpPr>
        <p:spPr bwMode="auto">
          <a:xfrm>
            <a:off x="3829050" y="4117692"/>
            <a:ext cx="533400" cy="533400"/>
          </a:xfrm>
          <a:prstGeom prst="ellipse">
            <a:avLst/>
          </a:prstGeom>
          <a:solidFill>
            <a:srgbClr val="FFFF00"/>
          </a:solidFill>
          <a:ln w="38100">
            <a:solidFill>
              <a:srgbClr val="FF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400" b="1">
                <a:solidFill>
                  <a:schemeClr val="tx2"/>
                </a:solidFill>
                <a:latin typeface="Times New Roman" panose="02020603050405020304" pitchFamily="18" charset="0"/>
                <a:ea typeface="宋体" panose="02010600030101010101" pitchFamily="2" charset="-122"/>
              </a:rPr>
              <a:t>C2</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118827" name="Oval 35">
            <a:extLst>
              <a:ext uri="{FF2B5EF4-FFF2-40B4-BE49-F238E27FC236}">
                <a16:creationId xmlns:a16="http://schemas.microsoft.com/office/drawing/2014/main" id="{36C9D54E-EB1F-6A7D-B028-B4C1C37B5320}"/>
              </a:ext>
            </a:extLst>
          </p:cNvPr>
          <p:cNvSpPr>
            <a:spLocks noChangeArrowheads="1"/>
          </p:cNvSpPr>
          <p:nvPr/>
        </p:nvSpPr>
        <p:spPr bwMode="auto">
          <a:xfrm>
            <a:off x="3829050" y="5565492"/>
            <a:ext cx="533400" cy="533400"/>
          </a:xfrm>
          <a:prstGeom prst="ellipse">
            <a:avLst/>
          </a:prstGeom>
          <a:solidFill>
            <a:srgbClr val="FFFF00"/>
          </a:solidFill>
          <a:ln w="38100">
            <a:solidFill>
              <a:srgbClr val="FF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400" b="1">
                <a:solidFill>
                  <a:schemeClr val="tx2"/>
                </a:solidFill>
                <a:latin typeface="Times New Roman" panose="02020603050405020304" pitchFamily="18" charset="0"/>
                <a:ea typeface="宋体" panose="02010600030101010101" pitchFamily="2" charset="-122"/>
              </a:rPr>
              <a:t>C5</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118828" name="Oval 36">
            <a:extLst>
              <a:ext uri="{FF2B5EF4-FFF2-40B4-BE49-F238E27FC236}">
                <a16:creationId xmlns:a16="http://schemas.microsoft.com/office/drawing/2014/main" id="{1A446CBD-03A5-C52F-B635-0983DAB42134}"/>
              </a:ext>
            </a:extLst>
          </p:cNvPr>
          <p:cNvSpPr>
            <a:spLocks noChangeArrowheads="1"/>
          </p:cNvSpPr>
          <p:nvPr/>
        </p:nvSpPr>
        <p:spPr bwMode="auto">
          <a:xfrm>
            <a:off x="628650" y="5565492"/>
            <a:ext cx="533400" cy="533400"/>
          </a:xfrm>
          <a:prstGeom prst="ellipse">
            <a:avLst/>
          </a:prstGeom>
          <a:solidFill>
            <a:srgbClr val="FFFF00"/>
          </a:solidFill>
          <a:ln w="38100">
            <a:solidFill>
              <a:schemeClr val="tx2"/>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400" b="1">
                <a:solidFill>
                  <a:schemeClr val="tx2"/>
                </a:solidFill>
                <a:latin typeface="Times New Roman" panose="02020603050405020304" pitchFamily="18" charset="0"/>
                <a:ea typeface="宋体" panose="02010600030101010101" pitchFamily="2" charset="-122"/>
              </a:rPr>
              <a:t>C3</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118829" name="Text Box 37">
            <a:extLst>
              <a:ext uri="{FF2B5EF4-FFF2-40B4-BE49-F238E27FC236}">
                <a16:creationId xmlns:a16="http://schemas.microsoft.com/office/drawing/2014/main" id="{E7B8F33B-2675-501C-DBE9-564FFD025E40}"/>
              </a:ext>
            </a:extLst>
          </p:cNvPr>
          <p:cNvSpPr txBox="1">
            <a:spLocks noChangeArrowheads="1"/>
          </p:cNvSpPr>
          <p:nvPr/>
        </p:nvSpPr>
        <p:spPr bwMode="auto">
          <a:xfrm>
            <a:off x="1009650" y="6175092"/>
            <a:ext cx="28717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8080"/>
                </a:solidFill>
                <a:latin typeface="Times New Roman" panose="02020603050405020304" pitchFamily="18" charset="0"/>
                <a:ea typeface="仿宋_GB2312" pitchFamily="49" charset="-122"/>
              </a:rPr>
              <a:t>(c) </a:t>
            </a:r>
            <a:r>
              <a:rPr kumimoji="1" lang="zh-CN" altLang="en-US" sz="3200" b="1">
                <a:solidFill>
                  <a:srgbClr val="008080"/>
                </a:solidFill>
                <a:latin typeface="Times New Roman" panose="02020603050405020304" pitchFamily="18" charset="0"/>
                <a:ea typeface="仿宋_GB2312" pitchFamily="49" charset="-122"/>
              </a:rPr>
              <a:t>输出顶点</a:t>
            </a:r>
            <a:r>
              <a:rPr kumimoji="1" lang="en-US" altLang="zh-CN" sz="3200" b="1">
                <a:solidFill>
                  <a:srgbClr val="008080"/>
                </a:solidFill>
                <a:latin typeface="Times New Roman" panose="02020603050405020304" pitchFamily="18" charset="0"/>
                <a:ea typeface="仿宋_GB2312" pitchFamily="49" charset="-122"/>
              </a:rPr>
              <a:t>C0</a:t>
            </a:r>
            <a:endParaRPr kumimoji="1" lang="en-US" altLang="zh-CN" sz="2400">
              <a:solidFill>
                <a:srgbClr val="008080"/>
              </a:solidFill>
              <a:latin typeface="Times New Roman" panose="02020603050405020304" pitchFamily="18" charset="0"/>
              <a:ea typeface="宋体" panose="02010600030101010101" pitchFamily="2" charset="-122"/>
            </a:endParaRPr>
          </a:p>
        </p:txBody>
      </p:sp>
      <p:grpSp>
        <p:nvGrpSpPr>
          <p:cNvPr id="2" name="组合 1">
            <a:extLst>
              <a:ext uri="{FF2B5EF4-FFF2-40B4-BE49-F238E27FC236}">
                <a16:creationId xmlns:a16="http://schemas.microsoft.com/office/drawing/2014/main" id="{A4D8D2A1-72A8-4FE0-8652-63506EE4BF63}"/>
              </a:ext>
            </a:extLst>
          </p:cNvPr>
          <p:cNvGrpSpPr/>
          <p:nvPr/>
        </p:nvGrpSpPr>
        <p:grpSpPr>
          <a:xfrm>
            <a:off x="628650" y="1412592"/>
            <a:ext cx="7924800" cy="2667000"/>
            <a:chOff x="609600" y="1066800"/>
            <a:chExt cx="7924800" cy="2667000"/>
          </a:xfrm>
        </p:grpSpPr>
        <p:sp>
          <p:nvSpPr>
            <p:cNvPr id="118786" name="Line 6">
              <a:extLst>
                <a:ext uri="{FF2B5EF4-FFF2-40B4-BE49-F238E27FC236}">
                  <a16:creationId xmlns:a16="http://schemas.microsoft.com/office/drawing/2014/main" id="{5278DA30-5155-D292-AC30-D86DBAACC328}"/>
                </a:ext>
              </a:extLst>
            </p:cNvPr>
            <p:cNvSpPr>
              <a:spLocks noChangeShapeType="1"/>
            </p:cNvSpPr>
            <p:nvPr/>
          </p:nvSpPr>
          <p:spPr bwMode="auto">
            <a:xfrm>
              <a:off x="1143000" y="1295400"/>
              <a:ext cx="1066800" cy="0"/>
            </a:xfrm>
            <a:prstGeom prst="line">
              <a:avLst/>
            </a:prstGeom>
            <a:noFill/>
            <a:ln w="38100">
              <a:solidFill>
                <a:srgbClr val="FF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787" name="Line 7">
              <a:extLst>
                <a:ext uri="{FF2B5EF4-FFF2-40B4-BE49-F238E27FC236}">
                  <a16:creationId xmlns:a16="http://schemas.microsoft.com/office/drawing/2014/main" id="{C0F04665-B804-A535-1EE9-0921C1ECDC09}"/>
                </a:ext>
              </a:extLst>
            </p:cNvPr>
            <p:cNvSpPr>
              <a:spLocks noChangeShapeType="1"/>
            </p:cNvSpPr>
            <p:nvPr/>
          </p:nvSpPr>
          <p:spPr bwMode="auto">
            <a:xfrm>
              <a:off x="2743200" y="1295400"/>
              <a:ext cx="1066800" cy="0"/>
            </a:xfrm>
            <a:prstGeom prst="line">
              <a:avLst/>
            </a:prstGeom>
            <a:noFill/>
            <a:ln w="38100">
              <a:solidFill>
                <a:srgbClr val="FF3300"/>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788" name="Line 9">
              <a:extLst>
                <a:ext uri="{FF2B5EF4-FFF2-40B4-BE49-F238E27FC236}">
                  <a16:creationId xmlns:a16="http://schemas.microsoft.com/office/drawing/2014/main" id="{599AD1FD-7201-4C5B-7E24-316ABD806247}"/>
                </a:ext>
              </a:extLst>
            </p:cNvPr>
            <p:cNvSpPr>
              <a:spLocks noChangeShapeType="1"/>
            </p:cNvSpPr>
            <p:nvPr/>
          </p:nvSpPr>
          <p:spPr bwMode="auto">
            <a:xfrm>
              <a:off x="838200" y="1600200"/>
              <a:ext cx="0" cy="914400"/>
            </a:xfrm>
            <a:prstGeom prst="line">
              <a:avLst/>
            </a:prstGeom>
            <a:noFill/>
            <a:ln w="38100">
              <a:solidFill>
                <a:srgbClr val="FF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789" name="Line 11">
              <a:extLst>
                <a:ext uri="{FF2B5EF4-FFF2-40B4-BE49-F238E27FC236}">
                  <a16:creationId xmlns:a16="http://schemas.microsoft.com/office/drawing/2014/main" id="{E44D74A9-1D8C-EBF0-EC98-51F2088DF8B9}"/>
                </a:ext>
              </a:extLst>
            </p:cNvPr>
            <p:cNvSpPr>
              <a:spLocks noChangeShapeType="1"/>
            </p:cNvSpPr>
            <p:nvPr/>
          </p:nvSpPr>
          <p:spPr bwMode="auto">
            <a:xfrm>
              <a:off x="2438400" y="1600200"/>
              <a:ext cx="0" cy="914400"/>
            </a:xfrm>
            <a:prstGeom prst="line">
              <a:avLst/>
            </a:prstGeom>
            <a:noFill/>
            <a:ln w="38100">
              <a:solidFill>
                <a:srgbClr val="FF3300"/>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790" name="Line 12">
              <a:extLst>
                <a:ext uri="{FF2B5EF4-FFF2-40B4-BE49-F238E27FC236}">
                  <a16:creationId xmlns:a16="http://schemas.microsoft.com/office/drawing/2014/main" id="{794EADB6-BE79-911B-17DB-3DF0DED38960}"/>
                </a:ext>
              </a:extLst>
            </p:cNvPr>
            <p:cNvSpPr>
              <a:spLocks noChangeShapeType="1"/>
            </p:cNvSpPr>
            <p:nvPr/>
          </p:nvSpPr>
          <p:spPr bwMode="auto">
            <a:xfrm flipH="1" flipV="1">
              <a:off x="1066800" y="1524000"/>
              <a:ext cx="1143000" cy="1143000"/>
            </a:xfrm>
            <a:prstGeom prst="line">
              <a:avLst/>
            </a:prstGeom>
            <a:noFill/>
            <a:ln w="38100">
              <a:solidFill>
                <a:srgbClr val="FF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791" name="Line 13">
              <a:extLst>
                <a:ext uri="{FF2B5EF4-FFF2-40B4-BE49-F238E27FC236}">
                  <a16:creationId xmlns:a16="http://schemas.microsoft.com/office/drawing/2014/main" id="{6348E30D-8B64-3994-8065-C1E0BA49756C}"/>
                </a:ext>
              </a:extLst>
            </p:cNvPr>
            <p:cNvSpPr>
              <a:spLocks noChangeShapeType="1"/>
            </p:cNvSpPr>
            <p:nvPr/>
          </p:nvSpPr>
          <p:spPr bwMode="auto">
            <a:xfrm>
              <a:off x="2743200" y="2819400"/>
              <a:ext cx="1066800" cy="0"/>
            </a:xfrm>
            <a:prstGeom prst="line">
              <a:avLst/>
            </a:prstGeom>
            <a:noFill/>
            <a:ln w="38100">
              <a:solidFill>
                <a:srgbClr val="FF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792" name="Line 15">
              <a:extLst>
                <a:ext uri="{FF2B5EF4-FFF2-40B4-BE49-F238E27FC236}">
                  <a16:creationId xmlns:a16="http://schemas.microsoft.com/office/drawing/2014/main" id="{9F0D66CB-F399-71DC-AEEB-01A5732E5A47}"/>
                </a:ext>
              </a:extLst>
            </p:cNvPr>
            <p:cNvSpPr>
              <a:spLocks noChangeShapeType="1"/>
            </p:cNvSpPr>
            <p:nvPr/>
          </p:nvSpPr>
          <p:spPr bwMode="auto">
            <a:xfrm>
              <a:off x="4038600" y="1600200"/>
              <a:ext cx="0" cy="914400"/>
            </a:xfrm>
            <a:prstGeom prst="line">
              <a:avLst/>
            </a:prstGeom>
            <a:noFill/>
            <a:ln w="38100">
              <a:solidFill>
                <a:srgbClr val="FF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793" name="Line 16">
              <a:extLst>
                <a:ext uri="{FF2B5EF4-FFF2-40B4-BE49-F238E27FC236}">
                  <a16:creationId xmlns:a16="http://schemas.microsoft.com/office/drawing/2014/main" id="{0D8A1D68-8F54-2F9D-B4C7-8B3753B91940}"/>
                </a:ext>
              </a:extLst>
            </p:cNvPr>
            <p:cNvSpPr>
              <a:spLocks noChangeShapeType="1"/>
            </p:cNvSpPr>
            <p:nvPr/>
          </p:nvSpPr>
          <p:spPr bwMode="auto">
            <a:xfrm flipH="1" flipV="1">
              <a:off x="2667000" y="1447800"/>
              <a:ext cx="1219200" cy="1143000"/>
            </a:xfrm>
            <a:prstGeom prst="line">
              <a:avLst/>
            </a:prstGeom>
            <a:noFill/>
            <a:ln w="38100">
              <a:solidFill>
                <a:srgbClr val="FF3300"/>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794" name="Line 20">
              <a:extLst>
                <a:ext uri="{FF2B5EF4-FFF2-40B4-BE49-F238E27FC236}">
                  <a16:creationId xmlns:a16="http://schemas.microsoft.com/office/drawing/2014/main" id="{818C3DD5-F36E-0C10-294C-B6295E8FBD8A}"/>
                </a:ext>
              </a:extLst>
            </p:cNvPr>
            <p:cNvSpPr>
              <a:spLocks noChangeShapeType="1"/>
            </p:cNvSpPr>
            <p:nvPr/>
          </p:nvSpPr>
          <p:spPr bwMode="auto">
            <a:xfrm>
              <a:off x="8229600" y="1600200"/>
              <a:ext cx="0" cy="914400"/>
            </a:xfrm>
            <a:prstGeom prst="line">
              <a:avLst/>
            </a:prstGeom>
            <a:noFill/>
            <a:ln w="38100">
              <a:solidFill>
                <a:srgbClr val="FF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795" name="Line 22">
              <a:extLst>
                <a:ext uri="{FF2B5EF4-FFF2-40B4-BE49-F238E27FC236}">
                  <a16:creationId xmlns:a16="http://schemas.microsoft.com/office/drawing/2014/main" id="{8CDBB5A1-7355-8714-D6D0-6A15AAE6D31C}"/>
                </a:ext>
              </a:extLst>
            </p:cNvPr>
            <p:cNvSpPr>
              <a:spLocks noChangeShapeType="1"/>
            </p:cNvSpPr>
            <p:nvPr/>
          </p:nvSpPr>
          <p:spPr bwMode="auto">
            <a:xfrm>
              <a:off x="6934200" y="1295400"/>
              <a:ext cx="1066800" cy="0"/>
            </a:xfrm>
            <a:prstGeom prst="line">
              <a:avLst/>
            </a:prstGeom>
            <a:noFill/>
            <a:ln w="38100">
              <a:solidFill>
                <a:srgbClr val="FF3300"/>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796" name="Line 24">
              <a:extLst>
                <a:ext uri="{FF2B5EF4-FFF2-40B4-BE49-F238E27FC236}">
                  <a16:creationId xmlns:a16="http://schemas.microsoft.com/office/drawing/2014/main" id="{5C346A70-3E20-6B20-2202-8347C672E2C8}"/>
                </a:ext>
              </a:extLst>
            </p:cNvPr>
            <p:cNvSpPr>
              <a:spLocks noChangeShapeType="1"/>
            </p:cNvSpPr>
            <p:nvPr/>
          </p:nvSpPr>
          <p:spPr bwMode="auto">
            <a:xfrm flipH="1" flipV="1">
              <a:off x="6858000" y="1524000"/>
              <a:ext cx="1219200" cy="1143000"/>
            </a:xfrm>
            <a:prstGeom prst="line">
              <a:avLst/>
            </a:prstGeom>
            <a:noFill/>
            <a:ln w="38100">
              <a:solidFill>
                <a:srgbClr val="FF3300"/>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797" name="Line 25">
              <a:extLst>
                <a:ext uri="{FF2B5EF4-FFF2-40B4-BE49-F238E27FC236}">
                  <a16:creationId xmlns:a16="http://schemas.microsoft.com/office/drawing/2014/main" id="{5295667E-F8BB-C327-4980-F0C7855C05AE}"/>
                </a:ext>
              </a:extLst>
            </p:cNvPr>
            <p:cNvSpPr>
              <a:spLocks noChangeShapeType="1"/>
            </p:cNvSpPr>
            <p:nvPr/>
          </p:nvSpPr>
          <p:spPr bwMode="auto">
            <a:xfrm>
              <a:off x="5334000" y="1295400"/>
              <a:ext cx="1066800" cy="0"/>
            </a:xfrm>
            <a:prstGeom prst="line">
              <a:avLst/>
            </a:prstGeom>
            <a:noFill/>
            <a:ln w="38100">
              <a:solidFill>
                <a:srgbClr val="FF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798" name="Line 27">
              <a:extLst>
                <a:ext uri="{FF2B5EF4-FFF2-40B4-BE49-F238E27FC236}">
                  <a16:creationId xmlns:a16="http://schemas.microsoft.com/office/drawing/2014/main" id="{0E6E119D-4C1E-0ED2-B020-6B8206B6A68A}"/>
                </a:ext>
              </a:extLst>
            </p:cNvPr>
            <p:cNvSpPr>
              <a:spLocks noChangeShapeType="1"/>
            </p:cNvSpPr>
            <p:nvPr/>
          </p:nvSpPr>
          <p:spPr bwMode="auto">
            <a:xfrm>
              <a:off x="5029200" y="1600200"/>
              <a:ext cx="0" cy="914400"/>
            </a:xfrm>
            <a:prstGeom prst="line">
              <a:avLst/>
            </a:prstGeom>
            <a:noFill/>
            <a:ln w="38100">
              <a:solidFill>
                <a:srgbClr val="FF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799" name="Line 38">
              <a:extLst>
                <a:ext uri="{FF2B5EF4-FFF2-40B4-BE49-F238E27FC236}">
                  <a16:creationId xmlns:a16="http://schemas.microsoft.com/office/drawing/2014/main" id="{DE123F26-382E-D946-C02A-FA81F7D2BA90}"/>
                </a:ext>
              </a:extLst>
            </p:cNvPr>
            <p:cNvSpPr>
              <a:spLocks noChangeShapeType="1"/>
            </p:cNvSpPr>
            <p:nvPr/>
          </p:nvSpPr>
          <p:spPr bwMode="auto">
            <a:xfrm>
              <a:off x="6629400" y="1600200"/>
              <a:ext cx="0" cy="1066800"/>
            </a:xfrm>
            <a:prstGeom prst="line">
              <a:avLst/>
            </a:prstGeom>
            <a:noFill/>
            <a:ln w="38100">
              <a:solidFill>
                <a:srgbClr val="FF3300"/>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00" name="Line 39">
              <a:extLst>
                <a:ext uri="{FF2B5EF4-FFF2-40B4-BE49-F238E27FC236}">
                  <a16:creationId xmlns:a16="http://schemas.microsoft.com/office/drawing/2014/main" id="{E10A4E9C-84CF-DD45-6229-57C458C1CD01}"/>
                </a:ext>
              </a:extLst>
            </p:cNvPr>
            <p:cNvSpPr>
              <a:spLocks noChangeShapeType="1"/>
            </p:cNvSpPr>
            <p:nvPr/>
          </p:nvSpPr>
          <p:spPr bwMode="auto">
            <a:xfrm>
              <a:off x="6934200" y="2819400"/>
              <a:ext cx="1066800" cy="0"/>
            </a:xfrm>
            <a:prstGeom prst="line">
              <a:avLst/>
            </a:prstGeom>
            <a:noFill/>
            <a:ln w="38100">
              <a:solidFill>
                <a:srgbClr val="FF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01" name="Line 41">
              <a:extLst>
                <a:ext uri="{FF2B5EF4-FFF2-40B4-BE49-F238E27FC236}">
                  <a16:creationId xmlns:a16="http://schemas.microsoft.com/office/drawing/2014/main" id="{029CF69C-1DA3-7AA4-F836-A41091D4CB3F}"/>
                </a:ext>
              </a:extLst>
            </p:cNvPr>
            <p:cNvSpPr>
              <a:spLocks noChangeShapeType="1"/>
            </p:cNvSpPr>
            <p:nvPr/>
          </p:nvSpPr>
          <p:spPr bwMode="auto">
            <a:xfrm flipH="1" flipV="1">
              <a:off x="5257800" y="1524000"/>
              <a:ext cx="1219200" cy="1143000"/>
            </a:xfrm>
            <a:prstGeom prst="line">
              <a:avLst/>
            </a:prstGeom>
            <a:noFill/>
            <a:ln w="38100">
              <a:solidFill>
                <a:srgbClr val="FF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11" name="Oval 3">
              <a:extLst>
                <a:ext uri="{FF2B5EF4-FFF2-40B4-BE49-F238E27FC236}">
                  <a16:creationId xmlns:a16="http://schemas.microsoft.com/office/drawing/2014/main" id="{B2EB4072-B25F-1248-4F12-DE05923A11CE}"/>
                </a:ext>
              </a:extLst>
            </p:cNvPr>
            <p:cNvSpPr>
              <a:spLocks noChangeArrowheads="1"/>
            </p:cNvSpPr>
            <p:nvPr/>
          </p:nvSpPr>
          <p:spPr bwMode="auto">
            <a:xfrm>
              <a:off x="609600" y="1066800"/>
              <a:ext cx="533400" cy="533400"/>
            </a:xfrm>
            <a:prstGeom prst="ellipse">
              <a:avLst/>
            </a:prstGeom>
            <a:solidFill>
              <a:srgbClr val="FFFF00"/>
            </a:solidFill>
            <a:ln w="38100">
              <a:solidFill>
                <a:srgbClr val="FF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400" b="1">
                  <a:solidFill>
                    <a:schemeClr val="tx2"/>
                  </a:solidFill>
                  <a:latin typeface="Times New Roman" panose="02020603050405020304" pitchFamily="18" charset="0"/>
                  <a:ea typeface="宋体" panose="02010600030101010101" pitchFamily="2" charset="-122"/>
                </a:rPr>
                <a:t>C0</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118812" name="Oval 4">
              <a:extLst>
                <a:ext uri="{FF2B5EF4-FFF2-40B4-BE49-F238E27FC236}">
                  <a16:creationId xmlns:a16="http://schemas.microsoft.com/office/drawing/2014/main" id="{3BDA3D10-0451-E2AD-9F4B-64C3AF8681DE}"/>
                </a:ext>
              </a:extLst>
            </p:cNvPr>
            <p:cNvSpPr>
              <a:spLocks noChangeArrowheads="1"/>
            </p:cNvSpPr>
            <p:nvPr/>
          </p:nvSpPr>
          <p:spPr bwMode="auto">
            <a:xfrm>
              <a:off x="2209800" y="1066800"/>
              <a:ext cx="533400" cy="533400"/>
            </a:xfrm>
            <a:prstGeom prst="ellipse">
              <a:avLst/>
            </a:prstGeom>
            <a:solidFill>
              <a:srgbClr val="FFFF00"/>
            </a:solidFill>
            <a:ln w="38100">
              <a:solidFill>
                <a:schemeClr val="tx2"/>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400" b="1">
                  <a:solidFill>
                    <a:schemeClr val="tx2"/>
                  </a:solidFill>
                  <a:latin typeface="Times New Roman" panose="02020603050405020304" pitchFamily="18" charset="0"/>
                  <a:ea typeface="宋体" panose="02010600030101010101" pitchFamily="2" charset="-122"/>
                </a:rPr>
                <a:t>C1</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118813" name="Oval 5">
              <a:extLst>
                <a:ext uri="{FF2B5EF4-FFF2-40B4-BE49-F238E27FC236}">
                  <a16:creationId xmlns:a16="http://schemas.microsoft.com/office/drawing/2014/main" id="{45117750-3592-3B1F-D779-F3280E747376}"/>
                </a:ext>
              </a:extLst>
            </p:cNvPr>
            <p:cNvSpPr>
              <a:spLocks noChangeArrowheads="1"/>
            </p:cNvSpPr>
            <p:nvPr/>
          </p:nvSpPr>
          <p:spPr bwMode="auto">
            <a:xfrm>
              <a:off x="3810000" y="1066800"/>
              <a:ext cx="533400" cy="533400"/>
            </a:xfrm>
            <a:prstGeom prst="ellipse">
              <a:avLst/>
            </a:prstGeom>
            <a:solidFill>
              <a:srgbClr val="FFFF00"/>
            </a:solidFill>
            <a:ln w="38100">
              <a:solidFill>
                <a:srgbClr val="FF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400" b="1">
                  <a:solidFill>
                    <a:schemeClr val="tx2"/>
                  </a:solidFill>
                  <a:latin typeface="Times New Roman" panose="02020603050405020304" pitchFamily="18" charset="0"/>
                  <a:ea typeface="宋体" panose="02010600030101010101" pitchFamily="2" charset="-122"/>
                </a:rPr>
                <a:t>C2</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118814" name="Oval 8">
              <a:extLst>
                <a:ext uri="{FF2B5EF4-FFF2-40B4-BE49-F238E27FC236}">
                  <a16:creationId xmlns:a16="http://schemas.microsoft.com/office/drawing/2014/main" id="{BAE969EE-3361-94CA-3528-3720BCBB53A1}"/>
                </a:ext>
              </a:extLst>
            </p:cNvPr>
            <p:cNvSpPr>
              <a:spLocks noChangeArrowheads="1"/>
            </p:cNvSpPr>
            <p:nvPr/>
          </p:nvSpPr>
          <p:spPr bwMode="auto">
            <a:xfrm>
              <a:off x="609600" y="2514600"/>
              <a:ext cx="533400" cy="533400"/>
            </a:xfrm>
            <a:prstGeom prst="ellipse">
              <a:avLst/>
            </a:prstGeom>
            <a:solidFill>
              <a:srgbClr val="FFFF00"/>
            </a:solidFill>
            <a:ln w="38100">
              <a:solidFill>
                <a:srgbClr val="FF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400" b="1">
                  <a:solidFill>
                    <a:schemeClr val="tx2"/>
                  </a:solidFill>
                  <a:latin typeface="Times New Roman" panose="02020603050405020304" pitchFamily="18" charset="0"/>
                  <a:ea typeface="宋体" panose="02010600030101010101" pitchFamily="2" charset="-122"/>
                </a:rPr>
                <a:t>C3</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118815" name="Oval 10">
              <a:extLst>
                <a:ext uri="{FF2B5EF4-FFF2-40B4-BE49-F238E27FC236}">
                  <a16:creationId xmlns:a16="http://schemas.microsoft.com/office/drawing/2014/main" id="{1652A19D-DCE0-7D73-3420-2320E96AD5C4}"/>
                </a:ext>
              </a:extLst>
            </p:cNvPr>
            <p:cNvSpPr>
              <a:spLocks noChangeArrowheads="1"/>
            </p:cNvSpPr>
            <p:nvPr/>
          </p:nvSpPr>
          <p:spPr bwMode="auto">
            <a:xfrm>
              <a:off x="2209800" y="2514600"/>
              <a:ext cx="533400" cy="533400"/>
            </a:xfrm>
            <a:prstGeom prst="ellipse">
              <a:avLst/>
            </a:prstGeom>
            <a:solidFill>
              <a:srgbClr val="FFFF00"/>
            </a:solidFill>
            <a:ln w="38100">
              <a:solidFill>
                <a:srgbClr val="FF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400" b="1">
                  <a:solidFill>
                    <a:schemeClr val="tx2"/>
                  </a:solidFill>
                  <a:latin typeface="Times New Roman" panose="02020603050405020304" pitchFamily="18" charset="0"/>
                  <a:ea typeface="宋体" panose="02010600030101010101" pitchFamily="2" charset="-122"/>
                </a:rPr>
                <a:t>C4</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118816" name="Oval 14">
              <a:extLst>
                <a:ext uri="{FF2B5EF4-FFF2-40B4-BE49-F238E27FC236}">
                  <a16:creationId xmlns:a16="http://schemas.microsoft.com/office/drawing/2014/main" id="{ED77E7FA-983C-CF76-23F6-77A59E18AB9C}"/>
                </a:ext>
              </a:extLst>
            </p:cNvPr>
            <p:cNvSpPr>
              <a:spLocks noChangeArrowheads="1"/>
            </p:cNvSpPr>
            <p:nvPr/>
          </p:nvSpPr>
          <p:spPr bwMode="auto">
            <a:xfrm>
              <a:off x="3810000" y="2514600"/>
              <a:ext cx="533400" cy="533400"/>
            </a:xfrm>
            <a:prstGeom prst="ellipse">
              <a:avLst/>
            </a:prstGeom>
            <a:solidFill>
              <a:srgbClr val="FFFF00"/>
            </a:solidFill>
            <a:ln w="38100">
              <a:solidFill>
                <a:srgbClr val="FF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400" b="1">
                  <a:solidFill>
                    <a:schemeClr val="tx2"/>
                  </a:solidFill>
                  <a:latin typeface="Times New Roman" panose="02020603050405020304" pitchFamily="18" charset="0"/>
                  <a:ea typeface="宋体" panose="02010600030101010101" pitchFamily="2" charset="-122"/>
                </a:rPr>
                <a:t>C5</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118818" name="Text Box 18">
              <a:extLst>
                <a:ext uri="{FF2B5EF4-FFF2-40B4-BE49-F238E27FC236}">
                  <a16:creationId xmlns:a16="http://schemas.microsoft.com/office/drawing/2014/main" id="{20B27B2B-7E70-71AE-650A-03B4EFC0D5E0}"/>
                </a:ext>
              </a:extLst>
            </p:cNvPr>
            <p:cNvSpPr txBox="1">
              <a:spLocks noChangeArrowheads="1"/>
            </p:cNvSpPr>
            <p:nvPr/>
          </p:nvSpPr>
          <p:spPr bwMode="auto">
            <a:xfrm>
              <a:off x="1003300" y="3154363"/>
              <a:ext cx="28067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8080"/>
                  </a:solidFill>
                  <a:latin typeface="Times New Roman" panose="02020603050405020304" pitchFamily="18" charset="0"/>
                  <a:ea typeface="仿宋_GB2312" pitchFamily="49" charset="-122"/>
                </a:rPr>
                <a:t>(a) </a:t>
              </a:r>
              <a:r>
                <a:rPr kumimoji="1" lang="zh-CN" altLang="en-US" sz="3200" b="1">
                  <a:solidFill>
                    <a:srgbClr val="008080"/>
                  </a:solidFill>
                  <a:latin typeface="Times New Roman" panose="02020603050405020304" pitchFamily="18" charset="0"/>
                  <a:ea typeface="仿宋_GB2312" pitchFamily="49" charset="-122"/>
                </a:rPr>
                <a:t>有向无环图</a:t>
              </a:r>
              <a:endParaRPr kumimoji="1" lang="zh-CN" altLang="en-US" sz="2400">
                <a:solidFill>
                  <a:srgbClr val="008080"/>
                </a:solidFill>
                <a:latin typeface="Times New Roman" panose="02020603050405020304" pitchFamily="18" charset="0"/>
                <a:ea typeface="宋体" panose="02010600030101010101" pitchFamily="2" charset="-122"/>
              </a:endParaRPr>
            </a:p>
          </p:txBody>
        </p:sp>
        <p:sp>
          <p:nvSpPr>
            <p:cNvPr id="118819" name="Oval 19">
              <a:extLst>
                <a:ext uri="{FF2B5EF4-FFF2-40B4-BE49-F238E27FC236}">
                  <a16:creationId xmlns:a16="http://schemas.microsoft.com/office/drawing/2014/main" id="{38C169EC-9CBB-84DD-3B77-57BAD153B03C}"/>
                </a:ext>
              </a:extLst>
            </p:cNvPr>
            <p:cNvSpPr>
              <a:spLocks noChangeArrowheads="1"/>
            </p:cNvSpPr>
            <p:nvPr/>
          </p:nvSpPr>
          <p:spPr bwMode="auto">
            <a:xfrm>
              <a:off x="8001000" y="1066800"/>
              <a:ext cx="533400" cy="533400"/>
            </a:xfrm>
            <a:prstGeom prst="ellipse">
              <a:avLst/>
            </a:prstGeom>
            <a:solidFill>
              <a:srgbClr val="FFFF00"/>
            </a:solidFill>
            <a:ln w="38100">
              <a:solidFill>
                <a:srgbClr val="FF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400" b="1">
                  <a:solidFill>
                    <a:schemeClr val="tx2"/>
                  </a:solidFill>
                  <a:latin typeface="Times New Roman" panose="02020603050405020304" pitchFamily="18" charset="0"/>
                  <a:ea typeface="宋体" panose="02010600030101010101" pitchFamily="2" charset="-122"/>
                </a:rPr>
                <a:t>C2</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118820" name="Oval 21">
              <a:extLst>
                <a:ext uri="{FF2B5EF4-FFF2-40B4-BE49-F238E27FC236}">
                  <a16:creationId xmlns:a16="http://schemas.microsoft.com/office/drawing/2014/main" id="{89B84F29-5513-2063-D30B-E73BB8E2239F}"/>
                </a:ext>
              </a:extLst>
            </p:cNvPr>
            <p:cNvSpPr>
              <a:spLocks noChangeArrowheads="1"/>
            </p:cNvSpPr>
            <p:nvPr/>
          </p:nvSpPr>
          <p:spPr bwMode="auto">
            <a:xfrm>
              <a:off x="8001000" y="2514600"/>
              <a:ext cx="533400" cy="533400"/>
            </a:xfrm>
            <a:prstGeom prst="ellipse">
              <a:avLst/>
            </a:prstGeom>
            <a:solidFill>
              <a:srgbClr val="FFFF00"/>
            </a:solidFill>
            <a:ln w="38100">
              <a:solidFill>
                <a:srgbClr val="FF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400" b="1">
                  <a:solidFill>
                    <a:schemeClr val="tx2"/>
                  </a:solidFill>
                  <a:latin typeface="Times New Roman" panose="02020603050405020304" pitchFamily="18" charset="0"/>
                  <a:ea typeface="宋体" panose="02010600030101010101" pitchFamily="2" charset="-122"/>
                </a:rPr>
                <a:t>C5</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118821" name="Oval 23">
              <a:extLst>
                <a:ext uri="{FF2B5EF4-FFF2-40B4-BE49-F238E27FC236}">
                  <a16:creationId xmlns:a16="http://schemas.microsoft.com/office/drawing/2014/main" id="{AC42E1AA-229E-4435-CA6F-F6AB0D3F7312}"/>
                </a:ext>
              </a:extLst>
            </p:cNvPr>
            <p:cNvSpPr>
              <a:spLocks noChangeArrowheads="1"/>
            </p:cNvSpPr>
            <p:nvPr/>
          </p:nvSpPr>
          <p:spPr bwMode="auto">
            <a:xfrm>
              <a:off x="6400800" y="1066800"/>
              <a:ext cx="533400" cy="533400"/>
            </a:xfrm>
            <a:prstGeom prst="ellipse">
              <a:avLst/>
            </a:prstGeom>
            <a:solidFill>
              <a:srgbClr val="FFFF00"/>
            </a:solidFill>
            <a:ln w="38100">
              <a:solidFill>
                <a:srgbClr val="FF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400" b="1">
                  <a:solidFill>
                    <a:schemeClr val="tx2"/>
                  </a:solidFill>
                  <a:latin typeface="Times New Roman" panose="02020603050405020304" pitchFamily="18" charset="0"/>
                  <a:ea typeface="宋体" panose="02010600030101010101" pitchFamily="2" charset="-122"/>
                </a:rPr>
                <a:t>C1</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118822" name="Oval 26">
              <a:extLst>
                <a:ext uri="{FF2B5EF4-FFF2-40B4-BE49-F238E27FC236}">
                  <a16:creationId xmlns:a16="http://schemas.microsoft.com/office/drawing/2014/main" id="{A7356F2B-FA10-804F-B0BC-C5680AEFD258}"/>
                </a:ext>
              </a:extLst>
            </p:cNvPr>
            <p:cNvSpPr>
              <a:spLocks noChangeArrowheads="1"/>
            </p:cNvSpPr>
            <p:nvPr/>
          </p:nvSpPr>
          <p:spPr bwMode="auto">
            <a:xfrm>
              <a:off x="4800600" y="1066800"/>
              <a:ext cx="533400" cy="533400"/>
            </a:xfrm>
            <a:prstGeom prst="ellipse">
              <a:avLst/>
            </a:prstGeom>
            <a:solidFill>
              <a:srgbClr val="FFFF00"/>
            </a:solidFill>
            <a:ln w="38100">
              <a:solidFill>
                <a:schemeClr val="tx2"/>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400" b="1">
                  <a:solidFill>
                    <a:schemeClr val="tx2"/>
                  </a:solidFill>
                  <a:latin typeface="Times New Roman" panose="02020603050405020304" pitchFamily="18" charset="0"/>
                  <a:ea typeface="宋体" panose="02010600030101010101" pitchFamily="2" charset="-122"/>
                </a:rPr>
                <a:t>C0</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118823" name="Oval 28">
              <a:extLst>
                <a:ext uri="{FF2B5EF4-FFF2-40B4-BE49-F238E27FC236}">
                  <a16:creationId xmlns:a16="http://schemas.microsoft.com/office/drawing/2014/main" id="{81CB0B52-E577-5134-1134-5CBF79A1831B}"/>
                </a:ext>
              </a:extLst>
            </p:cNvPr>
            <p:cNvSpPr>
              <a:spLocks noChangeArrowheads="1"/>
            </p:cNvSpPr>
            <p:nvPr/>
          </p:nvSpPr>
          <p:spPr bwMode="auto">
            <a:xfrm>
              <a:off x="4800600" y="2514600"/>
              <a:ext cx="533400" cy="533400"/>
            </a:xfrm>
            <a:prstGeom prst="ellipse">
              <a:avLst/>
            </a:prstGeom>
            <a:solidFill>
              <a:srgbClr val="FFFF00"/>
            </a:solidFill>
            <a:ln w="38100">
              <a:solidFill>
                <a:srgbClr val="FF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400" b="1">
                  <a:solidFill>
                    <a:schemeClr val="tx2"/>
                  </a:solidFill>
                  <a:latin typeface="Times New Roman" panose="02020603050405020304" pitchFamily="18" charset="0"/>
                  <a:ea typeface="宋体" panose="02010600030101010101" pitchFamily="2" charset="-122"/>
                </a:rPr>
                <a:t>C3</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118824" name="Text Box 29">
              <a:extLst>
                <a:ext uri="{FF2B5EF4-FFF2-40B4-BE49-F238E27FC236}">
                  <a16:creationId xmlns:a16="http://schemas.microsoft.com/office/drawing/2014/main" id="{70D41297-559B-BE8A-05EB-26E86CEA7E5F}"/>
                </a:ext>
              </a:extLst>
            </p:cNvPr>
            <p:cNvSpPr txBox="1">
              <a:spLocks noChangeArrowheads="1"/>
            </p:cNvSpPr>
            <p:nvPr/>
          </p:nvSpPr>
          <p:spPr bwMode="auto">
            <a:xfrm>
              <a:off x="5089525" y="3078163"/>
              <a:ext cx="29162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8080"/>
                  </a:solidFill>
                  <a:latin typeface="Times New Roman" panose="02020603050405020304" pitchFamily="18" charset="0"/>
                  <a:ea typeface="仿宋_GB2312" pitchFamily="49" charset="-122"/>
                </a:rPr>
                <a:t>(b) </a:t>
              </a:r>
              <a:r>
                <a:rPr kumimoji="1" lang="zh-CN" altLang="en-US" sz="3200" b="1">
                  <a:solidFill>
                    <a:srgbClr val="008080"/>
                  </a:solidFill>
                  <a:latin typeface="Times New Roman" panose="02020603050405020304" pitchFamily="18" charset="0"/>
                  <a:ea typeface="仿宋_GB2312" pitchFamily="49" charset="-122"/>
                </a:rPr>
                <a:t>输出顶点</a:t>
              </a:r>
              <a:r>
                <a:rPr kumimoji="1" lang="en-US" altLang="zh-CN" sz="3200" b="1">
                  <a:solidFill>
                    <a:srgbClr val="008080"/>
                  </a:solidFill>
                  <a:latin typeface="Times New Roman" panose="02020603050405020304" pitchFamily="18" charset="0"/>
                  <a:ea typeface="仿宋_GB2312" pitchFamily="49" charset="-122"/>
                </a:rPr>
                <a:t>C4</a:t>
              </a:r>
              <a:endParaRPr kumimoji="1" lang="en-US" altLang="zh-CN" sz="2400">
                <a:solidFill>
                  <a:srgbClr val="008080"/>
                </a:solidFill>
                <a:latin typeface="Times New Roman" panose="02020603050405020304" pitchFamily="18" charset="0"/>
                <a:ea typeface="宋体" panose="02010600030101010101" pitchFamily="2" charset="-122"/>
              </a:endParaRPr>
            </a:p>
          </p:txBody>
        </p:sp>
        <p:sp>
          <p:nvSpPr>
            <p:cNvPr id="118830" name="Oval 40">
              <a:extLst>
                <a:ext uri="{FF2B5EF4-FFF2-40B4-BE49-F238E27FC236}">
                  <a16:creationId xmlns:a16="http://schemas.microsoft.com/office/drawing/2014/main" id="{4765DD1F-EDA6-53D6-83CA-95ED6188DA05}"/>
                </a:ext>
              </a:extLst>
            </p:cNvPr>
            <p:cNvSpPr>
              <a:spLocks noChangeArrowheads="1"/>
            </p:cNvSpPr>
            <p:nvPr/>
          </p:nvSpPr>
          <p:spPr bwMode="auto">
            <a:xfrm>
              <a:off x="6400800" y="2514600"/>
              <a:ext cx="533400" cy="533400"/>
            </a:xfrm>
            <a:prstGeom prst="ellipse">
              <a:avLst/>
            </a:prstGeom>
            <a:solidFill>
              <a:schemeClr val="accent2"/>
            </a:solidFill>
            <a:ln w="38100">
              <a:solidFill>
                <a:srgbClr val="CCECFF"/>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400" b="1">
                  <a:solidFill>
                    <a:schemeClr val="bg1"/>
                  </a:solidFill>
                  <a:latin typeface="Times New Roman" panose="02020603050405020304" pitchFamily="18" charset="0"/>
                  <a:ea typeface="宋体" panose="02010600030101010101" pitchFamily="2" charset="-122"/>
                </a:rPr>
                <a:t>C4</a:t>
              </a:r>
              <a:endParaRPr kumimoji="1" lang="en-US" altLang="zh-CN" sz="2400">
                <a:solidFill>
                  <a:schemeClr val="bg1"/>
                </a:solidFill>
                <a:latin typeface="Times New Roman" panose="02020603050405020304" pitchFamily="18" charset="0"/>
                <a:ea typeface="宋体" panose="02010600030101010101" pitchFamily="2" charset="-122"/>
              </a:endParaRPr>
            </a:p>
          </p:txBody>
        </p:sp>
      </p:grpSp>
      <p:sp>
        <p:nvSpPr>
          <p:cNvPr id="118831" name="Oval 43">
            <a:extLst>
              <a:ext uri="{FF2B5EF4-FFF2-40B4-BE49-F238E27FC236}">
                <a16:creationId xmlns:a16="http://schemas.microsoft.com/office/drawing/2014/main" id="{C7E1C302-D0B8-4665-F0B3-A1F06E56B280}"/>
              </a:ext>
            </a:extLst>
          </p:cNvPr>
          <p:cNvSpPr>
            <a:spLocks noChangeArrowheads="1"/>
          </p:cNvSpPr>
          <p:nvPr/>
        </p:nvSpPr>
        <p:spPr bwMode="auto">
          <a:xfrm>
            <a:off x="628650" y="4117692"/>
            <a:ext cx="533400" cy="533400"/>
          </a:xfrm>
          <a:prstGeom prst="ellipse">
            <a:avLst/>
          </a:prstGeom>
          <a:solidFill>
            <a:schemeClr val="accent2"/>
          </a:solidFill>
          <a:ln w="38100">
            <a:solidFill>
              <a:srgbClr val="CCECFF"/>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400" b="1">
                <a:solidFill>
                  <a:schemeClr val="bg1"/>
                </a:solidFill>
                <a:latin typeface="Times New Roman" panose="02020603050405020304" pitchFamily="18" charset="0"/>
                <a:ea typeface="宋体" panose="02010600030101010101" pitchFamily="2" charset="-122"/>
              </a:rPr>
              <a:t>C0</a:t>
            </a:r>
            <a:endParaRPr kumimoji="1" lang="en-US" altLang="zh-CN" sz="2400">
              <a:solidFill>
                <a:schemeClr val="bg1"/>
              </a:solidFill>
              <a:latin typeface="Times New Roman" panose="02020603050405020304" pitchFamily="18" charset="0"/>
              <a:ea typeface="宋体" panose="02010600030101010101" pitchFamily="2" charset="-122"/>
            </a:endParaRPr>
          </a:p>
        </p:txBody>
      </p:sp>
      <p:sp>
        <p:nvSpPr>
          <p:cNvPr id="118832" name="Oval 45">
            <a:extLst>
              <a:ext uri="{FF2B5EF4-FFF2-40B4-BE49-F238E27FC236}">
                <a16:creationId xmlns:a16="http://schemas.microsoft.com/office/drawing/2014/main" id="{2B26B00B-9EA2-74D9-5082-BFD2695EBA72}"/>
              </a:ext>
            </a:extLst>
          </p:cNvPr>
          <p:cNvSpPr>
            <a:spLocks noChangeArrowheads="1"/>
          </p:cNvSpPr>
          <p:nvPr/>
        </p:nvSpPr>
        <p:spPr bwMode="auto">
          <a:xfrm>
            <a:off x="8020050" y="4117692"/>
            <a:ext cx="533400" cy="533400"/>
          </a:xfrm>
          <a:prstGeom prst="ellipse">
            <a:avLst/>
          </a:prstGeom>
          <a:solidFill>
            <a:srgbClr val="FFFF00"/>
          </a:solidFill>
          <a:ln w="38100">
            <a:solidFill>
              <a:srgbClr val="FF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400" b="1">
                <a:solidFill>
                  <a:schemeClr val="tx2"/>
                </a:solidFill>
                <a:latin typeface="Times New Roman" panose="02020603050405020304" pitchFamily="18" charset="0"/>
                <a:ea typeface="宋体" panose="02010600030101010101" pitchFamily="2" charset="-122"/>
              </a:rPr>
              <a:t>C2</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118833" name="Oval 47">
            <a:extLst>
              <a:ext uri="{FF2B5EF4-FFF2-40B4-BE49-F238E27FC236}">
                <a16:creationId xmlns:a16="http://schemas.microsoft.com/office/drawing/2014/main" id="{F2DE976C-8B75-84B3-B0CD-535F044E9155}"/>
              </a:ext>
            </a:extLst>
          </p:cNvPr>
          <p:cNvSpPr>
            <a:spLocks noChangeArrowheads="1"/>
          </p:cNvSpPr>
          <p:nvPr/>
        </p:nvSpPr>
        <p:spPr bwMode="auto">
          <a:xfrm>
            <a:off x="8020050" y="5565492"/>
            <a:ext cx="533400" cy="533400"/>
          </a:xfrm>
          <a:prstGeom prst="ellipse">
            <a:avLst/>
          </a:prstGeom>
          <a:solidFill>
            <a:srgbClr val="FFFF00"/>
          </a:solidFill>
          <a:ln w="38100">
            <a:solidFill>
              <a:srgbClr val="FF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400" b="1">
                <a:solidFill>
                  <a:schemeClr val="tx2"/>
                </a:solidFill>
                <a:latin typeface="Times New Roman" panose="02020603050405020304" pitchFamily="18" charset="0"/>
                <a:ea typeface="宋体" panose="02010600030101010101" pitchFamily="2" charset="-122"/>
              </a:rPr>
              <a:t>C5</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118834" name="Oval 49">
            <a:extLst>
              <a:ext uri="{FF2B5EF4-FFF2-40B4-BE49-F238E27FC236}">
                <a16:creationId xmlns:a16="http://schemas.microsoft.com/office/drawing/2014/main" id="{FC8E2097-92AA-DE69-46AB-96FF577506DB}"/>
              </a:ext>
            </a:extLst>
          </p:cNvPr>
          <p:cNvSpPr>
            <a:spLocks noChangeArrowheads="1"/>
          </p:cNvSpPr>
          <p:nvPr/>
        </p:nvSpPr>
        <p:spPr bwMode="auto">
          <a:xfrm>
            <a:off x="6419850" y="4117692"/>
            <a:ext cx="533400" cy="533400"/>
          </a:xfrm>
          <a:prstGeom prst="ellipse">
            <a:avLst/>
          </a:prstGeom>
          <a:solidFill>
            <a:srgbClr val="FFFF00"/>
          </a:solidFill>
          <a:ln w="38100">
            <a:solidFill>
              <a:srgbClr val="FF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400" b="1">
                <a:solidFill>
                  <a:schemeClr val="tx2"/>
                </a:solidFill>
                <a:latin typeface="Times New Roman" panose="02020603050405020304" pitchFamily="18" charset="0"/>
                <a:ea typeface="宋体" panose="02010600030101010101" pitchFamily="2" charset="-122"/>
              </a:rPr>
              <a:t>C1</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118835" name="Oval 51">
            <a:extLst>
              <a:ext uri="{FF2B5EF4-FFF2-40B4-BE49-F238E27FC236}">
                <a16:creationId xmlns:a16="http://schemas.microsoft.com/office/drawing/2014/main" id="{57E46F62-454C-87D2-6ABB-00DD0EA07D2D}"/>
              </a:ext>
            </a:extLst>
          </p:cNvPr>
          <p:cNvSpPr>
            <a:spLocks noChangeArrowheads="1"/>
          </p:cNvSpPr>
          <p:nvPr/>
        </p:nvSpPr>
        <p:spPr bwMode="auto">
          <a:xfrm>
            <a:off x="4819650" y="5565492"/>
            <a:ext cx="533400" cy="533400"/>
          </a:xfrm>
          <a:prstGeom prst="ellipse">
            <a:avLst/>
          </a:prstGeom>
          <a:solidFill>
            <a:schemeClr val="accent2"/>
          </a:solidFill>
          <a:ln w="38100">
            <a:solidFill>
              <a:srgbClr val="CCECFF"/>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400" b="1">
                <a:solidFill>
                  <a:schemeClr val="bg1"/>
                </a:solidFill>
                <a:latin typeface="Times New Roman" panose="02020603050405020304" pitchFamily="18" charset="0"/>
                <a:ea typeface="宋体" panose="02010600030101010101" pitchFamily="2" charset="-122"/>
              </a:rPr>
              <a:t>C3</a:t>
            </a:r>
            <a:endParaRPr kumimoji="1" lang="en-US" altLang="zh-CN" sz="2400">
              <a:solidFill>
                <a:schemeClr val="bg1"/>
              </a:solidFill>
              <a:latin typeface="Times New Roman" panose="02020603050405020304" pitchFamily="18" charset="0"/>
              <a:ea typeface="宋体" panose="02010600030101010101" pitchFamily="2" charset="-122"/>
            </a:endParaRPr>
          </a:p>
        </p:txBody>
      </p:sp>
      <p:sp>
        <p:nvSpPr>
          <p:cNvPr id="118836" name="Text Box 52">
            <a:extLst>
              <a:ext uri="{FF2B5EF4-FFF2-40B4-BE49-F238E27FC236}">
                <a16:creationId xmlns:a16="http://schemas.microsoft.com/office/drawing/2014/main" id="{EFDA50D9-C7C6-2A9F-94E2-7D000EB83FF6}"/>
              </a:ext>
            </a:extLst>
          </p:cNvPr>
          <p:cNvSpPr txBox="1">
            <a:spLocks noChangeArrowheads="1"/>
          </p:cNvSpPr>
          <p:nvPr/>
        </p:nvSpPr>
        <p:spPr bwMode="auto">
          <a:xfrm>
            <a:off x="5072063" y="6175092"/>
            <a:ext cx="29162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8080"/>
                </a:solidFill>
                <a:latin typeface="Times New Roman" panose="02020603050405020304" pitchFamily="18" charset="0"/>
                <a:ea typeface="仿宋_GB2312" pitchFamily="49" charset="-122"/>
              </a:rPr>
              <a:t>(d) </a:t>
            </a:r>
            <a:r>
              <a:rPr kumimoji="1" lang="zh-CN" altLang="en-US" sz="3200" b="1">
                <a:solidFill>
                  <a:srgbClr val="008080"/>
                </a:solidFill>
                <a:latin typeface="Times New Roman" panose="02020603050405020304" pitchFamily="18" charset="0"/>
                <a:ea typeface="仿宋_GB2312" pitchFamily="49" charset="-122"/>
              </a:rPr>
              <a:t>输出顶点</a:t>
            </a:r>
            <a:r>
              <a:rPr kumimoji="1" lang="en-US" altLang="zh-CN" sz="3200" b="1">
                <a:solidFill>
                  <a:srgbClr val="008080"/>
                </a:solidFill>
                <a:latin typeface="Times New Roman" panose="02020603050405020304" pitchFamily="18" charset="0"/>
                <a:ea typeface="仿宋_GB2312" pitchFamily="49" charset="-122"/>
              </a:rPr>
              <a:t>C3</a:t>
            </a:r>
            <a:endParaRPr kumimoji="1" lang="en-US" altLang="zh-CN" sz="2400">
              <a:solidFill>
                <a:srgbClr val="008080"/>
              </a:solidFill>
              <a:latin typeface="Times New Roman" panose="02020603050405020304" pitchFamily="18" charset="0"/>
              <a:ea typeface="宋体" panose="02010600030101010101" pitchFamily="2" charset="-122"/>
            </a:endParaRPr>
          </a:p>
        </p:txBody>
      </p:sp>
      <p:sp>
        <p:nvSpPr>
          <p:cNvPr id="3" name="标题 2">
            <a:extLst>
              <a:ext uri="{FF2B5EF4-FFF2-40B4-BE49-F238E27FC236}">
                <a16:creationId xmlns:a16="http://schemas.microsoft.com/office/drawing/2014/main" id="{7139FA6F-242E-47EB-8F90-E7FDD7B3013C}"/>
              </a:ext>
            </a:extLst>
          </p:cNvPr>
          <p:cNvSpPr>
            <a:spLocks noGrp="1"/>
          </p:cNvSpPr>
          <p:nvPr>
            <p:ph type="title"/>
          </p:nvPr>
        </p:nvSpPr>
        <p:spPr/>
        <p:txBody>
          <a:bodyPr/>
          <a:lstStyle/>
          <a:p>
            <a:r>
              <a:rPr lang="zh-CN" altLang="en-US" dirty="0"/>
              <a:t>拓扑排序的过程</a:t>
            </a:r>
          </a:p>
        </p:txBody>
      </p:sp>
      <p:sp>
        <p:nvSpPr>
          <p:cNvPr id="4" name="灯片编号占位符 3">
            <a:extLst>
              <a:ext uri="{FF2B5EF4-FFF2-40B4-BE49-F238E27FC236}">
                <a16:creationId xmlns:a16="http://schemas.microsoft.com/office/drawing/2014/main" id="{6C36BD9C-4421-3B28-1AF4-EDB77ABA7362}"/>
              </a:ext>
            </a:extLst>
          </p:cNvPr>
          <p:cNvSpPr>
            <a:spLocks noGrp="1"/>
          </p:cNvSpPr>
          <p:nvPr>
            <p:ph type="sldNum" sz="quarter" idx="12"/>
          </p:nvPr>
        </p:nvSpPr>
        <p:spPr/>
        <p:txBody>
          <a:bodyPr/>
          <a:lstStyle/>
          <a:p>
            <a:pPr>
              <a:defRPr/>
            </a:pPr>
            <a:fld id="{1FE7C295-45AB-455C-823A-4AF0463E4EF2}" type="slidenum">
              <a:rPr lang="en-US" altLang="zh-CN" smtClean="0"/>
              <a:pPr>
                <a:defRPr/>
              </a:pPr>
              <a:t>102</a:t>
            </a:fld>
            <a:endParaRPr lang="en-US" altLang="zh-CN"/>
          </a:p>
        </p:txBody>
      </p:sp>
    </p:spTree>
  </p:cSld>
  <p:clrMapOvr>
    <a:masterClrMapping/>
  </p:clrMapOvr>
  <p:transition>
    <p:zoom/>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Line 2">
            <a:extLst>
              <a:ext uri="{FF2B5EF4-FFF2-40B4-BE49-F238E27FC236}">
                <a16:creationId xmlns:a16="http://schemas.microsoft.com/office/drawing/2014/main" id="{E41C0451-9C9A-CA72-3328-958CAAC2DDE9}"/>
              </a:ext>
            </a:extLst>
          </p:cNvPr>
          <p:cNvSpPr>
            <a:spLocks noChangeShapeType="1"/>
          </p:cNvSpPr>
          <p:nvPr/>
        </p:nvSpPr>
        <p:spPr bwMode="auto">
          <a:xfrm flipH="1" flipV="1">
            <a:off x="6781800" y="762000"/>
            <a:ext cx="1219200" cy="1143000"/>
          </a:xfrm>
          <a:prstGeom prst="line">
            <a:avLst/>
          </a:prstGeom>
          <a:noFill/>
          <a:ln w="38100">
            <a:solidFill>
              <a:srgbClr val="FF3300"/>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11" name="Line 6">
            <a:extLst>
              <a:ext uri="{FF2B5EF4-FFF2-40B4-BE49-F238E27FC236}">
                <a16:creationId xmlns:a16="http://schemas.microsoft.com/office/drawing/2014/main" id="{29E7127D-D593-0710-62D8-009D8AB05F2A}"/>
              </a:ext>
            </a:extLst>
          </p:cNvPr>
          <p:cNvSpPr>
            <a:spLocks noChangeShapeType="1"/>
          </p:cNvSpPr>
          <p:nvPr/>
        </p:nvSpPr>
        <p:spPr bwMode="auto">
          <a:xfrm>
            <a:off x="2743200" y="609600"/>
            <a:ext cx="1066800" cy="0"/>
          </a:xfrm>
          <a:prstGeom prst="line">
            <a:avLst/>
          </a:prstGeom>
          <a:noFill/>
          <a:ln w="38100">
            <a:solidFill>
              <a:srgbClr val="FF3300"/>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12" name="Line 8">
            <a:extLst>
              <a:ext uri="{FF2B5EF4-FFF2-40B4-BE49-F238E27FC236}">
                <a16:creationId xmlns:a16="http://schemas.microsoft.com/office/drawing/2014/main" id="{4407118B-3509-BE1A-8047-F1809EE2B414}"/>
              </a:ext>
            </a:extLst>
          </p:cNvPr>
          <p:cNvSpPr>
            <a:spLocks noChangeShapeType="1"/>
          </p:cNvSpPr>
          <p:nvPr/>
        </p:nvSpPr>
        <p:spPr bwMode="auto">
          <a:xfrm>
            <a:off x="4038600" y="914400"/>
            <a:ext cx="0" cy="914400"/>
          </a:xfrm>
          <a:prstGeom prst="line">
            <a:avLst/>
          </a:prstGeom>
          <a:noFill/>
          <a:ln w="38100">
            <a:solidFill>
              <a:srgbClr val="FF3300"/>
            </a:solidFill>
            <a:round/>
            <a:headEnd type="non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13" name="Line 9">
            <a:extLst>
              <a:ext uri="{FF2B5EF4-FFF2-40B4-BE49-F238E27FC236}">
                <a16:creationId xmlns:a16="http://schemas.microsoft.com/office/drawing/2014/main" id="{0EC6E906-3724-C523-34E3-E8D4ADADF7B6}"/>
              </a:ext>
            </a:extLst>
          </p:cNvPr>
          <p:cNvSpPr>
            <a:spLocks noChangeShapeType="1"/>
          </p:cNvSpPr>
          <p:nvPr/>
        </p:nvSpPr>
        <p:spPr bwMode="auto">
          <a:xfrm flipH="1" flipV="1">
            <a:off x="2667000" y="762000"/>
            <a:ext cx="1219200" cy="1143000"/>
          </a:xfrm>
          <a:prstGeom prst="line">
            <a:avLst/>
          </a:prstGeom>
          <a:noFill/>
          <a:ln w="38100">
            <a:solidFill>
              <a:srgbClr val="FF3300"/>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14" name="Text Box 3">
            <a:extLst>
              <a:ext uri="{FF2B5EF4-FFF2-40B4-BE49-F238E27FC236}">
                <a16:creationId xmlns:a16="http://schemas.microsoft.com/office/drawing/2014/main" id="{23AA7D57-35B7-E7FE-8E9D-6AC0FF36BDBD}"/>
              </a:ext>
            </a:extLst>
          </p:cNvPr>
          <p:cNvSpPr txBox="1">
            <a:spLocks noChangeArrowheads="1"/>
          </p:cNvSpPr>
          <p:nvPr/>
        </p:nvSpPr>
        <p:spPr bwMode="auto">
          <a:xfrm>
            <a:off x="-1281113" y="20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zh-CN" sz="2400">
              <a:latin typeface="Times New Roman" panose="02020603050405020304" pitchFamily="18" charset="0"/>
              <a:ea typeface="宋体" panose="02010600030101010101" pitchFamily="2" charset="-122"/>
            </a:endParaRPr>
          </a:p>
        </p:txBody>
      </p:sp>
      <p:sp>
        <p:nvSpPr>
          <p:cNvPr id="119815" name="Oval 4">
            <a:extLst>
              <a:ext uri="{FF2B5EF4-FFF2-40B4-BE49-F238E27FC236}">
                <a16:creationId xmlns:a16="http://schemas.microsoft.com/office/drawing/2014/main" id="{909409EC-2932-990F-4A05-2A33A2DFD43B}"/>
              </a:ext>
            </a:extLst>
          </p:cNvPr>
          <p:cNvSpPr>
            <a:spLocks noChangeArrowheads="1"/>
          </p:cNvSpPr>
          <p:nvPr/>
        </p:nvSpPr>
        <p:spPr bwMode="auto">
          <a:xfrm>
            <a:off x="2209800" y="381000"/>
            <a:ext cx="533400" cy="533400"/>
          </a:xfrm>
          <a:prstGeom prst="ellipse">
            <a:avLst/>
          </a:prstGeom>
          <a:solidFill>
            <a:srgbClr val="FFFF00"/>
          </a:solidFill>
          <a:ln w="38100">
            <a:solidFill>
              <a:schemeClr val="tx2"/>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C1</a:t>
            </a:r>
            <a:endParaRPr kumimoji="1" lang="en-US" altLang="zh-CN" sz="2400">
              <a:latin typeface="Times New Roman" panose="02020603050405020304" pitchFamily="18" charset="0"/>
              <a:ea typeface="宋体" panose="02010600030101010101" pitchFamily="2" charset="-122"/>
            </a:endParaRPr>
          </a:p>
        </p:txBody>
      </p:sp>
      <p:sp>
        <p:nvSpPr>
          <p:cNvPr id="119816" name="Oval 5">
            <a:extLst>
              <a:ext uri="{FF2B5EF4-FFF2-40B4-BE49-F238E27FC236}">
                <a16:creationId xmlns:a16="http://schemas.microsoft.com/office/drawing/2014/main" id="{61E4E599-0B48-EA6B-D450-F621F91B833C}"/>
              </a:ext>
            </a:extLst>
          </p:cNvPr>
          <p:cNvSpPr>
            <a:spLocks noChangeArrowheads="1"/>
          </p:cNvSpPr>
          <p:nvPr/>
        </p:nvSpPr>
        <p:spPr bwMode="auto">
          <a:xfrm>
            <a:off x="3810000" y="381000"/>
            <a:ext cx="533400" cy="533400"/>
          </a:xfrm>
          <a:prstGeom prst="ellipse">
            <a:avLst/>
          </a:prstGeom>
          <a:solidFill>
            <a:srgbClr val="3333CC"/>
          </a:solidFill>
          <a:ln w="38100">
            <a:solidFill>
              <a:srgbClr val="CCECFF"/>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400" b="1">
                <a:solidFill>
                  <a:schemeClr val="bg1"/>
                </a:solidFill>
                <a:latin typeface="Times New Roman" panose="02020603050405020304" pitchFamily="18" charset="0"/>
                <a:ea typeface="宋体" panose="02010600030101010101" pitchFamily="2" charset="-122"/>
              </a:rPr>
              <a:t>C2</a:t>
            </a:r>
            <a:endParaRPr kumimoji="1" lang="en-US" altLang="zh-CN" sz="2400">
              <a:solidFill>
                <a:schemeClr val="bg1"/>
              </a:solidFill>
              <a:latin typeface="Times New Roman" panose="02020603050405020304" pitchFamily="18" charset="0"/>
              <a:ea typeface="宋体" panose="02010600030101010101" pitchFamily="2" charset="-122"/>
            </a:endParaRPr>
          </a:p>
        </p:txBody>
      </p:sp>
      <p:sp>
        <p:nvSpPr>
          <p:cNvPr id="119817" name="Oval 7">
            <a:extLst>
              <a:ext uri="{FF2B5EF4-FFF2-40B4-BE49-F238E27FC236}">
                <a16:creationId xmlns:a16="http://schemas.microsoft.com/office/drawing/2014/main" id="{A25B7DC6-CDD9-8C11-CADD-B89BA4EE00A8}"/>
              </a:ext>
            </a:extLst>
          </p:cNvPr>
          <p:cNvSpPr>
            <a:spLocks noChangeArrowheads="1"/>
          </p:cNvSpPr>
          <p:nvPr/>
        </p:nvSpPr>
        <p:spPr bwMode="auto">
          <a:xfrm>
            <a:off x="3810000" y="1828800"/>
            <a:ext cx="533400" cy="533400"/>
          </a:xfrm>
          <a:prstGeom prst="ellipse">
            <a:avLst/>
          </a:prstGeom>
          <a:solidFill>
            <a:srgbClr val="FFFF00"/>
          </a:solidFill>
          <a:ln w="38100">
            <a:solidFill>
              <a:srgbClr val="FF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C5</a:t>
            </a:r>
            <a:endParaRPr kumimoji="1" lang="en-US" altLang="zh-CN" sz="2400">
              <a:latin typeface="Times New Roman" panose="02020603050405020304" pitchFamily="18" charset="0"/>
              <a:ea typeface="宋体" panose="02010600030101010101" pitchFamily="2" charset="-122"/>
            </a:endParaRPr>
          </a:p>
        </p:txBody>
      </p:sp>
      <p:sp>
        <p:nvSpPr>
          <p:cNvPr id="119818" name="Text Box 10">
            <a:extLst>
              <a:ext uri="{FF2B5EF4-FFF2-40B4-BE49-F238E27FC236}">
                <a16:creationId xmlns:a16="http://schemas.microsoft.com/office/drawing/2014/main" id="{AD141806-FE39-F15B-E0CF-DFED7D106932}"/>
              </a:ext>
            </a:extLst>
          </p:cNvPr>
          <p:cNvSpPr txBox="1">
            <a:spLocks noChangeArrowheads="1"/>
          </p:cNvSpPr>
          <p:nvPr/>
        </p:nvSpPr>
        <p:spPr bwMode="auto">
          <a:xfrm>
            <a:off x="1003300" y="2438400"/>
            <a:ext cx="28717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8080"/>
                </a:solidFill>
                <a:latin typeface="Times New Roman" panose="02020603050405020304" pitchFamily="18" charset="0"/>
                <a:ea typeface="仿宋_GB2312" pitchFamily="49" charset="-122"/>
              </a:rPr>
              <a:t>(e) </a:t>
            </a:r>
            <a:r>
              <a:rPr kumimoji="1" lang="zh-CN" altLang="en-US" sz="3200" b="1">
                <a:solidFill>
                  <a:srgbClr val="008080"/>
                </a:solidFill>
                <a:latin typeface="Times New Roman" panose="02020603050405020304" pitchFamily="18" charset="0"/>
                <a:ea typeface="仿宋_GB2312" pitchFamily="49" charset="-122"/>
              </a:rPr>
              <a:t>输出顶点</a:t>
            </a:r>
            <a:r>
              <a:rPr kumimoji="1" lang="en-US" altLang="zh-CN" sz="3200" b="1">
                <a:solidFill>
                  <a:srgbClr val="008080"/>
                </a:solidFill>
                <a:latin typeface="Times New Roman" panose="02020603050405020304" pitchFamily="18" charset="0"/>
                <a:ea typeface="仿宋_GB2312" pitchFamily="49" charset="-122"/>
              </a:rPr>
              <a:t>C2</a:t>
            </a:r>
          </a:p>
        </p:txBody>
      </p:sp>
      <p:sp>
        <p:nvSpPr>
          <p:cNvPr id="119819" name="Oval 11">
            <a:extLst>
              <a:ext uri="{FF2B5EF4-FFF2-40B4-BE49-F238E27FC236}">
                <a16:creationId xmlns:a16="http://schemas.microsoft.com/office/drawing/2014/main" id="{B8356AC6-8309-2C2B-385C-8D95EB6E80B6}"/>
              </a:ext>
            </a:extLst>
          </p:cNvPr>
          <p:cNvSpPr>
            <a:spLocks noChangeArrowheads="1"/>
          </p:cNvSpPr>
          <p:nvPr/>
        </p:nvSpPr>
        <p:spPr bwMode="auto">
          <a:xfrm>
            <a:off x="7924800" y="1828800"/>
            <a:ext cx="533400" cy="533400"/>
          </a:xfrm>
          <a:prstGeom prst="ellipse">
            <a:avLst/>
          </a:prstGeom>
          <a:solidFill>
            <a:srgbClr val="FFFF00"/>
          </a:solidFill>
          <a:ln w="38100">
            <a:solidFill>
              <a:srgbClr val="FF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C5</a:t>
            </a:r>
            <a:endParaRPr kumimoji="1" lang="en-US" altLang="zh-CN" sz="2400">
              <a:latin typeface="Times New Roman" panose="02020603050405020304" pitchFamily="18" charset="0"/>
              <a:ea typeface="宋体" panose="02010600030101010101" pitchFamily="2" charset="-122"/>
            </a:endParaRPr>
          </a:p>
        </p:txBody>
      </p:sp>
      <p:sp>
        <p:nvSpPr>
          <p:cNvPr id="119820" name="Oval 12">
            <a:extLst>
              <a:ext uri="{FF2B5EF4-FFF2-40B4-BE49-F238E27FC236}">
                <a16:creationId xmlns:a16="http://schemas.microsoft.com/office/drawing/2014/main" id="{96289F86-F724-0713-17D0-F5FBBA271364}"/>
              </a:ext>
            </a:extLst>
          </p:cNvPr>
          <p:cNvSpPr>
            <a:spLocks noChangeArrowheads="1"/>
          </p:cNvSpPr>
          <p:nvPr/>
        </p:nvSpPr>
        <p:spPr bwMode="auto">
          <a:xfrm>
            <a:off x="6400800" y="381000"/>
            <a:ext cx="533400" cy="533400"/>
          </a:xfrm>
          <a:prstGeom prst="ellipse">
            <a:avLst/>
          </a:prstGeom>
          <a:solidFill>
            <a:srgbClr val="3333CC"/>
          </a:solidFill>
          <a:ln w="38100">
            <a:solidFill>
              <a:srgbClr val="CCECFF"/>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400" b="1">
                <a:solidFill>
                  <a:schemeClr val="bg1"/>
                </a:solidFill>
                <a:latin typeface="Times New Roman" panose="02020603050405020304" pitchFamily="18" charset="0"/>
                <a:ea typeface="宋体" panose="02010600030101010101" pitchFamily="2" charset="-122"/>
              </a:rPr>
              <a:t>C1</a:t>
            </a:r>
            <a:endParaRPr kumimoji="1" lang="en-US" altLang="zh-CN" sz="2400">
              <a:solidFill>
                <a:schemeClr val="bg1"/>
              </a:solidFill>
              <a:latin typeface="Times New Roman" panose="02020603050405020304" pitchFamily="18" charset="0"/>
              <a:ea typeface="宋体" panose="02010600030101010101" pitchFamily="2" charset="-122"/>
            </a:endParaRPr>
          </a:p>
        </p:txBody>
      </p:sp>
      <p:sp>
        <p:nvSpPr>
          <p:cNvPr id="119821" name="Text Box 13">
            <a:extLst>
              <a:ext uri="{FF2B5EF4-FFF2-40B4-BE49-F238E27FC236}">
                <a16:creationId xmlns:a16="http://schemas.microsoft.com/office/drawing/2014/main" id="{394B76F9-E17F-12CE-8F50-A9B18FBC5610}"/>
              </a:ext>
            </a:extLst>
          </p:cNvPr>
          <p:cNvSpPr txBox="1">
            <a:spLocks noChangeArrowheads="1"/>
          </p:cNvSpPr>
          <p:nvPr/>
        </p:nvSpPr>
        <p:spPr bwMode="auto">
          <a:xfrm>
            <a:off x="5089525" y="2438400"/>
            <a:ext cx="2825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8080"/>
                </a:solidFill>
                <a:latin typeface="Times New Roman" panose="02020603050405020304" pitchFamily="18" charset="0"/>
                <a:ea typeface="仿宋_GB2312" pitchFamily="49" charset="-122"/>
              </a:rPr>
              <a:t>(f) </a:t>
            </a:r>
            <a:r>
              <a:rPr kumimoji="1" lang="zh-CN" altLang="en-US" sz="3200" b="1">
                <a:solidFill>
                  <a:srgbClr val="008080"/>
                </a:solidFill>
                <a:latin typeface="Times New Roman" panose="02020603050405020304" pitchFamily="18" charset="0"/>
                <a:ea typeface="仿宋_GB2312" pitchFamily="49" charset="-122"/>
              </a:rPr>
              <a:t>输出顶点</a:t>
            </a:r>
            <a:r>
              <a:rPr kumimoji="1" lang="en-US" altLang="zh-CN" sz="3200" b="1">
                <a:solidFill>
                  <a:srgbClr val="008080"/>
                </a:solidFill>
                <a:latin typeface="Times New Roman" panose="02020603050405020304" pitchFamily="18" charset="0"/>
                <a:ea typeface="仿宋_GB2312" pitchFamily="49" charset="-122"/>
              </a:rPr>
              <a:t>C1</a:t>
            </a:r>
            <a:endParaRPr kumimoji="1" lang="en-US" altLang="zh-CN" sz="2400">
              <a:solidFill>
                <a:srgbClr val="008080"/>
              </a:solidFill>
              <a:latin typeface="Times New Roman" panose="02020603050405020304" pitchFamily="18" charset="0"/>
              <a:ea typeface="宋体" panose="02010600030101010101" pitchFamily="2" charset="-122"/>
            </a:endParaRPr>
          </a:p>
        </p:txBody>
      </p:sp>
      <p:sp>
        <p:nvSpPr>
          <p:cNvPr id="119822" name="Oval 14">
            <a:extLst>
              <a:ext uri="{FF2B5EF4-FFF2-40B4-BE49-F238E27FC236}">
                <a16:creationId xmlns:a16="http://schemas.microsoft.com/office/drawing/2014/main" id="{9283FA0C-AAA6-DE98-1CE2-7B8402BB5C5D}"/>
              </a:ext>
            </a:extLst>
          </p:cNvPr>
          <p:cNvSpPr>
            <a:spLocks noChangeArrowheads="1"/>
          </p:cNvSpPr>
          <p:nvPr/>
        </p:nvSpPr>
        <p:spPr bwMode="auto">
          <a:xfrm>
            <a:off x="3810000" y="3200400"/>
            <a:ext cx="533400" cy="533400"/>
          </a:xfrm>
          <a:prstGeom prst="ellipse">
            <a:avLst/>
          </a:prstGeom>
          <a:solidFill>
            <a:srgbClr val="3333CC"/>
          </a:solidFill>
          <a:ln w="38100">
            <a:solidFill>
              <a:srgbClr val="CCECFF"/>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400" b="1">
                <a:solidFill>
                  <a:schemeClr val="bg1"/>
                </a:solidFill>
                <a:latin typeface="Times New Roman" panose="02020603050405020304" pitchFamily="18" charset="0"/>
                <a:ea typeface="宋体" panose="02010600030101010101" pitchFamily="2" charset="-122"/>
              </a:rPr>
              <a:t>C5</a:t>
            </a:r>
            <a:endParaRPr kumimoji="1" lang="en-US" altLang="zh-CN" sz="2400">
              <a:solidFill>
                <a:schemeClr val="bg1"/>
              </a:solidFill>
              <a:latin typeface="Times New Roman" panose="02020603050405020304" pitchFamily="18" charset="0"/>
              <a:ea typeface="宋体" panose="02010600030101010101" pitchFamily="2" charset="-122"/>
            </a:endParaRPr>
          </a:p>
        </p:txBody>
      </p:sp>
      <p:sp>
        <p:nvSpPr>
          <p:cNvPr id="119823" name="Text Box 15">
            <a:extLst>
              <a:ext uri="{FF2B5EF4-FFF2-40B4-BE49-F238E27FC236}">
                <a16:creationId xmlns:a16="http://schemas.microsoft.com/office/drawing/2014/main" id="{EEFE97B0-C157-C947-CB58-0B7CF40D0966}"/>
              </a:ext>
            </a:extLst>
          </p:cNvPr>
          <p:cNvSpPr txBox="1">
            <a:spLocks noChangeArrowheads="1"/>
          </p:cNvSpPr>
          <p:nvPr/>
        </p:nvSpPr>
        <p:spPr bwMode="auto">
          <a:xfrm>
            <a:off x="990600" y="3886200"/>
            <a:ext cx="28940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8080"/>
                </a:solidFill>
                <a:latin typeface="Times New Roman" panose="02020603050405020304" pitchFamily="18" charset="0"/>
                <a:ea typeface="仿宋_GB2312" pitchFamily="49" charset="-122"/>
              </a:rPr>
              <a:t>(g) </a:t>
            </a:r>
            <a:r>
              <a:rPr kumimoji="1" lang="zh-CN" altLang="en-US" sz="3200" b="1">
                <a:solidFill>
                  <a:srgbClr val="008080"/>
                </a:solidFill>
                <a:latin typeface="Times New Roman" panose="02020603050405020304" pitchFamily="18" charset="0"/>
                <a:ea typeface="仿宋_GB2312" pitchFamily="49" charset="-122"/>
              </a:rPr>
              <a:t>输出顶点</a:t>
            </a:r>
            <a:r>
              <a:rPr kumimoji="1" lang="en-US" altLang="zh-CN" sz="3200" b="1">
                <a:solidFill>
                  <a:srgbClr val="008080"/>
                </a:solidFill>
                <a:latin typeface="Times New Roman" panose="02020603050405020304" pitchFamily="18" charset="0"/>
                <a:ea typeface="仿宋_GB2312" pitchFamily="49" charset="-122"/>
              </a:rPr>
              <a:t>C5</a:t>
            </a:r>
            <a:endParaRPr kumimoji="1" lang="en-US" altLang="zh-CN" sz="2400">
              <a:latin typeface="Times New Roman" panose="02020603050405020304" pitchFamily="18" charset="0"/>
              <a:ea typeface="宋体" panose="02010600030101010101" pitchFamily="2" charset="-122"/>
            </a:endParaRPr>
          </a:p>
        </p:txBody>
      </p:sp>
      <p:sp>
        <p:nvSpPr>
          <p:cNvPr id="230416" name="Text Box 16">
            <a:extLst>
              <a:ext uri="{FF2B5EF4-FFF2-40B4-BE49-F238E27FC236}">
                <a16:creationId xmlns:a16="http://schemas.microsoft.com/office/drawing/2014/main" id="{3ABB4E6A-CA3F-74C1-D70A-CDE1AC05E278}"/>
              </a:ext>
            </a:extLst>
          </p:cNvPr>
          <p:cNvSpPr txBox="1">
            <a:spLocks noChangeArrowheads="1"/>
          </p:cNvSpPr>
          <p:nvPr/>
        </p:nvSpPr>
        <p:spPr bwMode="auto">
          <a:xfrm>
            <a:off x="365125" y="4511675"/>
            <a:ext cx="8778875" cy="2062103"/>
          </a:xfrm>
          <a:prstGeom prst="rect">
            <a:avLst/>
          </a:prstGeom>
          <a:noFill/>
          <a:ln w="9525">
            <a:noFill/>
            <a:miter lim="800000"/>
            <a:headEnd/>
            <a:tailEnd/>
          </a:ln>
        </p:spPr>
        <p:txBody>
          <a:bodyPr>
            <a:spAutoFit/>
          </a:bodyPr>
          <a:lstStyle/>
          <a:p>
            <a:pPr>
              <a:defRPr/>
            </a:pPr>
            <a:r>
              <a:rPr lang="en-US" altLang="zh-CN" sz="3200" dirty="0">
                <a:ea typeface="楷体_GB2312" pitchFamily="49" charset="-122"/>
              </a:rPr>
              <a:t>    </a:t>
            </a:r>
            <a:r>
              <a:rPr lang="zh-CN" altLang="en-US" sz="3200" dirty="0">
                <a:ea typeface="仿宋_GB2312" pitchFamily="49" charset="-122"/>
              </a:rPr>
              <a:t>最后得到的拓扑有序序列为 </a:t>
            </a:r>
            <a:r>
              <a:rPr lang="en-US" altLang="zh-CN" sz="3200" dirty="0">
                <a:solidFill>
                  <a:schemeClr val="tx2"/>
                </a:solidFill>
                <a:ea typeface="仿宋_GB2312" pitchFamily="49" charset="-122"/>
              </a:rPr>
              <a:t>C</a:t>
            </a:r>
            <a:r>
              <a:rPr lang="en-US" altLang="zh-CN" sz="3200" baseline="-25000" dirty="0">
                <a:solidFill>
                  <a:schemeClr val="tx2"/>
                </a:solidFill>
                <a:ea typeface="仿宋_GB2312" pitchFamily="49" charset="-122"/>
              </a:rPr>
              <a:t>4</a:t>
            </a:r>
            <a:r>
              <a:rPr lang="en-US" altLang="zh-CN" sz="3200" dirty="0">
                <a:solidFill>
                  <a:schemeClr val="tx2"/>
                </a:solidFill>
                <a:ea typeface="仿宋_GB2312" pitchFamily="49" charset="-122"/>
              </a:rPr>
              <a:t> , C</a:t>
            </a:r>
            <a:r>
              <a:rPr lang="en-US" altLang="zh-CN" sz="3200" baseline="-25000" dirty="0">
                <a:solidFill>
                  <a:schemeClr val="tx2"/>
                </a:solidFill>
                <a:ea typeface="仿宋_GB2312" pitchFamily="49" charset="-122"/>
              </a:rPr>
              <a:t>0</a:t>
            </a:r>
            <a:r>
              <a:rPr lang="en-US" altLang="zh-CN" sz="3200" dirty="0">
                <a:solidFill>
                  <a:schemeClr val="tx2"/>
                </a:solidFill>
                <a:ea typeface="仿宋_GB2312" pitchFamily="49" charset="-122"/>
              </a:rPr>
              <a:t> , C</a:t>
            </a:r>
            <a:r>
              <a:rPr lang="en-US" altLang="zh-CN" sz="3200" baseline="-25000" dirty="0">
                <a:solidFill>
                  <a:schemeClr val="tx2"/>
                </a:solidFill>
                <a:ea typeface="仿宋_GB2312" pitchFamily="49" charset="-122"/>
              </a:rPr>
              <a:t>3</a:t>
            </a:r>
            <a:r>
              <a:rPr lang="en-US" altLang="zh-CN" sz="3200" dirty="0">
                <a:solidFill>
                  <a:schemeClr val="tx2"/>
                </a:solidFill>
                <a:ea typeface="仿宋_GB2312" pitchFamily="49" charset="-122"/>
              </a:rPr>
              <a:t> , C</a:t>
            </a:r>
            <a:r>
              <a:rPr lang="en-US" altLang="zh-CN" sz="3200" baseline="-25000" dirty="0">
                <a:solidFill>
                  <a:schemeClr val="tx2"/>
                </a:solidFill>
                <a:ea typeface="仿宋_GB2312" pitchFamily="49" charset="-122"/>
              </a:rPr>
              <a:t>2</a:t>
            </a:r>
            <a:r>
              <a:rPr lang="en-US" altLang="zh-CN" sz="3200" dirty="0">
                <a:solidFill>
                  <a:schemeClr val="tx2"/>
                </a:solidFill>
                <a:ea typeface="仿宋_GB2312" pitchFamily="49" charset="-122"/>
              </a:rPr>
              <a:t> , C</a:t>
            </a:r>
            <a:r>
              <a:rPr lang="en-US" altLang="zh-CN" sz="3200" baseline="-25000" dirty="0">
                <a:solidFill>
                  <a:schemeClr val="tx2"/>
                </a:solidFill>
                <a:ea typeface="仿宋_GB2312" pitchFamily="49" charset="-122"/>
              </a:rPr>
              <a:t>1 </a:t>
            </a:r>
            <a:r>
              <a:rPr lang="en-US" altLang="zh-CN" sz="3200" dirty="0">
                <a:solidFill>
                  <a:schemeClr val="tx2"/>
                </a:solidFill>
                <a:ea typeface="仿宋_GB2312" pitchFamily="49" charset="-122"/>
              </a:rPr>
              <a:t>, C</a:t>
            </a:r>
            <a:r>
              <a:rPr lang="en-US" altLang="zh-CN" sz="3200" baseline="-25000" dirty="0">
                <a:solidFill>
                  <a:schemeClr val="tx2"/>
                </a:solidFill>
                <a:ea typeface="仿宋_GB2312" pitchFamily="49" charset="-122"/>
              </a:rPr>
              <a:t>5</a:t>
            </a:r>
            <a:r>
              <a:rPr lang="en-US" altLang="zh-CN" sz="3200" dirty="0">
                <a:ea typeface="仿宋_GB2312" pitchFamily="49" charset="-122"/>
              </a:rPr>
              <a:t> </a:t>
            </a:r>
            <a:r>
              <a:rPr lang="zh-CN" altLang="en-US" sz="3200" dirty="0">
                <a:ea typeface="仿宋_GB2312" pitchFamily="49" charset="-122"/>
              </a:rPr>
              <a:t>。它满足图中给出的所有前驱和后继关系，对于本来没有这种关系的顶点，如</a:t>
            </a:r>
            <a:r>
              <a:rPr lang="en-US" altLang="zh-CN" sz="3200" dirty="0">
                <a:ea typeface="仿宋_GB2312" pitchFamily="49" charset="-122"/>
              </a:rPr>
              <a:t>C</a:t>
            </a:r>
            <a:r>
              <a:rPr lang="en-US" altLang="zh-CN" sz="3200" baseline="-25000" dirty="0">
                <a:ea typeface="仿宋_GB2312" pitchFamily="49" charset="-122"/>
              </a:rPr>
              <a:t>4</a:t>
            </a:r>
            <a:r>
              <a:rPr lang="zh-CN" altLang="en-US" sz="3200" dirty="0">
                <a:ea typeface="仿宋_GB2312" pitchFamily="49" charset="-122"/>
              </a:rPr>
              <a:t>和</a:t>
            </a:r>
            <a:r>
              <a:rPr lang="en-US" altLang="zh-CN" sz="3200" dirty="0">
                <a:ea typeface="仿宋_GB2312" pitchFamily="49" charset="-122"/>
              </a:rPr>
              <a:t>C</a:t>
            </a:r>
            <a:r>
              <a:rPr lang="en-US" altLang="zh-CN" sz="3200" baseline="-25000" dirty="0">
                <a:ea typeface="仿宋_GB2312" pitchFamily="49" charset="-122"/>
              </a:rPr>
              <a:t>2</a:t>
            </a:r>
            <a:r>
              <a:rPr lang="zh-CN" altLang="en-US" sz="3200" dirty="0">
                <a:ea typeface="仿宋_GB2312" pitchFamily="49" charset="-122"/>
              </a:rPr>
              <a:t>，也排出了先后次序关系。</a:t>
            </a:r>
            <a:endParaRPr lang="zh-CN" altLang="en-US" sz="3200" dirty="0">
              <a:ea typeface="楷体_GB2312" pitchFamily="49" charset="-122"/>
            </a:endParaRPr>
          </a:p>
        </p:txBody>
      </p:sp>
      <p:sp>
        <p:nvSpPr>
          <p:cNvPr id="119825" name="Text Box 17">
            <a:extLst>
              <a:ext uri="{FF2B5EF4-FFF2-40B4-BE49-F238E27FC236}">
                <a16:creationId xmlns:a16="http://schemas.microsoft.com/office/drawing/2014/main" id="{A162495E-209D-46C9-0148-CB0FDC44950E}"/>
              </a:ext>
            </a:extLst>
          </p:cNvPr>
          <p:cNvSpPr txBox="1">
            <a:spLocks noChangeArrowheads="1"/>
          </p:cNvSpPr>
          <p:nvPr/>
        </p:nvSpPr>
        <p:spPr bwMode="auto">
          <a:xfrm>
            <a:off x="5029200" y="3840163"/>
            <a:ext cx="32385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8080"/>
                </a:solidFill>
                <a:latin typeface="Times New Roman" panose="02020603050405020304" pitchFamily="18" charset="0"/>
                <a:ea typeface="仿宋_GB2312" pitchFamily="49" charset="-122"/>
              </a:rPr>
              <a:t>(h) </a:t>
            </a:r>
            <a:r>
              <a:rPr kumimoji="1" lang="zh-CN" altLang="en-US" sz="3200" b="1">
                <a:solidFill>
                  <a:srgbClr val="008080"/>
                </a:solidFill>
                <a:latin typeface="Times New Roman" panose="02020603050405020304" pitchFamily="18" charset="0"/>
                <a:ea typeface="仿宋_GB2312" pitchFamily="49" charset="-122"/>
              </a:rPr>
              <a:t>拓扑排序完成</a:t>
            </a:r>
            <a:endParaRPr kumimoji="1" lang="zh-CN" altLang="en-US" sz="2400">
              <a:latin typeface="Times New Roman" panose="02020603050405020304" pitchFamily="18" charset="0"/>
              <a:ea typeface="宋体" panose="02010600030101010101" pitchFamily="2" charset="-122"/>
            </a:endParaRPr>
          </a:p>
        </p:txBody>
      </p:sp>
      <p:sp>
        <p:nvSpPr>
          <p:cNvPr id="2" name="灯片编号占位符 1">
            <a:extLst>
              <a:ext uri="{FF2B5EF4-FFF2-40B4-BE49-F238E27FC236}">
                <a16:creationId xmlns:a16="http://schemas.microsoft.com/office/drawing/2014/main" id="{5803B99F-50B6-6FFE-07EA-494BF791653F}"/>
              </a:ext>
            </a:extLst>
          </p:cNvPr>
          <p:cNvSpPr>
            <a:spLocks noGrp="1"/>
          </p:cNvSpPr>
          <p:nvPr>
            <p:ph type="sldNum" sz="quarter" idx="12"/>
          </p:nvPr>
        </p:nvSpPr>
        <p:spPr/>
        <p:txBody>
          <a:bodyPr/>
          <a:lstStyle/>
          <a:p>
            <a:pPr>
              <a:defRPr/>
            </a:pPr>
            <a:fld id="{22EEED5C-99EB-4141-8E47-FA8D31DEB9C9}" type="slidenum">
              <a:rPr lang="en-US" altLang="zh-CN" smtClean="0"/>
              <a:pPr>
                <a:defRPr/>
              </a:pPr>
              <a:t>103</a:t>
            </a:fld>
            <a:endParaRPr lang="en-US" altLang="zh-CN"/>
          </a:p>
        </p:txBody>
      </p:sp>
    </p:spTree>
  </p:cSld>
  <p:clrMapOvr>
    <a:masterClrMapping/>
  </p:clrMapOvr>
  <p:transition>
    <p:zoom/>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5" name="Text Box 2">
            <a:extLst>
              <a:ext uri="{FF2B5EF4-FFF2-40B4-BE49-F238E27FC236}">
                <a16:creationId xmlns:a16="http://schemas.microsoft.com/office/drawing/2014/main" id="{87BAE4C2-C29B-3636-0C9B-03A1D4AA875F}"/>
              </a:ext>
            </a:extLst>
          </p:cNvPr>
          <p:cNvSpPr txBox="1">
            <a:spLocks noChangeArrowheads="1"/>
          </p:cNvSpPr>
          <p:nvPr/>
        </p:nvSpPr>
        <p:spPr bwMode="auto">
          <a:xfrm>
            <a:off x="-1281113" y="20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zh-CN" sz="2400">
              <a:latin typeface="Times New Roman" panose="02020603050405020304" pitchFamily="18" charset="0"/>
              <a:ea typeface="宋体" panose="02010600030101010101" pitchFamily="2" charset="-122"/>
            </a:endParaRPr>
          </a:p>
        </p:txBody>
      </p:sp>
      <p:grpSp>
        <p:nvGrpSpPr>
          <p:cNvPr id="2" name="组合 1">
            <a:extLst>
              <a:ext uri="{FF2B5EF4-FFF2-40B4-BE49-F238E27FC236}">
                <a16:creationId xmlns:a16="http://schemas.microsoft.com/office/drawing/2014/main" id="{083EB31A-C4A9-4108-AC10-F5A17F766B38}"/>
              </a:ext>
            </a:extLst>
          </p:cNvPr>
          <p:cNvGrpSpPr/>
          <p:nvPr/>
        </p:nvGrpSpPr>
        <p:grpSpPr>
          <a:xfrm>
            <a:off x="395536" y="980728"/>
            <a:ext cx="8016875" cy="5715000"/>
            <a:chOff x="365125" y="685800"/>
            <a:chExt cx="8016875" cy="5715000"/>
          </a:xfrm>
        </p:grpSpPr>
        <p:sp>
          <p:nvSpPr>
            <p:cNvPr id="120834" name="Line 13">
              <a:extLst>
                <a:ext uri="{FF2B5EF4-FFF2-40B4-BE49-F238E27FC236}">
                  <a16:creationId xmlns:a16="http://schemas.microsoft.com/office/drawing/2014/main" id="{FD4460EF-06BE-DEB3-8E73-72A7A370DB50}"/>
                </a:ext>
              </a:extLst>
            </p:cNvPr>
            <p:cNvSpPr>
              <a:spLocks noChangeShapeType="1"/>
            </p:cNvSpPr>
            <p:nvPr/>
          </p:nvSpPr>
          <p:spPr bwMode="auto">
            <a:xfrm flipH="1" flipV="1">
              <a:off x="4495800" y="4876800"/>
              <a:ext cx="1143000" cy="1143000"/>
            </a:xfrm>
            <a:prstGeom prst="line">
              <a:avLst/>
            </a:prstGeom>
            <a:noFill/>
            <a:ln w="38100">
              <a:solidFill>
                <a:srgbClr val="FF3300"/>
              </a:solidFill>
              <a:round/>
              <a:headEnd type="non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37" name="Oval 4">
              <a:extLst>
                <a:ext uri="{FF2B5EF4-FFF2-40B4-BE49-F238E27FC236}">
                  <a16:creationId xmlns:a16="http://schemas.microsoft.com/office/drawing/2014/main" id="{3B45B148-3B8E-D655-B4B2-97DD332A2398}"/>
                </a:ext>
              </a:extLst>
            </p:cNvPr>
            <p:cNvSpPr>
              <a:spLocks noChangeArrowheads="1"/>
            </p:cNvSpPr>
            <p:nvPr/>
          </p:nvSpPr>
          <p:spPr bwMode="auto">
            <a:xfrm>
              <a:off x="4038600" y="4419600"/>
              <a:ext cx="533400" cy="533400"/>
            </a:xfrm>
            <a:prstGeom prst="ellipse">
              <a:avLst/>
            </a:prstGeom>
            <a:solidFill>
              <a:srgbClr val="FFFF00"/>
            </a:solidFill>
            <a:ln w="38100">
              <a:solidFill>
                <a:srgbClr val="FF3300"/>
              </a:solidFill>
              <a:round/>
              <a:headEnd/>
              <a:tailEnd/>
            </a:ln>
            <a:effectLst>
              <a:outerShdw dist="35921"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b="1"/>
                <a:t>C0</a:t>
              </a:r>
              <a:endParaRPr lang="en-US" altLang="zh-CN"/>
            </a:p>
          </p:txBody>
        </p:sp>
        <p:sp>
          <p:nvSpPr>
            <p:cNvPr id="120838" name="Oval 5">
              <a:extLst>
                <a:ext uri="{FF2B5EF4-FFF2-40B4-BE49-F238E27FC236}">
                  <a16:creationId xmlns:a16="http://schemas.microsoft.com/office/drawing/2014/main" id="{BA24C9FC-C431-8778-CF9C-49905E5FDEC0}"/>
                </a:ext>
              </a:extLst>
            </p:cNvPr>
            <p:cNvSpPr>
              <a:spLocks noChangeArrowheads="1"/>
            </p:cNvSpPr>
            <p:nvPr/>
          </p:nvSpPr>
          <p:spPr bwMode="auto">
            <a:xfrm>
              <a:off x="5562600" y="4419600"/>
              <a:ext cx="533400" cy="533400"/>
            </a:xfrm>
            <a:prstGeom prst="ellipse">
              <a:avLst/>
            </a:prstGeom>
            <a:solidFill>
              <a:srgbClr val="FFFF00"/>
            </a:solidFill>
            <a:ln w="38100">
              <a:solidFill>
                <a:srgbClr val="FF3300"/>
              </a:solidFill>
              <a:round/>
              <a:headEnd/>
              <a:tailEnd/>
            </a:ln>
            <a:effectLst>
              <a:outerShdw dist="35921"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b="1"/>
                <a:t>C1</a:t>
              </a:r>
              <a:endParaRPr lang="en-US" altLang="zh-CN"/>
            </a:p>
          </p:txBody>
        </p:sp>
        <p:sp>
          <p:nvSpPr>
            <p:cNvPr id="120839" name="Oval 6">
              <a:extLst>
                <a:ext uri="{FF2B5EF4-FFF2-40B4-BE49-F238E27FC236}">
                  <a16:creationId xmlns:a16="http://schemas.microsoft.com/office/drawing/2014/main" id="{E6547A90-6837-2676-2CA3-F56F303512B9}"/>
                </a:ext>
              </a:extLst>
            </p:cNvPr>
            <p:cNvSpPr>
              <a:spLocks noChangeArrowheads="1"/>
            </p:cNvSpPr>
            <p:nvPr/>
          </p:nvSpPr>
          <p:spPr bwMode="auto">
            <a:xfrm>
              <a:off x="7086600" y="4419600"/>
              <a:ext cx="533400" cy="533400"/>
            </a:xfrm>
            <a:prstGeom prst="ellipse">
              <a:avLst/>
            </a:prstGeom>
            <a:solidFill>
              <a:srgbClr val="FFFF00"/>
            </a:solidFill>
            <a:ln w="38100">
              <a:solidFill>
                <a:srgbClr val="FF3300"/>
              </a:solidFill>
              <a:round/>
              <a:headEnd/>
              <a:tailEnd/>
            </a:ln>
            <a:effectLst>
              <a:outerShdw dist="35921"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b="1"/>
                <a:t>C2</a:t>
              </a:r>
              <a:endParaRPr lang="en-US" altLang="zh-CN"/>
            </a:p>
          </p:txBody>
        </p:sp>
        <p:sp>
          <p:nvSpPr>
            <p:cNvPr id="120840" name="Line 7">
              <a:extLst>
                <a:ext uri="{FF2B5EF4-FFF2-40B4-BE49-F238E27FC236}">
                  <a16:creationId xmlns:a16="http://schemas.microsoft.com/office/drawing/2014/main" id="{19B46F0C-8717-63F9-EEA8-13AEFEA540F8}"/>
                </a:ext>
              </a:extLst>
            </p:cNvPr>
            <p:cNvSpPr>
              <a:spLocks noChangeShapeType="1"/>
            </p:cNvSpPr>
            <p:nvPr/>
          </p:nvSpPr>
          <p:spPr bwMode="auto">
            <a:xfrm>
              <a:off x="4572000" y="4648200"/>
              <a:ext cx="990600" cy="0"/>
            </a:xfrm>
            <a:prstGeom prst="line">
              <a:avLst/>
            </a:prstGeom>
            <a:noFill/>
            <a:ln w="38100">
              <a:solidFill>
                <a:srgbClr val="FF3300"/>
              </a:solidFill>
              <a:round/>
              <a:headEnd type="non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41" name="Line 8">
              <a:extLst>
                <a:ext uri="{FF2B5EF4-FFF2-40B4-BE49-F238E27FC236}">
                  <a16:creationId xmlns:a16="http://schemas.microsoft.com/office/drawing/2014/main" id="{934BCD59-E0FD-5AD8-AB5E-F6FAB7E8E106}"/>
                </a:ext>
              </a:extLst>
            </p:cNvPr>
            <p:cNvSpPr>
              <a:spLocks noChangeShapeType="1"/>
            </p:cNvSpPr>
            <p:nvPr/>
          </p:nvSpPr>
          <p:spPr bwMode="auto">
            <a:xfrm>
              <a:off x="6096000" y="4648200"/>
              <a:ext cx="990600" cy="0"/>
            </a:xfrm>
            <a:prstGeom prst="line">
              <a:avLst/>
            </a:prstGeom>
            <a:noFill/>
            <a:ln w="38100">
              <a:solidFill>
                <a:srgbClr val="FF3300"/>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42" name="Oval 9">
              <a:extLst>
                <a:ext uri="{FF2B5EF4-FFF2-40B4-BE49-F238E27FC236}">
                  <a16:creationId xmlns:a16="http://schemas.microsoft.com/office/drawing/2014/main" id="{CB4061FD-58B7-0468-17E2-8C75A73B1E08}"/>
                </a:ext>
              </a:extLst>
            </p:cNvPr>
            <p:cNvSpPr>
              <a:spLocks noChangeArrowheads="1"/>
            </p:cNvSpPr>
            <p:nvPr/>
          </p:nvSpPr>
          <p:spPr bwMode="auto">
            <a:xfrm>
              <a:off x="4038600" y="5867400"/>
              <a:ext cx="533400" cy="533400"/>
            </a:xfrm>
            <a:prstGeom prst="ellipse">
              <a:avLst/>
            </a:prstGeom>
            <a:solidFill>
              <a:srgbClr val="FFFF00"/>
            </a:solidFill>
            <a:ln w="38100">
              <a:solidFill>
                <a:srgbClr val="FF3300"/>
              </a:solidFill>
              <a:round/>
              <a:headEnd/>
              <a:tailEnd/>
            </a:ln>
            <a:effectLst>
              <a:outerShdw dist="35921"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b="1"/>
                <a:t>C3</a:t>
              </a:r>
              <a:endParaRPr lang="en-US" altLang="zh-CN"/>
            </a:p>
          </p:txBody>
        </p:sp>
        <p:sp>
          <p:nvSpPr>
            <p:cNvPr id="120843" name="Line 10">
              <a:extLst>
                <a:ext uri="{FF2B5EF4-FFF2-40B4-BE49-F238E27FC236}">
                  <a16:creationId xmlns:a16="http://schemas.microsoft.com/office/drawing/2014/main" id="{4E9088FF-8BCB-A98C-5467-4B7811C82A40}"/>
                </a:ext>
              </a:extLst>
            </p:cNvPr>
            <p:cNvSpPr>
              <a:spLocks noChangeShapeType="1"/>
            </p:cNvSpPr>
            <p:nvPr/>
          </p:nvSpPr>
          <p:spPr bwMode="auto">
            <a:xfrm>
              <a:off x="4267200" y="4953000"/>
              <a:ext cx="0" cy="914400"/>
            </a:xfrm>
            <a:prstGeom prst="line">
              <a:avLst/>
            </a:prstGeom>
            <a:noFill/>
            <a:ln w="38100">
              <a:solidFill>
                <a:srgbClr val="FF3300"/>
              </a:solidFill>
              <a:round/>
              <a:headEnd type="non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44" name="Oval 11">
              <a:extLst>
                <a:ext uri="{FF2B5EF4-FFF2-40B4-BE49-F238E27FC236}">
                  <a16:creationId xmlns:a16="http://schemas.microsoft.com/office/drawing/2014/main" id="{52B92EE1-857D-E65D-D77E-D2127F42B20F}"/>
                </a:ext>
              </a:extLst>
            </p:cNvPr>
            <p:cNvSpPr>
              <a:spLocks noChangeArrowheads="1"/>
            </p:cNvSpPr>
            <p:nvPr/>
          </p:nvSpPr>
          <p:spPr bwMode="auto">
            <a:xfrm>
              <a:off x="5562600" y="5867400"/>
              <a:ext cx="533400" cy="533400"/>
            </a:xfrm>
            <a:prstGeom prst="ellipse">
              <a:avLst/>
            </a:prstGeom>
            <a:solidFill>
              <a:srgbClr val="FFFF00"/>
            </a:solidFill>
            <a:ln w="38100">
              <a:solidFill>
                <a:srgbClr val="FF3300"/>
              </a:solidFill>
              <a:round/>
              <a:headEnd/>
              <a:tailEnd/>
            </a:ln>
            <a:effectLst>
              <a:outerShdw dist="35921"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b="1"/>
                <a:t>C4</a:t>
              </a:r>
              <a:endParaRPr lang="en-US" altLang="zh-CN"/>
            </a:p>
          </p:txBody>
        </p:sp>
        <p:sp>
          <p:nvSpPr>
            <p:cNvPr id="120845" name="Line 12">
              <a:extLst>
                <a:ext uri="{FF2B5EF4-FFF2-40B4-BE49-F238E27FC236}">
                  <a16:creationId xmlns:a16="http://schemas.microsoft.com/office/drawing/2014/main" id="{F1878BC9-CF42-DDFF-14A1-9C839A9A9FD5}"/>
                </a:ext>
              </a:extLst>
            </p:cNvPr>
            <p:cNvSpPr>
              <a:spLocks noChangeShapeType="1"/>
            </p:cNvSpPr>
            <p:nvPr/>
          </p:nvSpPr>
          <p:spPr bwMode="auto">
            <a:xfrm>
              <a:off x="5867400" y="4953000"/>
              <a:ext cx="0" cy="914400"/>
            </a:xfrm>
            <a:prstGeom prst="line">
              <a:avLst/>
            </a:prstGeom>
            <a:noFill/>
            <a:ln w="38100">
              <a:solidFill>
                <a:srgbClr val="FF3300"/>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46" name="Line 14">
              <a:extLst>
                <a:ext uri="{FF2B5EF4-FFF2-40B4-BE49-F238E27FC236}">
                  <a16:creationId xmlns:a16="http://schemas.microsoft.com/office/drawing/2014/main" id="{4A0CA038-E6FF-EB84-E6E6-CF1601A949D4}"/>
                </a:ext>
              </a:extLst>
            </p:cNvPr>
            <p:cNvSpPr>
              <a:spLocks noChangeShapeType="1"/>
            </p:cNvSpPr>
            <p:nvPr/>
          </p:nvSpPr>
          <p:spPr bwMode="auto">
            <a:xfrm>
              <a:off x="6096000" y="6172200"/>
              <a:ext cx="990600" cy="0"/>
            </a:xfrm>
            <a:prstGeom prst="line">
              <a:avLst/>
            </a:prstGeom>
            <a:noFill/>
            <a:ln w="38100">
              <a:solidFill>
                <a:srgbClr val="FF3300"/>
              </a:solidFill>
              <a:round/>
              <a:headEnd type="non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47" name="Oval 15">
              <a:extLst>
                <a:ext uri="{FF2B5EF4-FFF2-40B4-BE49-F238E27FC236}">
                  <a16:creationId xmlns:a16="http://schemas.microsoft.com/office/drawing/2014/main" id="{CB06AD3E-B934-8A0E-C955-C5B7A1054ED8}"/>
                </a:ext>
              </a:extLst>
            </p:cNvPr>
            <p:cNvSpPr>
              <a:spLocks noChangeArrowheads="1"/>
            </p:cNvSpPr>
            <p:nvPr/>
          </p:nvSpPr>
          <p:spPr bwMode="auto">
            <a:xfrm>
              <a:off x="7086600" y="5867400"/>
              <a:ext cx="533400" cy="533400"/>
            </a:xfrm>
            <a:prstGeom prst="ellipse">
              <a:avLst/>
            </a:prstGeom>
            <a:solidFill>
              <a:srgbClr val="FFFF00"/>
            </a:solidFill>
            <a:ln w="38100">
              <a:solidFill>
                <a:srgbClr val="FF3300"/>
              </a:solidFill>
              <a:round/>
              <a:headEnd/>
              <a:tailEnd/>
            </a:ln>
            <a:effectLst>
              <a:outerShdw dist="35921"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b="1"/>
                <a:t>C5</a:t>
              </a:r>
              <a:endParaRPr lang="en-US" altLang="zh-CN"/>
            </a:p>
          </p:txBody>
        </p:sp>
        <p:sp>
          <p:nvSpPr>
            <p:cNvPr id="120848" name="Line 16">
              <a:extLst>
                <a:ext uri="{FF2B5EF4-FFF2-40B4-BE49-F238E27FC236}">
                  <a16:creationId xmlns:a16="http://schemas.microsoft.com/office/drawing/2014/main" id="{B34C7922-CEFB-E943-8794-995F4345958B}"/>
                </a:ext>
              </a:extLst>
            </p:cNvPr>
            <p:cNvSpPr>
              <a:spLocks noChangeShapeType="1"/>
            </p:cNvSpPr>
            <p:nvPr/>
          </p:nvSpPr>
          <p:spPr bwMode="auto">
            <a:xfrm>
              <a:off x="7391400" y="4953000"/>
              <a:ext cx="0" cy="914400"/>
            </a:xfrm>
            <a:prstGeom prst="line">
              <a:avLst/>
            </a:prstGeom>
            <a:noFill/>
            <a:ln w="38100">
              <a:solidFill>
                <a:srgbClr val="FF3300"/>
              </a:solidFill>
              <a:round/>
              <a:headEnd type="non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49" name="Line 17">
              <a:extLst>
                <a:ext uri="{FF2B5EF4-FFF2-40B4-BE49-F238E27FC236}">
                  <a16:creationId xmlns:a16="http://schemas.microsoft.com/office/drawing/2014/main" id="{961D0903-B719-034F-BD89-2521F784866D}"/>
                </a:ext>
              </a:extLst>
            </p:cNvPr>
            <p:cNvSpPr>
              <a:spLocks noChangeShapeType="1"/>
            </p:cNvSpPr>
            <p:nvPr/>
          </p:nvSpPr>
          <p:spPr bwMode="auto">
            <a:xfrm flipH="1" flipV="1">
              <a:off x="6019800" y="4876800"/>
              <a:ext cx="1143000" cy="1143000"/>
            </a:xfrm>
            <a:prstGeom prst="line">
              <a:avLst/>
            </a:prstGeom>
            <a:noFill/>
            <a:ln w="38100">
              <a:solidFill>
                <a:srgbClr val="FF3300"/>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50" name="Rectangle 18" descr="白色大理石">
              <a:extLst>
                <a:ext uri="{FF2B5EF4-FFF2-40B4-BE49-F238E27FC236}">
                  <a16:creationId xmlns:a16="http://schemas.microsoft.com/office/drawing/2014/main" id="{FB7307F9-5791-5033-2682-39F8515051AA}"/>
                </a:ext>
              </a:extLst>
            </p:cNvPr>
            <p:cNvSpPr>
              <a:spLocks noChangeArrowheads="1"/>
            </p:cNvSpPr>
            <p:nvPr/>
          </p:nvSpPr>
          <p:spPr bwMode="auto">
            <a:xfrm>
              <a:off x="838200" y="1219200"/>
              <a:ext cx="685800" cy="3657600"/>
            </a:xfrm>
            <a:prstGeom prst="rect">
              <a:avLst/>
            </a:prstGeom>
            <a:blipFill dpi="0" rotWithShape="0">
              <a:blip r:embed="rId2"/>
              <a:srcRect/>
              <a:tile tx="0" ty="0" sx="100000" sy="100000" flip="none" algn="tl"/>
            </a:blipFill>
            <a:ln w="38100">
              <a:solidFill>
                <a:srgbClr val="008080"/>
              </a:solidFill>
              <a:miter lim="800000"/>
              <a:headEnd/>
              <a:tailEnd/>
            </a:ln>
            <a:effectLst>
              <a:outerShdw dist="35921"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endParaRPr lang="zh-CN" altLang="zh-CN"/>
            </a:p>
          </p:txBody>
        </p:sp>
        <p:sp>
          <p:nvSpPr>
            <p:cNvPr id="120851" name="Rectangle 19" descr="白色大理石">
              <a:extLst>
                <a:ext uri="{FF2B5EF4-FFF2-40B4-BE49-F238E27FC236}">
                  <a16:creationId xmlns:a16="http://schemas.microsoft.com/office/drawing/2014/main" id="{7111D7EA-6680-075D-6661-24AE7B3B247E}"/>
                </a:ext>
              </a:extLst>
            </p:cNvPr>
            <p:cNvSpPr>
              <a:spLocks noChangeArrowheads="1"/>
            </p:cNvSpPr>
            <p:nvPr/>
          </p:nvSpPr>
          <p:spPr bwMode="auto">
            <a:xfrm>
              <a:off x="1676400" y="1219200"/>
              <a:ext cx="1371600" cy="3657600"/>
            </a:xfrm>
            <a:prstGeom prst="rect">
              <a:avLst/>
            </a:prstGeom>
            <a:blipFill dpi="0" rotWithShape="0">
              <a:blip r:embed="rId2"/>
              <a:srcRect/>
              <a:tile tx="0" ty="0" sx="100000" sy="100000" flip="none" algn="tl"/>
            </a:blipFill>
            <a:ln w="38100">
              <a:solidFill>
                <a:srgbClr val="008080"/>
              </a:solidFill>
              <a:miter lim="800000"/>
              <a:headEnd/>
              <a:tailEnd/>
            </a:ln>
            <a:effectLst>
              <a:outerShdw dist="35921"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spcBef>
                  <a:spcPct val="20000"/>
                </a:spcBef>
              </a:pPr>
              <a:r>
                <a:rPr lang="en-US" altLang="zh-CN" sz="2800" b="1"/>
                <a:t> C0</a:t>
              </a:r>
            </a:p>
            <a:p>
              <a:pPr>
                <a:lnSpc>
                  <a:spcPct val="120000"/>
                </a:lnSpc>
                <a:spcBef>
                  <a:spcPct val="20000"/>
                </a:spcBef>
              </a:pPr>
              <a:r>
                <a:rPr lang="en-US" altLang="zh-CN" sz="2800" b="1"/>
                <a:t> C1</a:t>
              </a:r>
            </a:p>
            <a:p>
              <a:pPr>
                <a:lnSpc>
                  <a:spcPct val="120000"/>
                </a:lnSpc>
                <a:spcBef>
                  <a:spcPct val="20000"/>
                </a:spcBef>
              </a:pPr>
              <a:r>
                <a:rPr lang="en-US" altLang="zh-CN" sz="2800" b="1"/>
                <a:t> C2</a:t>
              </a:r>
            </a:p>
            <a:p>
              <a:pPr>
                <a:lnSpc>
                  <a:spcPct val="120000"/>
                </a:lnSpc>
                <a:spcBef>
                  <a:spcPct val="20000"/>
                </a:spcBef>
              </a:pPr>
              <a:r>
                <a:rPr lang="en-US" altLang="zh-CN" sz="2800" b="1"/>
                <a:t> C3    0</a:t>
              </a:r>
            </a:p>
            <a:p>
              <a:pPr>
                <a:lnSpc>
                  <a:spcPct val="120000"/>
                </a:lnSpc>
                <a:spcBef>
                  <a:spcPct val="20000"/>
                </a:spcBef>
              </a:pPr>
              <a:r>
                <a:rPr lang="en-US" altLang="zh-CN" sz="2800" b="1"/>
                <a:t> C4</a:t>
              </a:r>
            </a:p>
            <a:p>
              <a:pPr>
                <a:lnSpc>
                  <a:spcPct val="120000"/>
                </a:lnSpc>
                <a:spcBef>
                  <a:spcPct val="20000"/>
                </a:spcBef>
              </a:pPr>
              <a:r>
                <a:rPr lang="en-US" altLang="zh-CN" sz="2800" b="1"/>
                <a:t> C5    0</a:t>
              </a:r>
              <a:endParaRPr lang="en-US" altLang="zh-CN"/>
            </a:p>
          </p:txBody>
        </p:sp>
        <p:sp>
          <p:nvSpPr>
            <p:cNvPr id="120852" name="Text Box 20">
              <a:extLst>
                <a:ext uri="{FF2B5EF4-FFF2-40B4-BE49-F238E27FC236}">
                  <a16:creationId xmlns:a16="http://schemas.microsoft.com/office/drawing/2014/main" id="{D16944D7-2CF2-2D8C-0B1C-3FA5AE10C481}"/>
                </a:ext>
              </a:extLst>
            </p:cNvPr>
            <p:cNvSpPr txBox="1">
              <a:spLocks noChangeArrowheads="1"/>
            </p:cNvSpPr>
            <p:nvPr/>
          </p:nvSpPr>
          <p:spPr bwMode="auto">
            <a:xfrm>
              <a:off x="365125" y="1236663"/>
              <a:ext cx="361950" cy="359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20000"/>
                </a:lnSpc>
                <a:spcBef>
                  <a:spcPct val="20000"/>
                </a:spcBef>
                <a:buFontTx/>
                <a:buNone/>
              </a:pPr>
              <a:r>
                <a:rPr kumimoji="1" lang="en-US" altLang="zh-CN" sz="2800" b="1">
                  <a:solidFill>
                    <a:srgbClr val="008080"/>
                  </a:solidFill>
                  <a:latin typeface="Times New Roman" panose="02020603050405020304" pitchFamily="18" charset="0"/>
                  <a:ea typeface="宋体" panose="02010600030101010101" pitchFamily="2" charset="-122"/>
                </a:rPr>
                <a:t>0</a:t>
              </a:r>
            </a:p>
            <a:p>
              <a:pPr eaLnBrk="1" hangingPunct="1">
                <a:lnSpc>
                  <a:spcPct val="120000"/>
                </a:lnSpc>
                <a:spcBef>
                  <a:spcPct val="20000"/>
                </a:spcBef>
                <a:buFontTx/>
                <a:buNone/>
              </a:pPr>
              <a:r>
                <a:rPr kumimoji="1" lang="en-US" altLang="zh-CN" sz="2800" b="1">
                  <a:solidFill>
                    <a:srgbClr val="008080"/>
                  </a:solidFill>
                  <a:latin typeface="Times New Roman" panose="02020603050405020304" pitchFamily="18" charset="0"/>
                  <a:ea typeface="宋体" panose="02010600030101010101" pitchFamily="2" charset="-122"/>
                </a:rPr>
                <a:t>1</a:t>
              </a:r>
            </a:p>
            <a:p>
              <a:pPr eaLnBrk="1" hangingPunct="1">
                <a:lnSpc>
                  <a:spcPct val="120000"/>
                </a:lnSpc>
                <a:spcBef>
                  <a:spcPct val="20000"/>
                </a:spcBef>
                <a:buFontTx/>
                <a:buNone/>
              </a:pPr>
              <a:r>
                <a:rPr kumimoji="1" lang="en-US" altLang="zh-CN" sz="2800" b="1">
                  <a:solidFill>
                    <a:srgbClr val="008080"/>
                  </a:solidFill>
                  <a:latin typeface="Times New Roman" panose="02020603050405020304" pitchFamily="18" charset="0"/>
                  <a:ea typeface="宋体" panose="02010600030101010101" pitchFamily="2" charset="-122"/>
                </a:rPr>
                <a:t>2</a:t>
              </a:r>
            </a:p>
            <a:p>
              <a:pPr eaLnBrk="1" hangingPunct="1">
                <a:lnSpc>
                  <a:spcPct val="120000"/>
                </a:lnSpc>
                <a:spcBef>
                  <a:spcPct val="20000"/>
                </a:spcBef>
                <a:buFontTx/>
                <a:buNone/>
              </a:pPr>
              <a:r>
                <a:rPr kumimoji="1" lang="en-US" altLang="zh-CN" sz="2800" b="1">
                  <a:solidFill>
                    <a:srgbClr val="008080"/>
                  </a:solidFill>
                  <a:latin typeface="Times New Roman" panose="02020603050405020304" pitchFamily="18" charset="0"/>
                  <a:ea typeface="宋体" panose="02010600030101010101" pitchFamily="2" charset="-122"/>
                </a:rPr>
                <a:t>3</a:t>
              </a:r>
            </a:p>
            <a:p>
              <a:pPr eaLnBrk="1" hangingPunct="1">
                <a:lnSpc>
                  <a:spcPct val="120000"/>
                </a:lnSpc>
                <a:spcBef>
                  <a:spcPct val="20000"/>
                </a:spcBef>
                <a:buFontTx/>
                <a:buNone/>
              </a:pPr>
              <a:r>
                <a:rPr kumimoji="1" lang="en-US" altLang="zh-CN" sz="2800" b="1">
                  <a:solidFill>
                    <a:srgbClr val="008080"/>
                  </a:solidFill>
                  <a:latin typeface="Times New Roman" panose="02020603050405020304" pitchFamily="18" charset="0"/>
                  <a:ea typeface="宋体" panose="02010600030101010101" pitchFamily="2" charset="-122"/>
                </a:rPr>
                <a:t>4</a:t>
              </a:r>
            </a:p>
            <a:p>
              <a:pPr eaLnBrk="1" hangingPunct="1">
                <a:lnSpc>
                  <a:spcPct val="120000"/>
                </a:lnSpc>
                <a:spcBef>
                  <a:spcPct val="20000"/>
                </a:spcBef>
                <a:buFontTx/>
                <a:buNone/>
              </a:pPr>
              <a:r>
                <a:rPr kumimoji="1" lang="en-US" altLang="zh-CN" sz="2800" b="1">
                  <a:solidFill>
                    <a:srgbClr val="008080"/>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120853" name="Text Box 21">
              <a:extLst>
                <a:ext uri="{FF2B5EF4-FFF2-40B4-BE49-F238E27FC236}">
                  <a16:creationId xmlns:a16="http://schemas.microsoft.com/office/drawing/2014/main" id="{630CD70F-4AE0-31A3-6B3C-70B8A1F97AD3}"/>
                </a:ext>
              </a:extLst>
            </p:cNvPr>
            <p:cNvSpPr txBox="1">
              <a:spLocks noChangeArrowheads="1"/>
            </p:cNvSpPr>
            <p:nvPr/>
          </p:nvSpPr>
          <p:spPr bwMode="auto">
            <a:xfrm>
              <a:off x="609600" y="700088"/>
              <a:ext cx="2635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8080"/>
                  </a:solidFill>
                  <a:latin typeface="Times New Roman" panose="02020603050405020304" pitchFamily="18" charset="0"/>
                  <a:ea typeface="宋体" panose="02010600030101010101" pitchFamily="2" charset="-122"/>
                </a:rPr>
                <a:t>count  data  adj</a:t>
              </a:r>
              <a:r>
                <a:rPr kumimoji="1" lang="en-US" altLang="zh-CN" sz="2400">
                  <a:latin typeface="Times New Roman" panose="02020603050405020304" pitchFamily="18" charset="0"/>
                  <a:ea typeface="宋体" panose="02010600030101010101" pitchFamily="2" charset="-122"/>
                </a:rPr>
                <a:t> </a:t>
              </a:r>
            </a:p>
          </p:txBody>
        </p:sp>
        <p:sp>
          <p:nvSpPr>
            <p:cNvPr id="120854" name="Text Box 22">
              <a:extLst>
                <a:ext uri="{FF2B5EF4-FFF2-40B4-BE49-F238E27FC236}">
                  <a16:creationId xmlns:a16="http://schemas.microsoft.com/office/drawing/2014/main" id="{7261D0CD-7878-89B3-72F4-C7E214F36941}"/>
                </a:ext>
              </a:extLst>
            </p:cNvPr>
            <p:cNvSpPr txBox="1">
              <a:spLocks noChangeArrowheads="1"/>
            </p:cNvSpPr>
            <p:nvPr/>
          </p:nvSpPr>
          <p:spPr bwMode="auto">
            <a:xfrm>
              <a:off x="1009650" y="1219200"/>
              <a:ext cx="361950" cy="359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20000"/>
                </a:lnSpc>
                <a:spcBef>
                  <a:spcPct val="20000"/>
                </a:spcBef>
                <a:buFontTx/>
                <a:buNone/>
              </a:pPr>
              <a:r>
                <a:rPr kumimoji="1" lang="en-US" altLang="zh-CN" sz="2800" b="1">
                  <a:solidFill>
                    <a:srgbClr val="FF3300"/>
                  </a:solidFill>
                  <a:latin typeface="Times New Roman" panose="02020603050405020304" pitchFamily="18" charset="0"/>
                  <a:ea typeface="宋体" panose="02010600030101010101" pitchFamily="2" charset="-122"/>
                </a:rPr>
                <a:t>1</a:t>
              </a:r>
            </a:p>
            <a:p>
              <a:pPr eaLnBrk="1" hangingPunct="1">
                <a:lnSpc>
                  <a:spcPct val="120000"/>
                </a:lnSpc>
                <a:spcBef>
                  <a:spcPct val="20000"/>
                </a:spcBef>
                <a:buFontTx/>
                <a:buNone/>
              </a:pPr>
              <a:r>
                <a:rPr kumimoji="1" lang="en-US" altLang="zh-CN" sz="2800" b="1">
                  <a:solidFill>
                    <a:srgbClr val="FF3300"/>
                  </a:solidFill>
                  <a:latin typeface="Times New Roman" panose="02020603050405020304" pitchFamily="18" charset="0"/>
                  <a:ea typeface="宋体" panose="02010600030101010101" pitchFamily="2" charset="-122"/>
                </a:rPr>
                <a:t>3</a:t>
              </a:r>
            </a:p>
            <a:p>
              <a:pPr eaLnBrk="1" hangingPunct="1">
                <a:lnSpc>
                  <a:spcPct val="120000"/>
                </a:lnSpc>
                <a:spcBef>
                  <a:spcPct val="20000"/>
                </a:spcBef>
                <a:buFontTx/>
                <a:buNone/>
              </a:pPr>
              <a:r>
                <a:rPr kumimoji="1" lang="en-US" altLang="zh-CN" sz="2800" b="1">
                  <a:solidFill>
                    <a:srgbClr val="FF3300"/>
                  </a:solidFill>
                  <a:latin typeface="Times New Roman" panose="02020603050405020304" pitchFamily="18" charset="0"/>
                  <a:ea typeface="宋体" panose="02010600030101010101" pitchFamily="2" charset="-122"/>
                </a:rPr>
                <a:t>0</a:t>
              </a:r>
            </a:p>
            <a:p>
              <a:pPr eaLnBrk="1" hangingPunct="1">
                <a:lnSpc>
                  <a:spcPct val="120000"/>
                </a:lnSpc>
                <a:spcBef>
                  <a:spcPct val="20000"/>
                </a:spcBef>
                <a:buFontTx/>
                <a:buNone/>
              </a:pPr>
              <a:r>
                <a:rPr kumimoji="1" lang="en-US" altLang="zh-CN" sz="2800" b="1">
                  <a:solidFill>
                    <a:srgbClr val="FF3300"/>
                  </a:solidFill>
                  <a:latin typeface="Times New Roman" panose="02020603050405020304" pitchFamily="18" charset="0"/>
                  <a:ea typeface="宋体" panose="02010600030101010101" pitchFamily="2" charset="-122"/>
                </a:rPr>
                <a:t>1</a:t>
              </a:r>
            </a:p>
            <a:p>
              <a:pPr eaLnBrk="1" hangingPunct="1">
                <a:lnSpc>
                  <a:spcPct val="120000"/>
                </a:lnSpc>
                <a:spcBef>
                  <a:spcPct val="20000"/>
                </a:spcBef>
                <a:buFontTx/>
                <a:buNone/>
              </a:pPr>
              <a:r>
                <a:rPr kumimoji="1" lang="en-US" altLang="zh-CN" sz="2800" b="1">
                  <a:solidFill>
                    <a:srgbClr val="FF3300"/>
                  </a:solidFill>
                  <a:latin typeface="Times New Roman" panose="02020603050405020304" pitchFamily="18" charset="0"/>
                  <a:ea typeface="宋体" panose="02010600030101010101" pitchFamily="2" charset="-122"/>
                </a:rPr>
                <a:t>0</a:t>
              </a:r>
            </a:p>
            <a:p>
              <a:pPr eaLnBrk="1" hangingPunct="1">
                <a:lnSpc>
                  <a:spcPct val="120000"/>
                </a:lnSpc>
                <a:spcBef>
                  <a:spcPct val="20000"/>
                </a:spcBef>
                <a:buFontTx/>
                <a:buNone/>
              </a:pPr>
              <a:r>
                <a:rPr kumimoji="1" lang="en-US" altLang="zh-CN" sz="2800" b="1">
                  <a:solidFill>
                    <a:srgbClr val="FF3300"/>
                  </a:solidFill>
                  <a:latin typeface="Times New Roman" panose="02020603050405020304" pitchFamily="18" charset="0"/>
                  <a:ea typeface="宋体" panose="02010600030101010101" pitchFamily="2" charset="-122"/>
                </a:rPr>
                <a:t>3</a:t>
              </a:r>
              <a:endParaRPr kumimoji="1" lang="en-US" altLang="zh-CN" sz="2400">
                <a:solidFill>
                  <a:srgbClr val="FF3300"/>
                </a:solidFill>
                <a:latin typeface="Times New Roman" panose="02020603050405020304" pitchFamily="18" charset="0"/>
                <a:ea typeface="宋体" panose="02010600030101010101" pitchFamily="2" charset="-122"/>
              </a:endParaRPr>
            </a:p>
          </p:txBody>
        </p:sp>
        <p:sp>
          <p:nvSpPr>
            <p:cNvPr id="120855" name="Line 23">
              <a:extLst>
                <a:ext uri="{FF2B5EF4-FFF2-40B4-BE49-F238E27FC236}">
                  <a16:creationId xmlns:a16="http://schemas.microsoft.com/office/drawing/2014/main" id="{39D18792-15BD-F8DF-28F6-1F0FC0878071}"/>
                </a:ext>
              </a:extLst>
            </p:cNvPr>
            <p:cNvSpPr>
              <a:spLocks noChangeShapeType="1"/>
            </p:cNvSpPr>
            <p:nvPr/>
          </p:nvSpPr>
          <p:spPr bwMode="auto">
            <a:xfrm>
              <a:off x="838200" y="1828800"/>
              <a:ext cx="685800" cy="0"/>
            </a:xfrm>
            <a:prstGeom prst="line">
              <a:avLst/>
            </a:prstGeom>
            <a:noFill/>
            <a:ln w="38100">
              <a:solidFill>
                <a:srgbClr val="0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56" name="Line 24">
              <a:extLst>
                <a:ext uri="{FF2B5EF4-FFF2-40B4-BE49-F238E27FC236}">
                  <a16:creationId xmlns:a16="http://schemas.microsoft.com/office/drawing/2014/main" id="{114B17C3-8C60-89D5-2670-2C73D61A3AB0}"/>
                </a:ext>
              </a:extLst>
            </p:cNvPr>
            <p:cNvSpPr>
              <a:spLocks noChangeShapeType="1"/>
            </p:cNvSpPr>
            <p:nvPr/>
          </p:nvSpPr>
          <p:spPr bwMode="auto">
            <a:xfrm>
              <a:off x="838200" y="2438400"/>
              <a:ext cx="685800" cy="0"/>
            </a:xfrm>
            <a:prstGeom prst="line">
              <a:avLst/>
            </a:prstGeom>
            <a:noFill/>
            <a:ln w="38100">
              <a:solidFill>
                <a:srgbClr val="0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57" name="Line 25">
              <a:extLst>
                <a:ext uri="{FF2B5EF4-FFF2-40B4-BE49-F238E27FC236}">
                  <a16:creationId xmlns:a16="http://schemas.microsoft.com/office/drawing/2014/main" id="{47F86AC6-3D1E-1C50-D8BD-188473999587}"/>
                </a:ext>
              </a:extLst>
            </p:cNvPr>
            <p:cNvSpPr>
              <a:spLocks noChangeShapeType="1"/>
            </p:cNvSpPr>
            <p:nvPr/>
          </p:nvSpPr>
          <p:spPr bwMode="auto">
            <a:xfrm>
              <a:off x="838200" y="3048000"/>
              <a:ext cx="685800" cy="0"/>
            </a:xfrm>
            <a:prstGeom prst="line">
              <a:avLst/>
            </a:prstGeom>
            <a:noFill/>
            <a:ln w="38100">
              <a:solidFill>
                <a:srgbClr val="0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58" name="Line 26">
              <a:extLst>
                <a:ext uri="{FF2B5EF4-FFF2-40B4-BE49-F238E27FC236}">
                  <a16:creationId xmlns:a16="http://schemas.microsoft.com/office/drawing/2014/main" id="{C55C8128-65C2-BF31-915C-7E78C2E1FA97}"/>
                </a:ext>
              </a:extLst>
            </p:cNvPr>
            <p:cNvSpPr>
              <a:spLocks noChangeShapeType="1"/>
            </p:cNvSpPr>
            <p:nvPr/>
          </p:nvSpPr>
          <p:spPr bwMode="auto">
            <a:xfrm>
              <a:off x="838200" y="3657600"/>
              <a:ext cx="685800" cy="0"/>
            </a:xfrm>
            <a:prstGeom prst="line">
              <a:avLst/>
            </a:prstGeom>
            <a:noFill/>
            <a:ln w="38100">
              <a:solidFill>
                <a:srgbClr val="0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59" name="Line 27">
              <a:extLst>
                <a:ext uri="{FF2B5EF4-FFF2-40B4-BE49-F238E27FC236}">
                  <a16:creationId xmlns:a16="http://schemas.microsoft.com/office/drawing/2014/main" id="{46EDDF54-95F6-5F41-21A1-2ED87C283B25}"/>
                </a:ext>
              </a:extLst>
            </p:cNvPr>
            <p:cNvSpPr>
              <a:spLocks noChangeShapeType="1"/>
            </p:cNvSpPr>
            <p:nvPr/>
          </p:nvSpPr>
          <p:spPr bwMode="auto">
            <a:xfrm>
              <a:off x="838200" y="4267200"/>
              <a:ext cx="685800" cy="0"/>
            </a:xfrm>
            <a:prstGeom prst="line">
              <a:avLst/>
            </a:prstGeom>
            <a:noFill/>
            <a:ln w="38100">
              <a:solidFill>
                <a:srgbClr val="0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60" name="Line 28">
              <a:extLst>
                <a:ext uri="{FF2B5EF4-FFF2-40B4-BE49-F238E27FC236}">
                  <a16:creationId xmlns:a16="http://schemas.microsoft.com/office/drawing/2014/main" id="{D0206154-FFB8-5EEC-DB77-206C636A4BEF}"/>
                </a:ext>
              </a:extLst>
            </p:cNvPr>
            <p:cNvSpPr>
              <a:spLocks noChangeShapeType="1"/>
            </p:cNvSpPr>
            <p:nvPr/>
          </p:nvSpPr>
          <p:spPr bwMode="auto">
            <a:xfrm>
              <a:off x="1676400" y="1828800"/>
              <a:ext cx="1371600" cy="0"/>
            </a:xfrm>
            <a:prstGeom prst="line">
              <a:avLst/>
            </a:prstGeom>
            <a:noFill/>
            <a:ln w="38100">
              <a:solidFill>
                <a:srgbClr val="0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61" name="Line 29">
              <a:extLst>
                <a:ext uri="{FF2B5EF4-FFF2-40B4-BE49-F238E27FC236}">
                  <a16:creationId xmlns:a16="http://schemas.microsoft.com/office/drawing/2014/main" id="{284DA0CB-2658-E057-4EDA-BA1E3C8475DD}"/>
                </a:ext>
              </a:extLst>
            </p:cNvPr>
            <p:cNvSpPr>
              <a:spLocks noChangeShapeType="1"/>
            </p:cNvSpPr>
            <p:nvPr/>
          </p:nvSpPr>
          <p:spPr bwMode="auto">
            <a:xfrm>
              <a:off x="1676400" y="2438400"/>
              <a:ext cx="1371600" cy="0"/>
            </a:xfrm>
            <a:prstGeom prst="line">
              <a:avLst/>
            </a:prstGeom>
            <a:noFill/>
            <a:ln w="38100">
              <a:solidFill>
                <a:srgbClr val="0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62" name="Line 30">
              <a:extLst>
                <a:ext uri="{FF2B5EF4-FFF2-40B4-BE49-F238E27FC236}">
                  <a16:creationId xmlns:a16="http://schemas.microsoft.com/office/drawing/2014/main" id="{D680D72C-CE34-975A-883E-44CF90DFAEEE}"/>
                </a:ext>
              </a:extLst>
            </p:cNvPr>
            <p:cNvSpPr>
              <a:spLocks noChangeShapeType="1"/>
            </p:cNvSpPr>
            <p:nvPr/>
          </p:nvSpPr>
          <p:spPr bwMode="auto">
            <a:xfrm>
              <a:off x="1676400" y="3048000"/>
              <a:ext cx="1371600" cy="0"/>
            </a:xfrm>
            <a:prstGeom prst="line">
              <a:avLst/>
            </a:prstGeom>
            <a:noFill/>
            <a:ln w="38100">
              <a:solidFill>
                <a:srgbClr val="0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63" name="Line 31">
              <a:extLst>
                <a:ext uri="{FF2B5EF4-FFF2-40B4-BE49-F238E27FC236}">
                  <a16:creationId xmlns:a16="http://schemas.microsoft.com/office/drawing/2014/main" id="{924F087B-A0D2-FE94-B503-9ED3EAD2CAB4}"/>
                </a:ext>
              </a:extLst>
            </p:cNvPr>
            <p:cNvSpPr>
              <a:spLocks noChangeShapeType="1"/>
            </p:cNvSpPr>
            <p:nvPr/>
          </p:nvSpPr>
          <p:spPr bwMode="auto">
            <a:xfrm>
              <a:off x="1676400" y="3657600"/>
              <a:ext cx="1371600" cy="0"/>
            </a:xfrm>
            <a:prstGeom prst="line">
              <a:avLst/>
            </a:prstGeom>
            <a:noFill/>
            <a:ln w="38100">
              <a:solidFill>
                <a:srgbClr val="0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64" name="Line 32">
              <a:extLst>
                <a:ext uri="{FF2B5EF4-FFF2-40B4-BE49-F238E27FC236}">
                  <a16:creationId xmlns:a16="http://schemas.microsoft.com/office/drawing/2014/main" id="{1D9A74C6-564C-D3FE-23A9-382F48FFB190}"/>
                </a:ext>
              </a:extLst>
            </p:cNvPr>
            <p:cNvSpPr>
              <a:spLocks noChangeShapeType="1"/>
            </p:cNvSpPr>
            <p:nvPr/>
          </p:nvSpPr>
          <p:spPr bwMode="auto">
            <a:xfrm>
              <a:off x="1676400" y="4267200"/>
              <a:ext cx="1371600" cy="0"/>
            </a:xfrm>
            <a:prstGeom prst="line">
              <a:avLst/>
            </a:prstGeom>
            <a:noFill/>
            <a:ln w="38100">
              <a:solidFill>
                <a:srgbClr val="0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65" name="Line 33">
              <a:extLst>
                <a:ext uri="{FF2B5EF4-FFF2-40B4-BE49-F238E27FC236}">
                  <a16:creationId xmlns:a16="http://schemas.microsoft.com/office/drawing/2014/main" id="{B387797F-C5E0-68C4-448E-66AD2390D5A4}"/>
                </a:ext>
              </a:extLst>
            </p:cNvPr>
            <p:cNvSpPr>
              <a:spLocks noChangeShapeType="1"/>
            </p:cNvSpPr>
            <p:nvPr/>
          </p:nvSpPr>
          <p:spPr bwMode="auto">
            <a:xfrm>
              <a:off x="2514600" y="1219200"/>
              <a:ext cx="0" cy="3657600"/>
            </a:xfrm>
            <a:prstGeom prst="line">
              <a:avLst/>
            </a:prstGeom>
            <a:noFill/>
            <a:ln w="38100">
              <a:solidFill>
                <a:srgbClr val="0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66" name="Rectangle 34" descr="羊皮纸">
              <a:extLst>
                <a:ext uri="{FF2B5EF4-FFF2-40B4-BE49-F238E27FC236}">
                  <a16:creationId xmlns:a16="http://schemas.microsoft.com/office/drawing/2014/main" id="{CF5A0C80-8523-0415-E7A9-6DDFA7898268}"/>
                </a:ext>
              </a:extLst>
            </p:cNvPr>
            <p:cNvSpPr>
              <a:spLocks noChangeArrowheads="1"/>
            </p:cNvSpPr>
            <p:nvPr/>
          </p:nvSpPr>
          <p:spPr bwMode="auto">
            <a:xfrm>
              <a:off x="3657600" y="1295400"/>
              <a:ext cx="1219200" cy="457200"/>
            </a:xfrm>
            <a:prstGeom prst="rect">
              <a:avLst/>
            </a:prstGeom>
            <a:blipFill dpi="0" rotWithShape="0">
              <a:blip r:embed="rId3"/>
              <a:srcRect/>
              <a:tile tx="0" ty="0" sx="100000" sy="100000" flip="none" algn="tl"/>
            </a:blipFill>
            <a:ln w="38100">
              <a:solidFill>
                <a:schemeClr val="tx1"/>
              </a:solidFill>
              <a:miter lim="800000"/>
              <a:headEnd/>
              <a:tailEnd/>
            </a:ln>
            <a:effectLst>
              <a:outerShdw dist="35921"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r>
                <a:rPr lang="en-US" altLang="zh-CN" sz="2800" b="1">
                  <a:solidFill>
                    <a:srgbClr val="FF3300"/>
                  </a:solidFill>
                </a:rPr>
                <a:t>  1</a:t>
              </a:r>
              <a:endParaRPr lang="en-US" altLang="zh-CN"/>
            </a:p>
          </p:txBody>
        </p:sp>
        <p:sp>
          <p:nvSpPr>
            <p:cNvPr id="120867" name="Text Box 35">
              <a:extLst>
                <a:ext uri="{FF2B5EF4-FFF2-40B4-BE49-F238E27FC236}">
                  <a16:creationId xmlns:a16="http://schemas.microsoft.com/office/drawing/2014/main" id="{43D985CA-F433-20B3-F9E5-2F203E451E4E}"/>
                </a:ext>
              </a:extLst>
            </p:cNvPr>
            <p:cNvSpPr txBox="1">
              <a:spLocks noChangeArrowheads="1"/>
            </p:cNvSpPr>
            <p:nvPr/>
          </p:nvSpPr>
          <p:spPr bwMode="auto">
            <a:xfrm>
              <a:off x="3446463" y="685800"/>
              <a:ext cx="1644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i="1">
                  <a:solidFill>
                    <a:srgbClr val="008080"/>
                  </a:solidFill>
                  <a:latin typeface="Times New Roman" panose="02020603050405020304" pitchFamily="18" charset="0"/>
                  <a:ea typeface="宋体" panose="02010600030101010101" pitchFamily="2" charset="-122"/>
                </a:rPr>
                <a:t> </a:t>
              </a:r>
              <a:r>
                <a:rPr kumimoji="1" lang="en-US" altLang="zh-CN" sz="2800" b="1">
                  <a:solidFill>
                    <a:srgbClr val="008080"/>
                  </a:solidFill>
                  <a:latin typeface="Times New Roman" panose="02020603050405020304" pitchFamily="18" charset="0"/>
                  <a:ea typeface="宋体" panose="02010600030101010101" pitchFamily="2" charset="-122"/>
                </a:rPr>
                <a:t>dest  link</a:t>
              </a:r>
              <a:endParaRPr kumimoji="1" lang="en-US" altLang="zh-CN" sz="2400">
                <a:latin typeface="Times New Roman" panose="02020603050405020304" pitchFamily="18" charset="0"/>
                <a:ea typeface="宋体" panose="02010600030101010101" pitchFamily="2" charset="-122"/>
              </a:endParaRPr>
            </a:p>
          </p:txBody>
        </p:sp>
        <p:sp>
          <p:nvSpPr>
            <p:cNvPr id="120868" name="Line 36">
              <a:extLst>
                <a:ext uri="{FF2B5EF4-FFF2-40B4-BE49-F238E27FC236}">
                  <a16:creationId xmlns:a16="http://schemas.microsoft.com/office/drawing/2014/main" id="{D529E2F4-5461-7667-F9C3-1C15AB06B78A}"/>
                </a:ext>
              </a:extLst>
            </p:cNvPr>
            <p:cNvSpPr>
              <a:spLocks noChangeShapeType="1"/>
            </p:cNvSpPr>
            <p:nvPr/>
          </p:nvSpPr>
          <p:spPr bwMode="auto">
            <a:xfrm>
              <a:off x="4343400" y="1295400"/>
              <a:ext cx="0" cy="457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69" name="Line 37">
              <a:extLst>
                <a:ext uri="{FF2B5EF4-FFF2-40B4-BE49-F238E27FC236}">
                  <a16:creationId xmlns:a16="http://schemas.microsoft.com/office/drawing/2014/main" id="{F8DBB745-04D9-D958-E71E-AFF67EDB9445}"/>
                </a:ext>
              </a:extLst>
            </p:cNvPr>
            <p:cNvSpPr>
              <a:spLocks noChangeShapeType="1"/>
            </p:cNvSpPr>
            <p:nvPr/>
          </p:nvSpPr>
          <p:spPr bwMode="auto">
            <a:xfrm>
              <a:off x="2819400" y="1524000"/>
              <a:ext cx="762000" cy="0"/>
            </a:xfrm>
            <a:prstGeom prst="line">
              <a:avLst/>
            </a:prstGeom>
            <a:noFill/>
            <a:ln w="38100">
              <a:solidFill>
                <a:schemeClr val="tx1"/>
              </a:solidFill>
              <a:round/>
              <a:headEnd type="non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70" name="Line 38">
              <a:extLst>
                <a:ext uri="{FF2B5EF4-FFF2-40B4-BE49-F238E27FC236}">
                  <a16:creationId xmlns:a16="http://schemas.microsoft.com/office/drawing/2014/main" id="{480061CB-6940-328A-809E-B4C465C3E924}"/>
                </a:ext>
              </a:extLst>
            </p:cNvPr>
            <p:cNvSpPr>
              <a:spLocks noChangeShapeType="1"/>
            </p:cNvSpPr>
            <p:nvPr/>
          </p:nvSpPr>
          <p:spPr bwMode="auto">
            <a:xfrm>
              <a:off x="4572000" y="1524000"/>
              <a:ext cx="762000" cy="0"/>
            </a:xfrm>
            <a:prstGeom prst="line">
              <a:avLst/>
            </a:prstGeom>
            <a:noFill/>
            <a:ln w="38100">
              <a:solidFill>
                <a:schemeClr val="tx1"/>
              </a:solidFill>
              <a:round/>
              <a:headEnd type="non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71" name="Rectangle 39" descr="羊皮纸">
              <a:extLst>
                <a:ext uri="{FF2B5EF4-FFF2-40B4-BE49-F238E27FC236}">
                  <a16:creationId xmlns:a16="http://schemas.microsoft.com/office/drawing/2014/main" id="{4626B6FD-9EE4-8D41-A70E-F2CFDDD28A11}"/>
                </a:ext>
              </a:extLst>
            </p:cNvPr>
            <p:cNvSpPr>
              <a:spLocks noChangeArrowheads="1"/>
            </p:cNvSpPr>
            <p:nvPr/>
          </p:nvSpPr>
          <p:spPr bwMode="auto">
            <a:xfrm>
              <a:off x="5410200" y="1295400"/>
              <a:ext cx="1219200" cy="457200"/>
            </a:xfrm>
            <a:prstGeom prst="rect">
              <a:avLst/>
            </a:prstGeom>
            <a:blipFill dpi="0" rotWithShape="0">
              <a:blip r:embed="rId3"/>
              <a:srcRect/>
              <a:tile tx="0" ty="0" sx="100000" sy="100000" flip="none" algn="tl"/>
            </a:blipFill>
            <a:ln w="38100">
              <a:solidFill>
                <a:schemeClr val="tx1"/>
              </a:solidFill>
              <a:miter lim="800000"/>
              <a:headEnd/>
              <a:tailEnd/>
            </a:ln>
            <a:effectLst>
              <a:outerShdw dist="35921"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r>
                <a:rPr lang="en-US" altLang="zh-CN" sz="2800" b="1">
                  <a:solidFill>
                    <a:srgbClr val="FF3300"/>
                  </a:solidFill>
                </a:rPr>
                <a:t>  3    0</a:t>
              </a:r>
              <a:endParaRPr lang="en-US" altLang="zh-CN"/>
            </a:p>
          </p:txBody>
        </p:sp>
        <p:sp>
          <p:nvSpPr>
            <p:cNvPr id="120872" name="Line 40">
              <a:extLst>
                <a:ext uri="{FF2B5EF4-FFF2-40B4-BE49-F238E27FC236}">
                  <a16:creationId xmlns:a16="http://schemas.microsoft.com/office/drawing/2014/main" id="{9DC42437-FEDE-F4E9-5252-68EB1052C60B}"/>
                </a:ext>
              </a:extLst>
            </p:cNvPr>
            <p:cNvSpPr>
              <a:spLocks noChangeShapeType="1"/>
            </p:cNvSpPr>
            <p:nvPr/>
          </p:nvSpPr>
          <p:spPr bwMode="auto">
            <a:xfrm>
              <a:off x="6096000" y="1295400"/>
              <a:ext cx="0" cy="457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73" name="Line 41">
              <a:extLst>
                <a:ext uri="{FF2B5EF4-FFF2-40B4-BE49-F238E27FC236}">
                  <a16:creationId xmlns:a16="http://schemas.microsoft.com/office/drawing/2014/main" id="{22D41224-D7DC-783B-719A-4CD213EBF802}"/>
                </a:ext>
              </a:extLst>
            </p:cNvPr>
            <p:cNvSpPr>
              <a:spLocks noChangeShapeType="1"/>
            </p:cNvSpPr>
            <p:nvPr/>
          </p:nvSpPr>
          <p:spPr bwMode="auto">
            <a:xfrm>
              <a:off x="2819400" y="2133600"/>
              <a:ext cx="762000" cy="0"/>
            </a:xfrm>
            <a:prstGeom prst="line">
              <a:avLst/>
            </a:prstGeom>
            <a:noFill/>
            <a:ln w="38100">
              <a:solidFill>
                <a:schemeClr val="tx1"/>
              </a:solidFill>
              <a:round/>
              <a:headEnd type="non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74" name="Rectangle 42" descr="羊皮纸">
              <a:extLst>
                <a:ext uri="{FF2B5EF4-FFF2-40B4-BE49-F238E27FC236}">
                  <a16:creationId xmlns:a16="http://schemas.microsoft.com/office/drawing/2014/main" id="{EDEFF0B9-515D-F6FA-0543-FCD04AFCD7D2}"/>
                </a:ext>
              </a:extLst>
            </p:cNvPr>
            <p:cNvSpPr>
              <a:spLocks noChangeArrowheads="1"/>
            </p:cNvSpPr>
            <p:nvPr/>
          </p:nvSpPr>
          <p:spPr bwMode="auto">
            <a:xfrm>
              <a:off x="3657600" y="1905000"/>
              <a:ext cx="1219200" cy="457200"/>
            </a:xfrm>
            <a:prstGeom prst="rect">
              <a:avLst/>
            </a:prstGeom>
            <a:blipFill dpi="0" rotWithShape="0">
              <a:blip r:embed="rId3"/>
              <a:srcRect/>
              <a:tile tx="0" ty="0" sx="100000" sy="100000" flip="none" algn="tl"/>
            </a:blipFill>
            <a:ln w="38100">
              <a:solidFill>
                <a:schemeClr val="tx1"/>
              </a:solidFill>
              <a:miter lim="800000"/>
              <a:headEnd/>
              <a:tailEnd/>
            </a:ln>
            <a:effectLst>
              <a:outerShdw dist="35921"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r>
                <a:rPr lang="en-US" altLang="zh-CN" sz="2800" b="1">
                  <a:solidFill>
                    <a:srgbClr val="FF3300"/>
                  </a:solidFill>
                </a:rPr>
                <a:t>  5</a:t>
              </a:r>
              <a:endParaRPr lang="en-US" altLang="zh-CN"/>
            </a:p>
          </p:txBody>
        </p:sp>
        <p:sp>
          <p:nvSpPr>
            <p:cNvPr id="120875" name="Line 43">
              <a:extLst>
                <a:ext uri="{FF2B5EF4-FFF2-40B4-BE49-F238E27FC236}">
                  <a16:creationId xmlns:a16="http://schemas.microsoft.com/office/drawing/2014/main" id="{54D83866-33AE-A5CC-675F-DE3F8D1C752C}"/>
                </a:ext>
              </a:extLst>
            </p:cNvPr>
            <p:cNvSpPr>
              <a:spLocks noChangeShapeType="1"/>
            </p:cNvSpPr>
            <p:nvPr/>
          </p:nvSpPr>
          <p:spPr bwMode="auto">
            <a:xfrm>
              <a:off x="4343400" y="1905000"/>
              <a:ext cx="0" cy="457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76" name="Line 44">
              <a:extLst>
                <a:ext uri="{FF2B5EF4-FFF2-40B4-BE49-F238E27FC236}">
                  <a16:creationId xmlns:a16="http://schemas.microsoft.com/office/drawing/2014/main" id="{5E239A47-5595-A23B-1F92-1EB277D667CA}"/>
                </a:ext>
              </a:extLst>
            </p:cNvPr>
            <p:cNvSpPr>
              <a:spLocks noChangeShapeType="1"/>
            </p:cNvSpPr>
            <p:nvPr/>
          </p:nvSpPr>
          <p:spPr bwMode="auto">
            <a:xfrm>
              <a:off x="2819400" y="2743200"/>
              <a:ext cx="762000" cy="0"/>
            </a:xfrm>
            <a:prstGeom prst="line">
              <a:avLst/>
            </a:prstGeom>
            <a:noFill/>
            <a:ln w="38100">
              <a:solidFill>
                <a:schemeClr val="tx1"/>
              </a:solidFill>
              <a:round/>
              <a:headEnd type="non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77" name="Line 45">
              <a:extLst>
                <a:ext uri="{FF2B5EF4-FFF2-40B4-BE49-F238E27FC236}">
                  <a16:creationId xmlns:a16="http://schemas.microsoft.com/office/drawing/2014/main" id="{B3A4EF68-FC66-88A7-55C7-AFAD3D1A4C16}"/>
                </a:ext>
              </a:extLst>
            </p:cNvPr>
            <p:cNvSpPr>
              <a:spLocks noChangeShapeType="1"/>
            </p:cNvSpPr>
            <p:nvPr/>
          </p:nvSpPr>
          <p:spPr bwMode="auto">
            <a:xfrm>
              <a:off x="2819400" y="3962400"/>
              <a:ext cx="762000" cy="0"/>
            </a:xfrm>
            <a:prstGeom prst="line">
              <a:avLst/>
            </a:prstGeom>
            <a:noFill/>
            <a:ln w="38100">
              <a:solidFill>
                <a:schemeClr val="tx1"/>
              </a:solidFill>
              <a:round/>
              <a:headEnd type="non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78" name="Rectangle 46" descr="羊皮纸">
              <a:extLst>
                <a:ext uri="{FF2B5EF4-FFF2-40B4-BE49-F238E27FC236}">
                  <a16:creationId xmlns:a16="http://schemas.microsoft.com/office/drawing/2014/main" id="{B89844AA-4FE6-826B-3EAA-83CA0B9B9AA5}"/>
                </a:ext>
              </a:extLst>
            </p:cNvPr>
            <p:cNvSpPr>
              <a:spLocks noChangeArrowheads="1"/>
            </p:cNvSpPr>
            <p:nvPr/>
          </p:nvSpPr>
          <p:spPr bwMode="auto">
            <a:xfrm>
              <a:off x="3657600" y="2514600"/>
              <a:ext cx="1219200" cy="457200"/>
            </a:xfrm>
            <a:prstGeom prst="rect">
              <a:avLst/>
            </a:prstGeom>
            <a:blipFill dpi="0" rotWithShape="0">
              <a:blip r:embed="rId3"/>
              <a:srcRect/>
              <a:tile tx="0" ty="0" sx="100000" sy="100000" flip="none" algn="tl"/>
            </a:blipFill>
            <a:ln w="38100">
              <a:solidFill>
                <a:schemeClr val="tx1"/>
              </a:solidFill>
              <a:miter lim="800000"/>
              <a:headEnd/>
              <a:tailEnd/>
            </a:ln>
            <a:effectLst>
              <a:outerShdw dist="35921"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r>
                <a:rPr lang="en-US" altLang="zh-CN" sz="2800" b="1">
                  <a:solidFill>
                    <a:srgbClr val="FF3300"/>
                  </a:solidFill>
                </a:rPr>
                <a:t>  1</a:t>
              </a:r>
              <a:endParaRPr lang="en-US" altLang="zh-CN"/>
            </a:p>
          </p:txBody>
        </p:sp>
        <p:sp>
          <p:nvSpPr>
            <p:cNvPr id="120879" name="Rectangle 47" descr="羊皮纸">
              <a:extLst>
                <a:ext uri="{FF2B5EF4-FFF2-40B4-BE49-F238E27FC236}">
                  <a16:creationId xmlns:a16="http://schemas.microsoft.com/office/drawing/2014/main" id="{32B72EA8-AAAD-CF76-FAC2-09B6FAFD8AFD}"/>
                </a:ext>
              </a:extLst>
            </p:cNvPr>
            <p:cNvSpPr>
              <a:spLocks noChangeArrowheads="1"/>
            </p:cNvSpPr>
            <p:nvPr/>
          </p:nvSpPr>
          <p:spPr bwMode="auto">
            <a:xfrm>
              <a:off x="5410200" y="2514600"/>
              <a:ext cx="1219200" cy="457200"/>
            </a:xfrm>
            <a:prstGeom prst="rect">
              <a:avLst/>
            </a:prstGeom>
            <a:blipFill dpi="0" rotWithShape="0">
              <a:blip r:embed="rId3"/>
              <a:srcRect/>
              <a:tile tx="0" ty="0" sx="100000" sy="100000" flip="none" algn="tl"/>
            </a:blipFill>
            <a:ln w="38100">
              <a:solidFill>
                <a:schemeClr val="tx1"/>
              </a:solidFill>
              <a:miter lim="800000"/>
              <a:headEnd/>
              <a:tailEnd/>
            </a:ln>
            <a:effectLst>
              <a:outerShdw dist="35921"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r>
                <a:rPr lang="en-US" altLang="zh-CN" sz="2800" b="1">
                  <a:solidFill>
                    <a:srgbClr val="FF3300"/>
                  </a:solidFill>
                </a:rPr>
                <a:t>  5    0</a:t>
              </a:r>
              <a:endParaRPr lang="en-US" altLang="zh-CN"/>
            </a:p>
          </p:txBody>
        </p:sp>
        <p:sp>
          <p:nvSpPr>
            <p:cNvPr id="120880" name="Line 48">
              <a:extLst>
                <a:ext uri="{FF2B5EF4-FFF2-40B4-BE49-F238E27FC236}">
                  <a16:creationId xmlns:a16="http://schemas.microsoft.com/office/drawing/2014/main" id="{D23BBE9E-8882-8CC1-13C5-7C909024650C}"/>
                </a:ext>
              </a:extLst>
            </p:cNvPr>
            <p:cNvSpPr>
              <a:spLocks noChangeShapeType="1"/>
            </p:cNvSpPr>
            <p:nvPr/>
          </p:nvSpPr>
          <p:spPr bwMode="auto">
            <a:xfrm>
              <a:off x="4343400" y="2514600"/>
              <a:ext cx="0" cy="457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81" name="Line 49">
              <a:extLst>
                <a:ext uri="{FF2B5EF4-FFF2-40B4-BE49-F238E27FC236}">
                  <a16:creationId xmlns:a16="http://schemas.microsoft.com/office/drawing/2014/main" id="{4FA7979C-477E-1D4D-8B23-CDA5E82F2791}"/>
                </a:ext>
              </a:extLst>
            </p:cNvPr>
            <p:cNvSpPr>
              <a:spLocks noChangeShapeType="1"/>
            </p:cNvSpPr>
            <p:nvPr/>
          </p:nvSpPr>
          <p:spPr bwMode="auto">
            <a:xfrm>
              <a:off x="6096000" y="2514600"/>
              <a:ext cx="0" cy="457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82" name="Line 50" descr="羊皮纸">
              <a:extLst>
                <a:ext uri="{FF2B5EF4-FFF2-40B4-BE49-F238E27FC236}">
                  <a16:creationId xmlns:a16="http://schemas.microsoft.com/office/drawing/2014/main" id="{C0F95AB6-740F-22B5-EAAD-CC746AC023F4}"/>
                </a:ext>
              </a:extLst>
            </p:cNvPr>
            <p:cNvSpPr>
              <a:spLocks noChangeShapeType="1"/>
            </p:cNvSpPr>
            <p:nvPr/>
          </p:nvSpPr>
          <p:spPr bwMode="auto">
            <a:xfrm>
              <a:off x="4572000" y="2743200"/>
              <a:ext cx="762000" cy="0"/>
            </a:xfrm>
            <a:prstGeom prst="line">
              <a:avLst/>
            </a:prstGeom>
            <a:noFill/>
            <a:ln w="38100">
              <a:solidFill>
                <a:schemeClr val="tx1"/>
              </a:solidFill>
              <a:round/>
              <a:headEnd type="none" w="sm" len="lg"/>
              <a:tailEnd type="triangle" w="sm" len="lg"/>
            </a:ln>
            <a:effectLst>
              <a:outerShdw dist="35921" dir="2700000" algn="ctr" rotWithShape="0">
                <a:srgbClr val="808080"/>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20883" name="Rectangle 51" descr="羊皮纸">
              <a:extLst>
                <a:ext uri="{FF2B5EF4-FFF2-40B4-BE49-F238E27FC236}">
                  <a16:creationId xmlns:a16="http://schemas.microsoft.com/office/drawing/2014/main" id="{EBF94CCF-8529-AB18-BE16-9CDB9BB3AD69}"/>
                </a:ext>
              </a:extLst>
            </p:cNvPr>
            <p:cNvSpPr>
              <a:spLocks noChangeArrowheads="1"/>
            </p:cNvSpPr>
            <p:nvPr/>
          </p:nvSpPr>
          <p:spPr bwMode="auto">
            <a:xfrm>
              <a:off x="3657600" y="3733800"/>
              <a:ext cx="1219200" cy="457200"/>
            </a:xfrm>
            <a:prstGeom prst="rect">
              <a:avLst/>
            </a:prstGeom>
            <a:blipFill dpi="0" rotWithShape="0">
              <a:blip r:embed="rId3"/>
              <a:srcRect/>
              <a:tile tx="0" ty="0" sx="100000" sy="100000" flip="none" algn="tl"/>
            </a:blipFill>
            <a:ln w="38100">
              <a:solidFill>
                <a:schemeClr val="tx1"/>
              </a:solidFill>
              <a:miter lim="800000"/>
              <a:headEnd/>
              <a:tailEnd/>
            </a:ln>
            <a:effectLst>
              <a:outerShdw dist="35921"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r>
                <a:rPr lang="en-US" altLang="zh-CN" sz="2800" b="1">
                  <a:solidFill>
                    <a:srgbClr val="FF3300"/>
                  </a:solidFill>
                </a:rPr>
                <a:t>  0</a:t>
              </a:r>
              <a:endParaRPr lang="en-US" altLang="zh-CN"/>
            </a:p>
          </p:txBody>
        </p:sp>
        <p:sp>
          <p:nvSpPr>
            <p:cNvPr id="120884" name="Line 52">
              <a:extLst>
                <a:ext uri="{FF2B5EF4-FFF2-40B4-BE49-F238E27FC236}">
                  <a16:creationId xmlns:a16="http://schemas.microsoft.com/office/drawing/2014/main" id="{58A1C82A-D6DD-1D40-D7AE-13606561EDD3}"/>
                </a:ext>
              </a:extLst>
            </p:cNvPr>
            <p:cNvSpPr>
              <a:spLocks noChangeShapeType="1"/>
            </p:cNvSpPr>
            <p:nvPr/>
          </p:nvSpPr>
          <p:spPr bwMode="auto">
            <a:xfrm>
              <a:off x="4343400" y="3733800"/>
              <a:ext cx="0" cy="457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85" name="Line 53">
              <a:extLst>
                <a:ext uri="{FF2B5EF4-FFF2-40B4-BE49-F238E27FC236}">
                  <a16:creationId xmlns:a16="http://schemas.microsoft.com/office/drawing/2014/main" id="{BF829FFC-41E6-1ABB-99BE-3A7F4244AB2D}"/>
                </a:ext>
              </a:extLst>
            </p:cNvPr>
            <p:cNvSpPr>
              <a:spLocks noChangeShapeType="1"/>
            </p:cNvSpPr>
            <p:nvPr/>
          </p:nvSpPr>
          <p:spPr bwMode="auto">
            <a:xfrm>
              <a:off x="4572000" y="3962400"/>
              <a:ext cx="762000" cy="0"/>
            </a:xfrm>
            <a:prstGeom prst="line">
              <a:avLst/>
            </a:prstGeom>
            <a:noFill/>
            <a:ln w="38100">
              <a:solidFill>
                <a:schemeClr val="tx1"/>
              </a:solidFill>
              <a:round/>
              <a:headEnd type="non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86" name="Rectangle 54" descr="羊皮纸">
              <a:extLst>
                <a:ext uri="{FF2B5EF4-FFF2-40B4-BE49-F238E27FC236}">
                  <a16:creationId xmlns:a16="http://schemas.microsoft.com/office/drawing/2014/main" id="{48E3C82B-AE45-00F3-BCD8-1770D863CCED}"/>
                </a:ext>
              </a:extLst>
            </p:cNvPr>
            <p:cNvSpPr>
              <a:spLocks noChangeArrowheads="1"/>
            </p:cNvSpPr>
            <p:nvPr/>
          </p:nvSpPr>
          <p:spPr bwMode="auto">
            <a:xfrm>
              <a:off x="5410200" y="3733800"/>
              <a:ext cx="1219200" cy="457200"/>
            </a:xfrm>
            <a:prstGeom prst="rect">
              <a:avLst/>
            </a:prstGeom>
            <a:blipFill dpi="0" rotWithShape="0">
              <a:blip r:embed="rId3"/>
              <a:srcRect/>
              <a:tile tx="0" ty="0" sx="100000" sy="100000" flip="none" algn="tl"/>
            </a:blipFill>
            <a:ln w="38100">
              <a:solidFill>
                <a:schemeClr val="tx1"/>
              </a:solidFill>
              <a:miter lim="800000"/>
              <a:headEnd/>
              <a:tailEnd/>
            </a:ln>
            <a:effectLst>
              <a:outerShdw dist="35921"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r>
                <a:rPr lang="en-US" altLang="zh-CN" sz="2800" b="1">
                  <a:solidFill>
                    <a:srgbClr val="FF3300"/>
                  </a:solidFill>
                </a:rPr>
                <a:t>  1</a:t>
              </a:r>
              <a:endParaRPr lang="en-US" altLang="zh-CN"/>
            </a:p>
          </p:txBody>
        </p:sp>
        <p:sp>
          <p:nvSpPr>
            <p:cNvPr id="120887" name="Line 55">
              <a:extLst>
                <a:ext uri="{FF2B5EF4-FFF2-40B4-BE49-F238E27FC236}">
                  <a16:creationId xmlns:a16="http://schemas.microsoft.com/office/drawing/2014/main" id="{B1CDF094-11AB-476A-1A0F-52388FFD3A81}"/>
                </a:ext>
              </a:extLst>
            </p:cNvPr>
            <p:cNvSpPr>
              <a:spLocks noChangeShapeType="1"/>
            </p:cNvSpPr>
            <p:nvPr/>
          </p:nvSpPr>
          <p:spPr bwMode="auto">
            <a:xfrm>
              <a:off x="6096000" y="3733800"/>
              <a:ext cx="0" cy="457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88" name="Line 56">
              <a:extLst>
                <a:ext uri="{FF2B5EF4-FFF2-40B4-BE49-F238E27FC236}">
                  <a16:creationId xmlns:a16="http://schemas.microsoft.com/office/drawing/2014/main" id="{FE0E71CF-6189-9D14-88F4-B66A17B7C597}"/>
                </a:ext>
              </a:extLst>
            </p:cNvPr>
            <p:cNvSpPr>
              <a:spLocks noChangeShapeType="1"/>
            </p:cNvSpPr>
            <p:nvPr/>
          </p:nvSpPr>
          <p:spPr bwMode="auto">
            <a:xfrm>
              <a:off x="6324600" y="3962400"/>
              <a:ext cx="762000" cy="0"/>
            </a:xfrm>
            <a:prstGeom prst="line">
              <a:avLst/>
            </a:prstGeom>
            <a:noFill/>
            <a:ln w="38100">
              <a:solidFill>
                <a:schemeClr val="tx1"/>
              </a:solidFill>
              <a:round/>
              <a:headEnd type="non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89" name="Rectangle 57" descr="羊皮纸">
              <a:extLst>
                <a:ext uri="{FF2B5EF4-FFF2-40B4-BE49-F238E27FC236}">
                  <a16:creationId xmlns:a16="http://schemas.microsoft.com/office/drawing/2014/main" id="{BBAB630E-27FA-123D-9658-1D36F1613743}"/>
                </a:ext>
              </a:extLst>
            </p:cNvPr>
            <p:cNvSpPr>
              <a:spLocks noChangeArrowheads="1"/>
            </p:cNvSpPr>
            <p:nvPr/>
          </p:nvSpPr>
          <p:spPr bwMode="auto">
            <a:xfrm>
              <a:off x="7162800" y="3733800"/>
              <a:ext cx="1219200" cy="457200"/>
            </a:xfrm>
            <a:prstGeom prst="rect">
              <a:avLst/>
            </a:prstGeom>
            <a:blipFill dpi="0" rotWithShape="0">
              <a:blip r:embed="rId3"/>
              <a:srcRect/>
              <a:tile tx="0" ty="0" sx="100000" sy="100000" flip="none" algn="tl"/>
            </a:blipFill>
            <a:ln w="38100">
              <a:solidFill>
                <a:schemeClr val="tx1"/>
              </a:solidFill>
              <a:miter lim="800000"/>
              <a:headEnd/>
              <a:tailEnd/>
            </a:ln>
            <a:effectLst>
              <a:outerShdw dist="35921"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r>
                <a:rPr lang="en-US" altLang="zh-CN" sz="2800" b="1">
                  <a:solidFill>
                    <a:srgbClr val="FF3300"/>
                  </a:solidFill>
                </a:rPr>
                <a:t>  5    0</a:t>
              </a:r>
              <a:endParaRPr lang="en-US" altLang="zh-CN"/>
            </a:p>
          </p:txBody>
        </p:sp>
        <p:sp>
          <p:nvSpPr>
            <p:cNvPr id="120890" name="Line 58">
              <a:extLst>
                <a:ext uri="{FF2B5EF4-FFF2-40B4-BE49-F238E27FC236}">
                  <a16:creationId xmlns:a16="http://schemas.microsoft.com/office/drawing/2014/main" id="{86C33391-C761-3FD2-0AF2-86B15E6EBB48}"/>
                </a:ext>
              </a:extLst>
            </p:cNvPr>
            <p:cNvSpPr>
              <a:spLocks noChangeShapeType="1"/>
            </p:cNvSpPr>
            <p:nvPr/>
          </p:nvSpPr>
          <p:spPr bwMode="auto">
            <a:xfrm>
              <a:off x="7848600" y="3733800"/>
              <a:ext cx="0" cy="457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 name="标题 2">
            <a:extLst>
              <a:ext uri="{FF2B5EF4-FFF2-40B4-BE49-F238E27FC236}">
                <a16:creationId xmlns:a16="http://schemas.microsoft.com/office/drawing/2014/main" id="{9CBA0937-642A-47DF-ACC4-EAC72762E781}"/>
              </a:ext>
            </a:extLst>
          </p:cNvPr>
          <p:cNvSpPr>
            <a:spLocks noGrp="1"/>
          </p:cNvSpPr>
          <p:nvPr>
            <p:ph type="title"/>
          </p:nvPr>
        </p:nvSpPr>
        <p:spPr>
          <a:xfrm>
            <a:off x="628650" y="365126"/>
            <a:ext cx="7886700" cy="709266"/>
          </a:xfrm>
        </p:spPr>
        <p:txBody>
          <a:bodyPr/>
          <a:lstStyle/>
          <a:p>
            <a:r>
              <a:rPr lang="en-US" altLang="zh-CN" dirty="0"/>
              <a:t>AOV</a:t>
            </a:r>
            <a:r>
              <a:rPr lang="zh-CN" altLang="en-US" dirty="0"/>
              <a:t>网络及其邻接表表示</a:t>
            </a:r>
          </a:p>
        </p:txBody>
      </p:sp>
      <p:sp>
        <p:nvSpPr>
          <p:cNvPr id="4" name="灯片编号占位符 3">
            <a:extLst>
              <a:ext uri="{FF2B5EF4-FFF2-40B4-BE49-F238E27FC236}">
                <a16:creationId xmlns:a16="http://schemas.microsoft.com/office/drawing/2014/main" id="{D30210F7-6E28-1186-F416-72BF7346D821}"/>
              </a:ext>
            </a:extLst>
          </p:cNvPr>
          <p:cNvSpPr>
            <a:spLocks noGrp="1"/>
          </p:cNvSpPr>
          <p:nvPr>
            <p:ph type="sldNum" sz="quarter" idx="12"/>
          </p:nvPr>
        </p:nvSpPr>
        <p:spPr/>
        <p:txBody>
          <a:bodyPr/>
          <a:lstStyle/>
          <a:p>
            <a:pPr>
              <a:defRPr/>
            </a:pPr>
            <a:fld id="{1FE7C295-45AB-455C-823A-4AF0463E4EF2}" type="slidenum">
              <a:rPr lang="en-US" altLang="zh-CN" smtClean="0"/>
              <a:pPr>
                <a:defRPr/>
              </a:pPr>
              <a:t>104</a:t>
            </a:fld>
            <a:endParaRPr lang="en-US" altLang="zh-CN"/>
          </a:p>
        </p:txBody>
      </p:sp>
    </p:spTree>
  </p:cSld>
  <p:clrMapOvr>
    <a:masterClrMapping/>
  </p:clrMapOvr>
  <p:transition>
    <p:zoom/>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648C6B8A-543F-41B9-82B0-3DE499B07C75}"/>
              </a:ext>
            </a:extLst>
          </p:cNvPr>
          <p:cNvSpPr>
            <a:spLocks noGrp="1"/>
          </p:cNvSpPr>
          <p:nvPr>
            <p:ph type="title"/>
          </p:nvPr>
        </p:nvSpPr>
        <p:spPr/>
        <p:txBody>
          <a:bodyPr/>
          <a:lstStyle/>
          <a:p>
            <a:r>
              <a:rPr lang="zh-CN" altLang="en-US" dirty="0"/>
              <a:t>拓扑排序算法思路</a:t>
            </a:r>
          </a:p>
        </p:txBody>
      </p:sp>
      <p:sp>
        <p:nvSpPr>
          <p:cNvPr id="233474" name="Rectangle 2">
            <a:extLst>
              <a:ext uri="{FF2B5EF4-FFF2-40B4-BE49-F238E27FC236}">
                <a16:creationId xmlns:a16="http://schemas.microsoft.com/office/drawing/2014/main" id="{226E5773-B757-C4FB-0727-BD15D9C43C62}"/>
              </a:ext>
            </a:extLst>
          </p:cNvPr>
          <p:cNvSpPr>
            <a:spLocks noGrp="1" noChangeArrowheads="1"/>
          </p:cNvSpPr>
          <p:nvPr>
            <p:ph type="body" idx="1"/>
          </p:nvPr>
        </p:nvSpPr>
        <p:spPr/>
        <p:txBody>
          <a:bodyPr>
            <a:normAutofit fontScale="85000" lnSpcReduction="20000"/>
          </a:bodyPr>
          <a:lstStyle/>
          <a:p>
            <a:pPr>
              <a:lnSpc>
                <a:spcPct val="100000"/>
              </a:lnSpc>
            </a:pPr>
            <a:r>
              <a:rPr lang="zh-CN" altLang="en-US" dirty="0"/>
              <a:t>用一个存放入度为零的顶点栈</a:t>
            </a:r>
            <a:r>
              <a:rPr lang="en-US" altLang="zh-CN" dirty="0"/>
              <a:t>S</a:t>
            </a:r>
            <a:r>
              <a:rPr lang="zh-CN" altLang="en-US" dirty="0"/>
              <a:t>，供选择和输出无前驱的顶点。</a:t>
            </a:r>
          </a:p>
          <a:p>
            <a:pPr>
              <a:lnSpc>
                <a:spcPct val="100000"/>
              </a:lnSpc>
            </a:pPr>
            <a:r>
              <a:rPr lang="zh-CN" altLang="en-US" dirty="0"/>
              <a:t>算法过程如下：</a:t>
            </a:r>
          </a:p>
          <a:p>
            <a:pPr lvl="1">
              <a:lnSpc>
                <a:spcPct val="100000"/>
              </a:lnSpc>
            </a:pPr>
            <a:r>
              <a:rPr lang="zh-CN" altLang="en-US" dirty="0"/>
              <a:t>建立入度为零的顶点栈；</a:t>
            </a:r>
            <a:endParaRPr lang="en-US" altLang="zh-CN" dirty="0"/>
          </a:p>
          <a:p>
            <a:pPr lvl="1">
              <a:lnSpc>
                <a:spcPct val="100000"/>
              </a:lnSpc>
            </a:pPr>
            <a:r>
              <a:rPr lang="zh-CN" altLang="en-US" dirty="0"/>
              <a:t>当入度为零的顶点栈不空时，重复执行 </a:t>
            </a:r>
          </a:p>
          <a:p>
            <a:pPr lvl="2">
              <a:lnSpc>
                <a:spcPct val="100000"/>
              </a:lnSpc>
            </a:pPr>
            <a:r>
              <a:rPr lang="zh-CN" altLang="en-US" dirty="0"/>
              <a:t>从顶点栈中退出一个顶点，并输出之；</a:t>
            </a:r>
            <a:endParaRPr lang="en-US" altLang="zh-CN" dirty="0"/>
          </a:p>
          <a:p>
            <a:pPr lvl="2">
              <a:lnSpc>
                <a:spcPct val="100000"/>
              </a:lnSpc>
            </a:pPr>
            <a:r>
              <a:rPr lang="zh-CN" altLang="en-US" dirty="0"/>
              <a:t>从</a:t>
            </a:r>
            <a:r>
              <a:rPr lang="en-US" altLang="zh-CN" dirty="0"/>
              <a:t>AOV</a:t>
            </a:r>
            <a:r>
              <a:rPr lang="zh-CN" altLang="en-US" dirty="0"/>
              <a:t>网络中删去这个顶点和它发出的边，边的终顶点入度减一；</a:t>
            </a:r>
            <a:endParaRPr lang="en-US" altLang="zh-CN" dirty="0"/>
          </a:p>
          <a:p>
            <a:pPr lvl="2">
              <a:lnSpc>
                <a:spcPct val="100000"/>
              </a:lnSpc>
            </a:pPr>
            <a:r>
              <a:rPr lang="zh-CN" altLang="en-US" dirty="0"/>
              <a:t>如果边的终顶点入度减至</a:t>
            </a:r>
            <a:r>
              <a:rPr lang="en-US" altLang="zh-CN" dirty="0"/>
              <a:t>0, </a:t>
            </a:r>
            <a:r>
              <a:rPr lang="zh-CN" altLang="en-US" dirty="0"/>
              <a:t>则该顶点进栈；</a:t>
            </a:r>
            <a:endParaRPr lang="en-US" altLang="zh-CN" dirty="0"/>
          </a:p>
          <a:p>
            <a:pPr lvl="1">
              <a:lnSpc>
                <a:spcPct val="100000"/>
              </a:lnSpc>
            </a:pPr>
            <a:r>
              <a:rPr lang="zh-CN" altLang="en-US" dirty="0"/>
              <a:t>如果输出顶点个数少于</a:t>
            </a:r>
            <a:r>
              <a:rPr lang="en-US" altLang="zh-CN" dirty="0"/>
              <a:t>AOV</a:t>
            </a:r>
            <a:r>
              <a:rPr lang="zh-CN" altLang="en-US" dirty="0"/>
              <a:t>网络的顶点个数，则报告网络中存在有向环。</a:t>
            </a:r>
          </a:p>
        </p:txBody>
      </p:sp>
      <p:sp>
        <p:nvSpPr>
          <p:cNvPr id="2" name="灯片编号占位符 1">
            <a:extLst>
              <a:ext uri="{FF2B5EF4-FFF2-40B4-BE49-F238E27FC236}">
                <a16:creationId xmlns:a16="http://schemas.microsoft.com/office/drawing/2014/main" id="{69D6358C-09D8-8E6A-D8A2-B86F7F9CA30C}"/>
              </a:ext>
            </a:extLst>
          </p:cNvPr>
          <p:cNvSpPr>
            <a:spLocks noGrp="1"/>
          </p:cNvSpPr>
          <p:nvPr>
            <p:ph type="sldNum" sz="quarter" idx="12"/>
          </p:nvPr>
        </p:nvSpPr>
        <p:spPr/>
        <p:txBody>
          <a:bodyPr/>
          <a:lstStyle/>
          <a:p>
            <a:pPr>
              <a:defRPr/>
            </a:pPr>
            <a:fld id="{2E0F9FB0-350A-4A87-9CD5-1F022F266B97}" type="slidenum">
              <a:rPr lang="en-US" altLang="zh-CN" smtClean="0"/>
              <a:pPr>
                <a:defRPr/>
              </a:pPr>
              <a:t>105</a:t>
            </a:fld>
            <a:endParaRPr lang="en-US" altLang="zh-CN"/>
          </a:p>
        </p:txBody>
      </p:sp>
    </p:spTree>
  </p:cSld>
  <p:clrMapOvr>
    <a:masterClrMapping/>
  </p:clrMapOvr>
  <p:transition>
    <p:zoom/>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36A2934-092F-4063-84EF-D161775BAD04}"/>
              </a:ext>
            </a:extLst>
          </p:cNvPr>
          <p:cNvSpPr>
            <a:spLocks noGrp="1"/>
          </p:cNvSpPr>
          <p:nvPr>
            <p:ph type="title"/>
          </p:nvPr>
        </p:nvSpPr>
        <p:spPr/>
        <p:txBody>
          <a:bodyPr/>
          <a:lstStyle/>
          <a:p>
            <a:r>
              <a:rPr lang="zh-CN" altLang="en-US" dirty="0"/>
              <a:t>入度为零的顶点栈</a:t>
            </a:r>
          </a:p>
        </p:txBody>
      </p:sp>
      <p:sp>
        <p:nvSpPr>
          <p:cNvPr id="234498" name="Rectangle 2">
            <a:extLst>
              <a:ext uri="{FF2B5EF4-FFF2-40B4-BE49-F238E27FC236}">
                <a16:creationId xmlns:a16="http://schemas.microsoft.com/office/drawing/2014/main" id="{958952FB-E6BF-87D9-0D2F-A281E4959E1C}"/>
              </a:ext>
            </a:extLst>
          </p:cNvPr>
          <p:cNvSpPr>
            <a:spLocks noGrp="1" noChangeArrowheads="1"/>
          </p:cNvSpPr>
          <p:nvPr>
            <p:ph type="body" idx="1"/>
          </p:nvPr>
        </p:nvSpPr>
        <p:spPr/>
        <p:txBody>
          <a:bodyPr>
            <a:normAutofit fontScale="55000" lnSpcReduction="20000"/>
          </a:bodyPr>
          <a:lstStyle/>
          <a:p>
            <a:pPr>
              <a:lnSpc>
                <a:spcPct val="120000"/>
              </a:lnSpc>
            </a:pPr>
            <a:r>
              <a:rPr lang="zh-CN" altLang="en-US" dirty="0"/>
              <a:t>增设一个数组</a:t>
            </a:r>
            <a:r>
              <a:rPr lang="en-US" altLang="zh-CN" dirty="0"/>
              <a:t>count[ ]</a:t>
            </a:r>
            <a:r>
              <a:rPr lang="zh-CN" altLang="en-US" dirty="0"/>
              <a:t>，记录各顶点入度。入度为零的顶点即无前驱顶点。</a:t>
            </a:r>
          </a:p>
          <a:p>
            <a:pPr>
              <a:lnSpc>
                <a:spcPct val="120000"/>
              </a:lnSpc>
            </a:pPr>
            <a:r>
              <a:rPr lang="zh-CN" altLang="en-US" dirty="0"/>
              <a:t>为了建立入度为零的顶点栈</a:t>
            </a:r>
            <a:r>
              <a:rPr lang="en-US" altLang="zh-CN" dirty="0"/>
              <a:t>,</a:t>
            </a:r>
            <a:r>
              <a:rPr lang="zh-CN" altLang="en-US" dirty="0"/>
              <a:t>可以不另外分配存储空间</a:t>
            </a:r>
            <a:r>
              <a:rPr lang="en-US" altLang="zh-CN" dirty="0"/>
              <a:t>, </a:t>
            </a:r>
            <a:r>
              <a:rPr lang="zh-CN" altLang="en-US" dirty="0"/>
              <a:t>直接利用入度为零的顶点的</a:t>
            </a:r>
            <a:r>
              <a:rPr lang="en-US" altLang="zh-CN" dirty="0"/>
              <a:t>count[ ]</a:t>
            </a:r>
            <a:r>
              <a:rPr lang="zh-CN" altLang="en-US" dirty="0"/>
              <a:t>数组元素。设立一个栈顶指针</a:t>
            </a:r>
            <a:r>
              <a:rPr lang="en-US" altLang="zh-CN" dirty="0"/>
              <a:t>top, </a:t>
            </a:r>
            <a:r>
              <a:rPr lang="zh-CN" altLang="en-US" dirty="0"/>
              <a:t>指示当前栈顶位置，即某一个入度为零的顶点。栈初始化时置</a:t>
            </a:r>
            <a:r>
              <a:rPr lang="en-US" altLang="zh-CN" dirty="0"/>
              <a:t>top = -1</a:t>
            </a:r>
            <a:r>
              <a:rPr lang="zh-CN" altLang="en-US" dirty="0"/>
              <a:t>。</a:t>
            </a:r>
          </a:p>
          <a:p>
            <a:pPr>
              <a:lnSpc>
                <a:spcPct val="120000"/>
              </a:lnSpc>
            </a:pPr>
            <a:r>
              <a:rPr lang="zh-CN" altLang="en-US" dirty="0"/>
              <a:t>将顶点</a:t>
            </a:r>
            <a:r>
              <a:rPr lang="en-US" altLang="zh-CN" dirty="0" err="1"/>
              <a:t>i</a:t>
            </a:r>
            <a:r>
              <a:rPr lang="en-US" altLang="zh-CN" dirty="0"/>
              <a:t> </a:t>
            </a:r>
            <a:r>
              <a:rPr lang="zh-CN" altLang="en-US" dirty="0"/>
              <a:t>进栈时执行以下指针的修改：</a:t>
            </a:r>
          </a:p>
          <a:p>
            <a:pPr lvl="1">
              <a:lnSpc>
                <a:spcPct val="120000"/>
              </a:lnSpc>
            </a:pPr>
            <a:r>
              <a:rPr lang="zh-CN" altLang="en-US" dirty="0"/>
              <a:t>  </a:t>
            </a:r>
            <a:r>
              <a:rPr lang="en-US" altLang="zh-CN" dirty="0"/>
              <a:t>count[</a:t>
            </a:r>
            <a:r>
              <a:rPr lang="en-US" altLang="zh-CN" dirty="0" err="1"/>
              <a:t>i</a:t>
            </a:r>
            <a:r>
              <a:rPr lang="en-US" altLang="zh-CN" dirty="0"/>
              <a:t>] = top;  top = </a:t>
            </a:r>
            <a:r>
              <a:rPr lang="en-US" altLang="zh-CN" dirty="0" err="1"/>
              <a:t>i</a:t>
            </a:r>
            <a:r>
              <a:rPr lang="en-US" altLang="zh-CN" dirty="0"/>
              <a:t> ;</a:t>
            </a:r>
          </a:p>
          <a:p>
            <a:pPr lvl="1">
              <a:lnSpc>
                <a:spcPct val="120000"/>
              </a:lnSpc>
            </a:pPr>
            <a:r>
              <a:rPr lang="en-US" altLang="zh-CN" dirty="0"/>
              <a:t>  // top</a:t>
            </a:r>
            <a:r>
              <a:rPr lang="zh-CN" altLang="en-US" dirty="0"/>
              <a:t>指向新栈顶</a:t>
            </a:r>
            <a:r>
              <a:rPr lang="en-US" altLang="zh-CN" dirty="0" err="1"/>
              <a:t>i</a:t>
            </a:r>
            <a:r>
              <a:rPr lang="en-US" altLang="zh-CN" dirty="0"/>
              <a:t>, </a:t>
            </a:r>
            <a:r>
              <a:rPr lang="zh-CN" altLang="en-US" dirty="0"/>
              <a:t>原栈顶元素在</a:t>
            </a:r>
            <a:r>
              <a:rPr lang="en-US" altLang="zh-CN" dirty="0"/>
              <a:t>count[</a:t>
            </a:r>
            <a:r>
              <a:rPr lang="en-US" altLang="zh-CN" dirty="0" err="1"/>
              <a:t>i</a:t>
            </a:r>
            <a:r>
              <a:rPr lang="en-US" altLang="zh-CN" dirty="0"/>
              <a:t>]</a:t>
            </a:r>
            <a:r>
              <a:rPr lang="zh-CN" altLang="en-US" dirty="0"/>
              <a:t>中</a:t>
            </a:r>
          </a:p>
          <a:p>
            <a:pPr>
              <a:lnSpc>
                <a:spcPct val="120000"/>
              </a:lnSpc>
            </a:pPr>
            <a:r>
              <a:rPr lang="zh-CN" altLang="en-US" dirty="0"/>
              <a:t>退栈操作可以写成：</a:t>
            </a:r>
          </a:p>
          <a:p>
            <a:pPr lvl="1">
              <a:lnSpc>
                <a:spcPct val="120000"/>
              </a:lnSpc>
            </a:pPr>
            <a:r>
              <a:rPr lang="zh-CN" altLang="en-US" dirty="0"/>
              <a:t>  </a:t>
            </a:r>
            <a:r>
              <a:rPr lang="en-US" altLang="zh-CN" dirty="0"/>
              <a:t>j = top;  top = count[top];			</a:t>
            </a:r>
          </a:p>
          <a:p>
            <a:pPr lvl="1">
              <a:lnSpc>
                <a:spcPct val="120000"/>
              </a:lnSpc>
            </a:pPr>
            <a:r>
              <a:rPr lang="en-US" altLang="zh-CN" dirty="0"/>
              <a:t> //</a:t>
            </a:r>
            <a:r>
              <a:rPr lang="zh-CN" altLang="en-US" dirty="0"/>
              <a:t>位于栈顶的顶点记于 </a:t>
            </a:r>
            <a:r>
              <a:rPr lang="en-US" altLang="zh-CN" dirty="0"/>
              <a:t>j, top</a:t>
            </a:r>
            <a:r>
              <a:rPr lang="zh-CN" altLang="en-US" dirty="0"/>
              <a:t>退到次栈顶</a:t>
            </a:r>
          </a:p>
        </p:txBody>
      </p:sp>
      <p:sp>
        <p:nvSpPr>
          <p:cNvPr id="2" name="灯片编号占位符 1">
            <a:extLst>
              <a:ext uri="{FF2B5EF4-FFF2-40B4-BE49-F238E27FC236}">
                <a16:creationId xmlns:a16="http://schemas.microsoft.com/office/drawing/2014/main" id="{72E0E54D-34C2-A853-5A21-3F4AF5F077C5}"/>
              </a:ext>
            </a:extLst>
          </p:cNvPr>
          <p:cNvSpPr>
            <a:spLocks noGrp="1"/>
          </p:cNvSpPr>
          <p:nvPr>
            <p:ph type="sldNum" sz="quarter" idx="12"/>
          </p:nvPr>
        </p:nvSpPr>
        <p:spPr/>
        <p:txBody>
          <a:bodyPr/>
          <a:lstStyle/>
          <a:p>
            <a:pPr>
              <a:defRPr/>
            </a:pPr>
            <a:fld id="{2E0F9FB0-350A-4A87-9CD5-1F022F266B97}" type="slidenum">
              <a:rPr lang="en-US" altLang="zh-CN" smtClean="0"/>
              <a:pPr>
                <a:defRPr/>
              </a:pPr>
              <a:t>106</a:t>
            </a:fld>
            <a:endParaRPr lang="en-US" altLang="zh-CN"/>
          </a:p>
        </p:txBody>
      </p:sp>
    </p:spTree>
  </p:cSld>
  <p:clrMapOvr>
    <a:masterClrMapping/>
  </p:clrMapOvr>
  <p:transition>
    <p:zoom/>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Line 17">
            <a:extLst>
              <a:ext uri="{FF2B5EF4-FFF2-40B4-BE49-F238E27FC236}">
                <a16:creationId xmlns:a16="http://schemas.microsoft.com/office/drawing/2014/main" id="{34B1FC68-E30C-9928-B3F9-77A75EB73AA7}"/>
              </a:ext>
            </a:extLst>
          </p:cNvPr>
          <p:cNvSpPr>
            <a:spLocks noChangeShapeType="1"/>
          </p:cNvSpPr>
          <p:nvPr/>
        </p:nvSpPr>
        <p:spPr bwMode="auto">
          <a:xfrm>
            <a:off x="2286000" y="2286000"/>
            <a:ext cx="990600" cy="0"/>
          </a:xfrm>
          <a:prstGeom prst="line">
            <a:avLst/>
          </a:prstGeom>
          <a:noFill/>
          <a:ln w="38100">
            <a:solidFill>
              <a:srgbClr val="FF3300"/>
            </a:solidFill>
            <a:round/>
            <a:headEnd type="non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07" name="Line 20">
            <a:extLst>
              <a:ext uri="{FF2B5EF4-FFF2-40B4-BE49-F238E27FC236}">
                <a16:creationId xmlns:a16="http://schemas.microsoft.com/office/drawing/2014/main" id="{FC703FA1-C0AC-C68C-16F1-8A1FB2511636}"/>
              </a:ext>
            </a:extLst>
          </p:cNvPr>
          <p:cNvSpPr>
            <a:spLocks noChangeShapeType="1"/>
          </p:cNvSpPr>
          <p:nvPr/>
        </p:nvSpPr>
        <p:spPr bwMode="auto">
          <a:xfrm flipH="1" flipV="1">
            <a:off x="2209800" y="914400"/>
            <a:ext cx="1143000" cy="1143000"/>
          </a:xfrm>
          <a:prstGeom prst="line">
            <a:avLst/>
          </a:prstGeom>
          <a:noFill/>
          <a:ln w="38100">
            <a:solidFill>
              <a:srgbClr val="FF3300"/>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08" name="Line 11">
            <a:extLst>
              <a:ext uri="{FF2B5EF4-FFF2-40B4-BE49-F238E27FC236}">
                <a16:creationId xmlns:a16="http://schemas.microsoft.com/office/drawing/2014/main" id="{A3B4A87E-7509-5CA5-71E4-B4E127A5B6A1}"/>
              </a:ext>
            </a:extLst>
          </p:cNvPr>
          <p:cNvSpPr>
            <a:spLocks noChangeShapeType="1"/>
          </p:cNvSpPr>
          <p:nvPr/>
        </p:nvSpPr>
        <p:spPr bwMode="auto">
          <a:xfrm>
            <a:off x="2362200" y="762000"/>
            <a:ext cx="990600" cy="0"/>
          </a:xfrm>
          <a:prstGeom prst="line">
            <a:avLst/>
          </a:prstGeom>
          <a:noFill/>
          <a:ln w="38100">
            <a:solidFill>
              <a:srgbClr val="FF3300"/>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09" name="Line 16">
            <a:extLst>
              <a:ext uri="{FF2B5EF4-FFF2-40B4-BE49-F238E27FC236}">
                <a16:creationId xmlns:a16="http://schemas.microsoft.com/office/drawing/2014/main" id="{A239C119-A3DC-B440-D17E-F8DD794C2B88}"/>
              </a:ext>
            </a:extLst>
          </p:cNvPr>
          <p:cNvSpPr>
            <a:spLocks noChangeShapeType="1"/>
          </p:cNvSpPr>
          <p:nvPr/>
        </p:nvSpPr>
        <p:spPr bwMode="auto">
          <a:xfrm flipH="1" flipV="1">
            <a:off x="914400" y="990600"/>
            <a:ext cx="990600" cy="1066800"/>
          </a:xfrm>
          <a:prstGeom prst="line">
            <a:avLst/>
          </a:prstGeom>
          <a:noFill/>
          <a:ln w="38100">
            <a:solidFill>
              <a:srgbClr val="FF3300"/>
            </a:solidFill>
            <a:round/>
            <a:headEnd type="non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26" name="Text Box 6" descr="粉色砂纸">
            <a:extLst>
              <a:ext uri="{FF2B5EF4-FFF2-40B4-BE49-F238E27FC236}">
                <a16:creationId xmlns:a16="http://schemas.microsoft.com/office/drawing/2014/main" id="{BE4093D4-6DA4-0DF1-D239-502FC32C53FF}"/>
              </a:ext>
            </a:extLst>
          </p:cNvPr>
          <p:cNvSpPr txBox="1">
            <a:spLocks noChangeArrowheads="1"/>
          </p:cNvSpPr>
          <p:nvPr/>
        </p:nvSpPr>
        <p:spPr bwMode="auto">
          <a:xfrm>
            <a:off x="4572000" y="609600"/>
            <a:ext cx="3200400" cy="1554163"/>
          </a:xfrm>
          <a:prstGeom prst="rect">
            <a:avLst/>
          </a:prstGeom>
          <a:blipFill dpi="0" rotWithShape="0">
            <a:blip r:embed="rId2"/>
            <a:srcRect/>
            <a:tile tx="0" ty="0" sx="100000" sy="100000" flip="none" algn="tl"/>
          </a:blipFill>
          <a:ln w="9525">
            <a:noFill/>
            <a:miter lim="800000"/>
            <a:headEnd/>
            <a:tailEnd/>
          </a:ln>
          <a:effectLst>
            <a:outerShdw dist="107763" dir="2700000" algn="ctr" rotWithShape="0">
              <a:srgbClr val="808080"/>
            </a:outerShdw>
          </a:effectLst>
        </p:spPr>
        <p:txBody>
          <a:bodyPr>
            <a:spAutoFit/>
          </a:bodyPr>
          <a:lstStyle/>
          <a:p>
            <a:pPr>
              <a:defRPr/>
            </a:pPr>
            <a:r>
              <a:rPr lang="zh-CN" altLang="en-US" sz="3200" b="1">
                <a:solidFill>
                  <a:srgbClr val="3333CC"/>
                </a:solidFill>
                <a:effectLst>
                  <a:outerShdw blurRad="38100" dist="38100" dir="2700000" algn="tl">
                    <a:srgbClr val="000000"/>
                  </a:outerShdw>
                </a:effectLst>
                <a:ea typeface="仿宋_GB2312" pitchFamily="49" charset="-122"/>
              </a:rPr>
              <a:t>拓扑排序时入度为零的顶点栈在</a:t>
            </a:r>
            <a:r>
              <a:rPr lang="en-US" altLang="zh-CN" sz="3200" b="1">
                <a:solidFill>
                  <a:schemeClr val="tx2"/>
                </a:solidFill>
                <a:effectLst>
                  <a:outerShdw blurRad="38100" dist="38100" dir="2700000" algn="tl">
                    <a:srgbClr val="000000"/>
                  </a:outerShdw>
                </a:effectLst>
                <a:ea typeface="仿宋_GB2312" pitchFamily="49" charset="-122"/>
              </a:rPr>
              <a:t>count[]</a:t>
            </a:r>
            <a:r>
              <a:rPr lang="zh-CN" altLang="en-US" sz="3200" b="1">
                <a:solidFill>
                  <a:srgbClr val="3333CC"/>
                </a:solidFill>
                <a:effectLst>
                  <a:outerShdw blurRad="38100" dist="38100" dir="2700000" algn="tl">
                    <a:srgbClr val="000000"/>
                  </a:outerShdw>
                </a:effectLst>
                <a:ea typeface="仿宋_GB2312" pitchFamily="49" charset="-122"/>
              </a:rPr>
              <a:t>中的变化</a:t>
            </a:r>
            <a:endParaRPr lang="zh-CN" altLang="en-US" sz="3200" b="1">
              <a:effectLst>
                <a:outerShdw blurRad="38100" dist="38100" dir="2700000" algn="tl">
                  <a:srgbClr val="FFFFFF"/>
                </a:outerShdw>
              </a:effectLst>
            </a:endParaRPr>
          </a:p>
        </p:txBody>
      </p:sp>
      <p:sp>
        <p:nvSpPr>
          <p:cNvPr id="123911" name="Oval 7">
            <a:extLst>
              <a:ext uri="{FF2B5EF4-FFF2-40B4-BE49-F238E27FC236}">
                <a16:creationId xmlns:a16="http://schemas.microsoft.com/office/drawing/2014/main" id="{6E30AB9E-6E5C-1BFF-CF11-488712F7F5E5}"/>
              </a:ext>
            </a:extLst>
          </p:cNvPr>
          <p:cNvSpPr>
            <a:spLocks noChangeArrowheads="1"/>
          </p:cNvSpPr>
          <p:nvPr/>
        </p:nvSpPr>
        <p:spPr bwMode="auto">
          <a:xfrm>
            <a:off x="457200" y="533400"/>
            <a:ext cx="533400" cy="533400"/>
          </a:xfrm>
          <a:prstGeom prst="ellipse">
            <a:avLst/>
          </a:prstGeom>
          <a:solidFill>
            <a:srgbClr val="FFFF00"/>
          </a:solidFill>
          <a:ln w="38100">
            <a:solidFill>
              <a:srgbClr val="FF3300"/>
            </a:solidFill>
            <a:round/>
            <a:headEnd/>
            <a:tailEnd/>
          </a:ln>
          <a:effectLst>
            <a:outerShdw dist="35921"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b="1"/>
              <a:t>C0</a:t>
            </a:r>
            <a:endParaRPr lang="en-US" altLang="zh-CN"/>
          </a:p>
        </p:txBody>
      </p:sp>
      <p:sp>
        <p:nvSpPr>
          <p:cNvPr id="123912" name="Oval 8">
            <a:extLst>
              <a:ext uri="{FF2B5EF4-FFF2-40B4-BE49-F238E27FC236}">
                <a16:creationId xmlns:a16="http://schemas.microsoft.com/office/drawing/2014/main" id="{56669448-959C-2DD8-690C-BEE01535EB8C}"/>
              </a:ext>
            </a:extLst>
          </p:cNvPr>
          <p:cNvSpPr>
            <a:spLocks noChangeArrowheads="1"/>
          </p:cNvSpPr>
          <p:nvPr/>
        </p:nvSpPr>
        <p:spPr bwMode="auto">
          <a:xfrm>
            <a:off x="1828800" y="533400"/>
            <a:ext cx="533400" cy="533400"/>
          </a:xfrm>
          <a:prstGeom prst="ellipse">
            <a:avLst/>
          </a:prstGeom>
          <a:solidFill>
            <a:srgbClr val="FFFF00"/>
          </a:solidFill>
          <a:ln w="38100">
            <a:solidFill>
              <a:srgbClr val="FF3300"/>
            </a:solidFill>
            <a:round/>
            <a:headEnd/>
            <a:tailEnd/>
          </a:ln>
          <a:effectLst>
            <a:outerShdw dist="35921"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b="1"/>
              <a:t>C1</a:t>
            </a:r>
            <a:endParaRPr lang="en-US" altLang="zh-CN"/>
          </a:p>
        </p:txBody>
      </p:sp>
      <p:sp>
        <p:nvSpPr>
          <p:cNvPr id="123913" name="Oval 9">
            <a:extLst>
              <a:ext uri="{FF2B5EF4-FFF2-40B4-BE49-F238E27FC236}">
                <a16:creationId xmlns:a16="http://schemas.microsoft.com/office/drawing/2014/main" id="{C35E304F-88A8-C37E-3972-C79BFC7BF15A}"/>
              </a:ext>
            </a:extLst>
          </p:cNvPr>
          <p:cNvSpPr>
            <a:spLocks noChangeArrowheads="1"/>
          </p:cNvSpPr>
          <p:nvPr/>
        </p:nvSpPr>
        <p:spPr bwMode="auto">
          <a:xfrm>
            <a:off x="3276600" y="533400"/>
            <a:ext cx="533400" cy="533400"/>
          </a:xfrm>
          <a:prstGeom prst="ellipse">
            <a:avLst/>
          </a:prstGeom>
          <a:solidFill>
            <a:srgbClr val="FFFF00"/>
          </a:solidFill>
          <a:ln w="38100">
            <a:solidFill>
              <a:srgbClr val="FF3300"/>
            </a:solidFill>
            <a:round/>
            <a:headEnd/>
            <a:tailEnd/>
          </a:ln>
          <a:effectLst>
            <a:outerShdw dist="35921"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b="1"/>
              <a:t>C2</a:t>
            </a:r>
            <a:endParaRPr lang="en-US" altLang="zh-CN"/>
          </a:p>
        </p:txBody>
      </p:sp>
      <p:sp>
        <p:nvSpPr>
          <p:cNvPr id="123914" name="Line 10">
            <a:extLst>
              <a:ext uri="{FF2B5EF4-FFF2-40B4-BE49-F238E27FC236}">
                <a16:creationId xmlns:a16="http://schemas.microsoft.com/office/drawing/2014/main" id="{2D900DD6-0596-7EF9-B5F1-EA566C2C0321}"/>
              </a:ext>
            </a:extLst>
          </p:cNvPr>
          <p:cNvSpPr>
            <a:spLocks noChangeShapeType="1"/>
          </p:cNvSpPr>
          <p:nvPr/>
        </p:nvSpPr>
        <p:spPr bwMode="auto">
          <a:xfrm>
            <a:off x="990600" y="762000"/>
            <a:ext cx="838200" cy="0"/>
          </a:xfrm>
          <a:prstGeom prst="line">
            <a:avLst/>
          </a:prstGeom>
          <a:noFill/>
          <a:ln w="38100">
            <a:solidFill>
              <a:srgbClr val="FF3300"/>
            </a:solidFill>
            <a:round/>
            <a:headEnd type="non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15" name="Oval 12">
            <a:extLst>
              <a:ext uri="{FF2B5EF4-FFF2-40B4-BE49-F238E27FC236}">
                <a16:creationId xmlns:a16="http://schemas.microsoft.com/office/drawing/2014/main" id="{CF2E2EBB-5545-7D6C-0105-94BEDD5E0708}"/>
              </a:ext>
            </a:extLst>
          </p:cNvPr>
          <p:cNvSpPr>
            <a:spLocks noChangeArrowheads="1"/>
          </p:cNvSpPr>
          <p:nvPr/>
        </p:nvSpPr>
        <p:spPr bwMode="auto">
          <a:xfrm>
            <a:off x="457200" y="1981200"/>
            <a:ext cx="533400" cy="533400"/>
          </a:xfrm>
          <a:prstGeom prst="ellipse">
            <a:avLst/>
          </a:prstGeom>
          <a:solidFill>
            <a:srgbClr val="FFFF00"/>
          </a:solidFill>
          <a:ln w="38100">
            <a:solidFill>
              <a:srgbClr val="FF3300"/>
            </a:solidFill>
            <a:round/>
            <a:headEnd/>
            <a:tailEnd/>
          </a:ln>
          <a:effectLst>
            <a:outerShdw dist="35921"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b="1"/>
              <a:t>C3</a:t>
            </a:r>
            <a:endParaRPr lang="en-US" altLang="zh-CN"/>
          </a:p>
        </p:txBody>
      </p:sp>
      <p:sp>
        <p:nvSpPr>
          <p:cNvPr id="123916" name="Line 13">
            <a:extLst>
              <a:ext uri="{FF2B5EF4-FFF2-40B4-BE49-F238E27FC236}">
                <a16:creationId xmlns:a16="http://schemas.microsoft.com/office/drawing/2014/main" id="{B048BB0E-5EE4-5EEC-E6AB-B1F836F50D56}"/>
              </a:ext>
            </a:extLst>
          </p:cNvPr>
          <p:cNvSpPr>
            <a:spLocks noChangeShapeType="1"/>
          </p:cNvSpPr>
          <p:nvPr/>
        </p:nvSpPr>
        <p:spPr bwMode="auto">
          <a:xfrm>
            <a:off x="685800" y="1066800"/>
            <a:ext cx="0" cy="914400"/>
          </a:xfrm>
          <a:prstGeom prst="line">
            <a:avLst/>
          </a:prstGeom>
          <a:noFill/>
          <a:ln w="38100">
            <a:solidFill>
              <a:srgbClr val="FF3300"/>
            </a:solidFill>
            <a:round/>
            <a:headEnd type="non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17" name="Oval 14">
            <a:extLst>
              <a:ext uri="{FF2B5EF4-FFF2-40B4-BE49-F238E27FC236}">
                <a16:creationId xmlns:a16="http://schemas.microsoft.com/office/drawing/2014/main" id="{0349D688-31C5-4A59-A9D3-F52937753657}"/>
              </a:ext>
            </a:extLst>
          </p:cNvPr>
          <p:cNvSpPr>
            <a:spLocks noChangeArrowheads="1"/>
          </p:cNvSpPr>
          <p:nvPr/>
        </p:nvSpPr>
        <p:spPr bwMode="auto">
          <a:xfrm>
            <a:off x="1828800" y="1981200"/>
            <a:ext cx="533400" cy="533400"/>
          </a:xfrm>
          <a:prstGeom prst="ellipse">
            <a:avLst/>
          </a:prstGeom>
          <a:solidFill>
            <a:srgbClr val="FFFF00"/>
          </a:solidFill>
          <a:ln w="38100">
            <a:solidFill>
              <a:srgbClr val="FF3300"/>
            </a:solidFill>
            <a:round/>
            <a:headEnd/>
            <a:tailEnd/>
          </a:ln>
          <a:effectLst>
            <a:outerShdw dist="35921"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b="1"/>
              <a:t>C4</a:t>
            </a:r>
            <a:endParaRPr lang="en-US" altLang="zh-CN"/>
          </a:p>
        </p:txBody>
      </p:sp>
      <p:sp>
        <p:nvSpPr>
          <p:cNvPr id="123918" name="Line 15">
            <a:extLst>
              <a:ext uri="{FF2B5EF4-FFF2-40B4-BE49-F238E27FC236}">
                <a16:creationId xmlns:a16="http://schemas.microsoft.com/office/drawing/2014/main" id="{31C69C2A-037B-7B46-2827-97E5B6FD7998}"/>
              </a:ext>
            </a:extLst>
          </p:cNvPr>
          <p:cNvSpPr>
            <a:spLocks noChangeShapeType="1"/>
          </p:cNvSpPr>
          <p:nvPr/>
        </p:nvSpPr>
        <p:spPr bwMode="auto">
          <a:xfrm>
            <a:off x="2133600" y="1066800"/>
            <a:ext cx="0" cy="914400"/>
          </a:xfrm>
          <a:prstGeom prst="line">
            <a:avLst/>
          </a:prstGeom>
          <a:noFill/>
          <a:ln w="38100">
            <a:solidFill>
              <a:srgbClr val="FF3300"/>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19" name="Oval 18">
            <a:extLst>
              <a:ext uri="{FF2B5EF4-FFF2-40B4-BE49-F238E27FC236}">
                <a16:creationId xmlns:a16="http://schemas.microsoft.com/office/drawing/2014/main" id="{FEA2BC8C-23A4-361C-EB4C-90CBECED1CC0}"/>
              </a:ext>
            </a:extLst>
          </p:cNvPr>
          <p:cNvSpPr>
            <a:spLocks noChangeArrowheads="1"/>
          </p:cNvSpPr>
          <p:nvPr/>
        </p:nvSpPr>
        <p:spPr bwMode="auto">
          <a:xfrm>
            <a:off x="3276600" y="1981200"/>
            <a:ext cx="533400" cy="533400"/>
          </a:xfrm>
          <a:prstGeom prst="ellipse">
            <a:avLst/>
          </a:prstGeom>
          <a:solidFill>
            <a:srgbClr val="FFFF00"/>
          </a:solidFill>
          <a:ln w="38100">
            <a:solidFill>
              <a:srgbClr val="FF3300"/>
            </a:solidFill>
            <a:round/>
            <a:headEnd/>
            <a:tailEnd/>
          </a:ln>
          <a:effectLst>
            <a:outerShdw dist="35921"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b="1"/>
              <a:t>C5</a:t>
            </a:r>
            <a:endParaRPr lang="en-US" altLang="zh-CN"/>
          </a:p>
        </p:txBody>
      </p:sp>
      <p:sp>
        <p:nvSpPr>
          <p:cNvPr id="123920" name="Line 19">
            <a:extLst>
              <a:ext uri="{FF2B5EF4-FFF2-40B4-BE49-F238E27FC236}">
                <a16:creationId xmlns:a16="http://schemas.microsoft.com/office/drawing/2014/main" id="{ED8AE0D3-4BAC-631E-A71E-D318EEE1EBC0}"/>
              </a:ext>
            </a:extLst>
          </p:cNvPr>
          <p:cNvSpPr>
            <a:spLocks noChangeShapeType="1"/>
          </p:cNvSpPr>
          <p:nvPr/>
        </p:nvSpPr>
        <p:spPr bwMode="auto">
          <a:xfrm>
            <a:off x="3581400" y="1066800"/>
            <a:ext cx="0" cy="914400"/>
          </a:xfrm>
          <a:prstGeom prst="line">
            <a:avLst/>
          </a:prstGeom>
          <a:noFill/>
          <a:ln w="38100">
            <a:solidFill>
              <a:srgbClr val="FF3300"/>
            </a:solidFill>
            <a:round/>
            <a:headEnd type="non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21" name="Rectangle 21" descr="白色大理石">
            <a:extLst>
              <a:ext uri="{FF2B5EF4-FFF2-40B4-BE49-F238E27FC236}">
                <a16:creationId xmlns:a16="http://schemas.microsoft.com/office/drawing/2014/main" id="{007E7B54-371C-DDA5-41F9-AFB7227BEE2E}"/>
              </a:ext>
            </a:extLst>
          </p:cNvPr>
          <p:cNvSpPr>
            <a:spLocks noChangeArrowheads="1"/>
          </p:cNvSpPr>
          <p:nvPr/>
        </p:nvSpPr>
        <p:spPr bwMode="auto">
          <a:xfrm>
            <a:off x="1447800" y="3089275"/>
            <a:ext cx="533400" cy="3200400"/>
          </a:xfrm>
          <a:prstGeom prst="rect">
            <a:avLst/>
          </a:prstGeom>
          <a:blipFill dpi="0" rotWithShape="0">
            <a:blip r:embed="rId3"/>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123922" name="Text Box 22">
            <a:extLst>
              <a:ext uri="{FF2B5EF4-FFF2-40B4-BE49-F238E27FC236}">
                <a16:creationId xmlns:a16="http://schemas.microsoft.com/office/drawing/2014/main" id="{C92DFC7F-0916-D694-B4A3-84D12F171D02}"/>
              </a:ext>
            </a:extLst>
          </p:cNvPr>
          <p:cNvSpPr txBox="1">
            <a:spLocks noChangeArrowheads="1"/>
          </p:cNvSpPr>
          <p:nvPr/>
        </p:nvSpPr>
        <p:spPr bwMode="auto">
          <a:xfrm>
            <a:off x="1517650" y="3013075"/>
            <a:ext cx="387350" cy="331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1</a:t>
            </a:r>
          </a:p>
          <a:p>
            <a:pPr eaLnBrk="1" hangingPunct="1">
              <a:lnSpc>
                <a:spcPct val="11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3</a:t>
            </a:r>
          </a:p>
          <a:p>
            <a:pPr eaLnBrk="1" hangingPunct="1">
              <a:lnSpc>
                <a:spcPct val="11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0</a:t>
            </a:r>
          </a:p>
          <a:p>
            <a:pPr eaLnBrk="1" hangingPunct="1">
              <a:lnSpc>
                <a:spcPct val="11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1</a:t>
            </a:r>
          </a:p>
          <a:p>
            <a:pPr eaLnBrk="1" hangingPunct="1">
              <a:lnSpc>
                <a:spcPct val="11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0</a:t>
            </a:r>
          </a:p>
          <a:p>
            <a:pPr eaLnBrk="1" hangingPunct="1">
              <a:lnSpc>
                <a:spcPct val="11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123923" name="Line 23">
            <a:extLst>
              <a:ext uri="{FF2B5EF4-FFF2-40B4-BE49-F238E27FC236}">
                <a16:creationId xmlns:a16="http://schemas.microsoft.com/office/drawing/2014/main" id="{5FFA37B8-7475-7708-4948-5E5510378EA1}"/>
              </a:ext>
            </a:extLst>
          </p:cNvPr>
          <p:cNvSpPr>
            <a:spLocks noChangeShapeType="1"/>
          </p:cNvSpPr>
          <p:nvPr/>
        </p:nvSpPr>
        <p:spPr bwMode="auto">
          <a:xfrm>
            <a:off x="1447800" y="36226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24" name="Line 24">
            <a:extLst>
              <a:ext uri="{FF2B5EF4-FFF2-40B4-BE49-F238E27FC236}">
                <a16:creationId xmlns:a16="http://schemas.microsoft.com/office/drawing/2014/main" id="{8F5C1CA6-A850-823E-4DF8-C5693CA8C0EA}"/>
              </a:ext>
            </a:extLst>
          </p:cNvPr>
          <p:cNvSpPr>
            <a:spLocks noChangeShapeType="1"/>
          </p:cNvSpPr>
          <p:nvPr/>
        </p:nvSpPr>
        <p:spPr bwMode="auto">
          <a:xfrm>
            <a:off x="1447800" y="41560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25" name="Line 25">
            <a:extLst>
              <a:ext uri="{FF2B5EF4-FFF2-40B4-BE49-F238E27FC236}">
                <a16:creationId xmlns:a16="http://schemas.microsoft.com/office/drawing/2014/main" id="{E0369CEE-82FE-1F0D-B1A6-766B0A747679}"/>
              </a:ext>
            </a:extLst>
          </p:cNvPr>
          <p:cNvSpPr>
            <a:spLocks noChangeShapeType="1"/>
          </p:cNvSpPr>
          <p:nvPr/>
        </p:nvSpPr>
        <p:spPr bwMode="auto">
          <a:xfrm>
            <a:off x="1447800" y="46894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26" name="Line 26">
            <a:extLst>
              <a:ext uri="{FF2B5EF4-FFF2-40B4-BE49-F238E27FC236}">
                <a16:creationId xmlns:a16="http://schemas.microsoft.com/office/drawing/2014/main" id="{05DD7139-83B1-2F94-C048-988F06D2E3E6}"/>
              </a:ext>
            </a:extLst>
          </p:cNvPr>
          <p:cNvSpPr>
            <a:spLocks noChangeShapeType="1"/>
          </p:cNvSpPr>
          <p:nvPr/>
        </p:nvSpPr>
        <p:spPr bwMode="auto">
          <a:xfrm>
            <a:off x="1447800" y="52228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27" name="Line 27">
            <a:extLst>
              <a:ext uri="{FF2B5EF4-FFF2-40B4-BE49-F238E27FC236}">
                <a16:creationId xmlns:a16="http://schemas.microsoft.com/office/drawing/2014/main" id="{AFAAC3E5-974C-3569-E479-07E0182A8B31}"/>
              </a:ext>
            </a:extLst>
          </p:cNvPr>
          <p:cNvSpPr>
            <a:spLocks noChangeShapeType="1"/>
          </p:cNvSpPr>
          <p:nvPr/>
        </p:nvSpPr>
        <p:spPr bwMode="auto">
          <a:xfrm>
            <a:off x="1447800" y="57562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28" name="Rectangle 28" descr="白色大理石">
            <a:extLst>
              <a:ext uri="{FF2B5EF4-FFF2-40B4-BE49-F238E27FC236}">
                <a16:creationId xmlns:a16="http://schemas.microsoft.com/office/drawing/2014/main" id="{F7A47DA2-3F9B-4331-157A-3E9FFCF2C401}"/>
              </a:ext>
            </a:extLst>
          </p:cNvPr>
          <p:cNvSpPr>
            <a:spLocks noChangeArrowheads="1"/>
          </p:cNvSpPr>
          <p:nvPr/>
        </p:nvSpPr>
        <p:spPr bwMode="auto">
          <a:xfrm>
            <a:off x="3446463" y="3089275"/>
            <a:ext cx="533400" cy="3200400"/>
          </a:xfrm>
          <a:prstGeom prst="rect">
            <a:avLst/>
          </a:prstGeom>
          <a:blipFill dpi="0" rotWithShape="0">
            <a:blip r:embed="rId3"/>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35549" name="Text Box 29">
            <a:extLst>
              <a:ext uri="{FF2B5EF4-FFF2-40B4-BE49-F238E27FC236}">
                <a16:creationId xmlns:a16="http://schemas.microsoft.com/office/drawing/2014/main" id="{8D7C2598-3FB2-0008-708F-2BAD39844EEA}"/>
              </a:ext>
            </a:extLst>
          </p:cNvPr>
          <p:cNvSpPr txBox="1">
            <a:spLocks noChangeArrowheads="1"/>
          </p:cNvSpPr>
          <p:nvPr/>
        </p:nvSpPr>
        <p:spPr bwMode="auto">
          <a:xfrm>
            <a:off x="3516313" y="3013075"/>
            <a:ext cx="522287" cy="3311525"/>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defRPr/>
            </a:pPr>
            <a:r>
              <a:rPr lang="en-US" altLang="zh-CN" sz="3200" b="1">
                <a:solidFill>
                  <a:schemeClr val="accent2"/>
                </a:solidFill>
              </a:rPr>
              <a:t>1</a:t>
            </a:r>
          </a:p>
          <a:p>
            <a:pPr eaLnBrk="1" hangingPunct="1">
              <a:lnSpc>
                <a:spcPct val="110000"/>
              </a:lnSpc>
              <a:defRPr/>
            </a:pPr>
            <a:r>
              <a:rPr lang="en-US" altLang="zh-CN" sz="3200" b="1">
                <a:solidFill>
                  <a:schemeClr val="accent2"/>
                </a:solidFill>
              </a:rPr>
              <a:t>3</a:t>
            </a:r>
          </a:p>
          <a:p>
            <a:pPr eaLnBrk="1" hangingPunct="1">
              <a:lnSpc>
                <a:spcPct val="110000"/>
              </a:lnSpc>
              <a:defRPr/>
            </a:pPr>
            <a:r>
              <a:rPr lang="en-US" altLang="zh-CN" sz="3200" b="1">
                <a:solidFill>
                  <a:srgbClr val="CC3300"/>
                </a:solidFill>
                <a:effectLst>
                  <a:outerShdw blurRad="38100" dist="38100" dir="2700000" algn="tl">
                    <a:srgbClr val="C0C0C0"/>
                  </a:outerShdw>
                </a:effectLst>
              </a:rPr>
              <a:t>-</a:t>
            </a:r>
            <a:r>
              <a:rPr lang="en-US" altLang="zh-CN" sz="3200" b="1">
                <a:solidFill>
                  <a:srgbClr val="CC3300"/>
                </a:solidFill>
              </a:rPr>
              <a:t>1</a:t>
            </a:r>
            <a:endParaRPr lang="en-US" altLang="zh-CN" sz="3200" b="1">
              <a:solidFill>
                <a:schemeClr val="accent2"/>
              </a:solidFill>
            </a:endParaRPr>
          </a:p>
          <a:p>
            <a:pPr eaLnBrk="1" hangingPunct="1">
              <a:lnSpc>
                <a:spcPct val="110000"/>
              </a:lnSpc>
              <a:defRPr/>
            </a:pPr>
            <a:r>
              <a:rPr lang="en-US" altLang="zh-CN" sz="3200" b="1">
                <a:solidFill>
                  <a:schemeClr val="accent2"/>
                </a:solidFill>
              </a:rPr>
              <a:t>1</a:t>
            </a:r>
          </a:p>
          <a:p>
            <a:pPr eaLnBrk="1" hangingPunct="1">
              <a:lnSpc>
                <a:spcPct val="110000"/>
              </a:lnSpc>
              <a:defRPr/>
            </a:pPr>
            <a:r>
              <a:rPr lang="en-US" altLang="zh-CN" sz="3200" b="1">
                <a:solidFill>
                  <a:srgbClr val="CC3300"/>
                </a:solidFill>
              </a:rPr>
              <a:t>2</a:t>
            </a:r>
            <a:endParaRPr lang="en-US" altLang="zh-CN" sz="3200" b="1">
              <a:solidFill>
                <a:schemeClr val="accent2"/>
              </a:solidFill>
            </a:endParaRPr>
          </a:p>
          <a:p>
            <a:pPr eaLnBrk="1" hangingPunct="1">
              <a:lnSpc>
                <a:spcPct val="110000"/>
              </a:lnSpc>
              <a:defRPr/>
            </a:pPr>
            <a:r>
              <a:rPr lang="en-US" altLang="zh-CN" sz="3200" b="1">
                <a:solidFill>
                  <a:schemeClr val="accent2"/>
                </a:solidFill>
              </a:rPr>
              <a:t>3</a:t>
            </a:r>
            <a:endParaRPr lang="en-US" altLang="zh-CN"/>
          </a:p>
        </p:txBody>
      </p:sp>
      <p:sp>
        <p:nvSpPr>
          <p:cNvPr id="123930" name="Line 30">
            <a:extLst>
              <a:ext uri="{FF2B5EF4-FFF2-40B4-BE49-F238E27FC236}">
                <a16:creationId xmlns:a16="http://schemas.microsoft.com/office/drawing/2014/main" id="{93BD1400-AD4E-1BF4-27F1-FE77A6CE555C}"/>
              </a:ext>
            </a:extLst>
          </p:cNvPr>
          <p:cNvSpPr>
            <a:spLocks noChangeShapeType="1"/>
          </p:cNvSpPr>
          <p:nvPr/>
        </p:nvSpPr>
        <p:spPr bwMode="auto">
          <a:xfrm>
            <a:off x="3446463" y="36226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31" name="Line 31">
            <a:extLst>
              <a:ext uri="{FF2B5EF4-FFF2-40B4-BE49-F238E27FC236}">
                <a16:creationId xmlns:a16="http://schemas.microsoft.com/office/drawing/2014/main" id="{438033C6-8B9C-FD88-F109-66DEFF5B32B7}"/>
              </a:ext>
            </a:extLst>
          </p:cNvPr>
          <p:cNvSpPr>
            <a:spLocks noChangeShapeType="1"/>
          </p:cNvSpPr>
          <p:nvPr/>
        </p:nvSpPr>
        <p:spPr bwMode="auto">
          <a:xfrm>
            <a:off x="3446463" y="41560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32" name="Line 32">
            <a:extLst>
              <a:ext uri="{FF2B5EF4-FFF2-40B4-BE49-F238E27FC236}">
                <a16:creationId xmlns:a16="http://schemas.microsoft.com/office/drawing/2014/main" id="{B79EA405-CADF-1A36-52F9-56571058D152}"/>
              </a:ext>
            </a:extLst>
          </p:cNvPr>
          <p:cNvSpPr>
            <a:spLocks noChangeShapeType="1"/>
          </p:cNvSpPr>
          <p:nvPr/>
        </p:nvSpPr>
        <p:spPr bwMode="auto">
          <a:xfrm>
            <a:off x="3446463" y="46894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33" name="Line 33">
            <a:extLst>
              <a:ext uri="{FF2B5EF4-FFF2-40B4-BE49-F238E27FC236}">
                <a16:creationId xmlns:a16="http://schemas.microsoft.com/office/drawing/2014/main" id="{8A452CA1-DFFA-65BF-AF01-434D5594DC79}"/>
              </a:ext>
            </a:extLst>
          </p:cNvPr>
          <p:cNvSpPr>
            <a:spLocks noChangeShapeType="1"/>
          </p:cNvSpPr>
          <p:nvPr/>
        </p:nvSpPr>
        <p:spPr bwMode="auto">
          <a:xfrm>
            <a:off x="3446463" y="52228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34" name="Line 34">
            <a:extLst>
              <a:ext uri="{FF2B5EF4-FFF2-40B4-BE49-F238E27FC236}">
                <a16:creationId xmlns:a16="http://schemas.microsoft.com/office/drawing/2014/main" id="{B20B3BE4-2650-7779-5592-B10CA235BE33}"/>
              </a:ext>
            </a:extLst>
          </p:cNvPr>
          <p:cNvSpPr>
            <a:spLocks noChangeShapeType="1"/>
          </p:cNvSpPr>
          <p:nvPr/>
        </p:nvSpPr>
        <p:spPr bwMode="auto">
          <a:xfrm>
            <a:off x="3446463" y="57562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35" name="Rectangle 35" descr="白色大理石">
            <a:extLst>
              <a:ext uri="{FF2B5EF4-FFF2-40B4-BE49-F238E27FC236}">
                <a16:creationId xmlns:a16="http://schemas.microsoft.com/office/drawing/2014/main" id="{C5786FEC-EA7F-558F-4549-BF9793C42397}"/>
              </a:ext>
            </a:extLst>
          </p:cNvPr>
          <p:cNvSpPr>
            <a:spLocks noChangeArrowheads="1"/>
          </p:cNvSpPr>
          <p:nvPr/>
        </p:nvSpPr>
        <p:spPr bwMode="auto">
          <a:xfrm>
            <a:off x="5403850" y="3089275"/>
            <a:ext cx="533400" cy="3200400"/>
          </a:xfrm>
          <a:prstGeom prst="rect">
            <a:avLst/>
          </a:prstGeom>
          <a:blipFill dpi="0" rotWithShape="0">
            <a:blip r:embed="rId3"/>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123936" name="Text Box 36">
            <a:extLst>
              <a:ext uri="{FF2B5EF4-FFF2-40B4-BE49-F238E27FC236}">
                <a16:creationId xmlns:a16="http://schemas.microsoft.com/office/drawing/2014/main" id="{D9D6B96F-2DC2-676C-F7FC-DBD64A82CF0C}"/>
              </a:ext>
            </a:extLst>
          </p:cNvPr>
          <p:cNvSpPr txBox="1">
            <a:spLocks noChangeArrowheads="1"/>
          </p:cNvSpPr>
          <p:nvPr/>
        </p:nvSpPr>
        <p:spPr bwMode="auto">
          <a:xfrm>
            <a:off x="5473700" y="3013075"/>
            <a:ext cx="522288" cy="331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0"/>
              </a:spcBef>
              <a:buFontTx/>
              <a:buNone/>
            </a:pPr>
            <a:r>
              <a:rPr kumimoji="1" lang="en-US" altLang="zh-CN" sz="3200" b="1">
                <a:solidFill>
                  <a:srgbClr val="CC3300"/>
                </a:solidFill>
                <a:latin typeface="Times New Roman" panose="02020603050405020304" pitchFamily="18" charset="0"/>
                <a:ea typeface="宋体" panose="02010600030101010101" pitchFamily="2" charset="-122"/>
              </a:rPr>
              <a:t>2</a:t>
            </a:r>
            <a:endParaRPr kumimoji="1" lang="en-US" altLang="zh-CN" sz="3200" b="1">
              <a:solidFill>
                <a:srgbClr val="006600"/>
              </a:solidFill>
              <a:latin typeface="Times New Roman" panose="02020603050405020304" pitchFamily="18" charset="0"/>
              <a:ea typeface="宋体" panose="02010600030101010101" pitchFamily="2" charset="-122"/>
            </a:endParaRPr>
          </a:p>
          <a:p>
            <a:pPr eaLnBrk="1" hangingPunct="1">
              <a:lnSpc>
                <a:spcPct val="11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2</a:t>
            </a:r>
            <a:endParaRPr kumimoji="1" lang="en-US" altLang="zh-CN" sz="3200" b="1">
              <a:solidFill>
                <a:srgbClr val="006600"/>
              </a:solidFill>
              <a:latin typeface="Times New Roman" panose="02020603050405020304" pitchFamily="18" charset="0"/>
              <a:ea typeface="宋体" panose="02010600030101010101" pitchFamily="2" charset="-122"/>
            </a:endParaRPr>
          </a:p>
          <a:p>
            <a:pPr eaLnBrk="1" hangingPunct="1">
              <a:lnSpc>
                <a:spcPct val="110000"/>
              </a:lnSpc>
              <a:spcBef>
                <a:spcPct val="0"/>
              </a:spcBef>
              <a:buFontTx/>
              <a:buNone/>
            </a:pPr>
            <a:r>
              <a:rPr kumimoji="1" lang="en-US" altLang="zh-CN" sz="3200" b="1">
                <a:solidFill>
                  <a:srgbClr val="CC3300"/>
                </a:solidFill>
                <a:latin typeface="Times New Roman" panose="02020603050405020304" pitchFamily="18" charset="0"/>
                <a:ea typeface="宋体" panose="02010600030101010101" pitchFamily="2" charset="-122"/>
              </a:rPr>
              <a:t>-1</a:t>
            </a:r>
            <a:endParaRPr kumimoji="1" lang="en-US" altLang="zh-CN" sz="3200" b="1">
              <a:solidFill>
                <a:srgbClr val="006600"/>
              </a:solidFill>
              <a:latin typeface="Times New Roman" panose="02020603050405020304" pitchFamily="18" charset="0"/>
              <a:ea typeface="宋体" panose="02010600030101010101" pitchFamily="2" charset="-122"/>
            </a:endParaRPr>
          </a:p>
          <a:p>
            <a:pPr eaLnBrk="1" hangingPunct="1">
              <a:lnSpc>
                <a:spcPct val="11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1</a:t>
            </a:r>
            <a:endParaRPr kumimoji="1" lang="en-US" altLang="zh-CN" sz="3200" b="1">
              <a:solidFill>
                <a:srgbClr val="006600"/>
              </a:solidFill>
              <a:latin typeface="Times New Roman" panose="02020603050405020304" pitchFamily="18" charset="0"/>
              <a:ea typeface="宋体" panose="02010600030101010101" pitchFamily="2" charset="-122"/>
            </a:endParaRPr>
          </a:p>
          <a:p>
            <a:pPr eaLnBrk="1" hangingPunct="1">
              <a:lnSpc>
                <a:spcPct val="110000"/>
              </a:lnSpc>
              <a:spcBef>
                <a:spcPct val="0"/>
              </a:spcBef>
              <a:buFontTx/>
              <a:buNone/>
            </a:pPr>
            <a:r>
              <a:rPr kumimoji="1" lang="en-US" altLang="zh-CN" sz="3200" b="1">
                <a:solidFill>
                  <a:schemeClr val="accent1"/>
                </a:solidFill>
                <a:latin typeface="Times New Roman" panose="02020603050405020304" pitchFamily="18" charset="0"/>
                <a:ea typeface="宋体" panose="02010600030101010101" pitchFamily="2" charset="-122"/>
              </a:rPr>
              <a:t>2</a:t>
            </a:r>
            <a:endParaRPr kumimoji="1" lang="en-US" altLang="zh-CN" sz="3200" b="1">
              <a:solidFill>
                <a:srgbClr val="006600"/>
              </a:solidFill>
              <a:latin typeface="Times New Roman" panose="02020603050405020304" pitchFamily="18" charset="0"/>
              <a:ea typeface="宋体" panose="02010600030101010101" pitchFamily="2" charset="-122"/>
            </a:endParaRPr>
          </a:p>
          <a:p>
            <a:pPr eaLnBrk="1" hangingPunct="1">
              <a:lnSpc>
                <a:spcPct val="11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123937" name="Line 37">
            <a:extLst>
              <a:ext uri="{FF2B5EF4-FFF2-40B4-BE49-F238E27FC236}">
                <a16:creationId xmlns:a16="http://schemas.microsoft.com/office/drawing/2014/main" id="{D98A0575-E27A-AC2E-9771-C6B437757A6D}"/>
              </a:ext>
            </a:extLst>
          </p:cNvPr>
          <p:cNvSpPr>
            <a:spLocks noChangeShapeType="1"/>
          </p:cNvSpPr>
          <p:nvPr/>
        </p:nvSpPr>
        <p:spPr bwMode="auto">
          <a:xfrm>
            <a:off x="5403850" y="36226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38" name="Line 38">
            <a:extLst>
              <a:ext uri="{FF2B5EF4-FFF2-40B4-BE49-F238E27FC236}">
                <a16:creationId xmlns:a16="http://schemas.microsoft.com/office/drawing/2014/main" id="{9F5DE903-C0AD-2C3D-D2BD-8E7BE9BC4FD4}"/>
              </a:ext>
            </a:extLst>
          </p:cNvPr>
          <p:cNvSpPr>
            <a:spLocks noChangeShapeType="1"/>
          </p:cNvSpPr>
          <p:nvPr/>
        </p:nvSpPr>
        <p:spPr bwMode="auto">
          <a:xfrm>
            <a:off x="5403850" y="41560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39" name="Line 39">
            <a:extLst>
              <a:ext uri="{FF2B5EF4-FFF2-40B4-BE49-F238E27FC236}">
                <a16:creationId xmlns:a16="http://schemas.microsoft.com/office/drawing/2014/main" id="{46EDBA85-D7D2-35A0-45D0-DFB714CABCD0}"/>
              </a:ext>
            </a:extLst>
          </p:cNvPr>
          <p:cNvSpPr>
            <a:spLocks noChangeShapeType="1"/>
          </p:cNvSpPr>
          <p:nvPr/>
        </p:nvSpPr>
        <p:spPr bwMode="auto">
          <a:xfrm>
            <a:off x="5410200" y="46894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40" name="Line 40">
            <a:extLst>
              <a:ext uri="{FF2B5EF4-FFF2-40B4-BE49-F238E27FC236}">
                <a16:creationId xmlns:a16="http://schemas.microsoft.com/office/drawing/2014/main" id="{EA29AC49-D8DD-05A7-49BA-FD2D9B1DD75D}"/>
              </a:ext>
            </a:extLst>
          </p:cNvPr>
          <p:cNvSpPr>
            <a:spLocks noChangeShapeType="1"/>
          </p:cNvSpPr>
          <p:nvPr/>
        </p:nvSpPr>
        <p:spPr bwMode="auto">
          <a:xfrm>
            <a:off x="5403850" y="52228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41" name="Line 41">
            <a:extLst>
              <a:ext uri="{FF2B5EF4-FFF2-40B4-BE49-F238E27FC236}">
                <a16:creationId xmlns:a16="http://schemas.microsoft.com/office/drawing/2014/main" id="{855D451F-E950-87F8-09C6-C72F5964BA73}"/>
              </a:ext>
            </a:extLst>
          </p:cNvPr>
          <p:cNvSpPr>
            <a:spLocks noChangeShapeType="1"/>
          </p:cNvSpPr>
          <p:nvPr/>
        </p:nvSpPr>
        <p:spPr bwMode="auto">
          <a:xfrm>
            <a:off x="5403850" y="57562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42" name="Rectangle 42" descr="白色大理石">
            <a:extLst>
              <a:ext uri="{FF2B5EF4-FFF2-40B4-BE49-F238E27FC236}">
                <a16:creationId xmlns:a16="http://schemas.microsoft.com/office/drawing/2014/main" id="{E9D903E1-26D8-50EF-9E5C-360BC34D1187}"/>
              </a:ext>
            </a:extLst>
          </p:cNvPr>
          <p:cNvSpPr>
            <a:spLocks noChangeArrowheads="1"/>
          </p:cNvSpPr>
          <p:nvPr/>
        </p:nvSpPr>
        <p:spPr bwMode="auto">
          <a:xfrm>
            <a:off x="7467600" y="3089275"/>
            <a:ext cx="533400" cy="3200400"/>
          </a:xfrm>
          <a:prstGeom prst="rect">
            <a:avLst/>
          </a:prstGeom>
          <a:blipFill dpi="0" rotWithShape="0">
            <a:blip r:embed="rId3"/>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123943" name="Text Box 43">
            <a:extLst>
              <a:ext uri="{FF2B5EF4-FFF2-40B4-BE49-F238E27FC236}">
                <a16:creationId xmlns:a16="http://schemas.microsoft.com/office/drawing/2014/main" id="{C8B662F0-CBCA-28FB-D155-03004C62350F}"/>
              </a:ext>
            </a:extLst>
          </p:cNvPr>
          <p:cNvSpPr txBox="1">
            <a:spLocks noChangeArrowheads="1"/>
          </p:cNvSpPr>
          <p:nvPr/>
        </p:nvSpPr>
        <p:spPr bwMode="auto">
          <a:xfrm>
            <a:off x="7537450" y="3013075"/>
            <a:ext cx="522288" cy="331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0"/>
              </a:spcBef>
              <a:buFontTx/>
              <a:buNone/>
            </a:pPr>
            <a:r>
              <a:rPr kumimoji="1" lang="en-US" altLang="zh-CN" sz="3200" b="1">
                <a:solidFill>
                  <a:schemeClr val="accent1"/>
                </a:solidFill>
                <a:latin typeface="Times New Roman" panose="02020603050405020304" pitchFamily="18" charset="0"/>
                <a:ea typeface="宋体" panose="02010600030101010101" pitchFamily="2" charset="-122"/>
              </a:rPr>
              <a:t>2</a:t>
            </a:r>
            <a:endParaRPr kumimoji="1" lang="en-US" altLang="zh-CN" sz="3200" b="1">
              <a:solidFill>
                <a:srgbClr val="006600"/>
              </a:solidFill>
              <a:latin typeface="Times New Roman" panose="02020603050405020304" pitchFamily="18" charset="0"/>
              <a:ea typeface="宋体" panose="02010600030101010101" pitchFamily="2" charset="-122"/>
            </a:endParaRPr>
          </a:p>
          <a:p>
            <a:pPr eaLnBrk="1" hangingPunct="1">
              <a:lnSpc>
                <a:spcPct val="11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1</a:t>
            </a:r>
            <a:endParaRPr kumimoji="1" lang="en-US" altLang="zh-CN" sz="3200" b="1">
              <a:solidFill>
                <a:srgbClr val="006600"/>
              </a:solidFill>
              <a:latin typeface="Times New Roman" panose="02020603050405020304" pitchFamily="18" charset="0"/>
              <a:ea typeface="宋体" panose="02010600030101010101" pitchFamily="2" charset="-122"/>
            </a:endParaRPr>
          </a:p>
          <a:p>
            <a:pPr eaLnBrk="1" hangingPunct="1">
              <a:lnSpc>
                <a:spcPct val="110000"/>
              </a:lnSpc>
              <a:spcBef>
                <a:spcPct val="0"/>
              </a:spcBef>
              <a:buFontTx/>
              <a:buNone/>
            </a:pPr>
            <a:r>
              <a:rPr kumimoji="1" lang="en-US" altLang="zh-CN" sz="3200" b="1">
                <a:solidFill>
                  <a:srgbClr val="CC3300"/>
                </a:solidFill>
                <a:latin typeface="Times New Roman" panose="02020603050405020304" pitchFamily="18" charset="0"/>
                <a:ea typeface="宋体" panose="02010600030101010101" pitchFamily="2" charset="-122"/>
              </a:rPr>
              <a:t>-1</a:t>
            </a:r>
            <a:endParaRPr kumimoji="1" lang="en-US" altLang="zh-CN" sz="3200" b="1">
              <a:solidFill>
                <a:srgbClr val="006600"/>
              </a:solidFill>
              <a:latin typeface="Times New Roman" panose="02020603050405020304" pitchFamily="18" charset="0"/>
              <a:ea typeface="宋体" panose="02010600030101010101" pitchFamily="2" charset="-122"/>
            </a:endParaRPr>
          </a:p>
          <a:p>
            <a:pPr eaLnBrk="1" hangingPunct="1">
              <a:lnSpc>
                <a:spcPct val="110000"/>
              </a:lnSpc>
              <a:spcBef>
                <a:spcPct val="0"/>
              </a:spcBef>
              <a:buFontTx/>
              <a:buNone/>
            </a:pPr>
            <a:r>
              <a:rPr kumimoji="1" lang="en-US" altLang="zh-CN" sz="3200" b="1">
                <a:solidFill>
                  <a:srgbClr val="CC3300"/>
                </a:solidFill>
                <a:latin typeface="Times New Roman" panose="02020603050405020304" pitchFamily="18" charset="0"/>
                <a:ea typeface="宋体" panose="02010600030101010101" pitchFamily="2" charset="-122"/>
              </a:rPr>
              <a:t>2</a:t>
            </a:r>
            <a:endParaRPr kumimoji="1" lang="en-US" altLang="zh-CN" sz="3200" b="1">
              <a:solidFill>
                <a:srgbClr val="006600"/>
              </a:solidFill>
              <a:latin typeface="Times New Roman" panose="02020603050405020304" pitchFamily="18" charset="0"/>
              <a:ea typeface="宋体" panose="02010600030101010101" pitchFamily="2" charset="-122"/>
            </a:endParaRPr>
          </a:p>
          <a:p>
            <a:pPr eaLnBrk="1" hangingPunct="1">
              <a:lnSpc>
                <a:spcPct val="110000"/>
              </a:lnSpc>
              <a:spcBef>
                <a:spcPct val="0"/>
              </a:spcBef>
              <a:buFontTx/>
              <a:buNone/>
            </a:pPr>
            <a:r>
              <a:rPr kumimoji="1" lang="en-US" altLang="zh-CN" sz="3200" b="1">
                <a:solidFill>
                  <a:schemeClr val="accent1"/>
                </a:solidFill>
                <a:latin typeface="Times New Roman" panose="02020603050405020304" pitchFamily="18" charset="0"/>
                <a:ea typeface="宋体" panose="02010600030101010101" pitchFamily="2" charset="-122"/>
              </a:rPr>
              <a:t>2</a:t>
            </a:r>
            <a:endParaRPr kumimoji="1" lang="en-US" altLang="zh-CN" sz="3200" b="1">
              <a:solidFill>
                <a:srgbClr val="006600"/>
              </a:solidFill>
              <a:latin typeface="Times New Roman" panose="02020603050405020304" pitchFamily="18" charset="0"/>
              <a:ea typeface="宋体" panose="02010600030101010101" pitchFamily="2" charset="-122"/>
            </a:endParaRPr>
          </a:p>
          <a:p>
            <a:pPr eaLnBrk="1" hangingPunct="1">
              <a:lnSpc>
                <a:spcPct val="110000"/>
              </a:lnSpc>
              <a:spcBef>
                <a:spcPct val="0"/>
              </a:spcBef>
              <a:buFontTx/>
              <a:buNone/>
            </a:pPr>
            <a:r>
              <a:rPr kumimoji="1" lang="en-US" altLang="zh-CN" sz="3200" b="1">
                <a:solidFill>
                  <a:schemeClr val="accent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123944" name="Line 44">
            <a:extLst>
              <a:ext uri="{FF2B5EF4-FFF2-40B4-BE49-F238E27FC236}">
                <a16:creationId xmlns:a16="http://schemas.microsoft.com/office/drawing/2014/main" id="{74C7E096-AB1D-4921-F099-269863592697}"/>
              </a:ext>
            </a:extLst>
          </p:cNvPr>
          <p:cNvSpPr>
            <a:spLocks noChangeShapeType="1"/>
          </p:cNvSpPr>
          <p:nvPr/>
        </p:nvSpPr>
        <p:spPr bwMode="auto">
          <a:xfrm>
            <a:off x="7467600" y="36226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45" name="Line 45">
            <a:extLst>
              <a:ext uri="{FF2B5EF4-FFF2-40B4-BE49-F238E27FC236}">
                <a16:creationId xmlns:a16="http://schemas.microsoft.com/office/drawing/2014/main" id="{5BE27601-F7E8-22D1-37A9-946279007FA2}"/>
              </a:ext>
            </a:extLst>
          </p:cNvPr>
          <p:cNvSpPr>
            <a:spLocks noChangeShapeType="1"/>
          </p:cNvSpPr>
          <p:nvPr/>
        </p:nvSpPr>
        <p:spPr bwMode="auto">
          <a:xfrm>
            <a:off x="7467600" y="41560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46" name="Line 46">
            <a:extLst>
              <a:ext uri="{FF2B5EF4-FFF2-40B4-BE49-F238E27FC236}">
                <a16:creationId xmlns:a16="http://schemas.microsoft.com/office/drawing/2014/main" id="{19DC5F39-03B4-5E40-5822-BA48D362AABC}"/>
              </a:ext>
            </a:extLst>
          </p:cNvPr>
          <p:cNvSpPr>
            <a:spLocks noChangeShapeType="1"/>
          </p:cNvSpPr>
          <p:nvPr/>
        </p:nvSpPr>
        <p:spPr bwMode="auto">
          <a:xfrm>
            <a:off x="7467600" y="46894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47" name="Line 47">
            <a:extLst>
              <a:ext uri="{FF2B5EF4-FFF2-40B4-BE49-F238E27FC236}">
                <a16:creationId xmlns:a16="http://schemas.microsoft.com/office/drawing/2014/main" id="{2AFEA50C-8AFA-6816-DE78-8F144A403647}"/>
              </a:ext>
            </a:extLst>
          </p:cNvPr>
          <p:cNvSpPr>
            <a:spLocks noChangeShapeType="1"/>
          </p:cNvSpPr>
          <p:nvPr/>
        </p:nvSpPr>
        <p:spPr bwMode="auto">
          <a:xfrm>
            <a:off x="7467600" y="52228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48" name="Line 48">
            <a:extLst>
              <a:ext uri="{FF2B5EF4-FFF2-40B4-BE49-F238E27FC236}">
                <a16:creationId xmlns:a16="http://schemas.microsoft.com/office/drawing/2014/main" id="{81BC7373-B17D-CC97-73C3-274B32286188}"/>
              </a:ext>
            </a:extLst>
          </p:cNvPr>
          <p:cNvSpPr>
            <a:spLocks noChangeShapeType="1"/>
          </p:cNvSpPr>
          <p:nvPr/>
        </p:nvSpPr>
        <p:spPr bwMode="auto">
          <a:xfrm>
            <a:off x="7467600" y="57562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49" name="Text Box 49">
            <a:extLst>
              <a:ext uri="{FF2B5EF4-FFF2-40B4-BE49-F238E27FC236}">
                <a16:creationId xmlns:a16="http://schemas.microsoft.com/office/drawing/2014/main" id="{E5C7E199-C666-002D-EF1F-0DE7697ADA63}"/>
              </a:ext>
            </a:extLst>
          </p:cNvPr>
          <p:cNvSpPr txBox="1">
            <a:spLocks noChangeArrowheads="1"/>
          </p:cNvSpPr>
          <p:nvPr/>
        </p:nvSpPr>
        <p:spPr bwMode="auto">
          <a:xfrm>
            <a:off x="1085850" y="3048000"/>
            <a:ext cx="361950" cy="322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0</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1</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2</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3</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4</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123950" name="Text Box 50">
            <a:extLst>
              <a:ext uri="{FF2B5EF4-FFF2-40B4-BE49-F238E27FC236}">
                <a16:creationId xmlns:a16="http://schemas.microsoft.com/office/drawing/2014/main" id="{5C286C89-4237-DE35-E374-33E93A014577}"/>
              </a:ext>
            </a:extLst>
          </p:cNvPr>
          <p:cNvSpPr txBox="1">
            <a:spLocks noChangeArrowheads="1"/>
          </p:cNvSpPr>
          <p:nvPr/>
        </p:nvSpPr>
        <p:spPr bwMode="auto">
          <a:xfrm>
            <a:off x="3084513" y="3048000"/>
            <a:ext cx="361950" cy="322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0</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1</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2</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3</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4</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123951" name="Text Box 51">
            <a:extLst>
              <a:ext uri="{FF2B5EF4-FFF2-40B4-BE49-F238E27FC236}">
                <a16:creationId xmlns:a16="http://schemas.microsoft.com/office/drawing/2014/main" id="{7BC46D20-8394-3B9F-F8B9-EB9F4CAFB79C}"/>
              </a:ext>
            </a:extLst>
          </p:cNvPr>
          <p:cNvSpPr txBox="1">
            <a:spLocks noChangeArrowheads="1"/>
          </p:cNvSpPr>
          <p:nvPr/>
        </p:nvSpPr>
        <p:spPr bwMode="auto">
          <a:xfrm>
            <a:off x="5041900" y="3048000"/>
            <a:ext cx="361950" cy="322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0</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1</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2</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3</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4</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123952" name="Text Box 52">
            <a:extLst>
              <a:ext uri="{FF2B5EF4-FFF2-40B4-BE49-F238E27FC236}">
                <a16:creationId xmlns:a16="http://schemas.microsoft.com/office/drawing/2014/main" id="{4E13AE73-B307-A045-F6AD-C5A3C99263FF}"/>
              </a:ext>
            </a:extLst>
          </p:cNvPr>
          <p:cNvSpPr txBox="1">
            <a:spLocks noChangeArrowheads="1"/>
          </p:cNvSpPr>
          <p:nvPr/>
        </p:nvSpPr>
        <p:spPr bwMode="auto">
          <a:xfrm>
            <a:off x="7105650" y="3048000"/>
            <a:ext cx="361950" cy="322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0</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1</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2</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3</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4</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123953" name="Line 53">
            <a:extLst>
              <a:ext uri="{FF2B5EF4-FFF2-40B4-BE49-F238E27FC236}">
                <a16:creationId xmlns:a16="http://schemas.microsoft.com/office/drawing/2014/main" id="{2D90E995-4BEA-9B31-F1DF-D93A7900CAD6}"/>
              </a:ext>
            </a:extLst>
          </p:cNvPr>
          <p:cNvSpPr>
            <a:spLocks noChangeShapeType="1"/>
          </p:cNvSpPr>
          <p:nvPr/>
        </p:nvSpPr>
        <p:spPr bwMode="auto">
          <a:xfrm>
            <a:off x="914400" y="2971800"/>
            <a:ext cx="304800" cy="0"/>
          </a:xfrm>
          <a:prstGeom prst="line">
            <a:avLst/>
          </a:prstGeom>
          <a:noFill/>
          <a:ln w="38100">
            <a:solidFill>
              <a:schemeClr val="tx2"/>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54" name="Text Box 54">
            <a:extLst>
              <a:ext uri="{FF2B5EF4-FFF2-40B4-BE49-F238E27FC236}">
                <a16:creationId xmlns:a16="http://schemas.microsoft.com/office/drawing/2014/main" id="{433D4DD4-67AB-0BB4-E4C0-20917BC3D8A8}"/>
              </a:ext>
            </a:extLst>
          </p:cNvPr>
          <p:cNvSpPr txBox="1">
            <a:spLocks noChangeArrowheads="1"/>
          </p:cNvSpPr>
          <p:nvPr/>
        </p:nvSpPr>
        <p:spPr bwMode="auto">
          <a:xfrm>
            <a:off x="311150" y="2657475"/>
            <a:ext cx="679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top</a:t>
            </a:r>
            <a:endParaRPr kumimoji="1" lang="en-US" altLang="zh-CN" sz="2400">
              <a:latin typeface="Times New Roman" panose="02020603050405020304" pitchFamily="18" charset="0"/>
              <a:ea typeface="宋体" panose="02010600030101010101" pitchFamily="2" charset="-122"/>
            </a:endParaRPr>
          </a:p>
        </p:txBody>
      </p:sp>
      <p:sp>
        <p:nvSpPr>
          <p:cNvPr id="123955" name="Line 55">
            <a:extLst>
              <a:ext uri="{FF2B5EF4-FFF2-40B4-BE49-F238E27FC236}">
                <a16:creationId xmlns:a16="http://schemas.microsoft.com/office/drawing/2014/main" id="{DE2F441E-8CDE-FC1C-73E9-1AD86F11CA17}"/>
              </a:ext>
            </a:extLst>
          </p:cNvPr>
          <p:cNvSpPr>
            <a:spLocks noChangeShapeType="1"/>
          </p:cNvSpPr>
          <p:nvPr/>
        </p:nvSpPr>
        <p:spPr bwMode="auto">
          <a:xfrm>
            <a:off x="2830513" y="2981325"/>
            <a:ext cx="304800" cy="0"/>
          </a:xfrm>
          <a:prstGeom prst="line">
            <a:avLst/>
          </a:prstGeom>
          <a:noFill/>
          <a:ln w="38100">
            <a:solidFill>
              <a:schemeClr val="tx2"/>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56" name="Text Box 56">
            <a:extLst>
              <a:ext uri="{FF2B5EF4-FFF2-40B4-BE49-F238E27FC236}">
                <a16:creationId xmlns:a16="http://schemas.microsoft.com/office/drawing/2014/main" id="{2CBCE1BA-88E5-5310-E383-E5023C95D504}"/>
              </a:ext>
            </a:extLst>
          </p:cNvPr>
          <p:cNvSpPr txBox="1">
            <a:spLocks noChangeArrowheads="1"/>
          </p:cNvSpPr>
          <p:nvPr/>
        </p:nvSpPr>
        <p:spPr bwMode="auto">
          <a:xfrm>
            <a:off x="2227263" y="2667000"/>
            <a:ext cx="679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top</a:t>
            </a:r>
            <a:endParaRPr kumimoji="1" lang="en-US" altLang="zh-CN" sz="2400">
              <a:latin typeface="Times New Roman" panose="02020603050405020304" pitchFamily="18" charset="0"/>
              <a:ea typeface="宋体" panose="02010600030101010101" pitchFamily="2" charset="-122"/>
            </a:endParaRPr>
          </a:p>
        </p:txBody>
      </p:sp>
      <p:sp>
        <p:nvSpPr>
          <p:cNvPr id="123957" name="Line 57">
            <a:extLst>
              <a:ext uri="{FF2B5EF4-FFF2-40B4-BE49-F238E27FC236}">
                <a16:creationId xmlns:a16="http://schemas.microsoft.com/office/drawing/2014/main" id="{5F1F55E3-2C21-4072-0955-86ABC1146D00}"/>
              </a:ext>
            </a:extLst>
          </p:cNvPr>
          <p:cNvSpPr>
            <a:spLocks noChangeShapeType="1"/>
          </p:cNvSpPr>
          <p:nvPr/>
        </p:nvSpPr>
        <p:spPr bwMode="auto">
          <a:xfrm>
            <a:off x="2830513" y="4429125"/>
            <a:ext cx="304800" cy="0"/>
          </a:xfrm>
          <a:prstGeom prst="line">
            <a:avLst/>
          </a:prstGeom>
          <a:noFill/>
          <a:ln w="38100">
            <a:solidFill>
              <a:schemeClr val="tx2"/>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58" name="Text Box 58">
            <a:extLst>
              <a:ext uri="{FF2B5EF4-FFF2-40B4-BE49-F238E27FC236}">
                <a16:creationId xmlns:a16="http://schemas.microsoft.com/office/drawing/2014/main" id="{66A6378B-7926-0E1B-8FA9-9D7FCB33EB36}"/>
              </a:ext>
            </a:extLst>
          </p:cNvPr>
          <p:cNvSpPr txBox="1">
            <a:spLocks noChangeArrowheads="1"/>
          </p:cNvSpPr>
          <p:nvPr/>
        </p:nvSpPr>
        <p:spPr bwMode="auto">
          <a:xfrm>
            <a:off x="2227263" y="4114800"/>
            <a:ext cx="679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top</a:t>
            </a:r>
            <a:endParaRPr kumimoji="1" lang="en-US" altLang="zh-CN" sz="2400">
              <a:latin typeface="Times New Roman" panose="02020603050405020304" pitchFamily="18" charset="0"/>
              <a:ea typeface="宋体" panose="02010600030101010101" pitchFamily="2" charset="-122"/>
            </a:endParaRPr>
          </a:p>
        </p:txBody>
      </p:sp>
      <p:sp>
        <p:nvSpPr>
          <p:cNvPr id="123959" name="Line 59">
            <a:extLst>
              <a:ext uri="{FF2B5EF4-FFF2-40B4-BE49-F238E27FC236}">
                <a16:creationId xmlns:a16="http://schemas.microsoft.com/office/drawing/2014/main" id="{279B8834-AD1C-0E3F-D8FA-591A8C791386}"/>
              </a:ext>
            </a:extLst>
          </p:cNvPr>
          <p:cNvSpPr>
            <a:spLocks noChangeShapeType="1"/>
          </p:cNvSpPr>
          <p:nvPr/>
        </p:nvSpPr>
        <p:spPr bwMode="auto">
          <a:xfrm>
            <a:off x="2830513" y="5510213"/>
            <a:ext cx="304800" cy="0"/>
          </a:xfrm>
          <a:prstGeom prst="line">
            <a:avLst/>
          </a:prstGeom>
          <a:noFill/>
          <a:ln w="38100">
            <a:solidFill>
              <a:schemeClr val="tx2"/>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60" name="Text Box 60">
            <a:extLst>
              <a:ext uri="{FF2B5EF4-FFF2-40B4-BE49-F238E27FC236}">
                <a16:creationId xmlns:a16="http://schemas.microsoft.com/office/drawing/2014/main" id="{AC9659F0-D457-B68D-A0BD-0C6A2469C0C2}"/>
              </a:ext>
            </a:extLst>
          </p:cNvPr>
          <p:cNvSpPr txBox="1">
            <a:spLocks noChangeArrowheads="1"/>
          </p:cNvSpPr>
          <p:nvPr/>
        </p:nvSpPr>
        <p:spPr bwMode="auto">
          <a:xfrm>
            <a:off x="2227263" y="5195888"/>
            <a:ext cx="679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top</a:t>
            </a:r>
            <a:endParaRPr kumimoji="1" lang="en-US" altLang="zh-CN" sz="2400">
              <a:latin typeface="Times New Roman" panose="02020603050405020304" pitchFamily="18" charset="0"/>
              <a:ea typeface="宋体" panose="02010600030101010101" pitchFamily="2" charset="-122"/>
            </a:endParaRPr>
          </a:p>
        </p:txBody>
      </p:sp>
      <p:sp>
        <p:nvSpPr>
          <p:cNvPr id="123961" name="Line 61">
            <a:extLst>
              <a:ext uri="{FF2B5EF4-FFF2-40B4-BE49-F238E27FC236}">
                <a16:creationId xmlns:a16="http://schemas.microsoft.com/office/drawing/2014/main" id="{E81744E1-46AD-4636-B41E-6D6271961368}"/>
              </a:ext>
            </a:extLst>
          </p:cNvPr>
          <p:cNvSpPr>
            <a:spLocks noChangeShapeType="1"/>
          </p:cNvSpPr>
          <p:nvPr/>
        </p:nvSpPr>
        <p:spPr bwMode="auto">
          <a:xfrm>
            <a:off x="2913063" y="3124200"/>
            <a:ext cx="0" cy="1143000"/>
          </a:xfrm>
          <a:prstGeom prst="line">
            <a:avLst/>
          </a:prstGeom>
          <a:noFill/>
          <a:ln w="25400" cap="rnd">
            <a:solidFill>
              <a:schemeClr val="tx2"/>
            </a:solidFill>
            <a:prstDash val="sysDot"/>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62" name="Line 62">
            <a:extLst>
              <a:ext uri="{FF2B5EF4-FFF2-40B4-BE49-F238E27FC236}">
                <a16:creationId xmlns:a16="http://schemas.microsoft.com/office/drawing/2014/main" id="{CEF188BE-390C-EDB6-5F8B-7F2115A90C01}"/>
              </a:ext>
            </a:extLst>
          </p:cNvPr>
          <p:cNvSpPr>
            <a:spLocks noChangeShapeType="1"/>
          </p:cNvSpPr>
          <p:nvPr/>
        </p:nvSpPr>
        <p:spPr bwMode="auto">
          <a:xfrm>
            <a:off x="2913063" y="4572000"/>
            <a:ext cx="0" cy="838200"/>
          </a:xfrm>
          <a:prstGeom prst="line">
            <a:avLst/>
          </a:prstGeom>
          <a:noFill/>
          <a:ln w="25400" cap="rnd">
            <a:solidFill>
              <a:schemeClr val="tx2"/>
            </a:solidFill>
            <a:prstDash val="sysDot"/>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83" name="Text Box 63">
            <a:extLst>
              <a:ext uri="{FF2B5EF4-FFF2-40B4-BE49-F238E27FC236}">
                <a16:creationId xmlns:a16="http://schemas.microsoft.com/office/drawing/2014/main" id="{E25435FF-8BFE-5546-0958-652700C265B7}"/>
              </a:ext>
            </a:extLst>
          </p:cNvPr>
          <p:cNvSpPr txBox="1">
            <a:spLocks noChangeArrowheads="1"/>
          </p:cNvSpPr>
          <p:nvPr/>
        </p:nvSpPr>
        <p:spPr bwMode="auto">
          <a:xfrm>
            <a:off x="2227263" y="5835650"/>
            <a:ext cx="901700" cy="519113"/>
          </a:xfrm>
          <a:prstGeom prst="rect">
            <a:avLst/>
          </a:prstGeom>
          <a:noFill/>
          <a:ln w="9525">
            <a:noFill/>
            <a:miter lim="800000"/>
            <a:headEnd/>
            <a:tailEnd/>
          </a:ln>
          <a:effectLst/>
        </p:spPr>
        <p:txBody>
          <a:bodyPr wrap="none">
            <a:spAutoFit/>
          </a:bodyPr>
          <a:lstStyle/>
          <a:p>
            <a:pPr>
              <a:defRPr/>
            </a:pPr>
            <a:r>
              <a:rPr lang="zh-CN" altLang="en-US" sz="2800" b="1">
                <a:effectLst>
                  <a:outerShdw blurRad="38100" dist="38100" dir="2700000" algn="tl">
                    <a:srgbClr val="C0C0C0"/>
                  </a:outerShdw>
                </a:effectLst>
                <a:ea typeface="仿宋_GB2312" pitchFamily="49" charset="-122"/>
              </a:rPr>
              <a:t>建栈</a:t>
            </a:r>
            <a:endParaRPr lang="zh-CN" altLang="en-US"/>
          </a:p>
        </p:txBody>
      </p:sp>
      <p:sp>
        <p:nvSpPr>
          <p:cNvPr id="123964" name="Line 64">
            <a:extLst>
              <a:ext uri="{FF2B5EF4-FFF2-40B4-BE49-F238E27FC236}">
                <a16:creationId xmlns:a16="http://schemas.microsoft.com/office/drawing/2014/main" id="{CD05C345-EF08-FEF0-14E1-D0DB5BD1701A}"/>
              </a:ext>
            </a:extLst>
          </p:cNvPr>
          <p:cNvSpPr>
            <a:spLocks noChangeShapeType="1"/>
          </p:cNvSpPr>
          <p:nvPr/>
        </p:nvSpPr>
        <p:spPr bwMode="auto">
          <a:xfrm>
            <a:off x="4794250" y="3376613"/>
            <a:ext cx="304800" cy="0"/>
          </a:xfrm>
          <a:prstGeom prst="line">
            <a:avLst/>
          </a:prstGeom>
          <a:noFill/>
          <a:ln w="38100">
            <a:solidFill>
              <a:schemeClr val="tx2"/>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65" name="Text Box 65">
            <a:extLst>
              <a:ext uri="{FF2B5EF4-FFF2-40B4-BE49-F238E27FC236}">
                <a16:creationId xmlns:a16="http://schemas.microsoft.com/office/drawing/2014/main" id="{94AEAADC-1548-6E5D-97BE-1304A483AE78}"/>
              </a:ext>
            </a:extLst>
          </p:cNvPr>
          <p:cNvSpPr txBox="1">
            <a:spLocks noChangeArrowheads="1"/>
          </p:cNvSpPr>
          <p:nvPr/>
        </p:nvSpPr>
        <p:spPr bwMode="auto">
          <a:xfrm>
            <a:off x="4191000" y="3062288"/>
            <a:ext cx="679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top</a:t>
            </a:r>
            <a:endParaRPr kumimoji="1" lang="en-US" altLang="zh-CN" sz="2400">
              <a:latin typeface="Times New Roman" panose="02020603050405020304" pitchFamily="18" charset="0"/>
              <a:ea typeface="宋体" panose="02010600030101010101" pitchFamily="2" charset="-122"/>
            </a:endParaRPr>
          </a:p>
        </p:txBody>
      </p:sp>
      <p:sp>
        <p:nvSpPr>
          <p:cNvPr id="123966" name="Line 66">
            <a:extLst>
              <a:ext uri="{FF2B5EF4-FFF2-40B4-BE49-F238E27FC236}">
                <a16:creationId xmlns:a16="http://schemas.microsoft.com/office/drawing/2014/main" id="{A1970580-69E2-7920-1CFA-2CCF9142D8EA}"/>
              </a:ext>
            </a:extLst>
          </p:cNvPr>
          <p:cNvSpPr>
            <a:spLocks noChangeShapeType="1"/>
          </p:cNvSpPr>
          <p:nvPr/>
        </p:nvSpPr>
        <p:spPr bwMode="auto">
          <a:xfrm>
            <a:off x="4794250" y="4429125"/>
            <a:ext cx="304800" cy="0"/>
          </a:xfrm>
          <a:prstGeom prst="line">
            <a:avLst/>
          </a:prstGeom>
          <a:noFill/>
          <a:ln w="38100">
            <a:solidFill>
              <a:schemeClr val="tx2"/>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67" name="Text Box 67">
            <a:extLst>
              <a:ext uri="{FF2B5EF4-FFF2-40B4-BE49-F238E27FC236}">
                <a16:creationId xmlns:a16="http://schemas.microsoft.com/office/drawing/2014/main" id="{9F608BC7-0845-6D24-A218-71FF61A1356C}"/>
              </a:ext>
            </a:extLst>
          </p:cNvPr>
          <p:cNvSpPr txBox="1">
            <a:spLocks noChangeArrowheads="1"/>
          </p:cNvSpPr>
          <p:nvPr/>
        </p:nvSpPr>
        <p:spPr bwMode="auto">
          <a:xfrm>
            <a:off x="4191000" y="4114800"/>
            <a:ext cx="679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top</a:t>
            </a:r>
            <a:endParaRPr kumimoji="1" lang="en-US" altLang="zh-CN" sz="2400">
              <a:latin typeface="Times New Roman" panose="02020603050405020304" pitchFamily="18" charset="0"/>
              <a:ea typeface="宋体" panose="02010600030101010101" pitchFamily="2" charset="-122"/>
            </a:endParaRPr>
          </a:p>
        </p:txBody>
      </p:sp>
      <p:sp>
        <p:nvSpPr>
          <p:cNvPr id="123968" name="Line 68">
            <a:extLst>
              <a:ext uri="{FF2B5EF4-FFF2-40B4-BE49-F238E27FC236}">
                <a16:creationId xmlns:a16="http://schemas.microsoft.com/office/drawing/2014/main" id="{A5C0E052-1F6C-7D0A-09CF-0F12A5FD575B}"/>
              </a:ext>
            </a:extLst>
          </p:cNvPr>
          <p:cNvSpPr>
            <a:spLocks noChangeShapeType="1"/>
          </p:cNvSpPr>
          <p:nvPr/>
        </p:nvSpPr>
        <p:spPr bwMode="auto">
          <a:xfrm>
            <a:off x="4876800" y="3505200"/>
            <a:ext cx="0" cy="838200"/>
          </a:xfrm>
          <a:prstGeom prst="line">
            <a:avLst/>
          </a:prstGeom>
          <a:noFill/>
          <a:ln w="25400" cap="rnd">
            <a:solidFill>
              <a:schemeClr val="tx2"/>
            </a:solidFill>
            <a:prstDash val="sysDot"/>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89" name="Text Box 69">
            <a:extLst>
              <a:ext uri="{FF2B5EF4-FFF2-40B4-BE49-F238E27FC236}">
                <a16:creationId xmlns:a16="http://schemas.microsoft.com/office/drawing/2014/main" id="{0DCB913B-3B5F-BC99-584E-11380C878651}"/>
              </a:ext>
            </a:extLst>
          </p:cNvPr>
          <p:cNvSpPr txBox="1">
            <a:spLocks noChangeArrowheads="1"/>
          </p:cNvSpPr>
          <p:nvPr/>
        </p:nvSpPr>
        <p:spPr bwMode="auto">
          <a:xfrm>
            <a:off x="4038600" y="5378450"/>
            <a:ext cx="1219200" cy="946150"/>
          </a:xfrm>
          <a:prstGeom prst="rect">
            <a:avLst/>
          </a:prstGeom>
          <a:noFill/>
          <a:ln w="9525">
            <a:noFill/>
            <a:miter lim="800000"/>
            <a:headEnd/>
            <a:tailEnd/>
          </a:ln>
          <a:effectLst/>
        </p:spPr>
        <p:txBody>
          <a:bodyPr>
            <a:spAutoFit/>
          </a:bodyPr>
          <a:lstStyle/>
          <a:p>
            <a:pPr>
              <a:defRPr/>
            </a:pPr>
            <a:r>
              <a:rPr lang="zh-CN" altLang="en-US" sz="2800" b="1">
                <a:effectLst>
                  <a:outerShdw blurRad="38100" dist="38100" dir="2700000" algn="tl">
                    <a:srgbClr val="C0C0C0"/>
                  </a:outerShdw>
                </a:effectLst>
                <a:ea typeface="仿宋_GB2312" pitchFamily="49" charset="-122"/>
              </a:rPr>
              <a:t>顶点</a:t>
            </a:r>
            <a:r>
              <a:rPr lang="en-US" altLang="zh-CN" sz="2800" b="1">
                <a:effectLst>
                  <a:outerShdw blurRad="38100" dist="38100" dir="2700000" algn="tl">
                    <a:srgbClr val="C0C0C0"/>
                  </a:outerShdw>
                </a:effectLst>
                <a:ea typeface="仿宋_GB2312" pitchFamily="49" charset="-122"/>
              </a:rPr>
              <a:t>4</a:t>
            </a:r>
          </a:p>
          <a:p>
            <a:pPr algn="ctr">
              <a:defRPr/>
            </a:pPr>
            <a:r>
              <a:rPr lang="zh-CN" altLang="en-US" sz="2800" b="1">
                <a:effectLst>
                  <a:outerShdw blurRad="38100" dist="38100" dir="2700000" algn="tl">
                    <a:srgbClr val="C0C0C0"/>
                  </a:outerShdw>
                </a:effectLst>
                <a:ea typeface="仿宋_GB2312" pitchFamily="49" charset="-122"/>
              </a:rPr>
              <a:t>出栈</a:t>
            </a:r>
            <a:endParaRPr lang="zh-CN" altLang="en-US"/>
          </a:p>
        </p:txBody>
      </p:sp>
      <p:sp>
        <p:nvSpPr>
          <p:cNvPr id="123970" name="Line 70">
            <a:extLst>
              <a:ext uri="{FF2B5EF4-FFF2-40B4-BE49-F238E27FC236}">
                <a16:creationId xmlns:a16="http://schemas.microsoft.com/office/drawing/2014/main" id="{11AAE5D0-599D-C2BD-308E-5269379BE510}"/>
              </a:ext>
            </a:extLst>
          </p:cNvPr>
          <p:cNvSpPr>
            <a:spLocks noChangeShapeType="1"/>
          </p:cNvSpPr>
          <p:nvPr/>
        </p:nvSpPr>
        <p:spPr bwMode="auto">
          <a:xfrm>
            <a:off x="6804025" y="4976813"/>
            <a:ext cx="304800" cy="0"/>
          </a:xfrm>
          <a:prstGeom prst="line">
            <a:avLst/>
          </a:prstGeom>
          <a:noFill/>
          <a:ln w="38100">
            <a:solidFill>
              <a:schemeClr val="tx2"/>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71" name="Text Box 71">
            <a:extLst>
              <a:ext uri="{FF2B5EF4-FFF2-40B4-BE49-F238E27FC236}">
                <a16:creationId xmlns:a16="http://schemas.microsoft.com/office/drawing/2014/main" id="{BDCDC552-CEA1-A607-8313-1D27E36ADE55}"/>
              </a:ext>
            </a:extLst>
          </p:cNvPr>
          <p:cNvSpPr txBox="1">
            <a:spLocks noChangeArrowheads="1"/>
          </p:cNvSpPr>
          <p:nvPr/>
        </p:nvSpPr>
        <p:spPr bwMode="auto">
          <a:xfrm>
            <a:off x="6200775" y="4662488"/>
            <a:ext cx="679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top</a:t>
            </a:r>
            <a:endParaRPr kumimoji="1" lang="en-US" altLang="zh-CN" sz="2400">
              <a:latin typeface="Times New Roman" panose="02020603050405020304" pitchFamily="18" charset="0"/>
              <a:ea typeface="宋体" panose="02010600030101010101" pitchFamily="2" charset="-122"/>
            </a:endParaRPr>
          </a:p>
        </p:txBody>
      </p:sp>
      <p:sp>
        <p:nvSpPr>
          <p:cNvPr id="123972" name="Line 72">
            <a:extLst>
              <a:ext uri="{FF2B5EF4-FFF2-40B4-BE49-F238E27FC236}">
                <a16:creationId xmlns:a16="http://schemas.microsoft.com/office/drawing/2014/main" id="{DA6B6F80-2237-3E62-9D35-2A9443E938FC}"/>
              </a:ext>
            </a:extLst>
          </p:cNvPr>
          <p:cNvSpPr>
            <a:spLocks noChangeShapeType="1"/>
          </p:cNvSpPr>
          <p:nvPr/>
        </p:nvSpPr>
        <p:spPr bwMode="auto">
          <a:xfrm>
            <a:off x="6804025" y="4414838"/>
            <a:ext cx="304800" cy="0"/>
          </a:xfrm>
          <a:prstGeom prst="line">
            <a:avLst/>
          </a:prstGeom>
          <a:noFill/>
          <a:ln w="38100">
            <a:solidFill>
              <a:schemeClr val="tx2"/>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73" name="Text Box 73">
            <a:extLst>
              <a:ext uri="{FF2B5EF4-FFF2-40B4-BE49-F238E27FC236}">
                <a16:creationId xmlns:a16="http://schemas.microsoft.com/office/drawing/2014/main" id="{59F16402-AAC1-852C-E030-669C3DE1F953}"/>
              </a:ext>
            </a:extLst>
          </p:cNvPr>
          <p:cNvSpPr txBox="1">
            <a:spLocks noChangeArrowheads="1"/>
          </p:cNvSpPr>
          <p:nvPr/>
        </p:nvSpPr>
        <p:spPr bwMode="auto">
          <a:xfrm>
            <a:off x="6200775" y="4100513"/>
            <a:ext cx="679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top</a:t>
            </a:r>
            <a:endParaRPr kumimoji="1" lang="en-US" altLang="zh-CN" sz="2400">
              <a:latin typeface="Times New Roman" panose="02020603050405020304" pitchFamily="18" charset="0"/>
              <a:ea typeface="宋体" panose="02010600030101010101" pitchFamily="2" charset="-122"/>
            </a:endParaRPr>
          </a:p>
        </p:txBody>
      </p:sp>
      <p:sp>
        <p:nvSpPr>
          <p:cNvPr id="123974" name="Line 74">
            <a:extLst>
              <a:ext uri="{FF2B5EF4-FFF2-40B4-BE49-F238E27FC236}">
                <a16:creationId xmlns:a16="http://schemas.microsoft.com/office/drawing/2014/main" id="{2C681BED-EFAF-2CD8-0D8D-798A8914FB8F}"/>
              </a:ext>
            </a:extLst>
          </p:cNvPr>
          <p:cNvSpPr>
            <a:spLocks noChangeShapeType="1"/>
          </p:cNvSpPr>
          <p:nvPr/>
        </p:nvSpPr>
        <p:spPr bwMode="auto">
          <a:xfrm>
            <a:off x="6858000" y="4495800"/>
            <a:ext cx="0" cy="381000"/>
          </a:xfrm>
          <a:prstGeom prst="line">
            <a:avLst/>
          </a:prstGeom>
          <a:noFill/>
          <a:ln w="25400" cap="rnd">
            <a:solidFill>
              <a:schemeClr val="tx2"/>
            </a:solidFill>
            <a:prstDash val="sysDot"/>
            <a:round/>
            <a:headEnd/>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95" name="Text Box 75">
            <a:extLst>
              <a:ext uri="{FF2B5EF4-FFF2-40B4-BE49-F238E27FC236}">
                <a16:creationId xmlns:a16="http://schemas.microsoft.com/office/drawing/2014/main" id="{516237FE-9BE0-15F5-3AC7-BD26FB53FE6D}"/>
              </a:ext>
            </a:extLst>
          </p:cNvPr>
          <p:cNvSpPr txBox="1">
            <a:spLocks noChangeArrowheads="1"/>
          </p:cNvSpPr>
          <p:nvPr/>
        </p:nvSpPr>
        <p:spPr bwMode="auto">
          <a:xfrm>
            <a:off x="6019800" y="5410200"/>
            <a:ext cx="1130300" cy="946150"/>
          </a:xfrm>
          <a:prstGeom prst="rect">
            <a:avLst/>
          </a:prstGeom>
          <a:noFill/>
          <a:ln w="9525">
            <a:noFill/>
            <a:miter lim="800000"/>
            <a:headEnd/>
            <a:tailEnd/>
          </a:ln>
          <a:effectLst/>
        </p:spPr>
        <p:txBody>
          <a:bodyPr>
            <a:spAutoFit/>
          </a:bodyPr>
          <a:lstStyle/>
          <a:p>
            <a:pPr algn="ctr">
              <a:defRPr/>
            </a:pPr>
            <a:r>
              <a:rPr lang="zh-CN" altLang="en-US" sz="2800" b="1">
                <a:effectLst>
                  <a:outerShdw blurRad="38100" dist="38100" dir="2700000" algn="tl">
                    <a:srgbClr val="C0C0C0"/>
                  </a:outerShdw>
                </a:effectLst>
                <a:ea typeface="仿宋_GB2312" pitchFamily="49" charset="-122"/>
              </a:rPr>
              <a:t>顶点</a:t>
            </a:r>
            <a:r>
              <a:rPr lang="en-US" altLang="zh-CN" sz="2800" b="1">
                <a:effectLst>
                  <a:outerShdw blurRad="38100" dist="38100" dir="2700000" algn="tl">
                    <a:srgbClr val="C0C0C0"/>
                  </a:outerShdw>
                </a:effectLst>
                <a:ea typeface="仿宋_GB2312" pitchFamily="49" charset="-122"/>
              </a:rPr>
              <a:t>0</a:t>
            </a:r>
          </a:p>
          <a:p>
            <a:pPr algn="ctr">
              <a:defRPr/>
            </a:pPr>
            <a:r>
              <a:rPr lang="zh-CN" altLang="en-US" sz="2800" b="1">
                <a:effectLst>
                  <a:outerShdw blurRad="38100" dist="38100" dir="2700000" algn="tl">
                    <a:srgbClr val="C0C0C0"/>
                  </a:outerShdw>
                </a:effectLst>
                <a:ea typeface="仿宋_GB2312" pitchFamily="49" charset="-122"/>
              </a:rPr>
              <a:t>出栈</a:t>
            </a:r>
            <a:endParaRPr lang="zh-CN" altLang="en-US"/>
          </a:p>
        </p:txBody>
      </p:sp>
      <p:sp>
        <p:nvSpPr>
          <p:cNvPr id="2" name="灯片编号占位符 1">
            <a:extLst>
              <a:ext uri="{FF2B5EF4-FFF2-40B4-BE49-F238E27FC236}">
                <a16:creationId xmlns:a16="http://schemas.microsoft.com/office/drawing/2014/main" id="{9DECDD56-D787-34FE-013F-BB3CEA9A4E50}"/>
              </a:ext>
            </a:extLst>
          </p:cNvPr>
          <p:cNvSpPr>
            <a:spLocks noGrp="1"/>
          </p:cNvSpPr>
          <p:nvPr>
            <p:ph type="sldNum" sz="quarter" idx="12"/>
          </p:nvPr>
        </p:nvSpPr>
        <p:spPr/>
        <p:txBody>
          <a:bodyPr/>
          <a:lstStyle/>
          <a:p>
            <a:pPr>
              <a:defRPr/>
            </a:pPr>
            <a:fld id="{22EEED5C-99EB-4141-8E47-FA8D31DEB9C9}" type="slidenum">
              <a:rPr lang="en-US" altLang="zh-CN" smtClean="0"/>
              <a:pPr>
                <a:defRPr/>
              </a:pPr>
              <a:t>107</a:t>
            </a:fld>
            <a:endParaRPr lang="en-US" altLang="zh-CN"/>
          </a:p>
        </p:txBody>
      </p:sp>
    </p:spTree>
  </p:cSld>
  <p:clrMapOvr>
    <a:masterClrMapping/>
  </p:clrMapOvr>
  <p:transition>
    <p:zoom/>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Line 2">
            <a:extLst>
              <a:ext uri="{FF2B5EF4-FFF2-40B4-BE49-F238E27FC236}">
                <a16:creationId xmlns:a16="http://schemas.microsoft.com/office/drawing/2014/main" id="{946CC71A-CF22-3220-A8FD-388AA33E684D}"/>
              </a:ext>
            </a:extLst>
          </p:cNvPr>
          <p:cNvSpPr>
            <a:spLocks noChangeShapeType="1"/>
          </p:cNvSpPr>
          <p:nvPr/>
        </p:nvSpPr>
        <p:spPr bwMode="auto">
          <a:xfrm>
            <a:off x="2286000" y="2286000"/>
            <a:ext cx="990600" cy="0"/>
          </a:xfrm>
          <a:prstGeom prst="line">
            <a:avLst/>
          </a:prstGeom>
          <a:noFill/>
          <a:ln w="38100">
            <a:solidFill>
              <a:srgbClr val="FF3300"/>
            </a:solidFill>
            <a:round/>
            <a:headEnd type="non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31" name="Line 3">
            <a:extLst>
              <a:ext uri="{FF2B5EF4-FFF2-40B4-BE49-F238E27FC236}">
                <a16:creationId xmlns:a16="http://schemas.microsoft.com/office/drawing/2014/main" id="{B828E02E-BE99-D789-C680-60AC5A7C58D9}"/>
              </a:ext>
            </a:extLst>
          </p:cNvPr>
          <p:cNvSpPr>
            <a:spLocks noChangeShapeType="1"/>
          </p:cNvSpPr>
          <p:nvPr/>
        </p:nvSpPr>
        <p:spPr bwMode="auto">
          <a:xfrm flipH="1" flipV="1">
            <a:off x="2209800" y="914400"/>
            <a:ext cx="1143000" cy="1143000"/>
          </a:xfrm>
          <a:prstGeom prst="line">
            <a:avLst/>
          </a:prstGeom>
          <a:noFill/>
          <a:ln w="38100">
            <a:solidFill>
              <a:srgbClr val="FF3300"/>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32" name="Line 4">
            <a:extLst>
              <a:ext uri="{FF2B5EF4-FFF2-40B4-BE49-F238E27FC236}">
                <a16:creationId xmlns:a16="http://schemas.microsoft.com/office/drawing/2014/main" id="{67634874-041E-100D-2158-710DD6DAB00B}"/>
              </a:ext>
            </a:extLst>
          </p:cNvPr>
          <p:cNvSpPr>
            <a:spLocks noChangeShapeType="1"/>
          </p:cNvSpPr>
          <p:nvPr/>
        </p:nvSpPr>
        <p:spPr bwMode="auto">
          <a:xfrm>
            <a:off x="2362200" y="762000"/>
            <a:ext cx="990600" cy="0"/>
          </a:xfrm>
          <a:prstGeom prst="line">
            <a:avLst/>
          </a:prstGeom>
          <a:noFill/>
          <a:ln w="38100">
            <a:solidFill>
              <a:srgbClr val="FF3300"/>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33" name="Line 5">
            <a:extLst>
              <a:ext uri="{FF2B5EF4-FFF2-40B4-BE49-F238E27FC236}">
                <a16:creationId xmlns:a16="http://schemas.microsoft.com/office/drawing/2014/main" id="{33917CE0-2096-1C5A-A3A3-CDE28E2ED575}"/>
              </a:ext>
            </a:extLst>
          </p:cNvPr>
          <p:cNvSpPr>
            <a:spLocks noChangeShapeType="1"/>
          </p:cNvSpPr>
          <p:nvPr/>
        </p:nvSpPr>
        <p:spPr bwMode="auto">
          <a:xfrm flipH="1" flipV="1">
            <a:off x="914400" y="990600"/>
            <a:ext cx="990600" cy="1066800"/>
          </a:xfrm>
          <a:prstGeom prst="line">
            <a:avLst/>
          </a:prstGeom>
          <a:noFill/>
          <a:ln w="38100">
            <a:solidFill>
              <a:srgbClr val="FF3300"/>
            </a:solidFill>
            <a:round/>
            <a:headEnd type="non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0823" name="Text Box 7" descr="粉色砂纸">
            <a:extLst>
              <a:ext uri="{FF2B5EF4-FFF2-40B4-BE49-F238E27FC236}">
                <a16:creationId xmlns:a16="http://schemas.microsoft.com/office/drawing/2014/main" id="{D6B37EC2-490B-8987-F0A1-FE440E902F90}"/>
              </a:ext>
            </a:extLst>
          </p:cNvPr>
          <p:cNvSpPr txBox="1">
            <a:spLocks noChangeArrowheads="1"/>
          </p:cNvSpPr>
          <p:nvPr/>
        </p:nvSpPr>
        <p:spPr bwMode="auto">
          <a:xfrm>
            <a:off x="4572000" y="609600"/>
            <a:ext cx="3200400" cy="1554163"/>
          </a:xfrm>
          <a:prstGeom prst="rect">
            <a:avLst/>
          </a:prstGeom>
          <a:blipFill dpi="0" rotWithShape="0">
            <a:blip r:embed="rId2"/>
            <a:srcRect/>
            <a:tile tx="0" ty="0" sx="100000" sy="100000" flip="none" algn="tl"/>
          </a:blipFill>
          <a:ln w="9525">
            <a:noFill/>
            <a:miter lim="800000"/>
            <a:headEnd/>
            <a:tailEnd/>
          </a:ln>
          <a:effectLst>
            <a:outerShdw dist="107763" dir="2700000" algn="ctr" rotWithShape="0">
              <a:srgbClr val="808080"/>
            </a:outerShdw>
          </a:effectLst>
        </p:spPr>
        <p:txBody>
          <a:bodyPr>
            <a:spAutoFit/>
          </a:bodyPr>
          <a:lstStyle/>
          <a:p>
            <a:pPr>
              <a:defRPr/>
            </a:pPr>
            <a:r>
              <a:rPr lang="zh-CN" altLang="en-US" sz="3200" b="1">
                <a:solidFill>
                  <a:srgbClr val="3333CC"/>
                </a:solidFill>
                <a:effectLst>
                  <a:outerShdw blurRad="38100" dist="38100" dir="2700000" algn="tl">
                    <a:srgbClr val="000000"/>
                  </a:outerShdw>
                </a:effectLst>
                <a:ea typeface="仿宋_GB2312" pitchFamily="49" charset="-122"/>
              </a:rPr>
              <a:t>拓扑排序时入度为零的顶点栈在</a:t>
            </a:r>
            <a:r>
              <a:rPr lang="en-US" altLang="zh-CN" sz="3200" b="1">
                <a:solidFill>
                  <a:schemeClr val="tx2"/>
                </a:solidFill>
                <a:effectLst>
                  <a:outerShdw blurRad="38100" dist="38100" dir="2700000" algn="tl">
                    <a:srgbClr val="000000"/>
                  </a:outerShdw>
                </a:effectLst>
                <a:ea typeface="仿宋_GB2312" pitchFamily="49" charset="-122"/>
              </a:rPr>
              <a:t>count[]</a:t>
            </a:r>
            <a:r>
              <a:rPr lang="zh-CN" altLang="en-US" sz="3200" b="1">
                <a:solidFill>
                  <a:srgbClr val="3333CC"/>
                </a:solidFill>
                <a:effectLst>
                  <a:outerShdw blurRad="38100" dist="38100" dir="2700000" algn="tl">
                    <a:srgbClr val="000000"/>
                  </a:outerShdw>
                </a:effectLst>
                <a:ea typeface="仿宋_GB2312" pitchFamily="49" charset="-122"/>
              </a:rPr>
              <a:t>中的变化</a:t>
            </a:r>
            <a:endParaRPr lang="zh-CN" altLang="en-US" sz="3200" b="1">
              <a:effectLst>
                <a:outerShdw blurRad="38100" dist="38100" dir="2700000" algn="tl">
                  <a:srgbClr val="FFFFFF"/>
                </a:outerShdw>
              </a:effectLst>
            </a:endParaRPr>
          </a:p>
        </p:txBody>
      </p:sp>
      <p:sp>
        <p:nvSpPr>
          <p:cNvPr id="124935" name="Oval 8">
            <a:extLst>
              <a:ext uri="{FF2B5EF4-FFF2-40B4-BE49-F238E27FC236}">
                <a16:creationId xmlns:a16="http://schemas.microsoft.com/office/drawing/2014/main" id="{C8FB0202-673C-6DD7-1C3D-7D8F01414D9B}"/>
              </a:ext>
            </a:extLst>
          </p:cNvPr>
          <p:cNvSpPr>
            <a:spLocks noChangeArrowheads="1"/>
          </p:cNvSpPr>
          <p:nvPr/>
        </p:nvSpPr>
        <p:spPr bwMode="auto">
          <a:xfrm>
            <a:off x="457200" y="533400"/>
            <a:ext cx="533400" cy="533400"/>
          </a:xfrm>
          <a:prstGeom prst="ellipse">
            <a:avLst/>
          </a:prstGeom>
          <a:solidFill>
            <a:srgbClr val="FFFF00"/>
          </a:solidFill>
          <a:ln w="38100">
            <a:solidFill>
              <a:srgbClr val="FF3300"/>
            </a:solidFill>
            <a:round/>
            <a:headEnd/>
            <a:tailEnd/>
          </a:ln>
          <a:effectLst>
            <a:outerShdw dist="35921"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b="1"/>
              <a:t>C0</a:t>
            </a:r>
            <a:endParaRPr lang="en-US" altLang="zh-CN"/>
          </a:p>
        </p:txBody>
      </p:sp>
      <p:sp>
        <p:nvSpPr>
          <p:cNvPr id="124936" name="Oval 9">
            <a:extLst>
              <a:ext uri="{FF2B5EF4-FFF2-40B4-BE49-F238E27FC236}">
                <a16:creationId xmlns:a16="http://schemas.microsoft.com/office/drawing/2014/main" id="{2914DD30-C872-65F7-D945-62836A06FEBD}"/>
              </a:ext>
            </a:extLst>
          </p:cNvPr>
          <p:cNvSpPr>
            <a:spLocks noChangeArrowheads="1"/>
          </p:cNvSpPr>
          <p:nvPr/>
        </p:nvSpPr>
        <p:spPr bwMode="auto">
          <a:xfrm>
            <a:off x="1828800" y="533400"/>
            <a:ext cx="533400" cy="533400"/>
          </a:xfrm>
          <a:prstGeom prst="ellipse">
            <a:avLst/>
          </a:prstGeom>
          <a:solidFill>
            <a:srgbClr val="FFFF00"/>
          </a:solidFill>
          <a:ln w="38100">
            <a:solidFill>
              <a:srgbClr val="FF3300"/>
            </a:solidFill>
            <a:round/>
            <a:headEnd/>
            <a:tailEnd/>
          </a:ln>
          <a:effectLst>
            <a:outerShdw dist="35921"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b="1"/>
              <a:t>C1</a:t>
            </a:r>
            <a:endParaRPr lang="en-US" altLang="zh-CN"/>
          </a:p>
        </p:txBody>
      </p:sp>
      <p:sp>
        <p:nvSpPr>
          <p:cNvPr id="124937" name="Oval 10">
            <a:extLst>
              <a:ext uri="{FF2B5EF4-FFF2-40B4-BE49-F238E27FC236}">
                <a16:creationId xmlns:a16="http://schemas.microsoft.com/office/drawing/2014/main" id="{CEBC487D-69DB-27A0-135C-DF30C2B6AB8F}"/>
              </a:ext>
            </a:extLst>
          </p:cNvPr>
          <p:cNvSpPr>
            <a:spLocks noChangeArrowheads="1"/>
          </p:cNvSpPr>
          <p:nvPr/>
        </p:nvSpPr>
        <p:spPr bwMode="auto">
          <a:xfrm>
            <a:off x="3276600" y="533400"/>
            <a:ext cx="533400" cy="533400"/>
          </a:xfrm>
          <a:prstGeom prst="ellipse">
            <a:avLst/>
          </a:prstGeom>
          <a:solidFill>
            <a:srgbClr val="FFFF00"/>
          </a:solidFill>
          <a:ln w="38100">
            <a:solidFill>
              <a:srgbClr val="FF3300"/>
            </a:solidFill>
            <a:round/>
            <a:headEnd/>
            <a:tailEnd/>
          </a:ln>
          <a:effectLst>
            <a:outerShdw dist="35921"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b="1"/>
              <a:t>C2</a:t>
            </a:r>
            <a:endParaRPr lang="en-US" altLang="zh-CN"/>
          </a:p>
        </p:txBody>
      </p:sp>
      <p:sp>
        <p:nvSpPr>
          <p:cNvPr id="124938" name="Line 11">
            <a:extLst>
              <a:ext uri="{FF2B5EF4-FFF2-40B4-BE49-F238E27FC236}">
                <a16:creationId xmlns:a16="http://schemas.microsoft.com/office/drawing/2014/main" id="{4281DD55-6948-3081-B1A9-49D6CFB9EF8C}"/>
              </a:ext>
            </a:extLst>
          </p:cNvPr>
          <p:cNvSpPr>
            <a:spLocks noChangeShapeType="1"/>
          </p:cNvSpPr>
          <p:nvPr/>
        </p:nvSpPr>
        <p:spPr bwMode="auto">
          <a:xfrm>
            <a:off x="990600" y="762000"/>
            <a:ext cx="838200" cy="0"/>
          </a:xfrm>
          <a:prstGeom prst="line">
            <a:avLst/>
          </a:prstGeom>
          <a:noFill/>
          <a:ln w="38100">
            <a:solidFill>
              <a:srgbClr val="FF3300"/>
            </a:solidFill>
            <a:round/>
            <a:headEnd type="non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39" name="Oval 12">
            <a:extLst>
              <a:ext uri="{FF2B5EF4-FFF2-40B4-BE49-F238E27FC236}">
                <a16:creationId xmlns:a16="http://schemas.microsoft.com/office/drawing/2014/main" id="{14D7EFC7-D707-D8BC-04E8-405372912FC5}"/>
              </a:ext>
            </a:extLst>
          </p:cNvPr>
          <p:cNvSpPr>
            <a:spLocks noChangeArrowheads="1"/>
          </p:cNvSpPr>
          <p:nvPr/>
        </p:nvSpPr>
        <p:spPr bwMode="auto">
          <a:xfrm>
            <a:off x="457200" y="1981200"/>
            <a:ext cx="533400" cy="533400"/>
          </a:xfrm>
          <a:prstGeom prst="ellipse">
            <a:avLst/>
          </a:prstGeom>
          <a:solidFill>
            <a:srgbClr val="FFFF00"/>
          </a:solidFill>
          <a:ln w="38100">
            <a:solidFill>
              <a:srgbClr val="FF3300"/>
            </a:solidFill>
            <a:round/>
            <a:headEnd/>
            <a:tailEnd/>
          </a:ln>
          <a:effectLst>
            <a:outerShdw dist="35921"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b="1"/>
              <a:t>C3</a:t>
            </a:r>
            <a:endParaRPr lang="en-US" altLang="zh-CN"/>
          </a:p>
        </p:txBody>
      </p:sp>
      <p:sp>
        <p:nvSpPr>
          <p:cNvPr id="124940" name="Line 13">
            <a:extLst>
              <a:ext uri="{FF2B5EF4-FFF2-40B4-BE49-F238E27FC236}">
                <a16:creationId xmlns:a16="http://schemas.microsoft.com/office/drawing/2014/main" id="{0FCA3EBB-9E51-CBC9-5D3A-BE2454CD42C0}"/>
              </a:ext>
            </a:extLst>
          </p:cNvPr>
          <p:cNvSpPr>
            <a:spLocks noChangeShapeType="1"/>
          </p:cNvSpPr>
          <p:nvPr/>
        </p:nvSpPr>
        <p:spPr bwMode="auto">
          <a:xfrm>
            <a:off x="685800" y="1066800"/>
            <a:ext cx="0" cy="914400"/>
          </a:xfrm>
          <a:prstGeom prst="line">
            <a:avLst/>
          </a:prstGeom>
          <a:noFill/>
          <a:ln w="38100">
            <a:solidFill>
              <a:srgbClr val="FF3300"/>
            </a:solidFill>
            <a:round/>
            <a:headEnd type="non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41" name="Oval 14">
            <a:extLst>
              <a:ext uri="{FF2B5EF4-FFF2-40B4-BE49-F238E27FC236}">
                <a16:creationId xmlns:a16="http://schemas.microsoft.com/office/drawing/2014/main" id="{1B6718E5-F026-F59C-4590-6A6356595377}"/>
              </a:ext>
            </a:extLst>
          </p:cNvPr>
          <p:cNvSpPr>
            <a:spLocks noChangeArrowheads="1"/>
          </p:cNvSpPr>
          <p:nvPr/>
        </p:nvSpPr>
        <p:spPr bwMode="auto">
          <a:xfrm>
            <a:off x="1828800" y="1981200"/>
            <a:ext cx="533400" cy="533400"/>
          </a:xfrm>
          <a:prstGeom prst="ellipse">
            <a:avLst/>
          </a:prstGeom>
          <a:solidFill>
            <a:srgbClr val="FFFF00"/>
          </a:solidFill>
          <a:ln w="38100">
            <a:solidFill>
              <a:srgbClr val="FF3300"/>
            </a:solidFill>
            <a:round/>
            <a:headEnd/>
            <a:tailEnd/>
          </a:ln>
          <a:effectLst>
            <a:outerShdw dist="35921"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b="1"/>
              <a:t>C4</a:t>
            </a:r>
            <a:endParaRPr lang="en-US" altLang="zh-CN"/>
          </a:p>
        </p:txBody>
      </p:sp>
      <p:sp>
        <p:nvSpPr>
          <p:cNvPr id="124942" name="Line 15">
            <a:extLst>
              <a:ext uri="{FF2B5EF4-FFF2-40B4-BE49-F238E27FC236}">
                <a16:creationId xmlns:a16="http://schemas.microsoft.com/office/drawing/2014/main" id="{0762D0D5-C728-224B-67B8-75122A3ABECD}"/>
              </a:ext>
            </a:extLst>
          </p:cNvPr>
          <p:cNvSpPr>
            <a:spLocks noChangeShapeType="1"/>
          </p:cNvSpPr>
          <p:nvPr/>
        </p:nvSpPr>
        <p:spPr bwMode="auto">
          <a:xfrm>
            <a:off x="2133600" y="1066800"/>
            <a:ext cx="0" cy="914400"/>
          </a:xfrm>
          <a:prstGeom prst="line">
            <a:avLst/>
          </a:prstGeom>
          <a:noFill/>
          <a:ln w="38100">
            <a:solidFill>
              <a:srgbClr val="FF3300"/>
            </a:solidFill>
            <a:round/>
            <a:headEnd type="triangl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43" name="Oval 16">
            <a:extLst>
              <a:ext uri="{FF2B5EF4-FFF2-40B4-BE49-F238E27FC236}">
                <a16:creationId xmlns:a16="http://schemas.microsoft.com/office/drawing/2014/main" id="{2DE478D1-7F81-01AD-BE2F-D0A20FB01FB4}"/>
              </a:ext>
            </a:extLst>
          </p:cNvPr>
          <p:cNvSpPr>
            <a:spLocks noChangeArrowheads="1"/>
          </p:cNvSpPr>
          <p:nvPr/>
        </p:nvSpPr>
        <p:spPr bwMode="auto">
          <a:xfrm>
            <a:off x="3276600" y="1981200"/>
            <a:ext cx="533400" cy="533400"/>
          </a:xfrm>
          <a:prstGeom prst="ellipse">
            <a:avLst/>
          </a:prstGeom>
          <a:solidFill>
            <a:srgbClr val="FFFF00"/>
          </a:solidFill>
          <a:ln w="38100">
            <a:solidFill>
              <a:srgbClr val="FF3300"/>
            </a:solidFill>
            <a:round/>
            <a:headEnd/>
            <a:tailEnd/>
          </a:ln>
          <a:effectLst>
            <a:outerShdw dist="35921"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b="1"/>
              <a:t>C5</a:t>
            </a:r>
            <a:endParaRPr lang="en-US" altLang="zh-CN"/>
          </a:p>
        </p:txBody>
      </p:sp>
      <p:sp>
        <p:nvSpPr>
          <p:cNvPr id="124944" name="Line 17">
            <a:extLst>
              <a:ext uri="{FF2B5EF4-FFF2-40B4-BE49-F238E27FC236}">
                <a16:creationId xmlns:a16="http://schemas.microsoft.com/office/drawing/2014/main" id="{A6FC9DE4-125C-3E27-34C2-110F13CFCB2F}"/>
              </a:ext>
            </a:extLst>
          </p:cNvPr>
          <p:cNvSpPr>
            <a:spLocks noChangeShapeType="1"/>
          </p:cNvSpPr>
          <p:nvPr/>
        </p:nvSpPr>
        <p:spPr bwMode="auto">
          <a:xfrm>
            <a:off x="3581400" y="1066800"/>
            <a:ext cx="0" cy="914400"/>
          </a:xfrm>
          <a:prstGeom prst="line">
            <a:avLst/>
          </a:prstGeom>
          <a:noFill/>
          <a:ln w="38100">
            <a:solidFill>
              <a:srgbClr val="FF3300"/>
            </a:solidFill>
            <a:round/>
            <a:headEnd type="non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45" name="Rectangle 18" descr="白色大理石">
            <a:extLst>
              <a:ext uri="{FF2B5EF4-FFF2-40B4-BE49-F238E27FC236}">
                <a16:creationId xmlns:a16="http://schemas.microsoft.com/office/drawing/2014/main" id="{3FD4B8AF-5AAE-11ED-4F9B-D59019480470}"/>
              </a:ext>
            </a:extLst>
          </p:cNvPr>
          <p:cNvSpPr>
            <a:spLocks noChangeArrowheads="1"/>
          </p:cNvSpPr>
          <p:nvPr/>
        </p:nvSpPr>
        <p:spPr bwMode="auto">
          <a:xfrm>
            <a:off x="1600200" y="3089275"/>
            <a:ext cx="533400" cy="3200400"/>
          </a:xfrm>
          <a:prstGeom prst="rect">
            <a:avLst/>
          </a:prstGeom>
          <a:blipFill dpi="0" rotWithShape="0">
            <a:blip r:embed="rId3"/>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90835" name="Text Box 19">
            <a:extLst>
              <a:ext uri="{FF2B5EF4-FFF2-40B4-BE49-F238E27FC236}">
                <a16:creationId xmlns:a16="http://schemas.microsoft.com/office/drawing/2014/main" id="{7EDC7438-480F-C24A-CA77-C2594B5B2B98}"/>
              </a:ext>
            </a:extLst>
          </p:cNvPr>
          <p:cNvSpPr txBox="1">
            <a:spLocks noChangeArrowheads="1"/>
          </p:cNvSpPr>
          <p:nvPr/>
        </p:nvSpPr>
        <p:spPr bwMode="auto">
          <a:xfrm>
            <a:off x="1670050" y="3013075"/>
            <a:ext cx="522288" cy="3311525"/>
          </a:xfrm>
          <a:prstGeom prst="rect">
            <a:avLst/>
          </a:prstGeom>
          <a:noFill/>
          <a:ln w="9525">
            <a:noFill/>
            <a:miter lim="800000"/>
            <a:headEnd/>
            <a:tailEnd/>
          </a:ln>
          <a:effectLst/>
        </p:spPr>
        <p:txBody>
          <a:bodyPr wrap="none">
            <a:spAutoFit/>
          </a:bodyPr>
          <a:lstStyle/>
          <a:p>
            <a:pPr>
              <a:lnSpc>
                <a:spcPct val="110000"/>
              </a:lnSpc>
              <a:defRPr/>
            </a:pPr>
            <a:r>
              <a:rPr lang="en-US" altLang="zh-CN" sz="3200" b="1">
                <a:solidFill>
                  <a:schemeClr val="accent1"/>
                </a:solidFill>
              </a:rPr>
              <a:t>2</a:t>
            </a:r>
            <a:endParaRPr lang="en-US" altLang="zh-CN" sz="3200" b="1">
              <a:solidFill>
                <a:schemeClr val="accent2"/>
              </a:solidFill>
            </a:endParaRPr>
          </a:p>
          <a:p>
            <a:pPr>
              <a:lnSpc>
                <a:spcPct val="110000"/>
              </a:lnSpc>
              <a:defRPr/>
            </a:pPr>
            <a:r>
              <a:rPr lang="en-US" altLang="zh-CN" sz="3200" b="1">
                <a:solidFill>
                  <a:schemeClr val="accent2"/>
                </a:solidFill>
              </a:rPr>
              <a:t>1</a:t>
            </a:r>
          </a:p>
          <a:p>
            <a:pPr>
              <a:lnSpc>
                <a:spcPct val="110000"/>
              </a:lnSpc>
              <a:defRPr/>
            </a:pPr>
            <a:r>
              <a:rPr lang="en-US" altLang="zh-CN" sz="3200" b="1">
                <a:solidFill>
                  <a:srgbClr val="CC3300"/>
                </a:solidFill>
                <a:effectLst>
                  <a:outerShdw blurRad="38100" dist="38100" dir="2700000" algn="tl">
                    <a:srgbClr val="C0C0C0"/>
                  </a:outerShdw>
                </a:effectLst>
              </a:rPr>
              <a:t>-</a:t>
            </a:r>
            <a:r>
              <a:rPr lang="en-US" altLang="zh-CN" sz="3200" b="1">
                <a:solidFill>
                  <a:srgbClr val="CC3300"/>
                </a:solidFill>
              </a:rPr>
              <a:t>1</a:t>
            </a:r>
            <a:endParaRPr lang="en-US" altLang="zh-CN" sz="3200" b="1">
              <a:solidFill>
                <a:schemeClr val="accent2"/>
              </a:solidFill>
            </a:endParaRPr>
          </a:p>
          <a:p>
            <a:pPr>
              <a:lnSpc>
                <a:spcPct val="110000"/>
              </a:lnSpc>
              <a:defRPr/>
            </a:pPr>
            <a:r>
              <a:rPr lang="en-US" altLang="zh-CN" sz="3200" b="1">
                <a:solidFill>
                  <a:schemeClr val="accent1"/>
                </a:solidFill>
              </a:rPr>
              <a:t>2</a:t>
            </a:r>
            <a:endParaRPr lang="en-US" altLang="zh-CN" sz="3200" b="1">
              <a:solidFill>
                <a:schemeClr val="accent2"/>
              </a:solidFill>
            </a:endParaRPr>
          </a:p>
          <a:p>
            <a:pPr>
              <a:lnSpc>
                <a:spcPct val="110000"/>
              </a:lnSpc>
              <a:defRPr/>
            </a:pPr>
            <a:r>
              <a:rPr lang="en-US" altLang="zh-CN" sz="3200" b="1">
                <a:solidFill>
                  <a:schemeClr val="accent1"/>
                </a:solidFill>
              </a:rPr>
              <a:t>2</a:t>
            </a:r>
            <a:endParaRPr lang="en-US" altLang="zh-CN" sz="3200" b="1">
              <a:solidFill>
                <a:schemeClr val="accent2"/>
              </a:solidFill>
            </a:endParaRPr>
          </a:p>
          <a:p>
            <a:pPr>
              <a:lnSpc>
                <a:spcPct val="110000"/>
              </a:lnSpc>
              <a:defRPr/>
            </a:pPr>
            <a:r>
              <a:rPr lang="en-US" altLang="zh-CN" sz="3200" b="1">
                <a:solidFill>
                  <a:schemeClr val="accent2"/>
                </a:solidFill>
              </a:rPr>
              <a:t>2</a:t>
            </a:r>
            <a:endParaRPr lang="en-US" altLang="zh-CN"/>
          </a:p>
        </p:txBody>
      </p:sp>
      <p:sp>
        <p:nvSpPr>
          <p:cNvPr id="124947" name="Line 20">
            <a:extLst>
              <a:ext uri="{FF2B5EF4-FFF2-40B4-BE49-F238E27FC236}">
                <a16:creationId xmlns:a16="http://schemas.microsoft.com/office/drawing/2014/main" id="{263C1401-77CA-0813-EB45-488961ABFC76}"/>
              </a:ext>
            </a:extLst>
          </p:cNvPr>
          <p:cNvSpPr>
            <a:spLocks noChangeShapeType="1"/>
          </p:cNvSpPr>
          <p:nvPr/>
        </p:nvSpPr>
        <p:spPr bwMode="auto">
          <a:xfrm>
            <a:off x="1600200" y="36226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48" name="Line 21">
            <a:extLst>
              <a:ext uri="{FF2B5EF4-FFF2-40B4-BE49-F238E27FC236}">
                <a16:creationId xmlns:a16="http://schemas.microsoft.com/office/drawing/2014/main" id="{EE1DBD15-3848-9100-32FF-6DB0A79BE932}"/>
              </a:ext>
            </a:extLst>
          </p:cNvPr>
          <p:cNvSpPr>
            <a:spLocks noChangeShapeType="1"/>
          </p:cNvSpPr>
          <p:nvPr/>
        </p:nvSpPr>
        <p:spPr bwMode="auto">
          <a:xfrm>
            <a:off x="1600200" y="41560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49" name="Line 22">
            <a:extLst>
              <a:ext uri="{FF2B5EF4-FFF2-40B4-BE49-F238E27FC236}">
                <a16:creationId xmlns:a16="http://schemas.microsoft.com/office/drawing/2014/main" id="{E9F8D760-AC7B-7A98-5B0D-4AC27BC83186}"/>
              </a:ext>
            </a:extLst>
          </p:cNvPr>
          <p:cNvSpPr>
            <a:spLocks noChangeShapeType="1"/>
          </p:cNvSpPr>
          <p:nvPr/>
        </p:nvSpPr>
        <p:spPr bwMode="auto">
          <a:xfrm>
            <a:off x="1600200" y="46894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50" name="Line 23">
            <a:extLst>
              <a:ext uri="{FF2B5EF4-FFF2-40B4-BE49-F238E27FC236}">
                <a16:creationId xmlns:a16="http://schemas.microsoft.com/office/drawing/2014/main" id="{CB7EBE6C-65D7-F830-C2EA-8B6AA2512EAD}"/>
              </a:ext>
            </a:extLst>
          </p:cNvPr>
          <p:cNvSpPr>
            <a:spLocks noChangeShapeType="1"/>
          </p:cNvSpPr>
          <p:nvPr/>
        </p:nvSpPr>
        <p:spPr bwMode="auto">
          <a:xfrm>
            <a:off x="1600200" y="52228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51" name="Line 24">
            <a:extLst>
              <a:ext uri="{FF2B5EF4-FFF2-40B4-BE49-F238E27FC236}">
                <a16:creationId xmlns:a16="http://schemas.microsoft.com/office/drawing/2014/main" id="{7A8A4C6B-62B3-752F-E056-6634D7E8A4FF}"/>
              </a:ext>
            </a:extLst>
          </p:cNvPr>
          <p:cNvSpPr>
            <a:spLocks noChangeShapeType="1"/>
          </p:cNvSpPr>
          <p:nvPr/>
        </p:nvSpPr>
        <p:spPr bwMode="auto">
          <a:xfrm>
            <a:off x="1600200" y="57562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52" name="Rectangle 25" descr="白色大理石">
            <a:extLst>
              <a:ext uri="{FF2B5EF4-FFF2-40B4-BE49-F238E27FC236}">
                <a16:creationId xmlns:a16="http://schemas.microsoft.com/office/drawing/2014/main" id="{F049D81F-C853-38C8-7664-A7A21AC4C461}"/>
              </a:ext>
            </a:extLst>
          </p:cNvPr>
          <p:cNvSpPr>
            <a:spLocks noChangeArrowheads="1"/>
          </p:cNvSpPr>
          <p:nvPr/>
        </p:nvSpPr>
        <p:spPr bwMode="auto">
          <a:xfrm>
            <a:off x="3675063" y="3089275"/>
            <a:ext cx="533400" cy="3200400"/>
          </a:xfrm>
          <a:prstGeom prst="rect">
            <a:avLst/>
          </a:prstGeom>
          <a:blipFill dpi="0" rotWithShape="0">
            <a:blip r:embed="rId3"/>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90842" name="Text Box 26">
            <a:extLst>
              <a:ext uri="{FF2B5EF4-FFF2-40B4-BE49-F238E27FC236}">
                <a16:creationId xmlns:a16="http://schemas.microsoft.com/office/drawing/2014/main" id="{5166D219-AB32-4169-9D0D-BB8E56AE595D}"/>
              </a:ext>
            </a:extLst>
          </p:cNvPr>
          <p:cNvSpPr txBox="1">
            <a:spLocks noChangeArrowheads="1"/>
          </p:cNvSpPr>
          <p:nvPr/>
        </p:nvSpPr>
        <p:spPr bwMode="auto">
          <a:xfrm>
            <a:off x="3744913" y="3013075"/>
            <a:ext cx="522287" cy="3311525"/>
          </a:xfrm>
          <a:prstGeom prst="rect">
            <a:avLst/>
          </a:prstGeom>
          <a:noFill/>
          <a:ln w="9525">
            <a:noFill/>
            <a:miter lim="800000"/>
            <a:headEnd/>
            <a:tailEnd/>
          </a:ln>
          <a:effectLst/>
        </p:spPr>
        <p:txBody>
          <a:bodyPr wrap="none">
            <a:spAutoFit/>
          </a:bodyPr>
          <a:lstStyle/>
          <a:p>
            <a:pPr>
              <a:lnSpc>
                <a:spcPct val="110000"/>
              </a:lnSpc>
              <a:defRPr/>
            </a:pPr>
            <a:r>
              <a:rPr lang="en-US" altLang="zh-CN" sz="3200" b="1">
                <a:solidFill>
                  <a:schemeClr val="accent1"/>
                </a:solidFill>
              </a:rPr>
              <a:t>2</a:t>
            </a:r>
            <a:endParaRPr lang="en-US" altLang="zh-CN" sz="3200" b="1">
              <a:solidFill>
                <a:schemeClr val="accent2"/>
              </a:solidFill>
            </a:endParaRPr>
          </a:p>
          <a:p>
            <a:pPr>
              <a:lnSpc>
                <a:spcPct val="110000"/>
              </a:lnSpc>
              <a:defRPr/>
            </a:pPr>
            <a:r>
              <a:rPr lang="en-US" altLang="zh-CN" sz="3200" b="1">
                <a:solidFill>
                  <a:srgbClr val="CC3300"/>
                </a:solidFill>
                <a:effectLst>
                  <a:outerShdw blurRad="38100" dist="38100" dir="2700000" algn="tl">
                    <a:srgbClr val="C0C0C0"/>
                  </a:outerShdw>
                </a:effectLst>
                <a:ea typeface="楷体_GB2312" pitchFamily="49" charset="-122"/>
              </a:rPr>
              <a:t>-</a:t>
            </a:r>
            <a:r>
              <a:rPr lang="en-US" altLang="zh-CN" sz="3200" b="1">
                <a:solidFill>
                  <a:srgbClr val="CC3300"/>
                </a:solidFill>
              </a:rPr>
              <a:t>1</a:t>
            </a:r>
            <a:endParaRPr lang="en-US" altLang="zh-CN" sz="3200" b="1">
              <a:solidFill>
                <a:schemeClr val="accent2"/>
              </a:solidFill>
            </a:endParaRPr>
          </a:p>
          <a:p>
            <a:pPr>
              <a:lnSpc>
                <a:spcPct val="110000"/>
              </a:lnSpc>
              <a:defRPr/>
            </a:pPr>
            <a:r>
              <a:rPr lang="en-US" altLang="zh-CN" sz="3200" b="1">
                <a:solidFill>
                  <a:schemeClr val="accent1"/>
                </a:solidFill>
                <a:effectLst>
                  <a:outerShdw blurRad="38100" dist="38100" dir="2700000" algn="tl">
                    <a:srgbClr val="C0C0C0"/>
                  </a:outerShdw>
                </a:effectLst>
              </a:rPr>
              <a:t>-</a:t>
            </a:r>
            <a:r>
              <a:rPr lang="en-US" altLang="zh-CN" sz="3200" b="1">
                <a:solidFill>
                  <a:schemeClr val="accent1"/>
                </a:solidFill>
              </a:rPr>
              <a:t>1</a:t>
            </a:r>
            <a:endParaRPr lang="en-US" altLang="zh-CN" sz="3200" b="1">
              <a:solidFill>
                <a:schemeClr val="accent2"/>
              </a:solidFill>
            </a:endParaRPr>
          </a:p>
          <a:p>
            <a:pPr>
              <a:lnSpc>
                <a:spcPct val="110000"/>
              </a:lnSpc>
              <a:defRPr/>
            </a:pPr>
            <a:r>
              <a:rPr lang="en-US" altLang="zh-CN" sz="3200" b="1">
                <a:solidFill>
                  <a:schemeClr val="accent1"/>
                </a:solidFill>
              </a:rPr>
              <a:t>2</a:t>
            </a:r>
            <a:endParaRPr lang="en-US" altLang="zh-CN" sz="3200" b="1">
              <a:solidFill>
                <a:schemeClr val="accent2"/>
              </a:solidFill>
            </a:endParaRPr>
          </a:p>
          <a:p>
            <a:pPr>
              <a:lnSpc>
                <a:spcPct val="110000"/>
              </a:lnSpc>
              <a:defRPr/>
            </a:pPr>
            <a:r>
              <a:rPr lang="en-US" altLang="zh-CN" sz="3200" b="1">
                <a:solidFill>
                  <a:schemeClr val="accent1"/>
                </a:solidFill>
              </a:rPr>
              <a:t>2</a:t>
            </a:r>
            <a:endParaRPr lang="en-US" altLang="zh-CN" sz="3200" b="1">
              <a:solidFill>
                <a:schemeClr val="accent2"/>
              </a:solidFill>
            </a:endParaRPr>
          </a:p>
          <a:p>
            <a:pPr>
              <a:lnSpc>
                <a:spcPct val="110000"/>
              </a:lnSpc>
              <a:defRPr/>
            </a:pPr>
            <a:r>
              <a:rPr lang="en-US" altLang="zh-CN" sz="3200" b="1">
                <a:solidFill>
                  <a:schemeClr val="accent2"/>
                </a:solidFill>
              </a:rPr>
              <a:t>1</a:t>
            </a:r>
            <a:endParaRPr lang="en-US" altLang="zh-CN"/>
          </a:p>
        </p:txBody>
      </p:sp>
      <p:sp>
        <p:nvSpPr>
          <p:cNvPr id="124954" name="Line 27">
            <a:extLst>
              <a:ext uri="{FF2B5EF4-FFF2-40B4-BE49-F238E27FC236}">
                <a16:creationId xmlns:a16="http://schemas.microsoft.com/office/drawing/2014/main" id="{3C690FAD-E76B-081B-8F51-412A0C97254A}"/>
              </a:ext>
            </a:extLst>
          </p:cNvPr>
          <p:cNvSpPr>
            <a:spLocks noChangeShapeType="1"/>
          </p:cNvSpPr>
          <p:nvPr/>
        </p:nvSpPr>
        <p:spPr bwMode="auto">
          <a:xfrm>
            <a:off x="3675063" y="36226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55" name="Line 28">
            <a:extLst>
              <a:ext uri="{FF2B5EF4-FFF2-40B4-BE49-F238E27FC236}">
                <a16:creationId xmlns:a16="http://schemas.microsoft.com/office/drawing/2014/main" id="{0DA40EAA-40C5-7F7B-F944-4467FF77E94F}"/>
              </a:ext>
            </a:extLst>
          </p:cNvPr>
          <p:cNvSpPr>
            <a:spLocks noChangeShapeType="1"/>
          </p:cNvSpPr>
          <p:nvPr/>
        </p:nvSpPr>
        <p:spPr bwMode="auto">
          <a:xfrm>
            <a:off x="3675063" y="41560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56" name="Line 29">
            <a:extLst>
              <a:ext uri="{FF2B5EF4-FFF2-40B4-BE49-F238E27FC236}">
                <a16:creationId xmlns:a16="http://schemas.microsoft.com/office/drawing/2014/main" id="{D2465A98-FA85-0E31-F39C-100AB058D0C4}"/>
              </a:ext>
            </a:extLst>
          </p:cNvPr>
          <p:cNvSpPr>
            <a:spLocks noChangeShapeType="1"/>
          </p:cNvSpPr>
          <p:nvPr/>
        </p:nvSpPr>
        <p:spPr bwMode="auto">
          <a:xfrm>
            <a:off x="3675063" y="46894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57" name="Line 30">
            <a:extLst>
              <a:ext uri="{FF2B5EF4-FFF2-40B4-BE49-F238E27FC236}">
                <a16:creationId xmlns:a16="http://schemas.microsoft.com/office/drawing/2014/main" id="{56876212-109B-7795-610D-C905E559D42B}"/>
              </a:ext>
            </a:extLst>
          </p:cNvPr>
          <p:cNvSpPr>
            <a:spLocks noChangeShapeType="1"/>
          </p:cNvSpPr>
          <p:nvPr/>
        </p:nvSpPr>
        <p:spPr bwMode="auto">
          <a:xfrm>
            <a:off x="3675063" y="52228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58" name="Line 31">
            <a:extLst>
              <a:ext uri="{FF2B5EF4-FFF2-40B4-BE49-F238E27FC236}">
                <a16:creationId xmlns:a16="http://schemas.microsoft.com/office/drawing/2014/main" id="{238A3098-004A-9406-2FA8-538F1E66E4B5}"/>
              </a:ext>
            </a:extLst>
          </p:cNvPr>
          <p:cNvSpPr>
            <a:spLocks noChangeShapeType="1"/>
          </p:cNvSpPr>
          <p:nvPr/>
        </p:nvSpPr>
        <p:spPr bwMode="auto">
          <a:xfrm>
            <a:off x="3675063" y="57562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59" name="Rectangle 32" descr="白色大理石">
            <a:extLst>
              <a:ext uri="{FF2B5EF4-FFF2-40B4-BE49-F238E27FC236}">
                <a16:creationId xmlns:a16="http://schemas.microsoft.com/office/drawing/2014/main" id="{B8951F69-32C5-526D-0CDC-7D0717B672AD}"/>
              </a:ext>
            </a:extLst>
          </p:cNvPr>
          <p:cNvSpPr>
            <a:spLocks noChangeArrowheads="1"/>
          </p:cNvSpPr>
          <p:nvPr/>
        </p:nvSpPr>
        <p:spPr bwMode="auto">
          <a:xfrm>
            <a:off x="5732463" y="3089275"/>
            <a:ext cx="533400" cy="3200400"/>
          </a:xfrm>
          <a:prstGeom prst="rect">
            <a:avLst/>
          </a:prstGeom>
          <a:blipFill dpi="0" rotWithShape="0">
            <a:blip r:embed="rId3"/>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124960" name="Text Box 33">
            <a:extLst>
              <a:ext uri="{FF2B5EF4-FFF2-40B4-BE49-F238E27FC236}">
                <a16:creationId xmlns:a16="http://schemas.microsoft.com/office/drawing/2014/main" id="{96BF2248-C0A5-EE9D-99E9-E5D1ED858C79}"/>
              </a:ext>
            </a:extLst>
          </p:cNvPr>
          <p:cNvSpPr txBox="1">
            <a:spLocks noChangeArrowheads="1"/>
          </p:cNvSpPr>
          <p:nvPr/>
        </p:nvSpPr>
        <p:spPr bwMode="auto">
          <a:xfrm>
            <a:off x="5802313" y="3013075"/>
            <a:ext cx="522287" cy="331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0"/>
              </a:spcBef>
              <a:buFontTx/>
              <a:buNone/>
            </a:pPr>
            <a:r>
              <a:rPr kumimoji="1" lang="en-US" altLang="zh-CN" sz="3200" b="1">
                <a:solidFill>
                  <a:schemeClr val="accent1"/>
                </a:solidFill>
                <a:latin typeface="Times New Roman" panose="02020603050405020304" pitchFamily="18" charset="0"/>
                <a:ea typeface="宋体" panose="02010600030101010101" pitchFamily="2" charset="-122"/>
              </a:rPr>
              <a:t>2</a:t>
            </a:r>
            <a:endParaRPr kumimoji="1" lang="en-US" altLang="zh-CN" sz="3200" b="1">
              <a:solidFill>
                <a:srgbClr val="006600"/>
              </a:solidFill>
              <a:latin typeface="Times New Roman" panose="02020603050405020304" pitchFamily="18" charset="0"/>
              <a:ea typeface="宋体" panose="02010600030101010101" pitchFamily="2" charset="-122"/>
            </a:endParaRPr>
          </a:p>
          <a:p>
            <a:pPr eaLnBrk="1" hangingPunct="1">
              <a:lnSpc>
                <a:spcPct val="110000"/>
              </a:lnSpc>
              <a:spcBef>
                <a:spcPct val="0"/>
              </a:spcBef>
              <a:buFontTx/>
              <a:buNone/>
            </a:pPr>
            <a:r>
              <a:rPr kumimoji="1" lang="en-US" altLang="zh-CN" sz="3200" b="1">
                <a:solidFill>
                  <a:schemeClr val="accent1"/>
                </a:solidFill>
                <a:latin typeface="Times New Roman" panose="02020603050405020304" pitchFamily="18" charset="0"/>
                <a:ea typeface="宋体" panose="02010600030101010101" pitchFamily="2" charset="-122"/>
              </a:rPr>
              <a:t>-1</a:t>
            </a:r>
            <a:endParaRPr kumimoji="1" lang="en-US" altLang="zh-CN" sz="3200" b="1">
              <a:solidFill>
                <a:srgbClr val="006600"/>
              </a:solidFill>
              <a:latin typeface="Times New Roman" panose="02020603050405020304" pitchFamily="18" charset="0"/>
              <a:ea typeface="宋体" panose="02010600030101010101" pitchFamily="2" charset="-122"/>
            </a:endParaRPr>
          </a:p>
          <a:p>
            <a:pPr eaLnBrk="1" hangingPunct="1">
              <a:lnSpc>
                <a:spcPct val="110000"/>
              </a:lnSpc>
              <a:spcBef>
                <a:spcPct val="0"/>
              </a:spcBef>
              <a:buFontTx/>
              <a:buNone/>
            </a:pPr>
            <a:r>
              <a:rPr kumimoji="1" lang="en-US" altLang="zh-CN" sz="3200" b="1">
                <a:solidFill>
                  <a:schemeClr val="accent1"/>
                </a:solidFill>
                <a:latin typeface="Times New Roman" panose="02020603050405020304" pitchFamily="18" charset="0"/>
                <a:ea typeface="宋体" panose="02010600030101010101" pitchFamily="2" charset="-122"/>
              </a:rPr>
              <a:t>-1</a:t>
            </a:r>
            <a:endParaRPr kumimoji="1" lang="en-US" altLang="zh-CN" sz="3200" b="1">
              <a:solidFill>
                <a:srgbClr val="006600"/>
              </a:solidFill>
              <a:latin typeface="Times New Roman" panose="02020603050405020304" pitchFamily="18" charset="0"/>
              <a:ea typeface="宋体" panose="02010600030101010101" pitchFamily="2" charset="-122"/>
            </a:endParaRPr>
          </a:p>
          <a:p>
            <a:pPr eaLnBrk="1" hangingPunct="1">
              <a:lnSpc>
                <a:spcPct val="110000"/>
              </a:lnSpc>
              <a:spcBef>
                <a:spcPct val="0"/>
              </a:spcBef>
              <a:buFontTx/>
              <a:buNone/>
            </a:pPr>
            <a:r>
              <a:rPr kumimoji="1" lang="en-US" altLang="zh-CN" sz="3200" b="1">
                <a:solidFill>
                  <a:schemeClr val="accent1"/>
                </a:solidFill>
                <a:latin typeface="Times New Roman" panose="02020603050405020304" pitchFamily="18" charset="0"/>
                <a:ea typeface="宋体" panose="02010600030101010101" pitchFamily="2" charset="-122"/>
              </a:rPr>
              <a:t>2</a:t>
            </a:r>
            <a:endParaRPr kumimoji="1" lang="en-US" altLang="zh-CN" sz="3200" b="1">
              <a:solidFill>
                <a:srgbClr val="006600"/>
              </a:solidFill>
              <a:latin typeface="Times New Roman" panose="02020603050405020304" pitchFamily="18" charset="0"/>
              <a:ea typeface="宋体" panose="02010600030101010101" pitchFamily="2" charset="-122"/>
            </a:endParaRPr>
          </a:p>
          <a:p>
            <a:pPr eaLnBrk="1" hangingPunct="1">
              <a:lnSpc>
                <a:spcPct val="110000"/>
              </a:lnSpc>
              <a:spcBef>
                <a:spcPct val="0"/>
              </a:spcBef>
              <a:buFontTx/>
              <a:buNone/>
            </a:pPr>
            <a:r>
              <a:rPr kumimoji="1" lang="en-US" altLang="zh-CN" sz="3200" b="1">
                <a:solidFill>
                  <a:schemeClr val="accent1"/>
                </a:solidFill>
                <a:latin typeface="Times New Roman" panose="02020603050405020304" pitchFamily="18" charset="0"/>
                <a:ea typeface="宋体" panose="02010600030101010101" pitchFamily="2" charset="-122"/>
              </a:rPr>
              <a:t>2</a:t>
            </a:r>
            <a:endParaRPr kumimoji="1" lang="en-US" altLang="zh-CN" sz="3200" b="1">
              <a:solidFill>
                <a:srgbClr val="006600"/>
              </a:solidFill>
              <a:latin typeface="Times New Roman" panose="02020603050405020304" pitchFamily="18" charset="0"/>
              <a:ea typeface="宋体" panose="02010600030101010101" pitchFamily="2" charset="-122"/>
            </a:endParaRPr>
          </a:p>
          <a:p>
            <a:pPr eaLnBrk="1" hangingPunct="1">
              <a:lnSpc>
                <a:spcPct val="110000"/>
              </a:lnSpc>
              <a:spcBef>
                <a:spcPct val="0"/>
              </a:spcBef>
              <a:buFontTx/>
              <a:buNone/>
            </a:pPr>
            <a:r>
              <a:rPr kumimoji="1" lang="en-US" altLang="zh-CN" sz="3200" b="1">
                <a:solidFill>
                  <a:srgbClr val="CC3300"/>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24961" name="Line 34">
            <a:extLst>
              <a:ext uri="{FF2B5EF4-FFF2-40B4-BE49-F238E27FC236}">
                <a16:creationId xmlns:a16="http://schemas.microsoft.com/office/drawing/2014/main" id="{5247E36D-555A-D7E8-4967-EC968BFF87A3}"/>
              </a:ext>
            </a:extLst>
          </p:cNvPr>
          <p:cNvSpPr>
            <a:spLocks noChangeShapeType="1"/>
          </p:cNvSpPr>
          <p:nvPr/>
        </p:nvSpPr>
        <p:spPr bwMode="auto">
          <a:xfrm>
            <a:off x="5732463" y="36226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62" name="Line 35">
            <a:extLst>
              <a:ext uri="{FF2B5EF4-FFF2-40B4-BE49-F238E27FC236}">
                <a16:creationId xmlns:a16="http://schemas.microsoft.com/office/drawing/2014/main" id="{52807D71-88F5-7467-A5A5-4D9306329AC0}"/>
              </a:ext>
            </a:extLst>
          </p:cNvPr>
          <p:cNvSpPr>
            <a:spLocks noChangeShapeType="1"/>
          </p:cNvSpPr>
          <p:nvPr/>
        </p:nvSpPr>
        <p:spPr bwMode="auto">
          <a:xfrm>
            <a:off x="5732463" y="41560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63" name="Line 36">
            <a:extLst>
              <a:ext uri="{FF2B5EF4-FFF2-40B4-BE49-F238E27FC236}">
                <a16:creationId xmlns:a16="http://schemas.microsoft.com/office/drawing/2014/main" id="{2C960C44-AB84-A7C1-6CEA-CD9FAD97450E}"/>
              </a:ext>
            </a:extLst>
          </p:cNvPr>
          <p:cNvSpPr>
            <a:spLocks noChangeShapeType="1"/>
          </p:cNvSpPr>
          <p:nvPr/>
        </p:nvSpPr>
        <p:spPr bwMode="auto">
          <a:xfrm>
            <a:off x="5738813" y="46894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64" name="Line 37">
            <a:extLst>
              <a:ext uri="{FF2B5EF4-FFF2-40B4-BE49-F238E27FC236}">
                <a16:creationId xmlns:a16="http://schemas.microsoft.com/office/drawing/2014/main" id="{FFE051AD-A37F-6F2B-5992-2CBDDBE74C18}"/>
              </a:ext>
            </a:extLst>
          </p:cNvPr>
          <p:cNvSpPr>
            <a:spLocks noChangeShapeType="1"/>
          </p:cNvSpPr>
          <p:nvPr/>
        </p:nvSpPr>
        <p:spPr bwMode="auto">
          <a:xfrm>
            <a:off x="5732463" y="52228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65" name="Line 38">
            <a:extLst>
              <a:ext uri="{FF2B5EF4-FFF2-40B4-BE49-F238E27FC236}">
                <a16:creationId xmlns:a16="http://schemas.microsoft.com/office/drawing/2014/main" id="{C72317F1-D5CD-F8AC-7D5C-452D17C5A01D}"/>
              </a:ext>
            </a:extLst>
          </p:cNvPr>
          <p:cNvSpPr>
            <a:spLocks noChangeShapeType="1"/>
          </p:cNvSpPr>
          <p:nvPr/>
        </p:nvSpPr>
        <p:spPr bwMode="auto">
          <a:xfrm>
            <a:off x="5732463" y="57562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66" name="Rectangle 39" descr="白色大理石">
            <a:extLst>
              <a:ext uri="{FF2B5EF4-FFF2-40B4-BE49-F238E27FC236}">
                <a16:creationId xmlns:a16="http://schemas.microsoft.com/office/drawing/2014/main" id="{116A4A4B-0A19-6DF3-0598-AE31D82FFF44}"/>
              </a:ext>
            </a:extLst>
          </p:cNvPr>
          <p:cNvSpPr>
            <a:spLocks noChangeArrowheads="1"/>
          </p:cNvSpPr>
          <p:nvPr/>
        </p:nvSpPr>
        <p:spPr bwMode="auto">
          <a:xfrm>
            <a:off x="7789863" y="3089275"/>
            <a:ext cx="533400" cy="3200400"/>
          </a:xfrm>
          <a:prstGeom prst="rect">
            <a:avLst/>
          </a:prstGeom>
          <a:blipFill dpi="0" rotWithShape="0">
            <a:blip r:embed="rId3"/>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124967" name="Text Box 40">
            <a:extLst>
              <a:ext uri="{FF2B5EF4-FFF2-40B4-BE49-F238E27FC236}">
                <a16:creationId xmlns:a16="http://schemas.microsoft.com/office/drawing/2014/main" id="{FC0C65A9-EB44-4886-EA37-19E667C942A2}"/>
              </a:ext>
            </a:extLst>
          </p:cNvPr>
          <p:cNvSpPr txBox="1">
            <a:spLocks noChangeArrowheads="1"/>
          </p:cNvSpPr>
          <p:nvPr/>
        </p:nvSpPr>
        <p:spPr bwMode="auto">
          <a:xfrm>
            <a:off x="7859713" y="3013075"/>
            <a:ext cx="522287" cy="331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0"/>
              </a:spcBef>
              <a:buFontTx/>
              <a:buNone/>
            </a:pPr>
            <a:r>
              <a:rPr kumimoji="1" lang="en-US" altLang="zh-CN" sz="3200" b="1">
                <a:solidFill>
                  <a:schemeClr val="accent1"/>
                </a:solidFill>
                <a:latin typeface="Times New Roman" panose="02020603050405020304" pitchFamily="18" charset="0"/>
                <a:ea typeface="宋体" panose="02010600030101010101" pitchFamily="2" charset="-122"/>
              </a:rPr>
              <a:t>2</a:t>
            </a:r>
            <a:endParaRPr kumimoji="1" lang="en-US" altLang="zh-CN" sz="3200" b="1">
              <a:solidFill>
                <a:srgbClr val="006600"/>
              </a:solidFill>
              <a:latin typeface="Times New Roman" panose="02020603050405020304" pitchFamily="18" charset="0"/>
              <a:ea typeface="宋体" panose="02010600030101010101" pitchFamily="2" charset="-122"/>
            </a:endParaRPr>
          </a:p>
          <a:p>
            <a:pPr eaLnBrk="1" hangingPunct="1">
              <a:lnSpc>
                <a:spcPct val="110000"/>
              </a:lnSpc>
              <a:spcBef>
                <a:spcPct val="0"/>
              </a:spcBef>
              <a:buFontTx/>
              <a:buNone/>
            </a:pPr>
            <a:r>
              <a:rPr kumimoji="1" lang="en-US" altLang="zh-CN" sz="3200" b="1">
                <a:solidFill>
                  <a:schemeClr val="accent1"/>
                </a:solidFill>
                <a:latin typeface="Times New Roman" panose="02020603050405020304" pitchFamily="18" charset="0"/>
                <a:ea typeface="宋体" panose="02010600030101010101" pitchFamily="2" charset="-122"/>
              </a:rPr>
              <a:t>-1</a:t>
            </a:r>
            <a:endParaRPr kumimoji="1" lang="en-US" altLang="zh-CN" sz="3200" b="1">
              <a:solidFill>
                <a:srgbClr val="006600"/>
              </a:solidFill>
              <a:latin typeface="Times New Roman" panose="02020603050405020304" pitchFamily="18" charset="0"/>
              <a:ea typeface="宋体" panose="02010600030101010101" pitchFamily="2" charset="-122"/>
            </a:endParaRPr>
          </a:p>
          <a:p>
            <a:pPr eaLnBrk="1" hangingPunct="1">
              <a:lnSpc>
                <a:spcPct val="110000"/>
              </a:lnSpc>
              <a:spcBef>
                <a:spcPct val="0"/>
              </a:spcBef>
              <a:buFontTx/>
              <a:buNone/>
            </a:pPr>
            <a:r>
              <a:rPr kumimoji="1" lang="en-US" altLang="zh-CN" sz="3200" b="1">
                <a:solidFill>
                  <a:schemeClr val="accent1"/>
                </a:solidFill>
                <a:latin typeface="Times New Roman" panose="02020603050405020304" pitchFamily="18" charset="0"/>
                <a:ea typeface="宋体" panose="02010600030101010101" pitchFamily="2" charset="-122"/>
              </a:rPr>
              <a:t>-1</a:t>
            </a:r>
            <a:endParaRPr kumimoji="1" lang="en-US" altLang="zh-CN" sz="3200" b="1">
              <a:solidFill>
                <a:srgbClr val="006600"/>
              </a:solidFill>
              <a:latin typeface="Times New Roman" panose="02020603050405020304" pitchFamily="18" charset="0"/>
              <a:ea typeface="宋体" panose="02010600030101010101" pitchFamily="2" charset="-122"/>
            </a:endParaRPr>
          </a:p>
          <a:p>
            <a:pPr eaLnBrk="1" hangingPunct="1">
              <a:lnSpc>
                <a:spcPct val="110000"/>
              </a:lnSpc>
              <a:spcBef>
                <a:spcPct val="0"/>
              </a:spcBef>
              <a:buFontTx/>
              <a:buNone/>
            </a:pPr>
            <a:r>
              <a:rPr kumimoji="1" lang="en-US" altLang="zh-CN" sz="3200" b="1">
                <a:solidFill>
                  <a:schemeClr val="accent1"/>
                </a:solidFill>
                <a:latin typeface="Times New Roman" panose="02020603050405020304" pitchFamily="18" charset="0"/>
                <a:ea typeface="宋体" panose="02010600030101010101" pitchFamily="2" charset="-122"/>
              </a:rPr>
              <a:t>2</a:t>
            </a:r>
            <a:endParaRPr kumimoji="1" lang="en-US" altLang="zh-CN" sz="3200" b="1">
              <a:solidFill>
                <a:srgbClr val="006600"/>
              </a:solidFill>
              <a:latin typeface="Times New Roman" panose="02020603050405020304" pitchFamily="18" charset="0"/>
              <a:ea typeface="宋体" panose="02010600030101010101" pitchFamily="2" charset="-122"/>
            </a:endParaRPr>
          </a:p>
          <a:p>
            <a:pPr eaLnBrk="1" hangingPunct="1">
              <a:lnSpc>
                <a:spcPct val="110000"/>
              </a:lnSpc>
              <a:spcBef>
                <a:spcPct val="0"/>
              </a:spcBef>
              <a:buFontTx/>
              <a:buNone/>
            </a:pPr>
            <a:r>
              <a:rPr kumimoji="1" lang="en-US" altLang="zh-CN" sz="3200" b="1">
                <a:solidFill>
                  <a:schemeClr val="accent1"/>
                </a:solidFill>
                <a:latin typeface="Times New Roman" panose="02020603050405020304" pitchFamily="18" charset="0"/>
                <a:ea typeface="宋体" panose="02010600030101010101" pitchFamily="2" charset="-122"/>
              </a:rPr>
              <a:t>2</a:t>
            </a:r>
            <a:endParaRPr kumimoji="1" lang="en-US" altLang="zh-CN" sz="3200" b="1">
              <a:solidFill>
                <a:srgbClr val="006600"/>
              </a:solidFill>
              <a:latin typeface="Times New Roman" panose="02020603050405020304" pitchFamily="18" charset="0"/>
              <a:ea typeface="宋体" panose="02010600030101010101" pitchFamily="2" charset="-122"/>
            </a:endParaRPr>
          </a:p>
          <a:p>
            <a:pPr eaLnBrk="1" hangingPunct="1">
              <a:lnSpc>
                <a:spcPct val="110000"/>
              </a:lnSpc>
              <a:spcBef>
                <a:spcPct val="0"/>
              </a:spcBef>
              <a:buFontTx/>
              <a:buNone/>
            </a:pPr>
            <a:r>
              <a:rPr kumimoji="1" lang="en-US" altLang="zh-CN" sz="3200" b="1">
                <a:solidFill>
                  <a:schemeClr val="accent1"/>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24968" name="Line 41">
            <a:extLst>
              <a:ext uri="{FF2B5EF4-FFF2-40B4-BE49-F238E27FC236}">
                <a16:creationId xmlns:a16="http://schemas.microsoft.com/office/drawing/2014/main" id="{C77D4BFC-6B18-A733-F96D-3A5593E12E3E}"/>
              </a:ext>
            </a:extLst>
          </p:cNvPr>
          <p:cNvSpPr>
            <a:spLocks noChangeShapeType="1"/>
          </p:cNvSpPr>
          <p:nvPr/>
        </p:nvSpPr>
        <p:spPr bwMode="auto">
          <a:xfrm>
            <a:off x="7789863" y="36226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69" name="Line 42">
            <a:extLst>
              <a:ext uri="{FF2B5EF4-FFF2-40B4-BE49-F238E27FC236}">
                <a16:creationId xmlns:a16="http://schemas.microsoft.com/office/drawing/2014/main" id="{BF492007-C4F9-793F-8C79-9E2C91983AEC}"/>
              </a:ext>
            </a:extLst>
          </p:cNvPr>
          <p:cNvSpPr>
            <a:spLocks noChangeShapeType="1"/>
          </p:cNvSpPr>
          <p:nvPr/>
        </p:nvSpPr>
        <p:spPr bwMode="auto">
          <a:xfrm>
            <a:off x="7789863" y="41560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70" name="Line 43">
            <a:extLst>
              <a:ext uri="{FF2B5EF4-FFF2-40B4-BE49-F238E27FC236}">
                <a16:creationId xmlns:a16="http://schemas.microsoft.com/office/drawing/2014/main" id="{E2FA959D-5767-4189-0FF4-8FD9B9254869}"/>
              </a:ext>
            </a:extLst>
          </p:cNvPr>
          <p:cNvSpPr>
            <a:spLocks noChangeShapeType="1"/>
          </p:cNvSpPr>
          <p:nvPr/>
        </p:nvSpPr>
        <p:spPr bwMode="auto">
          <a:xfrm>
            <a:off x="7789863" y="46894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71" name="Line 44">
            <a:extLst>
              <a:ext uri="{FF2B5EF4-FFF2-40B4-BE49-F238E27FC236}">
                <a16:creationId xmlns:a16="http://schemas.microsoft.com/office/drawing/2014/main" id="{5608F0CE-F8E6-F9E6-F4F4-F981014B44FE}"/>
              </a:ext>
            </a:extLst>
          </p:cNvPr>
          <p:cNvSpPr>
            <a:spLocks noChangeShapeType="1"/>
          </p:cNvSpPr>
          <p:nvPr/>
        </p:nvSpPr>
        <p:spPr bwMode="auto">
          <a:xfrm>
            <a:off x="7789863" y="52228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72" name="Line 45">
            <a:extLst>
              <a:ext uri="{FF2B5EF4-FFF2-40B4-BE49-F238E27FC236}">
                <a16:creationId xmlns:a16="http://schemas.microsoft.com/office/drawing/2014/main" id="{69DAE50E-3C7B-CA9D-BFE6-48EEF9F54379}"/>
              </a:ext>
            </a:extLst>
          </p:cNvPr>
          <p:cNvSpPr>
            <a:spLocks noChangeShapeType="1"/>
          </p:cNvSpPr>
          <p:nvPr/>
        </p:nvSpPr>
        <p:spPr bwMode="auto">
          <a:xfrm>
            <a:off x="7789863" y="5756275"/>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73" name="Text Box 46">
            <a:extLst>
              <a:ext uri="{FF2B5EF4-FFF2-40B4-BE49-F238E27FC236}">
                <a16:creationId xmlns:a16="http://schemas.microsoft.com/office/drawing/2014/main" id="{4907E4EB-B733-B95A-D87B-9A5D38BDCE5E}"/>
              </a:ext>
            </a:extLst>
          </p:cNvPr>
          <p:cNvSpPr txBox="1">
            <a:spLocks noChangeArrowheads="1"/>
          </p:cNvSpPr>
          <p:nvPr/>
        </p:nvSpPr>
        <p:spPr bwMode="auto">
          <a:xfrm>
            <a:off x="1238250" y="3048000"/>
            <a:ext cx="361950" cy="322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0</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1</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2</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3</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4</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124974" name="Text Box 47">
            <a:extLst>
              <a:ext uri="{FF2B5EF4-FFF2-40B4-BE49-F238E27FC236}">
                <a16:creationId xmlns:a16="http://schemas.microsoft.com/office/drawing/2014/main" id="{A2F7C147-0276-5A4E-0679-D6B868AB0741}"/>
              </a:ext>
            </a:extLst>
          </p:cNvPr>
          <p:cNvSpPr txBox="1">
            <a:spLocks noChangeArrowheads="1"/>
          </p:cNvSpPr>
          <p:nvPr/>
        </p:nvSpPr>
        <p:spPr bwMode="auto">
          <a:xfrm>
            <a:off x="3313113" y="3048000"/>
            <a:ext cx="361950" cy="322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0</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1</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2</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3</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4</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124975" name="Text Box 48">
            <a:extLst>
              <a:ext uri="{FF2B5EF4-FFF2-40B4-BE49-F238E27FC236}">
                <a16:creationId xmlns:a16="http://schemas.microsoft.com/office/drawing/2014/main" id="{7CEFD659-7DD1-E01A-2F92-398AE360808D}"/>
              </a:ext>
            </a:extLst>
          </p:cNvPr>
          <p:cNvSpPr txBox="1">
            <a:spLocks noChangeArrowheads="1"/>
          </p:cNvSpPr>
          <p:nvPr/>
        </p:nvSpPr>
        <p:spPr bwMode="auto">
          <a:xfrm>
            <a:off x="5370513" y="3048000"/>
            <a:ext cx="361950" cy="322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0</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1</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2</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3</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4</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124976" name="Text Box 49">
            <a:extLst>
              <a:ext uri="{FF2B5EF4-FFF2-40B4-BE49-F238E27FC236}">
                <a16:creationId xmlns:a16="http://schemas.microsoft.com/office/drawing/2014/main" id="{22A99F60-D1D0-5D6E-CBDD-1A3915AF738A}"/>
              </a:ext>
            </a:extLst>
          </p:cNvPr>
          <p:cNvSpPr txBox="1">
            <a:spLocks noChangeArrowheads="1"/>
          </p:cNvSpPr>
          <p:nvPr/>
        </p:nvSpPr>
        <p:spPr bwMode="auto">
          <a:xfrm>
            <a:off x="7427913" y="3048000"/>
            <a:ext cx="361950" cy="322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0</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1</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2</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3</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4</a:t>
            </a:r>
          </a:p>
          <a:p>
            <a:pPr eaLnBrk="1" hangingPunct="1">
              <a:lnSpc>
                <a:spcPct val="110000"/>
              </a:lnSpc>
              <a:spcBef>
                <a:spcPct val="15000"/>
              </a:spcBef>
              <a:buFontTx/>
              <a:buNone/>
            </a:pPr>
            <a:r>
              <a:rPr kumimoji="1" lang="en-US" altLang="zh-CN" sz="2800" b="1">
                <a:solidFill>
                  <a:srgbClr val="339966"/>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124977" name="Line 50">
            <a:extLst>
              <a:ext uri="{FF2B5EF4-FFF2-40B4-BE49-F238E27FC236}">
                <a16:creationId xmlns:a16="http://schemas.microsoft.com/office/drawing/2014/main" id="{514BCABE-9466-1CED-EAAD-D2C168672EA6}"/>
              </a:ext>
            </a:extLst>
          </p:cNvPr>
          <p:cNvSpPr>
            <a:spLocks noChangeShapeType="1"/>
          </p:cNvSpPr>
          <p:nvPr/>
        </p:nvSpPr>
        <p:spPr bwMode="auto">
          <a:xfrm>
            <a:off x="990600" y="4429125"/>
            <a:ext cx="304800" cy="0"/>
          </a:xfrm>
          <a:prstGeom prst="line">
            <a:avLst/>
          </a:prstGeom>
          <a:noFill/>
          <a:ln w="38100">
            <a:solidFill>
              <a:schemeClr val="tx2"/>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78" name="Text Box 51">
            <a:extLst>
              <a:ext uri="{FF2B5EF4-FFF2-40B4-BE49-F238E27FC236}">
                <a16:creationId xmlns:a16="http://schemas.microsoft.com/office/drawing/2014/main" id="{00ACB57E-009A-9105-8256-5912C68D7192}"/>
              </a:ext>
            </a:extLst>
          </p:cNvPr>
          <p:cNvSpPr txBox="1">
            <a:spLocks noChangeArrowheads="1"/>
          </p:cNvSpPr>
          <p:nvPr/>
        </p:nvSpPr>
        <p:spPr bwMode="auto">
          <a:xfrm>
            <a:off x="387350" y="4114800"/>
            <a:ext cx="679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top</a:t>
            </a:r>
            <a:endParaRPr kumimoji="1" lang="en-US" altLang="zh-CN" sz="2400">
              <a:latin typeface="Times New Roman" panose="02020603050405020304" pitchFamily="18" charset="0"/>
              <a:ea typeface="宋体" panose="02010600030101010101" pitchFamily="2" charset="-122"/>
            </a:endParaRPr>
          </a:p>
        </p:txBody>
      </p:sp>
      <p:sp>
        <p:nvSpPr>
          <p:cNvPr id="124979" name="Line 52">
            <a:extLst>
              <a:ext uri="{FF2B5EF4-FFF2-40B4-BE49-F238E27FC236}">
                <a16:creationId xmlns:a16="http://schemas.microsoft.com/office/drawing/2014/main" id="{6FBD3DF5-F29F-AC8D-E523-C95CC4977453}"/>
              </a:ext>
            </a:extLst>
          </p:cNvPr>
          <p:cNvSpPr>
            <a:spLocks noChangeShapeType="1"/>
          </p:cNvSpPr>
          <p:nvPr/>
        </p:nvSpPr>
        <p:spPr bwMode="auto">
          <a:xfrm>
            <a:off x="3059113" y="2981325"/>
            <a:ext cx="304800" cy="0"/>
          </a:xfrm>
          <a:prstGeom prst="line">
            <a:avLst/>
          </a:prstGeom>
          <a:noFill/>
          <a:ln w="38100">
            <a:solidFill>
              <a:schemeClr val="tx2"/>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80" name="Text Box 53">
            <a:extLst>
              <a:ext uri="{FF2B5EF4-FFF2-40B4-BE49-F238E27FC236}">
                <a16:creationId xmlns:a16="http://schemas.microsoft.com/office/drawing/2014/main" id="{BB1C51E7-BFFD-A946-5610-AB93F42532FE}"/>
              </a:ext>
            </a:extLst>
          </p:cNvPr>
          <p:cNvSpPr txBox="1">
            <a:spLocks noChangeArrowheads="1"/>
          </p:cNvSpPr>
          <p:nvPr/>
        </p:nvSpPr>
        <p:spPr bwMode="auto">
          <a:xfrm>
            <a:off x="2455863" y="2667000"/>
            <a:ext cx="679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top</a:t>
            </a:r>
            <a:endParaRPr kumimoji="1" lang="en-US" altLang="zh-CN" sz="2400">
              <a:latin typeface="Times New Roman" panose="02020603050405020304" pitchFamily="18" charset="0"/>
              <a:ea typeface="宋体" panose="02010600030101010101" pitchFamily="2" charset="-122"/>
            </a:endParaRPr>
          </a:p>
        </p:txBody>
      </p:sp>
      <p:sp>
        <p:nvSpPr>
          <p:cNvPr id="124981" name="Line 54">
            <a:extLst>
              <a:ext uri="{FF2B5EF4-FFF2-40B4-BE49-F238E27FC236}">
                <a16:creationId xmlns:a16="http://schemas.microsoft.com/office/drawing/2014/main" id="{D65499D6-728D-F5B3-A663-1EF8C6DA3B53}"/>
              </a:ext>
            </a:extLst>
          </p:cNvPr>
          <p:cNvSpPr>
            <a:spLocks noChangeShapeType="1"/>
          </p:cNvSpPr>
          <p:nvPr/>
        </p:nvSpPr>
        <p:spPr bwMode="auto">
          <a:xfrm>
            <a:off x="3059113" y="3895725"/>
            <a:ext cx="304800" cy="0"/>
          </a:xfrm>
          <a:prstGeom prst="line">
            <a:avLst/>
          </a:prstGeom>
          <a:noFill/>
          <a:ln w="38100">
            <a:solidFill>
              <a:schemeClr val="tx2"/>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82" name="Text Box 55">
            <a:extLst>
              <a:ext uri="{FF2B5EF4-FFF2-40B4-BE49-F238E27FC236}">
                <a16:creationId xmlns:a16="http://schemas.microsoft.com/office/drawing/2014/main" id="{6797CA52-6BA4-8048-EF44-B976990A492B}"/>
              </a:ext>
            </a:extLst>
          </p:cNvPr>
          <p:cNvSpPr txBox="1">
            <a:spLocks noChangeArrowheads="1"/>
          </p:cNvSpPr>
          <p:nvPr/>
        </p:nvSpPr>
        <p:spPr bwMode="auto">
          <a:xfrm>
            <a:off x="2455863" y="3581400"/>
            <a:ext cx="679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top</a:t>
            </a:r>
            <a:endParaRPr kumimoji="1" lang="en-US" altLang="zh-CN" sz="2400">
              <a:latin typeface="Times New Roman" panose="02020603050405020304" pitchFamily="18" charset="0"/>
              <a:ea typeface="宋体" panose="02010600030101010101" pitchFamily="2" charset="-122"/>
            </a:endParaRPr>
          </a:p>
        </p:txBody>
      </p:sp>
      <p:sp>
        <p:nvSpPr>
          <p:cNvPr id="124983" name="Line 58">
            <a:extLst>
              <a:ext uri="{FF2B5EF4-FFF2-40B4-BE49-F238E27FC236}">
                <a16:creationId xmlns:a16="http://schemas.microsoft.com/office/drawing/2014/main" id="{1131E771-0E23-50D8-BF11-68D69064E2F6}"/>
              </a:ext>
            </a:extLst>
          </p:cNvPr>
          <p:cNvSpPr>
            <a:spLocks noChangeShapeType="1"/>
          </p:cNvSpPr>
          <p:nvPr/>
        </p:nvSpPr>
        <p:spPr bwMode="auto">
          <a:xfrm flipH="1">
            <a:off x="3124200" y="3124200"/>
            <a:ext cx="0" cy="685800"/>
          </a:xfrm>
          <a:prstGeom prst="line">
            <a:avLst/>
          </a:prstGeom>
          <a:noFill/>
          <a:ln w="25400" cap="rnd">
            <a:solidFill>
              <a:schemeClr val="tx2"/>
            </a:solidFill>
            <a:prstDash val="sysDot"/>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84" name="Line 61">
            <a:extLst>
              <a:ext uri="{FF2B5EF4-FFF2-40B4-BE49-F238E27FC236}">
                <a16:creationId xmlns:a16="http://schemas.microsoft.com/office/drawing/2014/main" id="{DC70A2F8-A1F3-EF57-1911-37C1AC0B23B0}"/>
              </a:ext>
            </a:extLst>
          </p:cNvPr>
          <p:cNvSpPr>
            <a:spLocks noChangeShapeType="1"/>
          </p:cNvSpPr>
          <p:nvPr/>
        </p:nvSpPr>
        <p:spPr bwMode="auto">
          <a:xfrm>
            <a:off x="5129213" y="2981325"/>
            <a:ext cx="298450" cy="0"/>
          </a:xfrm>
          <a:prstGeom prst="line">
            <a:avLst/>
          </a:prstGeom>
          <a:noFill/>
          <a:ln w="38100">
            <a:solidFill>
              <a:schemeClr val="tx2"/>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85" name="Text Box 62">
            <a:extLst>
              <a:ext uri="{FF2B5EF4-FFF2-40B4-BE49-F238E27FC236}">
                <a16:creationId xmlns:a16="http://schemas.microsoft.com/office/drawing/2014/main" id="{CEE5E2AA-B0F3-8D19-1424-F78C8DED61F7}"/>
              </a:ext>
            </a:extLst>
          </p:cNvPr>
          <p:cNvSpPr txBox="1">
            <a:spLocks noChangeArrowheads="1"/>
          </p:cNvSpPr>
          <p:nvPr/>
        </p:nvSpPr>
        <p:spPr bwMode="auto">
          <a:xfrm>
            <a:off x="4495800" y="2667000"/>
            <a:ext cx="679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top</a:t>
            </a:r>
            <a:endParaRPr kumimoji="1" lang="en-US" altLang="zh-CN" sz="2400">
              <a:latin typeface="Times New Roman" panose="02020603050405020304" pitchFamily="18" charset="0"/>
              <a:ea typeface="宋体" panose="02010600030101010101" pitchFamily="2" charset="-122"/>
            </a:endParaRPr>
          </a:p>
        </p:txBody>
      </p:sp>
      <p:sp>
        <p:nvSpPr>
          <p:cNvPr id="124986" name="Line 63">
            <a:extLst>
              <a:ext uri="{FF2B5EF4-FFF2-40B4-BE49-F238E27FC236}">
                <a16:creationId xmlns:a16="http://schemas.microsoft.com/office/drawing/2014/main" id="{F7F79B74-D1A2-1211-138E-57858C8950FF}"/>
              </a:ext>
            </a:extLst>
          </p:cNvPr>
          <p:cNvSpPr>
            <a:spLocks noChangeShapeType="1"/>
          </p:cNvSpPr>
          <p:nvPr/>
        </p:nvSpPr>
        <p:spPr bwMode="auto">
          <a:xfrm>
            <a:off x="5122863" y="6019800"/>
            <a:ext cx="304800" cy="0"/>
          </a:xfrm>
          <a:prstGeom prst="line">
            <a:avLst/>
          </a:prstGeom>
          <a:noFill/>
          <a:ln w="38100">
            <a:solidFill>
              <a:schemeClr val="tx2"/>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87" name="Text Box 64">
            <a:extLst>
              <a:ext uri="{FF2B5EF4-FFF2-40B4-BE49-F238E27FC236}">
                <a16:creationId xmlns:a16="http://schemas.microsoft.com/office/drawing/2014/main" id="{1E8F4CEF-9C47-1CA9-8696-619D7F696684}"/>
              </a:ext>
            </a:extLst>
          </p:cNvPr>
          <p:cNvSpPr txBox="1">
            <a:spLocks noChangeArrowheads="1"/>
          </p:cNvSpPr>
          <p:nvPr/>
        </p:nvSpPr>
        <p:spPr bwMode="auto">
          <a:xfrm>
            <a:off x="4495800" y="5715000"/>
            <a:ext cx="679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top</a:t>
            </a:r>
            <a:endParaRPr kumimoji="1" lang="en-US" altLang="zh-CN" sz="2400">
              <a:latin typeface="Times New Roman" panose="02020603050405020304" pitchFamily="18" charset="0"/>
              <a:ea typeface="宋体" panose="02010600030101010101" pitchFamily="2" charset="-122"/>
            </a:endParaRPr>
          </a:p>
        </p:txBody>
      </p:sp>
      <p:sp>
        <p:nvSpPr>
          <p:cNvPr id="124988" name="Line 65">
            <a:extLst>
              <a:ext uri="{FF2B5EF4-FFF2-40B4-BE49-F238E27FC236}">
                <a16:creationId xmlns:a16="http://schemas.microsoft.com/office/drawing/2014/main" id="{39789276-F819-0134-5FFD-C809EE1A3163}"/>
              </a:ext>
            </a:extLst>
          </p:cNvPr>
          <p:cNvSpPr>
            <a:spLocks noChangeShapeType="1"/>
          </p:cNvSpPr>
          <p:nvPr/>
        </p:nvSpPr>
        <p:spPr bwMode="auto">
          <a:xfrm flipH="1">
            <a:off x="5181600" y="3048000"/>
            <a:ext cx="0" cy="2819400"/>
          </a:xfrm>
          <a:prstGeom prst="line">
            <a:avLst/>
          </a:prstGeom>
          <a:noFill/>
          <a:ln w="25400" cap="rnd">
            <a:solidFill>
              <a:schemeClr val="tx2"/>
            </a:solidFill>
            <a:prstDash val="sysDot"/>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0882" name="Text Box 66">
            <a:extLst>
              <a:ext uri="{FF2B5EF4-FFF2-40B4-BE49-F238E27FC236}">
                <a16:creationId xmlns:a16="http://schemas.microsoft.com/office/drawing/2014/main" id="{89820669-2AD0-2ED6-3733-C0D66C7E5C9E}"/>
              </a:ext>
            </a:extLst>
          </p:cNvPr>
          <p:cNvSpPr txBox="1">
            <a:spLocks noChangeArrowheads="1"/>
          </p:cNvSpPr>
          <p:nvPr/>
        </p:nvSpPr>
        <p:spPr bwMode="auto">
          <a:xfrm>
            <a:off x="4251325" y="4786313"/>
            <a:ext cx="1219200" cy="946150"/>
          </a:xfrm>
          <a:prstGeom prst="rect">
            <a:avLst/>
          </a:prstGeom>
          <a:noFill/>
          <a:ln w="9525">
            <a:noFill/>
            <a:miter lim="800000"/>
            <a:headEnd/>
            <a:tailEnd/>
          </a:ln>
          <a:effectLst/>
        </p:spPr>
        <p:txBody>
          <a:bodyPr>
            <a:spAutoFit/>
          </a:bodyPr>
          <a:lstStyle/>
          <a:p>
            <a:pPr>
              <a:defRPr/>
            </a:pPr>
            <a:r>
              <a:rPr lang="zh-CN" altLang="en-US" sz="2800" b="1">
                <a:effectLst>
                  <a:outerShdw blurRad="38100" dist="38100" dir="2700000" algn="tl">
                    <a:srgbClr val="C0C0C0"/>
                  </a:outerShdw>
                </a:effectLst>
                <a:ea typeface="仿宋_GB2312" pitchFamily="49" charset="-122"/>
              </a:rPr>
              <a:t>顶点</a:t>
            </a:r>
            <a:r>
              <a:rPr lang="en-US" altLang="zh-CN" sz="2800" b="1">
                <a:effectLst>
                  <a:outerShdw blurRad="38100" dist="38100" dir="2700000" algn="tl">
                    <a:srgbClr val="C0C0C0"/>
                  </a:outerShdw>
                </a:effectLst>
                <a:ea typeface="仿宋_GB2312" pitchFamily="49" charset="-122"/>
              </a:rPr>
              <a:t>1</a:t>
            </a:r>
          </a:p>
          <a:p>
            <a:pPr algn="ctr">
              <a:defRPr/>
            </a:pPr>
            <a:r>
              <a:rPr lang="zh-CN" altLang="en-US" sz="2800" b="1">
                <a:effectLst>
                  <a:outerShdw blurRad="38100" dist="38100" dir="2700000" algn="tl">
                    <a:srgbClr val="C0C0C0"/>
                  </a:outerShdw>
                </a:effectLst>
                <a:ea typeface="仿宋_GB2312" pitchFamily="49" charset="-122"/>
              </a:rPr>
              <a:t>出栈</a:t>
            </a:r>
            <a:endParaRPr lang="zh-CN" altLang="en-US"/>
          </a:p>
        </p:txBody>
      </p:sp>
      <p:sp>
        <p:nvSpPr>
          <p:cNvPr id="124990" name="Line 69">
            <a:extLst>
              <a:ext uri="{FF2B5EF4-FFF2-40B4-BE49-F238E27FC236}">
                <a16:creationId xmlns:a16="http://schemas.microsoft.com/office/drawing/2014/main" id="{94023567-D38A-D7AF-9DF4-EB4587DE7E70}"/>
              </a:ext>
            </a:extLst>
          </p:cNvPr>
          <p:cNvSpPr>
            <a:spLocks noChangeShapeType="1"/>
          </p:cNvSpPr>
          <p:nvPr/>
        </p:nvSpPr>
        <p:spPr bwMode="auto">
          <a:xfrm>
            <a:off x="7126288" y="2981325"/>
            <a:ext cx="304800" cy="0"/>
          </a:xfrm>
          <a:prstGeom prst="line">
            <a:avLst/>
          </a:prstGeom>
          <a:noFill/>
          <a:ln w="38100">
            <a:solidFill>
              <a:schemeClr val="tx2"/>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991" name="Text Box 70">
            <a:extLst>
              <a:ext uri="{FF2B5EF4-FFF2-40B4-BE49-F238E27FC236}">
                <a16:creationId xmlns:a16="http://schemas.microsoft.com/office/drawing/2014/main" id="{30AA5108-E98A-F7B2-2F84-D3841F509B7E}"/>
              </a:ext>
            </a:extLst>
          </p:cNvPr>
          <p:cNvSpPr txBox="1">
            <a:spLocks noChangeArrowheads="1"/>
          </p:cNvSpPr>
          <p:nvPr/>
        </p:nvSpPr>
        <p:spPr bwMode="auto">
          <a:xfrm>
            <a:off x="6523038" y="2667000"/>
            <a:ext cx="679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top</a:t>
            </a:r>
            <a:endParaRPr kumimoji="1" lang="en-US" altLang="zh-CN" sz="2400">
              <a:latin typeface="Times New Roman" panose="02020603050405020304" pitchFamily="18" charset="0"/>
              <a:ea typeface="宋体" panose="02010600030101010101" pitchFamily="2" charset="-122"/>
            </a:endParaRPr>
          </a:p>
        </p:txBody>
      </p:sp>
      <p:sp>
        <p:nvSpPr>
          <p:cNvPr id="290888" name="Text Box 72">
            <a:extLst>
              <a:ext uri="{FF2B5EF4-FFF2-40B4-BE49-F238E27FC236}">
                <a16:creationId xmlns:a16="http://schemas.microsoft.com/office/drawing/2014/main" id="{16844A5C-548B-D622-7A59-A6A1976B6986}"/>
              </a:ext>
            </a:extLst>
          </p:cNvPr>
          <p:cNvSpPr txBox="1">
            <a:spLocks noChangeArrowheads="1"/>
          </p:cNvSpPr>
          <p:nvPr/>
        </p:nvSpPr>
        <p:spPr bwMode="auto">
          <a:xfrm>
            <a:off x="6413500" y="5410200"/>
            <a:ext cx="1130300" cy="946150"/>
          </a:xfrm>
          <a:prstGeom prst="rect">
            <a:avLst/>
          </a:prstGeom>
          <a:noFill/>
          <a:ln w="9525">
            <a:noFill/>
            <a:miter lim="800000"/>
            <a:headEnd/>
            <a:tailEnd/>
          </a:ln>
          <a:effectLst/>
        </p:spPr>
        <p:txBody>
          <a:bodyPr>
            <a:spAutoFit/>
          </a:bodyPr>
          <a:lstStyle/>
          <a:p>
            <a:pPr algn="ctr">
              <a:defRPr/>
            </a:pPr>
            <a:r>
              <a:rPr lang="zh-CN" altLang="en-US" sz="2800" b="1">
                <a:effectLst>
                  <a:outerShdw blurRad="38100" dist="38100" dir="2700000" algn="tl">
                    <a:srgbClr val="C0C0C0"/>
                  </a:outerShdw>
                </a:effectLst>
                <a:ea typeface="仿宋_GB2312" pitchFamily="49" charset="-122"/>
              </a:rPr>
              <a:t>顶点</a:t>
            </a:r>
            <a:r>
              <a:rPr lang="en-US" altLang="zh-CN" sz="2800" b="1">
                <a:effectLst>
                  <a:outerShdw blurRad="38100" dist="38100" dir="2700000" algn="tl">
                    <a:srgbClr val="C0C0C0"/>
                  </a:outerShdw>
                </a:effectLst>
                <a:ea typeface="仿宋_GB2312" pitchFamily="49" charset="-122"/>
              </a:rPr>
              <a:t>5</a:t>
            </a:r>
          </a:p>
          <a:p>
            <a:pPr algn="ctr">
              <a:defRPr/>
            </a:pPr>
            <a:r>
              <a:rPr lang="zh-CN" altLang="en-US" sz="2800" b="1">
                <a:effectLst>
                  <a:outerShdw blurRad="38100" dist="38100" dir="2700000" algn="tl">
                    <a:srgbClr val="C0C0C0"/>
                  </a:outerShdw>
                </a:effectLst>
                <a:ea typeface="仿宋_GB2312" pitchFamily="49" charset="-122"/>
              </a:rPr>
              <a:t>出栈</a:t>
            </a:r>
            <a:endParaRPr lang="zh-CN" altLang="en-US"/>
          </a:p>
        </p:txBody>
      </p:sp>
      <p:sp>
        <p:nvSpPr>
          <p:cNvPr id="290889" name="Text Box 73">
            <a:extLst>
              <a:ext uri="{FF2B5EF4-FFF2-40B4-BE49-F238E27FC236}">
                <a16:creationId xmlns:a16="http://schemas.microsoft.com/office/drawing/2014/main" id="{E460C0A3-10E7-A8F5-AE63-E3F189A03314}"/>
              </a:ext>
            </a:extLst>
          </p:cNvPr>
          <p:cNvSpPr txBox="1">
            <a:spLocks noChangeArrowheads="1"/>
          </p:cNvSpPr>
          <p:nvPr/>
        </p:nvSpPr>
        <p:spPr bwMode="auto">
          <a:xfrm>
            <a:off x="241300" y="5378450"/>
            <a:ext cx="1130300" cy="946150"/>
          </a:xfrm>
          <a:prstGeom prst="rect">
            <a:avLst/>
          </a:prstGeom>
          <a:noFill/>
          <a:ln w="9525">
            <a:noFill/>
            <a:miter lim="800000"/>
            <a:headEnd/>
            <a:tailEnd/>
          </a:ln>
          <a:effectLst/>
        </p:spPr>
        <p:txBody>
          <a:bodyPr>
            <a:spAutoFit/>
          </a:bodyPr>
          <a:lstStyle/>
          <a:p>
            <a:pPr algn="ctr">
              <a:defRPr/>
            </a:pPr>
            <a:r>
              <a:rPr lang="zh-CN" altLang="en-US" sz="2800" b="1">
                <a:effectLst>
                  <a:outerShdw blurRad="38100" dist="38100" dir="2700000" algn="tl">
                    <a:srgbClr val="C0C0C0"/>
                  </a:outerShdw>
                </a:effectLst>
                <a:ea typeface="仿宋_GB2312" pitchFamily="49" charset="-122"/>
              </a:rPr>
              <a:t>顶点</a:t>
            </a:r>
            <a:r>
              <a:rPr lang="en-US" altLang="zh-CN" sz="2800" b="1">
                <a:effectLst>
                  <a:outerShdw blurRad="38100" dist="38100" dir="2700000" algn="tl">
                    <a:srgbClr val="C0C0C0"/>
                  </a:outerShdw>
                </a:effectLst>
                <a:ea typeface="仿宋_GB2312" pitchFamily="49" charset="-122"/>
              </a:rPr>
              <a:t>3</a:t>
            </a:r>
          </a:p>
          <a:p>
            <a:pPr algn="ctr">
              <a:defRPr/>
            </a:pPr>
            <a:r>
              <a:rPr lang="zh-CN" altLang="en-US" sz="2800" b="1">
                <a:effectLst>
                  <a:outerShdw blurRad="38100" dist="38100" dir="2700000" algn="tl">
                    <a:srgbClr val="C0C0C0"/>
                  </a:outerShdw>
                </a:effectLst>
                <a:ea typeface="仿宋_GB2312" pitchFamily="49" charset="-122"/>
              </a:rPr>
              <a:t>出栈</a:t>
            </a:r>
            <a:endParaRPr lang="zh-CN" altLang="en-US"/>
          </a:p>
        </p:txBody>
      </p:sp>
      <p:sp>
        <p:nvSpPr>
          <p:cNvPr id="290890" name="Text Box 74">
            <a:extLst>
              <a:ext uri="{FF2B5EF4-FFF2-40B4-BE49-F238E27FC236}">
                <a16:creationId xmlns:a16="http://schemas.microsoft.com/office/drawing/2014/main" id="{8234FB97-6CA0-21C8-07EA-65C0CD7B3701}"/>
              </a:ext>
            </a:extLst>
          </p:cNvPr>
          <p:cNvSpPr txBox="1">
            <a:spLocks noChangeArrowheads="1"/>
          </p:cNvSpPr>
          <p:nvPr/>
        </p:nvSpPr>
        <p:spPr bwMode="auto">
          <a:xfrm>
            <a:off x="2286000" y="5378450"/>
            <a:ext cx="1219200" cy="946150"/>
          </a:xfrm>
          <a:prstGeom prst="rect">
            <a:avLst/>
          </a:prstGeom>
          <a:noFill/>
          <a:ln w="9525">
            <a:noFill/>
            <a:miter lim="800000"/>
            <a:headEnd/>
            <a:tailEnd/>
          </a:ln>
          <a:effectLst/>
        </p:spPr>
        <p:txBody>
          <a:bodyPr>
            <a:spAutoFit/>
          </a:bodyPr>
          <a:lstStyle/>
          <a:p>
            <a:pPr>
              <a:defRPr/>
            </a:pPr>
            <a:r>
              <a:rPr lang="zh-CN" altLang="en-US" sz="2800" b="1">
                <a:effectLst>
                  <a:outerShdw blurRad="38100" dist="38100" dir="2700000" algn="tl">
                    <a:srgbClr val="C0C0C0"/>
                  </a:outerShdw>
                </a:effectLst>
                <a:ea typeface="仿宋_GB2312" pitchFamily="49" charset="-122"/>
              </a:rPr>
              <a:t>顶点</a:t>
            </a:r>
            <a:r>
              <a:rPr lang="en-US" altLang="zh-CN" sz="2800" b="1">
                <a:effectLst>
                  <a:outerShdw blurRad="38100" dist="38100" dir="2700000" algn="tl">
                    <a:srgbClr val="C0C0C0"/>
                  </a:outerShdw>
                </a:effectLst>
                <a:ea typeface="仿宋_GB2312" pitchFamily="49" charset="-122"/>
              </a:rPr>
              <a:t>2</a:t>
            </a:r>
          </a:p>
          <a:p>
            <a:pPr algn="ctr">
              <a:defRPr/>
            </a:pPr>
            <a:r>
              <a:rPr lang="zh-CN" altLang="en-US" sz="2800" b="1">
                <a:effectLst>
                  <a:outerShdw blurRad="38100" dist="38100" dir="2700000" algn="tl">
                    <a:srgbClr val="C0C0C0"/>
                  </a:outerShdw>
                </a:effectLst>
                <a:ea typeface="仿宋_GB2312" pitchFamily="49" charset="-122"/>
              </a:rPr>
              <a:t>出栈</a:t>
            </a:r>
            <a:endParaRPr lang="zh-CN" altLang="en-US"/>
          </a:p>
        </p:txBody>
      </p:sp>
      <p:sp>
        <p:nvSpPr>
          <p:cNvPr id="2" name="灯片编号占位符 1">
            <a:extLst>
              <a:ext uri="{FF2B5EF4-FFF2-40B4-BE49-F238E27FC236}">
                <a16:creationId xmlns:a16="http://schemas.microsoft.com/office/drawing/2014/main" id="{29B255F6-B07C-9EBA-AB32-F98ED1828068}"/>
              </a:ext>
            </a:extLst>
          </p:cNvPr>
          <p:cNvSpPr>
            <a:spLocks noGrp="1"/>
          </p:cNvSpPr>
          <p:nvPr>
            <p:ph type="sldNum" sz="quarter" idx="12"/>
          </p:nvPr>
        </p:nvSpPr>
        <p:spPr/>
        <p:txBody>
          <a:bodyPr/>
          <a:lstStyle/>
          <a:p>
            <a:pPr>
              <a:defRPr/>
            </a:pPr>
            <a:fld id="{22EEED5C-99EB-4141-8E47-FA8D31DEB9C9}" type="slidenum">
              <a:rPr lang="en-US" altLang="zh-CN" smtClean="0"/>
              <a:pPr>
                <a:defRPr/>
              </a:pPr>
              <a:t>108</a:t>
            </a:fld>
            <a:endParaRPr lang="en-US" altLang="zh-CN"/>
          </a:p>
        </p:txBody>
      </p:sp>
    </p:spTree>
  </p:cSld>
  <p:clrMapOvr>
    <a:masterClrMapping/>
  </p:clrMapOvr>
  <p:transition>
    <p:zoom/>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1272E83-2216-4C35-8380-B9B7F5701CE0}"/>
              </a:ext>
            </a:extLst>
          </p:cNvPr>
          <p:cNvSpPr>
            <a:spLocks noGrp="1"/>
          </p:cNvSpPr>
          <p:nvPr>
            <p:ph idx="1"/>
          </p:nvPr>
        </p:nvSpPr>
        <p:spPr>
          <a:xfrm>
            <a:off x="107504" y="116632"/>
            <a:ext cx="8928992" cy="6624736"/>
          </a:xfrm>
        </p:spPr>
        <p:txBody>
          <a:bodyPr>
            <a:normAutofit fontScale="55000" lnSpcReduction="20000"/>
          </a:bodyPr>
          <a:lstStyle/>
          <a:p>
            <a:pPr marL="0" indent="0">
              <a:buNone/>
            </a:pPr>
            <a:r>
              <a:rPr lang="en-US" altLang="zh-CN" dirty="0"/>
              <a:t>//</a:t>
            </a:r>
            <a:r>
              <a:rPr lang="zh-CN" altLang="en-US" dirty="0"/>
              <a:t>拓扑排序的算法</a:t>
            </a:r>
          </a:p>
          <a:p>
            <a:pPr marL="0" indent="0">
              <a:buNone/>
            </a:pPr>
            <a:r>
              <a:rPr lang="en-US" altLang="zh-CN" dirty="0"/>
              <a:t>void </a:t>
            </a:r>
            <a:r>
              <a:rPr lang="en-US" altLang="zh-CN" dirty="0" err="1"/>
              <a:t>TopologicalSort</a:t>
            </a:r>
            <a:r>
              <a:rPr lang="en-US" altLang="zh-CN" dirty="0"/>
              <a:t> ( Graph&lt;T, E&gt;&amp; G ) {</a:t>
            </a:r>
          </a:p>
          <a:p>
            <a:pPr marL="0" indent="0">
              <a:buNone/>
            </a:pPr>
            <a:r>
              <a:rPr lang="en-US" altLang="zh-CN" dirty="0"/>
              <a:t>    int </a:t>
            </a:r>
            <a:r>
              <a:rPr lang="en-US" altLang="zh-CN" dirty="0" err="1"/>
              <a:t>i</a:t>
            </a:r>
            <a:r>
              <a:rPr lang="en-US" altLang="zh-CN" dirty="0"/>
              <a:t>, j, w, v;           int top = -1; //</a:t>
            </a:r>
            <a:r>
              <a:rPr lang="zh-CN" altLang="en-US" dirty="0"/>
              <a:t>入度为零的顶点栈初始化</a:t>
            </a:r>
          </a:p>
          <a:p>
            <a:pPr marL="0" indent="0">
              <a:buNone/>
            </a:pPr>
            <a:r>
              <a:rPr lang="zh-CN" altLang="en-US" dirty="0"/>
              <a:t>    </a:t>
            </a:r>
            <a:r>
              <a:rPr lang="en-US" altLang="zh-CN" dirty="0"/>
              <a:t>int n = </a:t>
            </a:r>
            <a:r>
              <a:rPr lang="en-US" altLang="zh-CN" dirty="0" err="1"/>
              <a:t>G.NumberOfVertices</a:t>
            </a:r>
            <a:r>
              <a:rPr lang="en-US" altLang="zh-CN" dirty="0"/>
              <a:t>( );     int *count = new int[n]; //</a:t>
            </a:r>
            <a:r>
              <a:rPr lang="zh-CN" altLang="en-US" dirty="0"/>
              <a:t>入度为零顶点栈</a:t>
            </a:r>
          </a:p>
          <a:p>
            <a:pPr marL="0" indent="0">
              <a:buNone/>
            </a:pPr>
            <a:r>
              <a:rPr lang="zh-CN" altLang="en-US" dirty="0"/>
              <a:t>    </a:t>
            </a:r>
            <a:r>
              <a:rPr lang="en-US" altLang="zh-CN" dirty="0"/>
              <a:t>for ( </a:t>
            </a:r>
            <a:r>
              <a:rPr lang="en-US" altLang="zh-CN" dirty="0" err="1"/>
              <a:t>i</a:t>
            </a:r>
            <a:r>
              <a:rPr lang="en-US" altLang="zh-CN" dirty="0"/>
              <a:t> = 0; </a:t>
            </a:r>
            <a:r>
              <a:rPr lang="en-US" altLang="zh-CN" dirty="0" err="1"/>
              <a:t>i</a:t>
            </a:r>
            <a:r>
              <a:rPr lang="en-US" altLang="zh-CN" dirty="0"/>
              <a:t> &lt; n; </a:t>
            </a:r>
            <a:r>
              <a:rPr lang="en-US" altLang="zh-CN" dirty="0" err="1"/>
              <a:t>i</a:t>
            </a:r>
            <a:r>
              <a:rPr lang="en-US" altLang="zh-CN" dirty="0"/>
              <a:t>++ ) count[</a:t>
            </a:r>
            <a:r>
              <a:rPr lang="en-US" altLang="zh-CN" dirty="0" err="1"/>
              <a:t>i</a:t>
            </a:r>
            <a:r>
              <a:rPr lang="en-US" altLang="zh-CN" dirty="0"/>
              <a:t>] = 0;                       </a:t>
            </a:r>
            <a:r>
              <a:rPr lang="en-US" altLang="zh-CN" dirty="0" err="1"/>
              <a:t>cin</a:t>
            </a:r>
            <a:r>
              <a:rPr lang="en-US" altLang="zh-CN" dirty="0"/>
              <a:t> &gt;&gt; </a:t>
            </a:r>
            <a:r>
              <a:rPr lang="en-US" altLang="zh-CN" dirty="0" err="1"/>
              <a:t>i</a:t>
            </a:r>
            <a:r>
              <a:rPr lang="en-US" altLang="zh-CN" dirty="0"/>
              <a:t> &gt;&gt; j;   </a:t>
            </a:r>
          </a:p>
          <a:p>
            <a:pPr marL="0" indent="0">
              <a:buNone/>
            </a:pPr>
            <a:r>
              <a:rPr lang="en-US" altLang="zh-CN" dirty="0"/>
              <a:t>    while ( </a:t>
            </a:r>
            <a:r>
              <a:rPr lang="en-US" altLang="zh-CN" dirty="0" err="1"/>
              <a:t>i</a:t>
            </a:r>
            <a:r>
              <a:rPr lang="en-US" altLang="zh-CN" dirty="0"/>
              <a:t> &gt; -1 &amp;&amp; </a:t>
            </a:r>
            <a:r>
              <a:rPr lang="en-US" altLang="zh-CN" dirty="0" err="1"/>
              <a:t>i</a:t>
            </a:r>
            <a:r>
              <a:rPr lang="en-US" altLang="zh-CN" dirty="0"/>
              <a:t> &lt; n &amp;&amp; j &gt; -1 &amp;&amp; j &lt; n )</a:t>
            </a:r>
          </a:p>
          <a:p>
            <a:pPr marL="0" indent="0">
              <a:buNone/>
            </a:pPr>
            <a:r>
              <a:rPr lang="en-US" altLang="zh-CN" dirty="0"/>
              <a:t>    {   </a:t>
            </a:r>
            <a:r>
              <a:rPr lang="en-US" altLang="zh-CN" dirty="0" err="1"/>
              <a:t>G.insertEdge</a:t>
            </a:r>
            <a:r>
              <a:rPr lang="en-US" altLang="zh-CN" dirty="0"/>
              <a:t>(</a:t>
            </a:r>
            <a:r>
              <a:rPr lang="en-US" altLang="zh-CN" dirty="0" err="1"/>
              <a:t>i</a:t>
            </a:r>
            <a:r>
              <a:rPr lang="en-US" altLang="zh-CN" dirty="0"/>
              <a:t>, j);  count[j]++;        </a:t>
            </a:r>
            <a:r>
              <a:rPr lang="en-US" altLang="zh-CN" dirty="0" err="1"/>
              <a:t>cin</a:t>
            </a:r>
            <a:r>
              <a:rPr lang="en-US" altLang="zh-CN" dirty="0"/>
              <a:t> &gt;&gt; </a:t>
            </a:r>
            <a:r>
              <a:rPr lang="en-US" altLang="zh-CN" dirty="0" err="1"/>
              <a:t>i</a:t>
            </a:r>
            <a:r>
              <a:rPr lang="en-US" altLang="zh-CN" dirty="0"/>
              <a:t> &gt;&gt; j;       }   </a:t>
            </a:r>
          </a:p>
          <a:p>
            <a:pPr marL="0" indent="0">
              <a:buNone/>
            </a:pPr>
            <a:r>
              <a:rPr lang="en-US" altLang="zh-CN" dirty="0"/>
              <a:t>    for ( </a:t>
            </a:r>
            <a:r>
              <a:rPr lang="en-US" altLang="zh-CN" dirty="0" err="1"/>
              <a:t>i</a:t>
            </a:r>
            <a:r>
              <a:rPr lang="en-US" altLang="zh-CN" dirty="0"/>
              <a:t> = 0; </a:t>
            </a:r>
            <a:r>
              <a:rPr lang="en-US" altLang="zh-CN" dirty="0" err="1"/>
              <a:t>i</a:t>
            </a:r>
            <a:r>
              <a:rPr lang="en-US" altLang="zh-CN" dirty="0"/>
              <a:t> &lt; n; </a:t>
            </a:r>
            <a:r>
              <a:rPr lang="en-US" altLang="zh-CN" dirty="0" err="1"/>
              <a:t>i</a:t>
            </a:r>
            <a:r>
              <a:rPr lang="en-US" altLang="zh-CN" dirty="0"/>
              <a:t>++ )</a:t>
            </a:r>
            <a:r>
              <a:rPr lang="zh-CN" altLang="en-US" dirty="0"/>
              <a:t> </a:t>
            </a:r>
            <a:endParaRPr lang="en-US" altLang="zh-CN" dirty="0"/>
          </a:p>
          <a:p>
            <a:pPr marL="0" indent="0">
              <a:buNone/>
            </a:pPr>
            <a:r>
              <a:rPr lang="en-US" altLang="zh-CN" dirty="0"/>
              <a:t>        if ( count[</a:t>
            </a:r>
            <a:r>
              <a:rPr lang="en-US" altLang="zh-CN" dirty="0" err="1"/>
              <a:t>i</a:t>
            </a:r>
            <a:r>
              <a:rPr lang="en-US" altLang="zh-CN" dirty="0"/>
              <a:t>] == 0 )  { count[</a:t>
            </a:r>
            <a:r>
              <a:rPr lang="en-US" altLang="zh-CN" dirty="0" err="1"/>
              <a:t>i</a:t>
            </a:r>
            <a:r>
              <a:rPr lang="en-US" altLang="zh-CN" dirty="0"/>
              <a:t>] = top;  top = </a:t>
            </a:r>
            <a:r>
              <a:rPr lang="en-US" altLang="zh-CN" dirty="0" err="1"/>
              <a:t>i</a:t>
            </a:r>
            <a:r>
              <a:rPr lang="en-US" altLang="zh-CN" dirty="0"/>
              <a:t>; } //</a:t>
            </a:r>
            <a:r>
              <a:rPr lang="zh-CN" altLang="en-US" dirty="0"/>
              <a:t>入度为零顶点进栈</a:t>
            </a:r>
          </a:p>
          <a:p>
            <a:pPr marL="0" indent="0">
              <a:buNone/>
            </a:pPr>
            <a:r>
              <a:rPr lang="zh-CN" altLang="en-US" dirty="0"/>
              <a:t>    </a:t>
            </a:r>
            <a:r>
              <a:rPr lang="en-US" altLang="zh-CN" dirty="0"/>
              <a:t>for ( </a:t>
            </a:r>
            <a:r>
              <a:rPr lang="en-US" altLang="zh-CN" dirty="0" err="1"/>
              <a:t>i</a:t>
            </a:r>
            <a:r>
              <a:rPr lang="en-US" altLang="zh-CN" dirty="0"/>
              <a:t> = 0; </a:t>
            </a:r>
            <a:r>
              <a:rPr lang="en-US" altLang="zh-CN" dirty="0" err="1"/>
              <a:t>i</a:t>
            </a:r>
            <a:r>
              <a:rPr lang="en-US" altLang="zh-CN" dirty="0"/>
              <a:t> &lt; n; </a:t>
            </a:r>
            <a:r>
              <a:rPr lang="en-US" altLang="zh-CN" dirty="0" err="1"/>
              <a:t>i</a:t>
            </a:r>
            <a:r>
              <a:rPr lang="en-US" altLang="zh-CN" dirty="0"/>
              <a:t>++ )      //</a:t>
            </a:r>
            <a:r>
              <a:rPr lang="zh-CN" altLang="en-US" dirty="0"/>
              <a:t>期望输出</a:t>
            </a:r>
            <a:r>
              <a:rPr lang="en-US" altLang="zh-CN" dirty="0"/>
              <a:t>n</a:t>
            </a:r>
            <a:r>
              <a:rPr lang="zh-CN" altLang="en-US" dirty="0"/>
              <a:t>个顶点</a:t>
            </a:r>
          </a:p>
          <a:p>
            <a:pPr marL="0" indent="0">
              <a:buNone/>
            </a:pPr>
            <a:r>
              <a:rPr lang="zh-CN" altLang="en-US" dirty="0"/>
              <a:t>        </a:t>
            </a:r>
            <a:r>
              <a:rPr lang="en-US" altLang="zh-CN" dirty="0"/>
              <a:t>if ( top == -1 ) {</a:t>
            </a:r>
            <a:r>
              <a:rPr lang="en-US" altLang="zh-CN" dirty="0" err="1"/>
              <a:t>cout</a:t>
            </a:r>
            <a:r>
              <a:rPr lang="en-US" altLang="zh-CN" dirty="0"/>
              <a:t> &lt;&lt; "</a:t>
            </a:r>
            <a:r>
              <a:rPr lang="zh-CN" altLang="en-US" dirty="0"/>
              <a:t>有回路！</a:t>
            </a:r>
            <a:r>
              <a:rPr lang="en-US" altLang="zh-CN" dirty="0"/>
              <a:t>" &lt;&lt; </a:t>
            </a:r>
            <a:r>
              <a:rPr lang="en-US" altLang="zh-CN" dirty="0" err="1"/>
              <a:t>endl</a:t>
            </a:r>
            <a:r>
              <a:rPr lang="en-US" altLang="zh-CN" dirty="0"/>
              <a:t>;	  return;  } //</a:t>
            </a:r>
            <a:r>
              <a:rPr lang="zh-CN" altLang="en-US" dirty="0"/>
              <a:t>中途栈空</a:t>
            </a:r>
            <a:r>
              <a:rPr lang="en-US" altLang="zh-CN" dirty="0"/>
              <a:t>,</a:t>
            </a:r>
            <a:r>
              <a:rPr lang="zh-CN" altLang="en-US" dirty="0"/>
              <a:t>转出</a:t>
            </a:r>
            <a:endParaRPr lang="en-US" altLang="zh-CN" dirty="0"/>
          </a:p>
          <a:p>
            <a:pPr marL="0" indent="0">
              <a:buNone/>
            </a:pPr>
            <a:r>
              <a:rPr lang="en-US" altLang="zh-CN" dirty="0"/>
              <a:t>        else {                               //</a:t>
            </a:r>
            <a:r>
              <a:rPr lang="zh-CN" altLang="en-US" dirty="0"/>
              <a:t>继续拓扑排序</a:t>
            </a:r>
          </a:p>
          <a:p>
            <a:pPr marL="0" indent="0">
              <a:buNone/>
            </a:pPr>
            <a:r>
              <a:rPr lang="zh-CN" altLang="en-US" dirty="0"/>
              <a:t>	   </a:t>
            </a:r>
            <a:r>
              <a:rPr lang="en-US" altLang="zh-CN" dirty="0"/>
              <a:t>v = top;  top = count[top];     //</a:t>
            </a:r>
            <a:r>
              <a:rPr lang="zh-CN" altLang="en-US" dirty="0"/>
              <a:t>退栈</a:t>
            </a:r>
          </a:p>
          <a:p>
            <a:pPr marL="0" indent="0">
              <a:buNone/>
            </a:pPr>
            <a:r>
              <a:rPr lang="zh-CN" altLang="en-US" dirty="0"/>
              <a:t>	   </a:t>
            </a:r>
            <a:r>
              <a:rPr lang="en-US" altLang="zh-CN" dirty="0" err="1"/>
              <a:t>cout</a:t>
            </a:r>
            <a:r>
              <a:rPr lang="en-US" altLang="zh-CN" dirty="0"/>
              <a:t> &lt;&lt; </a:t>
            </a:r>
            <a:r>
              <a:rPr lang="en-US" altLang="zh-CN" dirty="0" err="1"/>
              <a:t>G.getValue</a:t>
            </a:r>
            <a:r>
              <a:rPr lang="en-US" altLang="zh-CN" dirty="0"/>
              <a:t>(v) &lt;&lt;" " &lt;&lt; </a:t>
            </a:r>
            <a:r>
              <a:rPr lang="en-US" altLang="zh-CN" dirty="0" err="1"/>
              <a:t>endl</a:t>
            </a:r>
            <a:r>
              <a:rPr lang="en-US" altLang="zh-CN" dirty="0"/>
              <a:t>;     w = </a:t>
            </a:r>
            <a:r>
              <a:rPr lang="en-US" altLang="zh-CN" dirty="0" err="1"/>
              <a:t>G.getFirstNeighbor</a:t>
            </a:r>
            <a:r>
              <a:rPr lang="en-US" altLang="zh-CN" dirty="0"/>
              <a:t> (v);            </a:t>
            </a:r>
          </a:p>
          <a:p>
            <a:pPr marL="0" indent="0">
              <a:buNone/>
            </a:pPr>
            <a:r>
              <a:rPr lang="en-US" altLang="zh-CN" dirty="0"/>
              <a:t>             while ( w != -1 ) {    //</a:t>
            </a:r>
            <a:r>
              <a:rPr lang="zh-CN" altLang="en-US" dirty="0"/>
              <a:t>扫描出边表</a:t>
            </a:r>
          </a:p>
          <a:p>
            <a:pPr marL="0" indent="0">
              <a:buNone/>
            </a:pPr>
            <a:r>
              <a:rPr lang="zh-CN" altLang="en-US" dirty="0"/>
              <a:t>	     </a:t>
            </a:r>
            <a:r>
              <a:rPr lang="en-US" altLang="zh-CN" dirty="0"/>
              <a:t>if (--count[w] == 0)  { count[w]=top;  top=w; }//</a:t>
            </a:r>
            <a:r>
              <a:rPr lang="zh-CN" altLang="en-US" dirty="0"/>
              <a:t>顶点入度减至零</a:t>
            </a:r>
            <a:r>
              <a:rPr lang="en-US" altLang="zh-CN" dirty="0"/>
              <a:t>, </a:t>
            </a:r>
            <a:r>
              <a:rPr lang="zh-CN" altLang="en-US" dirty="0"/>
              <a:t>进栈</a:t>
            </a:r>
          </a:p>
          <a:p>
            <a:pPr marL="0" indent="0">
              <a:buNone/>
            </a:pPr>
            <a:r>
              <a:rPr lang="zh-CN" altLang="en-US" dirty="0"/>
              <a:t>               </a:t>
            </a:r>
            <a:r>
              <a:rPr lang="en-US" altLang="zh-CN" dirty="0"/>
              <a:t>w = </a:t>
            </a:r>
            <a:r>
              <a:rPr lang="en-US" altLang="zh-CN" dirty="0" err="1"/>
              <a:t>G.getNextNeighbor</a:t>
            </a:r>
            <a:r>
              <a:rPr lang="en-US" altLang="zh-CN" dirty="0"/>
              <a:t> (v, w);</a:t>
            </a:r>
          </a:p>
          <a:p>
            <a:pPr marL="0" indent="0">
              <a:buNone/>
            </a:pPr>
            <a:r>
              <a:rPr lang="en-US" altLang="zh-CN" dirty="0"/>
              <a:t>             }</a:t>
            </a:r>
          </a:p>
          <a:p>
            <a:pPr marL="0" indent="0">
              <a:buNone/>
            </a:pPr>
            <a:r>
              <a:rPr lang="en-US" altLang="zh-CN" dirty="0"/>
              <a:t>        }</a:t>
            </a:r>
          </a:p>
          <a:p>
            <a:pPr marL="0" indent="0">
              <a:buNone/>
            </a:pPr>
            <a:r>
              <a:rPr lang="en-US" altLang="zh-CN" dirty="0"/>
              <a:t>} </a:t>
            </a:r>
          </a:p>
          <a:p>
            <a:pPr marL="0" indent="0">
              <a:buNone/>
            </a:pPr>
            <a:endParaRPr lang="zh-CN" altLang="en-US" dirty="0"/>
          </a:p>
        </p:txBody>
      </p:sp>
      <p:sp>
        <p:nvSpPr>
          <p:cNvPr id="2" name="灯片编号占位符 1">
            <a:extLst>
              <a:ext uri="{FF2B5EF4-FFF2-40B4-BE49-F238E27FC236}">
                <a16:creationId xmlns:a16="http://schemas.microsoft.com/office/drawing/2014/main" id="{EBBE6CA1-13F7-5D8F-D129-6B553FED8741}"/>
              </a:ext>
            </a:extLst>
          </p:cNvPr>
          <p:cNvSpPr>
            <a:spLocks noGrp="1"/>
          </p:cNvSpPr>
          <p:nvPr>
            <p:ph type="sldNum" sz="quarter" idx="12"/>
          </p:nvPr>
        </p:nvSpPr>
        <p:spPr/>
        <p:txBody>
          <a:bodyPr/>
          <a:lstStyle/>
          <a:p>
            <a:pPr>
              <a:defRPr/>
            </a:pPr>
            <a:fld id="{2E0F9FB0-350A-4A87-9CD5-1F022F266B97}" type="slidenum">
              <a:rPr lang="en-US" altLang="zh-CN" smtClean="0"/>
              <a:pPr>
                <a:defRPr/>
              </a:pPr>
              <a:t>109</a:t>
            </a:fld>
            <a:endParaRPr lang="en-US" altLang="zh-CN"/>
          </a:p>
        </p:txBody>
      </p:sp>
    </p:spTree>
  </p:cSld>
  <p:clrMapOvr>
    <a:masterClrMapping/>
  </p:clrMapOvr>
  <p:transition>
    <p:zoom/>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0CEC0599-F440-15D0-4B32-09DC11D9F598}"/>
              </a:ext>
            </a:extLst>
          </p:cNvPr>
          <p:cNvSpPr>
            <a:spLocks noGrp="1" noChangeArrowheads="1"/>
          </p:cNvSpPr>
          <p:nvPr>
            <p:ph type="title"/>
          </p:nvPr>
        </p:nvSpPr>
        <p:spPr/>
        <p:txBody>
          <a:bodyPr/>
          <a:lstStyle/>
          <a:p>
            <a:r>
              <a:rPr lang="zh-CN" altLang="en-US"/>
              <a:t>时间复杂度</a:t>
            </a:r>
          </a:p>
        </p:txBody>
      </p:sp>
      <p:sp>
        <p:nvSpPr>
          <p:cNvPr id="129027" name="Rectangle 3">
            <a:extLst>
              <a:ext uri="{FF2B5EF4-FFF2-40B4-BE49-F238E27FC236}">
                <a16:creationId xmlns:a16="http://schemas.microsoft.com/office/drawing/2014/main" id="{15A7ED7C-7C8B-9C33-86BE-EDB3E3A6E92E}"/>
              </a:ext>
            </a:extLst>
          </p:cNvPr>
          <p:cNvSpPr>
            <a:spLocks noGrp="1" noChangeArrowheads="1"/>
          </p:cNvSpPr>
          <p:nvPr>
            <p:ph type="body" idx="1"/>
          </p:nvPr>
        </p:nvSpPr>
        <p:spPr/>
        <p:txBody>
          <a:bodyPr>
            <a:normAutofit/>
          </a:bodyPr>
          <a:lstStyle/>
          <a:p>
            <a:r>
              <a:rPr lang="zh-CN" altLang="en-US" dirty="0"/>
              <a:t>分析此拓扑排序算法可知，如果</a:t>
            </a:r>
            <a:r>
              <a:rPr lang="en-US" altLang="zh-CN" dirty="0"/>
              <a:t>AOV</a:t>
            </a:r>
            <a:r>
              <a:rPr lang="zh-CN" altLang="en-US" dirty="0"/>
              <a:t>网络有</a:t>
            </a:r>
            <a:r>
              <a:rPr lang="en-US" altLang="zh-CN" dirty="0"/>
              <a:t>n </a:t>
            </a:r>
            <a:r>
              <a:rPr lang="zh-CN" altLang="en-US" dirty="0"/>
              <a:t>个顶点，</a:t>
            </a:r>
            <a:r>
              <a:rPr lang="en-US" altLang="zh-CN" dirty="0"/>
              <a:t>e </a:t>
            </a:r>
            <a:r>
              <a:rPr lang="zh-CN" altLang="en-US" dirty="0"/>
              <a:t>条边，在不考虑初始的数据输入的情况下：</a:t>
            </a:r>
            <a:endParaRPr lang="en-US" altLang="zh-CN" dirty="0"/>
          </a:p>
          <a:p>
            <a:pPr lvl="1"/>
            <a:r>
              <a:rPr lang="zh-CN" altLang="en-US" dirty="0"/>
              <a:t>搜索入度为零的顶点，建立链式栈所需的时间是</a:t>
            </a:r>
            <a:r>
              <a:rPr lang="en-US" altLang="zh-CN" dirty="0"/>
              <a:t>O(n)</a:t>
            </a:r>
            <a:r>
              <a:rPr lang="zh-CN" altLang="en-US" dirty="0"/>
              <a:t>。</a:t>
            </a:r>
            <a:endParaRPr lang="en-US" altLang="zh-CN" dirty="0"/>
          </a:p>
          <a:p>
            <a:pPr lvl="1"/>
            <a:r>
              <a:rPr lang="zh-CN" altLang="en-US" dirty="0"/>
              <a:t>在无环的情况下，有向图有 </a:t>
            </a:r>
            <a:r>
              <a:rPr lang="en-US" altLang="zh-CN" dirty="0"/>
              <a:t>n </a:t>
            </a:r>
            <a:r>
              <a:rPr lang="zh-CN" altLang="en-US" dirty="0"/>
              <a:t>个顶点，每个顶点进一次栈，出一次栈。顶点入度减一的运算共执行了 </a:t>
            </a:r>
            <a:r>
              <a:rPr lang="en-US" altLang="zh-CN" dirty="0"/>
              <a:t>e </a:t>
            </a:r>
            <a:r>
              <a:rPr lang="zh-CN" altLang="en-US" dirty="0"/>
              <a:t>次。所以总的时间复杂度为</a:t>
            </a:r>
            <a:r>
              <a:rPr lang="en-US" altLang="zh-CN" dirty="0"/>
              <a:t>O(</a:t>
            </a:r>
            <a:r>
              <a:rPr lang="en-US" altLang="zh-CN" dirty="0" err="1"/>
              <a:t>n+e</a:t>
            </a:r>
            <a:r>
              <a:rPr lang="en-US" altLang="zh-CN" dirty="0"/>
              <a:t>)</a:t>
            </a:r>
            <a:r>
              <a:rPr lang="zh-CN" altLang="en-US" dirty="0"/>
              <a:t>。</a:t>
            </a:r>
          </a:p>
        </p:txBody>
      </p:sp>
      <p:sp>
        <p:nvSpPr>
          <p:cNvPr id="2" name="灯片编号占位符 1">
            <a:extLst>
              <a:ext uri="{FF2B5EF4-FFF2-40B4-BE49-F238E27FC236}">
                <a16:creationId xmlns:a16="http://schemas.microsoft.com/office/drawing/2014/main" id="{725176FD-FF26-A1D4-417E-4E4FD3DC0152}"/>
              </a:ext>
            </a:extLst>
          </p:cNvPr>
          <p:cNvSpPr>
            <a:spLocks noGrp="1"/>
          </p:cNvSpPr>
          <p:nvPr>
            <p:ph type="sldNum" sz="quarter" idx="12"/>
          </p:nvPr>
        </p:nvSpPr>
        <p:spPr/>
        <p:txBody>
          <a:bodyPr/>
          <a:lstStyle/>
          <a:p>
            <a:pPr>
              <a:defRPr/>
            </a:pPr>
            <a:fld id="{2E0F9FB0-350A-4A87-9CD5-1F022F266B97}" type="slidenum">
              <a:rPr lang="en-US" altLang="zh-CN" smtClean="0"/>
              <a:pPr>
                <a:defRPr/>
              </a:pPr>
              <a:t>110</a:t>
            </a:fld>
            <a:endParaRPr lang="en-US" altLang="zh-CN"/>
          </a:p>
        </p:txBody>
      </p:sp>
    </p:spTree>
  </p:cSld>
  <p:clrMapOvr>
    <a:masterClrMapping/>
  </p:clrMapOvr>
  <p:transition>
    <p:split/>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32DFEC6C-2773-0F1B-8272-AEF8F4ED9182}"/>
              </a:ext>
            </a:extLst>
          </p:cNvPr>
          <p:cNvSpPr>
            <a:spLocks noGrp="1" noChangeArrowheads="1"/>
          </p:cNvSpPr>
          <p:nvPr>
            <p:ph type="title"/>
          </p:nvPr>
        </p:nvSpPr>
        <p:spPr/>
        <p:txBody>
          <a:bodyPr/>
          <a:lstStyle/>
          <a:p>
            <a:r>
              <a:rPr lang="en-US" altLang="zh-CN"/>
              <a:t>8.7 </a:t>
            </a:r>
            <a:r>
              <a:rPr lang="zh-CN" altLang="en-US"/>
              <a:t>用边表示活动的网络</a:t>
            </a:r>
            <a:r>
              <a:rPr lang="en-US" altLang="zh-CN"/>
              <a:t>(AOE</a:t>
            </a:r>
            <a:r>
              <a:rPr lang="zh-CN" altLang="en-US"/>
              <a:t>网络</a:t>
            </a:r>
            <a:r>
              <a:rPr lang="en-US" altLang="zh-CN"/>
              <a:t>)</a:t>
            </a:r>
          </a:p>
        </p:txBody>
      </p:sp>
      <p:sp>
        <p:nvSpPr>
          <p:cNvPr id="240643" name="Rectangle 3">
            <a:extLst>
              <a:ext uri="{FF2B5EF4-FFF2-40B4-BE49-F238E27FC236}">
                <a16:creationId xmlns:a16="http://schemas.microsoft.com/office/drawing/2014/main" id="{B3E5DB3B-5864-D5DE-D151-7FE5E1D12E31}"/>
              </a:ext>
            </a:extLst>
          </p:cNvPr>
          <p:cNvSpPr>
            <a:spLocks noGrp="1" noChangeArrowheads="1"/>
          </p:cNvSpPr>
          <p:nvPr>
            <p:ph type="body" idx="1"/>
          </p:nvPr>
        </p:nvSpPr>
        <p:spPr/>
        <p:txBody>
          <a:bodyPr>
            <a:normAutofit fontScale="77500" lnSpcReduction="20000"/>
          </a:bodyPr>
          <a:lstStyle/>
          <a:p>
            <a:pPr>
              <a:lnSpc>
                <a:spcPct val="120000"/>
              </a:lnSpc>
            </a:pPr>
            <a:r>
              <a:rPr lang="zh-CN" altLang="en-US" dirty="0"/>
              <a:t>在带权有向无环图中，用有向边表示一个工程中的活动 </a:t>
            </a:r>
            <a:r>
              <a:rPr lang="en-US" altLang="zh-CN" dirty="0"/>
              <a:t>(Activity)</a:t>
            </a:r>
            <a:r>
              <a:rPr lang="zh-CN" altLang="en-US" dirty="0"/>
              <a:t>，用边上权值表示活动持续时间 </a:t>
            </a:r>
            <a:r>
              <a:rPr lang="en-US" altLang="zh-CN" dirty="0"/>
              <a:t>(Duration)</a:t>
            </a:r>
            <a:r>
              <a:rPr lang="zh-CN" altLang="en-US" dirty="0"/>
              <a:t>，用顶点表示事件 </a:t>
            </a:r>
            <a:r>
              <a:rPr lang="en-US" altLang="zh-CN" dirty="0"/>
              <a:t>(Event)</a:t>
            </a:r>
            <a:r>
              <a:rPr lang="zh-CN" altLang="en-US" dirty="0"/>
              <a:t>，称这样的有向图为用边表示活动的网络，简称 </a:t>
            </a:r>
            <a:r>
              <a:rPr lang="en-US" altLang="zh-CN" dirty="0"/>
              <a:t>AOE ( Activity On Edges ) </a:t>
            </a:r>
            <a:r>
              <a:rPr lang="zh-CN" altLang="en-US" dirty="0"/>
              <a:t>网络。</a:t>
            </a:r>
          </a:p>
          <a:p>
            <a:pPr>
              <a:lnSpc>
                <a:spcPct val="120000"/>
              </a:lnSpc>
            </a:pPr>
            <a:r>
              <a:rPr lang="en-US" altLang="zh-CN" dirty="0"/>
              <a:t>AOE</a:t>
            </a:r>
            <a:r>
              <a:rPr lang="zh-CN" altLang="en-US" dirty="0"/>
              <a:t>网络可用在某些工程估算方面。例如分析：</a:t>
            </a:r>
          </a:p>
          <a:p>
            <a:pPr lvl="1">
              <a:lnSpc>
                <a:spcPct val="120000"/>
              </a:lnSpc>
            </a:pPr>
            <a:r>
              <a:rPr lang="zh-CN" altLang="en-US" dirty="0"/>
              <a:t>完成整个工程至少需要多少时间？</a:t>
            </a:r>
            <a:endParaRPr lang="en-US" altLang="zh-CN" dirty="0"/>
          </a:p>
          <a:p>
            <a:pPr lvl="1">
              <a:lnSpc>
                <a:spcPct val="120000"/>
              </a:lnSpc>
            </a:pPr>
            <a:r>
              <a:rPr lang="zh-CN" altLang="en-US" dirty="0"/>
              <a:t>为缩短完成工程所需的时间，应加快哪些活动</a:t>
            </a:r>
            <a:r>
              <a:rPr lang="en-US" altLang="zh-CN" dirty="0"/>
              <a:t>?</a:t>
            </a:r>
          </a:p>
        </p:txBody>
      </p:sp>
      <p:sp>
        <p:nvSpPr>
          <p:cNvPr id="2" name="灯片编号占位符 1">
            <a:extLst>
              <a:ext uri="{FF2B5EF4-FFF2-40B4-BE49-F238E27FC236}">
                <a16:creationId xmlns:a16="http://schemas.microsoft.com/office/drawing/2014/main" id="{C8A14E03-20BC-7B3B-8E6B-E4C9CA91A7F6}"/>
              </a:ext>
            </a:extLst>
          </p:cNvPr>
          <p:cNvSpPr>
            <a:spLocks noGrp="1"/>
          </p:cNvSpPr>
          <p:nvPr>
            <p:ph type="sldNum" sz="quarter" idx="12"/>
          </p:nvPr>
        </p:nvSpPr>
        <p:spPr/>
        <p:txBody>
          <a:bodyPr/>
          <a:lstStyle/>
          <a:p>
            <a:pPr>
              <a:defRPr/>
            </a:pPr>
            <a:fld id="{2E0F9FB0-350A-4A87-9CD5-1F022F266B97}" type="slidenum">
              <a:rPr lang="en-US" altLang="zh-CN" smtClean="0"/>
              <a:pPr>
                <a:defRPr/>
              </a:pPr>
              <a:t>111</a:t>
            </a:fld>
            <a:endParaRPr lang="en-US" altLang="zh-CN"/>
          </a:p>
        </p:txBody>
      </p:sp>
    </p:spTree>
  </p:cSld>
  <p:clrMapOvr>
    <a:masterClrMapping/>
  </p:clrMapOvr>
  <p:transition>
    <p:zoom/>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A40468C3-A302-40FD-B699-42BAA127B0DD}"/>
              </a:ext>
            </a:extLst>
          </p:cNvPr>
          <p:cNvSpPr>
            <a:spLocks noGrp="1"/>
          </p:cNvSpPr>
          <p:nvPr>
            <p:ph type="title"/>
          </p:nvPr>
        </p:nvSpPr>
        <p:spPr/>
        <p:txBody>
          <a:bodyPr/>
          <a:lstStyle/>
          <a:p>
            <a:r>
              <a:rPr lang="zh-CN" altLang="en-US" dirty="0"/>
              <a:t>关键路径</a:t>
            </a:r>
          </a:p>
        </p:txBody>
      </p:sp>
      <p:sp>
        <p:nvSpPr>
          <p:cNvPr id="241666" name="Rectangle 2">
            <a:extLst>
              <a:ext uri="{FF2B5EF4-FFF2-40B4-BE49-F238E27FC236}">
                <a16:creationId xmlns:a16="http://schemas.microsoft.com/office/drawing/2014/main" id="{7668D803-2E05-5598-2745-2E66884D26C8}"/>
              </a:ext>
            </a:extLst>
          </p:cNvPr>
          <p:cNvSpPr>
            <a:spLocks noGrp="1" noChangeArrowheads="1"/>
          </p:cNvSpPr>
          <p:nvPr>
            <p:ph type="body" idx="1"/>
          </p:nvPr>
        </p:nvSpPr>
        <p:spPr/>
        <p:txBody>
          <a:bodyPr>
            <a:normAutofit fontScale="77500" lnSpcReduction="20000"/>
          </a:bodyPr>
          <a:lstStyle/>
          <a:p>
            <a:pPr>
              <a:lnSpc>
                <a:spcPct val="120000"/>
              </a:lnSpc>
            </a:pPr>
            <a:r>
              <a:rPr lang="zh-CN" altLang="en-US" dirty="0"/>
              <a:t>从源点到各个顶点，以至从源点到汇点的有向路径可能不止一条。这些路径的长度也可能不同。完成不同路径的活动所需的时间虽然不同，但只有各条路径上所有活动都完成了，整个工程才算完成。</a:t>
            </a:r>
          </a:p>
          <a:p>
            <a:pPr>
              <a:lnSpc>
                <a:spcPct val="120000"/>
              </a:lnSpc>
            </a:pPr>
            <a:r>
              <a:rPr lang="zh-CN" altLang="en-US" dirty="0"/>
              <a:t>因此，完成整个工程所需的时间取决于从源点到汇点的最长路径长度，即在这条路径上所有活动的持续时间之和。这条路径长度最长的路径就叫做关键路径</a:t>
            </a:r>
            <a:r>
              <a:rPr lang="en-US" altLang="zh-CN" dirty="0"/>
              <a:t>(Critical Path)</a:t>
            </a:r>
            <a:r>
              <a:rPr lang="zh-CN" altLang="en-US" dirty="0"/>
              <a:t>。</a:t>
            </a:r>
          </a:p>
        </p:txBody>
      </p:sp>
      <p:sp>
        <p:nvSpPr>
          <p:cNvPr id="2" name="灯片编号占位符 1">
            <a:extLst>
              <a:ext uri="{FF2B5EF4-FFF2-40B4-BE49-F238E27FC236}">
                <a16:creationId xmlns:a16="http://schemas.microsoft.com/office/drawing/2014/main" id="{975419E3-0055-B55E-7AD8-A38B834F114E}"/>
              </a:ext>
            </a:extLst>
          </p:cNvPr>
          <p:cNvSpPr>
            <a:spLocks noGrp="1"/>
          </p:cNvSpPr>
          <p:nvPr>
            <p:ph type="sldNum" sz="quarter" idx="12"/>
          </p:nvPr>
        </p:nvSpPr>
        <p:spPr/>
        <p:txBody>
          <a:bodyPr/>
          <a:lstStyle/>
          <a:p>
            <a:pPr>
              <a:defRPr/>
            </a:pPr>
            <a:fld id="{2E0F9FB0-350A-4A87-9CD5-1F022F266B97}" type="slidenum">
              <a:rPr lang="en-US" altLang="zh-CN" smtClean="0"/>
              <a:pPr>
                <a:defRPr/>
              </a:pPr>
              <a:t>112</a:t>
            </a:fld>
            <a:endParaRPr lang="en-US" altLang="zh-CN"/>
          </a:p>
        </p:txBody>
      </p:sp>
    </p:spTree>
  </p:cSld>
  <p:clrMapOvr>
    <a:masterClrMapping/>
  </p:clrMapOvr>
  <p:transition>
    <p:zoom/>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Line 6">
            <a:extLst>
              <a:ext uri="{FF2B5EF4-FFF2-40B4-BE49-F238E27FC236}">
                <a16:creationId xmlns:a16="http://schemas.microsoft.com/office/drawing/2014/main" id="{E9CFD2C6-9D71-B2C9-51F7-4DF61B36AC5D}"/>
              </a:ext>
            </a:extLst>
          </p:cNvPr>
          <p:cNvSpPr>
            <a:spLocks noChangeShapeType="1"/>
          </p:cNvSpPr>
          <p:nvPr/>
        </p:nvSpPr>
        <p:spPr bwMode="auto">
          <a:xfrm flipV="1">
            <a:off x="1371600" y="3810000"/>
            <a:ext cx="990600" cy="685800"/>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2099" name="Line 7">
            <a:extLst>
              <a:ext uri="{FF2B5EF4-FFF2-40B4-BE49-F238E27FC236}">
                <a16:creationId xmlns:a16="http://schemas.microsoft.com/office/drawing/2014/main" id="{931C987A-7D3C-D5A6-61B9-83A07FE21BDB}"/>
              </a:ext>
            </a:extLst>
          </p:cNvPr>
          <p:cNvSpPr>
            <a:spLocks noChangeShapeType="1"/>
          </p:cNvSpPr>
          <p:nvPr/>
        </p:nvSpPr>
        <p:spPr bwMode="auto">
          <a:xfrm>
            <a:off x="1371600" y="4800600"/>
            <a:ext cx="914400" cy="533400"/>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2100" name="Line 10">
            <a:extLst>
              <a:ext uri="{FF2B5EF4-FFF2-40B4-BE49-F238E27FC236}">
                <a16:creationId xmlns:a16="http://schemas.microsoft.com/office/drawing/2014/main" id="{CF90EDAD-18D5-6F16-28E9-8E3FE00A41AB}"/>
              </a:ext>
            </a:extLst>
          </p:cNvPr>
          <p:cNvSpPr>
            <a:spLocks noChangeShapeType="1"/>
          </p:cNvSpPr>
          <p:nvPr/>
        </p:nvSpPr>
        <p:spPr bwMode="auto">
          <a:xfrm>
            <a:off x="2667000" y="3810000"/>
            <a:ext cx="914400" cy="685800"/>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2101" name="Line 11">
            <a:extLst>
              <a:ext uri="{FF2B5EF4-FFF2-40B4-BE49-F238E27FC236}">
                <a16:creationId xmlns:a16="http://schemas.microsoft.com/office/drawing/2014/main" id="{4A44E22F-4168-3FFF-F651-208701A93044}"/>
              </a:ext>
            </a:extLst>
          </p:cNvPr>
          <p:cNvSpPr>
            <a:spLocks noChangeShapeType="1"/>
          </p:cNvSpPr>
          <p:nvPr/>
        </p:nvSpPr>
        <p:spPr bwMode="auto">
          <a:xfrm flipV="1">
            <a:off x="2667000" y="4800600"/>
            <a:ext cx="914400" cy="609600"/>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2102" name="Line 12">
            <a:extLst>
              <a:ext uri="{FF2B5EF4-FFF2-40B4-BE49-F238E27FC236}">
                <a16:creationId xmlns:a16="http://schemas.microsoft.com/office/drawing/2014/main" id="{5FAA1732-F6B2-D029-6FE1-231B739048B8}"/>
              </a:ext>
            </a:extLst>
          </p:cNvPr>
          <p:cNvSpPr>
            <a:spLocks noChangeShapeType="1"/>
          </p:cNvSpPr>
          <p:nvPr/>
        </p:nvSpPr>
        <p:spPr bwMode="auto">
          <a:xfrm flipV="1">
            <a:off x="3886200" y="3810000"/>
            <a:ext cx="990600" cy="685800"/>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2103" name="Line 14">
            <a:extLst>
              <a:ext uri="{FF2B5EF4-FFF2-40B4-BE49-F238E27FC236}">
                <a16:creationId xmlns:a16="http://schemas.microsoft.com/office/drawing/2014/main" id="{D94875DA-4342-27CD-3B07-FCCF415086EA}"/>
              </a:ext>
            </a:extLst>
          </p:cNvPr>
          <p:cNvSpPr>
            <a:spLocks noChangeShapeType="1"/>
          </p:cNvSpPr>
          <p:nvPr/>
        </p:nvSpPr>
        <p:spPr bwMode="auto">
          <a:xfrm>
            <a:off x="3886200" y="4800600"/>
            <a:ext cx="914400" cy="533400"/>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2104" name="Line 16">
            <a:extLst>
              <a:ext uri="{FF2B5EF4-FFF2-40B4-BE49-F238E27FC236}">
                <a16:creationId xmlns:a16="http://schemas.microsoft.com/office/drawing/2014/main" id="{05735BBB-706F-7A02-A317-7642ED17BDE3}"/>
              </a:ext>
            </a:extLst>
          </p:cNvPr>
          <p:cNvSpPr>
            <a:spLocks noChangeShapeType="1"/>
          </p:cNvSpPr>
          <p:nvPr/>
        </p:nvSpPr>
        <p:spPr bwMode="auto">
          <a:xfrm>
            <a:off x="5181600" y="3810000"/>
            <a:ext cx="914400" cy="685800"/>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2105" name="Line 17">
            <a:extLst>
              <a:ext uri="{FF2B5EF4-FFF2-40B4-BE49-F238E27FC236}">
                <a16:creationId xmlns:a16="http://schemas.microsoft.com/office/drawing/2014/main" id="{2C6B8EC2-B2BB-C712-18AC-A8DE92A25BD9}"/>
              </a:ext>
            </a:extLst>
          </p:cNvPr>
          <p:cNvSpPr>
            <a:spLocks noChangeShapeType="1"/>
          </p:cNvSpPr>
          <p:nvPr/>
        </p:nvSpPr>
        <p:spPr bwMode="auto">
          <a:xfrm flipV="1">
            <a:off x="5181600" y="4800600"/>
            <a:ext cx="914400" cy="609600"/>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2106" name="Line 20">
            <a:extLst>
              <a:ext uri="{FF2B5EF4-FFF2-40B4-BE49-F238E27FC236}">
                <a16:creationId xmlns:a16="http://schemas.microsoft.com/office/drawing/2014/main" id="{DAEBA778-4A79-2826-BCF5-960EE891FE8E}"/>
              </a:ext>
            </a:extLst>
          </p:cNvPr>
          <p:cNvSpPr>
            <a:spLocks noChangeShapeType="1"/>
          </p:cNvSpPr>
          <p:nvPr/>
        </p:nvSpPr>
        <p:spPr bwMode="auto">
          <a:xfrm>
            <a:off x="6477000" y="4648200"/>
            <a:ext cx="1143000" cy="0"/>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cxnSp>
        <p:nvCxnSpPr>
          <p:cNvPr id="132107" name="AutoShape 21">
            <a:extLst>
              <a:ext uri="{FF2B5EF4-FFF2-40B4-BE49-F238E27FC236}">
                <a16:creationId xmlns:a16="http://schemas.microsoft.com/office/drawing/2014/main" id="{9B39A8CE-4E57-2646-8234-73D56DBE4B89}"/>
              </a:ext>
            </a:extLst>
          </p:cNvPr>
          <p:cNvCxnSpPr>
            <a:cxnSpLocks noChangeShapeType="1"/>
          </p:cNvCxnSpPr>
          <p:nvPr/>
        </p:nvCxnSpPr>
        <p:spPr bwMode="auto">
          <a:xfrm rot="16200000" flipH="1">
            <a:off x="3694906" y="4544219"/>
            <a:ext cx="1588" cy="2190750"/>
          </a:xfrm>
          <a:prstGeom prst="curvedConnector3">
            <a:avLst>
              <a:gd name="adj1" fmla="val 17400009"/>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cxnSp>
      <p:sp>
        <p:nvSpPr>
          <p:cNvPr id="132108" name="Text Box 23">
            <a:extLst>
              <a:ext uri="{FF2B5EF4-FFF2-40B4-BE49-F238E27FC236}">
                <a16:creationId xmlns:a16="http://schemas.microsoft.com/office/drawing/2014/main" id="{10F30566-7C91-0B69-1B54-D4296425D04E}"/>
              </a:ext>
            </a:extLst>
          </p:cNvPr>
          <p:cNvSpPr txBox="1">
            <a:spLocks noChangeArrowheads="1"/>
          </p:cNvSpPr>
          <p:nvPr/>
        </p:nvSpPr>
        <p:spPr bwMode="auto">
          <a:xfrm>
            <a:off x="5394325" y="5048250"/>
            <a:ext cx="9556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rgbClr val="800080"/>
                </a:solidFill>
                <a:latin typeface="Times New Roman" panose="02020603050405020304" pitchFamily="18" charset="0"/>
                <a:ea typeface="宋体" panose="02010600030101010101" pitchFamily="2" charset="-122"/>
              </a:rPr>
              <a:t>a</a:t>
            </a:r>
            <a:r>
              <a:rPr kumimoji="1" lang="en-US" altLang="zh-CN" sz="3200" b="1" baseline="-25000">
                <a:solidFill>
                  <a:srgbClr val="800080"/>
                </a:solidFill>
                <a:latin typeface="Times New Roman" panose="02020603050405020304" pitchFamily="18" charset="0"/>
                <a:ea typeface="宋体" panose="02010600030101010101" pitchFamily="2" charset="-122"/>
              </a:rPr>
              <a:t>9</a:t>
            </a:r>
            <a:r>
              <a:rPr kumimoji="1" lang="en-US" altLang="zh-CN" sz="3200" b="1">
                <a:solidFill>
                  <a:srgbClr val="800080"/>
                </a:solidFill>
                <a:latin typeface="Times New Roman" panose="02020603050405020304" pitchFamily="18" charset="0"/>
                <a:ea typeface="宋体" panose="02010600030101010101" pitchFamily="2" charset="-122"/>
              </a:rPr>
              <a:t>=6</a:t>
            </a:r>
            <a:endParaRPr kumimoji="1" lang="en-US" altLang="zh-CN" sz="2400">
              <a:latin typeface="Times New Roman" panose="02020603050405020304" pitchFamily="18" charset="0"/>
              <a:ea typeface="宋体" panose="02010600030101010101" pitchFamily="2" charset="-122"/>
            </a:endParaRPr>
          </a:p>
        </p:txBody>
      </p:sp>
      <p:sp>
        <p:nvSpPr>
          <p:cNvPr id="132109" name="Oval 2">
            <a:extLst>
              <a:ext uri="{FF2B5EF4-FFF2-40B4-BE49-F238E27FC236}">
                <a16:creationId xmlns:a16="http://schemas.microsoft.com/office/drawing/2014/main" id="{B02B0442-EBE2-D759-002D-3967351D3670}"/>
              </a:ext>
            </a:extLst>
          </p:cNvPr>
          <p:cNvSpPr>
            <a:spLocks noChangeArrowheads="1"/>
          </p:cNvSpPr>
          <p:nvPr/>
        </p:nvSpPr>
        <p:spPr bwMode="auto">
          <a:xfrm>
            <a:off x="990600" y="4419600"/>
            <a:ext cx="457200" cy="457200"/>
          </a:xfrm>
          <a:prstGeom prst="ellipse">
            <a:avLst/>
          </a:prstGeom>
          <a:solidFill>
            <a:srgbClr val="FFFF00"/>
          </a:solidFill>
          <a:ln w="3810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a:solidFill>
                  <a:srgbClr val="FF3300"/>
                </a:solidFill>
                <a:latin typeface="Arial" panose="020B0604020202020204" pitchFamily="34" charset="0"/>
              </a:rPr>
              <a:t>1</a:t>
            </a:r>
            <a:endParaRPr lang="en-US" altLang="zh-CN">
              <a:solidFill>
                <a:srgbClr val="FF3300"/>
              </a:solidFill>
            </a:endParaRPr>
          </a:p>
        </p:txBody>
      </p:sp>
      <p:sp>
        <p:nvSpPr>
          <p:cNvPr id="132110" name="Oval 3">
            <a:extLst>
              <a:ext uri="{FF2B5EF4-FFF2-40B4-BE49-F238E27FC236}">
                <a16:creationId xmlns:a16="http://schemas.microsoft.com/office/drawing/2014/main" id="{E4B8E35F-5092-64A0-44D1-36EE236DB6F2}"/>
              </a:ext>
            </a:extLst>
          </p:cNvPr>
          <p:cNvSpPr>
            <a:spLocks noChangeArrowheads="1"/>
          </p:cNvSpPr>
          <p:nvPr/>
        </p:nvSpPr>
        <p:spPr bwMode="auto">
          <a:xfrm>
            <a:off x="2209800" y="5257800"/>
            <a:ext cx="457200" cy="457200"/>
          </a:xfrm>
          <a:prstGeom prst="ellipse">
            <a:avLst/>
          </a:prstGeom>
          <a:solidFill>
            <a:srgbClr val="FFFF00"/>
          </a:solidFill>
          <a:ln w="3810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a:solidFill>
                  <a:srgbClr val="FF3300"/>
                </a:solidFill>
                <a:latin typeface="Arial" panose="020B0604020202020204" pitchFamily="34" charset="0"/>
              </a:rPr>
              <a:t>3</a:t>
            </a:r>
            <a:endParaRPr lang="en-US" altLang="zh-CN">
              <a:solidFill>
                <a:srgbClr val="FF3300"/>
              </a:solidFill>
            </a:endParaRPr>
          </a:p>
        </p:txBody>
      </p:sp>
      <p:sp>
        <p:nvSpPr>
          <p:cNvPr id="132111" name="Oval 4">
            <a:extLst>
              <a:ext uri="{FF2B5EF4-FFF2-40B4-BE49-F238E27FC236}">
                <a16:creationId xmlns:a16="http://schemas.microsoft.com/office/drawing/2014/main" id="{5AC0882C-AE2A-2820-EB22-DEC70196CD95}"/>
              </a:ext>
            </a:extLst>
          </p:cNvPr>
          <p:cNvSpPr>
            <a:spLocks noChangeArrowheads="1"/>
          </p:cNvSpPr>
          <p:nvPr/>
        </p:nvSpPr>
        <p:spPr bwMode="auto">
          <a:xfrm>
            <a:off x="2286000" y="3429000"/>
            <a:ext cx="457200" cy="457200"/>
          </a:xfrm>
          <a:prstGeom prst="ellipse">
            <a:avLst/>
          </a:prstGeom>
          <a:solidFill>
            <a:srgbClr val="FFFF00"/>
          </a:solidFill>
          <a:ln w="3810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a:solidFill>
                  <a:srgbClr val="FF3300"/>
                </a:solidFill>
                <a:latin typeface="Arial" panose="020B0604020202020204" pitchFamily="34" charset="0"/>
              </a:rPr>
              <a:t>2</a:t>
            </a:r>
            <a:endParaRPr lang="en-US" altLang="zh-CN">
              <a:solidFill>
                <a:srgbClr val="FF3300"/>
              </a:solidFill>
            </a:endParaRPr>
          </a:p>
        </p:txBody>
      </p:sp>
      <p:sp>
        <p:nvSpPr>
          <p:cNvPr id="132112" name="Oval 5">
            <a:extLst>
              <a:ext uri="{FF2B5EF4-FFF2-40B4-BE49-F238E27FC236}">
                <a16:creationId xmlns:a16="http://schemas.microsoft.com/office/drawing/2014/main" id="{70E6D6DE-C74A-7541-AE1F-036263888463}"/>
              </a:ext>
            </a:extLst>
          </p:cNvPr>
          <p:cNvSpPr>
            <a:spLocks noChangeArrowheads="1"/>
          </p:cNvSpPr>
          <p:nvPr/>
        </p:nvSpPr>
        <p:spPr bwMode="auto">
          <a:xfrm>
            <a:off x="3505200" y="4419600"/>
            <a:ext cx="457200" cy="457200"/>
          </a:xfrm>
          <a:prstGeom prst="ellipse">
            <a:avLst/>
          </a:prstGeom>
          <a:solidFill>
            <a:srgbClr val="FFFF00"/>
          </a:solidFill>
          <a:ln w="3810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a:solidFill>
                  <a:srgbClr val="FF3300"/>
                </a:solidFill>
                <a:latin typeface="Arial" panose="020B0604020202020204" pitchFamily="34" charset="0"/>
              </a:rPr>
              <a:t>4</a:t>
            </a:r>
            <a:endParaRPr lang="en-US" altLang="zh-CN">
              <a:solidFill>
                <a:srgbClr val="FF3300"/>
              </a:solidFill>
            </a:endParaRPr>
          </a:p>
        </p:txBody>
      </p:sp>
      <p:sp>
        <p:nvSpPr>
          <p:cNvPr id="132113" name="Text Box 8">
            <a:extLst>
              <a:ext uri="{FF2B5EF4-FFF2-40B4-BE49-F238E27FC236}">
                <a16:creationId xmlns:a16="http://schemas.microsoft.com/office/drawing/2014/main" id="{D52E6F7C-AB6F-936D-BFF0-83A816069D34}"/>
              </a:ext>
            </a:extLst>
          </p:cNvPr>
          <p:cNvSpPr txBox="1">
            <a:spLocks noChangeArrowheads="1"/>
          </p:cNvSpPr>
          <p:nvPr/>
        </p:nvSpPr>
        <p:spPr bwMode="auto">
          <a:xfrm>
            <a:off x="974725" y="3733800"/>
            <a:ext cx="9556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rgbClr val="800080"/>
                </a:solidFill>
                <a:latin typeface="Times New Roman" panose="02020603050405020304" pitchFamily="18" charset="0"/>
                <a:ea typeface="宋体" panose="02010600030101010101" pitchFamily="2" charset="-122"/>
              </a:rPr>
              <a:t>a</a:t>
            </a:r>
            <a:r>
              <a:rPr kumimoji="1" lang="en-US" altLang="zh-CN" sz="3200" b="1" baseline="-25000">
                <a:solidFill>
                  <a:srgbClr val="800080"/>
                </a:solidFill>
                <a:latin typeface="Times New Roman" panose="02020603050405020304" pitchFamily="18" charset="0"/>
                <a:ea typeface="宋体" panose="02010600030101010101" pitchFamily="2" charset="-122"/>
              </a:rPr>
              <a:t>1</a:t>
            </a:r>
            <a:r>
              <a:rPr kumimoji="1" lang="en-US" altLang="zh-CN" sz="3200" b="1">
                <a:solidFill>
                  <a:srgbClr val="800080"/>
                </a:solidFill>
                <a:latin typeface="Times New Roman" panose="02020603050405020304" pitchFamily="18" charset="0"/>
                <a:ea typeface="宋体" panose="02010600030101010101" pitchFamily="2" charset="-122"/>
              </a:rPr>
              <a:t>=8</a:t>
            </a:r>
            <a:endParaRPr kumimoji="1" lang="en-US" altLang="zh-CN" sz="2400">
              <a:latin typeface="Times New Roman" panose="02020603050405020304" pitchFamily="18" charset="0"/>
              <a:ea typeface="宋体" panose="02010600030101010101" pitchFamily="2" charset="-122"/>
            </a:endParaRPr>
          </a:p>
        </p:txBody>
      </p:sp>
      <p:sp>
        <p:nvSpPr>
          <p:cNvPr id="132114" name="Text Box 9">
            <a:extLst>
              <a:ext uri="{FF2B5EF4-FFF2-40B4-BE49-F238E27FC236}">
                <a16:creationId xmlns:a16="http://schemas.microsoft.com/office/drawing/2014/main" id="{9C5C1909-5F13-4A03-204B-CD93EFFF3DF8}"/>
              </a:ext>
            </a:extLst>
          </p:cNvPr>
          <p:cNvSpPr txBox="1">
            <a:spLocks noChangeArrowheads="1"/>
          </p:cNvSpPr>
          <p:nvPr/>
        </p:nvSpPr>
        <p:spPr bwMode="auto">
          <a:xfrm>
            <a:off x="974725" y="5200650"/>
            <a:ext cx="11588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rgbClr val="800080"/>
                </a:solidFill>
                <a:latin typeface="Times New Roman" panose="02020603050405020304" pitchFamily="18" charset="0"/>
                <a:ea typeface="宋体" panose="02010600030101010101" pitchFamily="2" charset="-122"/>
              </a:rPr>
              <a:t>a</a:t>
            </a:r>
            <a:r>
              <a:rPr kumimoji="1" lang="en-US" altLang="zh-CN" sz="3200" b="1" baseline="-25000">
                <a:solidFill>
                  <a:srgbClr val="800080"/>
                </a:solidFill>
                <a:latin typeface="Times New Roman" panose="02020603050405020304" pitchFamily="18" charset="0"/>
                <a:ea typeface="宋体" panose="02010600030101010101" pitchFamily="2" charset="-122"/>
              </a:rPr>
              <a:t>2</a:t>
            </a:r>
            <a:r>
              <a:rPr kumimoji="1" lang="en-US" altLang="zh-CN" sz="3200" b="1">
                <a:solidFill>
                  <a:srgbClr val="800080"/>
                </a:solidFill>
                <a:latin typeface="Times New Roman" panose="02020603050405020304" pitchFamily="18" charset="0"/>
                <a:ea typeface="宋体" panose="02010600030101010101" pitchFamily="2" charset="-122"/>
              </a:rPr>
              <a:t>=12</a:t>
            </a:r>
            <a:endParaRPr kumimoji="1" lang="en-US" altLang="zh-CN" sz="2400">
              <a:latin typeface="Times New Roman" panose="02020603050405020304" pitchFamily="18" charset="0"/>
              <a:ea typeface="宋体" panose="02010600030101010101" pitchFamily="2" charset="-122"/>
            </a:endParaRPr>
          </a:p>
        </p:txBody>
      </p:sp>
      <p:sp>
        <p:nvSpPr>
          <p:cNvPr id="132115" name="Oval 13">
            <a:extLst>
              <a:ext uri="{FF2B5EF4-FFF2-40B4-BE49-F238E27FC236}">
                <a16:creationId xmlns:a16="http://schemas.microsoft.com/office/drawing/2014/main" id="{3E80DCE4-9C52-10CF-9F9A-023C5A614676}"/>
              </a:ext>
            </a:extLst>
          </p:cNvPr>
          <p:cNvSpPr>
            <a:spLocks noChangeArrowheads="1"/>
          </p:cNvSpPr>
          <p:nvPr/>
        </p:nvSpPr>
        <p:spPr bwMode="auto">
          <a:xfrm>
            <a:off x="4800600" y="3429000"/>
            <a:ext cx="457200" cy="457200"/>
          </a:xfrm>
          <a:prstGeom prst="ellipse">
            <a:avLst/>
          </a:prstGeom>
          <a:solidFill>
            <a:srgbClr val="FFFF00"/>
          </a:solidFill>
          <a:ln w="3810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a:solidFill>
                  <a:srgbClr val="FF3300"/>
                </a:solidFill>
                <a:latin typeface="Arial" panose="020B0604020202020204" pitchFamily="34" charset="0"/>
              </a:rPr>
              <a:t>5</a:t>
            </a:r>
            <a:endParaRPr lang="en-US" altLang="zh-CN">
              <a:solidFill>
                <a:srgbClr val="FF3300"/>
              </a:solidFill>
            </a:endParaRPr>
          </a:p>
        </p:txBody>
      </p:sp>
      <p:sp>
        <p:nvSpPr>
          <p:cNvPr id="132116" name="Oval 15">
            <a:extLst>
              <a:ext uri="{FF2B5EF4-FFF2-40B4-BE49-F238E27FC236}">
                <a16:creationId xmlns:a16="http://schemas.microsoft.com/office/drawing/2014/main" id="{B41667D0-C2A3-6181-280A-18D1913BF13A}"/>
              </a:ext>
            </a:extLst>
          </p:cNvPr>
          <p:cNvSpPr>
            <a:spLocks noChangeArrowheads="1"/>
          </p:cNvSpPr>
          <p:nvPr/>
        </p:nvSpPr>
        <p:spPr bwMode="auto">
          <a:xfrm>
            <a:off x="4724400" y="5257800"/>
            <a:ext cx="457200" cy="457200"/>
          </a:xfrm>
          <a:prstGeom prst="ellipse">
            <a:avLst/>
          </a:prstGeom>
          <a:solidFill>
            <a:srgbClr val="FFFF00"/>
          </a:solidFill>
          <a:ln w="3810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a:solidFill>
                  <a:srgbClr val="FF3300"/>
                </a:solidFill>
                <a:latin typeface="Arial" panose="020B0604020202020204" pitchFamily="34" charset="0"/>
              </a:rPr>
              <a:t>6</a:t>
            </a:r>
            <a:endParaRPr lang="en-US" altLang="zh-CN">
              <a:solidFill>
                <a:srgbClr val="FF3300"/>
              </a:solidFill>
            </a:endParaRPr>
          </a:p>
        </p:txBody>
      </p:sp>
      <p:sp>
        <p:nvSpPr>
          <p:cNvPr id="132117" name="Oval 18">
            <a:extLst>
              <a:ext uri="{FF2B5EF4-FFF2-40B4-BE49-F238E27FC236}">
                <a16:creationId xmlns:a16="http://schemas.microsoft.com/office/drawing/2014/main" id="{00C83209-1F43-43B1-0D2E-3309886DE585}"/>
              </a:ext>
            </a:extLst>
          </p:cNvPr>
          <p:cNvSpPr>
            <a:spLocks noChangeArrowheads="1"/>
          </p:cNvSpPr>
          <p:nvPr/>
        </p:nvSpPr>
        <p:spPr bwMode="auto">
          <a:xfrm>
            <a:off x="6019800" y="4419600"/>
            <a:ext cx="457200" cy="457200"/>
          </a:xfrm>
          <a:prstGeom prst="ellipse">
            <a:avLst/>
          </a:prstGeom>
          <a:solidFill>
            <a:srgbClr val="FFFF00"/>
          </a:solidFill>
          <a:ln w="3810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a:solidFill>
                  <a:srgbClr val="FF3300"/>
                </a:solidFill>
                <a:latin typeface="Arial" panose="020B0604020202020204" pitchFamily="34" charset="0"/>
              </a:rPr>
              <a:t>7</a:t>
            </a:r>
            <a:endParaRPr lang="en-US" altLang="zh-CN">
              <a:solidFill>
                <a:srgbClr val="FF3300"/>
              </a:solidFill>
            </a:endParaRPr>
          </a:p>
        </p:txBody>
      </p:sp>
      <p:sp>
        <p:nvSpPr>
          <p:cNvPr id="132118" name="Oval 19">
            <a:extLst>
              <a:ext uri="{FF2B5EF4-FFF2-40B4-BE49-F238E27FC236}">
                <a16:creationId xmlns:a16="http://schemas.microsoft.com/office/drawing/2014/main" id="{A986FCB7-65D5-9014-D718-AACB3B1C4EA4}"/>
              </a:ext>
            </a:extLst>
          </p:cNvPr>
          <p:cNvSpPr>
            <a:spLocks noChangeArrowheads="1"/>
          </p:cNvSpPr>
          <p:nvPr/>
        </p:nvSpPr>
        <p:spPr bwMode="auto">
          <a:xfrm>
            <a:off x="7620000" y="4419600"/>
            <a:ext cx="457200" cy="457200"/>
          </a:xfrm>
          <a:prstGeom prst="ellipse">
            <a:avLst/>
          </a:prstGeom>
          <a:solidFill>
            <a:srgbClr val="FFFF00"/>
          </a:solidFill>
          <a:ln w="38100">
            <a:solidFill>
              <a:schemeClr val="tx2"/>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a:solidFill>
                  <a:srgbClr val="FF3300"/>
                </a:solidFill>
                <a:latin typeface="Arial" panose="020B0604020202020204" pitchFamily="34" charset="0"/>
              </a:rPr>
              <a:t>8</a:t>
            </a:r>
            <a:endParaRPr lang="en-US" altLang="zh-CN">
              <a:solidFill>
                <a:srgbClr val="FF3300"/>
              </a:solidFill>
            </a:endParaRPr>
          </a:p>
        </p:txBody>
      </p:sp>
      <p:sp>
        <p:nvSpPr>
          <p:cNvPr id="132119" name="Text Box 22">
            <a:extLst>
              <a:ext uri="{FF2B5EF4-FFF2-40B4-BE49-F238E27FC236}">
                <a16:creationId xmlns:a16="http://schemas.microsoft.com/office/drawing/2014/main" id="{35DBFB14-0888-5FE8-CD8C-0828355D737F}"/>
              </a:ext>
            </a:extLst>
          </p:cNvPr>
          <p:cNvSpPr txBox="1">
            <a:spLocks noChangeArrowheads="1"/>
          </p:cNvSpPr>
          <p:nvPr/>
        </p:nvSpPr>
        <p:spPr bwMode="auto">
          <a:xfrm>
            <a:off x="6400800" y="4038600"/>
            <a:ext cx="12922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rgbClr val="800080"/>
                </a:solidFill>
                <a:latin typeface="Times New Roman" panose="02020603050405020304" pitchFamily="18" charset="0"/>
                <a:ea typeface="宋体" panose="02010600030101010101" pitchFamily="2" charset="-122"/>
              </a:rPr>
              <a:t>a</a:t>
            </a:r>
            <a:r>
              <a:rPr kumimoji="1" lang="en-US" altLang="zh-CN" sz="3200" b="1" baseline="-25000">
                <a:solidFill>
                  <a:srgbClr val="800080"/>
                </a:solidFill>
                <a:latin typeface="Times New Roman" panose="02020603050405020304" pitchFamily="18" charset="0"/>
                <a:ea typeface="宋体" panose="02010600030101010101" pitchFamily="2" charset="-122"/>
              </a:rPr>
              <a:t>10</a:t>
            </a:r>
            <a:r>
              <a:rPr kumimoji="1" lang="en-US" altLang="zh-CN" sz="3200" b="1">
                <a:solidFill>
                  <a:srgbClr val="800080"/>
                </a:solidFill>
                <a:latin typeface="Times New Roman" panose="02020603050405020304" pitchFamily="18" charset="0"/>
                <a:ea typeface="宋体" panose="02010600030101010101" pitchFamily="2" charset="-122"/>
              </a:rPr>
              <a:t>=12</a:t>
            </a:r>
            <a:endParaRPr kumimoji="1" lang="en-US" altLang="zh-CN" sz="2400">
              <a:latin typeface="Times New Roman" panose="02020603050405020304" pitchFamily="18" charset="0"/>
              <a:ea typeface="宋体" panose="02010600030101010101" pitchFamily="2" charset="-122"/>
            </a:endParaRPr>
          </a:p>
        </p:txBody>
      </p:sp>
      <p:sp>
        <p:nvSpPr>
          <p:cNvPr id="132120" name="Text Box 24">
            <a:extLst>
              <a:ext uri="{FF2B5EF4-FFF2-40B4-BE49-F238E27FC236}">
                <a16:creationId xmlns:a16="http://schemas.microsoft.com/office/drawing/2014/main" id="{9DECBC95-D195-E5ED-EF50-191D48D8D32B}"/>
              </a:ext>
            </a:extLst>
          </p:cNvPr>
          <p:cNvSpPr txBox="1">
            <a:spLocks noChangeArrowheads="1"/>
          </p:cNvSpPr>
          <p:nvPr/>
        </p:nvSpPr>
        <p:spPr bwMode="auto">
          <a:xfrm>
            <a:off x="5394325" y="3524250"/>
            <a:ext cx="11588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rgbClr val="800080"/>
                </a:solidFill>
                <a:latin typeface="Times New Roman" panose="02020603050405020304" pitchFamily="18" charset="0"/>
                <a:ea typeface="宋体" panose="02010600030101010101" pitchFamily="2" charset="-122"/>
              </a:rPr>
              <a:t>a</a:t>
            </a:r>
            <a:r>
              <a:rPr kumimoji="1" lang="en-US" altLang="zh-CN" sz="3200" b="1" baseline="-25000">
                <a:solidFill>
                  <a:srgbClr val="800080"/>
                </a:solidFill>
                <a:latin typeface="Times New Roman" panose="02020603050405020304" pitchFamily="18" charset="0"/>
                <a:ea typeface="宋体" panose="02010600030101010101" pitchFamily="2" charset="-122"/>
              </a:rPr>
              <a:t>8</a:t>
            </a:r>
            <a:r>
              <a:rPr kumimoji="1" lang="en-US" altLang="zh-CN" sz="3200" b="1">
                <a:solidFill>
                  <a:srgbClr val="800080"/>
                </a:solidFill>
                <a:latin typeface="Times New Roman" panose="02020603050405020304" pitchFamily="18" charset="0"/>
                <a:ea typeface="宋体" panose="02010600030101010101" pitchFamily="2" charset="-122"/>
              </a:rPr>
              <a:t>=18</a:t>
            </a:r>
            <a:endParaRPr kumimoji="1" lang="en-US" altLang="zh-CN" sz="2400">
              <a:latin typeface="Times New Roman" panose="02020603050405020304" pitchFamily="18" charset="0"/>
              <a:ea typeface="宋体" panose="02010600030101010101" pitchFamily="2" charset="-122"/>
            </a:endParaRPr>
          </a:p>
        </p:txBody>
      </p:sp>
      <p:sp>
        <p:nvSpPr>
          <p:cNvPr id="132121" name="Text Box 25">
            <a:extLst>
              <a:ext uri="{FF2B5EF4-FFF2-40B4-BE49-F238E27FC236}">
                <a16:creationId xmlns:a16="http://schemas.microsoft.com/office/drawing/2014/main" id="{6134E793-2A63-1433-F244-36F5B699EDD1}"/>
              </a:ext>
            </a:extLst>
          </p:cNvPr>
          <p:cNvSpPr txBox="1">
            <a:spLocks noChangeArrowheads="1"/>
          </p:cNvSpPr>
          <p:nvPr/>
        </p:nvSpPr>
        <p:spPr bwMode="auto">
          <a:xfrm>
            <a:off x="3124200" y="5287963"/>
            <a:ext cx="11588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rgbClr val="800080"/>
                </a:solidFill>
                <a:latin typeface="Times New Roman" panose="02020603050405020304" pitchFamily="18" charset="0"/>
                <a:ea typeface="宋体" panose="02010600030101010101" pitchFamily="2" charset="-122"/>
              </a:rPr>
              <a:t>a</a:t>
            </a:r>
            <a:r>
              <a:rPr kumimoji="1" lang="en-US" altLang="zh-CN" sz="3200" b="1" baseline="-25000">
                <a:solidFill>
                  <a:srgbClr val="800080"/>
                </a:solidFill>
                <a:latin typeface="Times New Roman" panose="02020603050405020304" pitchFamily="18" charset="0"/>
                <a:ea typeface="宋体" panose="02010600030101010101" pitchFamily="2" charset="-122"/>
              </a:rPr>
              <a:t>5</a:t>
            </a:r>
            <a:r>
              <a:rPr kumimoji="1" lang="en-US" altLang="zh-CN" sz="3200" b="1">
                <a:solidFill>
                  <a:srgbClr val="800080"/>
                </a:solidFill>
                <a:latin typeface="Times New Roman" panose="02020603050405020304" pitchFamily="18" charset="0"/>
                <a:ea typeface="宋体" panose="02010600030101010101" pitchFamily="2" charset="-122"/>
              </a:rPr>
              <a:t>=28</a:t>
            </a:r>
            <a:endParaRPr kumimoji="1" lang="en-US" altLang="zh-CN" sz="2400">
              <a:latin typeface="Times New Roman" panose="02020603050405020304" pitchFamily="18" charset="0"/>
              <a:ea typeface="宋体" panose="02010600030101010101" pitchFamily="2" charset="-122"/>
            </a:endParaRPr>
          </a:p>
        </p:txBody>
      </p:sp>
      <p:sp>
        <p:nvSpPr>
          <p:cNvPr id="132122" name="Text Box 26">
            <a:extLst>
              <a:ext uri="{FF2B5EF4-FFF2-40B4-BE49-F238E27FC236}">
                <a16:creationId xmlns:a16="http://schemas.microsoft.com/office/drawing/2014/main" id="{D65CBF17-0138-6443-05BD-0AF09BDCAD20}"/>
              </a:ext>
            </a:extLst>
          </p:cNvPr>
          <p:cNvSpPr txBox="1">
            <a:spLocks noChangeArrowheads="1"/>
          </p:cNvSpPr>
          <p:nvPr/>
        </p:nvSpPr>
        <p:spPr bwMode="auto">
          <a:xfrm>
            <a:off x="4175125" y="4495800"/>
            <a:ext cx="9556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rgbClr val="800080"/>
                </a:solidFill>
                <a:latin typeface="Times New Roman" panose="02020603050405020304" pitchFamily="18" charset="0"/>
                <a:ea typeface="宋体" panose="02010600030101010101" pitchFamily="2" charset="-122"/>
              </a:rPr>
              <a:t>a</a:t>
            </a:r>
            <a:r>
              <a:rPr kumimoji="1" lang="en-US" altLang="zh-CN" sz="3200" b="1" baseline="-25000">
                <a:solidFill>
                  <a:srgbClr val="800080"/>
                </a:solidFill>
                <a:latin typeface="Times New Roman" panose="02020603050405020304" pitchFamily="18" charset="0"/>
                <a:ea typeface="宋体" panose="02010600030101010101" pitchFamily="2" charset="-122"/>
              </a:rPr>
              <a:t>6</a:t>
            </a:r>
            <a:r>
              <a:rPr kumimoji="1" lang="en-US" altLang="zh-CN" sz="3200" b="1">
                <a:solidFill>
                  <a:srgbClr val="800080"/>
                </a:solidFill>
                <a:latin typeface="Times New Roman" panose="02020603050405020304" pitchFamily="18" charset="0"/>
                <a:ea typeface="宋体" panose="02010600030101010101" pitchFamily="2" charset="-122"/>
              </a:rPr>
              <a:t>=8</a:t>
            </a:r>
            <a:endParaRPr kumimoji="1" lang="en-US" altLang="zh-CN" sz="2400">
              <a:latin typeface="Times New Roman" panose="02020603050405020304" pitchFamily="18" charset="0"/>
              <a:ea typeface="宋体" panose="02010600030101010101" pitchFamily="2" charset="-122"/>
            </a:endParaRPr>
          </a:p>
        </p:txBody>
      </p:sp>
      <p:sp>
        <p:nvSpPr>
          <p:cNvPr id="132123" name="Text Box 27">
            <a:extLst>
              <a:ext uri="{FF2B5EF4-FFF2-40B4-BE49-F238E27FC236}">
                <a16:creationId xmlns:a16="http://schemas.microsoft.com/office/drawing/2014/main" id="{EFC15084-7D69-4E4D-0A2E-928D879AB7E0}"/>
              </a:ext>
            </a:extLst>
          </p:cNvPr>
          <p:cNvSpPr txBox="1">
            <a:spLocks noChangeArrowheads="1"/>
          </p:cNvSpPr>
          <p:nvPr/>
        </p:nvSpPr>
        <p:spPr bwMode="auto">
          <a:xfrm>
            <a:off x="3641725" y="3581400"/>
            <a:ext cx="9556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rgbClr val="800080"/>
                </a:solidFill>
                <a:latin typeface="Times New Roman" panose="02020603050405020304" pitchFamily="18" charset="0"/>
                <a:ea typeface="宋体" panose="02010600030101010101" pitchFamily="2" charset="-122"/>
              </a:rPr>
              <a:t>a</a:t>
            </a:r>
            <a:r>
              <a:rPr kumimoji="1" lang="en-US" altLang="zh-CN" sz="3200" b="1" baseline="-25000">
                <a:solidFill>
                  <a:srgbClr val="800080"/>
                </a:solidFill>
                <a:latin typeface="Times New Roman" panose="02020603050405020304" pitchFamily="18" charset="0"/>
                <a:ea typeface="宋体" panose="02010600030101010101" pitchFamily="2" charset="-122"/>
              </a:rPr>
              <a:t>7</a:t>
            </a:r>
            <a:r>
              <a:rPr kumimoji="1" lang="en-US" altLang="zh-CN" sz="3200" b="1">
                <a:solidFill>
                  <a:srgbClr val="800080"/>
                </a:solidFill>
                <a:latin typeface="Times New Roman" panose="02020603050405020304" pitchFamily="18" charset="0"/>
                <a:ea typeface="宋体" panose="02010600030101010101" pitchFamily="2" charset="-122"/>
              </a:rPr>
              <a:t>=6</a:t>
            </a:r>
            <a:endParaRPr kumimoji="1" lang="en-US" altLang="zh-CN" sz="2400">
              <a:latin typeface="Times New Roman" panose="02020603050405020304" pitchFamily="18" charset="0"/>
              <a:ea typeface="宋体" panose="02010600030101010101" pitchFamily="2" charset="-122"/>
            </a:endParaRPr>
          </a:p>
        </p:txBody>
      </p:sp>
      <p:sp>
        <p:nvSpPr>
          <p:cNvPr id="132124" name="Text Box 28">
            <a:extLst>
              <a:ext uri="{FF2B5EF4-FFF2-40B4-BE49-F238E27FC236}">
                <a16:creationId xmlns:a16="http://schemas.microsoft.com/office/drawing/2014/main" id="{C311E615-0EE8-9100-18C7-73F2BE5CD97F}"/>
              </a:ext>
            </a:extLst>
          </p:cNvPr>
          <p:cNvSpPr txBox="1">
            <a:spLocks noChangeArrowheads="1"/>
          </p:cNvSpPr>
          <p:nvPr/>
        </p:nvSpPr>
        <p:spPr bwMode="auto">
          <a:xfrm>
            <a:off x="1965325" y="3992563"/>
            <a:ext cx="11588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rgbClr val="800080"/>
                </a:solidFill>
                <a:latin typeface="Times New Roman" panose="02020603050405020304" pitchFamily="18" charset="0"/>
                <a:ea typeface="宋体" panose="02010600030101010101" pitchFamily="2" charset="-122"/>
              </a:rPr>
              <a:t>a</a:t>
            </a:r>
            <a:r>
              <a:rPr kumimoji="1" lang="en-US" altLang="zh-CN" sz="3200" b="1" baseline="-25000">
                <a:solidFill>
                  <a:srgbClr val="800080"/>
                </a:solidFill>
                <a:latin typeface="Times New Roman" panose="02020603050405020304" pitchFamily="18" charset="0"/>
                <a:ea typeface="宋体" panose="02010600030101010101" pitchFamily="2" charset="-122"/>
              </a:rPr>
              <a:t>3</a:t>
            </a:r>
            <a:r>
              <a:rPr kumimoji="1" lang="en-US" altLang="zh-CN" sz="3200" b="1">
                <a:solidFill>
                  <a:srgbClr val="800080"/>
                </a:solidFill>
                <a:latin typeface="Times New Roman" panose="02020603050405020304" pitchFamily="18" charset="0"/>
                <a:ea typeface="宋体" panose="02010600030101010101" pitchFamily="2" charset="-122"/>
              </a:rPr>
              <a:t>=14</a:t>
            </a:r>
            <a:endParaRPr kumimoji="1" lang="en-US" altLang="zh-CN" sz="2400">
              <a:latin typeface="Times New Roman" panose="02020603050405020304" pitchFamily="18" charset="0"/>
              <a:ea typeface="宋体" panose="02010600030101010101" pitchFamily="2" charset="-122"/>
            </a:endParaRPr>
          </a:p>
        </p:txBody>
      </p:sp>
      <p:sp>
        <p:nvSpPr>
          <p:cNvPr id="132125" name="Text Box 29">
            <a:extLst>
              <a:ext uri="{FF2B5EF4-FFF2-40B4-BE49-F238E27FC236}">
                <a16:creationId xmlns:a16="http://schemas.microsoft.com/office/drawing/2014/main" id="{0D32B1BF-411A-B148-DF23-BAB2D630F22E}"/>
              </a:ext>
            </a:extLst>
          </p:cNvPr>
          <p:cNvSpPr txBox="1">
            <a:spLocks noChangeArrowheads="1"/>
          </p:cNvSpPr>
          <p:nvPr/>
        </p:nvSpPr>
        <p:spPr bwMode="auto">
          <a:xfrm>
            <a:off x="2117725" y="4591050"/>
            <a:ext cx="11588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rgbClr val="800080"/>
                </a:solidFill>
                <a:latin typeface="Times New Roman" panose="02020603050405020304" pitchFamily="18" charset="0"/>
                <a:ea typeface="宋体" panose="02010600030101010101" pitchFamily="2" charset="-122"/>
              </a:rPr>
              <a:t>a</a:t>
            </a:r>
            <a:r>
              <a:rPr kumimoji="1" lang="en-US" altLang="zh-CN" sz="3200" b="1" baseline="-25000">
                <a:solidFill>
                  <a:srgbClr val="800080"/>
                </a:solidFill>
                <a:latin typeface="Times New Roman" panose="02020603050405020304" pitchFamily="18" charset="0"/>
                <a:ea typeface="宋体" panose="02010600030101010101" pitchFamily="2" charset="-122"/>
              </a:rPr>
              <a:t>4</a:t>
            </a:r>
            <a:r>
              <a:rPr kumimoji="1" lang="en-US" altLang="zh-CN" sz="3200" b="1">
                <a:solidFill>
                  <a:srgbClr val="800080"/>
                </a:solidFill>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3" name="内容占位符 2">
            <a:extLst>
              <a:ext uri="{FF2B5EF4-FFF2-40B4-BE49-F238E27FC236}">
                <a16:creationId xmlns:a16="http://schemas.microsoft.com/office/drawing/2014/main" id="{DE739F2C-89C7-4C6A-B69F-0A8A59A413FF}"/>
              </a:ext>
            </a:extLst>
          </p:cNvPr>
          <p:cNvSpPr>
            <a:spLocks noGrp="1"/>
          </p:cNvSpPr>
          <p:nvPr>
            <p:ph idx="1"/>
          </p:nvPr>
        </p:nvSpPr>
        <p:spPr>
          <a:xfrm>
            <a:off x="654050" y="363537"/>
            <a:ext cx="7886700" cy="3130551"/>
          </a:xfrm>
        </p:spPr>
        <p:txBody>
          <a:bodyPr>
            <a:normAutofit fontScale="92500"/>
          </a:bodyPr>
          <a:lstStyle/>
          <a:p>
            <a:r>
              <a:rPr lang="zh-CN" altLang="en-US" dirty="0"/>
              <a:t>要找出关键路径，必须找出关键活动，即不按期完成就会影响整个工程完成的活动。</a:t>
            </a:r>
          </a:p>
          <a:p>
            <a:r>
              <a:rPr lang="zh-CN" altLang="en-US" dirty="0"/>
              <a:t>关键路径上的所有活动都是关键活动。因此，只要找到关键活动，就可以找到关键路径。例如，下图就是一个</a:t>
            </a:r>
            <a:r>
              <a:rPr lang="en-US" altLang="zh-CN" dirty="0"/>
              <a:t>AOE</a:t>
            </a:r>
            <a:r>
              <a:rPr lang="zh-CN" altLang="en-US" dirty="0"/>
              <a:t>网。</a:t>
            </a:r>
          </a:p>
        </p:txBody>
      </p:sp>
      <p:sp>
        <p:nvSpPr>
          <p:cNvPr id="2" name="灯片编号占位符 1">
            <a:extLst>
              <a:ext uri="{FF2B5EF4-FFF2-40B4-BE49-F238E27FC236}">
                <a16:creationId xmlns:a16="http://schemas.microsoft.com/office/drawing/2014/main" id="{4721036F-0D39-D007-9110-09226EFA222C}"/>
              </a:ext>
            </a:extLst>
          </p:cNvPr>
          <p:cNvSpPr>
            <a:spLocks noGrp="1"/>
          </p:cNvSpPr>
          <p:nvPr>
            <p:ph type="sldNum" sz="quarter" idx="12"/>
          </p:nvPr>
        </p:nvSpPr>
        <p:spPr/>
        <p:txBody>
          <a:bodyPr/>
          <a:lstStyle/>
          <a:p>
            <a:pPr>
              <a:defRPr/>
            </a:pPr>
            <a:fld id="{2E0F9FB0-350A-4A87-9CD5-1F022F266B97}" type="slidenum">
              <a:rPr lang="en-US" altLang="zh-CN" smtClean="0"/>
              <a:pPr>
                <a:defRPr/>
              </a:pPr>
              <a:t>113</a:t>
            </a:fld>
            <a:endParaRPr lang="en-US" altLang="zh-CN"/>
          </a:p>
        </p:txBody>
      </p:sp>
    </p:spTree>
  </p:cSld>
  <p:clrMapOvr>
    <a:masterClrMapping/>
  </p:clrMapOvr>
  <p:transition>
    <p:zoom/>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a:extLst>
              <a:ext uri="{FF2B5EF4-FFF2-40B4-BE49-F238E27FC236}">
                <a16:creationId xmlns:a16="http://schemas.microsoft.com/office/drawing/2014/main" id="{6E201D76-8FA0-BD7A-E007-C7834AB6C108}"/>
              </a:ext>
            </a:extLst>
          </p:cNvPr>
          <p:cNvSpPr>
            <a:spLocks noGrp="1" noChangeArrowheads="1"/>
          </p:cNvSpPr>
          <p:nvPr>
            <p:ph type="title"/>
          </p:nvPr>
        </p:nvSpPr>
        <p:spPr/>
        <p:txBody>
          <a:bodyPr/>
          <a:lstStyle/>
          <a:p>
            <a:r>
              <a:rPr lang="zh-CN" altLang="en-US" dirty="0"/>
              <a:t>有关的变量定义（</a:t>
            </a:r>
            <a:r>
              <a:rPr lang="en-US" altLang="zh-CN" dirty="0"/>
              <a:t>1</a:t>
            </a:r>
            <a:r>
              <a:rPr lang="zh-CN" altLang="en-US" dirty="0"/>
              <a:t>）</a:t>
            </a:r>
          </a:p>
        </p:txBody>
      </p:sp>
      <p:sp>
        <p:nvSpPr>
          <p:cNvPr id="243715" name="Rectangle 3">
            <a:extLst>
              <a:ext uri="{FF2B5EF4-FFF2-40B4-BE49-F238E27FC236}">
                <a16:creationId xmlns:a16="http://schemas.microsoft.com/office/drawing/2014/main" id="{353C1330-0C2A-5AE7-AF2E-B2A0D3AEEBB2}"/>
              </a:ext>
            </a:extLst>
          </p:cNvPr>
          <p:cNvSpPr>
            <a:spLocks noGrp="1" noChangeArrowheads="1"/>
          </p:cNvSpPr>
          <p:nvPr>
            <p:ph type="body" idx="1"/>
          </p:nvPr>
        </p:nvSpPr>
        <p:spPr>
          <a:xfrm>
            <a:off x="755576" y="1825625"/>
            <a:ext cx="7886700" cy="4351338"/>
          </a:xfrm>
        </p:spPr>
        <p:txBody>
          <a:bodyPr>
            <a:normAutofit fontScale="92500" lnSpcReduction="20000"/>
          </a:bodyPr>
          <a:lstStyle/>
          <a:p>
            <a:pPr>
              <a:lnSpc>
                <a:spcPct val="110000"/>
              </a:lnSpc>
            </a:pPr>
            <a:r>
              <a:rPr lang="en-US" altLang="zh-CN" dirty="0"/>
              <a:t>① </a:t>
            </a:r>
            <a:r>
              <a:rPr lang="zh-CN" altLang="en-US" dirty="0"/>
              <a:t>事件</a:t>
            </a:r>
            <a:r>
              <a:rPr lang="en-US" altLang="zh-CN" dirty="0"/>
              <a:t>V</a:t>
            </a:r>
            <a:r>
              <a:rPr lang="en-US" altLang="zh-CN" baseline="-25000" dirty="0"/>
              <a:t>i</a:t>
            </a:r>
            <a:r>
              <a:rPr lang="en-US" altLang="zh-CN" dirty="0"/>
              <a:t> </a:t>
            </a:r>
            <a:r>
              <a:rPr lang="zh-CN" altLang="en-US" dirty="0"/>
              <a:t>的最早可能开始时间</a:t>
            </a:r>
            <a:r>
              <a:rPr lang="en-US" altLang="zh-CN" dirty="0"/>
              <a:t>Ve[</a:t>
            </a:r>
            <a:r>
              <a:rPr lang="en-US" altLang="zh-CN" dirty="0" err="1"/>
              <a:t>i</a:t>
            </a:r>
            <a:r>
              <a:rPr lang="en-US" altLang="zh-CN" dirty="0"/>
              <a:t>]  </a:t>
            </a:r>
          </a:p>
          <a:p>
            <a:pPr lvl="1">
              <a:lnSpc>
                <a:spcPct val="110000"/>
              </a:lnSpc>
            </a:pPr>
            <a:r>
              <a:rPr lang="zh-CN" altLang="en-US" dirty="0"/>
              <a:t>是从源点</a:t>
            </a:r>
            <a:r>
              <a:rPr lang="en-US" altLang="zh-CN" dirty="0"/>
              <a:t>V</a:t>
            </a:r>
            <a:r>
              <a:rPr lang="en-US" altLang="zh-CN" baseline="-25000" dirty="0"/>
              <a:t>0</a:t>
            </a:r>
            <a:r>
              <a:rPr lang="en-US" altLang="zh-CN" dirty="0"/>
              <a:t> </a:t>
            </a:r>
            <a:r>
              <a:rPr lang="zh-CN" altLang="en-US" dirty="0"/>
              <a:t>到顶点</a:t>
            </a:r>
            <a:r>
              <a:rPr lang="en-US" altLang="zh-CN" dirty="0"/>
              <a:t>V</a:t>
            </a:r>
            <a:r>
              <a:rPr lang="en-US" altLang="zh-CN" baseline="-25000" dirty="0"/>
              <a:t>i</a:t>
            </a:r>
            <a:r>
              <a:rPr lang="en-US" altLang="zh-CN" dirty="0"/>
              <a:t> </a:t>
            </a:r>
            <a:r>
              <a:rPr lang="zh-CN" altLang="en-US" dirty="0"/>
              <a:t>的最长路径长度。</a:t>
            </a:r>
          </a:p>
          <a:p>
            <a:pPr>
              <a:lnSpc>
                <a:spcPct val="110000"/>
              </a:lnSpc>
            </a:pPr>
            <a:r>
              <a:rPr lang="zh-CN" altLang="en-US" dirty="0"/>
              <a:t>② 事件</a:t>
            </a:r>
            <a:r>
              <a:rPr lang="en-US" altLang="zh-CN" dirty="0"/>
              <a:t>V</a:t>
            </a:r>
            <a:r>
              <a:rPr lang="en-US" altLang="zh-CN" baseline="-25000" dirty="0"/>
              <a:t>i</a:t>
            </a:r>
            <a:r>
              <a:rPr lang="en-US" altLang="zh-CN" dirty="0"/>
              <a:t> </a:t>
            </a:r>
            <a:r>
              <a:rPr lang="zh-CN" altLang="en-US" dirty="0"/>
              <a:t>的最迟允许开始时间</a:t>
            </a:r>
            <a:r>
              <a:rPr lang="en-US" altLang="zh-CN" dirty="0" err="1"/>
              <a:t>Vl</a:t>
            </a:r>
            <a:r>
              <a:rPr lang="en-US" altLang="zh-CN" dirty="0"/>
              <a:t>[</a:t>
            </a:r>
            <a:r>
              <a:rPr lang="en-US" altLang="zh-CN" dirty="0" err="1"/>
              <a:t>i</a:t>
            </a:r>
            <a:r>
              <a:rPr lang="en-US" altLang="zh-CN" dirty="0"/>
              <a:t>]</a:t>
            </a:r>
          </a:p>
          <a:p>
            <a:pPr lvl="1">
              <a:lnSpc>
                <a:spcPct val="110000"/>
              </a:lnSpc>
            </a:pPr>
            <a:r>
              <a:rPr lang="zh-CN" altLang="en-US" dirty="0"/>
              <a:t>是在保证汇点</a:t>
            </a:r>
            <a:r>
              <a:rPr lang="en-US" altLang="zh-CN" dirty="0"/>
              <a:t>V</a:t>
            </a:r>
            <a:r>
              <a:rPr lang="en-US" altLang="zh-CN" baseline="-25000" dirty="0"/>
              <a:t>n-1</a:t>
            </a:r>
            <a:r>
              <a:rPr lang="en-US" altLang="zh-CN" dirty="0"/>
              <a:t> </a:t>
            </a:r>
            <a:r>
              <a:rPr lang="zh-CN" altLang="en-US" dirty="0"/>
              <a:t>在</a:t>
            </a:r>
            <a:r>
              <a:rPr lang="en-US" altLang="zh-CN" dirty="0" err="1"/>
              <a:t>Ve</a:t>
            </a:r>
            <a:r>
              <a:rPr lang="en-US" altLang="zh-CN" dirty="0"/>
              <a:t>[n-1] </a:t>
            </a:r>
            <a:r>
              <a:rPr lang="zh-CN" altLang="en-US" dirty="0"/>
              <a:t>时刻完成的前提下，事件</a:t>
            </a:r>
            <a:r>
              <a:rPr lang="en-US" altLang="zh-CN" dirty="0"/>
              <a:t>V</a:t>
            </a:r>
            <a:r>
              <a:rPr lang="en-US" altLang="zh-CN" baseline="-25000" dirty="0"/>
              <a:t>i</a:t>
            </a:r>
            <a:r>
              <a:rPr lang="en-US" altLang="zh-CN" dirty="0"/>
              <a:t> </a:t>
            </a:r>
            <a:r>
              <a:rPr lang="zh-CN" altLang="en-US" dirty="0"/>
              <a:t>允许的最迟开始时间。</a:t>
            </a:r>
          </a:p>
          <a:p>
            <a:pPr>
              <a:lnSpc>
                <a:spcPct val="110000"/>
              </a:lnSpc>
            </a:pPr>
            <a:r>
              <a:rPr lang="zh-CN" altLang="en-US" dirty="0"/>
              <a:t>③ 活动</a:t>
            </a:r>
            <a:r>
              <a:rPr lang="en-US" altLang="zh-CN" dirty="0" err="1"/>
              <a:t>a</a:t>
            </a:r>
            <a:r>
              <a:rPr lang="en-US" altLang="zh-CN" baseline="-25000" dirty="0" err="1"/>
              <a:t>k</a:t>
            </a:r>
            <a:r>
              <a:rPr lang="en-US" altLang="zh-CN" dirty="0"/>
              <a:t> </a:t>
            </a:r>
            <a:r>
              <a:rPr lang="zh-CN" altLang="en-US" dirty="0"/>
              <a:t>的最早可能开始时间 </a:t>
            </a:r>
            <a:r>
              <a:rPr lang="en-US" altLang="zh-CN" dirty="0"/>
              <a:t>Ae[k]</a:t>
            </a:r>
          </a:p>
          <a:p>
            <a:pPr lvl="1">
              <a:lnSpc>
                <a:spcPct val="110000"/>
              </a:lnSpc>
            </a:pPr>
            <a:r>
              <a:rPr lang="zh-CN" altLang="en-US" dirty="0"/>
              <a:t>设活动</a:t>
            </a:r>
            <a:r>
              <a:rPr lang="en-US" altLang="zh-CN" dirty="0" err="1"/>
              <a:t>a</a:t>
            </a:r>
            <a:r>
              <a:rPr lang="en-US" altLang="zh-CN" baseline="-25000" dirty="0" err="1"/>
              <a:t>k</a:t>
            </a:r>
            <a:r>
              <a:rPr lang="en-US" altLang="zh-CN" dirty="0"/>
              <a:t> </a:t>
            </a:r>
            <a:r>
              <a:rPr lang="zh-CN" altLang="en-US" dirty="0"/>
              <a:t>在边</a:t>
            </a:r>
            <a:r>
              <a:rPr lang="en-US" altLang="zh-CN" dirty="0"/>
              <a:t>&lt; V</a:t>
            </a:r>
            <a:r>
              <a:rPr lang="en-US" altLang="zh-CN" baseline="-25000" dirty="0"/>
              <a:t>i</a:t>
            </a:r>
            <a:r>
              <a:rPr lang="en-US" altLang="zh-CN" dirty="0"/>
              <a:t> , </a:t>
            </a:r>
            <a:r>
              <a:rPr lang="en-US" altLang="zh-CN" dirty="0" err="1"/>
              <a:t>V</a:t>
            </a:r>
            <a:r>
              <a:rPr lang="en-US" altLang="zh-CN" baseline="-25000" dirty="0" err="1"/>
              <a:t>j</a:t>
            </a:r>
            <a:r>
              <a:rPr lang="en-US" altLang="zh-CN" dirty="0"/>
              <a:t> &gt;</a:t>
            </a:r>
            <a:r>
              <a:rPr lang="zh-CN" altLang="en-US" dirty="0"/>
              <a:t>上，则</a:t>
            </a:r>
            <a:r>
              <a:rPr lang="en-US" altLang="zh-CN" dirty="0"/>
              <a:t>Ae[k]</a:t>
            </a:r>
            <a:r>
              <a:rPr lang="zh-CN" altLang="en-US" dirty="0"/>
              <a:t>是从源点</a:t>
            </a:r>
            <a:r>
              <a:rPr lang="en-US" altLang="zh-CN" dirty="0"/>
              <a:t>V</a:t>
            </a:r>
            <a:r>
              <a:rPr lang="en-US" altLang="zh-CN" baseline="-25000" dirty="0"/>
              <a:t>0</a:t>
            </a:r>
            <a:r>
              <a:rPr lang="zh-CN" altLang="en-US" dirty="0"/>
              <a:t>到顶点</a:t>
            </a:r>
            <a:r>
              <a:rPr lang="en-US" altLang="zh-CN" dirty="0"/>
              <a:t>V</a:t>
            </a:r>
            <a:r>
              <a:rPr lang="en-US" altLang="zh-CN" baseline="-25000" dirty="0"/>
              <a:t>i</a:t>
            </a:r>
            <a:r>
              <a:rPr lang="en-US" altLang="zh-CN" dirty="0"/>
              <a:t> </a:t>
            </a:r>
            <a:r>
              <a:rPr lang="zh-CN" altLang="en-US" dirty="0"/>
              <a:t>的最长路径长度。因此，</a:t>
            </a:r>
            <a:r>
              <a:rPr lang="en-US" altLang="zh-CN" dirty="0"/>
              <a:t>Ae[k] = Ve[</a:t>
            </a:r>
            <a:r>
              <a:rPr lang="en-US" altLang="zh-CN" dirty="0" err="1"/>
              <a:t>i</a:t>
            </a:r>
            <a:r>
              <a:rPr lang="en-US" altLang="zh-CN" dirty="0"/>
              <a:t>] </a:t>
            </a:r>
            <a:r>
              <a:rPr lang="zh-CN" altLang="en-US" dirty="0"/>
              <a:t>。</a:t>
            </a:r>
          </a:p>
        </p:txBody>
      </p:sp>
      <p:sp>
        <p:nvSpPr>
          <p:cNvPr id="2" name="灯片编号占位符 1">
            <a:extLst>
              <a:ext uri="{FF2B5EF4-FFF2-40B4-BE49-F238E27FC236}">
                <a16:creationId xmlns:a16="http://schemas.microsoft.com/office/drawing/2014/main" id="{81362F20-81DC-D6A8-6904-49F80A7F6892}"/>
              </a:ext>
            </a:extLst>
          </p:cNvPr>
          <p:cNvSpPr>
            <a:spLocks noGrp="1"/>
          </p:cNvSpPr>
          <p:nvPr>
            <p:ph type="sldNum" sz="quarter" idx="12"/>
          </p:nvPr>
        </p:nvSpPr>
        <p:spPr/>
        <p:txBody>
          <a:bodyPr/>
          <a:lstStyle/>
          <a:p>
            <a:pPr>
              <a:defRPr/>
            </a:pPr>
            <a:fld id="{2E0F9FB0-350A-4A87-9CD5-1F022F266B97}" type="slidenum">
              <a:rPr lang="en-US" altLang="zh-CN" smtClean="0"/>
              <a:pPr>
                <a:defRPr/>
              </a:pPr>
              <a:t>114</a:t>
            </a:fld>
            <a:endParaRPr lang="en-US" altLang="zh-CN"/>
          </a:p>
        </p:txBody>
      </p:sp>
    </p:spTree>
  </p:cSld>
  <p:clrMapOvr>
    <a:masterClrMapping/>
  </p:clrMapOvr>
  <p:transition>
    <p:zoom/>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D0F7E56-7322-4C36-9D83-8E067DC47BDB}"/>
              </a:ext>
            </a:extLst>
          </p:cNvPr>
          <p:cNvSpPr>
            <a:spLocks noGrp="1"/>
          </p:cNvSpPr>
          <p:nvPr>
            <p:ph type="title"/>
          </p:nvPr>
        </p:nvSpPr>
        <p:spPr/>
        <p:txBody>
          <a:bodyPr/>
          <a:lstStyle/>
          <a:p>
            <a:r>
              <a:rPr lang="zh-CN" altLang="en-US" dirty="0"/>
              <a:t>有关的变量定义（</a:t>
            </a:r>
            <a:r>
              <a:rPr lang="en-US" altLang="zh-CN" dirty="0"/>
              <a:t>2</a:t>
            </a:r>
            <a:r>
              <a:rPr lang="zh-CN" altLang="en-US" dirty="0"/>
              <a:t>）</a:t>
            </a:r>
          </a:p>
        </p:txBody>
      </p:sp>
      <p:sp>
        <p:nvSpPr>
          <p:cNvPr id="244738" name="Rectangle 2">
            <a:extLst>
              <a:ext uri="{FF2B5EF4-FFF2-40B4-BE49-F238E27FC236}">
                <a16:creationId xmlns:a16="http://schemas.microsoft.com/office/drawing/2014/main" id="{6A53943D-9A39-C9EE-DC50-0DEAF843C07D}"/>
              </a:ext>
            </a:extLst>
          </p:cNvPr>
          <p:cNvSpPr>
            <a:spLocks noGrp="1" noChangeArrowheads="1"/>
          </p:cNvSpPr>
          <p:nvPr>
            <p:ph type="body" idx="1"/>
          </p:nvPr>
        </p:nvSpPr>
        <p:spPr/>
        <p:txBody>
          <a:bodyPr>
            <a:normAutofit fontScale="85000" lnSpcReduction="10000"/>
          </a:bodyPr>
          <a:lstStyle/>
          <a:p>
            <a:r>
              <a:rPr lang="zh-CN" altLang="en-US" dirty="0"/>
              <a:t>④ 活动</a:t>
            </a:r>
            <a:r>
              <a:rPr lang="en-US" altLang="zh-CN" dirty="0" err="1"/>
              <a:t>a</a:t>
            </a:r>
            <a:r>
              <a:rPr lang="en-US" altLang="zh-CN" baseline="-25000" dirty="0" err="1"/>
              <a:t>k</a:t>
            </a:r>
            <a:r>
              <a:rPr lang="en-US" altLang="zh-CN" dirty="0"/>
              <a:t> </a:t>
            </a:r>
            <a:r>
              <a:rPr lang="zh-CN" altLang="en-US" dirty="0"/>
              <a:t>的最迟允许开始时间 </a:t>
            </a:r>
            <a:r>
              <a:rPr lang="en-US" altLang="zh-CN" dirty="0"/>
              <a:t>Al[k] </a:t>
            </a:r>
          </a:p>
          <a:p>
            <a:pPr lvl="1"/>
            <a:r>
              <a:rPr lang="en-US" altLang="zh-CN" dirty="0"/>
              <a:t>Al[k]</a:t>
            </a:r>
            <a:r>
              <a:rPr lang="zh-CN" altLang="en-US" dirty="0"/>
              <a:t>是在不会引起时间延误的前提下，该活动允许的最迟开始时间。</a:t>
            </a:r>
          </a:p>
          <a:p>
            <a:pPr marL="342900" lvl="1" indent="0">
              <a:buNone/>
            </a:pPr>
            <a:r>
              <a:rPr lang="zh-CN" altLang="en-US" dirty="0"/>
              <a:t>          </a:t>
            </a:r>
            <a:r>
              <a:rPr lang="en-US" altLang="zh-CN" dirty="0"/>
              <a:t>Al[k] = </a:t>
            </a:r>
            <a:r>
              <a:rPr lang="en-US" altLang="zh-CN" dirty="0" err="1"/>
              <a:t>Vl</a:t>
            </a:r>
            <a:r>
              <a:rPr lang="en-US" altLang="zh-CN" dirty="0"/>
              <a:t>[j] - dur(&lt;</a:t>
            </a:r>
            <a:r>
              <a:rPr lang="en-US" altLang="zh-CN" dirty="0" err="1"/>
              <a:t>i</a:t>
            </a:r>
            <a:r>
              <a:rPr lang="en-US" altLang="zh-CN" dirty="0"/>
              <a:t>, j&gt;)</a:t>
            </a:r>
            <a:r>
              <a:rPr lang="zh-CN" altLang="en-US" dirty="0"/>
              <a:t>。</a:t>
            </a:r>
          </a:p>
          <a:p>
            <a:pPr marL="342900" lvl="1" indent="0">
              <a:buNone/>
            </a:pPr>
            <a:r>
              <a:rPr lang="zh-CN" altLang="en-US" dirty="0"/>
              <a:t>          其中</a:t>
            </a:r>
            <a:r>
              <a:rPr lang="en-US" altLang="zh-CN" dirty="0"/>
              <a:t>, dur(&lt;</a:t>
            </a:r>
            <a:r>
              <a:rPr lang="en-US" altLang="zh-CN" dirty="0" err="1"/>
              <a:t>i</a:t>
            </a:r>
            <a:r>
              <a:rPr lang="en-US" altLang="zh-CN" dirty="0"/>
              <a:t>, j&gt;)</a:t>
            </a:r>
            <a:r>
              <a:rPr lang="zh-CN" altLang="en-US" dirty="0"/>
              <a:t>是完成 </a:t>
            </a:r>
            <a:r>
              <a:rPr lang="en-US" altLang="zh-CN" dirty="0" err="1"/>
              <a:t>a</a:t>
            </a:r>
            <a:r>
              <a:rPr lang="en-US" altLang="zh-CN" baseline="-25000" dirty="0" err="1"/>
              <a:t>k</a:t>
            </a:r>
            <a:r>
              <a:rPr lang="en-US" altLang="zh-CN" dirty="0"/>
              <a:t>  </a:t>
            </a:r>
            <a:r>
              <a:rPr lang="zh-CN" altLang="en-US" dirty="0"/>
              <a:t>所需的时间。</a:t>
            </a:r>
          </a:p>
          <a:p>
            <a:r>
              <a:rPr lang="zh-CN" altLang="en-US" dirty="0"/>
              <a:t>⑤ 时间余量 </a:t>
            </a:r>
            <a:r>
              <a:rPr lang="en-US" altLang="zh-CN" dirty="0"/>
              <a:t>Al[k] - Ae[k]</a:t>
            </a:r>
          </a:p>
          <a:p>
            <a:pPr lvl="1"/>
            <a:r>
              <a:rPr lang="zh-CN" altLang="en-US" dirty="0"/>
              <a:t>表示活动 </a:t>
            </a:r>
            <a:r>
              <a:rPr lang="en-US" altLang="zh-CN" dirty="0" err="1"/>
              <a:t>a</a:t>
            </a:r>
            <a:r>
              <a:rPr lang="en-US" altLang="zh-CN" baseline="-25000" dirty="0" err="1"/>
              <a:t>k</a:t>
            </a:r>
            <a:r>
              <a:rPr lang="en-US" altLang="zh-CN" dirty="0"/>
              <a:t> </a:t>
            </a:r>
            <a:r>
              <a:rPr lang="zh-CN" altLang="en-US" dirty="0"/>
              <a:t>的最早可能开始时间和最迟允许开始时间的时间余量。 </a:t>
            </a:r>
            <a:r>
              <a:rPr lang="en-US" altLang="zh-CN" dirty="0"/>
              <a:t>Al[k] == Ae[k] </a:t>
            </a:r>
            <a:r>
              <a:rPr lang="zh-CN" altLang="en-US" dirty="0"/>
              <a:t>表示活动 </a:t>
            </a:r>
            <a:r>
              <a:rPr lang="en-US" altLang="zh-CN" dirty="0" err="1"/>
              <a:t>a</a:t>
            </a:r>
            <a:r>
              <a:rPr lang="en-US" altLang="zh-CN" baseline="-25000" dirty="0" err="1"/>
              <a:t>k</a:t>
            </a:r>
            <a:r>
              <a:rPr lang="en-US" altLang="zh-CN" baseline="-25000" dirty="0"/>
              <a:t> </a:t>
            </a:r>
            <a:r>
              <a:rPr lang="en-US" altLang="zh-CN" dirty="0"/>
              <a:t> </a:t>
            </a:r>
            <a:r>
              <a:rPr lang="zh-CN" altLang="en-US" dirty="0"/>
              <a:t>是没有时间余量的关键活动。</a:t>
            </a:r>
            <a:endParaRPr lang="en-US" altLang="zh-CN" dirty="0"/>
          </a:p>
          <a:p>
            <a:pPr lvl="1"/>
            <a:r>
              <a:rPr lang="zh-CN" altLang="en-US" dirty="0"/>
              <a:t>为找出关键活动，需求各活动的 </a:t>
            </a:r>
            <a:r>
              <a:rPr lang="en-US" altLang="zh-CN" dirty="0"/>
              <a:t>Ae[k] </a:t>
            </a:r>
            <a:r>
              <a:rPr lang="zh-CN" altLang="en-US" dirty="0"/>
              <a:t>与 </a:t>
            </a:r>
            <a:r>
              <a:rPr lang="en-US" altLang="zh-CN" dirty="0"/>
              <a:t>Al[k]</a:t>
            </a:r>
            <a:r>
              <a:rPr lang="zh-CN" altLang="en-US" dirty="0"/>
              <a:t>，以判别是否 </a:t>
            </a:r>
            <a:r>
              <a:rPr lang="en-US" altLang="zh-CN" dirty="0"/>
              <a:t>Al[k] == Ae[k]</a:t>
            </a:r>
            <a:r>
              <a:rPr lang="zh-CN" altLang="en-US" dirty="0"/>
              <a:t>。</a:t>
            </a:r>
          </a:p>
        </p:txBody>
      </p:sp>
      <p:sp>
        <p:nvSpPr>
          <p:cNvPr id="2" name="灯片编号占位符 1">
            <a:extLst>
              <a:ext uri="{FF2B5EF4-FFF2-40B4-BE49-F238E27FC236}">
                <a16:creationId xmlns:a16="http://schemas.microsoft.com/office/drawing/2014/main" id="{F57A1CBB-AD5A-7109-2941-07B19F794109}"/>
              </a:ext>
            </a:extLst>
          </p:cNvPr>
          <p:cNvSpPr>
            <a:spLocks noGrp="1"/>
          </p:cNvSpPr>
          <p:nvPr>
            <p:ph type="sldNum" sz="quarter" idx="12"/>
          </p:nvPr>
        </p:nvSpPr>
        <p:spPr/>
        <p:txBody>
          <a:bodyPr/>
          <a:lstStyle/>
          <a:p>
            <a:pPr>
              <a:defRPr/>
            </a:pPr>
            <a:fld id="{2E0F9FB0-350A-4A87-9CD5-1F022F266B97}" type="slidenum">
              <a:rPr lang="en-US" altLang="zh-CN" smtClean="0"/>
              <a:pPr>
                <a:defRPr/>
              </a:pPr>
              <a:t>115</a:t>
            </a:fld>
            <a:endParaRPr lang="en-US" altLang="zh-CN"/>
          </a:p>
        </p:txBody>
      </p:sp>
    </p:spTree>
  </p:cSld>
  <p:clrMapOvr>
    <a:masterClrMapping/>
  </p:clrMapOvr>
  <p:transition>
    <p:zoom/>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a:extLst>
              <a:ext uri="{FF2B5EF4-FFF2-40B4-BE49-F238E27FC236}">
                <a16:creationId xmlns:a16="http://schemas.microsoft.com/office/drawing/2014/main" id="{EB8DF164-0B01-69F7-EF20-AEC39BD4965D}"/>
              </a:ext>
            </a:extLst>
          </p:cNvPr>
          <p:cNvSpPr>
            <a:spLocks noGrp="1" noChangeArrowheads="1"/>
          </p:cNvSpPr>
          <p:nvPr>
            <p:ph type="body" idx="1"/>
          </p:nvPr>
        </p:nvSpPr>
        <p:spPr>
          <a:xfrm>
            <a:off x="561975" y="366711"/>
            <a:ext cx="7886700" cy="3770313"/>
          </a:xfrm>
        </p:spPr>
        <p:txBody>
          <a:bodyPr>
            <a:normAutofit fontScale="85000" lnSpcReduction="10000"/>
          </a:bodyPr>
          <a:lstStyle/>
          <a:p>
            <a:r>
              <a:rPr lang="zh-CN" altLang="en-US" dirty="0"/>
              <a:t>为求得 </a:t>
            </a:r>
            <a:r>
              <a:rPr lang="en-US" altLang="zh-CN" dirty="0"/>
              <a:t>Ae[k]</a:t>
            </a:r>
            <a:r>
              <a:rPr lang="zh-CN" altLang="en-US" dirty="0"/>
              <a:t>与 </a:t>
            </a:r>
            <a:r>
              <a:rPr lang="en-US" altLang="zh-CN" dirty="0"/>
              <a:t>Al[k],  </a:t>
            </a:r>
            <a:r>
              <a:rPr lang="zh-CN" altLang="en-US" dirty="0"/>
              <a:t>需要先求得从源点 </a:t>
            </a:r>
            <a:r>
              <a:rPr lang="en-US" altLang="zh-CN" dirty="0"/>
              <a:t>V</a:t>
            </a:r>
            <a:r>
              <a:rPr lang="en-US" altLang="zh-CN" baseline="-25000" dirty="0"/>
              <a:t>0</a:t>
            </a:r>
            <a:r>
              <a:rPr lang="en-US" altLang="zh-CN" dirty="0"/>
              <a:t> </a:t>
            </a:r>
            <a:r>
              <a:rPr lang="zh-CN" altLang="en-US" dirty="0"/>
              <a:t>到各个顶点 </a:t>
            </a:r>
            <a:r>
              <a:rPr lang="en-US" altLang="zh-CN" dirty="0"/>
              <a:t>V</a:t>
            </a:r>
            <a:r>
              <a:rPr lang="en-US" altLang="zh-CN" baseline="-25000" dirty="0"/>
              <a:t>i</a:t>
            </a:r>
            <a:r>
              <a:rPr lang="en-US" altLang="zh-CN" dirty="0"/>
              <a:t> </a:t>
            </a:r>
            <a:r>
              <a:rPr lang="zh-CN" altLang="en-US" dirty="0"/>
              <a:t>的 </a:t>
            </a:r>
            <a:r>
              <a:rPr lang="en-US" altLang="zh-CN" dirty="0" err="1"/>
              <a:t>Ve</a:t>
            </a:r>
            <a:r>
              <a:rPr lang="en-US" altLang="zh-CN" dirty="0"/>
              <a:t>[</a:t>
            </a:r>
            <a:r>
              <a:rPr lang="en-US" altLang="zh-CN" dirty="0" err="1"/>
              <a:t>i</a:t>
            </a:r>
            <a:r>
              <a:rPr lang="en-US" altLang="zh-CN" dirty="0"/>
              <a:t>] </a:t>
            </a:r>
            <a:r>
              <a:rPr lang="zh-CN" altLang="en-US" dirty="0"/>
              <a:t>和 </a:t>
            </a:r>
            <a:r>
              <a:rPr lang="en-US" altLang="zh-CN" dirty="0" err="1"/>
              <a:t>Vl</a:t>
            </a:r>
            <a:r>
              <a:rPr lang="en-US" altLang="zh-CN" dirty="0"/>
              <a:t>[</a:t>
            </a:r>
            <a:r>
              <a:rPr lang="en-US" altLang="zh-CN" dirty="0" err="1"/>
              <a:t>i</a:t>
            </a:r>
            <a:r>
              <a:rPr lang="en-US" altLang="zh-CN" dirty="0"/>
              <a:t>]</a:t>
            </a:r>
            <a:r>
              <a:rPr lang="zh-CN" altLang="en-US" dirty="0"/>
              <a:t>。</a:t>
            </a:r>
          </a:p>
          <a:p>
            <a:r>
              <a:rPr lang="zh-CN" altLang="en-US" dirty="0"/>
              <a:t>求</a:t>
            </a:r>
            <a:r>
              <a:rPr lang="en-US" altLang="zh-CN" dirty="0" err="1"/>
              <a:t>Ve</a:t>
            </a:r>
            <a:r>
              <a:rPr lang="en-US" altLang="zh-CN" dirty="0"/>
              <a:t>[</a:t>
            </a:r>
            <a:r>
              <a:rPr lang="en-US" altLang="zh-CN" dirty="0" err="1"/>
              <a:t>i</a:t>
            </a:r>
            <a:r>
              <a:rPr lang="en-US" altLang="zh-CN" dirty="0"/>
              <a:t>]</a:t>
            </a:r>
            <a:r>
              <a:rPr lang="zh-CN" altLang="en-US" dirty="0"/>
              <a:t>的递推公式</a:t>
            </a:r>
          </a:p>
          <a:p>
            <a:pPr lvl="1"/>
            <a:r>
              <a:rPr lang="zh-CN" altLang="en-US" dirty="0"/>
              <a:t> 从 </a:t>
            </a:r>
            <a:r>
              <a:rPr lang="en-US" altLang="zh-CN" dirty="0" err="1"/>
              <a:t>Ve</a:t>
            </a:r>
            <a:r>
              <a:rPr lang="en-US" altLang="zh-CN" dirty="0"/>
              <a:t>[0] = 0 </a:t>
            </a:r>
            <a:r>
              <a:rPr lang="zh-CN" altLang="en-US" dirty="0"/>
              <a:t>开始，向前递推</a:t>
            </a:r>
          </a:p>
          <a:p>
            <a:pPr lvl="1"/>
            <a:endParaRPr lang="zh-CN" altLang="en-US" dirty="0"/>
          </a:p>
          <a:p>
            <a:pPr lvl="1"/>
            <a:endParaRPr lang="en-US" altLang="zh-CN" dirty="0"/>
          </a:p>
          <a:p>
            <a:pPr lvl="1"/>
            <a:endParaRPr lang="en-US" altLang="zh-CN" dirty="0"/>
          </a:p>
          <a:p>
            <a:pPr lvl="1"/>
            <a:r>
              <a:rPr lang="en-US" altLang="zh-CN" dirty="0"/>
              <a:t>&lt; V</a:t>
            </a:r>
            <a:r>
              <a:rPr lang="en-US" altLang="zh-CN" baseline="-25000" dirty="0"/>
              <a:t>i</a:t>
            </a:r>
            <a:r>
              <a:rPr lang="en-US" altLang="zh-CN" dirty="0"/>
              <a:t>, </a:t>
            </a:r>
            <a:r>
              <a:rPr lang="en-US" altLang="zh-CN" dirty="0" err="1"/>
              <a:t>V</a:t>
            </a:r>
            <a:r>
              <a:rPr lang="en-US" altLang="zh-CN" baseline="-25000" dirty="0" err="1"/>
              <a:t>j</a:t>
            </a:r>
            <a:r>
              <a:rPr lang="en-US" altLang="zh-CN" dirty="0"/>
              <a:t> &gt; </a:t>
            </a:r>
            <a:r>
              <a:rPr lang="en-US" altLang="zh-CN" dirty="0">
                <a:sym typeface="Symbol" pitchFamily="18" charset="2"/>
              </a:rPr>
              <a:t> S</a:t>
            </a:r>
            <a:r>
              <a:rPr lang="en-US" altLang="zh-CN" baseline="-25000" dirty="0">
                <a:sym typeface="Symbol" pitchFamily="18" charset="2"/>
              </a:rPr>
              <a:t>2</a:t>
            </a:r>
            <a:r>
              <a:rPr lang="en-US" altLang="zh-CN" dirty="0">
                <a:sym typeface="Symbol" pitchFamily="18" charset="2"/>
              </a:rPr>
              <a:t>,   j = 1, 2, , n-1</a:t>
            </a:r>
            <a:r>
              <a:rPr lang="en-US" altLang="zh-CN" dirty="0"/>
              <a:t>           </a:t>
            </a:r>
          </a:p>
          <a:p>
            <a:pPr lvl="1"/>
            <a:r>
              <a:rPr lang="en-US" altLang="zh-CN" dirty="0"/>
              <a:t>S</a:t>
            </a:r>
            <a:r>
              <a:rPr lang="en-US" altLang="zh-CN" baseline="-25000" dirty="0"/>
              <a:t>2</a:t>
            </a:r>
            <a:r>
              <a:rPr lang="en-US" altLang="zh-CN" dirty="0"/>
              <a:t> </a:t>
            </a:r>
            <a:r>
              <a:rPr lang="zh-CN" altLang="en-US" dirty="0"/>
              <a:t>是所有指向</a:t>
            </a:r>
            <a:r>
              <a:rPr lang="en-US" altLang="zh-CN" dirty="0" err="1"/>
              <a:t>Vj</a:t>
            </a:r>
            <a:r>
              <a:rPr lang="en-US" altLang="zh-CN" dirty="0"/>
              <a:t> </a:t>
            </a:r>
            <a:r>
              <a:rPr lang="zh-CN" altLang="en-US" dirty="0"/>
              <a:t>的有向边</a:t>
            </a:r>
            <a:r>
              <a:rPr lang="en-US" altLang="zh-CN" dirty="0"/>
              <a:t>&lt; V</a:t>
            </a:r>
            <a:r>
              <a:rPr lang="en-US" altLang="zh-CN" baseline="-25000" dirty="0"/>
              <a:t>i</a:t>
            </a:r>
            <a:r>
              <a:rPr lang="en-US" altLang="zh-CN" dirty="0"/>
              <a:t> , </a:t>
            </a:r>
            <a:r>
              <a:rPr lang="en-US" altLang="zh-CN" dirty="0" err="1"/>
              <a:t>V</a:t>
            </a:r>
            <a:r>
              <a:rPr lang="en-US" altLang="zh-CN" baseline="-25000" dirty="0" err="1"/>
              <a:t>j</a:t>
            </a:r>
            <a:r>
              <a:rPr lang="en-US" altLang="zh-CN" dirty="0"/>
              <a:t> &gt;</a:t>
            </a:r>
            <a:r>
              <a:rPr lang="zh-CN" altLang="en-US" dirty="0"/>
              <a:t>的集合。</a:t>
            </a:r>
          </a:p>
        </p:txBody>
      </p:sp>
      <p:graphicFrame>
        <p:nvGraphicFramePr>
          <p:cNvPr id="135171" name="Object 3">
            <a:extLst>
              <a:ext uri="{FF2B5EF4-FFF2-40B4-BE49-F238E27FC236}">
                <a16:creationId xmlns:a16="http://schemas.microsoft.com/office/drawing/2014/main" id="{3B91A443-C6F9-5A47-6EDC-5CF901B374FA}"/>
              </a:ext>
            </a:extLst>
          </p:cNvPr>
          <p:cNvGraphicFramePr>
            <a:graphicFrameLocks noChangeAspect="1"/>
          </p:cNvGraphicFramePr>
          <p:nvPr>
            <p:extLst>
              <p:ext uri="{D42A27DB-BD31-4B8C-83A1-F6EECF244321}">
                <p14:modId xmlns:p14="http://schemas.microsoft.com/office/powerpoint/2010/main" val="799275435"/>
              </p:ext>
            </p:extLst>
          </p:nvPr>
        </p:nvGraphicFramePr>
        <p:xfrm>
          <a:off x="1308100" y="2258237"/>
          <a:ext cx="6737350" cy="796925"/>
        </p:xfrm>
        <a:graphic>
          <a:graphicData uri="http://schemas.openxmlformats.org/presentationml/2006/ole">
            <mc:AlternateContent xmlns:mc="http://schemas.openxmlformats.org/markup-compatibility/2006">
              <mc:Choice xmlns:v="urn:schemas-microsoft-com:vml" Requires="v">
                <p:oleObj name="Equation" r:id="rId2" imgW="2413000" imgH="279400" progId="Equation.3">
                  <p:embed/>
                </p:oleObj>
              </mc:Choice>
              <mc:Fallback>
                <p:oleObj name="Equation" r:id="rId2" imgW="2413000" imgH="27940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8100" y="2258237"/>
                        <a:ext cx="6737350" cy="796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5172" name="Oval 5">
            <a:extLst>
              <a:ext uri="{FF2B5EF4-FFF2-40B4-BE49-F238E27FC236}">
                <a16:creationId xmlns:a16="http://schemas.microsoft.com/office/drawing/2014/main" id="{D3C2D4B5-9981-0DD8-267C-4EF49383A187}"/>
              </a:ext>
            </a:extLst>
          </p:cNvPr>
          <p:cNvSpPr>
            <a:spLocks noChangeArrowheads="1"/>
          </p:cNvSpPr>
          <p:nvPr/>
        </p:nvSpPr>
        <p:spPr bwMode="auto">
          <a:xfrm>
            <a:off x="5232400" y="5080000"/>
            <a:ext cx="241300" cy="241300"/>
          </a:xfrm>
          <a:prstGeom prst="ellipse">
            <a:avLst/>
          </a:prstGeom>
          <a:gradFill rotWithShape="0">
            <a:gsLst>
              <a:gs pos="0">
                <a:srgbClr val="3333CC"/>
              </a:gs>
              <a:gs pos="100000">
                <a:srgbClr val="18185E"/>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135173" name="Line 6">
            <a:extLst>
              <a:ext uri="{FF2B5EF4-FFF2-40B4-BE49-F238E27FC236}">
                <a16:creationId xmlns:a16="http://schemas.microsoft.com/office/drawing/2014/main" id="{96BCECBB-5858-E370-13B0-EF9D637BFD09}"/>
              </a:ext>
            </a:extLst>
          </p:cNvPr>
          <p:cNvSpPr>
            <a:spLocks noChangeShapeType="1"/>
          </p:cNvSpPr>
          <p:nvPr/>
        </p:nvSpPr>
        <p:spPr bwMode="auto">
          <a:xfrm>
            <a:off x="3873500" y="4787900"/>
            <a:ext cx="1397000" cy="355600"/>
          </a:xfrm>
          <a:prstGeom prst="line">
            <a:avLst/>
          </a:prstGeom>
          <a:noFill/>
          <a:ln w="25400">
            <a:solidFill>
              <a:srgbClr val="CC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35174" name="Line 7">
            <a:extLst>
              <a:ext uri="{FF2B5EF4-FFF2-40B4-BE49-F238E27FC236}">
                <a16:creationId xmlns:a16="http://schemas.microsoft.com/office/drawing/2014/main" id="{47E6F6F9-A5FB-3D1C-B785-D64D50F15595}"/>
              </a:ext>
            </a:extLst>
          </p:cNvPr>
          <p:cNvSpPr>
            <a:spLocks noChangeShapeType="1"/>
          </p:cNvSpPr>
          <p:nvPr/>
        </p:nvSpPr>
        <p:spPr bwMode="auto">
          <a:xfrm flipV="1">
            <a:off x="3848100" y="5207000"/>
            <a:ext cx="1409700" cy="139700"/>
          </a:xfrm>
          <a:prstGeom prst="line">
            <a:avLst/>
          </a:prstGeom>
          <a:noFill/>
          <a:ln w="25400">
            <a:solidFill>
              <a:srgbClr val="CC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35175" name="Line 8">
            <a:extLst>
              <a:ext uri="{FF2B5EF4-FFF2-40B4-BE49-F238E27FC236}">
                <a16:creationId xmlns:a16="http://schemas.microsoft.com/office/drawing/2014/main" id="{C3163C3A-3E55-A99D-A383-3BCC36F35A37}"/>
              </a:ext>
            </a:extLst>
          </p:cNvPr>
          <p:cNvSpPr>
            <a:spLocks noChangeShapeType="1"/>
          </p:cNvSpPr>
          <p:nvPr/>
        </p:nvSpPr>
        <p:spPr bwMode="auto">
          <a:xfrm flipV="1">
            <a:off x="3810000" y="5283200"/>
            <a:ext cx="1473200" cy="635000"/>
          </a:xfrm>
          <a:prstGeom prst="line">
            <a:avLst/>
          </a:prstGeom>
          <a:noFill/>
          <a:ln w="25400">
            <a:solidFill>
              <a:srgbClr val="CC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35176" name="Oval 9">
            <a:extLst>
              <a:ext uri="{FF2B5EF4-FFF2-40B4-BE49-F238E27FC236}">
                <a16:creationId xmlns:a16="http://schemas.microsoft.com/office/drawing/2014/main" id="{0EB34E4F-D6A0-A65A-099E-F0BF51D2A9A7}"/>
              </a:ext>
            </a:extLst>
          </p:cNvPr>
          <p:cNvSpPr>
            <a:spLocks noChangeArrowheads="1"/>
          </p:cNvSpPr>
          <p:nvPr/>
        </p:nvSpPr>
        <p:spPr bwMode="auto">
          <a:xfrm>
            <a:off x="3657600" y="4622800"/>
            <a:ext cx="241300" cy="241300"/>
          </a:xfrm>
          <a:prstGeom prst="ellipse">
            <a:avLst/>
          </a:prstGeom>
          <a:gradFill rotWithShape="0">
            <a:gsLst>
              <a:gs pos="0">
                <a:srgbClr val="339966"/>
              </a:gs>
              <a:gs pos="100000">
                <a:srgbClr val="18472F"/>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135177" name="Oval 10">
            <a:extLst>
              <a:ext uri="{FF2B5EF4-FFF2-40B4-BE49-F238E27FC236}">
                <a16:creationId xmlns:a16="http://schemas.microsoft.com/office/drawing/2014/main" id="{F6E88355-27EF-3862-D79E-21191A4D8677}"/>
              </a:ext>
            </a:extLst>
          </p:cNvPr>
          <p:cNvSpPr>
            <a:spLocks noChangeArrowheads="1"/>
          </p:cNvSpPr>
          <p:nvPr/>
        </p:nvSpPr>
        <p:spPr bwMode="auto">
          <a:xfrm>
            <a:off x="3606800" y="5232400"/>
            <a:ext cx="241300" cy="241300"/>
          </a:xfrm>
          <a:prstGeom prst="ellipse">
            <a:avLst/>
          </a:prstGeom>
          <a:gradFill rotWithShape="0">
            <a:gsLst>
              <a:gs pos="0">
                <a:srgbClr val="339966"/>
              </a:gs>
              <a:gs pos="100000">
                <a:srgbClr val="18472F"/>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135178" name="Oval 11">
            <a:extLst>
              <a:ext uri="{FF2B5EF4-FFF2-40B4-BE49-F238E27FC236}">
                <a16:creationId xmlns:a16="http://schemas.microsoft.com/office/drawing/2014/main" id="{D9D5F745-2A5A-B574-481F-A5A6DCDE20E5}"/>
              </a:ext>
            </a:extLst>
          </p:cNvPr>
          <p:cNvSpPr>
            <a:spLocks noChangeArrowheads="1"/>
          </p:cNvSpPr>
          <p:nvPr/>
        </p:nvSpPr>
        <p:spPr bwMode="auto">
          <a:xfrm>
            <a:off x="3606800" y="5829300"/>
            <a:ext cx="241300" cy="241300"/>
          </a:xfrm>
          <a:prstGeom prst="ellipse">
            <a:avLst/>
          </a:prstGeom>
          <a:gradFill rotWithShape="0">
            <a:gsLst>
              <a:gs pos="0">
                <a:srgbClr val="339966"/>
              </a:gs>
              <a:gs pos="100000">
                <a:srgbClr val="18472F"/>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135179" name="Text Box 12">
            <a:extLst>
              <a:ext uri="{FF2B5EF4-FFF2-40B4-BE49-F238E27FC236}">
                <a16:creationId xmlns:a16="http://schemas.microsoft.com/office/drawing/2014/main" id="{8808C7CA-7034-EC12-977A-CF5262BAD93B}"/>
              </a:ext>
            </a:extLst>
          </p:cNvPr>
          <p:cNvSpPr txBox="1">
            <a:spLocks noChangeArrowheads="1"/>
          </p:cNvSpPr>
          <p:nvPr/>
        </p:nvSpPr>
        <p:spPr bwMode="auto">
          <a:xfrm>
            <a:off x="2511425" y="4435475"/>
            <a:ext cx="11572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CC0000"/>
                </a:solidFill>
                <a:latin typeface="Times New Roman" panose="02020603050405020304" pitchFamily="18" charset="0"/>
                <a:ea typeface="宋体" panose="02010600030101010101" pitchFamily="2" charset="-122"/>
              </a:rPr>
              <a:t>Ve = 6</a:t>
            </a:r>
          </a:p>
        </p:txBody>
      </p:sp>
      <p:sp>
        <p:nvSpPr>
          <p:cNvPr id="135180" name="Text Box 13">
            <a:extLst>
              <a:ext uri="{FF2B5EF4-FFF2-40B4-BE49-F238E27FC236}">
                <a16:creationId xmlns:a16="http://schemas.microsoft.com/office/drawing/2014/main" id="{FB96853D-E0E7-0B19-3A8A-7E3E0971E79D}"/>
              </a:ext>
            </a:extLst>
          </p:cNvPr>
          <p:cNvSpPr txBox="1">
            <a:spLocks noChangeArrowheads="1"/>
          </p:cNvSpPr>
          <p:nvPr/>
        </p:nvSpPr>
        <p:spPr bwMode="auto">
          <a:xfrm>
            <a:off x="2320925" y="5057775"/>
            <a:ext cx="13350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CC0000"/>
                </a:solidFill>
                <a:latin typeface="Times New Roman" panose="02020603050405020304" pitchFamily="18" charset="0"/>
                <a:ea typeface="宋体" panose="02010600030101010101" pitchFamily="2" charset="-122"/>
              </a:rPr>
              <a:t>Ve = 12</a:t>
            </a:r>
          </a:p>
        </p:txBody>
      </p:sp>
      <p:sp>
        <p:nvSpPr>
          <p:cNvPr id="135181" name="Text Box 14">
            <a:extLst>
              <a:ext uri="{FF2B5EF4-FFF2-40B4-BE49-F238E27FC236}">
                <a16:creationId xmlns:a16="http://schemas.microsoft.com/office/drawing/2014/main" id="{8FE6B788-D0DC-1FCF-B839-24471762862C}"/>
              </a:ext>
            </a:extLst>
          </p:cNvPr>
          <p:cNvSpPr txBox="1">
            <a:spLocks noChangeArrowheads="1"/>
          </p:cNvSpPr>
          <p:nvPr/>
        </p:nvSpPr>
        <p:spPr bwMode="auto">
          <a:xfrm>
            <a:off x="2409825" y="5743575"/>
            <a:ext cx="11572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CC0000"/>
                </a:solidFill>
                <a:latin typeface="Times New Roman" panose="02020603050405020304" pitchFamily="18" charset="0"/>
                <a:ea typeface="宋体" panose="02010600030101010101" pitchFamily="2" charset="-122"/>
              </a:rPr>
              <a:t>Ve = 9</a:t>
            </a:r>
          </a:p>
        </p:txBody>
      </p:sp>
      <p:sp>
        <p:nvSpPr>
          <p:cNvPr id="135182" name="Text Box 15">
            <a:extLst>
              <a:ext uri="{FF2B5EF4-FFF2-40B4-BE49-F238E27FC236}">
                <a16:creationId xmlns:a16="http://schemas.microsoft.com/office/drawing/2014/main" id="{2F16594A-CA6D-1EC4-1E80-05D71BE47FB1}"/>
              </a:ext>
            </a:extLst>
          </p:cNvPr>
          <p:cNvSpPr txBox="1">
            <a:spLocks noChangeArrowheads="1"/>
          </p:cNvSpPr>
          <p:nvPr/>
        </p:nvSpPr>
        <p:spPr bwMode="auto">
          <a:xfrm>
            <a:off x="4314825" y="444817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3333CC"/>
                </a:solidFill>
                <a:latin typeface="Times New Roman" panose="02020603050405020304" pitchFamily="18" charset="0"/>
                <a:ea typeface="宋体" panose="02010600030101010101" pitchFamily="2" charset="-122"/>
              </a:rPr>
              <a:t>5</a:t>
            </a:r>
          </a:p>
        </p:txBody>
      </p:sp>
      <p:sp>
        <p:nvSpPr>
          <p:cNvPr id="135183" name="Text Box 16">
            <a:extLst>
              <a:ext uri="{FF2B5EF4-FFF2-40B4-BE49-F238E27FC236}">
                <a16:creationId xmlns:a16="http://schemas.microsoft.com/office/drawing/2014/main" id="{78C04E5D-76B6-CB73-131B-F29D7860BE0A}"/>
              </a:ext>
            </a:extLst>
          </p:cNvPr>
          <p:cNvSpPr txBox="1">
            <a:spLocks noChangeArrowheads="1"/>
          </p:cNvSpPr>
          <p:nvPr/>
        </p:nvSpPr>
        <p:spPr bwMode="auto">
          <a:xfrm>
            <a:off x="4048125" y="485457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3333CC"/>
                </a:solidFill>
                <a:latin typeface="Times New Roman" panose="02020603050405020304" pitchFamily="18" charset="0"/>
                <a:ea typeface="宋体" panose="02010600030101010101" pitchFamily="2" charset="-122"/>
              </a:rPr>
              <a:t>2</a:t>
            </a:r>
          </a:p>
        </p:txBody>
      </p:sp>
      <p:sp>
        <p:nvSpPr>
          <p:cNvPr id="135184" name="Text Box 17">
            <a:extLst>
              <a:ext uri="{FF2B5EF4-FFF2-40B4-BE49-F238E27FC236}">
                <a16:creationId xmlns:a16="http://schemas.microsoft.com/office/drawing/2014/main" id="{C5953076-4613-1CFE-4BDE-BAAF10B43B54}"/>
              </a:ext>
            </a:extLst>
          </p:cNvPr>
          <p:cNvSpPr txBox="1">
            <a:spLocks noChangeArrowheads="1"/>
          </p:cNvSpPr>
          <p:nvPr/>
        </p:nvSpPr>
        <p:spPr bwMode="auto">
          <a:xfrm>
            <a:off x="4505325" y="550227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3333CC"/>
                </a:solidFill>
                <a:latin typeface="Times New Roman" panose="02020603050405020304" pitchFamily="18" charset="0"/>
                <a:ea typeface="宋体" panose="02010600030101010101" pitchFamily="2" charset="-122"/>
              </a:rPr>
              <a:t>4</a:t>
            </a:r>
          </a:p>
        </p:txBody>
      </p:sp>
      <p:sp>
        <p:nvSpPr>
          <p:cNvPr id="135185" name="Text Box 18">
            <a:extLst>
              <a:ext uri="{FF2B5EF4-FFF2-40B4-BE49-F238E27FC236}">
                <a16:creationId xmlns:a16="http://schemas.microsoft.com/office/drawing/2014/main" id="{5A1C8A74-7FF5-5C03-10E3-71BC663C6D18}"/>
              </a:ext>
            </a:extLst>
          </p:cNvPr>
          <p:cNvSpPr txBox="1">
            <a:spLocks noChangeArrowheads="1"/>
          </p:cNvSpPr>
          <p:nvPr/>
        </p:nvSpPr>
        <p:spPr bwMode="auto">
          <a:xfrm>
            <a:off x="5445125" y="4918075"/>
            <a:ext cx="27574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CC0000"/>
                </a:solidFill>
                <a:latin typeface="Times New Roman" panose="02020603050405020304" pitchFamily="18" charset="0"/>
                <a:ea typeface="宋体" panose="02010600030101010101" pitchFamily="2" charset="-122"/>
              </a:rPr>
              <a:t>Ve = 11? 14? 13?</a:t>
            </a:r>
          </a:p>
        </p:txBody>
      </p:sp>
      <p:sp>
        <p:nvSpPr>
          <p:cNvPr id="135186" name="Text Box 19">
            <a:extLst>
              <a:ext uri="{FF2B5EF4-FFF2-40B4-BE49-F238E27FC236}">
                <a16:creationId xmlns:a16="http://schemas.microsoft.com/office/drawing/2014/main" id="{BC45B945-0377-3EF6-26E1-3796D9D27F40}"/>
              </a:ext>
            </a:extLst>
          </p:cNvPr>
          <p:cNvSpPr txBox="1">
            <a:spLocks noChangeArrowheads="1"/>
          </p:cNvSpPr>
          <p:nvPr/>
        </p:nvSpPr>
        <p:spPr bwMode="auto">
          <a:xfrm>
            <a:off x="6956425" y="5368925"/>
            <a:ext cx="3794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35187" name="Line 20">
            <a:extLst>
              <a:ext uri="{FF2B5EF4-FFF2-40B4-BE49-F238E27FC236}">
                <a16:creationId xmlns:a16="http://schemas.microsoft.com/office/drawing/2014/main" id="{52D3AC40-DECA-49CA-A415-229845782E60}"/>
              </a:ext>
            </a:extLst>
          </p:cNvPr>
          <p:cNvSpPr>
            <a:spLocks noChangeShapeType="1"/>
          </p:cNvSpPr>
          <p:nvPr/>
        </p:nvSpPr>
        <p:spPr bwMode="auto">
          <a:xfrm>
            <a:off x="4559300" y="6286500"/>
            <a:ext cx="1955800" cy="0"/>
          </a:xfrm>
          <a:prstGeom prst="line">
            <a:avLst/>
          </a:prstGeom>
          <a:noFill/>
          <a:ln w="38100" cmpd="dbl">
            <a:solidFill>
              <a:srgbClr val="FF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35188" name="Text Box 21">
            <a:extLst>
              <a:ext uri="{FF2B5EF4-FFF2-40B4-BE49-F238E27FC236}">
                <a16:creationId xmlns:a16="http://schemas.microsoft.com/office/drawing/2014/main" id="{8C96A50E-DF35-42A8-DB3F-EE8CE55F4E7B}"/>
              </a:ext>
            </a:extLst>
          </p:cNvPr>
          <p:cNvSpPr txBox="1">
            <a:spLocks noChangeArrowheads="1"/>
          </p:cNvSpPr>
          <p:nvPr/>
        </p:nvSpPr>
        <p:spPr bwMode="auto">
          <a:xfrm>
            <a:off x="3692525" y="5988050"/>
            <a:ext cx="895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zh-CN" altLang="en-US" sz="2800">
                <a:solidFill>
                  <a:schemeClr val="tx2"/>
                </a:solidFill>
                <a:latin typeface="Times New Roman" panose="02020603050405020304" pitchFamily="18" charset="0"/>
                <a:ea typeface="隶书" panose="02010509060101010101" pitchFamily="49" charset="-122"/>
                <a:sym typeface="Symbol" panose="05050102010706020507" pitchFamily="18" charset="2"/>
              </a:rPr>
              <a:t>已知</a:t>
            </a:r>
          </a:p>
        </p:txBody>
      </p:sp>
      <p:sp>
        <p:nvSpPr>
          <p:cNvPr id="135189" name="Text Box 22">
            <a:extLst>
              <a:ext uri="{FF2B5EF4-FFF2-40B4-BE49-F238E27FC236}">
                <a16:creationId xmlns:a16="http://schemas.microsoft.com/office/drawing/2014/main" id="{8C133ADB-541D-A559-6CC0-BC769E7230CE}"/>
              </a:ext>
            </a:extLst>
          </p:cNvPr>
          <p:cNvSpPr txBox="1">
            <a:spLocks noChangeArrowheads="1"/>
          </p:cNvSpPr>
          <p:nvPr/>
        </p:nvSpPr>
        <p:spPr bwMode="auto">
          <a:xfrm>
            <a:off x="6511925" y="5988050"/>
            <a:ext cx="895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zh-CN" altLang="en-US" sz="2800">
                <a:solidFill>
                  <a:schemeClr val="tx2"/>
                </a:solidFill>
                <a:latin typeface="Times New Roman" panose="02020603050405020304" pitchFamily="18" charset="0"/>
                <a:ea typeface="隶书" panose="02010509060101010101" pitchFamily="49" charset="-122"/>
                <a:sym typeface="Symbol" panose="05050102010706020507" pitchFamily="18" charset="2"/>
              </a:rPr>
              <a:t>求解</a:t>
            </a:r>
          </a:p>
        </p:txBody>
      </p:sp>
      <p:sp>
        <p:nvSpPr>
          <p:cNvPr id="2" name="灯片编号占位符 1">
            <a:extLst>
              <a:ext uri="{FF2B5EF4-FFF2-40B4-BE49-F238E27FC236}">
                <a16:creationId xmlns:a16="http://schemas.microsoft.com/office/drawing/2014/main" id="{23DDCDF2-5591-E906-FA8C-6A2CC838C791}"/>
              </a:ext>
            </a:extLst>
          </p:cNvPr>
          <p:cNvSpPr>
            <a:spLocks noGrp="1"/>
          </p:cNvSpPr>
          <p:nvPr>
            <p:ph type="sldNum" sz="quarter" idx="12"/>
          </p:nvPr>
        </p:nvSpPr>
        <p:spPr/>
        <p:txBody>
          <a:bodyPr/>
          <a:lstStyle/>
          <a:p>
            <a:pPr>
              <a:defRPr/>
            </a:pPr>
            <a:fld id="{2E0F9FB0-350A-4A87-9CD5-1F022F266B97}" type="slidenum">
              <a:rPr lang="en-US" altLang="zh-CN" smtClean="0"/>
              <a:pPr>
                <a:defRPr/>
              </a:pPr>
              <a:t>116</a:t>
            </a:fld>
            <a:endParaRPr lang="en-US" altLang="zh-CN"/>
          </a:p>
        </p:txBody>
      </p:sp>
    </p:spTree>
  </p:cSld>
  <p:clrMapOvr>
    <a:masterClrMapping/>
  </p:clrMapOvr>
  <p:transition>
    <p:zoom/>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a:extLst>
              <a:ext uri="{FF2B5EF4-FFF2-40B4-BE49-F238E27FC236}">
                <a16:creationId xmlns:a16="http://schemas.microsoft.com/office/drawing/2014/main" id="{F42BA4DC-7594-D102-70E6-610E024FA4CC}"/>
              </a:ext>
            </a:extLst>
          </p:cNvPr>
          <p:cNvSpPr>
            <a:spLocks noGrp="1" noChangeArrowheads="1"/>
          </p:cNvSpPr>
          <p:nvPr>
            <p:ph type="body" idx="1"/>
          </p:nvPr>
        </p:nvSpPr>
        <p:spPr>
          <a:xfrm>
            <a:off x="628650" y="476672"/>
            <a:ext cx="7886700" cy="5700291"/>
          </a:xfrm>
        </p:spPr>
        <p:txBody>
          <a:bodyPr>
            <a:normAutofit fontScale="62500" lnSpcReduction="20000"/>
          </a:bodyPr>
          <a:lstStyle/>
          <a:p>
            <a:r>
              <a:rPr lang="zh-CN" altLang="en-US" dirty="0"/>
              <a:t>从</a:t>
            </a:r>
            <a:r>
              <a:rPr lang="en-US" altLang="zh-CN" dirty="0" err="1"/>
              <a:t>Vl</a:t>
            </a:r>
            <a:r>
              <a:rPr lang="en-US" altLang="zh-CN" dirty="0"/>
              <a:t>[n-1] = </a:t>
            </a:r>
            <a:r>
              <a:rPr lang="en-US" altLang="zh-CN" dirty="0" err="1"/>
              <a:t>Ve</a:t>
            </a:r>
            <a:r>
              <a:rPr lang="en-US" altLang="zh-CN" dirty="0"/>
              <a:t>[n-1]</a:t>
            </a:r>
            <a:r>
              <a:rPr lang="zh-CN" altLang="en-US" dirty="0"/>
              <a:t>开始，反向递推</a:t>
            </a:r>
          </a:p>
          <a:p>
            <a:pPr lvl="1"/>
            <a:endParaRPr lang="zh-CN" altLang="en-US" dirty="0"/>
          </a:p>
          <a:p>
            <a:pPr lvl="1"/>
            <a:endParaRPr lang="en-US" altLang="zh-CN" dirty="0"/>
          </a:p>
          <a:p>
            <a:pPr lvl="1">
              <a:lnSpc>
                <a:spcPct val="120000"/>
              </a:lnSpc>
            </a:pPr>
            <a:endParaRPr lang="en-US" altLang="zh-CN" dirty="0"/>
          </a:p>
          <a:p>
            <a:pPr lvl="1">
              <a:lnSpc>
                <a:spcPct val="120000"/>
              </a:lnSpc>
            </a:pPr>
            <a:r>
              <a:rPr lang="en-US" altLang="zh-CN" dirty="0"/>
              <a:t>&lt; </a:t>
            </a:r>
            <a:r>
              <a:rPr lang="en-US" altLang="zh-CN" dirty="0" err="1"/>
              <a:t>V</a:t>
            </a:r>
            <a:r>
              <a:rPr lang="en-US" altLang="zh-CN" baseline="-25000" dirty="0" err="1"/>
              <a:t>j</a:t>
            </a:r>
            <a:r>
              <a:rPr lang="en-US" altLang="zh-CN" dirty="0"/>
              <a:t>, </a:t>
            </a:r>
            <a:r>
              <a:rPr lang="en-US" altLang="zh-CN" dirty="0" err="1"/>
              <a:t>V</a:t>
            </a:r>
            <a:r>
              <a:rPr lang="en-US" altLang="zh-CN" baseline="-25000" dirty="0" err="1"/>
              <a:t>k</a:t>
            </a:r>
            <a:r>
              <a:rPr lang="en-US" altLang="zh-CN" dirty="0"/>
              <a:t> &gt; </a:t>
            </a:r>
            <a:r>
              <a:rPr lang="en-US" altLang="zh-CN" dirty="0">
                <a:sym typeface="Symbol" pitchFamily="18" charset="2"/>
              </a:rPr>
              <a:t> S</a:t>
            </a:r>
            <a:r>
              <a:rPr lang="en-US" altLang="zh-CN" baseline="-25000" dirty="0">
                <a:sym typeface="Symbol" pitchFamily="18" charset="2"/>
              </a:rPr>
              <a:t>1</a:t>
            </a:r>
            <a:r>
              <a:rPr lang="en-US" altLang="zh-CN" dirty="0">
                <a:sym typeface="Symbol" pitchFamily="18" charset="2"/>
              </a:rPr>
              <a:t>, j = n-2, n-3, , 0</a:t>
            </a:r>
            <a:endParaRPr lang="en-US" altLang="zh-CN" dirty="0"/>
          </a:p>
          <a:p>
            <a:pPr lvl="1">
              <a:lnSpc>
                <a:spcPct val="120000"/>
              </a:lnSpc>
            </a:pPr>
            <a:r>
              <a:rPr lang="en-US" altLang="zh-CN" dirty="0"/>
              <a:t>S</a:t>
            </a:r>
            <a:r>
              <a:rPr lang="en-US" altLang="zh-CN" baseline="-25000" dirty="0"/>
              <a:t>1</a:t>
            </a:r>
            <a:r>
              <a:rPr lang="zh-CN" altLang="en-US" dirty="0"/>
              <a:t>是所有源自</a:t>
            </a:r>
            <a:r>
              <a:rPr lang="en-US" altLang="zh-CN" dirty="0" err="1"/>
              <a:t>V</a:t>
            </a:r>
            <a:r>
              <a:rPr lang="en-US" altLang="zh-CN" baseline="-25000" dirty="0" err="1"/>
              <a:t>j</a:t>
            </a:r>
            <a:r>
              <a:rPr lang="en-US" altLang="zh-CN" dirty="0"/>
              <a:t> </a:t>
            </a:r>
            <a:r>
              <a:rPr lang="zh-CN" altLang="en-US" dirty="0"/>
              <a:t>的有向边</a:t>
            </a:r>
            <a:r>
              <a:rPr lang="en-US" altLang="zh-CN" dirty="0"/>
              <a:t>&lt; </a:t>
            </a:r>
            <a:r>
              <a:rPr lang="en-US" altLang="zh-CN" dirty="0" err="1"/>
              <a:t>V</a:t>
            </a:r>
            <a:r>
              <a:rPr lang="en-US" altLang="zh-CN" baseline="-25000" dirty="0" err="1"/>
              <a:t>j</a:t>
            </a:r>
            <a:r>
              <a:rPr lang="en-US" altLang="zh-CN" dirty="0"/>
              <a:t> , </a:t>
            </a:r>
            <a:r>
              <a:rPr lang="en-US" altLang="zh-CN" dirty="0" err="1"/>
              <a:t>V</a:t>
            </a:r>
            <a:r>
              <a:rPr lang="en-US" altLang="zh-CN" baseline="-25000" dirty="0" err="1"/>
              <a:t>k</a:t>
            </a:r>
            <a:r>
              <a:rPr lang="en-US" altLang="zh-CN" dirty="0"/>
              <a:t>&gt;</a:t>
            </a:r>
            <a:r>
              <a:rPr lang="zh-CN" altLang="en-US" dirty="0"/>
              <a:t>的集合。</a:t>
            </a:r>
          </a:p>
          <a:p>
            <a:pPr lvl="1"/>
            <a:endParaRPr lang="zh-CN" altLang="en-US" dirty="0"/>
          </a:p>
          <a:p>
            <a:pPr lvl="1"/>
            <a:endParaRPr lang="zh-CN" altLang="en-US" dirty="0"/>
          </a:p>
          <a:p>
            <a:pPr lvl="1"/>
            <a:endParaRPr lang="zh-CN" altLang="en-US" dirty="0"/>
          </a:p>
          <a:p>
            <a:pPr lvl="1"/>
            <a:endParaRPr lang="zh-CN" altLang="en-US" dirty="0"/>
          </a:p>
          <a:p>
            <a:endParaRPr lang="en-US" altLang="zh-CN" dirty="0"/>
          </a:p>
          <a:p>
            <a:endParaRPr lang="en-US" altLang="zh-CN" dirty="0"/>
          </a:p>
          <a:p>
            <a:pPr>
              <a:lnSpc>
                <a:spcPct val="120000"/>
              </a:lnSpc>
            </a:pPr>
            <a:endParaRPr lang="en-US" altLang="zh-CN" dirty="0"/>
          </a:p>
          <a:p>
            <a:pPr>
              <a:lnSpc>
                <a:spcPct val="120000"/>
              </a:lnSpc>
            </a:pPr>
            <a:endParaRPr lang="en-US" altLang="zh-CN" dirty="0"/>
          </a:p>
          <a:p>
            <a:pPr>
              <a:lnSpc>
                <a:spcPct val="120000"/>
              </a:lnSpc>
            </a:pPr>
            <a:r>
              <a:rPr lang="zh-CN" altLang="en-US" dirty="0"/>
              <a:t>这两个递推公式的计算必须在拓扑有序前提下进行。</a:t>
            </a:r>
            <a:endParaRPr lang="en-US" altLang="zh-CN" dirty="0"/>
          </a:p>
          <a:p>
            <a:pPr lvl="1">
              <a:lnSpc>
                <a:spcPct val="120000"/>
              </a:lnSpc>
            </a:pPr>
            <a:r>
              <a:rPr lang="zh-CN" altLang="en-US" dirty="0"/>
              <a:t>为了简化算法，假定在求关键路径之前已经对各顶点实现了拓扑排序，并按拓扑排序的顺序对各顶点重新进行了编号。</a:t>
            </a:r>
          </a:p>
          <a:p>
            <a:endParaRPr lang="zh-CN" altLang="en-US" dirty="0"/>
          </a:p>
        </p:txBody>
      </p:sp>
      <p:graphicFrame>
        <p:nvGraphicFramePr>
          <p:cNvPr id="136195" name="Object 4">
            <a:extLst>
              <a:ext uri="{FF2B5EF4-FFF2-40B4-BE49-F238E27FC236}">
                <a16:creationId xmlns:a16="http://schemas.microsoft.com/office/drawing/2014/main" id="{32721CA9-4550-BB44-FF8D-6AB6DE1660EB}"/>
              </a:ext>
            </a:extLst>
          </p:cNvPr>
          <p:cNvGraphicFramePr>
            <a:graphicFrameLocks noChangeAspect="1"/>
          </p:cNvGraphicFramePr>
          <p:nvPr>
            <p:extLst>
              <p:ext uri="{D42A27DB-BD31-4B8C-83A1-F6EECF244321}">
                <p14:modId xmlns:p14="http://schemas.microsoft.com/office/powerpoint/2010/main" val="3601541454"/>
              </p:ext>
            </p:extLst>
          </p:nvPr>
        </p:nvGraphicFramePr>
        <p:xfrm>
          <a:off x="1054893" y="843173"/>
          <a:ext cx="7281863" cy="795338"/>
        </p:xfrm>
        <a:graphic>
          <a:graphicData uri="http://schemas.openxmlformats.org/presentationml/2006/ole">
            <mc:AlternateContent xmlns:mc="http://schemas.openxmlformats.org/markup-compatibility/2006">
              <mc:Choice xmlns:v="urn:schemas-microsoft-com:vml" Requires="v">
                <p:oleObj name="Equation" r:id="rId2" imgW="2362200" imgH="279400" progId="Equation.3">
                  <p:embed/>
                </p:oleObj>
              </mc:Choice>
              <mc:Fallback>
                <p:oleObj name="Equation" r:id="rId2" imgW="2362200" imgH="2794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4893" y="843173"/>
                        <a:ext cx="7281863" cy="795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36196" name="Group 23">
            <a:extLst>
              <a:ext uri="{FF2B5EF4-FFF2-40B4-BE49-F238E27FC236}">
                <a16:creationId xmlns:a16="http://schemas.microsoft.com/office/drawing/2014/main" id="{4D4B0EFA-7238-2F02-FBD0-FD2F803FEF6C}"/>
              </a:ext>
            </a:extLst>
          </p:cNvPr>
          <p:cNvGrpSpPr>
            <a:grpSpLocks/>
          </p:cNvGrpSpPr>
          <p:nvPr/>
        </p:nvGrpSpPr>
        <p:grpSpPr bwMode="auto">
          <a:xfrm>
            <a:off x="1619672" y="2420888"/>
            <a:ext cx="5645150" cy="2262188"/>
            <a:chOff x="206" y="1810"/>
            <a:chExt cx="3556" cy="1425"/>
          </a:xfrm>
        </p:grpSpPr>
        <p:sp>
          <p:nvSpPr>
            <p:cNvPr id="136197" name="Oval 5">
              <a:extLst>
                <a:ext uri="{FF2B5EF4-FFF2-40B4-BE49-F238E27FC236}">
                  <a16:creationId xmlns:a16="http://schemas.microsoft.com/office/drawing/2014/main" id="{A1BD0E77-C9B9-5818-E37D-519A15F6737E}"/>
                </a:ext>
              </a:extLst>
            </p:cNvPr>
            <p:cNvSpPr>
              <a:spLocks noChangeArrowheads="1"/>
            </p:cNvSpPr>
            <p:nvPr/>
          </p:nvSpPr>
          <p:spPr bwMode="auto">
            <a:xfrm>
              <a:off x="1768" y="2312"/>
              <a:ext cx="136" cy="136"/>
            </a:xfrm>
            <a:prstGeom prst="ellipse">
              <a:avLst/>
            </a:prstGeom>
            <a:gradFill rotWithShape="0">
              <a:gsLst>
                <a:gs pos="0">
                  <a:srgbClr val="CC0000"/>
                </a:gs>
                <a:gs pos="100000">
                  <a:srgbClr val="5E0000"/>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136198" name="Line 6">
              <a:extLst>
                <a:ext uri="{FF2B5EF4-FFF2-40B4-BE49-F238E27FC236}">
                  <a16:creationId xmlns:a16="http://schemas.microsoft.com/office/drawing/2014/main" id="{55C227FD-097A-6247-4251-C03513E668A9}"/>
                </a:ext>
              </a:extLst>
            </p:cNvPr>
            <p:cNvSpPr>
              <a:spLocks noChangeShapeType="1"/>
            </p:cNvSpPr>
            <p:nvPr/>
          </p:nvSpPr>
          <p:spPr bwMode="auto">
            <a:xfrm flipV="1">
              <a:off x="1880" y="2008"/>
              <a:ext cx="848" cy="336"/>
            </a:xfrm>
            <a:prstGeom prst="line">
              <a:avLst/>
            </a:prstGeom>
            <a:noFill/>
            <a:ln w="2540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36199" name="Line 7">
              <a:extLst>
                <a:ext uri="{FF2B5EF4-FFF2-40B4-BE49-F238E27FC236}">
                  <a16:creationId xmlns:a16="http://schemas.microsoft.com/office/drawing/2014/main" id="{B6C72949-463B-E4A6-03C8-4949E86EA0B4}"/>
                </a:ext>
              </a:extLst>
            </p:cNvPr>
            <p:cNvSpPr>
              <a:spLocks noChangeShapeType="1"/>
            </p:cNvSpPr>
            <p:nvPr/>
          </p:nvSpPr>
          <p:spPr bwMode="auto">
            <a:xfrm flipV="1">
              <a:off x="1896" y="2376"/>
              <a:ext cx="888" cy="8"/>
            </a:xfrm>
            <a:prstGeom prst="line">
              <a:avLst/>
            </a:prstGeom>
            <a:noFill/>
            <a:ln w="2540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36200" name="Line 8">
              <a:extLst>
                <a:ext uri="{FF2B5EF4-FFF2-40B4-BE49-F238E27FC236}">
                  <a16:creationId xmlns:a16="http://schemas.microsoft.com/office/drawing/2014/main" id="{7C8C58DF-8989-E602-3B0D-56FEA6318560}"/>
                </a:ext>
              </a:extLst>
            </p:cNvPr>
            <p:cNvSpPr>
              <a:spLocks noChangeShapeType="1"/>
            </p:cNvSpPr>
            <p:nvPr/>
          </p:nvSpPr>
          <p:spPr bwMode="auto">
            <a:xfrm>
              <a:off x="1880" y="2424"/>
              <a:ext cx="872" cy="288"/>
            </a:xfrm>
            <a:prstGeom prst="line">
              <a:avLst/>
            </a:prstGeom>
            <a:noFill/>
            <a:ln w="2540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36201" name="Oval 9">
              <a:extLst>
                <a:ext uri="{FF2B5EF4-FFF2-40B4-BE49-F238E27FC236}">
                  <a16:creationId xmlns:a16="http://schemas.microsoft.com/office/drawing/2014/main" id="{8B96B3D6-59C4-A187-937D-2207527A949C}"/>
                </a:ext>
              </a:extLst>
            </p:cNvPr>
            <p:cNvSpPr>
              <a:spLocks noChangeArrowheads="1"/>
            </p:cNvSpPr>
            <p:nvPr/>
          </p:nvSpPr>
          <p:spPr bwMode="auto">
            <a:xfrm>
              <a:off x="2720" y="1928"/>
              <a:ext cx="136" cy="136"/>
            </a:xfrm>
            <a:prstGeom prst="ellipse">
              <a:avLst/>
            </a:prstGeom>
            <a:gradFill rotWithShape="0">
              <a:gsLst>
                <a:gs pos="0">
                  <a:srgbClr val="339966"/>
                </a:gs>
                <a:gs pos="100000">
                  <a:srgbClr val="18472F"/>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136202" name="Oval 10">
              <a:extLst>
                <a:ext uri="{FF2B5EF4-FFF2-40B4-BE49-F238E27FC236}">
                  <a16:creationId xmlns:a16="http://schemas.microsoft.com/office/drawing/2014/main" id="{F2B112E4-1EAE-A3E2-F196-BECBA2FFE96E}"/>
                </a:ext>
              </a:extLst>
            </p:cNvPr>
            <p:cNvSpPr>
              <a:spLocks noChangeArrowheads="1"/>
            </p:cNvSpPr>
            <p:nvPr/>
          </p:nvSpPr>
          <p:spPr bwMode="auto">
            <a:xfrm>
              <a:off x="2792" y="2320"/>
              <a:ext cx="136" cy="136"/>
            </a:xfrm>
            <a:prstGeom prst="ellipse">
              <a:avLst/>
            </a:prstGeom>
            <a:gradFill rotWithShape="0">
              <a:gsLst>
                <a:gs pos="0">
                  <a:srgbClr val="339966"/>
                </a:gs>
                <a:gs pos="100000">
                  <a:srgbClr val="18472F"/>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136203" name="Oval 11">
              <a:extLst>
                <a:ext uri="{FF2B5EF4-FFF2-40B4-BE49-F238E27FC236}">
                  <a16:creationId xmlns:a16="http://schemas.microsoft.com/office/drawing/2014/main" id="{6CD74ED1-70E3-0D31-9700-41FE92966E96}"/>
                </a:ext>
              </a:extLst>
            </p:cNvPr>
            <p:cNvSpPr>
              <a:spLocks noChangeArrowheads="1"/>
            </p:cNvSpPr>
            <p:nvPr/>
          </p:nvSpPr>
          <p:spPr bwMode="auto">
            <a:xfrm>
              <a:off x="2744" y="2664"/>
              <a:ext cx="136" cy="136"/>
            </a:xfrm>
            <a:prstGeom prst="ellipse">
              <a:avLst/>
            </a:prstGeom>
            <a:gradFill rotWithShape="0">
              <a:gsLst>
                <a:gs pos="0">
                  <a:srgbClr val="339966"/>
                </a:gs>
                <a:gs pos="100000">
                  <a:srgbClr val="18472F"/>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136204" name="Line 12">
              <a:extLst>
                <a:ext uri="{FF2B5EF4-FFF2-40B4-BE49-F238E27FC236}">
                  <a16:creationId xmlns:a16="http://schemas.microsoft.com/office/drawing/2014/main" id="{023177C8-32EE-6122-C71C-EFFC1A0C8228}"/>
                </a:ext>
              </a:extLst>
            </p:cNvPr>
            <p:cNvSpPr>
              <a:spLocks noChangeShapeType="1"/>
            </p:cNvSpPr>
            <p:nvPr/>
          </p:nvSpPr>
          <p:spPr bwMode="auto">
            <a:xfrm flipH="1">
              <a:off x="1808" y="3072"/>
              <a:ext cx="1096" cy="0"/>
            </a:xfrm>
            <a:prstGeom prst="line">
              <a:avLst/>
            </a:prstGeom>
            <a:noFill/>
            <a:ln w="38100" cmpd="dbl">
              <a:solidFill>
                <a:srgbClr val="FF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36205" name="Text Box 13">
              <a:extLst>
                <a:ext uri="{FF2B5EF4-FFF2-40B4-BE49-F238E27FC236}">
                  <a16:creationId xmlns:a16="http://schemas.microsoft.com/office/drawing/2014/main" id="{10ECBA47-E3DB-B349-5756-07F8887209F5}"/>
                </a:ext>
              </a:extLst>
            </p:cNvPr>
            <p:cNvSpPr txBox="1">
              <a:spLocks noChangeArrowheads="1"/>
            </p:cNvSpPr>
            <p:nvPr/>
          </p:nvSpPr>
          <p:spPr bwMode="auto">
            <a:xfrm>
              <a:off x="2126" y="1898"/>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6</a:t>
              </a:r>
            </a:p>
          </p:txBody>
        </p:sp>
        <p:sp>
          <p:nvSpPr>
            <p:cNvPr id="136206" name="Text Box 14">
              <a:extLst>
                <a:ext uri="{FF2B5EF4-FFF2-40B4-BE49-F238E27FC236}">
                  <a16:creationId xmlns:a16="http://schemas.microsoft.com/office/drawing/2014/main" id="{6C487888-7D01-46CF-FC36-CC855F0CBF90}"/>
                </a:ext>
              </a:extLst>
            </p:cNvPr>
            <p:cNvSpPr txBox="1">
              <a:spLocks noChangeArrowheads="1"/>
            </p:cNvSpPr>
            <p:nvPr/>
          </p:nvSpPr>
          <p:spPr bwMode="auto">
            <a:xfrm>
              <a:off x="2398" y="2106"/>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7</a:t>
              </a:r>
            </a:p>
          </p:txBody>
        </p:sp>
        <p:sp>
          <p:nvSpPr>
            <p:cNvPr id="136207" name="Text Box 15">
              <a:extLst>
                <a:ext uri="{FF2B5EF4-FFF2-40B4-BE49-F238E27FC236}">
                  <a16:creationId xmlns:a16="http://schemas.microsoft.com/office/drawing/2014/main" id="{3C82B176-01C5-3B16-E6A6-67E8D0B45145}"/>
                </a:ext>
              </a:extLst>
            </p:cNvPr>
            <p:cNvSpPr txBox="1">
              <a:spLocks noChangeArrowheads="1"/>
            </p:cNvSpPr>
            <p:nvPr/>
          </p:nvSpPr>
          <p:spPr bwMode="auto">
            <a:xfrm>
              <a:off x="2046" y="2498"/>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5</a:t>
              </a:r>
            </a:p>
          </p:txBody>
        </p:sp>
        <p:sp>
          <p:nvSpPr>
            <p:cNvPr id="136208" name="Text Box 16">
              <a:extLst>
                <a:ext uri="{FF2B5EF4-FFF2-40B4-BE49-F238E27FC236}">
                  <a16:creationId xmlns:a16="http://schemas.microsoft.com/office/drawing/2014/main" id="{F204CA4A-5B99-733D-7B31-E24F8E91B73B}"/>
                </a:ext>
              </a:extLst>
            </p:cNvPr>
            <p:cNvSpPr txBox="1">
              <a:spLocks noChangeArrowheads="1"/>
            </p:cNvSpPr>
            <p:nvPr/>
          </p:nvSpPr>
          <p:spPr bwMode="auto">
            <a:xfrm>
              <a:off x="2878" y="1810"/>
              <a:ext cx="85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i="1">
                  <a:solidFill>
                    <a:srgbClr val="0000CC"/>
                  </a:solidFill>
                  <a:latin typeface="Times New Roman" panose="02020603050405020304" pitchFamily="18" charset="0"/>
                  <a:ea typeface="宋体" panose="02010600030101010101" pitchFamily="2" charset="-122"/>
                </a:rPr>
                <a:t>Vl </a:t>
              </a:r>
              <a:r>
                <a:rPr kumimoji="1" lang="en-US" altLang="zh-CN" sz="2800" b="1">
                  <a:solidFill>
                    <a:srgbClr val="0000CC"/>
                  </a:solidFill>
                  <a:latin typeface="Times New Roman" panose="02020603050405020304" pitchFamily="18" charset="0"/>
                  <a:ea typeface="宋体" panose="02010600030101010101" pitchFamily="2" charset="-122"/>
                </a:rPr>
                <a:t>= 19</a:t>
              </a:r>
            </a:p>
          </p:txBody>
        </p:sp>
        <p:sp>
          <p:nvSpPr>
            <p:cNvPr id="136209" name="Text Box 17">
              <a:extLst>
                <a:ext uri="{FF2B5EF4-FFF2-40B4-BE49-F238E27FC236}">
                  <a16:creationId xmlns:a16="http://schemas.microsoft.com/office/drawing/2014/main" id="{4B0A853C-F1D2-218B-19C5-928549A58429}"/>
                </a:ext>
              </a:extLst>
            </p:cNvPr>
            <p:cNvSpPr txBox="1">
              <a:spLocks noChangeArrowheads="1"/>
            </p:cNvSpPr>
            <p:nvPr/>
          </p:nvSpPr>
          <p:spPr bwMode="auto">
            <a:xfrm>
              <a:off x="2910" y="2218"/>
              <a:ext cx="85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i="1">
                  <a:solidFill>
                    <a:srgbClr val="0000CC"/>
                  </a:solidFill>
                  <a:latin typeface="Times New Roman" panose="02020603050405020304" pitchFamily="18" charset="0"/>
                  <a:ea typeface="宋体" panose="02010600030101010101" pitchFamily="2" charset="-122"/>
                </a:rPr>
                <a:t>Vl </a:t>
              </a:r>
              <a:r>
                <a:rPr kumimoji="1" lang="en-US" altLang="zh-CN" sz="2800" b="1">
                  <a:solidFill>
                    <a:srgbClr val="0000CC"/>
                  </a:solidFill>
                  <a:latin typeface="Times New Roman" panose="02020603050405020304" pitchFamily="18" charset="0"/>
                  <a:ea typeface="宋体" panose="02010600030101010101" pitchFamily="2" charset="-122"/>
                </a:rPr>
                <a:t>= 24</a:t>
              </a:r>
            </a:p>
          </p:txBody>
        </p:sp>
        <p:sp>
          <p:nvSpPr>
            <p:cNvPr id="136210" name="Text Box 18">
              <a:extLst>
                <a:ext uri="{FF2B5EF4-FFF2-40B4-BE49-F238E27FC236}">
                  <a16:creationId xmlns:a16="http://schemas.microsoft.com/office/drawing/2014/main" id="{C28F076F-5984-9DB1-C64D-5B7D6B05C089}"/>
                </a:ext>
              </a:extLst>
            </p:cNvPr>
            <p:cNvSpPr txBox="1">
              <a:spLocks noChangeArrowheads="1"/>
            </p:cNvSpPr>
            <p:nvPr/>
          </p:nvSpPr>
          <p:spPr bwMode="auto">
            <a:xfrm>
              <a:off x="2854" y="2578"/>
              <a:ext cx="85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i="1">
                  <a:solidFill>
                    <a:srgbClr val="0000CC"/>
                  </a:solidFill>
                  <a:latin typeface="Times New Roman" panose="02020603050405020304" pitchFamily="18" charset="0"/>
                  <a:ea typeface="宋体" panose="02010600030101010101" pitchFamily="2" charset="-122"/>
                </a:rPr>
                <a:t>Vl </a:t>
              </a:r>
              <a:r>
                <a:rPr kumimoji="1" lang="en-US" altLang="zh-CN" sz="2800" b="1">
                  <a:solidFill>
                    <a:srgbClr val="0000CC"/>
                  </a:solidFill>
                  <a:latin typeface="Times New Roman" panose="02020603050405020304" pitchFamily="18" charset="0"/>
                  <a:ea typeface="宋体" panose="02010600030101010101" pitchFamily="2" charset="-122"/>
                </a:rPr>
                <a:t>= 11</a:t>
              </a:r>
            </a:p>
          </p:txBody>
        </p:sp>
        <p:sp>
          <p:nvSpPr>
            <p:cNvPr id="136211" name="Text Box 19">
              <a:extLst>
                <a:ext uri="{FF2B5EF4-FFF2-40B4-BE49-F238E27FC236}">
                  <a16:creationId xmlns:a16="http://schemas.microsoft.com/office/drawing/2014/main" id="{A9023849-3979-D185-8760-1E975CC97D18}"/>
                </a:ext>
              </a:extLst>
            </p:cNvPr>
            <p:cNvSpPr txBox="1">
              <a:spLocks noChangeArrowheads="1"/>
            </p:cNvSpPr>
            <p:nvPr/>
          </p:nvSpPr>
          <p:spPr bwMode="auto">
            <a:xfrm>
              <a:off x="206" y="2210"/>
              <a:ext cx="15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i="1">
                  <a:solidFill>
                    <a:srgbClr val="0000CC"/>
                  </a:solidFill>
                  <a:latin typeface="Times New Roman" panose="02020603050405020304" pitchFamily="18" charset="0"/>
                  <a:ea typeface="宋体" panose="02010600030101010101" pitchFamily="2" charset="-122"/>
                </a:rPr>
                <a:t>Vl </a:t>
              </a:r>
              <a:r>
                <a:rPr kumimoji="1" lang="en-US" altLang="zh-CN" sz="2800" b="1">
                  <a:solidFill>
                    <a:srgbClr val="0000CC"/>
                  </a:solidFill>
                  <a:latin typeface="Times New Roman" panose="02020603050405020304" pitchFamily="18" charset="0"/>
                  <a:ea typeface="宋体" panose="02010600030101010101" pitchFamily="2" charset="-122"/>
                </a:rPr>
                <a:t>= 13? 17? 6?</a:t>
              </a:r>
            </a:p>
          </p:txBody>
        </p:sp>
        <p:sp>
          <p:nvSpPr>
            <p:cNvPr id="136212" name="Text Box 20">
              <a:extLst>
                <a:ext uri="{FF2B5EF4-FFF2-40B4-BE49-F238E27FC236}">
                  <a16:creationId xmlns:a16="http://schemas.microsoft.com/office/drawing/2014/main" id="{5AF211E5-DC19-01CA-F7F3-2CF23496F462}"/>
                </a:ext>
              </a:extLst>
            </p:cNvPr>
            <p:cNvSpPr txBox="1">
              <a:spLocks noChangeArrowheads="1"/>
            </p:cNvSpPr>
            <p:nvPr/>
          </p:nvSpPr>
          <p:spPr bwMode="auto">
            <a:xfrm>
              <a:off x="1422" y="2478"/>
              <a:ext cx="23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36213" name="Text Box 21">
              <a:extLst>
                <a:ext uri="{FF2B5EF4-FFF2-40B4-BE49-F238E27FC236}">
                  <a16:creationId xmlns:a16="http://schemas.microsoft.com/office/drawing/2014/main" id="{BFF1FC92-D0D0-1472-9CF1-632782D1006C}"/>
                </a:ext>
              </a:extLst>
            </p:cNvPr>
            <p:cNvSpPr txBox="1">
              <a:spLocks noChangeArrowheads="1"/>
            </p:cNvSpPr>
            <p:nvPr/>
          </p:nvSpPr>
          <p:spPr bwMode="auto">
            <a:xfrm>
              <a:off x="2974" y="2908"/>
              <a:ext cx="5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zh-CN" altLang="en-US" sz="2800">
                  <a:solidFill>
                    <a:schemeClr val="tx2"/>
                  </a:solidFill>
                  <a:latin typeface="Times New Roman" panose="02020603050405020304" pitchFamily="18" charset="0"/>
                  <a:ea typeface="隶书" panose="02010509060101010101" pitchFamily="49" charset="-122"/>
                  <a:sym typeface="Symbol" panose="05050102010706020507" pitchFamily="18" charset="2"/>
                </a:rPr>
                <a:t>已知</a:t>
              </a:r>
            </a:p>
          </p:txBody>
        </p:sp>
        <p:sp>
          <p:nvSpPr>
            <p:cNvPr id="136214" name="Text Box 22">
              <a:extLst>
                <a:ext uri="{FF2B5EF4-FFF2-40B4-BE49-F238E27FC236}">
                  <a16:creationId xmlns:a16="http://schemas.microsoft.com/office/drawing/2014/main" id="{57D2A2FE-9675-39D1-B5CF-03E559212771}"/>
                </a:ext>
              </a:extLst>
            </p:cNvPr>
            <p:cNvSpPr txBox="1">
              <a:spLocks noChangeArrowheads="1"/>
            </p:cNvSpPr>
            <p:nvPr/>
          </p:nvSpPr>
          <p:spPr bwMode="auto">
            <a:xfrm>
              <a:off x="1238" y="2900"/>
              <a:ext cx="5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zh-CN" altLang="en-US" sz="2800">
                  <a:solidFill>
                    <a:schemeClr val="tx2"/>
                  </a:solidFill>
                  <a:latin typeface="Times New Roman" panose="02020603050405020304" pitchFamily="18" charset="0"/>
                  <a:ea typeface="隶书" panose="02010509060101010101" pitchFamily="49" charset="-122"/>
                  <a:sym typeface="Symbol" panose="05050102010706020507" pitchFamily="18" charset="2"/>
                </a:rPr>
                <a:t>求解</a:t>
              </a:r>
            </a:p>
          </p:txBody>
        </p:sp>
      </p:grpSp>
      <p:sp>
        <p:nvSpPr>
          <p:cNvPr id="2" name="灯片编号占位符 1">
            <a:extLst>
              <a:ext uri="{FF2B5EF4-FFF2-40B4-BE49-F238E27FC236}">
                <a16:creationId xmlns:a16="http://schemas.microsoft.com/office/drawing/2014/main" id="{EB8FBB71-973C-9B0F-94E8-C208C0DC7910}"/>
              </a:ext>
            </a:extLst>
          </p:cNvPr>
          <p:cNvSpPr>
            <a:spLocks noGrp="1"/>
          </p:cNvSpPr>
          <p:nvPr>
            <p:ph type="sldNum" sz="quarter" idx="12"/>
          </p:nvPr>
        </p:nvSpPr>
        <p:spPr/>
        <p:txBody>
          <a:bodyPr/>
          <a:lstStyle/>
          <a:p>
            <a:pPr>
              <a:defRPr/>
            </a:pPr>
            <a:fld id="{2E0F9FB0-350A-4A87-9CD5-1F022F266B97}" type="slidenum">
              <a:rPr lang="en-US" altLang="zh-CN" smtClean="0"/>
              <a:pPr>
                <a:defRPr/>
              </a:pPr>
              <a:t>117</a:t>
            </a:fld>
            <a:endParaRPr lang="en-US" altLang="zh-CN"/>
          </a:p>
        </p:txBody>
      </p:sp>
    </p:spTree>
  </p:cSld>
  <p:clrMapOvr>
    <a:masterClrMapping/>
  </p:clrMapOvr>
  <p:transition>
    <p:zoom/>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Line 6">
            <a:extLst>
              <a:ext uri="{FF2B5EF4-FFF2-40B4-BE49-F238E27FC236}">
                <a16:creationId xmlns:a16="http://schemas.microsoft.com/office/drawing/2014/main" id="{B3F693E5-5A13-3C96-F9E1-428FDAC8CE67}"/>
              </a:ext>
            </a:extLst>
          </p:cNvPr>
          <p:cNvSpPr>
            <a:spLocks noChangeShapeType="1"/>
          </p:cNvSpPr>
          <p:nvPr/>
        </p:nvSpPr>
        <p:spPr bwMode="auto">
          <a:xfrm flipV="1">
            <a:off x="1371600" y="4191000"/>
            <a:ext cx="990600" cy="685800"/>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43" name="Line 7">
            <a:extLst>
              <a:ext uri="{FF2B5EF4-FFF2-40B4-BE49-F238E27FC236}">
                <a16:creationId xmlns:a16="http://schemas.microsoft.com/office/drawing/2014/main" id="{77B7046E-28EC-5051-0FD8-C70598F2AABF}"/>
              </a:ext>
            </a:extLst>
          </p:cNvPr>
          <p:cNvSpPr>
            <a:spLocks noChangeShapeType="1"/>
          </p:cNvSpPr>
          <p:nvPr/>
        </p:nvSpPr>
        <p:spPr bwMode="auto">
          <a:xfrm>
            <a:off x="1371600" y="5181600"/>
            <a:ext cx="914400" cy="533400"/>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44" name="Line 10">
            <a:extLst>
              <a:ext uri="{FF2B5EF4-FFF2-40B4-BE49-F238E27FC236}">
                <a16:creationId xmlns:a16="http://schemas.microsoft.com/office/drawing/2014/main" id="{847F01E6-042C-4EDA-B385-73F37B65D6A1}"/>
              </a:ext>
            </a:extLst>
          </p:cNvPr>
          <p:cNvSpPr>
            <a:spLocks noChangeShapeType="1"/>
          </p:cNvSpPr>
          <p:nvPr/>
        </p:nvSpPr>
        <p:spPr bwMode="auto">
          <a:xfrm>
            <a:off x="2667000" y="4191000"/>
            <a:ext cx="914400" cy="685800"/>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45" name="Line 11">
            <a:extLst>
              <a:ext uri="{FF2B5EF4-FFF2-40B4-BE49-F238E27FC236}">
                <a16:creationId xmlns:a16="http://schemas.microsoft.com/office/drawing/2014/main" id="{2F57E813-78EC-122B-41A2-F11D47001EE4}"/>
              </a:ext>
            </a:extLst>
          </p:cNvPr>
          <p:cNvSpPr>
            <a:spLocks noChangeShapeType="1"/>
          </p:cNvSpPr>
          <p:nvPr/>
        </p:nvSpPr>
        <p:spPr bwMode="auto">
          <a:xfrm flipV="1">
            <a:off x="2667000" y="5181600"/>
            <a:ext cx="914400" cy="609600"/>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46" name="Line 12">
            <a:extLst>
              <a:ext uri="{FF2B5EF4-FFF2-40B4-BE49-F238E27FC236}">
                <a16:creationId xmlns:a16="http://schemas.microsoft.com/office/drawing/2014/main" id="{2D2FAA14-FE36-A798-5364-CCE4FD95D926}"/>
              </a:ext>
            </a:extLst>
          </p:cNvPr>
          <p:cNvSpPr>
            <a:spLocks noChangeShapeType="1"/>
          </p:cNvSpPr>
          <p:nvPr/>
        </p:nvSpPr>
        <p:spPr bwMode="auto">
          <a:xfrm flipV="1">
            <a:off x="3886200" y="4191000"/>
            <a:ext cx="990600" cy="685800"/>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47" name="Line 14">
            <a:extLst>
              <a:ext uri="{FF2B5EF4-FFF2-40B4-BE49-F238E27FC236}">
                <a16:creationId xmlns:a16="http://schemas.microsoft.com/office/drawing/2014/main" id="{B24EA249-26C9-A353-9A12-B600DB449886}"/>
              </a:ext>
            </a:extLst>
          </p:cNvPr>
          <p:cNvSpPr>
            <a:spLocks noChangeShapeType="1"/>
          </p:cNvSpPr>
          <p:nvPr/>
        </p:nvSpPr>
        <p:spPr bwMode="auto">
          <a:xfrm>
            <a:off x="3886200" y="5181600"/>
            <a:ext cx="914400" cy="533400"/>
          </a:xfrm>
          <a:prstGeom prst="line">
            <a:avLst/>
          </a:prstGeom>
          <a:noFill/>
          <a:ln w="38100">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48" name="Line 16">
            <a:extLst>
              <a:ext uri="{FF2B5EF4-FFF2-40B4-BE49-F238E27FC236}">
                <a16:creationId xmlns:a16="http://schemas.microsoft.com/office/drawing/2014/main" id="{F8AD466F-62E9-69FF-42D7-0AE02DD9EE1E}"/>
              </a:ext>
            </a:extLst>
          </p:cNvPr>
          <p:cNvSpPr>
            <a:spLocks noChangeShapeType="1"/>
          </p:cNvSpPr>
          <p:nvPr/>
        </p:nvSpPr>
        <p:spPr bwMode="auto">
          <a:xfrm>
            <a:off x="5181600" y="4191000"/>
            <a:ext cx="914400" cy="685800"/>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49" name="Line 17">
            <a:extLst>
              <a:ext uri="{FF2B5EF4-FFF2-40B4-BE49-F238E27FC236}">
                <a16:creationId xmlns:a16="http://schemas.microsoft.com/office/drawing/2014/main" id="{333D7B56-8645-3D42-2313-35782ADA2B28}"/>
              </a:ext>
            </a:extLst>
          </p:cNvPr>
          <p:cNvSpPr>
            <a:spLocks noChangeShapeType="1"/>
          </p:cNvSpPr>
          <p:nvPr/>
        </p:nvSpPr>
        <p:spPr bwMode="auto">
          <a:xfrm flipV="1">
            <a:off x="5181600" y="5181600"/>
            <a:ext cx="914400" cy="609600"/>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50" name="Line 20">
            <a:extLst>
              <a:ext uri="{FF2B5EF4-FFF2-40B4-BE49-F238E27FC236}">
                <a16:creationId xmlns:a16="http://schemas.microsoft.com/office/drawing/2014/main" id="{5D98235E-EB87-A31D-395B-5799153D4C1C}"/>
              </a:ext>
            </a:extLst>
          </p:cNvPr>
          <p:cNvSpPr>
            <a:spLocks noChangeShapeType="1"/>
          </p:cNvSpPr>
          <p:nvPr/>
        </p:nvSpPr>
        <p:spPr bwMode="auto">
          <a:xfrm>
            <a:off x="6477000" y="5029200"/>
            <a:ext cx="1143000" cy="0"/>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cxnSp>
        <p:nvCxnSpPr>
          <p:cNvPr id="138251" name="AutoShape 21">
            <a:extLst>
              <a:ext uri="{FF2B5EF4-FFF2-40B4-BE49-F238E27FC236}">
                <a16:creationId xmlns:a16="http://schemas.microsoft.com/office/drawing/2014/main" id="{6B27DF48-9FE1-2949-B01B-792F86788F67}"/>
              </a:ext>
            </a:extLst>
          </p:cNvPr>
          <p:cNvCxnSpPr>
            <a:cxnSpLocks noChangeShapeType="1"/>
          </p:cNvCxnSpPr>
          <p:nvPr/>
        </p:nvCxnSpPr>
        <p:spPr bwMode="auto">
          <a:xfrm rot="16200000" flipH="1">
            <a:off x="3694906" y="4923632"/>
            <a:ext cx="1587" cy="2190750"/>
          </a:xfrm>
          <a:prstGeom prst="curvedConnector3">
            <a:avLst>
              <a:gd name="adj1" fmla="val 17400009"/>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cxnSp>
      <p:sp>
        <p:nvSpPr>
          <p:cNvPr id="138252" name="Oval 2" descr="白色大理石">
            <a:extLst>
              <a:ext uri="{FF2B5EF4-FFF2-40B4-BE49-F238E27FC236}">
                <a16:creationId xmlns:a16="http://schemas.microsoft.com/office/drawing/2014/main" id="{047ED901-2BF3-5E4E-A0C1-826596DE1504}"/>
              </a:ext>
            </a:extLst>
          </p:cNvPr>
          <p:cNvSpPr>
            <a:spLocks noChangeArrowheads="1"/>
          </p:cNvSpPr>
          <p:nvPr/>
        </p:nvSpPr>
        <p:spPr bwMode="auto">
          <a:xfrm>
            <a:off x="990600" y="4800600"/>
            <a:ext cx="457200" cy="457200"/>
          </a:xfrm>
          <a:prstGeom prst="ellipse">
            <a:avLst/>
          </a:prstGeom>
          <a:blipFill dpi="0" rotWithShape="0">
            <a:blip r:embed="rId2"/>
            <a:srcRect/>
            <a:tile tx="0" ty="0" sx="100000" sy="100000" flip="none" algn="tl"/>
          </a:blipFill>
          <a:ln>
            <a:noFill/>
          </a:ln>
          <a:effectLst>
            <a:outerShdw dist="35921" dir="2700000" algn="ctr" rotWithShape="0">
              <a:srgbClr val="808080"/>
            </a:outerShdw>
          </a:effectLst>
          <a:extLst>
            <a:ext uri="{91240B29-F687-4F45-9708-019B960494DF}">
              <a14:hiddenLine xmlns:a14="http://schemas.microsoft.com/office/drawing/2010/main" w="38100">
                <a:solidFill>
                  <a:srgbClr val="000000"/>
                </a:solidFill>
                <a:round/>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a:solidFill>
                  <a:srgbClr val="FF3300"/>
                </a:solidFill>
                <a:latin typeface="Arial" panose="020B0604020202020204" pitchFamily="34" charset="0"/>
              </a:rPr>
              <a:t>1</a:t>
            </a:r>
            <a:endParaRPr lang="en-US" altLang="zh-CN">
              <a:solidFill>
                <a:srgbClr val="FF3300"/>
              </a:solidFill>
            </a:endParaRPr>
          </a:p>
        </p:txBody>
      </p:sp>
      <p:sp>
        <p:nvSpPr>
          <p:cNvPr id="138253" name="Oval 3" descr="白色大理石">
            <a:extLst>
              <a:ext uri="{FF2B5EF4-FFF2-40B4-BE49-F238E27FC236}">
                <a16:creationId xmlns:a16="http://schemas.microsoft.com/office/drawing/2014/main" id="{36B2F28D-9287-974E-258E-21FC1CCB12D3}"/>
              </a:ext>
            </a:extLst>
          </p:cNvPr>
          <p:cNvSpPr>
            <a:spLocks noChangeArrowheads="1"/>
          </p:cNvSpPr>
          <p:nvPr/>
        </p:nvSpPr>
        <p:spPr bwMode="auto">
          <a:xfrm>
            <a:off x="2209800" y="5638800"/>
            <a:ext cx="457200" cy="457200"/>
          </a:xfrm>
          <a:prstGeom prst="ellipse">
            <a:avLst/>
          </a:prstGeom>
          <a:blipFill dpi="0" rotWithShape="0">
            <a:blip r:embed="rId2"/>
            <a:srcRect/>
            <a:tile tx="0" ty="0" sx="100000" sy="100000" flip="none" algn="tl"/>
          </a:blipFill>
          <a:ln>
            <a:noFill/>
          </a:ln>
          <a:effectLst>
            <a:outerShdw dist="35921" dir="2700000" algn="ctr" rotWithShape="0">
              <a:schemeClr val="bg2"/>
            </a:outerShdw>
          </a:effectLst>
          <a:extLst>
            <a:ext uri="{91240B29-F687-4F45-9708-019B960494DF}">
              <a14:hiddenLine xmlns:a14="http://schemas.microsoft.com/office/drawing/2010/main" w="38100">
                <a:solidFill>
                  <a:srgbClr val="000000"/>
                </a:solidFill>
                <a:round/>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a:solidFill>
                  <a:srgbClr val="FF3300"/>
                </a:solidFill>
                <a:latin typeface="Arial" panose="020B0604020202020204" pitchFamily="34" charset="0"/>
              </a:rPr>
              <a:t>3</a:t>
            </a:r>
            <a:endParaRPr lang="en-US" altLang="zh-CN">
              <a:solidFill>
                <a:srgbClr val="FF3300"/>
              </a:solidFill>
            </a:endParaRPr>
          </a:p>
        </p:txBody>
      </p:sp>
      <p:sp>
        <p:nvSpPr>
          <p:cNvPr id="138254" name="Oval 4" descr="白色大理石">
            <a:extLst>
              <a:ext uri="{FF2B5EF4-FFF2-40B4-BE49-F238E27FC236}">
                <a16:creationId xmlns:a16="http://schemas.microsoft.com/office/drawing/2014/main" id="{D582334D-BC05-F759-1055-8D5BB901F2A5}"/>
              </a:ext>
            </a:extLst>
          </p:cNvPr>
          <p:cNvSpPr>
            <a:spLocks noChangeArrowheads="1"/>
          </p:cNvSpPr>
          <p:nvPr/>
        </p:nvSpPr>
        <p:spPr bwMode="auto">
          <a:xfrm>
            <a:off x="2286000" y="3810000"/>
            <a:ext cx="457200" cy="457200"/>
          </a:xfrm>
          <a:prstGeom prst="ellipse">
            <a:avLst/>
          </a:prstGeom>
          <a:blipFill dpi="0" rotWithShape="0">
            <a:blip r:embed="rId2"/>
            <a:srcRect/>
            <a:tile tx="0" ty="0" sx="100000" sy="100000" flip="none" algn="tl"/>
          </a:blipFill>
          <a:ln>
            <a:noFill/>
          </a:ln>
          <a:effectLst>
            <a:outerShdw dist="35921" dir="2700000" algn="ctr" rotWithShape="0">
              <a:schemeClr val="bg2"/>
            </a:outerShdw>
          </a:effectLst>
          <a:extLst>
            <a:ext uri="{91240B29-F687-4F45-9708-019B960494DF}">
              <a14:hiddenLine xmlns:a14="http://schemas.microsoft.com/office/drawing/2010/main" w="38100">
                <a:solidFill>
                  <a:srgbClr val="000000"/>
                </a:solidFill>
                <a:round/>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a:solidFill>
                  <a:srgbClr val="FF3300"/>
                </a:solidFill>
                <a:latin typeface="Arial" panose="020B0604020202020204" pitchFamily="34" charset="0"/>
              </a:rPr>
              <a:t>2</a:t>
            </a:r>
            <a:endParaRPr lang="en-US" altLang="zh-CN">
              <a:solidFill>
                <a:srgbClr val="FF3300"/>
              </a:solidFill>
            </a:endParaRPr>
          </a:p>
        </p:txBody>
      </p:sp>
      <p:sp>
        <p:nvSpPr>
          <p:cNvPr id="138255" name="Oval 5" descr="白色大理石">
            <a:extLst>
              <a:ext uri="{FF2B5EF4-FFF2-40B4-BE49-F238E27FC236}">
                <a16:creationId xmlns:a16="http://schemas.microsoft.com/office/drawing/2014/main" id="{1EBADD90-81D1-24C3-17C6-140BA9DCFEAB}"/>
              </a:ext>
            </a:extLst>
          </p:cNvPr>
          <p:cNvSpPr>
            <a:spLocks noChangeArrowheads="1"/>
          </p:cNvSpPr>
          <p:nvPr/>
        </p:nvSpPr>
        <p:spPr bwMode="auto">
          <a:xfrm>
            <a:off x="3505200" y="4800600"/>
            <a:ext cx="457200" cy="457200"/>
          </a:xfrm>
          <a:prstGeom prst="ellipse">
            <a:avLst/>
          </a:prstGeom>
          <a:blipFill dpi="0" rotWithShape="0">
            <a:blip r:embed="rId2"/>
            <a:srcRect/>
            <a:tile tx="0" ty="0" sx="100000" sy="100000" flip="none" algn="tl"/>
          </a:blipFill>
          <a:ln>
            <a:noFill/>
          </a:ln>
          <a:effectLst>
            <a:outerShdw dist="35921" dir="2700000" algn="ctr" rotWithShape="0">
              <a:schemeClr val="bg2"/>
            </a:outerShdw>
          </a:effectLst>
          <a:extLst>
            <a:ext uri="{91240B29-F687-4F45-9708-019B960494DF}">
              <a14:hiddenLine xmlns:a14="http://schemas.microsoft.com/office/drawing/2010/main" w="38100">
                <a:solidFill>
                  <a:srgbClr val="000000"/>
                </a:solidFill>
                <a:round/>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a:solidFill>
                  <a:schemeClr val="tx2"/>
                </a:solidFill>
                <a:latin typeface="Arial" panose="020B0604020202020204" pitchFamily="34" charset="0"/>
              </a:rPr>
              <a:t>4</a:t>
            </a:r>
            <a:endParaRPr lang="en-US" altLang="zh-CN"/>
          </a:p>
        </p:txBody>
      </p:sp>
      <p:sp>
        <p:nvSpPr>
          <p:cNvPr id="138256" name="Text Box 8">
            <a:extLst>
              <a:ext uri="{FF2B5EF4-FFF2-40B4-BE49-F238E27FC236}">
                <a16:creationId xmlns:a16="http://schemas.microsoft.com/office/drawing/2014/main" id="{A867F425-9B6A-27CA-460B-1FE9939FC6B3}"/>
              </a:ext>
            </a:extLst>
          </p:cNvPr>
          <p:cNvSpPr txBox="1">
            <a:spLocks noChangeArrowheads="1"/>
          </p:cNvSpPr>
          <p:nvPr/>
        </p:nvSpPr>
        <p:spPr bwMode="auto">
          <a:xfrm>
            <a:off x="974725" y="4068763"/>
            <a:ext cx="9556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rgbClr val="800080"/>
                </a:solidFill>
                <a:latin typeface="Times New Roman" panose="02020603050405020304" pitchFamily="18" charset="0"/>
                <a:ea typeface="宋体" panose="02010600030101010101" pitchFamily="2" charset="-122"/>
              </a:rPr>
              <a:t>a</a:t>
            </a:r>
            <a:r>
              <a:rPr kumimoji="1" lang="en-US" altLang="zh-CN" sz="3200" b="1" baseline="-25000">
                <a:solidFill>
                  <a:srgbClr val="800080"/>
                </a:solidFill>
                <a:latin typeface="Times New Roman" panose="02020603050405020304" pitchFamily="18" charset="0"/>
                <a:ea typeface="宋体" panose="02010600030101010101" pitchFamily="2" charset="-122"/>
              </a:rPr>
              <a:t>1</a:t>
            </a:r>
            <a:r>
              <a:rPr kumimoji="1" lang="en-US" altLang="zh-CN" sz="3200" b="1">
                <a:solidFill>
                  <a:srgbClr val="800080"/>
                </a:solidFill>
                <a:latin typeface="Times New Roman" panose="02020603050405020304" pitchFamily="18" charset="0"/>
                <a:ea typeface="宋体" panose="02010600030101010101" pitchFamily="2" charset="-122"/>
              </a:rPr>
              <a:t>=8</a:t>
            </a:r>
            <a:endParaRPr kumimoji="1" lang="en-US" altLang="zh-CN" sz="2400">
              <a:latin typeface="Times New Roman" panose="02020603050405020304" pitchFamily="18" charset="0"/>
              <a:ea typeface="宋体" panose="02010600030101010101" pitchFamily="2" charset="-122"/>
            </a:endParaRPr>
          </a:p>
        </p:txBody>
      </p:sp>
      <p:sp>
        <p:nvSpPr>
          <p:cNvPr id="138257" name="Text Box 9">
            <a:extLst>
              <a:ext uri="{FF2B5EF4-FFF2-40B4-BE49-F238E27FC236}">
                <a16:creationId xmlns:a16="http://schemas.microsoft.com/office/drawing/2014/main" id="{CCEEA756-B50D-E2EF-4481-F458D86C5016}"/>
              </a:ext>
            </a:extLst>
          </p:cNvPr>
          <p:cNvSpPr txBox="1">
            <a:spLocks noChangeArrowheads="1"/>
          </p:cNvSpPr>
          <p:nvPr/>
        </p:nvSpPr>
        <p:spPr bwMode="auto">
          <a:xfrm>
            <a:off x="974725" y="5505450"/>
            <a:ext cx="11588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rgbClr val="800080"/>
                </a:solidFill>
                <a:latin typeface="Times New Roman" panose="02020603050405020304" pitchFamily="18" charset="0"/>
                <a:ea typeface="宋体" panose="02010600030101010101" pitchFamily="2" charset="-122"/>
              </a:rPr>
              <a:t>a</a:t>
            </a:r>
            <a:r>
              <a:rPr kumimoji="1" lang="en-US" altLang="zh-CN" sz="3200" b="1" baseline="-25000">
                <a:solidFill>
                  <a:srgbClr val="800080"/>
                </a:solidFill>
                <a:latin typeface="Times New Roman" panose="02020603050405020304" pitchFamily="18" charset="0"/>
                <a:ea typeface="宋体" panose="02010600030101010101" pitchFamily="2" charset="-122"/>
              </a:rPr>
              <a:t>2</a:t>
            </a:r>
            <a:r>
              <a:rPr kumimoji="1" lang="en-US" altLang="zh-CN" sz="3200" b="1">
                <a:solidFill>
                  <a:srgbClr val="800080"/>
                </a:solidFill>
                <a:latin typeface="Times New Roman" panose="02020603050405020304" pitchFamily="18" charset="0"/>
                <a:ea typeface="宋体" panose="02010600030101010101" pitchFamily="2" charset="-122"/>
              </a:rPr>
              <a:t>=12</a:t>
            </a:r>
            <a:endParaRPr kumimoji="1" lang="en-US" altLang="zh-CN" sz="2400">
              <a:latin typeface="Times New Roman" panose="02020603050405020304" pitchFamily="18" charset="0"/>
              <a:ea typeface="宋体" panose="02010600030101010101" pitchFamily="2" charset="-122"/>
            </a:endParaRPr>
          </a:p>
        </p:txBody>
      </p:sp>
      <p:sp>
        <p:nvSpPr>
          <p:cNvPr id="138258" name="Oval 13" descr="白色大理石">
            <a:extLst>
              <a:ext uri="{FF2B5EF4-FFF2-40B4-BE49-F238E27FC236}">
                <a16:creationId xmlns:a16="http://schemas.microsoft.com/office/drawing/2014/main" id="{86D0EC8A-8ECB-3A2E-9A56-75290725D2A0}"/>
              </a:ext>
            </a:extLst>
          </p:cNvPr>
          <p:cNvSpPr>
            <a:spLocks noChangeArrowheads="1"/>
          </p:cNvSpPr>
          <p:nvPr/>
        </p:nvSpPr>
        <p:spPr bwMode="auto">
          <a:xfrm>
            <a:off x="4800600" y="3810000"/>
            <a:ext cx="457200" cy="457200"/>
          </a:xfrm>
          <a:prstGeom prst="ellipse">
            <a:avLst/>
          </a:prstGeom>
          <a:blipFill dpi="0" rotWithShape="0">
            <a:blip r:embed="rId2"/>
            <a:srcRect/>
            <a:tile tx="0" ty="0" sx="100000" sy="100000" flip="none" algn="tl"/>
          </a:blipFill>
          <a:ln>
            <a:noFill/>
          </a:ln>
          <a:effectLst>
            <a:outerShdw dist="35921" dir="2700000" algn="ctr" rotWithShape="0">
              <a:schemeClr val="bg2"/>
            </a:outerShdw>
          </a:effectLst>
          <a:extLst>
            <a:ext uri="{91240B29-F687-4F45-9708-019B960494DF}">
              <a14:hiddenLine xmlns:a14="http://schemas.microsoft.com/office/drawing/2010/main" w="38100">
                <a:solidFill>
                  <a:srgbClr val="000000"/>
                </a:solidFill>
                <a:round/>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a:solidFill>
                  <a:srgbClr val="FF3300"/>
                </a:solidFill>
                <a:latin typeface="Arial" panose="020B0604020202020204" pitchFamily="34" charset="0"/>
              </a:rPr>
              <a:t>5</a:t>
            </a:r>
            <a:endParaRPr lang="en-US" altLang="zh-CN">
              <a:solidFill>
                <a:srgbClr val="FF3300"/>
              </a:solidFill>
            </a:endParaRPr>
          </a:p>
        </p:txBody>
      </p:sp>
      <p:sp>
        <p:nvSpPr>
          <p:cNvPr id="138259" name="Oval 15" descr="白色大理石">
            <a:extLst>
              <a:ext uri="{FF2B5EF4-FFF2-40B4-BE49-F238E27FC236}">
                <a16:creationId xmlns:a16="http://schemas.microsoft.com/office/drawing/2014/main" id="{1EAEEF51-A4B0-CD70-316F-5FB16060B8E2}"/>
              </a:ext>
            </a:extLst>
          </p:cNvPr>
          <p:cNvSpPr>
            <a:spLocks noChangeArrowheads="1"/>
          </p:cNvSpPr>
          <p:nvPr/>
        </p:nvSpPr>
        <p:spPr bwMode="auto">
          <a:xfrm>
            <a:off x="4724400" y="5638800"/>
            <a:ext cx="457200" cy="457200"/>
          </a:xfrm>
          <a:prstGeom prst="ellipse">
            <a:avLst/>
          </a:prstGeom>
          <a:blipFill dpi="0" rotWithShape="0">
            <a:blip r:embed="rId2"/>
            <a:srcRect/>
            <a:tile tx="0" ty="0" sx="100000" sy="100000" flip="none" algn="tl"/>
          </a:blipFill>
          <a:ln>
            <a:noFill/>
          </a:ln>
          <a:effectLst>
            <a:outerShdw dist="35921" dir="2700000" algn="ctr" rotWithShape="0">
              <a:schemeClr val="bg2"/>
            </a:outerShdw>
          </a:effectLst>
          <a:extLst>
            <a:ext uri="{91240B29-F687-4F45-9708-019B960494DF}">
              <a14:hiddenLine xmlns:a14="http://schemas.microsoft.com/office/drawing/2010/main" w="38100">
                <a:solidFill>
                  <a:srgbClr val="000000"/>
                </a:solidFill>
                <a:round/>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a:solidFill>
                  <a:srgbClr val="FF3300"/>
                </a:solidFill>
                <a:latin typeface="Arial" panose="020B0604020202020204" pitchFamily="34" charset="0"/>
              </a:rPr>
              <a:t>6</a:t>
            </a:r>
            <a:endParaRPr lang="en-US" altLang="zh-CN">
              <a:solidFill>
                <a:srgbClr val="FF3300"/>
              </a:solidFill>
            </a:endParaRPr>
          </a:p>
        </p:txBody>
      </p:sp>
      <p:sp>
        <p:nvSpPr>
          <p:cNvPr id="138260" name="Oval 18" descr="白色大理石">
            <a:extLst>
              <a:ext uri="{FF2B5EF4-FFF2-40B4-BE49-F238E27FC236}">
                <a16:creationId xmlns:a16="http://schemas.microsoft.com/office/drawing/2014/main" id="{5830824F-45DC-BE9B-7079-ADC95519E588}"/>
              </a:ext>
            </a:extLst>
          </p:cNvPr>
          <p:cNvSpPr>
            <a:spLocks noChangeArrowheads="1"/>
          </p:cNvSpPr>
          <p:nvPr/>
        </p:nvSpPr>
        <p:spPr bwMode="auto">
          <a:xfrm>
            <a:off x="6019800" y="4800600"/>
            <a:ext cx="457200" cy="457200"/>
          </a:xfrm>
          <a:prstGeom prst="ellipse">
            <a:avLst/>
          </a:prstGeom>
          <a:blipFill dpi="0" rotWithShape="0">
            <a:blip r:embed="rId2"/>
            <a:srcRect/>
            <a:tile tx="0" ty="0" sx="100000" sy="100000" flip="none" algn="tl"/>
          </a:blipFill>
          <a:ln>
            <a:noFill/>
          </a:ln>
          <a:effectLst>
            <a:outerShdw dist="35921" dir="2700000" algn="ctr" rotWithShape="0">
              <a:schemeClr val="bg2"/>
            </a:outerShdw>
          </a:effectLst>
          <a:extLst>
            <a:ext uri="{91240B29-F687-4F45-9708-019B960494DF}">
              <a14:hiddenLine xmlns:a14="http://schemas.microsoft.com/office/drawing/2010/main" w="38100">
                <a:solidFill>
                  <a:srgbClr val="000000"/>
                </a:solidFill>
                <a:round/>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a:solidFill>
                  <a:srgbClr val="FF3300"/>
                </a:solidFill>
                <a:latin typeface="Arial" panose="020B0604020202020204" pitchFamily="34" charset="0"/>
              </a:rPr>
              <a:t>7</a:t>
            </a:r>
            <a:endParaRPr lang="en-US" altLang="zh-CN">
              <a:solidFill>
                <a:srgbClr val="FF3300"/>
              </a:solidFill>
            </a:endParaRPr>
          </a:p>
        </p:txBody>
      </p:sp>
      <p:sp>
        <p:nvSpPr>
          <p:cNvPr id="138261" name="Oval 19" descr="白色大理石">
            <a:extLst>
              <a:ext uri="{FF2B5EF4-FFF2-40B4-BE49-F238E27FC236}">
                <a16:creationId xmlns:a16="http://schemas.microsoft.com/office/drawing/2014/main" id="{FC83ACB9-3A0D-CDDD-AF12-290C44005C08}"/>
              </a:ext>
            </a:extLst>
          </p:cNvPr>
          <p:cNvSpPr>
            <a:spLocks noChangeArrowheads="1"/>
          </p:cNvSpPr>
          <p:nvPr/>
        </p:nvSpPr>
        <p:spPr bwMode="auto">
          <a:xfrm>
            <a:off x="7620000" y="4800600"/>
            <a:ext cx="457200" cy="457200"/>
          </a:xfrm>
          <a:prstGeom prst="ellipse">
            <a:avLst/>
          </a:prstGeom>
          <a:blipFill dpi="0" rotWithShape="0">
            <a:blip r:embed="rId2"/>
            <a:srcRect/>
            <a:tile tx="0" ty="0" sx="100000" sy="100000" flip="none" algn="tl"/>
          </a:blipFill>
          <a:ln>
            <a:noFill/>
          </a:ln>
          <a:effectLst>
            <a:outerShdw dist="35921" dir="2700000" algn="ctr" rotWithShape="0">
              <a:schemeClr val="bg2"/>
            </a:outerShdw>
          </a:effectLst>
          <a:extLst>
            <a:ext uri="{91240B29-F687-4F45-9708-019B960494DF}">
              <a14:hiddenLine xmlns:a14="http://schemas.microsoft.com/office/drawing/2010/main" w="38100">
                <a:solidFill>
                  <a:srgbClr val="000000"/>
                </a:solidFill>
                <a:round/>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a:solidFill>
                  <a:srgbClr val="FF3300"/>
                </a:solidFill>
                <a:latin typeface="Arial" panose="020B0604020202020204" pitchFamily="34" charset="0"/>
              </a:rPr>
              <a:t>8</a:t>
            </a:r>
            <a:endParaRPr lang="en-US" altLang="zh-CN">
              <a:solidFill>
                <a:srgbClr val="FF3300"/>
              </a:solidFill>
            </a:endParaRPr>
          </a:p>
        </p:txBody>
      </p:sp>
      <p:sp>
        <p:nvSpPr>
          <p:cNvPr id="138262" name="Text Box 22">
            <a:extLst>
              <a:ext uri="{FF2B5EF4-FFF2-40B4-BE49-F238E27FC236}">
                <a16:creationId xmlns:a16="http://schemas.microsoft.com/office/drawing/2014/main" id="{38BFB076-63A7-922A-7697-F3809080643B}"/>
              </a:ext>
            </a:extLst>
          </p:cNvPr>
          <p:cNvSpPr txBox="1">
            <a:spLocks noChangeArrowheads="1"/>
          </p:cNvSpPr>
          <p:nvPr/>
        </p:nvSpPr>
        <p:spPr bwMode="auto">
          <a:xfrm>
            <a:off x="6400800" y="4373563"/>
            <a:ext cx="12922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rgbClr val="800080"/>
                </a:solidFill>
                <a:latin typeface="Times New Roman" panose="02020603050405020304" pitchFamily="18" charset="0"/>
                <a:ea typeface="宋体" panose="02010600030101010101" pitchFamily="2" charset="-122"/>
              </a:rPr>
              <a:t>a</a:t>
            </a:r>
            <a:r>
              <a:rPr kumimoji="1" lang="en-US" altLang="zh-CN" sz="3200" b="1" baseline="-25000">
                <a:solidFill>
                  <a:srgbClr val="800080"/>
                </a:solidFill>
                <a:latin typeface="Times New Roman" panose="02020603050405020304" pitchFamily="18" charset="0"/>
                <a:ea typeface="宋体" panose="02010600030101010101" pitchFamily="2" charset="-122"/>
              </a:rPr>
              <a:t>10</a:t>
            </a:r>
            <a:r>
              <a:rPr kumimoji="1" lang="en-US" altLang="zh-CN" sz="3200" b="1">
                <a:solidFill>
                  <a:srgbClr val="800080"/>
                </a:solidFill>
                <a:latin typeface="Times New Roman" panose="02020603050405020304" pitchFamily="18" charset="0"/>
                <a:ea typeface="宋体" panose="02010600030101010101" pitchFamily="2" charset="-122"/>
              </a:rPr>
              <a:t>=12</a:t>
            </a:r>
            <a:endParaRPr kumimoji="1" lang="en-US" altLang="zh-CN" sz="2400">
              <a:latin typeface="Times New Roman" panose="02020603050405020304" pitchFamily="18" charset="0"/>
              <a:ea typeface="宋体" panose="02010600030101010101" pitchFamily="2" charset="-122"/>
            </a:endParaRPr>
          </a:p>
        </p:txBody>
      </p:sp>
      <p:sp>
        <p:nvSpPr>
          <p:cNvPr id="138263" name="Text Box 23">
            <a:extLst>
              <a:ext uri="{FF2B5EF4-FFF2-40B4-BE49-F238E27FC236}">
                <a16:creationId xmlns:a16="http://schemas.microsoft.com/office/drawing/2014/main" id="{9B831E64-8BCA-185A-B529-18F0719331A7}"/>
              </a:ext>
            </a:extLst>
          </p:cNvPr>
          <p:cNvSpPr txBox="1">
            <a:spLocks noChangeArrowheads="1"/>
          </p:cNvSpPr>
          <p:nvPr/>
        </p:nvSpPr>
        <p:spPr bwMode="auto">
          <a:xfrm>
            <a:off x="5394325" y="5353050"/>
            <a:ext cx="9556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rgbClr val="800080"/>
                </a:solidFill>
                <a:latin typeface="Times New Roman" panose="02020603050405020304" pitchFamily="18" charset="0"/>
                <a:ea typeface="宋体" panose="02010600030101010101" pitchFamily="2" charset="-122"/>
              </a:rPr>
              <a:t>a</a:t>
            </a:r>
            <a:r>
              <a:rPr kumimoji="1" lang="en-US" altLang="zh-CN" sz="3200" b="1" baseline="-25000">
                <a:solidFill>
                  <a:srgbClr val="800080"/>
                </a:solidFill>
                <a:latin typeface="Times New Roman" panose="02020603050405020304" pitchFamily="18" charset="0"/>
                <a:ea typeface="宋体" panose="02010600030101010101" pitchFamily="2" charset="-122"/>
              </a:rPr>
              <a:t>9</a:t>
            </a:r>
            <a:r>
              <a:rPr kumimoji="1" lang="en-US" altLang="zh-CN" sz="3200" b="1">
                <a:solidFill>
                  <a:srgbClr val="800080"/>
                </a:solidFill>
                <a:latin typeface="Times New Roman" panose="02020603050405020304" pitchFamily="18" charset="0"/>
                <a:ea typeface="宋体" panose="02010600030101010101" pitchFamily="2" charset="-122"/>
              </a:rPr>
              <a:t>=6</a:t>
            </a:r>
            <a:endParaRPr kumimoji="1" lang="en-US" altLang="zh-CN" sz="2400">
              <a:latin typeface="Times New Roman" panose="02020603050405020304" pitchFamily="18" charset="0"/>
              <a:ea typeface="宋体" panose="02010600030101010101" pitchFamily="2" charset="-122"/>
            </a:endParaRPr>
          </a:p>
        </p:txBody>
      </p:sp>
      <p:sp>
        <p:nvSpPr>
          <p:cNvPr id="138264" name="Text Box 24">
            <a:extLst>
              <a:ext uri="{FF2B5EF4-FFF2-40B4-BE49-F238E27FC236}">
                <a16:creationId xmlns:a16="http://schemas.microsoft.com/office/drawing/2014/main" id="{D6814C3C-9C4B-ED02-C547-1BE6C070F016}"/>
              </a:ext>
            </a:extLst>
          </p:cNvPr>
          <p:cNvSpPr txBox="1">
            <a:spLocks noChangeArrowheads="1"/>
          </p:cNvSpPr>
          <p:nvPr/>
        </p:nvSpPr>
        <p:spPr bwMode="auto">
          <a:xfrm>
            <a:off x="5394325" y="3916363"/>
            <a:ext cx="11588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rgbClr val="800080"/>
                </a:solidFill>
                <a:latin typeface="Times New Roman" panose="02020603050405020304" pitchFamily="18" charset="0"/>
                <a:ea typeface="宋体" panose="02010600030101010101" pitchFamily="2" charset="-122"/>
              </a:rPr>
              <a:t>a</a:t>
            </a:r>
            <a:r>
              <a:rPr kumimoji="1" lang="en-US" altLang="zh-CN" sz="3200" b="1" baseline="-25000">
                <a:solidFill>
                  <a:srgbClr val="800080"/>
                </a:solidFill>
                <a:latin typeface="Times New Roman" panose="02020603050405020304" pitchFamily="18" charset="0"/>
                <a:ea typeface="宋体" panose="02010600030101010101" pitchFamily="2" charset="-122"/>
              </a:rPr>
              <a:t>8</a:t>
            </a:r>
            <a:r>
              <a:rPr kumimoji="1" lang="en-US" altLang="zh-CN" sz="3200" b="1">
                <a:solidFill>
                  <a:srgbClr val="800080"/>
                </a:solidFill>
                <a:latin typeface="Times New Roman" panose="02020603050405020304" pitchFamily="18" charset="0"/>
                <a:ea typeface="宋体" panose="02010600030101010101" pitchFamily="2" charset="-122"/>
              </a:rPr>
              <a:t>=18</a:t>
            </a:r>
            <a:endParaRPr kumimoji="1" lang="en-US" altLang="zh-CN" sz="2400">
              <a:latin typeface="Times New Roman" panose="02020603050405020304" pitchFamily="18" charset="0"/>
              <a:ea typeface="宋体" panose="02010600030101010101" pitchFamily="2" charset="-122"/>
            </a:endParaRPr>
          </a:p>
        </p:txBody>
      </p:sp>
      <p:sp>
        <p:nvSpPr>
          <p:cNvPr id="138265" name="Text Box 25">
            <a:extLst>
              <a:ext uri="{FF2B5EF4-FFF2-40B4-BE49-F238E27FC236}">
                <a16:creationId xmlns:a16="http://schemas.microsoft.com/office/drawing/2014/main" id="{14E30AE4-83D7-1ABD-07FD-25216C80545E}"/>
              </a:ext>
            </a:extLst>
          </p:cNvPr>
          <p:cNvSpPr txBox="1">
            <a:spLocks noChangeArrowheads="1"/>
          </p:cNvSpPr>
          <p:nvPr/>
        </p:nvSpPr>
        <p:spPr bwMode="auto">
          <a:xfrm>
            <a:off x="3124200" y="5668963"/>
            <a:ext cx="11588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rgbClr val="800080"/>
                </a:solidFill>
                <a:latin typeface="Times New Roman" panose="02020603050405020304" pitchFamily="18" charset="0"/>
                <a:ea typeface="宋体" panose="02010600030101010101" pitchFamily="2" charset="-122"/>
              </a:rPr>
              <a:t>a</a:t>
            </a:r>
            <a:r>
              <a:rPr kumimoji="1" lang="en-US" altLang="zh-CN" sz="3200" b="1" baseline="-25000">
                <a:solidFill>
                  <a:srgbClr val="800080"/>
                </a:solidFill>
                <a:latin typeface="Times New Roman" panose="02020603050405020304" pitchFamily="18" charset="0"/>
                <a:ea typeface="宋体" panose="02010600030101010101" pitchFamily="2" charset="-122"/>
              </a:rPr>
              <a:t>5</a:t>
            </a:r>
            <a:r>
              <a:rPr kumimoji="1" lang="en-US" altLang="zh-CN" sz="3200" b="1">
                <a:solidFill>
                  <a:srgbClr val="800080"/>
                </a:solidFill>
                <a:latin typeface="Times New Roman" panose="02020603050405020304" pitchFamily="18" charset="0"/>
                <a:ea typeface="宋体" panose="02010600030101010101" pitchFamily="2" charset="-122"/>
              </a:rPr>
              <a:t>=28</a:t>
            </a:r>
            <a:endParaRPr kumimoji="1" lang="en-US" altLang="zh-CN" sz="2400">
              <a:latin typeface="Times New Roman" panose="02020603050405020304" pitchFamily="18" charset="0"/>
              <a:ea typeface="宋体" panose="02010600030101010101" pitchFamily="2" charset="-122"/>
            </a:endParaRPr>
          </a:p>
        </p:txBody>
      </p:sp>
      <p:sp>
        <p:nvSpPr>
          <p:cNvPr id="138266" name="Text Box 26">
            <a:extLst>
              <a:ext uri="{FF2B5EF4-FFF2-40B4-BE49-F238E27FC236}">
                <a16:creationId xmlns:a16="http://schemas.microsoft.com/office/drawing/2014/main" id="{C96AC333-7A31-BA99-9BB8-C5A06D132875}"/>
              </a:ext>
            </a:extLst>
          </p:cNvPr>
          <p:cNvSpPr txBox="1">
            <a:spLocks noChangeArrowheads="1"/>
          </p:cNvSpPr>
          <p:nvPr/>
        </p:nvSpPr>
        <p:spPr bwMode="auto">
          <a:xfrm>
            <a:off x="4175125" y="4906963"/>
            <a:ext cx="9556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rgbClr val="800080"/>
                </a:solidFill>
                <a:latin typeface="Times New Roman" panose="02020603050405020304" pitchFamily="18" charset="0"/>
                <a:ea typeface="宋体" panose="02010600030101010101" pitchFamily="2" charset="-122"/>
              </a:rPr>
              <a:t>a</a:t>
            </a:r>
            <a:r>
              <a:rPr kumimoji="1" lang="en-US" altLang="zh-CN" sz="3200" b="1" baseline="-25000">
                <a:solidFill>
                  <a:srgbClr val="800080"/>
                </a:solidFill>
                <a:latin typeface="Times New Roman" panose="02020603050405020304" pitchFamily="18" charset="0"/>
                <a:ea typeface="宋体" panose="02010600030101010101" pitchFamily="2" charset="-122"/>
              </a:rPr>
              <a:t>6</a:t>
            </a:r>
            <a:r>
              <a:rPr kumimoji="1" lang="en-US" altLang="zh-CN" sz="3200" b="1">
                <a:solidFill>
                  <a:srgbClr val="800080"/>
                </a:solidFill>
                <a:latin typeface="Times New Roman" panose="02020603050405020304" pitchFamily="18" charset="0"/>
                <a:ea typeface="宋体" panose="02010600030101010101" pitchFamily="2" charset="-122"/>
              </a:rPr>
              <a:t>=8</a:t>
            </a:r>
            <a:endParaRPr kumimoji="1" lang="en-US" altLang="zh-CN" sz="2400">
              <a:latin typeface="Times New Roman" panose="02020603050405020304" pitchFamily="18" charset="0"/>
              <a:ea typeface="宋体" panose="02010600030101010101" pitchFamily="2" charset="-122"/>
            </a:endParaRPr>
          </a:p>
        </p:txBody>
      </p:sp>
      <p:sp>
        <p:nvSpPr>
          <p:cNvPr id="138267" name="Text Box 27">
            <a:extLst>
              <a:ext uri="{FF2B5EF4-FFF2-40B4-BE49-F238E27FC236}">
                <a16:creationId xmlns:a16="http://schemas.microsoft.com/office/drawing/2014/main" id="{5EA804CE-4CA7-2C91-05E9-E3CC8E9BE2A2}"/>
              </a:ext>
            </a:extLst>
          </p:cNvPr>
          <p:cNvSpPr txBox="1">
            <a:spLocks noChangeArrowheads="1"/>
          </p:cNvSpPr>
          <p:nvPr/>
        </p:nvSpPr>
        <p:spPr bwMode="auto">
          <a:xfrm>
            <a:off x="3641725" y="3962400"/>
            <a:ext cx="9556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rgbClr val="800080"/>
                </a:solidFill>
                <a:latin typeface="Times New Roman" panose="02020603050405020304" pitchFamily="18" charset="0"/>
                <a:ea typeface="宋体" panose="02010600030101010101" pitchFamily="2" charset="-122"/>
              </a:rPr>
              <a:t>a</a:t>
            </a:r>
            <a:r>
              <a:rPr kumimoji="1" lang="en-US" altLang="zh-CN" sz="3200" b="1" baseline="-25000">
                <a:solidFill>
                  <a:srgbClr val="800080"/>
                </a:solidFill>
                <a:latin typeface="Times New Roman" panose="02020603050405020304" pitchFamily="18" charset="0"/>
                <a:ea typeface="宋体" panose="02010600030101010101" pitchFamily="2" charset="-122"/>
              </a:rPr>
              <a:t>7</a:t>
            </a:r>
            <a:r>
              <a:rPr kumimoji="1" lang="en-US" altLang="zh-CN" sz="3200" b="1">
                <a:solidFill>
                  <a:srgbClr val="800080"/>
                </a:solidFill>
                <a:latin typeface="Times New Roman" panose="02020603050405020304" pitchFamily="18" charset="0"/>
                <a:ea typeface="宋体" panose="02010600030101010101" pitchFamily="2" charset="-122"/>
              </a:rPr>
              <a:t>=6</a:t>
            </a:r>
            <a:endParaRPr kumimoji="1" lang="en-US" altLang="zh-CN" sz="2400">
              <a:latin typeface="Times New Roman" panose="02020603050405020304" pitchFamily="18" charset="0"/>
              <a:ea typeface="宋体" panose="02010600030101010101" pitchFamily="2" charset="-122"/>
            </a:endParaRPr>
          </a:p>
        </p:txBody>
      </p:sp>
      <p:sp>
        <p:nvSpPr>
          <p:cNvPr id="138268" name="Text Box 28">
            <a:extLst>
              <a:ext uri="{FF2B5EF4-FFF2-40B4-BE49-F238E27FC236}">
                <a16:creationId xmlns:a16="http://schemas.microsoft.com/office/drawing/2014/main" id="{85B0FB63-C456-6D48-D8B3-3B24648B5C49}"/>
              </a:ext>
            </a:extLst>
          </p:cNvPr>
          <p:cNvSpPr txBox="1">
            <a:spLocks noChangeArrowheads="1"/>
          </p:cNvSpPr>
          <p:nvPr/>
        </p:nvSpPr>
        <p:spPr bwMode="auto">
          <a:xfrm>
            <a:off x="1981200" y="4373563"/>
            <a:ext cx="11588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rgbClr val="800080"/>
                </a:solidFill>
                <a:latin typeface="Times New Roman" panose="02020603050405020304" pitchFamily="18" charset="0"/>
                <a:ea typeface="宋体" panose="02010600030101010101" pitchFamily="2" charset="-122"/>
              </a:rPr>
              <a:t>a</a:t>
            </a:r>
            <a:r>
              <a:rPr kumimoji="1" lang="en-US" altLang="zh-CN" sz="3200" b="1" baseline="-25000">
                <a:solidFill>
                  <a:srgbClr val="800080"/>
                </a:solidFill>
                <a:latin typeface="Times New Roman" panose="02020603050405020304" pitchFamily="18" charset="0"/>
                <a:ea typeface="宋体" panose="02010600030101010101" pitchFamily="2" charset="-122"/>
              </a:rPr>
              <a:t>3</a:t>
            </a:r>
            <a:r>
              <a:rPr kumimoji="1" lang="en-US" altLang="zh-CN" sz="3200" b="1">
                <a:solidFill>
                  <a:srgbClr val="800080"/>
                </a:solidFill>
                <a:latin typeface="Times New Roman" panose="02020603050405020304" pitchFamily="18" charset="0"/>
                <a:ea typeface="宋体" panose="02010600030101010101" pitchFamily="2" charset="-122"/>
              </a:rPr>
              <a:t>=14</a:t>
            </a:r>
            <a:endParaRPr kumimoji="1" lang="en-US" altLang="zh-CN" sz="2400">
              <a:latin typeface="Times New Roman" panose="02020603050405020304" pitchFamily="18" charset="0"/>
              <a:ea typeface="宋体" panose="02010600030101010101" pitchFamily="2" charset="-122"/>
            </a:endParaRPr>
          </a:p>
        </p:txBody>
      </p:sp>
      <p:sp>
        <p:nvSpPr>
          <p:cNvPr id="138269" name="Text Box 29">
            <a:extLst>
              <a:ext uri="{FF2B5EF4-FFF2-40B4-BE49-F238E27FC236}">
                <a16:creationId xmlns:a16="http://schemas.microsoft.com/office/drawing/2014/main" id="{EE609E2F-F40A-C789-7FB4-2E7A950E2F94}"/>
              </a:ext>
            </a:extLst>
          </p:cNvPr>
          <p:cNvSpPr txBox="1">
            <a:spLocks noChangeArrowheads="1"/>
          </p:cNvSpPr>
          <p:nvPr/>
        </p:nvSpPr>
        <p:spPr bwMode="auto">
          <a:xfrm>
            <a:off x="2117725" y="4983163"/>
            <a:ext cx="11588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rgbClr val="800080"/>
                </a:solidFill>
                <a:latin typeface="Times New Roman" panose="02020603050405020304" pitchFamily="18" charset="0"/>
                <a:ea typeface="宋体" panose="02010600030101010101" pitchFamily="2" charset="-122"/>
              </a:rPr>
              <a:t>a</a:t>
            </a:r>
            <a:r>
              <a:rPr kumimoji="1" lang="en-US" altLang="zh-CN" sz="3200" b="1" baseline="-25000">
                <a:solidFill>
                  <a:srgbClr val="800080"/>
                </a:solidFill>
                <a:latin typeface="Times New Roman" panose="02020603050405020304" pitchFamily="18" charset="0"/>
                <a:ea typeface="宋体" panose="02010600030101010101" pitchFamily="2" charset="-122"/>
              </a:rPr>
              <a:t>4</a:t>
            </a:r>
            <a:r>
              <a:rPr kumimoji="1" lang="en-US" altLang="zh-CN" sz="3200" b="1">
                <a:solidFill>
                  <a:srgbClr val="800080"/>
                </a:solidFill>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138270" name="Rectangle 30">
            <a:extLst>
              <a:ext uri="{FF2B5EF4-FFF2-40B4-BE49-F238E27FC236}">
                <a16:creationId xmlns:a16="http://schemas.microsoft.com/office/drawing/2014/main" id="{A374F2B9-F030-D890-45B6-E2EB65E88BD1}"/>
              </a:ext>
            </a:extLst>
          </p:cNvPr>
          <p:cNvSpPr>
            <a:spLocks noChangeArrowheads="1"/>
          </p:cNvSpPr>
          <p:nvPr/>
        </p:nvSpPr>
        <p:spPr bwMode="auto">
          <a:xfrm>
            <a:off x="1524000" y="762000"/>
            <a:ext cx="5562600" cy="1066800"/>
          </a:xfrm>
          <a:prstGeom prst="rect">
            <a:avLst/>
          </a:prstGeom>
          <a:solidFill>
            <a:srgbClr val="99FFCC"/>
          </a:solidFill>
          <a:ln w="28575">
            <a:solidFill>
              <a:srgbClr val="800080"/>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endParaRPr lang="zh-CN" altLang="zh-CN"/>
          </a:p>
        </p:txBody>
      </p:sp>
      <p:sp>
        <p:nvSpPr>
          <p:cNvPr id="138271" name="Text Box 31">
            <a:extLst>
              <a:ext uri="{FF2B5EF4-FFF2-40B4-BE49-F238E27FC236}">
                <a16:creationId xmlns:a16="http://schemas.microsoft.com/office/drawing/2014/main" id="{9123A2F2-F4E7-4452-52C3-90B8C1D2B3A1}"/>
              </a:ext>
            </a:extLst>
          </p:cNvPr>
          <p:cNvSpPr txBox="1">
            <a:spLocks noChangeArrowheads="1"/>
          </p:cNvSpPr>
          <p:nvPr/>
        </p:nvSpPr>
        <p:spPr bwMode="auto">
          <a:xfrm>
            <a:off x="838200" y="762000"/>
            <a:ext cx="636588"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chemeClr val="tx2"/>
                </a:solidFill>
                <a:latin typeface="Times New Roman" panose="02020603050405020304" pitchFamily="18" charset="0"/>
                <a:ea typeface="宋体" panose="02010600030101010101" pitchFamily="2" charset="-122"/>
              </a:rPr>
              <a:t>Ve</a:t>
            </a:r>
          </a:p>
          <a:p>
            <a:pPr eaLnBrk="1" hangingPunct="1">
              <a:lnSpc>
                <a:spcPct val="100000"/>
              </a:lnSpc>
              <a:spcBef>
                <a:spcPct val="0"/>
              </a:spcBef>
              <a:buFontTx/>
              <a:buNone/>
            </a:pPr>
            <a:r>
              <a:rPr kumimoji="1" lang="en-US" altLang="zh-CN" sz="3200" b="1" i="1">
                <a:solidFill>
                  <a:schemeClr val="tx2"/>
                </a:solidFill>
                <a:latin typeface="Times New Roman" panose="02020603050405020304" pitchFamily="18" charset="0"/>
                <a:ea typeface="宋体" panose="02010600030101010101" pitchFamily="2" charset="-122"/>
              </a:rPr>
              <a:t>Vl</a:t>
            </a:r>
            <a:endParaRPr kumimoji="1" lang="en-US" altLang="zh-CN" sz="3200" b="1" i="1">
              <a:solidFill>
                <a:srgbClr val="000099"/>
              </a:solidFill>
              <a:latin typeface="Times New Roman" panose="02020603050405020304" pitchFamily="18" charset="0"/>
              <a:ea typeface="宋体" panose="02010600030101010101" pitchFamily="2" charset="-122"/>
            </a:endParaRPr>
          </a:p>
        </p:txBody>
      </p:sp>
      <p:sp>
        <p:nvSpPr>
          <p:cNvPr id="138272" name="Text Box 32">
            <a:extLst>
              <a:ext uri="{FF2B5EF4-FFF2-40B4-BE49-F238E27FC236}">
                <a16:creationId xmlns:a16="http://schemas.microsoft.com/office/drawing/2014/main" id="{670EF23C-B61B-1411-BB77-4D1C29448EF5}"/>
              </a:ext>
            </a:extLst>
          </p:cNvPr>
          <p:cNvSpPr txBox="1">
            <a:spLocks noChangeArrowheads="1"/>
          </p:cNvSpPr>
          <p:nvPr/>
        </p:nvSpPr>
        <p:spPr bwMode="auto">
          <a:xfrm>
            <a:off x="1508125" y="304800"/>
            <a:ext cx="5162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800080"/>
                </a:solidFill>
                <a:latin typeface="Times New Roman" panose="02020603050405020304" pitchFamily="18" charset="0"/>
                <a:ea typeface="宋体" panose="02010600030101010101" pitchFamily="2" charset="-122"/>
              </a:rPr>
              <a:t>1      2      3      4     5      6      7     8</a:t>
            </a:r>
            <a:endParaRPr kumimoji="1" lang="en-US" altLang="zh-CN" sz="2400">
              <a:latin typeface="Times New Roman" panose="02020603050405020304" pitchFamily="18" charset="0"/>
              <a:ea typeface="宋体" panose="02010600030101010101" pitchFamily="2" charset="-122"/>
            </a:endParaRPr>
          </a:p>
        </p:txBody>
      </p:sp>
      <p:sp>
        <p:nvSpPr>
          <p:cNvPr id="138273" name="Line 33">
            <a:extLst>
              <a:ext uri="{FF2B5EF4-FFF2-40B4-BE49-F238E27FC236}">
                <a16:creationId xmlns:a16="http://schemas.microsoft.com/office/drawing/2014/main" id="{CFC11F0B-0C4E-8947-E03C-DB9585579B7F}"/>
              </a:ext>
            </a:extLst>
          </p:cNvPr>
          <p:cNvSpPr>
            <a:spLocks noChangeShapeType="1"/>
          </p:cNvSpPr>
          <p:nvPr/>
        </p:nvSpPr>
        <p:spPr bwMode="auto">
          <a:xfrm>
            <a:off x="1524000" y="1295400"/>
            <a:ext cx="5562600" cy="0"/>
          </a:xfrm>
          <a:prstGeom prst="line">
            <a:avLst/>
          </a:prstGeom>
          <a:noFill/>
          <a:ln w="28575">
            <a:solidFill>
              <a:srgbClr val="800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74" name="Text Box 34">
            <a:extLst>
              <a:ext uri="{FF2B5EF4-FFF2-40B4-BE49-F238E27FC236}">
                <a16:creationId xmlns:a16="http://schemas.microsoft.com/office/drawing/2014/main" id="{25502ED1-1AE2-1FD3-B15A-CF3F0450DDA6}"/>
              </a:ext>
            </a:extLst>
          </p:cNvPr>
          <p:cNvSpPr txBox="1">
            <a:spLocks noChangeArrowheads="1"/>
          </p:cNvSpPr>
          <p:nvPr/>
        </p:nvSpPr>
        <p:spPr bwMode="auto">
          <a:xfrm>
            <a:off x="1508125" y="762000"/>
            <a:ext cx="546735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latin typeface="Times New Roman" panose="02020603050405020304" pitchFamily="18" charset="0"/>
                <a:ea typeface="宋体" panose="02010600030101010101" pitchFamily="2" charset="-122"/>
              </a:rPr>
              <a:t>  </a:t>
            </a:r>
            <a:r>
              <a:rPr kumimoji="1" lang="en-US" altLang="zh-CN" sz="3200" b="1">
                <a:solidFill>
                  <a:srgbClr val="000099"/>
                </a:solidFill>
                <a:latin typeface="Times New Roman" panose="02020603050405020304" pitchFamily="18" charset="0"/>
                <a:ea typeface="宋体" panose="02010600030101010101" pitchFamily="2" charset="-122"/>
              </a:rPr>
              <a:t>0     8   12   22   28  40   46   58</a:t>
            </a:r>
          </a:p>
          <a:p>
            <a:pPr eaLnBrk="1" hangingPunct="1">
              <a:lnSpc>
                <a:spcPct val="100000"/>
              </a:lnSpc>
              <a:spcBef>
                <a:spcPct val="0"/>
              </a:spcBef>
              <a:buFontTx/>
              <a:buNone/>
            </a:pPr>
            <a:r>
              <a:rPr kumimoji="1" lang="en-US" altLang="zh-CN" sz="3200" b="1">
                <a:solidFill>
                  <a:srgbClr val="000099"/>
                </a:solidFill>
                <a:latin typeface="Times New Roman" panose="02020603050405020304" pitchFamily="18" charset="0"/>
                <a:ea typeface="宋体" panose="02010600030101010101" pitchFamily="2" charset="-122"/>
              </a:rPr>
              <a:t>  0     8   12   22   28  40   46   58</a:t>
            </a:r>
            <a:endParaRPr kumimoji="1" lang="en-US" altLang="zh-CN" sz="2400">
              <a:latin typeface="Times New Roman" panose="02020603050405020304" pitchFamily="18" charset="0"/>
              <a:ea typeface="宋体" panose="02010600030101010101" pitchFamily="2" charset="-122"/>
            </a:endParaRPr>
          </a:p>
        </p:txBody>
      </p:sp>
      <p:sp>
        <p:nvSpPr>
          <p:cNvPr id="138275" name="Line 35">
            <a:extLst>
              <a:ext uri="{FF2B5EF4-FFF2-40B4-BE49-F238E27FC236}">
                <a16:creationId xmlns:a16="http://schemas.microsoft.com/office/drawing/2014/main" id="{DBB29B06-06F8-EBCE-38F3-96738B510A96}"/>
              </a:ext>
            </a:extLst>
          </p:cNvPr>
          <p:cNvSpPr>
            <a:spLocks noChangeShapeType="1"/>
          </p:cNvSpPr>
          <p:nvPr/>
        </p:nvSpPr>
        <p:spPr bwMode="auto">
          <a:xfrm>
            <a:off x="2209800" y="762000"/>
            <a:ext cx="0" cy="1066800"/>
          </a:xfrm>
          <a:prstGeom prst="line">
            <a:avLst/>
          </a:prstGeom>
          <a:noFill/>
          <a:ln w="28575">
            <a:solidFill>
              <a:srgbClr val="800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76" name="Line 36">
            <a:extLst>
              <a:ext uri="{FF2B5EF4-FFF2-40B4-BE49-F238E27FC236}">
                <a16:creationId xmlns:a16="http://schemas.microsoft.com/office/drawing/2014/main" id="{ED696EEC-C52C-5E1D-535D-D339615F628C}"/>
              </a:ext>
            </a:extLst>
          </p:cNvPr>
          <p:cNvSpPr>
            <a:spLocks noChangeShapeType="1"/>
          </p:cNvSpPr>
          <p:nvPr/>
        </p:nvSpPr>
        <p:spPr bwMode="auto">
          <a:xfrm>
            <a:off x="2895600" y="762000"/>
            <a:ext cx="0" cy="1066800"/>
          </a:xfrm>
          <a:prstGeom prst="line">
            <a:avLst/>
          </a:prstGeom>
          <a:noFill/>
          <a:ln w="28575">
            <a:solidFill>
              <a:srgbClr val="800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77" name="Line 37">
            <a:extLst>
              <a:ext uri="{FF2B5EF4-FFF2-40B4-BE49-F238E27FC236}">
                <a16:creationId xmlns:a16="http://schemas.microsoft.com/office/drawing/2014/main" id="{EF27E01B-127E-C3CC-4F60-BF1DAF61EBF8}"/>
              </a:ext>
            </a:extLst>
          </p:cNvPr>
          <p:cNvSpPr>
            <a:spLocks noChangeShapeType="1"/>
          </p:cNvSpPr>
          <p:nvPr/>
        </p:nvSpPr>
        <p:spPr bwMode="auto">
          <a:xfrm>
            <a:off x="3581400" y="762000"/>
            <a:ext cx="0" cy="1066800"/>
          </a:xfrm>
          <a:prstGeom prst="line">
            <a:avLst/>
          </a:prstGeom>
          <a:noFill/>
          <a:ln w="28575">
            <a:solidFill>
              <a:srgbClr val="800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78" name="Line 38">
            <a:extLst>
              <a:ext uri="{FF2B5EF4-FFF2-40B4-BE49-F238E27FC236}">
                <a16:creationId xmlns:a16="http://schemas.microsoft.com/office/drawing/2014/main" id="{8EECD271-CC3C-1EDB-3B8A-60F722676B14}"/>
              </a:ext>
            </a:extLst>
          </p:cNvPr>
          <p:cNvSpPr>
            <a:spLocks noChangeShapeType="1"/>
          </p:cNvSpPr>
          <p:nvPr/>
        </p:nvSpPr>
        <p:spPr bwMode="auto">
          <a:xfrm>
            <a:off x="4267200" y="762000"/>
            <a:ext cx="0" cy="1066800"/>
          </a:xfrm>
          <a:prstGeom prst="line">
            <a:avLst/>
          </a:prstGeom>
          <a:noFill/>
          <a:ln w="28575">
            <a:solidFill>
              <a:srgbClr val="800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79" name="Line 39">
            <a:extLst>
              <a:ext uri="{FF2B5EF4-FFF2-40B4-BE49-F238E27FC236}">
                <a16:creationId xmlns:a16="http://schemas.microsoft.com/office/drawing/2014/main" id="{77C609CB-3F3A-D6C7-6F86-7FA1CA1A7453}"/>
              </a:ext>
            </a:extLst>
          </p:cNvPr>
          <p:cNvSpPr>
            <a:spLocks noChangeShapeType="1"/>
          </p:cNvSpPr>
          <p:nvPr/>
        </p:nvSpPr>
        <p:spPr bwMode="auto">
          <a:xfrm>
            <a:off x="4953000" y="762000"/>
            <a:ext cx="0" cy="1066800"/>
          </a:xfrm>
          <a:prstGeom prst="line">
            <a:avLst/>
          </a:prstGeom>
          <a:noFill/>
          <a:ln w="28575">
            <a:solidFill>
              <a:srgbClr val="800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80" name="Line 40">
            <a:extLst>
              <a:ext uri="{FF2B5EF4-FFF2-40B4-BE49-F238E27FC236}">
                <a16:creationId xmlns:a16="http://schemas.microsoft.com/office/drawing/2014/main" id="{B6914BE1-849F-ED07-1FDF-B191D2B0B939}"/>
              </a:ext>
            </a:extLst>
          </p:cNvPr>
          <p:cNvSpPr>
            <a:spLocks noChangeShapeType="1"/>
          </p:cNvSpPr>
          <p:nvPr/>
        </p:nvSpPr>
        <p:spPr bwMode="auto">
          <a:xfrm>
            <a:off x="5638800" y="762000"/>
            <a:ext cx="0" cy="1066800"/>
          </a:xfrm>
          <a:prstGeom prst="line">
            <a:avLst/>
          </a:prstGeom>
          <a:noFill/>
          <a:ln w="28575">
            <a:solidFill>
              <a:srgbClr val="800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81" name="Line 41">
            <a:extLst>
              <a:ext uri="{FF2B5EF4-FFF2-40B4-BE49-F238E27FC236}">
                <a16:creationId xmlns:a16="http://schemas.microsoft.com/office/drawing/2014/main" id="{97DFABB8-FAF9-A847-D2AC-060617E1F611}"/>
              </a:ext>
            </a:extLst>
          </p:cNvPr>
          <p:cNvSpPr>
            <a:spLocks noChangeShapeType="1"/>
          </p:cNvSpPr>
          <p:nvPr/>
        </p:nvSpPr>
        <p:spPr bwMode="auto">
          <a:xfrm>
            <a:off x="6324600" y="762000"/>
            <a:ext cx="0" cy="1066800"/>
          </a:xfrm>
          <a:prstGeom prst="line">
            <a:avLst/>
          </a:prstGeom>
          <a:noFill/>
          <a:ln w="28575">
            <a:solidFill>
              <a:srgbClr val="800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82" name="Rectangle 42">
            <a:extLst>
              <a:ext uri="{FF2B5EF4-FFF2-40B4-BE49-F238E27FC236}">
                <a16:creationId xmlns:a16="http://schemas.microsoft.com/office/drawing/2014/main" id="{0A79F163-6137-CA68-84F6-AFE8EFA4E297}"/>
              </a:ext>
            </a:extLst>
          </p:cNvPr>
          <p:cNvSpPr>
            <a:spLocks noChangeArrowheads="1"/>
          </p:cNvSpPr>
          <p:nvPr/>
        </p:nvSpPr>
        <p:spPr bwMode="auto">
          <a:xfrm>
            <a:off x="1295400" y="2362200"/>
            <a:ext cx="6629400" cy="990600"/>
          </a:xfrm>
          <a:prstGeom prst="rect">
            <a:avLst/>
          </a:prstGeom>
          <a:solidFill>
            <a:srgbClr val="99FFCC"/>
          </a:solidFill>
          <a:ln w="9525">
            <a:solidFill>
              <a:srgbClr val="800080"/>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zh-CN"/>
          </a:p>
        </p:txBody>
      </p:sp>
      <p:sp>
        <p:nvSpPr>
          <p:cNvPr id="138283" name="Text Box 43">
            <a:extLst>
              <a:ext uri="{FF2B5EF4-FFF2-40B4-BE49-F238E27FC236}">
                <a16:creationId xmlns:a16="http://schemas.microsoft.com/office/drawing/2014/main" id="{6785B018-72CF-C725-DA17-2C24BEDAA02E}"/>
              </a:ext>
            </a:extLst>
          </p:cNvPr>
          <p:cNvSpPr txBox="1">
            <a:spLocks noChangeArrowheads="1"/>
          </p:cNvSpPr>
          <p:nvPr/>
        </p:nvSpPr>
        <p:spPr bwMode="auto">
          <a:xfrm>
            <a:off x="914400" y="2286000"/>
            <a:ext cx="36512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chemeClr val="tx2"/>
                </a:solidFill>
                <a:latin typeface="Times New Roman" panose="02020603050405020304" pitchFamily="18" charset="0"/>
                <a:ea typeface="宋体" panose="02010600030101010101" pitchFamily="2" charset="-122"/>
              </a:rPr>
              <a:t>e</a:t>
            </a:r>
          </a:p>
          <a:p>
            <a:pPr eaLnBrk="1" hangingPunct="1">
              <a:lnSpc>
                <a:spcPct val="100000"/>
              </a:lnSpc>
              <a:spcBef>
                <a:spcPct val="0"/>
              </a:spcBef>
              <a:buFontTx/>
              <a:buNone/>
            </a:pPr>
            <a:r>
              <a:rPr kumimoji="1" lang="en-US" altLang="zh-CN" sz="3200" b="1" i="1">
                <a:solidFill>
                  <a:schemeClr val="tx2"/>
                </a:solidFill>
                <a:latin typeface="Times New Roman" panose="02020603050405020304" pitchFamily="18" charset="0"/>
                <a:ea typeface="宋体" panose="02010600030101010101" pitchFamily="2" charset="-122"/>
              </a:rPr>
              <a:t>l</a:t>
            </a:r>
            <a:endParaRPr kumimoji="1" lang="en-US" altLang="zh-CN" sz="2400">
              <a:latin typeface="Times New Roman" panose="02020603050405020304" pitchFamily="18" charset="0"/>
              <a:ea typeface="宋体" panose="02010600030101010101" pitchFamily="2" charset="-122"/>
            </a:endParaRPr>
          </a:p>
        </p:txBody>
      </p:sp>
      <p:sp>
        <p:nvSpPr>
          <p:cNvPr id="138284" name="Text Box 44">
            <a:extLst>
              <a:ext uri="{FF2B5EF4-FFF2-40B4-BE49-F238E27FC236}">
                <a16:creationId xmlns:a16="http://schemas.microsoft.com/office/drawing/2014/main" id="{695C5F57-93BD-8124-AA6E-60ACB44D23F7}"/>
              </a:ext>
            </a:extLst>
          </p:cNvPr>
          <p:cNvSpPr txBox="1">
            <a:spLocks noChangeArrowheads="1"/>
          </p:cNvSpPr>
          <p:nvPr/>
        </p:nvSpPr>
        <p:spPr bwMode="auto">
          <a:xfrm>
            <a:off x="1365250" y="2286000"/>
            <a:ext cx="648335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0099"/>
                </a:solidFill>
                <a:latin typeface="Times New Roman" panose="02020603050405020304" pitchFamily="18" charset="0"/>
                <a:ea typeface="宋体" panose="02010600030101010101" pitchFamily="2" charset="-122"/>
              </a:rPr>
              <a:t>0    0    8    12   12   22   22  28  40   46</a:t>
            </a:r>
          </a:p>
          <a:p>
            <a:pPr eaLnBrk="1" hangingPunct="1">
              <a:lnSpc>
                <a:spcPct val="100000"/>
              </a:lnSpc>
              <a:spcBef>
                <a:spcPct val="0"/>
              </a:spcBef>
              <a:buFontTx/>
              <a:buNone/>
            </a:pPr>
            <a:r>
              <a:rPr kumimoji="1" lang="en-US" altLang="zh-CN" sz="3200" b="1">
                <a:solidFill>
                  <a:srgbClr val="000099"/>
                </a:solidFill>
                <a:latin typeface="Times New Roman" panose="02020603050405020304" pitchFamily="18" charset="0"/>
                <a:ea typeface="宋体" panose="02010600030101010101" pitchFamily="2" charset="-122"/>
              </a:rPr>
              <a:t>0    0    8    12   12   32   22  28  40   46</a:t>
            </a:r>
            <a:endParaRPr kumimoji="1" lang="en-US" altLang="zh-CN" sz="2400">
              <a:latin typeface="Times New Roman" panose="02020603050405020304" pitchFamily="18" charset="0"/>
              <a:ea typeface="宋体" panose="02010600030101010101" pitchFamily="2" charset="-122"/>
            </a:endParaRPr>
          </a:p>
        </p:txBody>
      </p:sp>
      <p:sp>
        <p:nvSpPr>
          <p:cNvPr id="138285" name="Line 45">
            <a:extLst>
              <a:ext uri="{FF2B5EF4-FFF2-40B4-BE49-F238E27FC236}">
                <a16:creationId xmlns:a16="http://schemas.microsoft.com/office/drawing/2014/main" id="{BE4132A1-E381-CD52-BC56-37B07F8F9FDE}"/>
              </a:ext>
            </a:extLst>
          </p:cNvPr>
          <p:cNvSpPr>
            <a:spLocks noChangeShapeType="1"/>
          </p:cNvSpPr>
          <p:nvPr/>
        </p:nvSpPr>
        <p:spPr bwMode="auto">
          <a:xfrm>
            <a:off x="1905000" y="2362200"/>
            <a:ext cx="0" cy="990600"/>
          </a:xfrm>
          <a:prstGeom prst="line">
            <a:avLst/>
          </a:prstGeom>
          <a:noFill/>
          <a:ln w="9525">
            <a:solidFill>
              <a:srgbClr val="800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86" name="Line 46">
            <a:extLst>
              <a:ext uri="{FF2B5EF4-FFF2-40B4-BE49-F238E27FC236}">
                <a16:creationId xmlns:a16="http://schemas.microsoft.com/office/drawing/2014/main" id="{FC89D2A6-6372-E65C-301B-0F7AE61982C0}"/>
              </a:ext>
            </a:extLst>
          </p:cNvPr>
          <p:cNvSpPr>
            <a:spLocks noChangeShapeType="1"/>
          </p:cNvSpPr>
          <p:nvPr/>
        </p:nvSpPr>
        <p:spPr bwMode="auto">
          <a:xfrm>
            <a:off x="2514600" y="2362200"/>
            <a:ext cx="0" cy="990600"/>
          </a:xfrm>
          <a:prstGeom prst="line">
            <a:avLst/>
          </a:prstGeom>
          <a:noFill/>
          <a:ln w="9525">
            <a:solidFill>
              <a:srgbClr val="800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87" name="Line 47">
            <a:extLst>
              <a:ext uri="{FF2B5EF4-FFF2-40B4-BE49-F238E27FC236}">
                <a16:creationId xmlns:a16="http://schemas.microsoft.com/office/drawing/2014/main" id="{5ECF9F13-44B2-61EC-CAB3-836DE190340E}"/>
              </a:ext>
            </a:extLst>
          </p:cNvPr>
          <p:cNvSpPr>
            <a:spLocks noChangeShapeType="1"/>
          </p:cNvSpPr>
          <p:nvPr/>
        </p:nvSpPr>
        <p:spPr bwMode="auto">
          <a:xfrm>
            <a:off x="3124200" y="2362200"/>
            <a:ext cx="0" cy="990600"/>
          </a:xfrm>
          <a:prstGeom prst="line">
            <a:avLst/>
          </a:prstGeom>
          <a:noFill/>
          <a:ln w="9525">
            <a:solidFill>
              <a:srgbClr val="800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88" name="Line 48">
            <a:extLst>
              <a:ext uri="{FF2B5EF4-FFF2-40B4-BE49-F238E27FC236}">
                <a16:creationId xmlns:a16="http://schemas.microsoft.com/office/drawing/2014/main" id="{FB073675-ED0F-9EE6-AB11-4A0097DBFFA2}"/>
              </a:ext>
            </a:extLst>
          </p:cNvPr>
          <p:cNvSpPr>
            <a:spLocks noChangeShapeType="1"/>
          </p:cNvSpPr>
          <p:nvPr/>
        </p:nvSpPr>
        <p:spPr bwMode="auto">
          <a:xfrm>
            <a:off x="3810000" y="2362200"/>
            <a:ext cx="0" cy="990600"/>
          </a:xfrm>
          <a:prstGeom prst="line">
            <a:avLst/>
          </a:prstGeom>
          <a:noFill/>
          <a:ln w="9525">
            <a:solidFill>
              <a:srgbClr val="800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89" name="Line 49">
            <a:extLst>
              <a:ext uri="{FF2B5EF4-FFF2-40B4-BE49-F238E27FC236}">
                <a16:creationId xmlns:a16="http://schemas.microsoft.com/office/drawing/2014/main" id="{228957DA-ADB3-663B-76EC-4348912B89FE}"/>
              </a:ext>
            </a:extLst>
          </p:cNvPr>
          <p:cNvSpPr>
            <a:spLocks noChangeShapeType="1"/>
          </p:cNvSpPr>
          <p:nvPr/>
        </p:nvSpPr>
        <p:spPr bwMode="auto">
          <a:xfrm>
            <a:off x="4495800" y="2362200"/>
            <a:ext cx="0" cy="990600"/>
          </a:xfrm>
          <a:prstGeom prst="line">
            <a:avLst/>
          </a:prstGeom>
          <a:noFill/>
          <a:ln w="9525">
            <a:solidFill>
              <a:srgbClr val="800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90" name="Line 50">
            <a:extLst>
              <a:ext uri="{FF2B5EF4-FFF2-40B4-BE49-F238E27FC236}">
                <a16:creationId xmlns:a16="http://schemas.microsoft.com/office/drawing/2014/main" id="{88B8DF1B-341D-8314-27A5-1A1EFB98B3B8}"/>
              </a:ext>
            </a:extLst>
          </p:cNvPr>
          <p:cNvSpPr>
            <a:spLocks noChangeShapeType="1"/>
          </p:cNvSpPr>
          <p:nvPr/>
        </p:nvSpPr>
        <p:spPr bwMode="auto">
          <a:xfrm>
            <a:off x="5181600" y="2362200"/>
            <a:ext cx="0" cy="990600"/>
          </a:xfrm>
          <a:prstGeom prst="line">
            <a:avLst/>
          </a:prstGeom>
          <a:noFill/>
          <a:ln w="9525">
            <a:solidFill>
              <a:srgbClr val="800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91" name="Line 51">
            <a:extLst>
              <a:ext uri="{FF2B5EF4-FFF2-40B4-BE49-F238E27FC236}">
                <a16:creationId xmlns:a16="http://schemas.microsoft.com/office/drawing/2014/main" id="{9640F47A-98B2-D248-6AA3-639E8D31157F}"/>
              </a:ext>
            </a:extLst>
          </p:cNvPr>
          <p:cNvSpPr>
            <a:spLocks noChangeShapeType="1"/>
          </p:cNvSpPr>
          <p:nvPr/>
        </p:nvSpPr>
        <p:spPr bwMode="auto">
          <a:xfrm>
            <a:off x="5867400" y="2362200"/>
            <a:ext cx="0" cy="990600"/>
          </a:xfrm>
          <a:prstGeom prst="line">
            <a:avLst/>
          </a:prstGeom>
          <a:noFill/>
          <a:ln w="9525">
            <a:solidFill>
              <a:srgbClr val="800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92" name="Line 52">
            <a:extLst>
              <a:ext uri="{FF2B5EF4-FFF2-40B4-BE49-F238E27FC236}">
                <a16:creationId xmlns:a16="http://schemas.microsoft.com/office/drawing/2014/main" id="{EDC526BB-A5A2-9752-0839-499DEF7F8430}"/>
              </a:ext>
            </a:extLst>
          </p:cNvPr>
          <p:cNvSpPr>
            <a:spLocks noChangeShapeType="1"/>
          </p:cNvSpPr>
          <p:nvPr/>
        </p:nvSpPr>
        <p:spPr bwMode="auto">
          <a:xfrm>
            <a:off x="6553200" y="2362200"/>
            <a:ext cx="0" cy="990600"/>
          </a:xfrm>
          <a:prstGeom prst="line">
            <a:avLst/>
          </a:prstGeom>
          <a:noFill/>
          <a:ln w="9525">
            <a:solidFill>
              <a:srgbClr val="800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93" name="Line 53">
            <a:extLst>
              <a:ext uri="{FF2B5EF4-FFF2-40B4-BE49-F238E27FC236}">
                <a16:creationId xmlns:a16="http://schemas.microsoft.com/office/drawing/2014/main" id="{CBBBB895-1015-A040-51F3-86B04C3E6809}"/>
              </a:ext>
            </a:extLst>
          </p:cNvPr>
          <p:cNvSpPr>
            <a:spLocks noChangeShapeType="1"/>
          </p:cNvSpPr>
          <p:nvPr/>
        </p:nvSpPr>
        <p:spPr bwMode="auto">
          <a:xfrm>
            <a:off x="7239000" y="2362200"/>
            <a:ext cx="0" cy="990600"/>
          </a:xfrm>
          <a:prstGeom prst="line">
            <a:avLst/>
          </a:prstGeom>
          <a:noFill/>
          <a:ln w="9525">
            <a:solidFill>
              <a:srgbClr val="800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94" name="Line 54">
            <a:extLst>
              <a:ext uri="{FF2B5EF4-FFF2-40B4-BE49-F238E27FC236}">
                <a16:creationId xmlns:a16="http://schemas.microsoft.com/office/drawing/2014/main" id="{7F4FB0E6-4692-144E-7D48-43B36DB4A2E2}"/>
              </a:ext>
            </a:extLst>
          </p:cNvPr>
          <p:cNvSpPr>
            <a:spLocks noChangeShapeType="1"/>
          </p:cNvSpPr>
          <p:nvPr/>
        </p:nvSpPr>
        <p:spPr bwMode="auto">
          <a:xfrm>
            <a:off x="1295400" y="2819400"/>
            <a:ext cx="6629400" cy="0"/>
          </a:xfrm>
          <a:prstGeom prst="line">
            <a:avLst/>
          </a:prstGeom>
          <a:noFill/>
          <a:ln w="9525">
            <a:solidFill>
              <a:srgbClr val="800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95" name="Text Box 55">
            <a:extLst>
              <a:ext uri="{FF2B5EF4-FFF2-40B4-BE49-F238E27FC236}">
                <a16:creationId xmlns:a16="http://schemas.microsoft.com/office/drawing/2014/main" id="{295129F2-0F3F-42D3-9EF2-0457383C2FDA}"/>
              </a:ext>
            </a:extLst>
          </p:cNvPr>
          <p:cNvSpPr txBox="1">
            <a:spLocks noChangeArrowheads="1"/>
          </p:cNvSpPr>
          <p:nvPr/>
        </p:nvSpPr>
        <p:spPr bwMode="auto">
          <a:xfrm>
            <a:off x="1416050" y="1919288"/>
            <a:ext cx="6407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800080"/>
                </a:solidFill>
                <a:latin typeface="Times New Roman" panose="02020603050405020304" pitchFamily="18" charset="0"/>
                <a:ea typeface="宋体" panose="02010600030101010101" pitchFamily="2" charset="-122"/>
              </a:rPr>
              <a:t>1     2     3     4     5      6      7     8      9     10</a:t>
            </a:r>
            <a:endParaRPr kumimoji="1" lang="en-US" altLang="zh-CN" sz="2400" b="1">
              <a:solidFill>
                <a:srgbClr val="800080"/>
              </a:solidFill>
              <a:latin typeface="Times New Roman" panose="02020603050405020304" pitchFamily="18" charset="0"/>
              <a:ea typeface="宋体" panose="02010600030101010101" pitchFamily="2" charset="-122"/>
            </a:endParaRPr>
          </a:p>
        </p:txBody>
      </p:sp>
      <p:sp>
        <p:nvSpPr>
          <p:cNvPr id="2" name="灯片编号占位符 1">
            <a:extLst>
              <a:ext uri="{FF2B5EF4-FFF2-40B4-BE49-F238E27FC236}">
                <a16:creationId xmlns:a16="http://schemas.microsoft.com/office/drawing/2014/main" id="{EB38BC80-8B3D-C470-87EE-D4B44E63B48B}"/>
              </a:ext>
            </a:extLst>
          </p:cNvPr>
          <p:cNvSpPr>
            <a:spLocks noGrp="1"/>
          </p:cNvSpPr>
          <p:nvPr>
            <p:ph type="sldNum" sz="quarter" idx="12"/>
          </p:nvPr>
        </p:nvSpPr>
        <p:spPr/>
        <p:txBody>
          <a:bodyPr/>
          <a:lstStyle/>
          <a:p>
            <a:pPr>
              <a:defRPr/>
            </a:pPr>
            <a:fld id="{22EEED5C-99EB-4141-8E47-FA8D31DEB9C9}" type="slidenum">
              <a:rPr lang="en-US" altLang="zh-CN" smtClean="0"/>
              <a:pPr>
                <a:defRPr/>
              </a:pPr>
              <a:t>118</a:t>
            </a:fld>
            <a:endParaRPr lang="en-US" altLang="zh-CN"/>
          </a:p>
        </p:txBody>
      </p:sp>
    </p:spTree>
  </p:cSld>
  <p:clrMapOvr>
    <a:masterClrMapping/>
  </p:clrMapOvr>
  <p:transition>
    <p:zoom/>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CB6A515-A0F3-475B-BC03-E6F72BC54F0B}"/>
              </a:ext>
            </a:extLst>
          </p:cNvPr>
          <p:cNvSpPr>
            <a:spLocks noGrp="1"/>
          </p:cNvSpPr>
          <p:nvPr>
            <p:ph idx="1"/>
          </p:nvPr>
        </p:nvSpPr>
        <p:spPr>
          <a:xfrm>
            <a:off x="107504" y="116632"/>
            <a:ext cx="8928992" cy="6624736"/>
          </a:xfrm>
        </p:spPr>
        <p:txBody>
          <a:bodyPr>
            <a:normAutofit fontScale="92500" lnSpcReduction="20000"/>
          </a:bodyPr>
          <a:lstStyle/>
          <a:p>
            <a:pPr marL="0" indent="0">
              <a:buNone/>
            </a:pPr>
            <a:r>
              <a:rPr lang="zh-CN" altLang="en-US" sz="1600" dirty="0"/>
              <a:t>利用关键路径法求</a:t>
            </a:r>
            <a:r>
              <a:rPr lang="en-US" altLang="zh-CN" sz="1600" dirty="0"/>
              <a:t>AOE</a:t>
            </a:r>
            <a:r>
              <a:rPr lang="zh-CN" altLang="en-US" sz="1600" dirty="0"/>
              <a:t>网的各关键活动</a:t>
            </a:r>
          </a:p>
          <a:p>
            <a:pPr marL="0" indent="0">
              <a:buNone/>
            </a:pPr>
            <a:r>
              <a:rPr lang="en-US" altLang="zh-CN" sz="1600" dirty="0"/>
              <a:t>template &lt;class T, class E&gt; void </a:t>
            </a:r>
            <a:r>
              <a:rPr lang="en-US" altLang="zh-CN" sz="1600" dirty="0" err="1"/>
              <a:t>CriticalPath</a:t>
            </a:r>
            <a:r>
              <a:rPr lang="en-US" altLang="zh-CN" sz="1600" dirty="0"/>
              <a:t> ( Graph&lt;T, E&gt;&amp; G ) {</a:t>
            </a:r>
          </a:p>
          <a:p>
            <a:pPr marL="0" indent="0">
              <a:buNone/>
            </a:pPr>
            <a:r>
              <a:rPr lang="en-US" altLang="zh-CN" sz="1600" dirty="0"/>
              <a:t>    int </a:t>
            </a:r>
            <a:r>
              <a:rPr lang="en-US" altLang="zh-CN" sz="1600" dirty="0" err="1"/>
              <a:t>i</a:t>
            </a:r>
            <a:r>
              <a:rPr lang="en-US" altLang="zh-CN" sz="1600" dirty="0"/>
              <a:t>, j, k;  E Ae, Al, w;    int n = </a:t>
            </a:r>
            <a:r>
              <a:rPr lang="en-US" altLang="zh-CN" sz="1600" dirty="0" err="1"/>
              <a:t>G.NumberOfVertices</a:t>
            </a:r>
            <a:r>
              <a:rPr lang="en-US" altLang="zh-CN" sz="1600" dirty="0"/>
              <a:t>( );    E * </a:t>
            </a:r>
            <a:r>
              <a:rPr lang="en-US" altLang="zh-CN" sz="1600" dirty="0" err="1"/>
              <a:t>Ve</a:t>
            </a:r>
            <a:r>
              <a:rPr lang="en-US" altLang="zh-CN" sz="1600" dirty="0"/>
              <a:t> = new E[n];    E * </a:t>
            </a:r>
            <a:r>
              <a:rPr lang="en-US" altLang="zh-CN" sz="1600" dirty="0" err="1"/>
              <a:t>Vl</a:t>
            </a:r>
            <a:r>
              <a:rPr lang="en-US" altLang="zh-CN" sz="1600" dirty="0"/>
              <a:t> = new E[n];</a:t>
            </a:r>
          </a:p>
          <a:p>
            <a:pPr marL="0" indent="0">
              <a:buNone/>
            </a:pPr>
            <a:r>
              <a:rPr lang="en-US" altLang="zh-CN" sz="1600" dirty="0"/>
              <a:t>    for ( </a:t>
            </a:r>
            <a:r>
              <a:rPr lang="en-US" altLang="zh-CN" sz="1600" dirty="0" err="1"/>
              <a:t>i</a:t>
            </a:r>
            <a:r>
              <a:rPr lang="en-US" altLang="zh-CN" sz="1600" dirty="0"/>
              <a:t> = 0; </a:t>
            </a:r>
            <a:r>
              <a:rPr lang="en-US" altLang="zh-CN" sz="1600" dirty="0" err="1"/>
              <a:t>i</a:t>
            </a:r>
            <a:r>
              <a:rPr lang="en-US" altLang="zh-CN" sz="1600" dirty="0"/>
              <a:t> &lt; n; </a:t>
            </a:r>
            <a:r>
              <a:rPr lang="en-US" altLang="zh-CN" sz="1600" dirty="0" err="1"/>
              <a:t>i</a:t>
            </a:r>
            <a:r>
              <a:rPr lang="en-US" altLang="zh-CN" sz="1600" dirty="0"/>
              <a:t>++ ) </a:t>
            </a:r>
            <a:r>
              <a:rPr lang="en-US" altLang="zh-CN" sz="1600" dirty="0" err="1"/>
              <a:t>Ve</a:t>
            </a:r>
            <a:r>
              <a:rPr lang="en-US" altLang="zh-CN" sz="1600" dirty="0"/>
              <a:t>[</a:t>
            </a:r>
            <a:r>
              <a:rPr lang="en-US" altLang="zh-CN" sz="1600" dirty="0" err="1"/>
              <a:t>i</a:t>
            </a:r>
            <a:r>
              <a:rPr lang="en-US" altLang="zh-CN" sz="1600" dirty="0"/>
              <a:t>] = 0;</a:t>
            </a:r>
          </a:p>
          <a:p>
            <a:pPr marL="0" indent="0">
              <a:buNone/>
            </a:pPr>
            <a:r>
              <a:rPr lang="en-US" altLang="zh-CN" sz="1600" dirty="0"/>
              <a:t>    for ( </a:t>
            </a:r>
            <a:r>
              <a:rPr lang="en-US" altLang="zh-CN" sz="1600" dirty="0" err="1"/>
              <a:t>i</a:t>
            </a:r>
            <a:r>
              <a:rPr lang="en-US" altLang="zh-CN" sz="1600" dirty="0"/>
              <a:t> = 0; </a:t>
            </a:r>
            <a:r>
              <a:rPr lang="en-US" altLang="zh-CN" sz="1600" dirty="0" err="1"/>
              <a:t>i</a:t>
            </a:r>
            <a:r>
              <a:rPr lang="en-US" altLang="zh-CN" sz="1600" dirty="0"/>
              <a:t> &lt; n; </a:t>
            </a:r>
            <a:r>
              <a:rPr lang="en-US" altLang="zh-CN" sz="1600" dirty="0" err="1"/>
              <a:t>i</a:t>
            </a:r>
            <a:r>
              <a:rPr lang="en-US" altLang="zh-CN" sz="1600" dirty="0"/>
              <a:t>++ ) {       //</a:t>
            </a:r>
            <a:r>
              <a:rPr lang="zh-CN" altLang="en-US" sz="1600" dirty="0"/>
              <a:t>顺向计算</a:t>
            </a:r>
            <a:r>
              <a:rPr lang="en-US" altLang="zh-CN" sz="1600" dirty="0" err="1"/>
              <a:t>Ve</a:t>
            </a:r>
            <a:r>
              <a:rPr lang="en-US" altLang="zh-CN" sz="1600" dirty="0"/>
              <a:t>[ ]</a:t>
            </a:r>
          </a:p>
          <a:p>
            <a:pPr marL="0" indent="0">
              <a:buNone/>
            </a:pPr>
            <a:r>
              <a:rPr lang="en-US" altLang="zh-CN" sz="1600" dirty="0"/>
              <a:t>        j = </a:t>
            </a:r>
            <a:r>
              <a:rPr lang="en-US" altLang="zh-CN" sz="1600" dirty="0" err="1"/>
              <a:t>G.getFirstNeighbor</a:t>
            </a:r>
            <a:r>
              <a:rPr lang="en-US" altLang="zh-CN" sz="1600" dirty="0"/>
              <a:t>(</a:t>
            </a:r>
            <a:r>
              <a:rPr lang="en-US" altLang="zh-CN" sz="1600" dirty="0" err="1"/>
              <a:t>i</a:t>
            </a:r>
            <a:r>
              <a:rPr lang="en-US" altLang="zh-CN" sz="1600" dirty="0"/>
              <a:t>);</a:t>
            </a:r>
          </a:p>
          <a:p>
            <a:pPr marL="0" indent="0">
              <a:buNone/>
            </a:pPr>
            <a:r>
              <a:rPr lang="en-US" altLang="zh-CN" sz="1600" dirty="0"/>
              <a:t>        while (j != -1) {w = </a:t>
            </a:r>
            <a:r>
              <a:rPr lang="en-US" altLang="zh-CN" sz="1600" dirty="0" err="1"/>
              <a:t>G.getWeight</a:t>
            </a:r>
            <a:r>
              <a:rPr lang="en-US" altLang="zh-CN" sz="1600" dirty="0"/>
              <a:t>(</a:t>
            </a:r>
            <a:r>
              <a:rPr lang="en-US" altLang="zh-CN" sz="1600" dirty="0" err="1"/>
              <a:t>i</a:t>
            </a:r>
            <a:r>
              <a:rPr lang="en-US" altLang="zh-CN" sz="1600" dirty="0"/>
              <a:t>, j); if ( </a:t>
            </a:r>
            <a:r>
              <a:rPr lang="en-US" altLang="zh-CN" sz="1600" dirty="0" err="1"/>
              <a:t>Ve</a:t>
            </a:r>
            <a:r>
              <a:rPr lang="en-US" altLang="zh-CN" sz="1600" dirty="0"/>
              <a:t>[</a:t>
            </a:r>
            <a:r>
              <a:rPr lang="en-US" altLang="zh-CN" sz="1600" dirty="0" err="1"/>
              <a:t>i</a:t>
            </a:r>
            <a:r>
              <a:rPr lang="en-US" altLang="zh-CN" sz="1600" dirty="0"/>
              <a:t>]+w &gt; </a:t>
            </a:r>
            <a:r>
              <a:rPr lang="en-US" altLang="zh-CN" sz="1600" dirty="0" err="1"/>
              <a:t>Ve</a:t>
            </a:r>
            <a:r>
              <a:rPr lang="en-US" altLang="zh-CN" sz="1600" dirty="0"/>
              <a:t>[j] ) </a:t>
            </a:r>
            <a:r>
              <a:rPr lang="en-US" altLang="zh-CN" sz="1600" dirty="0" err="1"/>
              <a:t>Ve</a:t>
            </a:r>
            <a:r>
              <a:rPr lang="en-US" altLang="zh-CN" sz="1600" dirty="0"/>
              <a:t>[j] = </a:t>
            </a:r>
            <a:r>
              <a:rPr lang="en-US" altLang="zh-CN" sz="1600" dirty="0" err="1"/>
              <a:t>Ve</a:t>
            </a:r>
            <a:r>
              <a:rPr lang="en-US" altLang="zh-CN" sz="1600" dirty="0"/>
              <a:t>[</a:t>
            </a:r>
            <a:r>
              <a:rPr lang="en-US" altLang="zh-CN" sz="1600" dirty="0" err="1"/>
              <a:t>i</a:t>
            </a:r>
            <a:r>
              <a:rPr lang="en-US" altLang="zh-CN" sz="1600" dirty="0"/>
              <a:t>]+w; j = </a:t>
            </a:r>
            <a:r>
              <a:rPr lang="en-US" altLang="zh-CN" sz="1600" dirty="0" err="1"/>
              <a:t>G.getNextNeighbor</a:t>
            </a:r>
            <a:r>
              <a:rPr lang="en-US" altLang="zh-CN" sz="1600" dirty="0"/>
              <a:t>(</a:t>
            </a:r>
            <a:r>
              <a:rPr lang="en-US" altLang="zh-CN" sz="1600" dirty="0" err="1"/>
              <a:t>i</a:t>
            </a:r>
            <a:r>
              <a:rPr lang="en-US" altLang="zh-CN" sz="1600" dirty="0"/>
              <a:t>, j); }</a:t>
            </a:r>
          </a:p>
          <a:p>
            <a:pPr marL="0" indent="0">
              <a:buNone/>
            </a:pPr>
            <a:r>
              <a:rPr lang="en-US" altLang="zh-CN" sz="1600" dirty="0"/>
              <a:t>    }</a:t>
            </a:r>
          </a:p>
          <a:p>
            <a:pPr marL="0" indent="0">
              <a:buNone/>
            </a:pPr>
            <a:r>
              <a:rPr lang="en-US" altLang="zh-CN" sz="1600" dirty="0"/>
              <a:t>    </a:t>
            </a:r>
            <a:r>
              <a:rPr lang="en-US" altLang="zh-CN" sz="1600" dirty="0" err="1"/>
              <a:t>Vl</a:t>
            </a:r>
            <a:r>
              <a:rPr lang="en-US" altLang="zh-CN" sz="1600" dirty="0"/>
              <a:t>[n-1] = </a:t>
            </a:r>
            <a:r>
              <a:rPr lang="en-US" altLang="zh-CN" sz="1600" dirty="0" err="1"/>
              <a:t>Ve</a:t>
            </a:r>
            <a:r>
              <a:rPr lang="en-US" altLang="zh-CN" sz="1600" dirty="0"/>
              <a:t>[n-1];</a:t>
            </a:r>
          </a:p>
          <a:p>
            <a:pPr marL="0" indent="0">
              <a:buNone/>
            </a:pPr>
            <a:r>
              <a:rPr lang="en-US" altLang="zh-CN" sz="1600" dirty="0"/>
              <a:t>    for ( j = n-2; j &gt; 0; j-- ) {       //</a:t>
            </a:r>
            <a:r>
              <a:rPr lang="zh-CN" altLang="en-US" sz="1600" dirty="0"/>
              <a:t>逆向计算</a:t>
            </a:r>
            <a:r>
              <a:rPr lang="en-US" altLang="zh-CN" sz="1600" dirty="0" err="1"/>
              <a:t>Vl</a:t>
            </a:r>
            <a:r>
              <a:rPr lang="en-US" altLang="zh-CN" sz="1600" dirty="0"/>
              <a:t>[ ] </a:t>
            </a:r>
          </a:p>
          <a:p>
            <a:pPr marL="0" indent="0">
              <a:buNone/>
            </a:pPr>
            <a:r>
              <a:rPr lang="en-US" altLang="zh-CN" sz="1600" dirty="0"/>
              <a:t>         k = </a:t>
            </a:r>
            <a:r>
              <a:rPr lang="en-US" altLang="zh-CN" sz="1600" dirty="0" err="1"/>
              <a:t>G.getFirstNeighbor</a:t>
            </a:r>
            <a:r>
              <a:rPr lang="en-US" altLang="zh-CN" sz="1600" dirty="0"/>
              <a:t>(j);  </a:t>
            </a:r>
          </a:p>
          <a:p>
            <a:pPr marL="0" indent="0">
              <a:buNone/>
            </a:pPr>
            <a:r>
              <a:rPr lang="en-US" altLang="zh-CN" sz="1600" dirty="0"/>
              <a:t>         while (k != -1) {w=</a:t>
            </a:r>
            <a:r>
              <a:rPr lang="en-US" altLang="zh-CN" sz="1600" dirty="0" err="1"/>
              <a:t>G.GetWeight</a:t>
            </a:r>
            <a:r>
              <a:rPr lang="en-US" altLang="zh-CN" sz="1600" dirty="0"/>
              <a:t>(j, k); if ( </a:t>
            </a:r>
            <a:r>
              <a:rPr lang="en-US" altLang="zh-CN" sz="1600" dirty="0" err="1"/>
              <a:t>Vl</a:t>
            </a:r>
            <a:r>
              <a:rPr lang="en-US" altLang="zh-CN" sz="1600" dirty="0"/>
              <a:t>[k]-w &lt; </a:t>
            </a:r>
            <a:r>
              <a:rPr lang="en-US" altLang="zh-CN" sz="1600" dirty="0" err="1"/>
              <a:t>Vl</a:t>
            </a:r>
            <a:r>
              <a:rPr lang="en-US" altLang="zh-CN" sz="1600" dirty="0"/>
              <a:t>[j]) </a:t>
            </a:r>
            <a:r>
              <a:rPr lang="en-US" altLang="zh-CN" sz="1600" dirty="0" err="1"/>
              <a:t>Vl</a:t>
            </a:r>
            <a:r>
              <a:rPr lang="en-US" altLang="zh-CN" sz="1600" dirty="0"/>
              <a:t>[j] = </a:t>
            </a:r>
            <a:r>
              <a:rPr lang="en-US" altLang="zh-CN" sz="1600" dirty="0" err="1"/>
              <a:t>Vl</a:t>
            </a:r>
            <a:r>
              <a:rPr lang="en-US" altLang="zh-CN" sz="1600" dirty="0"/>
              <a:t>[k]-w;  k = </a:t>
            </a:r>
            <a:r>
              <a:rPr lang="en-US" altLang="zh-CN" sz="1600" dirty="0" err="1"/>
              <a:t>G.getNextNeighbor</a:t>
            </a:r>
            <a:r>
              <a:rPr lang="en-US" altLang="zh-CN" sz="1600" dirty="0"/>
              <a:t>(j, k); } </a:t>
            </a:r>
          </a:p>
          <a:p>
            <a:pPr marL="0" indent="0">
              <a:buNone/>
            </a:pPr>
            <a:r>
              <a:rPr lang="en-US" altLang="zh-CN" sz="1600" dirty="0"/>
              <a:t>    } </a:t>
            </a:r>
          </a:p>
          <a:p>
            <a:pPr marL="0" indent="0">
              <a:buNone/>
            </a:pPr>
            <a:r>
              <a:rPr lang="en-US" altLang="zh-CN" sz="1600" dirty="0"/>
              <a:t>    for ( </a:t>
            </a:r>
            <a:r>
              <a:rPr lang="en-US" altLang="zh-CN" sz="1600" dirty="0" err="1"/>
              <a:t>i</a:t>
            </a:r>
            <a:r>
              <a:rPr lang="en-US" altLang="zh-CN" sz="1600" dirty="0"/>
              <a:t> = 0; </a:t>
            </a:r>
            <a:r>
              <a:rPr lang="en-US" altLang="zh-CN" sz="1600" dirty="0" err="1"/>
              <a:t>i</a:t>
            </a:r>
            <a:r>
              <a:rPr lang="en-US" altLang="zh-CN" sz="1600" dirty="0"/>
              <a:t> &lt; n; </a:t>
            </a:r>
            <a:r>
              <a:rPr lang="en-US" altLang="zh-CN" sz="1600" dirty="0" err="1"/>
              <a:t>i</a:t>
            </a:r>
            <a:r>
              <a:rPr lang="en-US" altLang="zh-CN" sz="1600" dirty="0"/>
              <a:t>++ ) {	     //</a:t>
            </a:r>
            <a:r>
              <a:rPr lang="zh-CN" altLang="en-US" sz="1600" dirty="0"/>
              <a:t>求各活动的</a:t>
            </a:r>
            <a:r>
              <a:rPr lang="en-US" altLang="zh-CN" sz="1600" dirty="0"/>
              <a:t>e, l</a:t>
            </a:r>
          </a:p>
          <a:p>
            <a:pPr marL="0" indent="0">
              <a:buNone/>
            </a:pPr>
            <a:r>
              <a:rPr lang="en-US" altLang="zh-CN" sz="1600" dirty="0"/>
              <a:t>        j = </a:t>
            </a:r>
            <a:r>
              <a:rPr lang="en-US" altLang="zh-CN" sz="1600" dirty="0" err="1"/>
              <a:t>G.getFirstNeighbor</a:t>
            </a:r>
            <a:r>
              <a:rPr lang="en-US" altLang="zh-CN" sz="1600" dirty="0"/>
              <a:t>(</a:t>
            </a:r>
            <a:r>
              <a:rPr lang="en-US" altLang="zh-CN" sz="1600" dirty="0" err="1"/>
              <a:t>i</a:t>
            </a:r>
            <a:r>
              <a:rPr lang="en-US" altLang="zh-CN" sz="1600" dirty="0"/>
              <a:t>);</a:t>
            </a:r>
          </a:p>
          <a:p>
            <a:pPr marL="0" indent="0">
              <a:buNone/>
            </a:pPr>
            <a:r>
              <a:rPr lang="en-US" altLang="zh-CN" sz="1600" dirty="0"/>
              <a:t>        while ( j != -1) {</a:t>
            </a:r>
          </a:p>
          <a:p>
            <a:pPr marL="0" indent="0">
              <a:buNone/>
            </a:pPr>
            <a:r>
              <a:rPr lang="en-US" altLang="zh-CN" sz="1600" dirty="0"/>
              <a:t>	Ae = Ve[</a:t>
            </a:r>
            <a:r>
              <a:rPr lang="en-US" altLang="zh-CN" sz="1600" dirty="0" err="1"/>
              <a:t>i</a:t>
            </a:r>
            <a:r>
              <a:rPr lang="en-US" altLang="zh-CN" sz="1600" dirty="0"/>
              <a:t>];  Al = </a:t>
            </a:r>
            <a:r>
              <a:rPr lang="en-US" altLang="zh-CN" sz="1600" dirty="0" err="1"/>
              <a:t>Vl</a:t>
            </a:r>
            <a:r>
              <a:rPr lang="en-US" altLang="zh-CN" sz="1600" dirty="0"/>
              <a:t>[j]-</a:t>
            </a:r>
            <a:r>
              <a:rPr lang="en-US" altLang="zh-CN" sz="1600" dirty="0" err="1"/>
              <a:t>G.GetWeight</a:t>
            </a:r>
            <a:r>
              <a:rPr lang="en-US" altLang="zh-CN" sz="1600" dirty="0"/>
              <a:t>(</a:t>
            </a:r>
            <a:r>
              <a:rPr lang="en-US" altLang="zh-CN" sz="1600" dirty="0" err="1"/>
              <a:t>i</a:t>
            </a:r>
            <a:r>
              <a:rPr lang="en-US" altLang="zh-CN" sz="1600" dirty="0"/>
              <a:t>, j);	  </a:t>
            </a:r>
          </a:p>
          <a:p>
            <a:pPr marL="0" indent="0">
              <a:buNone/>
            </a:pPr>
            <a:r>
              <a:rPr lang="en-US" altLang="zh-CN" sz="1600" dirty="0"/>
              <a:t>             if ( Al == Ae )     </a:t>
            </a:r>
          </a:p>
          <a:p>
            <a:pPr marL="0" indent="0">
              <a:buNone/>
            </a:pPr>
            <a:r>
              <a:rPr lang="en-US" altLang="zh-CN" sz="1600" dirty="0"/>
              <a:t>                   </a:t>
            </a:r>
            <a:r>
              <a:rPr lang="en-US" altLang="zh-CN" sz="1600" dirty="0" err="1"/>
              <a:t>cout</a:t>
            </a:r>
            <a:r>
              <a:rPr lang="en-US" altLang="zh-CN" sz="1600" dirty="0"/>
              <a:t> &lt;&lt; "&lt;" &lt;&lt; </a:t>
            </a:r>
            <a:r>
              <a:rPr lang="en-US" altLang="zh-CN" sz="1600" dirty="0" err="1"/>
              <a:t>G.getValue</a:t>
            </a:r>
            <a:r>
              <a:rPr lang="en-US" altLang="zh-CN" sz="1600" dirty="0"/>
              <a:t>(</a:t>
            </a:r>
            <a:r>
              <a:rPr lang="en-US" altLang="zh-CN" sz="1600" dirty="0" err="1"/>
              <a:t>i</a:t>
            </a:r>
            <a:r>
              <a:rPr lang="en-US" altLang="zh-CN" sz="1600" dirty="0"/>
              <a:t>) &lt;&lt;","&lt;&lt; </a:t>
            </a:r>
            <a:r>
              <a:rPr lang="en-US" altLang="zh-CN" sz="1600" dirty="0" err="1"/>
              <a:t>G.getValue</a:t>
            </a:r>
            <a:r>
              <a:rPr lang="en-US" altLang="zh-CN" sz="1600" dirty="0"/>
              <a:t>(j) &lt;&lt;"&gt;"&lt;&lt;"</a:t>
            </a:r>
            <a:r>
              <a:rPr lang="zh-CN" altLang="en-US" sz="1600" dirty="0"/>
              <a:t>是关键活动</a:t>
            </a:r>
            <a:r>
              <a:rPr lang="en-US" altLang="zh-CN" sz="1600" dirty="0"/>
              <a:t>"&lt;&lt; </a:t>
            </a:r>
            <a:r>
              <a:rPr lang="en-US" altLang="zh-CN" sz="1600" dirty="0" err="1"/>
              <a:t>endl</a:t>
            </a:r>
            <a:r>
              <a:rPr lang="en-US" altLang="zh-CN" sz="1600" dirty="0"/>
              <a:t>;   </a:t>
            </a:r>
          </a:p>
          <a:p>
            <a:pPr marL="0" indent="0">
              <a:buNone/>
            </a:pPr>
            <a:r>
              <a:rPr lang="en-US" altLang="zh-CN" sz="1600" dirty="0"/>
              <a:t>             j= </a:t>
            </a:r>
            <a:r>
              <a:rPr lang="en-US" altLang="zh-CN" sz="1600" dirty="0" err="1"/>
              <a:t>G.getNextNeighbor</a:t>
            </a:r>
            <a:r>
              <a:rPr lang="en-US" altLang="zh-CN" sz="1600" dirty="0"/>
              <a:t>(</a:t>
            </a:r>
            <a:r>
              <a:rPr lang="en-US" altLang="zh-CN" sz="1600" dirty="0" err="1"/>
              <a:t>i</a:t>
            </a:r>
            <a:r>
              <a:rPr lang="en-US" altLang="zh-CN" sz="1600" dirty="0"/>
              <a:t>, j) ;</a:t>
            </a:r>
          </a:p>
          <a:p>
            <a:pPr marL="0" indent="0">
              <a:buNone/>
            </a:pPr>
            <a:r>
              <a:rPr lang="en-US" altLang="zh-CN" sz="1600" dirty="0"/>
              <a:t>        }</a:t>
            </a:r>
          </a:p>
          <a:p>
            <a:pPr marL="0" indent="0">
              <a:buNone/>
            </a:pPr>
            <a:r>
              <a:rPr lang="en-US" altLang="zh-CN" sz="1600" dirty="0"/>
              <a:t>    }</a:t>
            </a:r>
          </a:p>
          <a:p>
            <a:pPr marL="0" indent="0">
              <a:buNone/>
            </a:pPr>
            <a:r>
              <a:rPr lang="en-US" altLang="zh-CN" sz="1600" dirty="0"/>
              <a:t>    delete []</a:t>
            </a:r>
            <a:r>
              <a:rPr lang="en-US" altLang="zh-CN" sz="1600" dirty="0" err="1"/>
              <a:t>Ve</a:t>
            </a:r>
            <a:r>
              <a:rPr lang="en-US" altLang="zh-CN" sz="1600" dirty="0"/>
              <a:t>; delete []</a:t>
            </a:r>
            <a:r>
              <a:rPr lang="en-US" altLang="zh-CN" sz="1600" dirty="0" err="1"/>
              <a:t>Vl</a:t>
            </a:r>
            <a:r>
              <a:rPr lang="en-US" altLang="zh-CN" sz="1600" dirty="0"/>
              <a:t>;</a:t>
            </a:r>
          </a:p>
          <a:p>
            <a:pPr marL="0" indent="0">
              <a:buNone/>
            </a:pPr>
            <a:r>
              <a:rPr lang="en-US" altLang="zh-CN" sz="1600" dirty="0"/>
              <a:t>} </a:t>
            </a:r>
          </a:p>
          <a:p>
            <a:pPr marL="0" indent="0">
              <a:buNone/>
            </a:pPr>
            <a:endParaRPr lang="zh-CN" altLang="en-US" sz="1600" dirty="0"/>
          </a:p>
        </p:txBody>
      </p:sp>
      <p:sp>
        <p:nvSpPr>
          <p:cNvPr id="2" name="灯片编号占位符 1">
            <a:extLst>
              <a:ext uri="{FF2B5EF4-FFF2-40B4-BE49-F238E27FC236}">
                <a16:creationId xmlns:a16="http://schemas.microsoft.com/office/drawing/2014/main" id="{11C08B0D-A481-8F50-EA2F-160A29A06D8D}"/>
              </a:ext>
            </a:extLst>
          </p:cNvPr>
          <p:cNvSpPr>
            <a:spLocks noGrp="1"/>
          </p:cNvSpPr>
          <p:nvPr>
            <p:ph type="sldNum" sz="quarter" idx="12"/>
          </p:nvPr>
        </p:nvSpPr>
        <p:spPr/>
        <p:txBody>
          <a:bodyPr/>
          <a:lstStyle/>
          <a:p>
            <a:pPr>
              <a:defRPr/>
            </a:pPr>
            <a:fld id="{2E0F9FB0-350A-4A87-9CD5-1F022F266B97}" type="slidenum">
              <a:rPr lang="en-US" altLang="zh-CN" smtClean="0"/>
              <a:pPr>
                <a:defRPr/>
              </a:pPr>
              <a:t>119</a:t>
            </a:fld>
            <a:endParaRPr lang="en-US" altLang="zh-CN"/>
          </a:p>
        </p:txBody>
      </p:sp>
    </p:spTree>
  </p:cSld>
  <p:clrMapOvr>
    <a:masterClrMapping/>
  </p:clrMapOvr>
  <p:transition>
    <p:zoom/>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a:extLst>
              <a:ext uri="{FF2B5EF4-FFF2-40B4-BE49-F238E27FC236}">
                <a16:creationId xmlns:a16="http://schemas.microsoft.com/office/drawing/2014/main" id="{51F431DB-B2C0-61A8-3236-7DFE840270EF}"/>
              </a:ext>
            </a:extLst>
          </p:cNvPr>
          <p:cNvSpPr>
            <a:spLocks noGrp="1" noChangeArrowheads="1"/>
          </p:cNvSpPr>
          <p:nvPr>
            <p:ph type="title"/>
          </p:nvPr>
        </p:nvSpPr>
        <p:spPr/>
        <p:txBody>
          <a:bodyPr/>
          <a:lstStyle/>
          <a:p>
            <a:r>
              <a:rPr lang="zh-CN" altLang="en-US"/>
              <a:t>小结</a:t>
            </a:r>
          </a:p>
        </p:txBody>
      </p:sp>
      <p:sp>
        <p:nvSpPr>
          <p:cNvPr id="141315" name="Rectangle 3">
            <a:extLst>
              <a:ext uri="{FF2B5EF4-FFF2-40B4-BE49-F238E27FC236}">
                <a16:creationId xmlns:a16="http://schemas.microsoft.com/office/drawing/2014/main" id="{2A2519AC-551A-58DA-EA05-3E77E27260AF}"/>
              </a:ext>
            </a:extLst>
          </p:cNvPr>
          <p:cNvSpPr>
            <a:spLocks noGrp="1" noChangeArrowheads="1"/>
          </p:cNvSpPr>
          <p:nvPr>
            <p:ph type="body" idx="1"/>
          </p:nvPr>
        </p:nvSpPr>
        <p:spPr/>
        <p:txBody>
          <a:bodyPr>
            <a:normAutofit lnSpcReduction="10000"/>
          </a:bodyPr>
          <a:lstStyle/>
          <a:p>
            <a:r>
              <a:rPr lang="zh-CN" altLang="en-US" dirty="0"/>
              <a:t>图的基本概念</a:t>
            </a:r>
          </a:p>
          <a:p>
            <a:r>
              <a:rPr lang="zh-CN" altLang="en-US" dirty="0"/>
              <a:t>图的存储结构：邻接矩阵、邻接表</a:t>
            </a:r>
          </a:p>
          <a:p>
            <a:r>
              <a:rPr lang="zh-CN" altLang="en-US" dirty="0"/>
              <a:t>图的遍历：深度优先、广度优先</a:t>
            </a:r>
          </a:p>
          <a:p>
            <a:r>
              <a:rPr lang="zh-CN" altLang="en-US" dirty="0"/>
              <a:t>最小生成树：</a:t>
            </a:r>
            <a:r>
              <a:rPr lang="en-US" altLang="zh-CN" dirty="0"/>
              <a:t>Kruskal</a:t>
            </a:r>
            <a:r>
              <a:rPr lang="zh-CN" altLang="en-US" dirty="0"/>
              <a:t>、</a:t>
            </a:r>
            <a:r>
              <a:rPr lang="en-US" altLang="zh-CN" dirty="0"/>
              <a:t>Prim</a:t>
            </a:r>
          </a:p>
          <a:p>
            <a:r>
              <a:rPr lang="zh-CN" altLang="en-US" dirty="0"/>
              <a:t>最短路径：</a:t>
            </a:r>
            <a:r>
              <a:rPr lang="en-US" altLang="zh-CN" dirty="0"/>
              <a:t>Dijkstra</a:t>
            </a:r>
            <a:r>
              <a:rPr lang="zh-CN" altLang="en-US" dirty="0"/>
              <a:t>、</a:t>
            </a:r>
            <a:r>
              <a:rPr lang="en-US" altLang="zh-CN" dirty="0"/>
              <a:t>Bellman-Ford</a:t>
            </a:r>
            <a:r>
              <a:rPr lang="zh-CN" altLang="en-US" dirty="0"/>
              <a:t>、</a:t>
            </a:r>
            <a:r>
              <a:rPr lang="en-US" altLang="zh-CN" dirty="0"/>
              <a:t>Floyd</a:t>
            </a:r>
          </a:p>
          <a:p>
            <a:r>
              <a:rPr lang="zh-CN" altLang="en-US" dirty="0"/>
              <a:t>图的应用：</a:t>
            </a:r>
            <a:r>
              <a:rPr lang="en-US" altLang="zh-CN" dirty="0"/>
              <a:t>AOV</a:t>
            </a:r>
            <a:r>
              <a:rPr lang="zh-CN" altLang="en-US" dirty="0"/>
              <a:t>，</a:t>
            </a:r>
            <a:r>
              <a:rPr lang="en-US" altLang="zh-CN" dirty="0"/>
              <a:t>AOE</a:t>
            </a:r>
          </a:p>
          <a:p>
            <a:pPr lvl="1"/>
            <a:r>
              <a:rPr lang="zh-CN" altLang="en-US" dirty="0"/>
              <a:t>拓扑排序</a:t>
            </a:r>
          </a:p>
        </p:txBody>
      </p:sp>
      <p:sp>
        <p:nvSpPr>
          <p:cNvPr id="2" name="灯片编号占位符 1">
            <a:extLst>
              <a:ext uri="{FF2B5EF4-FFF2-40B4-BE49-F238E27FC236}">
                <a16:creationId xmlns:a16="http://schemas.microsoft.com/office/drawing/2014/main" id="{C6DB01E5-9F41-FB9B-09B5-17D7D686F11B}"/>
              </a:ext>
            </a:extLst>
          </p:cNvPr>
          <p:cNvSpPr>
            <a:spLocks noGrp="1"/>
          </p:cNvSpPr>
          <p:nvPr>
            <p:ph type="sldNum" sz="quarter" idx="12"/>
          </p:nvPr>
        </p:nvSpPr>
        <p:spPr/>
        <p:txBody>
          <a:bodyPr/>
          <a:lstStyle/>
          <a:p>
            <a:pPr>
              <a:defRPr/>
            </a:pPr>
            <a:fld id="{2E0F9FB0-350A-4A87-9CD5-1F022F266B97}" type="slidenum">
              <a:rPr lang="en-US" altLang="zh-CN" smtClean="0"/>
              <a:pPr>
                <a:defRPr/>
              </a:pPr>
              <a:t>120</a:t>
            </a:fld>
            <a:endParaRPr lang="en-US" altLang="zh-CN"/>
          </a:p>
        </p:txBody>
      </p:sp>
    </p:spTree>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9B337409-173B-4E20-8833-7A0812F3261A}"/>
              </a:ext>
            </a:extLst>
          </p:cNvPr>
          <p:cNvSpPr>
            <a:spLocks noGrp="1"/>
          </p:cNvSpPr>
          <p:nvPr>
            <p:ph type="title"/>
          </p:nvPr>
        </p:nvSpPr>
        <p:spPr/>
        <p:txBody>
          <a:bodyPr>
            <a:normAutofit/>
          </a:bodyPr>
          <a:lstStyle/>
          <a:p>
            <a:r>
              <a:rPr lang="zh-CN" altLang="en-US" dirty="0"/>
              <a:t>第</a:t>
            </a:r>
            <a:r>
              <a:rPr lang="en-US" altLang="zh-CN" dirty="0"/>
              <a:t>8</a:t>
            </a:r>
            <a:r>
              <a:rPr lang="zh-CN" altLang="en-US" dirty="0"/>
              <a:t>章作业</a:t>
            </a:r>
            <a:r>
              <a:rPr lang="en-US" altLang="zh-CN" dirty="0"/>
              <a:t>3</a:t>
            </a:r>
            <a:endParaRPr lang="zh-CN" altLang="en-US" dirty="0"/>
          </a:p>
        </p:txBody>
      </p:sp>
      <p:sp>
        <p:nvSpPr>
          <p:cNvPr id="4" name="内容占位符 3">
            <a:extLst>
              <a:ext uri="{FF2B5EF4-FFF2-40B4-BE49-F238E27FC236}">
                <a16:creationId xmlns:a16="http://schemas.microsoft.com/office/drawing/2014/main" id="{50319B52-368D-411B-9F17-674C14111B88}"/>
              </a:ext>
            </a:extLst>
          </p:cNvPr>
          <p:cNvSpPr>
            <a:spLocks noGrp="1"/>
          </p:cNvSpPr>
          <p:nvPr>
            <p:ph idx="1"/>
          </p:nvPr>
        </p:nvSpPr>
        <p:spPr/>
        <p:txBody>
          <a:bodyPr>
            <a:normAutofit fontScale="70000" lnSpcReduction="20000"/>
          </a:bodyPr>
          <a:lstStyle/>
          <a:p>
            <a:pPr>
              <a:lnSpc>
                <a:spcPct val="120000"/>
              </a:lnSpc>
            </a:pPr>
            <a:r>
              <a:rPr lang="en-US" altLang="zh-CN" dirty="0"/>
              <a:t>1. </a:t>
            </a:r>
            <a:r>
              <a:rPr lang="zh-CN" altLang="en-US" dirty="0"/>
              <a:t>若表示一个有向图的邻接矩阵中对角线以下的元素为</a:t>
            </a:r>
            <a:r>
              <a:rPr lang="en-US" altLang="zh-CN" dirty="0"/>
              <a:t>0</a:t>
            </a:r>
            <a:r>
              <a:rPr lang="zh-CN" altLang="en-US" dirty="0"/>
              <a:t>，则该图的拓扑有序序列一定存在吗？说明理由。</a:t>
            </a:r>
          </a:p>
          <a:p>
            <a:pPr>
              <a:lnSpc>
                <a:spcPct val="120000"/>
              </a:lnSpc>
            </a:pPr>
            <a:r>
              <a:rPr lang="en-US" altLang="zh-CN" dirty="0"/>
              <a:t>2. </a:t>
            </a:r>
            <a:r>
              <a:rPr lang="zh-CN" altLang="en-US" dirty="0"/>
              <a:t>若一个有向图拓扑有序，则其邻接矩阵必定为</a:t>
            </a:r>
            <a:r>
              <a:rPr lang="en-US" altLang="zh-CN" dirty="0"/>
              <a:t>3</a:t>
            </a:r>
            <a:r>
              <a:rPr lang="zh-CN" altLang="en-US" dirty="0"/>
              <a:t>角矩阵吗？说明理由。</a:t>
            </a:r>
          </a:p>
          <a:p>
            <a:pPr>
              <a:lnSpc>
                <a:spcPct val="120000"/>
              </a:lnSpc>
            </a:pPr>
            <a:r>
              <a:rPr lang="en-US" altLang="zh-CN" dirty="0"/>
              <a:t>3. </a:t>
            </a:r>
            <a:r>
              <a:rPr lang="zh-CN" altLang="en-US" dirty="0"/>
              <a:t>证明：对于一个无向图</a:t>
            </a:r>
            <a:r>
              <a:rPr lang="en-US" altLang="zh-CN" dirty="0"/>
              <a:t>G = (V, E)</a:t>
            </a:r>
            <a:r>
              <a:rPr lang="zh-CN" altLang="en-US" dirty="0"/>
              <a:t>，若</a:t>
            </a:r>
            <a:r>
              <a:rPr lang="en-US" altLang="zh-CN" dirty="0"/>
              <a:t>G</a:t>
            </a:r>
            <a:r>
              <a:rPr lang="zh-CN" altLang="en-US" dirty="0"/>
              <a:t>中各顶点的度均大于或等于</a:t>
            </a:r>
            <a:r>
              <a:rPr lang="en-US" altLang="zh-CN" dirty="0"/>
              <a:t>2</a:t>
            </a:r>
            <a:r>
              <a:rPr lang="zh-CN" altLang="en-US" dirty="0"/>
              <a:t>，则</a:t>
            </a:r>
            <a:r>
              <a:rPr lang="en-US" altLang="zh-CN" dirty="0"/>
              <a:t>G</a:t>
            </a:r>
            <a:r>
              <a:rPr lang="zh-CN" altLang="en-US" dirty="0"/>
              <a:t>中必有回路。</a:t>
            </a:r>
          </a:p>
          <a:p>
            <a:pPr>
              <a:lnSpc>
                <a:spcPct val="120000"/>
              </a:lnSpc>
            </a:pPr>
            <a:r>
              <a:rPr lang="en-US" altLang="zh-CN" dirty="0"/>
              <a:t>4. </a:t>
            </a:r>
            <a:r>
              <a:rPr lang="zh-CN" altLang="en-US" dirty="0"/>
              <a:t>为判断图中是否存在环给出尽量多的方法，说明每一个方法的具体思路。</a:t>
            </a:r>
          </a:p>
          <a:p>
            <a:pPr>
              <a:lnSpc>
                <a:spcPct val="120000"/>
              </a:lnSpc>
            </a:pPr>
            <a:r>
              <a:rPr lang="zh-CN" altLang="en-US" dirty="0"/>
              <a:t>作业提交截止日期见</a:t>
            </a:r>
            <a:r>
              <a:rPr lang="en-US" altLang="zh-CN" dirty="0" err="1"/>
              <a:t>elearning</a:t>
            </a:r>
            <a:r>
              <a:rPr lang="zh-CN" altLang="en-US" dirty="0"/>
              <a:t>，提交电子版。</a:t>
            </a:r>
          </a:p>
        </p:txBody>
      </p:sp>
      <p:sp>
        <p:nvSpPr>
          <p:cNvPr id="2" name="灯片编号占位符 1">
            <a:extLst>
              <a:ext uri="{FF2B5EF4-FFF2-40B4-BE49-F238E27FC236}">
                <a16:creationId xmlns:a16="http://schemas.microsoft.com/office/drawing/2014/main" id="{AA4E9942-0AD1-4871-91AF-20589BF08E49}"/>
              </a:ext>
            </a:extLst>
          </p:cNvPr>
          <p:cNvSpPr>
            <a:spLocks noGrp="1"/>
          </p:cNvSpPr>
          <p:nvPr>
            <p:ph type="sldNum" sz="quarter" idx="12"/>
          </p:nvPr>
        </p:nvSpPr>
        <p:spPr/>
        <p:txBody>
          <a:bodyPr/>
          <a:lstStyle/>
          <a:p>
            <a:fld id="{EB19EAB4-AE1B-4E29-9BB5-042721FF4900}" type="slidenum">
              <a:rPr lang="en-US" altLang="zh-CN" smtClean="0"/>
              <a:pPr/>
              <a:t>121</a:t>
            </a:fld>
            <a:endParaRPr lang="en-US" altLang="zh-CN"/>
          </a:p>
        </p:txBody>
      </p:sp>
    </p:spTree>
    <p:extLst>
      <p:ext uri="{BB962C8B-B14F-4D97-AF65-F5344CB8AC3E}">
        <p14:creationId xmlns:p14="http://schemas.microsoft.com/office/powerpoint/2010/main" val="2419873113"/>
      </p:ext>
    </p:extLst>
  </p:cSld>
  <p:clrMapOvr>
    <a:masterClrMapping/>
  </p:clrMapOvr>
  <p:transition>
    <p:split/>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a:extLst>
              <a:ext uri="{FF2B5EF4-FFF2-40B4-BE49-F238E27FC236}">
                <a16:creationId xmlns:a16="http://schemas.microsoft.com/office/drawing/2014/main" id="{0647D2C8-25D9-2067-0AC1-156AC9EDB200}"/>
              </a:ext>
            </a:extLst>
          </p:cNvPr>
          <p:cNvSpPr>
            <a:spLocks noGrp="1" noChangeArrowheads="1"/>
          </p:cNvSpPr>
          <p:nvPr>
            <p:ph type="title"/>
          </p:nvPr>
        </p:nvSpPr>
        <p:spPr/>
        <p:txBody>
          <a:bodyPr/>
          <a:lstStyle/>
          <a:p>
            <a:r>
              <a:rPr lang="zh-CN" altLang="en-US"/>
              <a:t>常见题型</a:t>
            </a:r>
          </a:p>
        </p:txBody>
      </p:sp>
      <p:sp>
        <p:nvSpPr>
          <p:cNvPr id="142339" name="Rectangle 3">
            <a:extLst>
              <a:ext uri="{FF2B5EF4-FFF2-40B4-BE49-F238E27FC236}">
                <a16:creationId xmlns:a16="http://schemas.microsoft.com/office/drawing/2014/main" id="{D10CC35B-D826-4CC9-3F7A-0AF628AB60FA}"/>
              </a:ext>
            </a:extLst>
          </p:cNvPr>
          <p:cNvSpPr>
            <a:spLocks noGrp="1" noChangeArrowheads="1"/>
          </p:cNvSpPr>
          <p:nvPr>
            <p:ph type="body" idx="1"/>
          </p:nvPr>
        </p:nvSpPr>
        <p:spPr>
          <a:xfrm>
            <a:off x="628650" y="1825624"/>
            <a:ext cx="8047806" cy="4667251"/>
          </a:xfrm>
        </p:spPr>
        <p:txBody>
          <a:bodyPr>
            <a:normAutofit fontScale="62500" lnSpcReduction="20000"/>
          </a:bodyPr>
          <a:lstStyle/>
          <a:p>
            <a:pPr>
              <a:lnSpc>
                <a:spcPct val="120000"/>
              </a:lnSpc>
            </a:pPr>
            <a:r>
              <a:rPr lang="zh-CN" altLang="en-US" dirty="0"/>
              <a:t>基本概念</a:t>
            </a:r>
          </a:p>
          <a:p>
            <a:pPr>
              <a:lnSpc>
                <a:spcPct val="120000"/>
              </a:lnSpc>
            </a:pPr>
            <a:r>
              <a:rPr lang="zh-CN" altLang="en-US" dirty="0"/>
              <a:t>各种算法</a:t>
            </a:r>
          </a:p>
          <a:p>
            <a:pPr lvl="1">
              <a:lnSpc>
                <a:spcPct val="120000"/>
              </a:lnSpc>
            </a:pPr>
            <a:r>
              <a:rPr lang="zh-CN" altLang="en-US" dirty="0"/>
              <a:t>给定图，要求写出深度优先遍历的顺序，广度优先遍历的顺序，对应的邻接矩阵、邻接表表示。</a:t>
            </a:r>
          </a:p>
          <a:p>
            <a:pPr lvl="2">
              <a:lnSpc>
                <a:spcPct val="120000"/>
              </a:lnSpc>
            </a:pPr>
            <a:r>
              <a:rPr lang="zh-CN" altLang="en-US" dirty="0"/>
              <a:t>深度优先、广度优先算法的应用，例如求经过</a:t>
            </a:r>
            <a:r>
              <a:rPr lang="en-US" altLang="zh-CN" dirty="0"/>
              <a:t>k</a:t>
            </a:r>
            <a:r>
              <a:rPr lang="zh-CN" altLang="en-US" dirty="0"/>
              <a:t>条边的路径，经过最少边的路径等。</a:t>
            </a:r>
          </a:p>
          <a:p>
            <a:pPr lvl="1">
              <a:lnSpc>
                <a:spcPct val="120000"/>
              </a:lnSpc>
            </a:pPr>
            <a:r>
              <a:rPr lang="zh-CN" altLang="en-US" dirty="0"/>
              <a:t>给定图，求最小生成树，或者要求用</a:t>
            </a:r>
            <a:r>
              <a:rPr lang="en-US" altLang="zh-CN" dirty="0"/>
              <a:t>Prim</a:t>
            </a:r>
            <a:r>
              <a:rPr lang="zh-CN" altLang="en-US" dirty="0"/>
              <a:t>和</a:t>
            </a:r>
            <a:r>
              <a:rPr lang="en-US" altLang="zh-CN" dirty="0"/>
              <a:t>Kruskal</a:t>
            </a:r>
            <a:r>
              <a:rPr lang="zh-CN" altLang="en-US" dirty="0"/>
              <a:t>算法的生成过程。用表格表示</a:t>
            </a:r>
            <a:r>
              <a:rPr lang="en-US" altLang="zh-CN" dirty="0"/>
              <a:t>Dijkstra</a:t>
            </a:r>
            <a:r>
              <a:rPr lang="zh-CN" altLang="en-US" dirty="0"/>
              <a:t>或者</a:t>
            </a:r>
            <a:r>
              <a:rPr lang="en-US" altLang="zh-CN" dirty="0"/>
              <a:t>Floyd</a:t>
            </a:r>
            <a:r>
              <a:rPr lang="zh-CN" altLang="en-US" dirty="0"/>
              <a:t>算法执行过程中状态的改变。</a:t>
            </a:r>
          </a:p>
          <a:p>
            <a:pPr lvl="2">
              <a:lnSpc>
                <a:spcPct val="120000"/>
              </a:lnSpc>
            </a:pPr>
            <a:r>
              <a:rPr lang="zh-CN" altLang="en-US" dirty="0"/>
              <a:t>选址问题，例如给定几个城市之间的路线，要求选一个城市建立一个商店，与各城市的总距离最短，或者具有最小的最远距离。（以最小的最远距离为例，可以逐点用</a:t>
            </a:r>
            <a:r>
              <a:rPr lang="en-US" altLang="zh-CN" dirty="0"/>
              <a:t>Dijkstra</a:t>
            </a:r>
            <a:r>
              <a:rPr lang="zh-CN" altLang="en-US" dirty="0"/>
              <a:t>算法，也可以用</a:t>
            </a:r>
            <a:r>
              <a:rPr lang="en-US" altLang="zh-CN" dirty="0"/>
              <a:t>Floyd</a:t>
            </a:r>
            <a:r>
              <a:rPr lang="zh-CN" altLang="en-US" dirty="0"/>
              <a:t>算法，然后求出每两个城市之间的最短路径后再对每个城市找出其最远的最短路径，从中选出最小的，就可以得到结果）</a:t>
            </a:r>
          </a:p>
          <a:p>
            <a:pPr lvl="1">
              <a:lnSpc>
                <a:spcPct val="120000"/>
              </a:lnSpc>
            </a:pPr>
            <a:r>
              <a:rPr lang="zh-CN" altLang="en-US" dirty="0"/>
              <a:t>给定图，求拓扑排序，求关键路径</a:t>
            </a:r>
            <a:endParaRPr lang="en-US" altLang="zh-CN" dirty="0"/>
          </a:p>
        </p:txBody>
      </p:sp>
      <p:sp>
        <p:nvSpPr>
          <p:cNvPr id="2" name="灯片编号占位符 1">
            <a:extLst>
              <a:ext uri="{FF2B5EF4-FFF2-40B4-BE49-F238E27FC236}">
                <a16:creationId xmlns:a16="http://schemas.microsoft.com/office/drawing/2014/main" id="{1573743A-D267-5257-F4E6-D72EA2D8335A}"/>
              </a:ext>
            </a:extLst>
          </p:cNvPr>
          <p:cNvSpPr>
            <a:spLocks noGrp="1"/>
          </p:cNvSpPr>
          <p:nvPr>
            <p:ph type="sldNum" sz="quarter" idx="12"/>
          </p:nvPr>
        </p:nvSpPr>
        <p:spPr/>
        <p:txBody>
          <a:bodyPr/>
          <a:lstStyle/>
          <a:p>
            <a:pPr>
              <a:defRPr/>
            </a:pPr>
            <a:fld id="{2E0F9FB0-350A-4A87-9CD5-1F022F266B97}" type="slidenum">
              <a:rPr lang="en-US" altLang="zh-CN" smtClean="0"/>
              <a:pPr>
                <a:defRPr/>
              </a:pPr>
              <a:t>122</a:t>
            </a:fld>
            <a:endParaRPr lang="en-US" altLang="zh-CN"/>
          </a:p>
        </p:txBody>
      </p:sp>
    </p:spTree>
  </p:cSld>
  <p:clrMapOvr>
    <a:masterClrMapping/>
  </p:clrMapOvr>
  <p:transition/>
</p:sld>
</file>

<file path=ppt/theme/theme1.xml><?xml version="1.0" encoding="utf-8"?>
<a:theme xmlns:a="http://schemas.openxmlformats.org/drawingml/2006/main" name="Office 主题​​">
  <a:themeElements>
    <a:clrScheme name="绿色">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6862</TotalTime>
  <Words>14137</Words>
  <Application>Microsoft Office PowerPoint</Application>
  <PresentationFormat>全屏显示(4:3)</PresentationFormat>
  <Paragraphs>1935</Paragraphs>
  <Slides>122</Slides>
  <Notes>7</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5</vt:i4>
      </vt:variant>
      <vt:variant>
        <vt:lpstr>幻灯片标题</vt:lpstr>
      </vt:variant>
      <vt:variant>
        <vt:i4>122</vt:i4>
      </vt:variant>
    </vt:vector>
  </HeadingPairs>
  <TitlesOfParts>
    <vt:vector size="141" baseType="lpstr">
      <vt:lpstr>等线</vt:lpstr>
      <vt:lpstr>等线 Light</vt:lpstr>
      <vt:lpstr>仿宋_GB2312</vt:lpstr>
      <vt:lpstr>黑体</vt:lpstr>
      <vt:lpstr>楷体_GB2312</vt:lpstr>
      <vt:lpstr>隶书</vt:lpstr>
      <vt:lpstr>微软雅黑</vt:lpstr>
      <vt:lpstr>Arial</vt:lpstr>
      <vt:lpstr>Arial Narrow</vt:lpstr>
      <vt:lpstr>Cambria Math</vt:lpstr>
      <vt:lpstr>Symbol</vt:lpstr>
      <vt:lpstr>Times New Roman</vt:lpstr>
      <vt:lpstr>Wingdings</vt:lpstr>
      <vt:lpstr>Office 主题​​</vt:lpstr>
      <vt:lpstr>Equation</vt:lpstr>
      <vt:lpstr>公式</vt:lpstr>
      <vt:lpstr>Microsoft 公式 3.0</vt:lpstr>
      <vt:lpstr>Document</vt:lpstr>
      <vt:lpstr>Visio</vt:lpstr>
      <vt:lpstr>第八章 图</vt:lpstr>
      <vt:lpstr>8.1图的基本概念</vt:lpstr>
      <vt:lpstr>有向图、无向图、完全图</vt:lpstr>
      <vt:lpstr>PowerPoint 演示文稿</vt:lpstr>
      <vt:lpstr>PowerPoint 演示文稿</vt:lpstr>
      <vt:lpstr>PowerPoint 演示文稿</vt:lpstr>
      <vt:lpstr>PowerPoint 演示文稿</vt:lpstr>
      <vt:lpstr> 8.1.2 图的抽象数据类型</vt:lpstr>
      <vt:lpstr>8.2 图的存储结构</vt:lpstr>
      <vt:lpstr>PowerPoint 演示文稿</vt:lpstr>
      <vt:lpstr>结点的度</vt:lpstr>
      <vt:lpstr>网络的邻接矩阵</vt:lpstr>
      <vt:lpstr>PowerPoint 演示文稿</vt:lpstr>
      <vt:lpstr>邻接矩阵实现的部分图操作</vt:lpstr>
      <vt:lpstr>PowerPoint 演示文稿</vt:lpstr>
      <vt:lpstr>PowerPoint 演示文稿</vt:lpstr>
      <vt:lpstr>8.2.2 图的邻接表表示</vt:lpstr>
      <vt:lpstr>无向图的邻接表</vt:lpstr>
      <vt:lpstr>有向图的邻接表和逆邻接表</vt:lpstr>
      <vt:lpstr>网络 (带权图) 的邻接表</vt:lpstr>
      <vt:lpstr>PowerPoint 演示文稿</vt:lpstr>
      <vt:lpstr> 邻接表表示的图的类定义</vt:lpstr>
      <vt:lpstr>PowerPoint 演示文稿</vt:lpstr>
      <vt:lpstr>PowerPoint 演示文稿</vt:lpstr>
      <vt:lpstr>PowerPoint 演示文稿</vt:lpstr>
      <vt:lpstr>PowerPoint 演示文稿</vt:lpstr>
      <vt:lpstr>PowerPoint 演示文稿</vt:lpstr>
      <vt:lpstr>PowerPoint 演示文稿</vt:lpstr>
      <vt:lpstr>8.2.3 图的邻接多重表表示</vt:lpstr>
      <vt:lpstr>PowerPoint 演示文稿</vt:lpstr>
      <vt:lpstr>无向图的邻接多重表示例</vt:lpstr>
      <vt:lpstr>有向图的十字链表</vt:lpstr>
      <vt:lpstr>PowerPoint 演示文稿</vt:lpstr>
      <vt:lpstr>有向图的邻接多重表（十字链表）示例</vt:lpstr>
      <vt:lpstr>8.3 图的遍历</vt:lpstr>
      <vt:lpstr>PowerPoint 演示文稿</vt:lpstr>
      <vt:lpstr>8.3.1 深度优先搜索DFS (Depth First Search )</vt:lpstr>
      <vt:lpstr>图的深度优先搜索算法</vt:lpstr>
      <vt:lpstr>PowerPoint 演示文稿</vt:lpstr>
      <vt:lpstr>性能分析</vt:lpstr>
      <vt:lpstr>8.3.2 广度优先搜索BFS  ( Breadth First Search )</vt:lpstr>
      <vt:lpstr>具体算法</vt:lpstr>
      <vt:lpstr>PowerPoint 演示文稿</vt:lpstr>
      <vt:lpstr>性能分析</vt:lpstr>
      <vt:lpstr>8.3.3 连通分量</vt:lpstr>
      <vt:lpstr>求连通分量的方法</vt:lpstr>
      <vt:lpstr>PowerPoint 演示文稿</vt:lpstr>
      <vt:lpstr>8.3.4 重连通分量（自学）</vt:lpstr>
      <vt:lpstr>求重连通分量的方法（自学）</vt:lpstr>
      <vt:lpstr>PowerPoint 演示文稿</vt:lpstr>
      <vt:lpstr>寻找关节点的方法（自学）</vt:lpstr>
      <vt:lpstr>第8章作业1</vt:lpstr>
      <vt:lpstr>8.4 最小生成树 </vt:lpstr>
      <vt:lpstr>8.4.1 克鲁斯卡尔 (Kruskal) 算法</vt:lpstr>
      <vt:lpstr>使用的数据结构</vt:lpstr>
      <vt:lpstr>应用克鲁斯卡尔算法构造最小生成树的过程</vt:lpstr>
      <vt:lpstr>PowerPoint 演示文稿</vt:lpstr>
      <vt:lpstr>PowerPoint 演示文稿</vt:lpstr>
      <vt:lpstr>PowerPoint 演示文稿</vt:lpstr>
      <vt:lpstr>PowerPoint 演示文稿</vt:lpstr>
      <vt:lpstr>PowerPoint 演示文稿</vt:lpstr>
      <vt:lpstr>性能分析--采用邻接矩阵表示</vt:lpstr>
      <vt:lpstr>性能分析--采用邻接表表示</vt:lpstr>
      <vt:lpstr>8.4.2 普里姆(Prim)算法</vt:lpstr>
      <vt:lpstr>PowerPoint 演示文稿</vt:lpstr>
      <vt:lpstr>算法基本思路</vt:lpstr>
      <vt:lpstr>PowerPoint 演示文稿</vt:lpstr>
      <vt:lpstr>性能分析</vt:lpstr>
      <vt:lpstr>8.5 最短路径 (Shortest Path)</vt:lpstr>
      <vt:lpstr>8.5.1 非负权值的单源最短路径</vt:lpstr>
      <vt:lpstr>PowerPoint 演示文稿</vt:lpstr>
      <vt:lpstr>思路</vt:lpstr>
      <vt:lpstr>Dijkstra算法可描述如下：</vt:lpstr>
      <vt:lpstr>PowerPoint 演示文稿</vt:lpstr>
      <vt:lpstr>各辅助数组的最终结果（详见表8.2）</vt:lpstr>
      <vt:lpstr>性能分析</vt:lpstr>
      <vt:lpstr>8.5.2 任意权值的单源最短路径</vt:lpstr>
      <vt:lpstr>PowerPoint 演示文稿</vt:lpstr>
      <vt:lpstr>PowerPoint 演示文稿</vt:lpstr>
      <vt:lpstr>PowerPoint 演示文稿</vt:lpstr>
      <vt:lpstr>图的最短路径长度</vt:lpstr>
      <vt:lpstr>PowerPoint 演示文稿</vt:lpstr>
      <vt:lpstr>性能分析</vt:lpstr>
      <vt:lpstr>8.5.3 所有顶点之间的最短路径</vt:lpstr>
      <vt:lpstr>Floyd算法的基本思想：</vt:lpstr>
      <vt:lpstr>PowerPoint 演示文稿</vt:lpstr>
      <vt:lpstr>PowerPoint 演示文稿</vt:lpstr>
      <vt:lpstr>说明</vt:lpstr>
      <vt:lpstr>补充：计算传递闭包</vt:lpstr>
      <vt:lpstr>计算传递闭包示例</vt:lpstr>
      <vt:lpstr>算法思路</vt:lpstr>
      <vt:lpstr>算法实现</vt:lpstr>
      <vt:lpstr>第8章作业2</vt:lpstr>
      <vt:lpstr>8.6 用顶点表示活动的网络 (AOV网络)</vt:lpstr>
      <vt:lpstr>PowerPoint 演示文稿</vt:lpstr>
      <vt:lpstr>PowerPoint 演示文稿</vt:lpstr>
      <vt:lpstr>AOV网络</vt:lpstr>
      <vt:lpstr>PowerPoint 演示文稿</vt:lpstr>
      <vt:lpstr>拓扑排序</vt:lpstr>
      <vt:lpstr>PowerPoint 演示文稿</vt:lpstr>
      <vt:lpstr>进行拓扑排序的方法</vt:lpstr>
      <vt:lpstr>拓扑排序的过程</vt:lpstr>
      <vt:lpstr>PowerPoint 演示文稿</vt:lpstr>
      <vt:lpstr>AOV网络及其邻接表表示</vt:lpstr>
      <vt:lpstr>拓扑排序算法思路</vt:lpstr>
      <vt:lpstr>入度为零的顶点栈</vt:lpstr>
      <vt:lpstr>PowerPoint 演示文稿</vt:lpstr>
      <vt:lpstr>PowerPoint 演示文稿</vt:lpstr>
      <vt:lpstr>PowerPoint 演示文稿</vt:lpstr>
      <vt:lpstr>时间复杂度</vt:lpstr>
      <vt:lpstr>8.7 用边表示活动的网络(AOE网络)</vt:lpstr>
      <vt:lpstr>关键路径</vt:lpstr>
      <vt:lpstr>PowerPoint 演示文稿</vt:lpstr>
      <vt:lpstr>有关的变量定义（1）</vt:lpstr>
      <vt:lpstr>有关的变量定义（2）</vt:lpstr>
      <vt:lpstr>PowerPoint 演示文稿</vt:lpstr>
      <vt:lpstr>PowerPoint 演示文稿</vt:lpstr>
      <vt:lpstr>PowerPoint 演示文稿</vt:lpstr>
      <vt:lpstr>PowerPoint 演示文稿</vt:lpstr>
      <vt:lpstr>小结</vt:lpstr>
      <vt:lpstr>第8章作业3</vt:lpstr>
      <vt:lpstr>常见题型</vt:lpstr>
    </vt:vector>
  </TitlesOfParts>
  <Company>djzx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djzx</dc:creator>
  <cp:lastModifiedBy>天天向上</cp:lastModifiedBy>
  <cp:revision>210</cp:revision>
  <dcterms:created xsi:type="dcterms:W3CDTF">2000-01-30T08:24:06Z</dcterms:created>
  <dcterms:modified xsi:type="dcterms:W3CDTF">2025-12-09T03:42:19Z</dcterms:modified>
</cp:coreProperties>
</file>
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8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9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D963CA-8572-4CF9-80A8-63AE3F94E3B3}" type="datetimeFigureOut">
              <a:rPr lang="zh-CN" altLang="en-US" smtClean="0"/>
              <a:t>2024/9/18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734555-6F2B-4A19-A054-CB5746417F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8376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F9EB900F-0E4E-46DE-B1E0-D7168261BA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FF10772-9155-4BCB-839D-6B858BD932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74F0B386-38E0-4AC3-B3DE-54E60EC0FA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5DBAD1E6-841D-411E-8BD0-8281FC5B18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0FF15794-1A6D-48B6-8DBF-45689E48737F}"/>
              </a:ext>
            </a:extLst>
          </p:cNvPr>
          <p:cNvGrpSpPr>
            <a:grpSpLocks/>
          </p:cNvGrpSpPr>
          <p:nvPr/>
        </p:nvGrpSpPr>
        <p:grpSpPr bwMode="auto">
          <a:xfrm>
            <a:off x="0" y="1"/>
            <a:ext cx="12192000" cy="6856413"/>
            <a:chOff x="0" y="0"/>
            <a:chExt cx="5760" cy="4319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4688A844-E21E-498D-A101-6690BA6A056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/>
              <a:ahLst/>
              <a:cxnLst>
                <a:cxn ang="0">
                  <a:pos x="3193" y="1816"/>
                </a:cxn>
                <a:cxn ang="0">
                  <a:pos x="0" y="0"/>
                </a:cxn>
                <a:cxn ang="0">
                  <a:pos x="0" y="522"/>
                </a:cxn>
                <a:cxn ang="0">
                  <a:pos x="3037" y="1978"/>
                </a:cxn>
                <a:cxn ang="0">
                  <a:pos x="5740" y="3273"/>
                </a:cxn>
                <a:cxn ang="0">
                  <a:pos x="5740" y="3267"/>
                </a:cxn>
                <a:cxn ang="0">
                  <a:pos x="3193" y="1816"/>
                </a:cxn>
                <a:cxn ang="0">
                  <a:pos x="3193" y="1816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705DE3B4-D9A6-429C-B81F-5D76E1901BD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/>
              <a:ahLst/>
              <a:cxnLst>
                <a:cxn ang="0">
                  <a:pos x="3163" y="1714"/>
                </a:cxn>
                <a:cxn ang="0">
                  <a:pos x="431" y="0"/>
                </a:cxn>
                <a:cxn ang="0">
                  <a:pos x="0" y="0"/>
                </a:cxn>
                <a:cxn ang="0">
                  <a:pos x="3086" y="1786"/>
                </a:cxn>
                <a:cxn ang="0">
                  <a:pos x="5591" y="3243"/>
                </a:cxn>
                <a:cxn ang="0">
                  <a:pos x="5591" y="3237"/>
                </a:cxn>
                <a:cxn ang="0">
                  <a:pos x="3163" y="1714"/>
                </a:cxn>
                <a:cxn ang="0">
                  <a:pos x="3163" y="1714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0EE280A9-91CE-4351-822D-BD10B21E924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4042" y="192"/>
                </a:cxn>
                <a:cxn ang="0">
                  <a:pos x="4042" y="144"/>
                </a:cxn>
                <a:cxn ang="0">
                  <a:pos x="0" y="0"/>
                </a:cxn>
                <a:cxn ang="0">
                  <a:pos x="0" y="156"/>
                </a:cxn>
                <a:cxn ang="0">
                  <a:pos x="0" y="156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A50883D5-A80B-408B-A985-F106A9E3799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14 w 1722"/>
                <a:gd name="T1" fmla="*/ 62 h 66"/>
                <a:gd name="T2" fmla="*/ 1714 w 1722"/>
                <a:gd name="T3" fmla="*/ 56 h 66"/>
                <a:gd name="T4" fmla="*/ 0 w 1722"/>
                <a:gd name="T5" fmla="*/ 0 h 66"/>
                <a:gd name="T6" fmla="*/ 0 w 1722"/>
                <a:gd name="T7" fmla="*/ 44 h 66"/>
                <a:gd name="T8" fmla="*/ 1714 w 1722"/>
                <a:gd name="T9" fmla="*/ 62 h 66"/>
                <a:gd name="T10" fmla="*/ 1714 w 1722"/>
                <a:gd name="T11" fmla="*/ 62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893242B2-8927-4C46-9CB7-3F00444F09F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/>
              <a:ahLst/>
              <a:cxnLst>
                <a:cxn ang="0">
                  <a:pos x="0" y="329"/>
                </a:cxn>
                <a:cxn ang="0">
                  <a:pos x="4789" y="77"/>
                </a:cxn>
                <a:cxn ang="0">
                  <a:pos x="4789" y="0"/>
                </a:cxn>
                <a:cxn ang="0">
                  <a:pos x="0" y="107"/>
                </a:cxn>
                <a:cxn ang="0">
                  <a:pos x="0" y="329"/>
                </a:cxn>
                <a:cxn ang="0">
                  <a:pos x="0" y="329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DA61DEC9-F350-4B54-B144-4F97DA6ACC7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1 w 975"/>
                <a:gd name="T1" fmla="*/ 48 h 101"/>
                <a:gd name="T2" fmla="*/ 971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1 w 975"/>
                <a:gd name="T9" fmla="*/ 48 h 101"/>
                <a:gd name="T10" fmla="*/ 971 w 975"/>
                <a:gd name="T11" fmla="*/ 48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DEF18D74-D5FD-4F79-A9BD-4422AA54BA1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33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33 w 2141"/>
                <a:gd name="T7" fmla="*/ 0 h 198"/>
                <a:gd name="T8" fmla="*/ 2133 w 2141"/>
                <a:gd name="T9" fmla="*/ 0 h 1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DE440BAC-2FAF-4694-B7A3-2FFD626CE70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/>
              <a:ahLst/>
              <a:cxnLst>
                <a:cxn ang="0">
                  <a:pos x="0" y="348"/>
                </a:cxn>
                <a:cxn ang="0">
                  <a:pos x="311" y="348"/>
                </a:cxn>
                <a:cxn ang="0">
                  <a:pos x="3623" y="42"/>
                </a:cxn>
                <a:cxn ang="0">
                  <a:pos x="3623" y="0"/>
                </a:cxn>
                <a:cxn ang="0">
                  <a:pos x="0" y="264"/>
                </a:cxn>
                <a:cxn ang="0">
                  <a:pos x="0" y="348"/>
                </a:cxn>
                <a:cxn ang="0">
                  <a:pos x="0" y="348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8686451F-8CCC-444B-92F2-78DF9D03B37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70 w 2517"/>
                <a:gd name="T1" fmla="*/ 276 h 276"/>
                <a:gd name="T2" fmla="*/ 2505 w 2517"/>
                <a:gd name="T3" fmla="*/ 204 h 276"/>
                <a:gd name="T4" fmla="*/ 2248 w 2517"/>
                <a:gd name="T5" fmla="*/ 0 h 276"/>
                <a:gd name="T6" fmla="*/ 0 w 2517"/>
                <a:gd name="T7" fmla="*/ 276 h 276"/>
                <a:gd name="T8" fmla="*/ 2170 w 2517"/>
                <a:gd name="T9" fmla="*/ 276 h 276"/>
                <a:gd name="T10" fmla="*/ 2170 w 2517"/>
                <a:gd name="T11" fmla="*/ 276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9718C81E-15FF-4703-9EF8-DB369F9CF20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/>
              <a:ahLst/>
              <a:cxnLst>
                <a:cxn ang="0">
                  <a:pos x="1405" y="126"/>
                </a:cxn>
                <a:cxn ang="0">
                  <a:pos x="1405" y="0"/>
                </a:cxn>
                <a:cxn ang="0">
                  <a:pos x="0" y="174"/>
                </a:cxn>
                <a:cxn ang="0">
                  <a:pos x="257" y="378"/>
                </a:cxn>
                <a:cxn ang="0">
                  <a:pos x="1405" y="126"/>
                </a:cxn>
                <a:cxn ang="0">
                  <a:pos x="1405" y="126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DF8942D3-1457-477E-9E6A-ACF55EBBF73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5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5 w 729"/>
                <a:gd name="T7" fmla="*/ 240 h 240"/>
                <a:gd name="T8" fmla="*/ 725 w 729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F3859635-62C6-4938-9DB8-439A70C58F0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5035" y="1672"/>
                </a:cxn>
                <a:cxn ang="0">
                  <a:pos x="5035" y="1666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0" y="72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34B4A3A9-AC21-42F6-8365-D1373901AA2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5 w 729"/>
                <a:gd name="T1" fmla="*/ 318 h 318"/>
                <a:gd name="T2" fmla="*/ 725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5 w 729"/>
                <a:gd name="T9" fmla="*/ 318 h 318"/>
                <a:gd name="T10" fmla="*/ 725 w 729"/>
                <a:gd name="T11" fmla="*/ 318 h 3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F04AEBE4-4822-4BE1-85D5-E6FFEAF15F1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/>
              <a:ahLst/>
              <a:cxnLst>
                <a:cxn ang="0">
                  <a:pos x="0" y="396"/>
                </a:cxn>
                <a:cxn ang="0">
                  <a:pos x="5035" y="2188"/>
                </a:cxn>
                <a:cxn ang="0">
                  <a:pos x="5035" y="2134"/>
                </a:cxn>
                <a:cxn ang="0">
                  <a:pos x="0" y="0"/>
                </a:cxn>
                <a:cxn ang="0">
                  <a:pos x="0" y="396"/>
                </a:cxn>
                <a:cxn ang="0">
                  <a:pos x="0" y="396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A881B1D6-43FB-4D5D-917F-7159208FFEF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45" y="2727"/>
                </a:cxn>
                <a:cxn ang="0">
                  <a:pos x="3163" y="2704"/>
                </a:cxn>
                <a:cxn ang="0">
                  <a:pos x="10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0E3BEE46-9090-4EB5-91DD-49196DA4D23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/>
              <a:ahLst/>
              <a:cxnLst>
                <a:cxn ang="0">
                  <a:pos x="323" y="299"/>
                </a:cxn>
                <a:cxn ang="0">
                  <a:pos x="323" y="263"/>
                </a:cxn>
                <a:cxn ang="0">
                  <a:pos x="18" y="0"/>
                </a:cxn>
                <a:cxn ang="0">
                  <a:pos x="0" y="23"/>
                </a:cxn>
                <a:cxn ang="0">
                  <a:pos x="323" y="299"/>
                </a:cxn>
                <a:cxn ang="0">
                  <a:pos x="323" y="299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1A081ACD-203A-4927-A88C-63C41CC6201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AF98D4C7-4D03-4B8F-A52E-5A7E3E716E2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26" y="2680"/>
                </a:cxn>
                <a:cxn ang="0">
                  <a:pos x="3122" y="2590"/>
                </a:cxn>
                <a:cxn ang="0">
                  <a:pos x="383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7A6A4093-BAFD-4D80-93ED-65D5560DE13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E6CA1D60-88A2-4AC4-A00D-AC150B79DD4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17" y="2536"/>
                </a:cxn>
                <a:cxn ang="0">
                  <a:pos x="2517" y="2536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AC51F1FB-F3AD-4B3E-A5DC-9553DB76345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88" y="2482"/>
                </a:cxn>
                <a:cxn ang="0">
                  <a:pos x="2200" y="2476"/>
                </a:cxn>
                <a:cxn ang="0">
                  <a:pos x="317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540BD87F-0830-4577-A82A-C7CA1579F11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/>
              <a:ahLst/>
              <a:cxnLst>
                <a:cxn ang="0">
                  <a:pos x="84" y="96"/>
                </a:cxn>
                <a:cxn ang="0">
                  <a:pos x="84" y="9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84" y="96"/>
                </a:cxn>
                <a:cxn ang="0">
                  <a:pos x="84" y="96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1D0D0A1C-7FC5-47A9-80F3-FEBB6427143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2FCA2D48-469D-4AD7-A5EF-F26159DE353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7" y="1043"/>
                </a:cxn>
                <a:cxn ang="0">
                  <a:pos x="574" y="851"/>
                </a:cxn>
                <a:cxn ang="0">
                  <a:pos x="25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0F0ED9AD-21B2-452F-9BC7-DFF6CD8D480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0" y="0"/>
                </a:cxn>
                <a:cxn ang="0">
                  <a:pos x="287" y="797"/>
                </a:cxn>
                <a:cxn ang="0">
                  <a:pos x="341" y="653"/>
                </a:cxn>
                <a:cxn ang="0">
                  <a:pos x="144" y="0"/>
                </a:cxn>
                <a:cxn ang="0">
                  <a:pos x="144" y="0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3171AD38-0D0C-4742-8ABD-07885933620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08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1" name="Freeform 29">
              <a:extLst>
                <a:ext uri="{FF2B5EF4-FFF2-40B4-BE49-F238E27FC236}">
                  <a16:creationId xmlns:a16="http://schemas.microsoft.com/office/drawing/2014/main" id="{E27C24C8-7CFA-40CE-BB54-B53693563BC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/>
              <a:ahLst/>
              <a:cxnLst>
                <a:cxn ang="0">
                  <a:pos x="0" y="371"/>
                </a:cxn>
                <a:cxn ang="0">
                  <a:pos x="5740" y="1864"/>
                </a:cxn>
                <a:cxn ang="0">
                  <a:pos x="5740" y="1834"/>
                </a:cxn>
                <a:cxn ang="0">
                  <a:pos x="0" y="0"/>
                </a:cxn>
                <a:cxn ang="0">
                  <a:pos x="0" y="371"/>
                </a:cxn>
                <a:cxn ang="0">
                  <a:pos x="0" y="37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32" name="Freeform 30">
              <a:extLst>
                <a:ext uri="{FF2B5EF4-FFF2-40B4-BE49-F238E27FC236}">
                  <a16:creationId xmlns:a16="http://schemas.microsoft.com/office/drawing/2014/main" id="{90D40029-89B8-4153-A10A-28CE49C7E4A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3" name="Freeform 31">
              <a:extLst>
                <a:ext uri="{FF2B5EF4-FFF2-40B4-BE49-F238E27FC236}">
                  <a16:creationId xmlns:a16="http://schemas.microsoft.com/office/drawing/2014/main" id="{9791C9D1-80A1-44A5-AC5E-EFEFBA47F00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/>
              <a:ahLst/>
              <a:cxnLst>
                <a:cxn ang="0">
                  <a:pos x="0" y="366"/>
                </a:cxn>
                <a:cxn ang="0">
                  <a:pos x="5740" y="1337"/>
                </a:cxn>
                <a:cxn ang="0">
                  <a:pos x="5740" y="1331"/>
                </a:cxn>
                <a:cxn ang="0">
                  <a:pos x="0" y="0"/>
                </a:cxn>
                <a:cxn ang="0">
                  <a:pos x="0" y="366"/>
                </a:cxn>
                <a:cxn ang="0">
                  <a:pos x="0" y="366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34" name="Freeform 32">
              <a:extLst>
                <a:ext uri="{FF2B5EF4-FFF2-40B4-BE49-F238E27FC236}">
                  <a16:creationId xmlns:a16="http://schemas.microsoft.com/office/drawing/2014/main" id="{15256087-9A95-4549-99A4-C188A3D2C35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5740" y="414"/>
                </a:cxn>
                <a:cxn ang="0">
                  <a:pos x="5740" y="402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0" y="48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35" name="Freeform 33">
              <a:extLst>
                <a:ext uri="{FF2B5EF4-FFF2-40B4-BE49-F238E27FC236}">
                  <a16:creationId xmlns:a16="http://schemas.microsoft.com/office/drawing/2014/main" id="{E8FEA421-A882-43CA-9A5C-0E301E2698E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48" y="3177"/>
                </a:cxn>
                <a:cxn ang="0">
                  <a:pos x="4448" y="3153"/>
                </a:cxn>
                <a:cxn ang="0">
                  <a:pos x="125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36" name="Freeform 34">
              <a:extLst>
                <a:ext uri="{FF2B5EF4-FFF2-40B4-BE49-F238E27FC236}">
                  <a16:creationId xmlns:a16="http://schemas.microsoft.com/office/drawing/2014/main" id="{05831B3E-D794-4E29-BB3F-AA905F4500F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28" y="2614"/>
                </a:cxn>
                <a:cxn ang="0">
                  <a:pos x="2428" y="2608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37" name="Freeform 35">
              <a:extLst>
                <a:ext uri="{FF2B5EF4-FFF2-40B4-BE49-F238E27FC236}">
                  <a16:creationId xmlns:a16="http://schemas.microsoft.com/office/drawing/2014/main" id="{5B2AAAB3-D203-49A2-AD42-4FEF13C9FF7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/>
              <a:ahLst/>
              <a:cxnLst>
                <a:cxn ang="0">
                  <a:pos x="485" y="0"/>
                </a:cxn>
                <a:cxn ang="0">
                  <a:pos x="0" y="0"/>
                </a:cxn>
                <a:cxn ang="0">
                  <a:pos x="1800" y="2464"/>
                </a:cxn>
                <a:cxn ang="0">
                  <a:pos x="1800" y="2248"/>
                </a:cxn>
                <a:cxn ang="0">
                  <a:pos x="1794" y="2248"/>
                </a:cxn>
                <a:cxn ang="0">
                  <a:pos x="485" y="0"/>
                </a:cxn>
                <a:cxn ang="0">
                  <a:pos x="485" y="0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38" name="Freeform 36">
              <a:extLst>
                <a:ext uri="{FF2B5EF4-FFF2-40B4-BE49-F238E27FC236}">
                  <a16:creationId xmlns:a16="http://schemas.microsoft.com/office/drawing/2014/main" id="{8F9B56B6-63D8-4331-B294-F6620185AB3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32" y="2074"/>
                </a:cxn>
                <a:cxn ang="0">
                  <a:pos x="1232" y="2038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39" name="Freeform 37">
              <a:extLst>
                <a:ext uri="{FF2B5EF4-FFF2-40B4-BE49-F238E27FC236}">
                  <a16:creationId xmlns:a16="http://schemas.microsoft.com/office/drawing/2014/main" id="{F252538B-1C7C-4189-9BB5-AD3EAC90F68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58" y="1936"/>
                </a:cxn>
                <a:cxn ang="0">
                  <a:pos x="1058" y="1930"/>
                </a:cxn>
                <a:cxn ang="0">
                  <a:pos x="54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40" name="Freeform 38">
              <a:extLst>
                <a:ext uri="{FF2B5EF4-FFF2-40B4-BE49-F238E27FC236}">
                  <a16:creationId xmlns:a16="http://schemas.microsoft.com/office/drawing/2014/main" id="{4F55C314-4DBC-4223-8767-7DA54894F5E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/>
              <a:ahLst/>
              <a:cxnLst>
                <a:cxn ang="0">
                  <a:pos x="771" y="1433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771" y="1487"/>
                </a:cxn>
                <a:cxn ang="0">
                  <a:pos x="771" y="1433"/>
                </a:cxn>
                <a:cxn ang="0">
                  <a:pos x="771" y="1433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grpSp>
          <p:nvGrpSpPr>
            <p:cNvPr id="41" name="Group 39">
              <a:extLst>
                <a:ext uri="{FF2B5EF4-FFF2-40B4-BE49-F238E27FC236}">
                  <a16:creationId xmlns:a16="http://schemas.microsoft.com/office/drawing/2014/main" id="{AD8E6BCD-1A1B-4506-9C8E-CB8A9C655605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42" name="Freeform 40">
                <a:extLst>
                  <a:ext uri="{FF2B5EF4-FFF2-40B4-BE49-F238E27FC236}">
                    <a16:creationId xmlns:a16="http://schemas.microsoft.com/office/drawing/2014/main" id="{04F04599-BFA8-4104-B3A8-B42C6E811898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66"/>
                  </a:cxn>
                  <a:cxn ang="0">
                    <a:pos x="3635" y="1313"/>
                  </a:cxn>
                  <a:cxn ang="0">
                    <a:pos x="3647" y="1235"/>
                  </a:cxn>
                  <a:cxn ang="0">
                    <a:pos x="3659" y="116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>
                  <a:latin typeface="Arial" charset="0"/>
                </a:endParaRPr>
              </a:p>
            </p:txBody>
          </p:sp>
          <p:sp>
            <p:nvSpPr>
              <p:cNvPr id="43" name="Freeform 41">
                <a:extLst>
                  <a:ext uri="{FF2B5EF4-FFF2-40B4-BE49-F238E27FC236}">
                    <a16:creationId xmlns:a16="http://schemas.microsoft.com/office/drawing/2014/main" id="{F7D5401C-435D-4473-B0F4-073E31E85564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/>
                <a:ahLst/>
                <a:cxnLst>
                  <a:cxn ang="0">
                    <a:pos x="2105" y="665"/>
                  </a:cxn>
                  <a:cxn ang="0">
                    <a:pos x="24" y="0"/>
                  </a:cxn>
                  <a:cxn ang="0">
                    <a:pos x="12" y="72"/>
                  </a:cxn>
                  <a:cxn ang="0">
                    <a:pos x="0" y="150"/>
                  </a:cxn>
                  <a:cxn ang="0">
                    <a:pos x="2105" y="695"/>
                  </a:cxn>
                  <a:cxn ang="0">
                    <a:pos x="2105" y="665"/>
                  </a:cxn>
                  <a:cxn ang="0">
                    <a:pos x="2105" y="665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>
                  <a:latin typeface="Arial" charset="0"/>
                </a:endParaRPr>
              </a:p>
            </p:txBody>
          </p:sp>
        </p:grpSp>
      </p:grpSp>
      <p:sp>
        <p:nvSpPr>
          <p:cNvPr id="32810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600" y="1600200"/>
            <a:ext cx="10972800" cy="18288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32811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600"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4" name="Rectangle 44">
            <a:extLst>
              <a:ext uri="{FF2B5EF4-FFF2-40B4-BE49-F238E27FC236}">
                <a16:creationId xmlns:a16="http://schemas.microsoft.com/office/drawing/2014/main" id="{850ED735-2807-4904-8FB5-AE03066A8B8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5" name="Rectangle 45">
            <a:extLst>
              <a:ext uri="{FF2B5EF4-FFF2-40B4-BE49-F238E27FC236}">
                <a16:creationId xmlns:a16="http://schemas.microsoft.com/office/drawing/2014/main" id="{B464F4F0-F0DB-41A2-8198-24D8424B84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" name="Rectangle 46">
            <a:extLst>
              <a:ext uri="{FF2B5EF4-FFF2-40B4-BE49-F238E27FC236}">
                <a16:creationId xmlns:a16="http://schemas.microsoft.com/office/drawing/2014/main" id="{C6ED14C8-8499-4552-BE5C-C13745F2D9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5BA96D-34DB-4080-8703-27F102938BF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0913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4">
            <a:extLst>
              <a:ext uri="{FF2B5EF4-FFF2-40B4-BE49-F238E27FC236}">
                <a16:creationId xmlns:a16="http://schemas.microsoft.com/office/drawing/2014/main" id="{4BFAF599-2EA6-4F16-A140-6A70A9DDBB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>
            <a:extLst>
              <a:ext uri="{FF2B5EF4-FFF2-40B4-BE49-F238E27FC236}">
                <a16:creationId xmlns:a16="http://schemas.microsoft.com/office/drawing/2014/main" id="{E71771B2-0509-4F4D-88F3-BA035871FD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>
            <a:extLst>
              <a:ext uri="{FF2B5EF4-FFF2-40B4-BE49-F238E27FC236}">
                <a16:creationId xmlns:a16="http://schemas.microsoft.com/office/drawing/2014/main" id="{24E20922-69F6-42E8-8DBB-65E0B94E66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FA0FEA-04C7-4429-A018-CC8E6723EDE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4339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4">
            <a:extLst>
              <a:ext uri="{FF2B5EF4-FFF2-40B4-BE49-F238E27FC236}">
                <a16:creationId xmlns:a16="http://schemas.microsoft.com/office/drawing/2014/main" id="{394D580A-86A5-420C-B2C2-03BAB5DAA1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>
            <a:extLst>
              <a:ext uri="{FF2B5EF4-FFF2-40B4-BE49-F238E27FC236}">
                <a16:creationId xmlns:a16="http://schemas.microsoft.com/office/drawing/2014/main" id="{A65EFC11-9576-4C2F-95FA-1EBC36FE2E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>
            <a:extLst>
              <a:ext uri="{FF2B5EF4-FFF2-40B4-BE49-F238E27FC236}">
                <a16:creationId xmlns:a16="http://schemas.microsoft.com/office/drawing/2014/main" id="{A2CBE668-C4DC-4556-A4B4-D3846E6161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05DA85-316F-40EB-97B7-9A2AD23F455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0684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4">
            <a:extLst>
              <a:ext uri="{FF2B5EF4-FFF2-40B4-BE49-F238E27FC236}">
                <a16:creationId xmlns:a16="http://schemas.microsoft.com/office/drawing/2014/main" id="{6D30F7B5-9212-48AB-8EAE-F2B36D72B2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>
            <a:extLst>
              <a:ext uri="{FF2B5EF4-FFF2-40B4-BE49-F238E27FC236}">
                <a16:creationId xmlns:a16="http://schemas.microsoft.com/office/drawing/2014/main" id="{BD1E60E8-2938-4BDA-B09B-E647104E10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>
            <a:extLst>
              <a:ext uri="{FF2B5EF4-FFF2-40B4-BE49-F238E27FC236}">
                <a16:creationId xmlns:a16="http://schemas.microsoft.com/office/drawing/2014/main" id="{2723CBA9-8CAA-4FF3-9B0F-9139E493C4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2F1444-D833-4EA0-B213-C5052BCD92B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9421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4">
            <a:extLst>
              <a:ext uri="{FF2B5EF4-FFF2-40B4-BE49-F238E27FC236}">
                <a16:creationId xmlns:a16="http://schemas.microsoft.com/office/drawing/2014/main" id="{E471280D-3C5F-444B-91C0-9DF81EC47A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5">
            <a:extLst>
              <a:ext uri="{FF2B5EF4-FFF2-40B4-BE49-F238E27FC236}">
                <a16:creationId xmlns:a16="http://schemas.microsoft.com/office/drawing/2014/main" id="{6F4162FC-ED66-434A-B06C-9D54C2DF41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6">
            <a:extLst>
              <a:ext uri="{FF2B5EF4-FFF2-40B4-BE49-F238E27FC236}">
                <a16:creationId xmlns:a16="http://schemas.microsoft.com/office/drawing/2014/main" id="{16AC382A-DDCA-40B1-BFE8-5E1068DF3D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17E465-FFAA-4527-ADB1-3555C5B9976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4311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4">
            <a:extLst>
              <a:ext uri="{FF2B5EF4-FFF2-40B4-BE49-F238E27FC236}">
                <a16:creationId xmlns:a16="http://schemas.microsoft.com/office/drawing/2014/main" id="{645F9C83-3B72-4298-8ABD-1D7077F485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5">
            <a:extLst>
              <a:ext uri="{FF2B5EF4-FFF2-40B4-BE49-F238E27FC236}">
                <a16:creationId xmlns:a16="http://schemas.microsoft.com/office/drawing/2014/main" id="{E9EAAA4C-4D55-447C-8EF0-93FD38CC86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6">
            <a:extLst>
              <a:ext uri="{FF2B5EF4-FFF2-40B4-BE49-F238E27FC236}">
                <a16:creationId xmlns:a16="http://schemas.microsoft.com/office/drawing/2014/main" id="{2FA86C3E-CBCD-4AAD-ACC6-478013B82A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FDF8B3-7E6A-465C-94D5-7011E1012BB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2432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">
            <a:extLst>
              <a:ext uri="{FF2B5EF4-FFF2-40B4-BE49-F238E27FC236}">
                <a16:creationId xmlns:a16="http://schemas.microsoft.com/office/drawing/2014/main" id="{691F7D67-7670-46E2-BC71-B451045FFC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5">
            <a:extLst>
              <a:ext uri="{FF2B5EF4-FFF2-40B4-BE49-F238E27FC236}">
                <a16:creationId xmlns:a16="http://schemas.microsoft.com/office/drawing/2014/main" id="{56E48044-5491-4009-A97A-B9B5A80DA5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6">
            <a:extLst>
              <a:ext uri="{FF2B5EF4-FFF2-40B4-BE49-F238E27FC236}">
                <a16:creationId xmlns:a16="http://schemas.microsoft.com/office/drawing/2014/main" id="{0C9732A3-7BD2-4952-AA7D-DD6D910331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AC797B-414D-4FE9-BE25-75A6475C792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7903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4">
            <a:extLst>
              <a:ext uri="{FF2B5EF4-FFF2-40B4-BE49-F238E27FC236}">
                <a16:creationId xmlns:a16="http://schemas.microsoft.com/office/drawing/2014/main" id="{756F3D8E-570E-426B-9B9A-909A50833F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>
            <a:extLst>
              <a:ext uri="{FF2B5EF4-FFF2-40B4-BE49-F238E27FC236}">
                <a16:creationId xmlns:a16="http://schemas.microsoft.com/office/drawing/2014/main" id="{9CC85F3D-1316-4542-A19C-64FA87B622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>
            <a:extLst>
              <a:ext uri="{FF2B5EF4-FFF2-40B4-BE49-F238E27FC236}">
                <a16:creationId xmlns:a16="http://schemas.microsoft.com/office/drawing/2014/main" id="{A26F5CBF-951B-4F95-8D82-66BCBE327B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0BBA61-48A3-49FE-852C-675FF493848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0134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4">
            <a:extLst>
              <a:ext uri="{FF2B5EF4-FFF2-40B4-BE49-F238E27FC236}">
                <a16:creationId xmlns:a16="http://schemas.microsoft.com/office/drawing/2014/main" id="{14BE1BB5-7B0C-4656-A092-55427075EA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>
            <a:extLst>
              <a:ext uri="{FF2B5EF4-FFF2-40B4-BE49-F238E27FC236}">
                <a16:creationId xmlns:a16="http://schemas.microsoft.com/office/drawing/2014/main" id="{75592EA4-03ED-42DA-9E96-33E7132FB8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>
            <a:extLst>
              <a:ext uri="{FF2B5EF4-FFF2-40B4-BE49-F238E27FC236}">
                <a16:creationId xmlns:a16="http://schemas.microsoft.com/office/drawing/2014/main" id="{C034594B-FFCC-41CA-8EF1-6DE8249FDD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AA81E5-12CA-47EA-A06D-C9D79929008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434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4">
            <a:extLst>
              <a:ext uri="{FF2B5EF4-FFF2-40B4-BE49-F238E27FC236}">
                <a16:creationId xmlns:a16="http://schemas.microsoft.com/office/drawing/2014/main" id="{F29F11AD-F893-44F3-B20E-E9332EC5C3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>
            <a:extLst>
              <a:ext uri="{FF2B5EF4-FFF2-40B4-BE49-F238E27FC236}">
                <a16:creationId xmlns:a16="http://schemas.microsoft.com/office/drawing/2014/main" id="{32CCABCB-0A2F-418D-8236-B517D5288F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>
            <a:extLst>
              <a:ext uri="{FF2B5EF4-FFF2-40B4-BE49-F238E27FC236}">
                <a16:creationId xmlns:a16="http://schemas.microsoft.com/office/drawing/2014/main" id="{6CD84F49-9C40-42F8-86F7-7266CEFED9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5CFC18-46F0-49BE-9C19-72E68CC3D6C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3386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4">
            <a:extLst>
              <a:ext uri="{FF2B5EF4-FFF2-40B4-BE49-F238E27FC236}">
                <a16:creationId xmlns:a16="http://schemas.microsoft.com/office/drawing/2014/main" id="{1171AACD-D236-4063-8761-6A2E1813E1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>
            <a:extLst>
              <a:ext uri="{FF2B5EF4-FFF2-40B4-BE49-F238E27FC236}">
                <a16:creationId xmlns:a16="http://schemas.microsoft.com/office/drawing/2014/main" id="{F3233AA3-C474-46C5-9829-6156DA194B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>
            <a:extLst>
              <a:ext uri="{FF2B5EF4-FFF2-40B4-BE49-F238E27FC236}">
                <a16:creationId xmlns:a16="http://schemas.microsoft.com/office/drawing/2014/main" id="{2BE99F8F-7429-4918-8BF7-00C71170CA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3FDC49-BA79-4AE9-BDE8-0ECFECCA6DF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7881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58"/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8D0A952D-F847-41D5-B7A6-62A8BEF0F6A0}"/>
              </a:ext>
            </a:extLst>
          </p:cNvPr>
          <p:cNvGrpSpPr>
            <a:grpSpLocks/>
          </p:cNvGrpSpPr>
          <p:nvPr/>
        </p:nvGrpSpPr>
        <p:grpSpPr bwMode="auto">
          <a:xfrm>
            <a:off x="0" y="1"/>
            <a:ext cx="12192000" cy="6856413"/>
            <a:chOff x="0" y="0"/>
            <a:chExt cx="5760" cy="4319"/>
          </a:xfrm>
        </p:grpSpPr>
        <p:sp>
          <p:nvSpPr>
            <p:cNvPr id="31747" name="Freeform 3">
              <a:extLst>
                <a:ext uri="{FF2B5EF4-FFF2-40B4-BE49-F238E27FC236}">
                  <a16:creationId xmlns:a16="http://schemas.microsoft.com/office/drawing/2014/main" id="{39DD0054-38BF-4103-AA1F-64188FCDF1D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/>
              <a:ahLst/>
              <a:cxnLst>
                <a:cxn ang="0">
                  <a:pos x="3193" y="1816"/>
                </a:cxn>
                <a:cxn ang="0">
                  <a:pos x="0" y="0"/>
                </a:cxn>
                <a:cxn ang="0">
                  <a:pos x="0" y="522"/>
                </a:cxn>
                <a:cxn ang="0">
                  <a:pos x="3037" y="1978"/>
                </a:cxn>
                <a:cxn ang="0">
                  <a:pos x="5740" y="3273"/>
                </a:cxn>
                <a:cxn ang="0">
                  <a:pos x="5740" y="3267"/>
                </a:cxn>
                <a:cxn ang="0">
                  <a:pos x="3193" y="1816"/>
                </a:cxn>
                <a:cxn ang="0">
                  <a:pos x="3193" y="1816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31748" name="Freeform 4">
              <a:extLst>
                <a:ext uri="{FF2B5EF4-FFF2-40B4-BE49-F238E27FC236}">
                  <a16:creationId xmlns:a16="http://schemas.microsoft.com/office/drawing/2014/main" id="{43020D1A-8675-4E36-947A-BE7E14EAA0A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/>
              <a:ahLst/>
              <a:cxnLst>
                <a:cxn ang="0">
                  <a:pos x="3163" y="1714"/>
                </a:cxn>
                <a:cxn ang="0">
                  <a:pos x="431" y="0"/>
                </a:cxn>
                <a:cxn ang="0">
                  <a:pos x="0" y="0"/>
                </a:cxn>
                <a:cxn ang="0">
                  <a:pos x="3086" y="1786"/>
                </a:cxn>
                <a:cxn ang="0">
                  <a:pos x="5591" y="3243"/>
                </a:cxn>
                <a:cxn ang="0">
                  <a:pos x="5591" y="3237"/>
                </a:cxn>
                <a:cxn ang="0">
                  <a:pos x="3163" y="1714"/>
                </a:cxn>
                <a:cxn ang="0">
                  <a:pos x="3163" y="1714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31749" name="Freeform 5">
              <a:extLst>
                <a:ext uri="{FF2B5EF4-FFF2-40B4-BE49-F238E27FC236}">
                  <a16:creationId xmlns:a16="http://schemas.microsoft.com/office/drawing/2014/main" id="{B5C83E65-0622-4B3D-9DAD-686CA16DB43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4042" y="192"/>
                </a:cxn>
                <a:cxn ang="0">
                  <a:pos x="4042" y="144"/>
                </a:cxn>
                <a:cxn ang="0">
                  <a:pos x="0" y="0"/>
                </a:cxn>
                <a:cxn ang="0">
                  <a:pos x="0" y="156"/>
                </a:cxn>
                <a:cxn ang="0">
                  <a:pos x="0" y="156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1035" name="Freeform 6">
              <a:extLst>
                <a:ext uri="{FF2B5EF4-FFF2-40B4-BE49-F238E27FC236}">
                  <a16:creationId xmlns:a16="http://schemas.microsoft.com/office/drawing/2014/main" id="{2322758C-7966-4DA5-8B96-D6F580A7C45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14 w 1722"/>
                <a:gd name="T1" fmla="*/ 62 h 66"/>
                <a:gd name="T2" fmla="*/ 1714 w 1722"/>
                <a:gd name="T3" fmla="*/ 56 h 66"/>
                <a:gd name="T4" fmla="*/ 0 w 1722"/>
                <a:gd name="T5" fmla="*/ 0 h 66"/>
                <a:gd name="T6" fmla="*/ 0 w 1722"/>
                <a:gd name="T7" fmla="*/ 44 h 66"/>
                <a:gd name="T8" fmla="*/ 1714 w 1722"/>
                <a:gd name="T9" fmla="*/ 62 h 66"/>
                <a:gd name="T10" fmla="*/ 1714 w 1722"/>
                <a:gd name="T11" fmla="*/ 62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1751" name="Freeform 7">
              <a:extLst>
                <a:ext uri="{FF2B5EF4-FFF2-40B4-BE49-F238E27FC236}">
                  <a16:creationId xmlns:a16="http://schemas.microsoft.com/office/drawing/2014/main" id="{6792EC65-BDC1-4CE1-A52B-A0A80B383E7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/>
              <a:ahLst/>
              <a:cxnLst>
                <a:cxn ang="0">
                  <a:pos x="0" y="329"/>
                </a:cxn>
                <a:cxn ang="0">
                  <a:pos x="4789" y="77"/>
                </a:cxn>
                <a:cxn ang="0">
                  <a:pos x="4789" y="0"/>
                </a:cxn>
                <a:cxn ang="0">
                  <a:pos x="0" y="107"/>
                </a:cxn>
                <a:cxn ang="0">
                  <a:pos x="0" y="329"/>
                </a:cxn>
                <a:cxn ang="0">
                  <a:pos x="0" y="329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1037" name="Freeform 8">
              <a:extLst>
                <a:ext uri="{FF2B5EF4-FFF2-40B4-BE49-F238E27FC236}">
                  <a16:creationId xmlns:a16="http://schemas.microsoft.com/office/drawing/2014/main" id="{D7ABAA7C-8B90-4F81-B4A5-7AAB72F1489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1 w 975"/>
                <a:gd name="T1" fmla="*/ 48 h 101"/>
                <a:gd name="T2" fmla="*/ 971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1 w 975"/>
                <a:gd name="T9" fmla="*/ 48 h 101"/>
                <a:gd name="T10" fmla="*/ 971 w 975"/>
                <a:gd name="T11" fmla="*/ 48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038" name="Freeform 9">
              <a:extLst>
                <a:ext uri="{FF2B5EF4-FFF2-40B4-BE49-F238E27FC236}">
                  <a16:creationId xmlns:a16="http://schemas.microsoft.com/office/drawing/2014/main" id="{8FDC0F02-2CE6-4F00-BF79-1D597B1A755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33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33 w 2141"/>
                <a:gd name="T7" fmla="*/ 0 h 198"/>
                <a:gd name="T8" fmla="*/ 2133 w 2141"/>
                <a:gd name="T9" fmla="*/ 0 h 1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1754" name="Freeform 10">
              <a:extLst>
                <a:ext uri="{FF2B5EF4-FFF2-40B4-BE49-F238E27FC236}">
                  <a16:creationId xmlns:a16="http://schemas.microsoft.com/office/drawing/2014/main" id="{74CCADA7-500D-4D24-9BC0-AC6B13D3A05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/>
              <a:ahLst/>
              <a:cxnLst>
                <a:cxn ang="0">
                  <a:pos x="0" y="348"/>
                </a:cxn>
                <a:cxn ang="0">
                  <a:pos x="311" y="348"/>
                </a:cxn>
                <a:cxn ang="0">
                  <a:pos x="3623" y="42"/>
                </a:cxn>
                <a:cxn ang="0">
                  <a:pos x="3623" y="0"/>
                </a:cxn>
                <a:cxn ang="0">
                  <a:pos x="0" y="264"/>
                </a:cxn>
                <a:cxn ang="0">
                  <a:pos x="0" y="348"/>
                </a:cxn>
                <a:cxn ang="0">
                  <a:pos x="0" y="348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1040" name="Freeform 11">
              <a:extLst>
                <a:ext uri="{FF2B5EF4-FFF2-40B4-BE49-F238E27FC236}">
                  <a16:creationId xmlns:a16="http://schemas.microsoft.com/office/drawing/2014/main" id="{74D7809D-A426-4E67-9EF8-F3BBF3549A6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70 w 2517"/>
                <a:gd name="T1" fmla="*/ 276 h 276"/>
                <a:gd name="T2" fmla="*/ 2505 w 2517"/>
                <a:gd name="T3" fmla="*/ 204 h 276"/>
                <a:gd name="T4" fmla="*/ 2248 w 2517"/>
                <a:gd name="T5" fmla="*/ 0 h 276"/>
                <a:gd name="T6" fmla="*/ 0 w 2517"/>
                <a:gd name="T7" fmla="*/ 276 h 276"/>
                <a:gd name="T8" fmla="*/ 2170 w 2517"/>
                <a:gd name="T9" fmla="*/ 276 h 276"/>
                <a:gd name="T10" fmla="*/ 2170 w 2517"/>
                <a:gd name="T11" fmla="*/ 276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1756" name="Freeform 12">
              <a:extLst>
                <a:ext uri="{FF2B5EF4-FFF2-40B4-BE49-F238E27FC236}">
                  <a16:creationId xmlns:a16="http://schemas.microsoft.com/office/drawing/2014/main" id="{7BC02B05-F103-49BE-9648-106F38B282C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/>
              <a:ahLst/>
              <a:cxnLst>
                <a:cxn ang="0">
                  <a:pos x="1405" y="126"/>
                </a:cxn>
                <a:cxn ang="0">
                  <a:pos x="1405" y="0"/>
                </a:cxn>
                <a:cxn ang="0">
                  <a:pos x="0" y="174"/>
                </a:cxn>
                <a:cxn ang="0">
                  <a:pos x="257" y="378"/>
                </a:cxn>
                <a:cxn ang="0">
                  <a:pos x="1405" y="126"/>
                </a:cxn>
                <a:cxn ang="0">
                  <a:pos x="1405" y="126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1042" name="Freeform 13">
              <a:extLst>
                <a:ext uri="{FF2B5EF4-FFF2-40B4-BE49-F238E27FC236}">
                  <a16:creationId xmlns:a16="http://schemas.microsoft.com/office/drawing/2014/main" id="{C9D41BB8-6F61-48B6-AD32-E98ED88E441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5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5 w 729"/>
                <a:gd name="T7" fmla="*/ 240 h 240"/>
                <a:gd name="T8" fmla="*/ 725 w 729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1758" name="Freeform 14">
              <a:extLst>
                <a:ext uri="{FF2B5EF4-FFF2-40B4-BE49-F238E27FC236}">
                  <a16:creationId xmlns:a16="http://schemas.microsoft.com/office/drawing/2014/main" id="{396FCB20-0F0D-4D54-8B3A-E2F4F21F52E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5035" y="1672"/>
                </a:cxn>
                <a:cxn ang="0">
                  <a:pos x="5035" y="1666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0" y="72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1044" name="Freeform 15">
              <a:extLst>
                <a:ext uri="{FF2B5EF4-FFF2-40B4-BE49-F238E27FC236}">
                  <a16:creationId xmlns:a16="http://schemas.microsoft.com/office/drawing/2014/main" id="{88DF4FBE-B39B-4B1F-86D6-60932B3726F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5 w 729"/>
                <a:gd name="T1" fmla="*/ 318 h 318"/>
                <a:gd name="T2" fmla="*/ 725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5 w 729"/>
                <a:gd name="T9" fmla="*/ 318 h 318"/>
                <a:gd name="T10" fmla="*/ 725 w 729"/>
                <a:gd name="T11" fmla="*/ 318 h 3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1760" name="Freeform 16">
              <a:extLst>
                <a:ext uri="{FF2B5EF4-FFF2-40B4-BE49-F238E27FC236}">
                  <a16:creationId xmlns:a16="http://schemas.microsoft.com/office/drawing/2014/main" id="{0E88047C-3576-407F-943E-2BBB1C4FBEC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/>
              <a:ahLst/>
              <a:cxnLst>
                <a:cxn ang="0">
                  <a:pos x="0" y="396"/>
                </a:cxn>
                <a:cxn ang="0">
                  <a:pos x="5035" y="2188"/>
                </a:cxn>
                <a:cxn ang="0">
                  <a:pos x="5035" y="2134"/>
                </a:cxn>
                <a:cxn ang="0">
                  <a:pos x="0" y="0"/>
                </a:cxn>
                <a:cxn ang="0">
                  <a:pos x="0" y="396"/>
                </a:cxn>
                <a:cxn ang="0">
                  <a:pos x="0" y="396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31761" name="Freeform 17">
              <a:extLst>
                <a:ext uri="{FF2B5EF4-FFF2-40B4-BE49-F238E27FC236}">
                  <a16:creationId xmlns:a16="http://schemas.microsoft.com/office/drawing/2014/main" id="{FA2C3F1A-4738-4E48-A11E-B3DE8DB3B6E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45" y="2727"/>
                </a:cxn>
                <a:cxn ang="0">
                  <a:pos x="3163" y="2704"/>
                </a:cxn>
                <a:cxn ang="0">
                  <a:pos x="10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31762" name="Freeform 18">
              <a:extLst>
                <a:ext uri="{FF2B5EF4-FFF2-40B4-BE49-F238E27FC236}">
                  <a16:creationId xmlns:a16="http://schemas.microsoft.com/office/drawing/2014/main" id="{961F050A-17C0-424F-BBAB-4AECA60D9C0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/>
              <a:ahLst/>
              <a:cxnLst>
                <a:cxn ang="0">
                  <a:pos x="323" y="299"/>
                </a:cxn>
                <a:cxn ang="0">
                  <a:pos x="323" y="263"/>
                </a:cxn>
                <a:cxn ang="0">
                  <a:pos x="18" y="0"/>
                </a:cxn>
                <a:cxn ang="0">
                  <a:pos x="0" y="23"/>
                </a:cxn>
                <a:cxn ang="0">
                  <a:pos x="323" y="299"/>
                </a:cxn>
                <a:cxn ang="0">
                  <a:pos x="323" y="299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1048" name="Freeform 19">
              <a:extLst>
                <a:ext uri="{FF2B5EF4-FFF2-40B4-BE49-F238E27FC236}">
                  <a16:creationId xmlns:a16="http://schemas.microsoft.com/office/drawing/2014/main" id="{4BD5332F-E6E9-4627-B49F-0AF7D18D1AE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1764" name="Freeform 20">
              <a:extLst>
                <a:ext uri="{FF2B5EF4-FFF2-40B4-BE49-F238E27FC236}">
                  <a16:creationId xmlns:a16="http://schemas.microsoft.com/office/drawing/2014/main" id="{F4A76F06-7D5D-471B-BF07-D0E793F5774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26" y="2680"/>
                </a:cxn>
                <a:cxn ang="0">
                  <a:pos x="3122" y="2590"/>
                </a:cxn>
                <a:cxn ang="0">
                  <a:pos x="383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1050" name="Freeform 21">
              <a:extLst>
                <a:ext uri="{FF2B5EF4-FFF2-40B4-BE49-F238E27FC236}">
                  <a16:creationId xmlns:a16="http://schemas.microsoft.com/office/drawing/2014/main" id="{DCEFEF2A-FBA3-47E4-A876-DBBC01EF684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1766" name="Freeform 22">
              <a:extLst>
                <a:ext uri="{FF2B5EF4-FFF2-40B4-BE49-F238E27FC236}">
                  <a16:creationId xmlns:a16="http://schemas.microsoft.com/office/drawing/2014/main" id="{6D527E0B-21F1-4A77-B519-C486D411A7E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17" y="2536"/>
                </a:cxn>
                <a:cxn ang="0">
                  <a:pos x="2517" y="2536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31767" name="Freeform 23">
              <a:extLst>
                <a:ext uri="{FF2B5EF4-FFF2-40B4-BE49-F238E27FC236}">
                  <a16:creationId xmlns:a16="http://schemas.microsoft.com/office/drawing/2014/main" id="{0A0B2924-6AA7-4651-98F0-D0070F3F6AE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88" y="2482"/>
                </a:cxn>
                <a:cxn ang="0">
                  <a:pos x="2200" y="2476"/>
                </a:cxn>
                <a:cxn ang="0">
                  <a:pos x="317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31768" name="Freeform 24">
              <a:extLst>
                <a:ext uri="{FF2B5EF4-FFF2-40B4-BE49-F238E27FC236}">
                  <a16:creationId xmlns:a16="http://schemas.microsoft.com/office/drawing/2014/main" id="{5EDEA1EE-BA84-4210-93EF-F01F54ACF5B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/>
              <a:ahLst/>
              <a:cxnLst>
                <a:cxn ang="0">
                  <a:pos x="84" y="96"/>
                </a:cxn>
                <a:cxn ang="0">
                  <a:pos x="84" y="9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84" y="96"/>
                </a:cxn>
                <a:cxn ang="0">
                  <a:pos x="84" y="96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1054" name="Freeform 25">
              <a:extLst>
                <a:ext uri="{FF2B5EF4-FFF2-40B4-BE49-F238E27FC236}">
                  <a16:creationId xmlns:a16="http://schemas.microsoft.com/office/drawing/2014/main" id="{D68C6843-CF79-4B67-AFEA-92EE73E36BE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1770" name="Freeform 26">
              <a:extLst>
                <a:ext uri="{FF2B5EF4-FFF2-40B4-BE49-F238E27FC236}">
                  <a16:creationId xmlns:a16="http://schemas.microsoft.com/office/drawing/2014/main" id="{56FD24A9-B5D7-4BFB-8454-8DF50350A21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7" y="1043"/>
                </a:cxn>
                <a:cxn ang="0">
                  <a:pos x="574" y="851"/>
                </a:cxn>
                <a:cxn ang="0">
                  <a:pos x="25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31771" name="Freeform 27">
              <a:extLst>
                <a:ext uri="{FF2B5EF4-FFF2-40B4-BE49-F238E27FC236}">
                  <a16:creationId xmlns:a16="http://schemas.microsoft.com/office/drawing/2014/main" id="{4CD8D7A0-F692-4227-8F25-767EABAFA9C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0" y="0"/>
                </a:cxn>
                <a:cxn ang="0">
                  <a:pos x="287" y="797"/>
                </a:cxn>
                <a:cxn ang="0">
                  <a:pos x="341" y="653"/>
                </a:cxn>
                <a:cxn ang="0">
                  <a:pos x="144" y="0"/>
                </a:cxn>
                <a:cxn ang="0">
                  <a:pos x="144" y="0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1057" name="Freeform 28">
              <a:extLst>
                <a:ext uri="{FF2B5EF4-FFF2-40B4-BE49-F238E27FC236}">
                  <a16:creationId xmlns:a16="http://schemas.microsoft.com/office/drawing/2014/main" id="{92100ECA-8698-4E5E-AE60-2C9C3A086F4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08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1773" name="Freeform 29">
              <a:extLst>
                <a:ext uri="{FF2B5EF4-FFF2-40B4-BE49-F238E27FC236}">
                  <a16:creationId xmlns:a16="http://schemas.microsoft.com/office/drawing/2014/main" id="{D7CADE80-F928-45DB-BA68-C0F3CC0D236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/>
              <a:ahLst/>
              <a:cxnLst>
                <a:cxn ang="0">
                  <a:pos x="0" y="371"/>
                </a:cxn>
                <a:cxn ang="0">
                  <a:pos x="5740" y="1864"/>
                </a:cxn>
                <a:cxn ang="0">
                  <a:pos x="5740" y="1834"/>
                </a:cxn>
                <a:cxn ang="0">
                  <a:pos x="0" y="0"/>
                </a:cxn>
                <a:cxn ang="0">
                  <a:pos x="0" y="371"/>
                </a:cxn>
                <a:cxn ang="0">
                  <a:pos x="0" y="37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1059" name="Freeform 30">
              <a:extLst>
                <a:ext uri="{FF2B5EF4-FFF2-40B4-BE49-F238E27FC236}">
                  <a16:creationId xmlns:a16="http://schemas.microsoft.com/office/drawing/2014/main" id="{F5382501-7019-4904-A7DA-A885A7B215A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1775" name="Freeform 31">
              <a:extLst>
                <a:ext uri="{FF2B5EF4-FFF2-40B4-BE49-F238E27FC236}">
                  <a16:creationId xmlns:a16="http://schemas.microsoft.com/office/drawing/2014/main" id="{C1348BC3-31E7-4AF7-99B0-A27B605B6DF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/>
              <a:ahLst/>
              <a:cxnLst>
                <a:cxn ang="0">
                  <a:pos x="0" y="366"/>
                </a:cxn>
                <a:cxn ang="0">
                  <a:pos x="5740" y="1337"/>
                </a:cxn>
                <a:cxn ang="0">
                  <a:pos x="5740" y="1331"/>
                </a:cxn>
                <a:cxn ang="0">
                  <a:pos x="0" y="0"/>
                </a:cxn>
                <a:cxn ang="0">
                  <a:pos x="0" y="366"/>
                </a:cxn>
                <a:cxn ang="0">
                  <a:pos x="0" y="366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31776" name="Freeform 32">
              <a:extLst>
                <a:ext uri="{FF2B5EF4-FFF2-40B4-BE49-F238E27FC236}">
                  <a16:creationId xmlns:a16="http://schemas.microsoft.com/office/drawing/2014/main" id="{5FB8DC24-ED78-4A55-8E35-657E62D2D19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5740" y="414"/>
                </a:cxn>
                <a:cxn ang="0">
                  <a:pos x="5740" y="402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0" y="48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31777" name="Freeform 33">
              <a:extLst>
                <a:ext uri="{FF2B5EF4-FFF2-40B4-BE49-F238E27FC236}">
                  <a16:creationId xmlns:a16="http://schemas.microsoft.com/office/drawing/2014/main" id="{4906BC8D-47BC-4D10-8BBA-115050C01BE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48" y="3177"/>
                </a:cxn>
                <a:cxn ang="0">
                  <a:pos x="4448" y="3153"/>
                </a:cxn>
                <a:cxn ang="0">
                  <a:pos x="125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31778" name="Freeform 34">
              <a:extLst>
                <a:ext uri="{FF2B5EF4-FFF2-40B4-BE49-F238E27FC236}">
                  <a16:creationId xmlns:a16="http://schemas.microsoft.com/office/drawing/2014/main" id="{5DCD4E3D-088A-4821-A91C-80C03D84003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28" y="2614"/>
                </a:cxn>
                <a:cxn ang="0">
                  <a:pos x="2428" y="2608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31779" name="Freeform 35">
              <a:extLst>
                <a:ext uri="{FF2B5EF4-FFF2-40B4-BE49-F238E27FC236}">
                  <a16:creationId xmlns:a16="http://schemas.microsoft.com/office/drawing/2014/main" id="{32BE455B-893D-424E-89DA-96277BF4A52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/>
              <a:ahLst/>
              <a:cxnLst>
                <a:cxn ang="0">
                  <a:pos x="485" y="0"/>
                </a:cxn>
                <a:cxn ang="0">
                  <a:pos x="0" y="0"/>
                </a:cxn>
                <a:cxn ang="0">
                  <a:pos x="1800" y="2464"/>
                </a:cxn>
                <a:cxn ang="0">
                  <a:pos x="1800" y="2248"/>
                </a:cxn>
                <a:cxn ang="0">
                  <a:pos x="1794" y="2248"/>
                </a:cxn>
                <a:cxn ang="0">
                  <a:pos x="485" y="0"/>
                </a:cxn>
                <a:cxn ang="0">
                  <a:pos x="485" y="0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31780" name="Freeform 36">
              <a:extLst>
                <a:ext uri="{FF2B5EF4-FFF2-40B4-BE49-F238E27FC236}">
                  <a16:creationId xmlns:a16="http://schemas.microsoft.com/office/drawing/2014/main" id="{7C453A5D-906F-4C4A-9BE1-609E32BAB56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32" y="2074"/>
                </a:cxn>
                <a:cxn ang="0">
                  <a:pos x="1232" y="2038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31781" name="Freeform 37">
              <a:extLst>
                <a:ext uri="{FF2B5EF4-FFF2-40B4-BE49-F238E27FC236}">
                  <a16:creationId xmlns:a16="http://schemas.microsoft.com/office/drawing/2014/main" id="{D33A7FA1-5391-4025-B59E-5EF31D3AFB4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58" y="1936"/>
                </a:cxn>
                <a:cxn ang="0">
                  <a:pos x="1058" y="1930"/>
                </a:cxn>
                <a:cxn ang="0">
                  <a:pos x="54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31782" name="Freeform 38">
              <a:extLst>
                <a:ext uri="{FF2B5EF4-FFF2-40B4-BE49-F238E27FC236}">
                  <a16:creationId xmlns:a16="http://schemas.microsoft.com/office/drawing/2014/main" id="{58A0CFE0-A70E-4242-813D-8E8423B6B54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/>
              <a:ahLst/>
              <a:cxnLst>
                <a:cxn ang="0">
                  <a:pos x="771" y="1433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771" y="1487"/>
                </a:cxn>
                <a:cxn ang="0">
                  <a:pos x="771" y="1433"/>
                </a:cxn>
                <a:cxn ang="0">
                  <a:pos x="771" y="1433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grpSp>
          <p:nvGrpSpPr>
            <p:cNvPr id="1068" name="Group 39">
              <a:extLst>
                <a:ext uri="{FF2B5EF4-FFF2-40B4-BE49-F238E27FC236}">
                  <a16:creationId xmlns:a16="http://schemas.microsoft.com/office/drawing/2014/main" id="{E823AE26-C57D-465D-B98A-FD6386BE777C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31784" name="Freeform 40">
                <a:extLst>
                  <a:ext uri="{FF2B5EF4-FFF2-40B4-BE49-F238E27FC236}">
                    <a16:creationId xmlns:a16="http://schemas.microsoft.com/office/drawing/2014/main" id="{8C7AC47D-FE18-4309-9785-72DE7BE1AA9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66"/>
                  </a:cxn>
                  <a:cxn ang="0">
                    <a:pos x="3635" y="1313"/>
                  </a:cxn>
                  <a:cxn ang="0">
                    <a:pos x="3647" y="1235"/>
                  </a:cxn>
                  <a:cxn ang="0">
                    <a:pos x="3659" y="116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>
                  <a:latin typeface="Arial" charset="0"/>
                </a:endParaRPr>
              </a:p>
            </p:txBody>
          </p:sp>
          <p:sp>
            <p:nvSpPr>
              <p:cNvPr id="31785" name="Freeform 41">
                <a:extLst>
                  <a:ext uri="{FF2B5EF4-FFF2-40B4-BE49-F238E27FC236}">
                    <a16:creationId xmlns:a16="http://schemas.microsoft.com/office/drawing/2014/main" id="{AD3B07F9-BB3D-4A89-87C8-E5D33FF45D8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/>
                <a:ahLst/>
                <a:cxnLst>
                  <a:cxn ang="0">
                    <a:pos x="2105" y="665"/>
                  </a:cxn>
                  <a:cxn ang="0">
                    <a:pos x="24" y="0"/>
                  </a:cxn>
                  <a:cxn ang="0">
                    <a:pos x="12" y="72"/>
                  </a:cxn>
                  <a:cxn ang="0">
                    <a:pos x="0" y="150"/>
                  </a:cxn>
                  <a:cxn ang="0">
                    <a:pos x="2105" y="695"/>
                  </a:cxn>
                  <a:cxn ang="0">
                    <a:pos x="2105" y="665"/>
                  </a:cxn>
                  <a:cxn ang="0">
                    <a:pos x="2105" y="665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>
                  <a:latin typeface="Arial" charset="0"/>
                </a:endParaRPr>
              </a:p>
            </p:txBody>
          </p:sp>
        </p:grpSp>
      </p:grpSp>
      <p:sp>
        <p:nvSpPr>
          <p:cNvPr id="31786" name="Rectangle 42">
            <a:extLst>
              <a:ext uri="{FF2B5EF4-FFF2-40B4-BE49-F238E27FC236}">
                <a16:creationId xmlns:a16="http://schemas.microsoft.com/office/drawing/2014/main" id="{9EC00096-1150-486D-BF42-E86BCCFC68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3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31787" name="Rectangle 43">
            <a:extLst>
              <a:ext uri="{FF2B5EF4-FFF2-40B4-BE49-F238E27FC236}">
                <a16:creationId xmlns:a16="http://schemas.microsoft.com/office/drawing/2014/main" id="{DA4DB769-83E5-4542-8575-D9DBB02994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31788" name="Rectangle 44">
            <a:extLst>
              <a:ext uri="{FF2B5EF4-FFF2-40B4-BE49-F238E27FC236}">
                <a16:creationId xmlns:a16="http://schemas.microsoft.com/office/drawing/2014/main" id="{810DABFD-B22C-4EC8-80E4-23A38E96565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789" name="Rectangle 45">
            <a:extLst>
              <a:ext uri="{FF2B5EF4-FFF2-40B4-BE49-F238E27FC236}">
                <a16:creationId xmlns:a16="http://schemas.microsoft.com/office/drawing/2014/main" id="{FDAEE8D5-E2DF-43A5-BFAE-AE471B75074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790" name="Rectangle 46">
            <a:extLst>
              <a:ext uri="{FF2B5EF4-FFF2-40B4-BE49-F238E27FC236}">
                <a16:creationId xmlns:a16="http://schemas.microsoft.com/office/drawing/2014/main" id="{DB573329-0483-44E0-B130-FF6A7DCED91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3638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15EC25B-7575-4B8E-AF6D-2C4056C6BD2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8365247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3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4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986CEF6E-62D8-42B9-B43F-2DB6BD4995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>
                <a:latin typeface="Comic Sans MS" pitchFamily="66" charset="0"/>
                <a:ea typeface="宋体" pitchFamily="2" charset="-122"/>
              </a:rPr>
              <a:t>Homework of</a:t>
            </a:r>
            <a:r>
              <a:rPr lang="zh-CN" altLang="en-US" dirty="0">
                <a:latin typeface="Comic Sans MS" pitchFamily="66" charset="0"/>
                <a:ea typeface="宋体" pitchFamily="2" charset="-122"/>
              </a:rPr>
              <a:t> </a:t>
            </a:r>
            <a:r>
              <a:rPr lang="en-US" altLang="zh-CN" dirty="0">
                <a:latin typeface="Comic Sans MS" pitchFamily="66" charset="0"/>
                <a:ea typeface="宋体" pitchFamily="2" charset="-122"/>
              </a:rPr>
              <a:t>Chapter</a:t>
            </a:r>
            <a:r>
              <a:rPr lang="zh-CN" altLang="en-US" dirty="0">
                <a:latin typeface="Comic Sans MS" pitchFamily="66" charset="0"/>
                <a:ea typeface="宋体" pitchFamily="2" charset="-122"/>
              </a:rPr>
              <a:t> </a:t>
            </a:r>
            <a:r>
              <a:rPr lang="en-US" altLang="zh-CN" dirty="0">
                <a:latin typeface="Comic Sans MS" pitchFamily="66" charset="0"/>
                <a:ea typeface="宋体" pitchFamily="2" charset="-122"/>
              </a:rPr>
              <a:t>5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ED8B3C80-E48E-40DF-BD3F-FF102E96D5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600201"/>
            <a:ext cx="10551459" cy="203050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>
                <a:ea typeface="宋体" pitchFamily="2" charset="-122"/>
              </a:rPr>
              <a:t>5.2-4, 5.3-4</a:t>
            </a:r>
          </a:p>
          <a:p>
            <a:pPr eaLnBrk="1" hangingPunct="1">
              <a:defRPr/>
            </a:pPr>
            <a:r>
              <a:rPr lang="en-US" altLang="zh-CN" dirty="0">
                <a:ea typeface="宋体" pitchFamily="2" charset="-122"/>
              </a:rPr>
              <a:t>Problem 5-1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10</Words>
  <Application>Microsoft Office PowerPoint</Application>
  <PresentationFormat>宽屏</PresentationFormat>
  <Paragraphs>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宋体</vt:lpstr>
      <vt:lpstr>Arial</vt:lpstr>
      <vt:lpstr>Comic Sans MS</vt:lpstr>
      <vt:lpstr>Times New Roman</vt:lpstr>
      <vt:lpstr>Wingdings</vt:lpstr>
      <vt:lpstr>Beam</vt:lpstr>
      <vt:lpstr>Homework of Chapter 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 of Chapter 5</dc:title>
  <dc:creator>admin</dc:creator>
  <cp:lastModifiedBy>86137</cp:lastModifiedBy>
  <cp:revision>6</cp:revision>
  <dcterms:created xsi:type="dcterms:W3CDTF">2020-03-16T00:47:28Z</dcterms:created>
  <dcterms:modified xsi:type="dcterms:W3CDTF">2024-09-18T01:22:56Z</dcterms:modified>
</cp:coreProperties>
</file>
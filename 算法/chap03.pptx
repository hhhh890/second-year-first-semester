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0"/>
  </p:notesMasterIdLst>
  <p:handoutMasterIdLst>
    <p:handoutMasterId r:id="rId31"/>
  </p:handoutMasterIdLst>
  <p:sldIdLst>
    <p:sldId id="256" r:id="rId2"/>
    <p:sldId id="269" r:id="rId3"/>
    <p:sldId id="270" r:id="rId4"/>
    <p:sldId id="264" r:id="rId5"/>
    <p:sldId id="257" r:id="rId6"/>
    <p:sldId id="271" r:id="rId7"/>
    <p:sldId id="272" r:id="rId8"/>
    <p:sldId id="273" r:id="rId9"/>
    <p:sldId id="288" r:id="rId10"/>
    <p:sldId id="259" r:id="rId11"/>
    <p:sldId id="274" r:id="rId12"/>
    <p:sldId id="276" r:id="rId13"/>
    <p:sldId id="262" r:id="rId14"/>
    <p:sldId id="289" r:id="rId15"/>
    <p:sldId id="277" r:id="rId16"/>
    <p:sldId id="287" r:id="rId17"/>
    <p:sldId id="290" r:id="rId18"/>
    <p:sldId id="278" r:id="rId19"/>
    <p:sldId id="265" r:id="rId20"/>
    <p:sldId id="280" r:id="rId21"/>
    <p:sldId id="279" r:id="rId22"/>
    <p:sldId id="258" r:id="rId23"/>
    <p:sldId id="267" r:id="rId24"/>
    <p:sldId id="268" r:id="rId25"/>
    <p:sldId id="281" r:id="rId26"/>
    <p:sldId id="282" r:id="rId27"/>
    <p:sldId id="284" r:id="rId28"/>
    <p:sldId id="285" r:id="rId2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86137" initials="8" lastIdx="1" clrIdx="0">
    <p:extLst>
      <p:ext uri="{19B8F6BF-5375-455C-9EA6-DF929625EA0E}">
        <p15:presenceInfo xmlns:p15="http://schemas.microsoft.com/office/powerpoint/2012/main" userId="86137"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00"/>
    <a:srgbClr val="FF0000"/>
    <a:srgbClr val="9966FF"/>
    <a:srgbClr val="99FF66"/>
    <a:srgbClr val="008000"/>
    <a:srgbClr val="0033CC"/>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5" autoAdjust="0"/>
    <p:restoredTop sz="94604" autoAdjust="0"/>
  </p:normalViewPr>
  <p:slideViewPr>
    <p:cSldViewPr>
      <p:cViewPr varScale="1">
        <p:scale>
          <a:sx n="92" d="100"/>
          <a:sy n="92" d="100"/>
        </p:scale>
        <p:origin x="1356"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4"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C780A7FE-89D6-46B5-A0C2-E364A7A23DF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defRPr>
            </a:lvl1pPr>
          </a:lstStyle>
          <a:p>
            <a:pPr>
              <a:defRPr/>
            </a:pPr>
            <a:endParaRPr lang="zh-CN" altLang="en-US"/>
          </a:p>
        </p:txBody>
      </p:sp>
      <p:sp>
        <p:nvSpPr>
          <p:cNvPr id="22531" name="Rectangle 3">
            <a:extLst>
              <a:ext uri="{FF2B5EF4-FFF2-40B4-BE49-F238E27FC236}">
                <a16:creationId xmlns:a16="http://schemas.microsoft.com/office/drawing/2014/main" id="{585DCB9A-A444-4E82-ADDC-D3DB8CEC0A3A}"/>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ltLang="zh-CN"/>
          </a:p>
        </p:txBody>
      </p:sp>
      <p:sp>
        <p:nvSpPr>
          <p:cNvPr id="22532" name="Rectangle 4">
            <a:extLst>
              <a:ext uri="{FF2B5EF4-FFF2-40B4-BE49-F238E27FC236}">
                <a16:creationId xmlns:a16="http://schemas.microsoft.com/office/drawing/2014/main" id="{0817E16C-9D11-48D0-8300-46B36557AD1D}"/>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defRPr>
            </a:lvl1pPr>
          </a:lstStyle>
          <a:p>
            <a:pPr>
              <a:defRPr/>
            </a:pPr>
            <a:endParaRPr lang="en-US" altLang="zh-CN"/>
          </a:p>
        </p:txBody>
      </p:sp>
      <p:sp>
        <p:nvSpPr>
          <p:cNvPr id="22533" name="Rectangle 5">
            <a:extLst>
              <a:ext uri="{FF2B5EF4-FFF2-40B4-BE49-F238E27FC236}">
                <a16:creationId xmlns:a16="http://schemas.microsoft.com/office/drawing/2014/main" id="{AB86DDCF-288E-41F1-8FBB-5724DA9B13FC}"/>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E247C66F-F3EE-4C01-A4D2-902732B4A91E}"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137A32F5-2BDA-49CA-9420-C2F25EDFC81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defRPr>
            </a:lvl1pPr>
          </a:lstStyle>
          <a:p>
            <a:pPr>
              <a:defRPr/>
            </a:pPr>
            <a:endParaRPr lang="zh-CN" altLang="en-US"/>
          </a:p>
        </p:txBody>
      </p:sp>
      <p:sp>
        <p:nvSpPr>
          <p:cNvPr id="30723" name="Rectangle 3">
            <a:extLst>
              <a:ext uri="{FF2B5EF4-FFF2-40B4-BE49-F238E27FC236}">
                <a16:creationId xmlns:a16="http://schemas.microsoft.com/office/drawing/2014/main" id="{75BDF233-0C3E-482C-A7BD-7C10173E8AA9}"/>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ltLang="zh-CN"/>
          </a:p>
        </p:txBody>
      </p:sp>
      <p:sp>
        <p:nvSpPr>
          <p:cNvPr id="3076" name="Rectangle 4">
            <a:extLst>
              <a:ext uri="{FF2B5EF4-FFF2-40B4-BE49-F238E27FC236}">
                <a16:creationId xmlns:a16="http://schemas.microsoft.com/office/drawing/2014/main" id="{1FB39D5C-1BD3-4077-9B88-CE48A88D4B9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5" name="Rectangle 5">
            <a:extLst>
              <a:ext uri="{FF2B5EF4-FFF2-40B4-BE49-F238E27FC236}">
                <a16:creationId xmlns:a16="http://schemas.microsoft.com/office/drawing/2014/main" id="{84CC3FE4-C248-424B-AFFE-F5FC7C974BA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26" name="Rectangle 6">
            <a:extLst>
              <a:ext uri="{FF2B5EF4-FFF2-40B4-BE49-F238E27FC236}">
                <a16:creationId xmlns:a16="http://schemas.microsoft.com/office/drawing/2014/main" id="{F5602DAA-F602-4FAA-8FA7-013B7B84005B}"/>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defRPr>
            </a:lvl1pPr>
          </a:lstStyle>
          <a:p>
            <a:pPr>
              <a:defRPr/>
            </a:pPr>
            <a:endParaRPr lang="en-US" altLang="zh-CN"/>
          </a:p>
        </p:txBody>
      </p:sp>
      <p:sp>
        <p:nvSpPr>
          <p:cNvPr id="30727" name="Rectangle 7">
            <a:extLst>
              <a:ext uri="{FF2B5EF4-FFF2-40B4-BE49-F238E27FC236}">
                <a16:creationId xmlns:a16="http://schemas.microsoft.com/office/drawing/2014/main" id="{78289471-E25E-4515-BA66-B92A57412006}"/>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D64FC21E-2746-4BD1-9B81-54BCA3F9536C}"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3DEE4BD9-4CB8-48A7-BA60-D4A528AF74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E7C24A0-D4C8-4804-80C9-A167ED35763D}" type="slidenum">
              <a:rPr lang="zh-CN" altLang="en-US" smtClean="0">
                <a:latin typeface="Times New Roman" panose="02020603050405020304" pitchFamily="18" charset="0"/>
              </a:rPr>
              <a:pPr/>
              <a:t>1</a:t>
            </a:fld>
            <a:endParaRPr lang="en-US" altLang="zh-CN">
              <a:latin typeface="Times New Roman" panose="02020603050405020304" pitchFamily="18" charset="0"/>
            </a:endParaRPr>
          </a:p>
        </p:txBody>
      </p:sp>
      <p:sp>
        <p:nvSpPr>
          <p:cNvPr id="6147" name="Rectangle 2">
            <a:extLst>
              <a:ext uri="{FF2B5EF4-FFF2-40B4-BE49-F238E27FC236}">
                <a16:creationId xmlns:a16="http://schemas.microsoft.com/office/drawing/2014/main" id="{180091ED-4058-4541-90AA-62A90E357D05}"/>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34CD79B5-3DC3-4655-862D-36CFE22999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F45055EE-F96E-4ED5-86EA-4C38598467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CB1CDE1-DFB4-497E-91C4-ED8F54B7D54D}" type="slidenum">
              <a:rPr lang="zh-CN" altLang="en-US" smtClean="0">
                <a:latin typeface="Times New Roman" panose="02020603050405020304" pitchFamily="18" charset="0"/>
              </a:rPr>
              <a:pPr/>
              <a:t>2</a:t>
            </a:fld>
            <a:endParaRPr lang="en-US" altLang="zh-CN">
              <a:latin typeface="Times New Roman" panose="02020603050405020304" pitchFamily="18" charset="0"/>
            </a:endParaRPr>
          </a:p>
        </p:txBody>
      </p:sp>
      <p:sp>
        <p:nvSpPr>
          <p:cNvPr id="8195" name="Rectangle 2">
            <a:extLst>
              <a:ext uri="{FF2B5EF4-FFF2-40B4-BE49-F238E27FC236}">
                <a16:creationId xmlns:a16="http://schemas.microsoft.com/office/drawing/2014/main" id="{6256B3EF-0251-41FD-AE03-A92F4BA9945D}"/>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5EF0AF05-B3FD-49C9-90CC-85C4993FE6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47CD203F-F628-4F71-88DC-445EDDB28A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750B972-6943-44E4-B8B3-BC7E7B820617}" type="slidenum">
              <a:rPr lang="zh-CN" altLang="en-US" smtClean="0">
                <a:latin typeface="Times New Roman" panose="02020603050405020304" pitchFamily="18" charset="0"/>
              </a:rPr>
              <a:pPr/>
              <a:t>3</a:t>
            </a:fld>
            <a:endParaRPr lang="en-US" altLang="zh-CN">
              <a:latin typeface="Times New Roman" panose="02020603050405020304" pitchFamily="18" charset="0"/>
            </a:endParaRPr>
          </a:p>
        </p:txBody>
      </p:sp>
      <p:sp>
        <p:nvSpPr>
          <p:cNvPr id="10243" name="Rectangle 2">
            <a:extLst>
              <a:ext uri="{FF2B5EF4-FFF2-40B4-BE49-F238E27FC236}">
                <a16:creationId xmlns:a16="http://schemas.microsoft.com/office/drawing/2014/main" id="{9BF2B37F-A4C0-433F-842D-266237850253}"/>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A9B104F6-77B2-4C49-93FA-703D3631C1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6C71E484-F8FB-4691-AB1D-F8A40AB006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8A0B022-B8AF-4DEF-865D-A8A0705EE860}" type="slidenum">
              <a:rPr lang="zh-CN" altLang="en-US" smtClean="0">
                <a:latin typeface="Times New Roman" panose="02020603050405020304" pitchFamily="18" charset="0"/>
              </a:rPr>
              <a:pPr/>
              <a:t>4</a:t>
            </a:fld>
            <a:endParaRPr lang="en-US" altLang="zh-CN">
              <a:latin typeface="Times New Roman" panose="02020603050405020304" pitchFamily="18" charset="0"/>
            </a:endParaRPr>
          </a:p>
        </p:txBody>
      </p:sp>
      <p:sp>
        <p:nvSpPr>
          <p:cNvPr id="12291" name="Rectangle 2">
            <a:extLst>
              <a:ext uri="{FF2B5EF4-FFF2-40B4-BE49-F238E27FC236}">
                <a16:creationId xmlns:a16="http://schemas.microsoft.com/office/drawing/2014/main" id="{0F8FE981-4BCD-4964-BE22-65817F4D72E8}"/>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A35A9570-BEB4-4E03-81CD-D8F0BC7A7C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6EF05F9D-E156-46D5-83AC-1C2A6376CD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BD351E4-FA2C-4A53-A3A7-27B2CD376602}" type="slidenum">
              <a:rPr lang="zh-CN" altLang="en-US" smtClean="0">
                <a:latin typeface="Times New Roman" panose="02020603050405020304" pitchFamily="18" charset="0"/>
              </a:rPr>
              <a:pPr/>
              <a:t>5</a:t>
            </a:fld>
            <a:endParaRPr lang="en-US" altLang="zh-CN">
              <a:latin typeface="Times New Roman" panose="02020603050405020304" pitchFamily="18" charset="0"/>
            </a:endParaRPr>
          </a:p>
        </p:txBody>
      </p:sp>
      <p:sp>
        <p:nvSpPr>
          <p:cNvPr id="14339" name="Rectangle 2">
            <a:extLst>
              <a:ext uri="{FF2B5EF4-FFF2-40B4-BE49-F238E27FC236}">
                <a16:creationId xmlns:a16="http://schemas.microsoft.com/office/drawing/2014/main" id="{1A6E2AC6-9B55-4F1A-BEF5-AD38B7F9F5E2}"/>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53ADCA19-582C-4FB7-A111-F0FD03BE8C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BAB21E4A-CDB5-49EB-AEA3-2A4410F460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220C423-32D6-464A-BB3A-7BB792D0FB5E}" type="slidenum">
              <a:rPr lang="zh-CN" altLang="en-US" smtClean="0">
                <a:latin typeface="Times New Roman" panose="02020603050405020304" pitchFamily="18" charset="0"/>
              </a:rPr>
              <a:pPr/>
              <a:t>6</a:t>
            </a:fld>
            <a:endParaRPr lang="en-US" altLang="zh-CN">
              <a:latin typeface="Times New Roman" panose="02020603050405020304" pitchFamily="18" charset="0"/>
            </a:endParaRPr>
          </a:p>
        </p:txBody>
      </p:sp>
      <p:sp>
        <p:nvSpPr>
          <p:cNvPr id="16387" name="Rectangle 2">
            <a:extLst>
              <a:ext uri="{FF2B5EF4-FFF2-40B4-BE49-F238E27FC236}">
                <a16:creationId xmlns:a16="http://schemas.microsoft.com/office/drawing/2014/main" id="{E5978E0B-EC4C-4D53-88CB-966329EE7427}"/>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2F4DA2D4-AC7F-46F1-8A25-C88BC57DEA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5CFD21C-061A-41F7-B419-9D3E50AFBA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9667736-54E3-4308-9880-1F6097BD7F3F}" type="slidenum">
              <a:rPr lang="zh-CN" altLang="en-US" smtClean="0">
                <a:latin typeface="Times New Roman" panose="02020603050405020304" pitchFamily="18" charset="0"/>
              </a:rPr>
              <a:pPr/>
              <a:t>7</a:t>
            </a:fld>
            <a:endParaRPr lang="en-US" altLang="zh-CN">
              <a:latin typeface="Times New Roman" panose="02020603050405020304" pitchFamily="18" charset="0"/>
            </a:endParaRPr>
          </a:p>
        </p:txBody>
      </p:sp>
      <p:sp>
        <p:nvSpPr>
          <p:cNvPr id="18435" name="Rectangle 2">
            <a:extLst>
              <a:ext uri="{FF2B5EF4-FFF2-40B4-BE49-F238E27FC236}">
                <a16:creationId xmlns:a16="http://schemas.microsoft.com/office/drawing/2014/main" id="{EC60AE15-587B-436A-9FC4-4E455C9B3B63}"/>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3EA71FB5-E27C-49E2-9B38-9FF92EDBA4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063A5A6B-6D60-48B5-8E40-B2A72784DA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10DFA0F-B59D-4B23-B31C-458E19EEE88E}" type="slidenum">
              <a:rPr lang="zh-CN" altLang="en-US" smtClean="0">
                <a:latin typeface="Times New Roman" panose="02020603050405020304" pitchFamily="18" charset="0"/>
              </a:rPr>
              <a:pPr/>
              <a:t>8</a:t>
            </a:fld>
            <a:endParaRPr lang="en-US" altLang="zh-CN">
              <a:latin typeface="Times New Roman" panose="02020603050405020304" pitchFamily="18" charset="0"/>
            </a:endParaRPr>
          </a:p>
        </p:txBody>
      </p:sp>
      <p:sp>
        <p:nvSpPr>
          <p:cNvPr id="20483" name="Rectangle 2">
            <a:extLst>
              <a:ext uri="{FF2B5EF4-FFF2-40B4-BE49-F238E27FC236}">
                <a16:creationId xmlns:a16="http://schemas.microsoft.com/office/drawing/2014/main" id="{EF3A933F-38A0-4CEF-BB27-36A00B458AE2}"/>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F0F9D8F4-5A91-4D6A-8782-897A520305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C893B4EF-A69D-4C1C-93F8-9A03E63C3E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7B9F10F-733A-4225-9F33-7F6D6106B36F}" type="slidenum">
              <a:rPr lang="zh-CN" altLang="en-US" smtClean="0">
                <a:latin typeface="Times New Roman" panose="02020603050405020304" pitchFamily="18" charset="0"/>
              </a:rPr>
              <a:pPr/>
              <a:t>9</a:t>
            </a:fld>
            <a:endParaRPr lang="en-US" altLang="zh-CN">
              <a:latin typeface="Times New Roman" panose="02020603050405020304" pitchFamily="18" charset="0"/>
            </a:endParaRPr>
          </a:p>
        </p:txBody>
      </p:sp>
      <p:sp>
        <p:nvSpPr>
          <p:cNvPr id="22531" name="Rectangle 2">
            <a:extLst>
              <a:ext uri="{FF2B5EF4-FFF2-40B4-BE49-F238E27FC236}">
                <a16:creationId xmlns:a16="http://schemas.microsoft.com/office/drawing/2014/main" id="{570983AE-827B-4F65-9E95-2802374713F4}"/>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B69DA781-A9B7-4F9D-A672-052E6D3438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269FE68E-15B1-4A4C-B078-3EF7C85E03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2F326C7-8B79-468E-8EAD-BFF06794E0FE}" type="slidenum">
              <a:rPr lang="zh-CN" altLang="en-US" smtClean="0">
                <a:latin typeface="Times New Roman" panose="02020603050405020304" pitchFamily="18" charset="0"/>
              </a:rPr>
              <a:pPr/>
              <a:t>10</a:t>
            </a:fld>
            <a:endParaRPr lang="en-US" altLang="zh-CN">
              <a:latin typeface="Times New Roman" panose="02020603050405020304" pitchFamily="18" charset="0"/>
            </a:endParaRPr>
          </a:p>
        </p:txBody>
      </p:sp>
      <p:sp>
        <p:nvSpPr>
          <p:cNvPr id="24579" name="Rectangle 2">
            <a:extLst>
              <a:ext uri="{FF2B5EF4-FFF2-40B4-BE49-F238E27FC236}">
                <a16:creationId xmlns:a16="http://schemas.microsoft.com/office/drawing/2014/main" id="{28B65AC0-2939-4BAC-A03B-DBC8B53528A3}"/>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F2F3CD28-ACE5-4857-B5E5-66CDC13F77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84C90484-6C20-4797-9B73-AD7B6C55CE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7B0C01F-C4A1-4F77-ABE1-E0750EDE81E6}" type="slidenum">
              <a:rPr lang="zh-CN" altLang="en-US" smtClean="0">
                <a:latin typeface="Times New Roman" panose="02020603050405020304" pitchFamily="18" charset="0"/>
              </a:rPr>
              <a:pPr/>
              <a:t>11</a:t>
            </a:fld>
            <a:endParaRPr lang="en-US" altLang="zh-CN">
              <a:latin typeface="Times New Roman" panose="02020603050405020304" pitchFamily="18" charset="0"/>
            </a:endParaRPr>
          </a:p>
        </p:txBody>
      </p:sp>
      <p:sp>
        <p:nvSpPr>
          <p:cNvPr id="26627" name="Rectangle 2">
            <a:extLst>
              <a:ext uri="{FF2B5EF4-FFF2-40B4-BE49-F238E27FC236}">
                <a16:creationId xmlns:a16="http://schemas.microsoft.com/office/drawing/2014/main" id="{4F00625E-2F76-4BBB-8AFF-A626B73D490D}"/>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B8EBA96C-DEEE-4D8C-A7DA-5EC5BDA1B8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823B00B6-C136-4A6C-A307-2AE087C947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86A8A52-85F7-4D5E-8666-0C206A5BB9D2}" type="slidenum">
              <a:rPr lang="zh-CN" altLang="en-US" smtClean="0">
                <a:latin typeface="Times New Roman" panose="02020603050405020304" pitchFamily="18" charset="0"/>
              </a:rPr>
              <a:pPr/>
              <a:t>12</a:t>
            </a:fld>
            <a:endParaRPr lang="en-US" altLang="zh-CN">
              <a:latin typeface="Times New Roman" panose="02020603050405020304" pitchFamily="18" charset="0"/>
            </a:endParaRPr>
          </a:p>
        </p:txBody>
      </p:sp>
      <p:sp>
        <p:nvSpPr>
          <p:cNvPr id="28675" name="Rectangle 2">
            <a:extLst>
              <a:ext uri="{FF2B5EF4-FFF2-40B4-BE49-F238E27FC236}">
                <a16:creationId xmlns:a16="http://schemas.microsoft.com/office/drawing/2014/main" id="{5177D480-F386-4FC1-B681-7AE8D29A4134}"/>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BCB0C3C9-8A7A-49B5-9911-140D320788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674409EB-E808-4A6B-BAEC-1880315EA2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FE1DA6F-454C-4356-97D8-05651C4E0E6D}" type="slidenum">
              <a:rPr lang="zh-CN" altLang="en-US" smtClean="0">
                <a:latin typeface="Times New Roman" panose="02020603050405020304" pitchFamily="18" charset="0"/>
              </a:rPr>
              <a:pPr/>
              <a:t>13</a:t>
            </a:fld>
            <a:endParaRPr lang="en-US" altLang="zh-CN">
              <a:latin typeface="Times New Roman" panose="02020603050405020304" pitchFamily="18" charset="0"/>
            </a:endParaRPr>
          </a:p>
        </p:txBody>
      </p:sp>
      <p:sp>
        <p:nvSpPr>
          <p:cNvPr id="30723" name="Rectangle 2">
            <a:extLst>
              <a:ext uri="{FF2B5EF4-FFF2-40B4-BE49-F238E27FC236}">
                <a16:creationId xmlns:a16="http://schemas.microsoft.com/office/drawing/2014/main" id="{0138745B-F6E3-4D96-A3A2-E4D679AB6384}"/>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B406AF65-8895-40E0-BEC8-31E6DD16CF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4E882EC5-8156-4E3D-9337-A5BA08C827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670A903-6EA0-453F-8D12-F283F88C681A}" type="slidenum">
              <a:rPr lang="zh-CN" altLang="en-US" smtClean="0">
                <a:latin typeface="Times New Roman" panose="02020603050405020304" pitchFamily="18" charset="0"/>
              </a:rPr>
              <a:pPr/>
              <a:t>14</a:t>
            </a:fld>
            <a:endParaRPr lang="en-US" altLang="zh-CN">
              <a:latin typeface="Times New Roman" panose="02020603050405020304" pitchFamily="18" charset="0"/>
            </a:endParaRPr>
          </a:p>
        </p:txBody>
      </p:sp>
      <p:sp>
        <p:nvSpPr>
          <p:cNvPr id="32771" name="Rectangle 2">
            <a:extLst>
              <a:ext uri="{FF2B5EF4-FFF2-40B4-BE49-F238E27FC236}">
                <a16:creationId xmlns:a16="http://schemas.microsoft.com/office/drawing/2014/main" id="{1971114C-5823-46C7-A205-FC136FC15714}"/>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001D09BA-476B-40CA-8998-62CAF60ABB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A909A119-82B8-48E1-B911-5056BC036E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397B13E-4FA4-4F6B-9D0B-255F7ED85A3F}" type="slidenum">
              <a:rPr lang="zh-CN" altLang="en-US" smtClean="0">
                <a:latin typeface="Times New Roman" panose="02020603050405020304" pitchFamily="18" charset="0"/>
              </a:rPr>
              <a:pPr/>
              <a:t>15</a:t>
            </a:fld>
            <a:endParaRPr lang="en-US" altLang="zh-CN">
              <a:latin typeface="Times New Roman" panose="02020603050405020304" pitchFamily="18" charset="0"/>
            </a:endParaRPr>
          </a:p>
        </p:txBody>
      </p:sp>
      <p:sp>
        <p:nvSpPr>
          <p:cNvPr id="34819" name="Rectangle 2">
            <a:extLst>
              <a:ext uri="{FF2B5EF4-FFF2-40B4-BE49-F238E27FC236}">
                <a16:creationId xmlns:a16="http://schemas.microsoft.com/office/drawing/2014/main" id="{7883AEB3-95EF-4B47-B522-5D382B9E81F8}"/>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AAC45674-8609-495B-970B-A79019C1DE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D7017BC0-4C96-474C-9D3D-BB34476996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C251B48-F35C-40AC-B271-955FE614366E}" type="slidenum">
              <a:rPr lang="zh-CN" altLang="en-US" smtClean="0">
                <a:latin typeface="Times New Roman" panose="02020603050405020304" pitchFamily="18" charset="0"/>
              </a:rPr>
              <a:pPr/>
              <a:t>18</a:t>
            </a:fld>
            <a:endParaRPr lang="en-US" altLang="zh-CN">
              <a:latin typeface="Times New Roman" panose="02020603050405020304" pitchFamily="18" charset="0"/>
            </a:endParaRPr>
          </a:p>
        </p:txBody>
      </p:sp>
      <p:sp>
        <p:nvSpPr>
          <p:cNvPr id="37891" name="Rectangle 2">
            <a:extLst>
              <a:ext uri="{FF2B5EF4-FFF2-40B4-BE49-F238E27FC236}">
                <a16:creationId xmlns:a16="http://schemas.microsoft.com/office/drawing/2014/main" id="{27F6D802-C20F-4673-BA61-A837E2E8403C}"/>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C6A601A8-FA8C-4DD0-84A6-850F7F59A6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E19A49EA-CC45-4A48-9B0D-84E66C3286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0B35043-3ACC-48B6-97B4-761480EA7B42}" type="slidenum">
              <a:rPr lang="zh-CN" altLang="en-US" smtClean="0">
                <a:latin typeface="Times New Roman" panose="02020603050405020304" pitchFamily="18" charset="0"/>
              </a:rPr>
              <a:pPr/>
              <a:t>19</a:t>
            </a:fld>
            <a:endParaRPr lang="en-US" altLang="zh-CN">
              <a:latin typeface="Times New Roman" panose="02020603050405020304" pitchFamily="18" charset="0"/>
            </a:endParaRPr>
          </a:p>
        </p:txBody>
      </p:sp>
      <p:sp>
        <p:nvSpPr>
          <p:cNvPr id="39939" name="Rectangle 2">
            <a:extLst>
              <a:ext uri="{FF2B5EF4-FFF2-40B4-BE49-F238E27FC236}">
                <a16:creationId xmlns:a16="http://schemas.microsoft.com/office/drawing/2014/main" id="{B4FA6B74-DD77-46A6-9008-D4BC88F2C9B5}"/>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90289F41-C514-4210-B223-CB8F0FE0E5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954B3848-0768-4386-98BC-090A07AF98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A0A712E-0A8B-4952-840C-C4F9739225A9}" type="slidenum">
              <a:rPr lang="zh-CN" altLang="en-US" smtClean="0">
                <a:latin typeface="Times New Roman" panose="02020603050405020304" pitchFamily="18" charset="0"/>
              </a:rPr>
              <a:pPr/>
              <a:t>20</a:t>
            </a:fld>
            <a:endParaRPr lang="en-US" altLang="zh-CN">
              <a:latin typeface="Times New Roman" panose="02020603050405020304" pitchFamily="18" charset="0"/>
            </a:endParaRPr>
          </a:p>
        </p:txBody>
      </p:sp>
      <p:sp>
        <p:nvSpPr>
          <p:cNvPr id="41987" name="Rectangle 2">
            <a:extLst>
              <a:ext uri="{FF2B5EF4-FFF2-40B4-BE49-F238E27FC236}">
                <a16:creationId xmlns:a16="http://schemas.microsoft.com/office/drawing/2014/main" id="{7CC7A5A6-8CFE-4CA3-A9F5-34F288AF4630}"/>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04C0F11B-CBD0-44ED-BA27-23E0396655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A02B926F-5E3D-4340-A396-6AC09AA846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BCD8539-9CC3-4021-8E01-45F301BF99B5}" type="slidenum">
              <a:rPr lang="zh-CN" altLang="en-US" smtClean="0">
                <a:latin typeface="Times New Roman" panose="02020603050405020304" pitchFamily="18" charset="0"/>
              </a:rPr>
              <a:pPr/>
              <a:t>21</a:t>
            </a:fld>
            <a:endParaRPr lang="en-US" altLang="zh-CN">
              <a:latin typeface="Times New Roman" panose="02020603050405020304" pitchFamily="18" charset="0"/>
            </a:endParaRPr>
          </a:p>
        </p:txBody>
      </p:sp>
      <p:sp>
        <p:nvSpPr>
          <p:cNvPr id="44035" name="Rectangle 2">
            <a:extLst>
              <a:ext uri="{FF2B5EF4-FFF2-40B4-BE49-F238E27FC236}">
                <a16:creationId xmlns:a16="http://schemas.microsoft.com/office/drawing/2014/main" id="{DF61FD69-3362-4203-A8DC-86B56D7A17C9}"/>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B47C5E86-D072-40F5-8189-671CDC29DB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6A457099-2F73-4B76-ABC7-0844FCEF9E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FE7102B-06C2-48AF-AB1D-B3A592AFC9DC}" type="slidenum">
              <a:rPr lang="zh-CN" altLang="en-US" smtClean="0">
                <a:latin typeface="Times New Roman" panose="02020603050405020304" pitchFamily="18" charset="0"/>
              </a:rPr>
              <a:pPr/>
              <a:t>22</a:t>
            </a:fld>
            <a:endParaRPr lang="en-US" altLang="zh-CN">
              <a:latin typeface="Times New Roman" panose="02020603050405020304" pitchFamily="18" charset="0"/>
            </a:endParaRPr>
          </a:p>
        </p:txBody>
      </p:sp>
      <p:sp>
        <p:nvSpPr>
          <p:cNvPr id="46083" name="Rectangle 2">
            <a:extLst>
              <a:ext uri="{FF2B5EF4-FFF2-40B4-BE49-F238E27FC236}">
                <a16:creationId xmlns:a16="http://schemas.microsoft.com/office/drawing/2014/main" id="{D8122B37-9A6D-404C-9EBD-7506B7F50CAE}"/>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CA5AB34E-17CA-4034-B2F0-1D6D4DD20D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18C57D0C-EB2A-404D-BC78-BC7751DA61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B9AFB33-9290-4106-A7FB-23C56499998F}" type="slidenum">
              <a:rPr lang="zh-CN" altLang="en-US" smtClean="0">
                <a:latin typeface="Times New Roman" panose="02020603050405020304" pitchFamily="18" charset="0"/>
              </a:rPr>
              <a:pPr/>
              <a:t>23</a:t>
            </a:fld>
            <a:endParaRPr lang="en-US" altLang="zh-CN">
              <a:latin typeface="Times New Roman" panose="02020603050405020304" pitchFamily="18" charset="0"/>
            </a:endParaRPr>
          </a:p>
        </p:txBody>
      </p:sp>
      <p:sp>
        <p:nvSpPr>
          <p:cNvPr id="48131" name="Rectangle 2">
            <a:extLst>
              <a:ext uri="{FF2B5EF4-FFF2-40B4-BE49-F238E27FC236}">
                <a16:creationId xmlns:a16="http://schemas.microsoft.com/office/drawing/2014/main" id="{BEC5248C-197E-42AE-98DC-F7A5B15EF9B2}"/>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B9AE7FAF-1CEA-4328-ACA2-60A8227213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640C89A1-7E5D-433D-BD38-EF41F3A753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6146D1F-EA64-4154-86EF-38785077FC78}" type="slidenum">
              <a:rPr lang="zh-CN" altLang="en-US" smtClean="0">
                <a:latin typeface="Times New Roman" panose="02020603050405020304" pitchFamily="18" charset="0"/>
              </a:rPr>
              <a:pPr/>
              <a:t>24</a:t>
            </a:fld>
            <a:endParaRPr lang="en-US" altLang="zh-CN">
              <a:latin typeface="Times New Roman" panose="02020603050405020304" pitchFamily="18" charset="0"/>
            </a:endParaRPr>
          </a:p>
        </p:txBody>
      </p:sp>
      <p:sp>
        <p:nvSpPr>
          <p:cNvPr id="50179" name="Rectangle 2">
            <a:extLst>
              <a:ext uri="{FF2B5EF4-FFF2-40B4-BE49-F238E27FC236}">
                <a16:creationId xmlns:a16="http://schemas.microsoft.com/office/drawing/2014/main" id="{52648E50-C23A-4542-AD98-B306B54A9FE5}"/>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517EBCD8-285D-4A81-BE8B-8FB292F45E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2F94CE53-589B-4BAC-9EDD-68931C75C5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2B4A091-C244-416A-89AA-6F346565CE39}" type="slidenum">
              <a:rPr lang="zh-CN" altLang="en-US" smtClean="0">
                <a:latin typeface="Times New Roman" panose="02020603050405020304" pitchFamily="18" charset="0"/>
              </a:rPr>
              <a:pPr/>
              <a:t>25</a:t>
            </a:fld>
            <a:endParaRPr lang="en-US" altLang="zh-CN">
              <a:latin typeface="Times New Roman" panose="02020603050405020304" pitchFamily="18" charset="0"/>
            </a:endParaRPr>
          </a:p>
        </p:txBody>
      </p:sp>
      <p:sp>
        <p:nvSpPr>
          <p:cNvPr id="52227" name="Rectangle 2">
            <a:extLst>
              <a:ext uri="{FF2B5EF4-FFF2-40B4-BE49-F238E27FC236}">
                <a16:creationId xmlns:a16="http://schemas.microsoft.com/office/drawing/2014/main" id="{499FC2C4-F192-4C58-9EE1-93B9EABF44C2}"/>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0458F461-3BE6-47F8-B375-091E3B8277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F58D742D-36DE-4DDA-9CE8-22691E718F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67103FD-E330-47BA-AD21-B3857F8C683A}" type="slidenum">
              <a:rPr lang="zh-CN" altLang="en-US" smtClean="0">
                <a:latin typeface="Times New Roman" panose="02020603050405020304" pitchFamily="18" charset="0"/>
              </a:rPr>
              <a:pPr/>
              <a:t>26</a:t>
            </a:fld>
            <a:endParaRPr lang="en-US" altLang="zh-CN">
              <a:latin typeface="Times New Roman" panose="02020603050405020304" pitchFamily="18" charset="0"/>
            </a:endParaRPr>
          </a:p>
        </p:txBody>
      </p:sp>
      <p:sp>
        <p:nvSpPr>
          <p:cNvPr id="54275" name="Rectangle 2">
            <a:extLst>
              <a:ext uri="{FF2B5EF4-FFF2-40B4-BE49-F238E27FC236}">
                <a16:creationId xmlns:a16="http://schemas.microsoft.com/office/drawing/2014/main" id="{D347F4AB-C929-49C7-9A96-5571BEE7126A}"/>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6A6F819B-6DDA-44E8-BD04-A9A5B7FB40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B9199442-EA66-44C7-9BFF-BFC87B7B2F74}"/>
              </a:ext>
            </a:extLst>
          </p:cNvPr>
          <p:cNvGrpSpPr>
            <a:grpSpLocks/>
          </p:cNvGrpSpPr>
          <p:nvPr/>
        </p:nvGrpSpPr>
        <p:grpSpPr bwMode="auto">
          <a:xfrm>
            <a:off x="0" y="0"/>
            <a:ext cx="9144000" cy="6856413"/>
            <a:chOff x="0" y="0"/>
            <a:chExt cx="5760" cy="4319"/>
          </a:xfrm>
        </p:grpSpPr>
        <p:sp>
          <p:nvSpPr>
            <p:cNvPr id="5" name="Freeform 3">
              <a:extLst>
                <a:ext uri="{FF2B5EF4-FFF2-40B4-BE49-F238E27FC236}">
                  <a16:creationId xmlns:a16="http://schemas.microsoft.com/office/drawing/2014/main" id="{26B15DEA-D63C-4BAD-BC3A-17C39CC13674}"/>
                </a:ext>
              </a:extLst>
            </p:cNvPr>
            <p:cNvSpPr>
              <a:spLocks/>
            </p:cNvSpPr>
            <p:nvPr/>
          </p:nvSpPr>
          <p:spPr bwMode="hidden">
            <a:xfrm>
              <a:off x="0" y="12"/>
              <a:ext cx="5758" cy="3273"/>
            </a:xfrm>
            <a:custGeom>
              <a:avLst/>
              <a:gdLst/>
              <a:ahLst/>
              <a:cxnLst>
                <a:cxn ang="0">
                  <a:pos x="3193" y="1816"/>
                </a:cxn>
                <a:cxn ang="0">
                  <a:pos x="0" y="0"/>
                </a:cxn>
                <a:cxn ang="0">
                  <a:pos x="0" y="522"/>
                </a:cxn>
                <a:cxn ang="0">
                  <a:pos x="3037" y="1978"/>
                </a:cxn>
                <a:cxn ang="0">
                  <a:pos x="5740" y="3273"/>
                </a:cxn>
                <a:cxn ang="0">
                  <a:pos x="5740" y="3267"/>
                </a:cxn>
                <a:cxn ang="0">
                  <a:pos x="3193" y="1816"/>
                </a:cxn>
                <a:cxn ang="0">
                  <a:pos x="3193" y="1816"/>
                </a:cxn>
              </a:cxnLst>
              <a:rect l="0" t="0"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chemeClr val="bg2">
                    <a:gamma/>
                    <a:shade val="63529"/>
                    <a:invGamma/>
                  </a:schemeClr>
                </a:gs>
                <a:gs pos="100000">
                  <a:schemeClr val="bg2"/>
                </a:gs>
              </a:gsLst>
              <a:lin ang="0" scaled="1"/>
            </a:gradFill>
            <a:ln w="9525">
              <a:noFill/>
              <a:round/>
              <a:headEnd/>
              <a:tailEnd/>
            </a:ln>
          </p:spPr>
          <p:txBody>
            <a:bodyPr/>
            <a:lstStyle/>
            <a:p>
              <a:pPr>
                <a:defRPr/>
              </a:pPr>
              <a:endParaRPr lang="zh-CN" altLang="en-US">
                <a:latin typeface="Arial" charset="0"/>
              </a:endParaRPr>
            </a:p>
          </p:txBody>
        </p:sp>
        <p:sp>
          <p:nvSpPr>
            <p:cNvPr id="6" name="Freeform 4">
              <a:extLst>
                <a:ext uri="{FF2B5EF4-FFF2-40B4-BE49-F238E27FC236}">
                  <a16:creationId xmlns:a16="http://schemas.microsoft.com/office/drawing/2014/main" id="{D824C2D5-3D2E-4706-BE81-E5513E6C51BD}"/>
                </a:ext>
              </a:extLst>
            </p:cNvPr>
            <p:cNvSpPr>
              <a:spLocks/>
            </p:cNvSpPr>
            <p:nvPr/>
          </p:nvSpPr>
          <p:spPr bwMode="hidden">
            <a:xfrm>
              <a:off x="149" y="0"/>
              <a:ext cx="5609" cy="3243"/>
            </a:xfrm>
            <a:custGeom>
              <a:avLst/>
              <a:gdLst/>
              <a:ahLst/>
              <a:cxnLst>
                <a:cxn ang="0">
                  <a:pos x="3163" y="1714"/>
                </a:cxn>
                <a:cxn ang="0">
                  <a:pos x="431" y="0"/>
                </a:cxn>
                <a:cxn ang="0">
                  <a:pos x="0" y="0"/>
                </a:cxn>
                <a:cxn ang="0">
                  <a:pos x="3086" y="1786"/>
                </a:cxn>
                <a:cxn ang="0">
                  <a:pos x="5591" y="3243"/>
                </a:cxn>
                <a:cxn ang="0">
                  <a:pos x="5591" y="3237"/>
                </a:cxn>
                <a:cxn ang="0">
                  <a:pos x="3163" y="1714"/>
                </a:cxn>
                <a:cxn ang="0">
                  <a:pos x="3163" y="1714"/>
                </a:cxn>
              </a:cxnLst>
              <a:rect l="0" t="0"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chemeClr val="bg1">
                    <a:gamma/>
                    <a:shade val="60784"/>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7" name="Freeform 5">
              <a:extLst>
                <a:ext uri="{FF2B5EF4-FFF2-40B4-BE49-F238E27FC236}">
                  <a16:creationId xmlns:a16="http://schemas.microsoft.com/office/drawing/2014/main" id="{49CF3A8C-555B-4C4A-9C58-662AC2BD3342}"/>
                </a:ext>
              </a:extLst>
            </p:cNvPr>
            <p:cNvSpPr>
              <a:spLocks/>
            </p:cNvSpPr>
            <p:nvPr/>
          </p:nvSpPr>
          <p:spPr bwMode="hidden">
            <a:xfrm>
              <a:off x="0" y="3433"/>
              <a:ext cx="4038" cy="191"/>
            </a:xfrm>
            <a:custGeom>
              <a:avLst/>
              <a:gdLst/>
              <a:ahLst/>
              <a:cxnLst>
                <a:cxn ang="0">
                  <a:pos x="0" y="156"/>
                </a:cxn>
                <a:cxn ang="0">
                  <a:pos x="4042" y="192"/>
                </a:cxn>
                <a:cxn ang="0">
                  <a:pos x="4042" y="144"/>
                </a:cxn>
                <a:cxn ang="0">
                  <a:pos x="0" y="0"/>
                </a:cxn>
                <a:cxn ang="0">
                  <a:pos x="0" y="156"/>
                </a:cxn>
                <a:cxn ang="0">
                  <a:pos x="0" y="156"/>
                </a:cxn>
              </a:cxnLst>
              <a:rect l="0" t="0" r="r" b="b"/>
              <a:pathLst>
                <a:path w="4042" h="192">
                  <a:moveTo>
                    <a:pt x="0" y="156"/>
                  </a:moveTo>
                  <a:lnTo>
                    <a:pt x="4042" y="192"/>
                  </a:lnTo>
                  <a:lnTo>
                    <a:pt x="4042" y="144"/>
                  </a:lnTo>
                  <a:lnTo>
                    <a:pt x="0" y="0"/>
                  </a:lnTo>
                  <a:lnTo>
                    <a:pt x="0" y="156"/>
                  </a:lnTo>
                  <a:lnTo>
                    <a:pt x="0" y="156"/>
                  </a:lnTo>
                  <a:close/>
                </a:path>
              </a:pathLst>
            </a:custGeom>
            <a:gradFill rotWithShape="0">
              <a:gsLst>
                <a:gs pos="0">
                  <a:schemeClr val="bg2">
                    <a:gamma/>
                    <a:shade val="75686"/>
                    <a:invGamma/>
                  </a:schemeClr>
                </a:gs>
                <a:gs pos="100000">
                  <a:schemeClr val="bg2"/>
                </a:gs>
              </a:gsLst>
              <a:lin ang="0" scaled="1"/>
            </a:gradFill>
            <a:ln w="9525">
              <a:noFill/>
              <a:round/>
              <a:headEnd/>
              <a:tailEnd/>
            </a:ln>
          </p:spPr>
          <p:txBody>
            <a:bodyPr/>
            <a:lstStyle/>
            <a:p>
              <a:pPr>
                <a:defRPr/>
              </a:pPr>
              <a:endParaRPr lang="zh-CN" altLang="en-US">
                <a:latin typeface="Arial" charset="0"/>
              </a:endParaRPr>
            </a:p>
          </p:txBody>
        </p:sp>
        <p:sp>
          <p:nvSpPr>
            <p:cNvPr id="8" name="Freeform 6">
              <a:extLst>
                <a:ext uri="{FF2B5EF4-FFF2-40B4-BE49-F238E27FC236}">
                  <a16:creationId xmlns:a16="http://schemas.microsoft.com/office/drawing/2014/main" id="{467047A9-872E-4901-877A-27F001AA018B}"/>
                </a:ext>
              </a:extLst>
            </p:cNvPr>
            <p:cNvSpPr>
              <a:spLocks/>
            </p:cNvSpPr>
            <p:nvPr/>
          </p:nvSpPr>
          <p:spPr bwMode="hidden">
            <a:xfrm>
              <a:off x="4038" y="3577"/>
              <a:ext cx="1720" cy="65"/>
            </a:xfrm>
            <a:custGeom>
              <a:avLst/>
              <a:gdLst>
                <a:gd name="T0" fmla="*/ 1712 w 1722"/>
                <a:gd name="T1" fmla="*/ 61 h 66"/>
                <a:gd name="T2" fmla="*/ 1712 w 1722"/>
                <a:gd name="T3" fmla="*/ 55 h 66"/>
                <a:gd name="T4" fmla="*/ 0 w 1722"/>
                <a:gd name="T5" fmla="*/ 0 h 66"/>
                <a:gd name="T6" fmla="*/ 0 w 1722"/>
                <a:gd name="T7" fmla="*/ 43 h 66"/>
                <a:gd name="T8" fmla="*/ 1712 w 1722"/>
                <a:gd name="T9" fmla="*/ 61 h 66"/>
                <a:gd name="T10" fmla="*/ 1712 w 1722"/>
                <a:gd name="T11" fmla="*/ 61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7">
              <a:extLst>
                <a:ext uri="{FF2B5EF4-FFF2-40B4-BE49-F238E27FC236}">
                  <a16:creationId xmlns:a16="http://schemas.microsoft.com/office/drawing/2014/main" id="{82221F60-3F85-4F1D-933C-6394F7906602}"/>
                </a:ext>
              </a:extLst>
            </p:cNvPr>
            <p:cNvSpPr>
              <a:spLocks/>
            </p:cNvSpPr>
            <p:nvPr/>
          </p:nvSpPr>
          <p:spPr bwMode="hidden">
            <a:xfrm>
              <a:off x="0" y="3726"/>
              <a:ext cx="4784" cy="329"/>
            </a:xfrm>
            <a:custGeom>
              <a:avLst/>
              <a:gdLst/>
              <a:ahLst/>
              <a:cxnLst>
                <a:cxn ang="0">
                  <a:pos x="0" y="329"/>
                </a:cxn>
                <a:cxn ang="0">
                  <a:pos x="4789" y="77"/>
                </a:cxn>
                <a:cxn ang="0">
                  <a:pos x="4789" y="0"/>
                </a:cxn>
                <a:cxn ang="0">
                  <a:pos x="0" y="107"/>
                </a:cxn>
                <a:cxn ang="0">
                  <a:pos x="0" y="329"/>
                </a:cxn>
                <a:cxn ang="0">
                  <a:pos x="0" y="329"/>
                </a:cxn>
              </a:cxnLst>
              <a:rect l="0" t="0" r="r" b="b"/>
              <a:pathLst>
                <a:path w="4789" h="329">
                  <a:moveTo>
                    <a:pt x="0" y="329"/>
                  </a:moveTo>
                  <a:lnTo>
                    <a:pt x="4789" y="77"/>
                  </a:lnTo>
                  <a:lnTo>
                    <a:pt x="4789" y="0"/>
                  </a:lnTo>
                  <a:lnTo>
                    <a:pt x="0" y="107"/>
                  </a:lnTo>
                  <a:lnTo>
                    <a:pt x="0" y="329"/>
                  </a:lnTo>
                  <a:lnTo>
                    <a:pt x="0" y="329"/>
                  </a:lnTo>
                  <a:close/>
                </a:path>
              </a:pathLst>
            </a:custGeom>
            <a:gradFill rotWithShape="0">
              <a:gsLst>
                <a:gs pos="0">
                  <a:schemeClr val="bg1">
                    <a:gamma/>
                    <a:shade val="81961"/>
                    <a:invGamma/>
                  </a:schemeClr>
                </a:gs>
                <a:gs pos="100000">
                  <a:schemeClr val="bg1"/>
                </a:gs>
              </a:gsLst>
              <a:lin ang="0" scaled="1"/>
            </a:gradFill>
            <a:ln w="9525" cap="flat" cmpd="sng">
              <a:noFill/>
              <a:prstDash val="solid"/>
              <a:round/>
              <a:headEnd type="none" w="med" len="med"/>
              <a:tailEnd type="none" w="med" len="med"/>
            </a:ln>
            <a:effectLst/>
          </p:spPr>
          <p:txBody>
            <a:bodyPr/>
            <a:lstStyle/>
            <a:p>
              <a:pPr>
                <a:defRPr/>
              </a:pPr>
              <a:endParaRPr lang="zh-CN" altLang="en-US">
                <a:latin typeface="Arial" charset="0"/>
              </a:endParaRPr>
            </a:p>
          </p:txBody>
        </p:sp>
        <p:sp>
          <p:nvSpPr>
            <p:cNvPr id="10" name="Freeform 8">
              <a:extLst>
                <a:ext uri="{FF2B5EF4-FFF2-40B4-BE49-F238E27FC236}">
                  <a16:creationId xmlns:a16="http://schemas.microsoft.com/office/drawing/2014/main" id="{AC0647F5-CA82-47F8-B174-8942E9E90495}"/>
                </a:ext>
              </a:extLst>
            </p:cNvPr>
            <p:cNvSpPr>
              <a:spLocks/>
            </p:cNvSpPr>
            <p:nvPr/>
          </p:nvSpPr>
          <p:spPr bwMode="hidden">
            <a:xfrm>
              <a:off x="4784" y="3702"/>
              <a:ext cx="974" cy="101"/>
            </a:xfrm>
            <a:custGeom>
              <a:avLst/>
              <a:gdLst>
                <a:gd name="T0" fmla="*/ 970 w 975"/>
                <a:gd name="T1" fmla="*/ 48 h 101"/>
                <a:gd name="T2" fmla="*/ 970 w 975"/>
                <a:gd name="T3" fmla="*/ 0 h 101"/>
                <a:gd name="T4" fmla="*/ 0 w 975"/>
                <a:gd name="T5" fmla="*/ 24 h 101"/>
                <a:gd name="T6" fmla="*/ 0 w 975"/>
                <a:gd name="T7" fmla="*/ 101 h 101"/>
                <a:gd name="T8" fmla="*/ 970 w 975"/>
                <a:gd name="T9" fmla="*/ 48 h 101"/>
                <a:gd name="T10" fmla="*/ 970 w 975"/>
                <a:gd name="T11" fmla="*/ 48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75" h="101">
                  <a:moveTo>
                    <a:pt x="975" y="48"/>
                  </a:moveTo>
                  <a:lnTo>
                    <a:pt x="975" y="0"/>
                  </a:lnTo>
                  <a:lnTo>
                    <a:pt x="0" y="24"/>
                  </a:lnTo>
                  <a:lnTo>
                    <a:pt x="0" y="101"/>
                  </a:lnTo>
                  <a:lnTo>
                    <a:pt x="975"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9">
              <a:extLst>
                <a:ext uri="{FF2B5EF4-FFF2-40B4-BE49-F238E27FC236}">
                  <a16:creationId xmlns:a16="http://schemas.microsoft.com/office/drawing/2014/main" id="{129A8944-3538-478F-8844-CC57A9E14EB8}"/>
                </a:ext>
              </a:extLst>
            </p:cNvPr>
            <p:cNvSpPr>
              <a:spLocks/>
            </p:cNvSpPr>
            <p:nvPr/>
          </p:nvSpPr>
          <p:spPr bwMode="hidden">
            <a:xfrm>
              <a:off x="3619" y="3815"/>
              <a:ext cx="2139" cy="198"/>
            </a:xfrm>
            <a:custGeom>
              <a:avLst/>
              <a:gdLst>
                <a:gd name="T0" fmla="*/ 2131 w 2141"/>
                <a:gd name="T1" fmla="*/ 0 h 198"/>
                <a:gd name="T2" fmla="*/ 0 w 2141"/>
                <a:gd name="T3" fmla="*/ 156 h 198"/>
                <a:gd name="T4" fmla="*/ 0 w 2141"/>
                <a:gd name="T5" fmla="*/ 198 h 198"/>
                <a:gd name="T6" fmla="*/ 2131 w 2141"/>
                <a:gd name="T7" fmla="*/ 0 h 198"/>
                <a:gd name="T8" fmla="*/ 2131 w 2141"/>
                <a:gd name="T9" fmla="*/ 0 h 1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41" h="198">
                  <a:moveTo>
                    <a:pt x="2141" y="0"/>
                  </a:moveTo>
                  <a:lnTo>
                    <a:pt x="0" y="156"/>
                  </a:lnTo>
                  <a:lnTo>
                    <a:pt x="0" y="198"/>
                  </a:lnTo>
                  <a:lnTo>
                    <a:pt x="214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
              <a:extLst>
                <a:ext uri="{FF2B5EF4-FFF2-40B4-BE49-F238E27FC236}">
                  <a16:creationId xmlns:a16="http://schemas.microsoft.com/office/drawing/2014/main" id="{EE332A06-95B0-4DCD-A2C9-673926F28FCA}"/>
                </a:ext>
              </a:extLst>
            </p:cNvPr>
            <p:cNvSpPr>
              <a:spLocks/>
            </p:cNvSpPr>
            <p:nvPr/>
          </p:nvSpPr>
          <p:spPr bwMode="hidden">
            <a:xfrm>
              <a:off x="0" y="3971"/>
              <a:ext cx="3619" cy="348"/>
            </a:xfrm>
            <a:custGeom>
              <a:avLst/>
              <a:gdLst/>
              <a:ahLst/>
              <a:cxnLst>
                <a:cxn ang="0">
                  <a:pos x="0" y="348"/>
                </a:cxn>
                <a:cxn ang="0">
                  <a:pos x="311" y="348"/>
                </a:cxn>
                <a:cxn ang="0">
                  <a:pos x="3623" y="42"/>
                </a:cxn>
                <a:cxn ang="0">
                  <a:pos x="3623" y="0"/>
                </a:cxn>
                <a:cxn ang="0">
                  <a:pos x="0" y="264"/>
                </a:cxn>
                <a:cxn ang="0">
                  <a:pos x="0" y="348"/>
                </a:cxn>
                <a:cxn ang="0">
                  <a:pos x="0" y="348"/>
                </a:cxn>
              </a:cxnLst>
              <a:rect l="0" t="0"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chemeClr val="bg1">
                    <a:gamma/>
                    <a:shade val="72549"/>
                    <a:invGamma/>
                  </a:schemeClr>
                </a:gs>
                <a:gs pos="100000">
                  <a:schemeClr val="bg1"/>
                </a:gs>
              </a:gsLst>
              <a:lin ang="0" scaled="1"/>
            </a:gradFill>
            <a:ln w="9525">
              <a:noFill/>
              <a:round/>
              <a:headEnd/>
              <a:tailEnd/>
            </a:ln>
          </p:spPr>
          <p:txBody>
            <a:bodyPr/>
            <a:lstStyle/>
            <a:p>
              <a:pPr>
                <a:defRPr/>
              </a:pPr>
              <a:endParaRPr lang="zh-CN" altLang="en-US">
                <a:latin typeface="Arial" charset="0"/>
              </a:endParaRPr>
            </a:p>
          </p:txBody>
        </p:sp>
        <p:sp>
          <p:nvSpPr>
            <p:cNvPr id="13" name="Freeform 11">
              <a:extLst>
                <a:ext uri="{FF2B5EF4-FFF2-40B4-BE49-F238E27FC236}">
                  <a16:creationId xmlns:a16="http://schemas.microsoft.com/office/drawing/2014/main" id="{41841E25-4193-436B-9A00-6503DA0453AE}"/>
                </a:ext>
              </a:extLst>
            </p:cNvPr>
            <p:cNvSpPr>
              <a:spLocks/>
            </p:cNvSpPr>
            <p:nvPr/>
          </p:nvSpPr>
          <p:spPr bwMode="hidden">
            <a:xfrm>
              <a:off x="2097" y="4043"/>
              <a:ext cx="2514" cy="276"/>
            </a:xfrm>
            <a:custGeom>
              <a:avLst/>
              <a:gdLst>
                <a:gd name="T0" fmla="*/ 2167 w 2517"/>
                <a:gd name="T1" fmla="*/ 276 h 276"/>
                <a:gd name="T2" fmla="*/ 2502 w 2517"/>
                <a:gd name="T3" fmla="*/ 204 h 276"/>
                <a:gd name="T4" fmla="*/ 2245 w 2517"/>
                <a:gd name="T5" fmla="*/ 0 h 276"/>
                <a:gd name="T6" fmla="*/ 0 w 2517"/>
                <a:gd name="T7" fmla="*/ 276 h 276"/>
                <a:gd name="T8" fmla="*/ 2167 w 2517"/>
                <a:gd name="T9" fmla="*/ 276 h 276"/>
                <a:gd name="T10" fmla="*/ 2167 w 2517"/>
                <a:gd name="T11" fmla="*/ 276 h 27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17" h="276">
                  <a:moveTo>
                    <a:pt x="2182" y="276"/>
                  </a:moveTo>
                  <a:lnTo>
                    <a:pt x="2517" y="204"/>
                  </a:lnTo>
                  <a:lnTo>
                    <a:pt x="2260" y="0"/>
                  </a:lnTo>
                  <a:lnTo>
                    <a:pt x="0" y="276"/>
                  </a:lnTo>
                  <a:lnTo>
                    <a:pt x="2182" y="2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2">
              <a:extLst>
                <a:ext uri="{FF2B5EF4-FFF2-40B4-BE49-F238E27FC236}">
                  <a16:creationId xmlns:a16="http://schemas.microsoft.com/office/drawing/2014/main" id="{2EE6B546-D793-4243-84D7-D250C1C3E388}"/>
                </a:ext>
              </a:extLst>
            </p:cNvPr>
            <p:cNvSpPr>
              <a:spLocks/>
            </p:cNvSpPr>
            <p:nvPr/>
          </p:nvSpPr>
          <p:spPr bwMode="hidden">
            <a:xfrm>
              <a:off x="4354" y="3869"/>
              <a:ext cx="1404" cy="378"/>
            </a:xfrm>
            <a:custGeom>
              <a:avLst/>
              <a:gdLst/>
              <a:ahLst/>
              <a:cxnLst>
                <a:cxn ang="0">
                  <a:pos x="1405" y="126"/>
                </a:cxn>
                <a:cxn ang="0">
                  <a:pos x="1405" y="0"/>
                </a:cxn>
                <a:cxn ang="0">
                  <a:pos x="0" y="174"/>
                </a:cxn>
                <a:cxn ang="0">
                  <a:pos x="257" y="378"/>
                </a:cxn>
                <a:cxn ang="0">
                  <a:pos x="1405" y="126"/>
                </a:cxn>
                <a:cxn ang="0">
                  <a:pos x="1405" y="126"/>
                </a:cxn>
              </a:cxnLst>
              <a:rect l="0" t="0" r="r" b="b"/>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chemeClr val="bg1">
                    <a:gamma/>
                    <a:tint val="96863"/>
                    <a:invGamma/>
                  </a:schemeClr>
                </a:gs>
              </a:gsLst>
              <a:lin ang="0" scaled="1"/>
            </a:gradFill>
            <a:ln w="9525">
              <a:noFill/>
              <a:round/>
              <a:headEnd/>
              <a:tailEnd/>
            </a:ln>
          </p:spPr>
          <p:txBody>
            <a:bodyPr/>
            <a:lstStyle/>
            <a:p>
              <a:pPr>
                <a:defRPr/>
              </a:pPr>
              <a:endParaRPr lang="zh-CN" altLang="en-US">
                <a:latin typeface="Arial" charset="0"/>
              </a:endParaRPr>
            </a:p>
          </p:txBody>
        </p:sp>
        <p:sp>
          <p:nvSpPr>
            <p:cNvPr id="15" name="Freeform 13">
              <a:extLst>
                <a:ext uri="{FF2B5EF4-FFF2-40B4-BE49-F238E27FC236}">
                  <a16:creationId xmlns:a16="http://schemas.microsoft.com/office/drawing/2014/main" id="{F3F1B0D7-A98C-48F8-A752-B10344264D40}"/>
                </a:ext>
              </a:extLst>
            </p:cNvPr>
            <p:cNvSpPr>
              <a:spLocks/>
            </p:cNvSpPr>
            <p:nvPr/>
          </p:nvSpPr>
          <p:spPr bwMode="hidden">
            <a:xfrm>
              <a:off x="5030" y="3151"/>
              <a:ext cx="728" cy="240"/>
            </a:xfrm>
            <a:custGeom>
              <a:avLst/>
              <a:gdLst>
                <a:gd name="T0" fmla="*/ 724 w 729"/>
                <a:gd name="T1" fmla="*/ 240 h 240"/>
                <a:gd name="T2" fmla="*/ 0 w 729"/>
                <a:gd name="T3" fmla="*/ 0 h 240"/>
                <a:gd name="T4" fmla="*/ 0 w 729"/>
                <a:gd name="T5" fmla="*/ 6 h 240"/>
                <a:gd name="T6" fmla="*/ 724 w 729"/>
                <a:gd name="T7" fmla="*/ 240 h 240"/>
                <a:gd name="T8" fmla="*/ 724 w 729"/>
                <a:gd name="T9" fmla="*/ 240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9" h="240">
                  <a:moveTo>
                    <a:pt x="729" y="240"/>
                  </a:moveTo>
                  <a:lnTo>
                    <a:pt x="0" y="0"/>
                  </a:lnTo>
                  <a:lnTo>
                    <a:pt x="0" y="6"/>
                  </a:lnTo>
                  <a:lnTo>
                    <a:pt x="729" y="24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4">
              <a:extLst>
                <a:ext uri="{FF2B5EF4-FFF2-40B4-BE49-F238E27FC236}">
                  <a16:creationId xmlns:a16="http://schemas.microsoft.com/office/drawing/2014/main" id="{E218D9B5-D7F1-474C-B55B-F0DE6711A7EA}"/>
                </a:ext>
              </a:extLst>
            </p:cNvPr>
            <p:cNvSpPr>
              <a:spLocks/>
            </p:cNvSpPr>
            <p:nvPr/>
          </p:nvSpPr>
          <p:spPr bwMode="hidden">
            <a:xfrm>
              <a:off x="0" y="1486"/>
              <a:ext cx="5030" cy="1671"/>
            </a:xfrm>
            <a:custGeom>
              <a:avLst/>
              <a:gdLst/>
              <a:ahLst/>
              <a:cxnLst>
                <a:cxn ang="0">
                  <a:pos x="0" y="72"/>
                </a:cxn>
                <a:cxn ang="0">
                  <a:pos x="5035" y="1672"/>
                </a:cxn>
                <a:cxn ang="0">
                  <a:pos x="5035" y="1666"/>
                </a:cxn>
                <a:cxn ang="0">
                  <a:pos x="0" y="0"/>
                </a:cxn>
                <a:cxn ang="0">
                  <a:pos x="0" y="72"/>
                </a:cxn>
                <a:cxn ang="0">
                  <a:pos x="0" y="72"/>
                </a:cxn>
              </a:cxnLst>
              <a:rect l="0" t="0" r="r" b="b"/>
              <a:pathLst>
                <a:path w="5035" h="1672">
                  <a:moveTo>
                    <a:pt x="0" y="72"/>
                  </a:moveTo>
                  <a:lnTo>
                    <a:pt x="5035" y="1672"/>
                  </a:lnTo>
                  <a:lnTo>
                    <a:pt x="5035" y="1666"/>
                  </a:lnTo>
                  <a:lnTo>
                    <a:pt x="0" y="0"/>
                  </a:lnTo>
                  <a:lnTo>
                    <a:pt x="0" y="72"/>
                  </a:lnTo>
                  <a:lnTo>
                    <a:pt x="0" y="72"/>
                  </a:lnTo>
                  <a:close/>
                </a:path>
              </a:pathLst>
            </a:custGeom>
            <a:gradFill rotWithShape="0">
              <a:gsLst>
                <a:gs pos="0">
                  <a:schemeClr val="bg1">
                    <a:gamma/>
                    <a:shade val="54510"/>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17" name="Freeform 15">
              <a:extLst>
                <a:ext uri="{FF2B5EF4-FFF2-40B4-BE49-F238E27FC236}">
                  <a16:creationId xmlns:a16="http://schemas.microsoft.com/office/drawing/2014/main" id="{A8784392-3EE3-4EBF-B942-675EBC233AC4}"/>
                </a:ext>
              </a:extLst>
            </p:cNvPr>
            <p:cNvSpPr>
              <a:spLocks/>
            </p:cNvSpPr>
            <p:nvPr/>
          </p:nvSpPr>
          <p:spPr bwMode="hidden">
            <a:xfrm>
              <a:off x="5030" y="3049"/>
              <a:ext cx="728" cy="318"/>
            </a:xfrm>
            <a:custGeom>
              <a:avLst/>
              <a:gdLst>
                <a:gd name="T0" fmla="*/ 724 w 729"/>
                <a:gd name="T1" fmla="*/ 318 h 318"/>
                <a:gd name="T2" fmla="*/ 724 w 729"/>
                <a:gd name="T3" fmla="*/ 312 h 318"/>
                <a:gd name="T4" fmla="*/ 0 w 729"/>
                <a:gd name="T5" fmla="*/ 0 h 318"/>
                <a:gd name="T6" fmla="*/ 0 w 729"/>
                <a:gd name="T7" fmla="*/ 54 h 318"/>
                <a:gd name="T8" fmla="*/ 724 w 729"/>
                <a:gd name="T9" fmla="*/ 318 h 318"/>
                <a:gd name="T10" fmla="*/ 724 w 729"/>
                <a:gd name="T11" fmla="*/ 318 h 3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6">
              <a:extLst>
                <a:ext uri="{FF2B5EF4-FFF2-40B4-BE49-F238E27FC236}">
                  <a16:creationId xmlns:a16="http://schemas.microsoft.com/office/drawing/2014/main" id="{B617F686-B070-47A8-8FEA-6B3C3358EDD6}"/>
                </a:ext>
              </a:extLst>
            </p:cNvPr>
            <p:cNvSpPr>
              <a:spLocks/>
            </p:cNvSpPr>
            <p:nvPr/>
          </p:nvSpPr>
          <p:spPr bwMode="hidden">
            <a:xfrm>
              <a:off x="0" y="916"/>
              <a:ext cx="5030" cy="2187"/>
            </a:xfrm>
            <a:custGeom>
              <a:avLst/>
              <a:gdLst/>
              <a:ahLst/>
              <a:cxnLst>
                <a:cxn ang="0">
                  <a:pos x="0" y="396"/>
                </a:cxn>
                <a:cxn ang="0">
                  <a:pos x="5035" y="2188"/>
                </a:cxn>
                <a:cxn ang="0">
                  <a:pos x="5035" y="2134"/>
                </a:cxn>
                <a:cxn ang="0">
                  <a:pos x="0" y="0"/>
                </a:cxn>
                <a:cxn ang="0">
                  <a:pos x="0" y="396"/>
                </a:cxn>
                <a:cxn ang="0">
                  <a:pos x="0" y="396"/>
                </a:cxn>
              </a:cxnLst>
              <a:rect l="0" t="0" r="r" b="b"/>
              <a:pathLst>
                <a:path w="5035" h="2188">
                  <a:moveTo>
                    <a:pt x="0" y="396"/>
                  </a:moveTo>
                  <a:lnTo>
                    <a:pt x="5035" y="2188"/>
                  </a:lnTo>
                  <a:lnTo>
                    <a:pt x="5035" y="2134"/>
                  </a:lnTo>
                  <a:lnTo>
                    <a:pt x="0" y="0"/>
                  </a:lnTo>
                  <a:lnTo>
                    <a:pt x="0" y="396"/>
                  </a:lnTo>
                  <a:lnTo>
                    <a:pt x="0" y="396"/>
                  </a:lnTo>
                  <a:close/>
                </a:path>
              </a:pathLst>
            </a:custGeom>
            <a:gradFill rotWithShape="0">
              <a:gsLst>
                <a:gs pos="0">
                  <a:schemeClr val="bg2">
                    <a:gamma/>
                    <a:shade val="66667"/>
                    <a:invGamma/>
                  </a:schemeClr>
                </a:gs>
                <a:gs pos="100000">
                  <a:schemeClr val="bg2"/>
                </a:gs>
              </a:gsLst>
              <a:lin ang="0" scaled="1"/>
            </a:gradFill>
            <a:ln w="9525">
              <a:noFill/>
              <a:round/>
              <a:headEnd/>
              <a:tailEnd/>
            </a:ln>
          </p:spPr>
          <p:txBody>
            <a:bodyPr/>
            <a:lstStyle/>
            <a:p>
              <a:pPr>
                <a:defRPr/>
              </a:pPr>
              <a:endParaRPr lang="zh-CN" altLang="en-US">
                <a:latin typeface="Arial" charset="0"/>
              </a:endParaRPr>
            </a:p>
          </p:txBody>
        </p:sp>
        <p:sp>
          <p:nvSpPr>
            <p:cNvPr id="19" name="Freeform 17">
              <a:extLst>
                <a:ext uri="{FF2B5EF4-FFF2-40B4-BE49-F238E27FC236}">
                  <a16:creationId xmlns:a16="http://schemas.microsoft.com/office/drawing/2014/main" id="{2C728F49-B0A2-4B80-AF89-9E7A26C80777}"/>
                </a:ext>
              </a:extLst>
            </p:cNvPr>
            <p:cNvSpPr>
              <a:spLocks/>
            </p:cNvSpPr>
            <p:nvPr/>
          </p:nvSpPr>
          <p:spPr bwMode="hidden">
            <a:xfrm>
              <a:off x="2294" y="0"/>
              <a:ext cx="3159" cy="2725"/>
            </a:xfrm>
            <a:custGeom>
              <a:avLst/>
              <a:gdLst/>
              <a:ahLst/>
              <a:cxnLst>
                <a:cxn ang="0">
                  <a:pos x="0" y="0"/>
                </a:cxn>
                <a:cxn ang="0">
                  <a:pos x="3145" y="2727"/>
                </a:cxn>
                <a:cxn ang="0">
                  <a:pos x="3163" y="2704"/>
                </a:cxn>
                <a:cxn ang="0">
                  <a:pos x="102" y="0"/>
                </a:cxn>
                <a:cxn ang="0">
                  <a:pos x="0" y="0"/>
                </a:cxn>
                <a:cxn ang="0">
                  <a:pos x="0" y="0"/>
                </a:cxn>
              </a:cxnLst>
              <a:rect l="0" t="0" r="r" b="b"/>
              <a:pathLst>
                <a:path w="3163" h="2727">
                  <a:moveTo>
                    <a:pt x="0" y="0"/>
                  </a:moveTo>
                  <a:lnTo>
                    <a:pt x="3145" y="2727"/>
                  </a:lnTo>
                  <a:lnTo>
                    <a:pt x="3163" y="2704"/>
                  </a:lnTo>
                  <a:lnTo>
                    <a:pt x="102" y="0"/>
                  </a:lnTo>
                  <a:lnTo>
                    <a:pt x="0" y="0"/>
                  </a:lnTo>
                  <a:lnTo>
                    <a:pt x="0" y="0"/>
                  </a:lnTo>
                  <a:close/>
                </a:path>
              </a:pathLst>
            </a:custGeom>
            <a:gradFill rotWithShape="0">
              <a:gsLst>
                <a:gs pos="0">
                  <a:schemeClr val="bg1">
                    <a:gamma/>
                    <a:shade val="69804"/>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20" name="Freeform 18">
              <a:extLst>
                <a:ext uri="{FF2B5EF4-FFF2-40B4-BE49-F238E27FC236}">
                  <a16:creationId xmlns:a16="http://schemas.microsoft.com/office/drawing/2014/main" id="{9E53ED99-CF1C-4A21-9130-B563D5ABB7EC}"/>
                </a:ext>
              </a:extLst>
            </p:cNvPr>
            <p:cNvSpPr>
              <a:spLocks/>
            </p:cNvSpPr>
            <p:nvPr/>
          </p:nvSpPr>
          <p:spPr bwMode="hidden">
            <a:xfrm>
              <a:off x="5435" y="2702"/>
              <a:ext cx="323" cy="299"/>
            </a:xfrm>
            <a:custGeom>
              <a:avLst/>
              <a:gdLst/>
              <a:ahLst/>
              <a:cxnLst>
                <a:cxn ang="0">
                  <a:pos x="323" y="299"/>
                </a:cxn>
                <a:cxn ang="0">
                  <a:pos x="323" y="263"/>
                </a:cxn>
                <a:cxn ang="0">
                  <a:pos x="18" y="0"/>
                </a:cxn>
                <a:cxn ang="0">
                  <a:pos x="0" y="23"/>
                </a:cxn>
                <a:cxn ang="0">
                  <a:pos x="323" y="299"/>
                </a:cxn>
                <a:cxn ang="0">
                  <a:pos x="323" y="299"/>
                </a:cxn>
              </a:cxnLst>
              <a:rect l="0" t="0" r="r" b="b"/>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chemeClr val="bg1">
                    <a:gamma/>
                    <a:tint val="94118"/>
                    <a:invGamma/>
                  </a:schemeClr>
                </a:gs>
              </a:gsLst>
              <a:lin ang="2700000" scaled="1"/>
            </a:gradFill>
            <a:ln w="9525">
              <a:noFill/>
              <a:round/>
              <a:headEnd/>
              <a:tailEnd/>
            </a:ln>
          </p:spPr>
          <p:txBody>
            <a:bodyPr/>
            <a:lstStyle/>
            <a:p>
              <a:pPr>
                <a:defRPr/>
              </a:pPr>
              <a:endParaRPr lang="zh-CN" altLang="en-US">
                <a:latin typeface="Arial" charset="0"/>
              </a:endParaRPr>
            </a:p>
          </p:txBody>
        </p:sp>
        <p:sp>
          <p:nvSpPr>
            <p:cNvPr id="21" name="Freeform 19">
              <a:extLst>
                <a:ext uri="{FF2B5EF4-FFF2-40B4-BE49-F238E27FC236}">
                  <a16:creationId xmlns:a16="http://schemas.microsoft.com/office/drawing/2014/main" id="{D6911A14-FB17-42BB-A275-78B2629F09AA}"/>
                </a:ext>
              </a:extLst>
            </p:cNvPr>
            <p:cNvSpPr>
              <a:spLocks/>
            </p:cNvSpPr>
            <p:nvPr/>
          </p:nvSpPr>
          <p:spPr bwMode="hidden">
            <a:xfrm>
              <a:off x="5477" y="2588"/>
              <a:ext cx="281" cy="335"/>
            </a:xfrm>
            <a:custGeom>
              <a:avLst/>
              <a:gdLst>
                <a:gd name="T0" fmla="*/ 281 w 281"/>
                <a:gd name="T1" fmla="*/ 335 h 335"/>
                <a:gd name="T2" fmla="*/ 281 w 281"/>
                <a:gd name="T3" fmla="*/ 173 h 335"/>
                <a:gd name="T4" fmla="*/ 96 w 281"/>
                <a:gd name="T5" fmla="*/ 0 h 335"/>
                <a:gd name="T6" fmla="*/ 0 w 281"/>
                <a:gd name="T7" fmla="*/ 90 h 335"/>
                <a:gd name="T8" fmla="*/ 281 w 281"/>
                <a:gd name="T9" fmla="*/ 335 h 335"/>
                <a:gd name="T10" fmla="*/ 281 w 281"/>
                <a:gd name="T11" fmla="*/ 335 h 33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1" h="335">
                  <a:moveTo>
                    <a:pt x="281" y="335"/>
                  </a:moveTo>
                  <a:lnTo>
                    <a:pt x="281" y="173"/>
                  </a:lnTo>
                  <a:lnTo>
                    <a:pt x="96" y="0"/>
                  </a:lnTo>
                  <a:lnTo>
                    <a:pt x="0" y="90"/>
                  </a:lnTo>
                  <a:lnTo>
                    <a:pt x="281" y="33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0">
              <a:extLst>
                <a:ext uri="{FF2B5EF4-FFF2-40B4-BE49-F238E27FC236}">
                  <a16:creationId xmlns:a16="http://schemas.microsoft.com/office/drawing/2014/main" id="{7C527EFB-71BE-4398-B8B2-B27D3335D277}"/>
                </a:ext>
              </a:extLst>
            </p:cNvPr>
            <p:cNvSpPr>
              <a:spLocks/>
            </p:cNvSpPr>
            <p:nvPr/>
          </p:nvSpPr>
          <p:spPr bwMode="hidden">
            <a:xfrm>
              <a:off x="2454" y="0"/>
              <a:ext cx="3119" cy="2678"/>
            </a:xfrm>
            <a:custGeom>
              <a:avLst/>
              <a:gdLst/>
              <a:ahLst/>
              <a:cxnLst>
                <a:cxn ang="0">
                  <a:pos x="0" y="0"/>
                </a:cxn>
                <a:cxn ang="0">
                  <a:pos x="3026" y="2680"/>
                </a:cxn>
                <a:cxn ang="0">
                  <a:pos x="3122" y="2590"/>
                </a:cxn>
                <a:cxn ang="0">
                  <a:pos x="383" y="0"/>
                </a:cxn>
                <a:cxn ang="0">
                  <a:pos x="0" y="0"/>
                </a:cxn>
                <a:cxn ang="0">
                  <a:pos x="0" y="0"/>
                </a:cxn>
              </a:cxnLst>
              <a:rect l="0" t="0" r="r" b="b"/>
              <a:pathLst>
                <a:path w="3122" h="2680">
                  <a:moveTo>
                    <a:pt x="0" y="0"/>
                  </a:moveTo>
                  <a:lnTo>
                    <a:pt x="3026" y="2680"/>
                  </a:lnTo>
                  <a:lnTo>
                    <a:pt x="3122" y="2590"/>
                  </a:lnTo>
                  <a:lnTo>
                    <a:pt x="383" y="0"/>
                  </a:lnTo>
                  <a:lnTo>
                    <a:pt x="0" y="0"/>
                  </a:lnTo>
                  <a:lnTo>
                    <a:pt x="0" y="0"/>
                  </a:lnTo>
                  <a:close/>
                </a:path>
              </a:pathLst>
            </a:custGeom>
            <a:gradFill rotWithShape="0">
              <a:gsLst>
                <a:gs pos="0">
                  <a:schemeClr val="bg1">
                    <a:gamma/>
                    <a:shade val="46275"/>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23" name="Freeform 21">
              <a:extLst>
                <a:ext uri="{FF2B5EF4-FFF2-40B4-BE49-F238E27FC236}">
                  <a16:creationId xmlns:a16="http://schemas.microsoft.com/office/drawing/2014/main" id="{BF046E6D-D65E-4842-B383-A213DB247F88}"/>
                </a:ext>
              </a:extLst>
            </p:cNvPr>
            <p:cNvSpPr>
              <a:spLocks/>
            </p:cNvSpPr>
            <p:nvPr/>
          </p:nvSpPr>
          <p:spPr bwMode="hidden">
            <a:xfrm>
              <a:off x="5626" y="2534"/>
              <a:ext cx="132" cy="132"/>
            </a:xfrm>
            <a:custGeom>
              <a:avLst/>
              <a:gdLst>
                <a:gd name="T0" fmla="*/ 132 w 132"/>
                <a:gd name="T1" fmla="*/ 132 h 132"/>
                <a:gd name="T2" fmla="*/ 0 w 132"/>
                <a:gd name="T3" fmla="*/ 0 h 132"/>
                <a:gd name="T4" fmla="*/ 0 w 132"/>
                <a:gd name="T5" fmla="*/ 0 h 132"/>
                <a:gd name="T6" fmla="*/ 132 w 132"/>
                <a:gd name="T7" fmla="*/ 132 h 132"/>
                <a:gd name="T8" fmla="*/ 132 w 132"/>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2">
                  <a:moveTo>
                    <a:pt x="132" y="132"/>
                  </a:moveTo>
                  <a:lnTo>
                    <a:pt x="0" y="0"/>
                  </a:lnTo>
                  <a:lnTo>
                    <a:pt x="132" y="132"/>
                  </a:lnTo>
                  <a:close/>
                </a:path>
              </a:pathLst>
            </a:custGeom>
            <a:solidFill>
              <a:srgbClr val="FF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2">
              <a:extLst>
                <a:ext uri="{FF2B5EF4-FFF2-40B4-BE49-F238E27FC236}">
                  <a16:creationId xmlns:a16="http://schemas.microsoft.com/office/drawing/2014/main" id="{EE56518F-32FD-43A3-A866-A7E7669AC01E}"/>
                </a:ext>
              </a:extLst>
            </p:cNvPr>
            <p:cNvSpPr>
              <a:spLocks/>
            </p:cNvSpPr>
            <p:nvPr/>
          </p:nvSpPr>
          <p:spPr bwMode="hidden">
            <a:xfrm>
              <a:off x="3112" y="0"/>
              <a:ext cx="2514" cy="2534"/>
            </a:xfrm>
            <a:custGeom>
              <a:avLst/>
              <a:gdLst/>
              <a:ahLst/>
              <a:cxnLst>
                <a:cxn ang="0">
                  <a:pos x="0" y="0"/>
                </a:cxn>
                <a:cxn ang="0">
                  <a:pos x="2517" y="2536"/>
                </a:cxn>
                <a:cxn ang="0">
                  <a:pos x="2517" y="2536"/>
                </a:cxn>
                <a:cxn ang="0">
                  <a:pos x="66" y="0"/>
                </a:cxn>
                <a:cxn ang="0">
                  <a:pos x="0" y="0"/>
                </a:cxn>
                <a:cxn ang="0">
                  <a:pos x="0" y="0"/>
                </a:cxn>
              </a:cxnLst>
              <a:rect l="0" t="0" r="r" b="b"/>
              <a:pathLst>
                <a:path w="2517" h="2536">
                  <a:moveTo>
                    <a:pt x="0" y="0"/>
                  </a:moveTo>
                  <a:lnTo>
                    <a:pt x="2517" y="2536"/>
                  </a:lnTo>
                  <a:lnTo>
                    <a:pt x="2517" y="2536"/>
                  </a:lnTo>
                  <a:lnTo>
                    <a:pt x="66" y="0"/>
                  </a:lnTo>
                  <a:lnTo>
                    <a:pt x="0" y="0"/>
                  </a:lnTo>
                  <a:lnTo>
                    <a:pt x="0" y="0"/>
                  </a:lnTo>
                  <a:close/>
                </a:path>
              </a:pathLst>
            </a:custGeom>
            <a:gradFill rotWithShape="0">
              <a:gsLst>
                <a:gs pos="0">
                  <a:schemeClr val="bg1">
                    <a:gamma/>
                    <a:shade val="51373"/>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25" name="Freeform 23">
              <a:extLst>
                <a:ext uri="{FF2B5EF4-FFF2-40B4-BE49-F238E27FC236}">
                  <a16:creationId xmlns:a16="http://schemas.microsoft.com/office/drawing/2014/main" id="{A4E11143-53D3-40D6-844F-4C96C1DC41C1}"/>
                </a:ext>
              </a:extLst>
            </p:cNvPr>
            <p:cNvSpPr>
              <a:spLocks/>
            </p:cNvSpPr>
            <p:nvPr/>
          </p:nvSpPr>
          <p:spPr bwMode="hidden">
            <a:xfrm>
              <a:off x="3488" y="0"/>
              <a:ext cx="2198" cy="2480"/>
            </a:xfrm>
            <a:custGeom>
              <a:avLst/>
              <a:gdLst/>
              <a:ahLst/>
              <a:cxnLst>
                <a:cxn ang="0">
                  <a:pos x="0" y="0"/>
                </a:cxn>
                <a:cxn ang="0">
                  <a:pos x="2188" y="2482"/>
                </a:cxn>
                <a:cxn ang="0">
                  <a:pos x="2200" y="2476"/>
                </a:cxn>
                <a:cxn ang="0">
                  <a:pos x="317" y="0"/>
                </a:cxn>
                <a:cxn ang="0">
                  <a:pos x="0" y="0"/>
                </a:cxn>
                <a:cxn ang="0">
                  <a:pos x="0" y="0"/>
                </a:cxn>
              </a:cxnLst>
              <a:rect l="0" t="0" r="r" b="b"/>
              <a:pathLst>
                <a:path w="2200" h="2482">
                  <a:moveTo>
                    <a:pt x="0" y="0"/>
                  </a:moveTo>
                  <a:lnTo>
                    <a:pt x="2188" y="2482"/>
                  </a:lnTo>
                  <a:lnTo>
                    <a:pt x="2200" y="2476"/>
                  </a:lnTo>
                  <a:lnTo>
                    <a:pt x="317" y="0"/>
                  </a:lnTo>
                  <a:lnTo>
                    <a:pt x="0" y="0"/>
                  </a:lnTo>
                  <a:lnTo>
                    <a:pt x="0" y="0"/>
                  </a:lnTo>
                  <a:close/>
                </a:path>
              </a:pathLst>
            </a:custGeom>
            <a:gradFill rotWithShape="0">
              <a:gsLst>
                <a:gs pos="0">
                  <a:schemeClr val="bg2">
                    <a:gamma/>
                    <a:shade val="78824"/>
                    <a:invGamma/>
                  </a:schemeClr>
                </a:gs>
                <a:gs pos="100000">
                  <a:schemeClr val="bg2"/>
                </a:gs>
              </a:gsLst>
              <a:lin ang="5400000" scaled="1"/>
            </a:gradFill>
            <a:ln w="9525" cap="flat" cmpd="sng">
              <a:noFill/>
              <a:prstDash val="solid"/>
              <a:round/>
              <a:headEnd type="none" w="med" len="med"/>
              <a:tailEnd type="none" w="med" len="med"/>
            </a:ln>
            <a:effectLst/>
          </p:spPr>
          <p:txBody>
            <a:bodyPr/>
            <a:lstStyle/>
            <a:p>
              <a:pPr>
                <a:defRPr/>
              </a:pPr>
              <a:endParaRPr lang="zh-CN" altLang="en-US">
                <a:latin typeface="Arial" charset="0"/>
              </a:endParaRPr>
            </a:p>
          </p:txBody>
        </p:sp>
        <p:sp>
          <p:nvSpPr>
            <p:cNvPr id="26" name="Freeform 24">
              <a:extLst>
                <a:ext uri="{FF2B5EF4-FFF2-40B4-BE49-F238E27FC236}">
                  <a16:creationId xmlns:a16="http://schemas.microsoft.com/office/drawing/2014/main" id="{F091BDBB-2CBF-4084-B277-D1887DBD1B62}"/>
                </a:ext>
              </a:extLst>
            </p:cNvPr>
            <p:cNvSpPr>
              <a:spLocks/>
            </p:cNvSpPr>
            <p:nvPr/>
          </p:nvSpPr>
          <p:spPr bwMode="hidden">
            <a:xfrm>
              <a:off x="5674" y="2474"/>
              <a:ext cx="84" cy="96"/>
            </a:xfrm>
            <a:custGeom>
              <a:avLst/>
              <a:gdLst/>
              <a:ahLst/>
              <a:cxnLst>
                <a:cxn ang="0">
                  <a:pos x="84" y="96"/>
                </a:cxn>
                <a:cxn ang="0">
                  <a:pos x="84" y="90"/>
                </a:cxn>
                <a:cxn ang="0">
                  <a:pos x="12" y="0"/>
                </a:cxn>
                <a:cxn ang="0">
                  <a:pos x="0" y="6"/>
                </a:cxn>
                <a:cxn ang="0">
                  <a:pos x="84" y="96"/>
                </a:cxn>
                <a:cxn ang="0">
                  <a:pos x="84" y="96"/>
                </a:cxn>
              </a:cxnLst>
              <a:rect l="0" t="0" r="r" b="b"/>
              <a:pathLst>
                <a:path w="84" h="96">
                  <a:moveTo>
                    <a:pt x="84" y="96"/>
                  </a:moveTo>
                  <a:lnTo>
                    <a:pt x="84" y="90"/>
                  </a:lnTo>
                  <a:lnTo>
                    <a:pt x="12" y="0"/>
                  </a:lnTo>
                  <a:lnTo>
                    <a:pt x="0" y="6"/>
                  </a:lnTo>
                  <a:lnTo>
                    <a:pt x="84" y="96"/>
                  </a:lnTo>
                  <a:lnTo>
                    <a:pt x="84" y="96"/>
                  </a:lnTo>
                  <a:close/>
                </a:path>
              </a:pathLst>
            </a:custGeom>
            <a:gradFill rotWithShape="0">
              <a:gsLst>
                <a:gs pos="0">
                  <a:schemeClr val="bg1"/>
                </a:gs>
                <a:gs pos="100000">
                  <a:schemeClr val="bg1">
                    <a:gamma/>
                    <a:tint val="90980"/>
                    <a:invGamma/>
                  </a:schemeClr>
                </a:gs>
              </a:gsLst>
              <a:lin ang="2700000" scaled="1"/>
            </a:gradFill>
            <a:ln w="9525">
              <a:noFill/>
              <a:round/>
              <a:headEnd/>
              <a:tailEnd/>
            </a:ln>
          </p:spPr>
          <p:txBody>
            <a:bodyPr/>
            <a:lstStyle/>
            <a:p>
              <a:pPr>
                <a:defRPr/>
              </a:pPr>
              <a:endParaRPr lang="zh-CN" altLang="en-US">
                <a:latin typeface="Arial" charset="0"/>
              </a:endParaRPr>
            </a:p>
          </p:txBody>
        </p:sp>
        <p:sp>
          <p:nvSpPr>
            <p:cNvPr id="27" name="Freeform 25">
              <a:extLst>
                <a:ext uri="{FF2B5EF4-FFF2-40B4-BE49-F238E27FC236}">
                  <a16:creationId xmlns:a16="http://schemas.microsoft.com/office/drawing/2014/main" id="{FFCDB9EE-EA31-4381-9E76-B0F90B68B729}"/>
                </a:ext>
              </a:extLst>
            </p:cNvPr>
            <p:cNvSpPr>
              <a:spLocks/>
            </p:cNvSpPr>
            <p:nvPr/>
          </p:nvSpPr>
          <p:spPr bwMode="hidden">
            <a:xfrm>
              <a:off x="5603" y="850"/>
              <a:ext cx="155" cy="516"/>
            </a:xfrm>
            <a:custGeom>
              <a:avLst/>
              <a:gdLst>
                <a:gd name="T0" fmla="*/ 155 w 155"/>
                <a:gd name="T1" fmla="*/ 516 h 516"/>
                <a:gd name="T2" fmla="*/ 155 w 155"/>
                <a:gd name="T3" fmla="*/ 204 h 516"/>
                <a:gd name="T4" fmla="*/ 77 w 155"/>
                <a:gd name="T5" fmla="*/ 0 h 516"/>
                <a:gd name="T6" fmla="*/ 0 w 155"/>
                <a:gd name="T7" fmla="*/ 192 h 516"/>
                <a:gd name="T8" fmla="*/ 155 w 155"/>
                <a:gd name="T9" fmla="*/ 516 h 516"/>
                <a:gd name="T10" fmla="*/ 155 w 155"/>
                <a:gd name="T11" fmla="*/ 516 h 5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5" h="516">
                  <a:moveTo>
                    <a:pt x="155" y="516"/>
                  </a:moveTo>
                  <a:lnTo>
                    <a:pt x="155" y="204"/>
                  </a:lnTo>
                  <a:lnTo>
                    <a:pt x="77" y="0"/>
                  </a:lnTo>
                  <a:lnTo>
                    <a:pt x="0" y="192"/>
                  </a:lnTo>
                  <a:lnTo>
                    <a:pt x="155" y="51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26">
              <a:extLst>
                <a:ext uri="{FF2B5EF4-FFF2-40B4-BE49-F238E27FC236}">
                  <a16:creationId xmlns:a16="http://schemas.microsoft.com/office/drawing/2014/main" id="{1A8D4EAA-578C-414C-9E72-6D97C775A20E}"/>
                </a:ext>
              </a:extLst>
            </p:cNvPr>
            <p:cNvSpPr>
              <a:spLocks/>
            </p:cNvSpPr>
            <p:nvPr/>
          </p:nvSpPr>
          <p:spPr bwMode="hidden">
            <a:xfrm>
              <a:off x="5107" y="0"/>
              <a:ext cx="573" cy="1042"/>
            </a:xfrm>
            <a:custGeom>
              <a:avLst/>
              <a:gdLst/>
              <a:ahLst/>
              <a:cxnLst>
                <a:cxn ang="0">
                  <a:pos x="0" y="0"/>
                </a:cxn>
                <a:cxn ang="0">
                  <a:pos x="497" y="1043"/>
                </a:cxn>
                <a:cxn ang="0">
                  <a:pos x="574" y="851"/>
                </a:cxn>
                <a:cxn ang="0">
                  <a:pos x="251" y="0"/>
                </a:cxn>
                <a:cxn ang="0">
                  <a:pos x="0" y="0"/>
                </a:cxn>
                <a:cxn ang="0">
                  <a:pos x="0" y="0"/>
                </a:cxn>
              </a:cxnLst>
              <a:rect l="0" t="0" r="r" b="b"/>
              <a:pathLst>
                <a:path w="574" h="1043">
                  <a:moveTo>
                    <a:pt x="0" y="0"/>
                  </a:moveTo>
                  <a:lnTo>
                    <a:pt x="497" y="1043"/>
                  </a:lnTo>
                  <a:lnTo>
                    <a:pt x="574" y="851"/>
                  </a:lnTo>
                  <a:lnTo>
                    <a:pt x="251" y="0"/>
                  </a:lnTo>
                  <a:lnTo>
                    <a:pt x="0" y="0"/>
                  </a:lnTo>
                  <a:lnTo>
                    <a:pt x="0" y="0"/>
                  </a:lnTo>
                  <a:close/>
                </a:path>
              </a:pathLst>
            </a:custGeom>
            <a:gradFill rotWithShape="0">
              <a:gsLst>
                <a:gs pos="0">
                  <a:schemeClr val="bg2">
                    <a:gamma/>
                    <a:shade val="66667"/>
                    <a:invGamma/>
                  </a:schemeClr>
                </a:gs>
                <a:gs pos="100000">
                  <a:schemeClr val="bg2"/>
                </a:gs>
              </a:gsLst>
              <a:lin ang="5400000" scaled="1"/>
            </a:gradFill>
            <a:ln w="9525">
              <a:noFill/>
              <a:round/>
              <a:headEnd/>
              <a:tailEnd/>
            </a:ln>
          </p:spPr>
          <p:txBody>
            <a:bodyPr/>
            <a:lstStyle/>
            <a:p>
              <a:pPr>
                <a:defRPr/>
              </a:pPr>
              <a:endParaRPr lang="zh-CN" altLang="en-US">
                <a:latin typeface="Arial" charset="0"/>
              </a:endParaRPr>
            </a:p>
          </p:txBody>
        </p:sp>
        <p:sp>
          <p:nvSpPr>
            <p:cNvPr id="29" name="Freeform 27">
              <a:extLst>
                <a:ext uri="{FF2B5EF4-FFF2-40B4-BE49-F238E27FC236}">
                  <a16:creationId xmlns:a16="http://schemas.microsoft.com/office/drawing/2014/main" id="{0A573ADC-A798-4EDD-9F4F-BB8A4A8F3A6D}"/>
                </a:ext>
              </a:extLst>
            </p:cNvPr>
            <p:cNvSpPr>
              <a:spLocks/>
            </p:cNvSpPr>
            <p:nvPr/>
          </p:nvSpPr>
          <p:spPr bwMode="hidden">
            <a:xfrm>
              <a:off x="5411" y="0"/>
              <a:ext cx="341" cy="796"/>
            </a:xfrm>
            <a:custGeom>
              <a:avLst/>
              <a:gdLst/>
              <a:ahLst/>
              <a:cxnLst>
                <a:cxn ang="0">
                  <a:pos x="144" y="0"/>
                </a:cxn>
                <a:cxn ang="0">
                  <a:pos x="0" y="0"/>
                </a:cxn>
                <a:cxn ang="0">
                  <a:pos x="287" y="797"/>
                </a:cxn>
                <a:cxn ang="0">
                  <a:pos x="341" y="653"/>
                </a:cxn>
                <a:cxn ang="0">
                  <a:pos x="144" y="0"/>
                </a:cxn>
                <a:cxn ang="0">
                  <a:pos x="144" y="0"/>
                </a:cxn>
              </a:cxnLst>
              <a:rect l="0" t="0" r="r" b="b"/>
              <a:pathLst>
                <a:path w="341" h="797">
                  <a:moveTo>
                    <a:pt x="144" y="0"/>
                  </a:moveTo>
                  <a:lnTo>
                    <a:pt x="0" y="0"/>
                  </a:lnTo>
                  <a:lnTo>
                    <a:pt x="287" y="797"/>
                  </a:lnTo>
                  <a:lnTo>
                    <a:pt x="341" y="653"/>
                  </a:lnTo>
                  <a:lnTo>
                    <a:pt x="144" y="0"/>
                  </a:lnTo>
                  <a:lnTo>
                    <a:pt x="144" y="0"/>
                  </a:lnTo>
                  <a:close/>
                </a:path>
              </a:pathLst>
            </a:custGeom>
            <a:gradFill rotWithShape="0">
              <a:gsLst>
                <a:gs pos="0">
                  <a:schemeClr val="bg2">
                    <a:gamma/>
                    <a:shade val="69804"/>
                    <a:invGamma/>
                  </a:schemeClr>
                </a:gs>
                <a:gs pos="100000">
                  <a:schemeClr val="bg2"/>
                </a:gs>
              </a:gsLst>
              <a:lin ang="5400000" scaled="1"/>
            </a:gradFill>
            <a:ln w="9525">
              <a:noFill/>
              <a:round/>
              <a:headEnd/>
              <a:tailEnd/>
            </a:ln>
          </p:spPr>
          <p:txBody>
            <a:bodyPr/>
            <a:lstStyle/>
            <a:p>
              <a:pPr>
                <a:defRPr/>
              </a:pPr>
              <a:endParaRPr lang="zh-CN" altLang="en-US">
                <a:latin typeface="Arial" charset="0"/>
              </a:endParaRPr>
            </a:p>
          </p:txBody>
        </p:sp>
        <p:sp>
          <p:nvSpPr>
            <p:cNvPr id="30" name="Freeform 28">
              <a:extLst>
                <a:ext uri="{FF2B5EF4-FFF2-40B4-BE49-F238E27FC236}">
                  <a16:creationId xmlns:a16="http://schemas.microsoft.com/office/drawing/2014/main" id="{00A63626-6B59-41B0-8E2F-601E0254A6EE}"/>
                </a:ext>
              </a:extLst>
            </p:cNvPr>
            <p:cNvSpPr>
              <a:spLocks/>
            </p:cNvSpPr>
            <p:nvPr/>
          </p:nvSpPr>
          <p:spPr bwMode="hidden">
            <a:xfrm>
              <a:off x="5698" y="653"/>
              <a:ext cx="60" cy="311"/>
            </a:xfrm>
            <a:custGeom>
              <a:avLst/>
              <a:gdLst>
                <a:gd name="T0" fmla="*/ 0 w 60"/>
                <a:gd name="T1" fmla="*/ 144 h 312"/>
                <a:gd name="T2" fmla="*/ 60 w 60"/>
                <a:gd name="T3" fmla="*/ 307 h 312"/>
                <a:gd name="T4" fmla="*/ 60 w 60"/>
                <a:gd name="T5" fmla="*/ 6 h 312"/>
                <a:gd name="T6" fmla="*/ 54 w 60"/>
                <a:gd name="T7" fmla="*/ 0 h 312"/>
                <a:gd name="T8" fmla="*/ 0 w 60"/>
                <a:gd name="T9" fmla="*/ 144 h 312"/>
                <a:gd name="T10" fmla="*/ 0 w 60"/>
                <a:gd name="T11" fmla="*/ 144 h 3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0" h="312">
                  <a:moveTo>
                    <a:pt x="0" y="144"/>
                  </a:moveTo>
                  <a:lnTo>
                    <a:pt x="60" y="312"/>
                  </a:lnTo>
                  <a:lnTo>
                    <a:pt x="60" y="6"/>
                  </a:lnTo>
                  <a:lnTo>
                    <a:pt x="54" y="0"/>
                  </a:lnTo>
                  <a:lnTo>
                    <a:pt x="0" y="14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29">
              <a:extLst>
                <a:ext uri="{FF2B5EF4-FFF2-40B4-BE49-F238E27FC236}">
                  <a16:creationId xmlns:a16="http://schemas.microsoft.com/office/drawing/2014/main" id="{30896ECE-F0CC-46BB-B806-40C47684924D}"/>
                </a:ext>
              </a:extLst>
            </p:cNvPr>
            <p:cNvSpPr>
              <a:spLocks/>
            </p:cNvSpPr>
            <p:nvPr/>
          </p:nvSpPr>
          <p:spPr bwMode="hidden">
            <a:xfrm>
              <a:off x="2" y="1601"/>
              <a:ext cx="5752" cy="1864"/>
            </a:xfrm>
            <a:custGeom>
              <a:avLst/>
              <a:gdLst/>
              <a:ahLst/>
              <a:cxnLst>
                <a:cxn ang="0">
                  <a:pos x="0" y="371"/>
                </a:cxn>
                <a:cxn ang="0">
                  <a:pos x="5740" y="1864"/>
                </a:cxn>
                <a:cxn ang="0">
                  <a:pos x="5740" y="1834"/>
                </a:cxn>
                <a:cxn ang="0">
                  <a:pos x="0" y="0"/>
                </a:cxn>
                <a:cxn ang="0">
                  <a:pos x="0" y="371"/>
                </a:cxn>
                <a:cxn ang="0">
                  <a:pos x="0" y="371"/>
                </a:cxn>
              </a:cxnLst>
              <a:rect l="0" t="0" r="r" b="b"/>
              <a:pathLst>
                <a:path w="5740" h="1864">
                  <a:moveTo>
                    <a:pt x="0" y="371"/>
                  </a:moveTo>
                  <a:lnTo>
                    <a:pt x="5740" y="1864"/>
                  </a:lnTo>
                  <a:lnTo>
                    <a:pt x="5740" y="1834"/>
                  </a:lnTo>
                  <a:lnTo>
                    <a:pt x="0" y="0"/>
                  </a:lnTo>
                  <a:lnTo>
                    <a:pt x="0" y="371"/>
                  </a:lnTo>
                  <a:lnTo>
                    <a:pt x="0" y="371"/>
                  </a:lnTo>
                  <a:close/>
                </a:path>
              </a:pathLst>
            </a:custGeom>
            <a:gradFill rotWithShape="0">
              <a:gsLst>
                <a:gs pos="0">
                  <a:schemeClr val="bg1">
                    <a:gamma/>
                    <a:shade val="63529"/>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32" name="Freeform 30">
              <a:extLst>
                <a:ext uri="{FF2B5EF4-FFF2-40B4-BE49-F238E27FC236}">
                  <a16:creationId xmlns:a16="http://schemas.microsoft.com/office/drawing/2014/main" id="{323D2BCD-69F1-414E-AC81-F80655D9086A}"/>
                </a:ext>
              </a:extLst>
            </p:cNvPr>
            <p:cNvSpPr>
              <a:spLocks/>
            </p:cNvSpPr>
            <p:nvPr/>
          </p:nvSpPr>
          <p:spPr bwMode="hidden">
            <a:xfrm>
              <a:off x="5754" y="3483"/>
              <a:ext cx="6" cy="6"/>
            </a:xfrm>
            <a:custGeom>
              <a:avLst/>
              <a:gdLst>
                <a:gd name="T0" fmla="*/ 6 w 6"/>
                <a:gd name="T1" fmla="*/ 6 h 6"/>
                <a:gd name="T2" fmla="*/ 0 w 6"/>
                <a:gd name="T3" fmla="*/ 0 h 6"/>
                <a:gd name="T4" fmla="*/ 0 w 6"/>
                <a:gd name="T5" fmla="*/ 6 h 6"/>
                <a:gd name="T6" fmla="*/ 6 w 6"/>
                <a:gd name="T7" fmla="*/ 6 h 6"/>
                <a:gd name="T8" fmla="*/ 6 w 6"/>
                <a:gd name="T9" fmla="*/ 6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6">
                  <a:moveTo>
                    <a:pt x="6" y="6"/>
                  </a:moveTo>
                  <a:lnTo>
                    <a:pt x="0" y="0"/>
                  </a:lnTo>
                  <a:lnTo>
                    <a:pt x="0" y="6"/>
                  </a:lnTo>
                  <a:lnTo>
                    <a:pt x="6" y="6"/>
                  </a:lnTo>
                  <a:close/>
                </a:path>
              </a:pathLst>
            </a:custGeom>
            <a:solidFill>
              <a:srgbClr val="18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31">
              <a:extLst>
                <a:ext uri="{FF2B5EF4-FFF2-40B4-BE49-F238E27FC236}">
                  <a16:creationId xmlns:a16="http://schemas.microsoft.com/office/drawing/2014/main" id="{74FE4D16-4D92-4B1E-9840-D7E27606B1D5}"/>
                </a:ext>
              </a:extLst>
            </p:cNvPr>
            <p:cNvSpPr>
              <a:spLocks/>
            </p:cNvSpPr>
            <p:nvPr/>
          </p:nvSpPr>
          <p:spPr bwMode="hidden">
            <a:xfrm>
              <a:off x="2" y="2152"/>
              <a:ext cx="5752" cy="1337"/>
            </a:xfrm>
            <a:custGeom>
              <a:avLst/>
              <a:gdLst/>
              <a:ahLst/>
              <a:cxnLst>
                <a:cxn ang="0">
                  <a:pos x="0" y="366"/>
                </a:cxn>
                <a:cxn ang="0">
                  <a:pos x="5740" y="1337"/>
                </a:cxn>
                <a:cxn ang="0">
                  <a:pos x="5740" y="1331"/>
                </a:cxn>
                <a:cxn ang="0">
                  <a:pos x="0" y="0"/>
                </a:cxn>
                <a:cxn ang="0">
                  <a:pos x="0" y="366"/>
                </a:cxn>
                <a:cxn ang="0">
                  <a:pos x="0" y="366"/>
                </a:cxn>
              </a:cxnLst>
              <a:rect l="0" t="0" r="r" b="b"/>
              <a:pathLst>
                <a:path w="5740" h="1337">
                  <a:moveTo>
                    <a:pt x="0" y="366"/>
                  </a:moveTo>
                  <a:lnTo>
                    <a:pt x="5740" y="1337"/>
                  </a:lnTo>
                  <a:lnTo>
                    <a:pt x="5740" y="1331"/>
                  </a:lnTo>
                  <a:lnTo>
                    <a:pt x="0" y="0"/>
                  </a:lnTo>
                  <a:lnTo>
                    <a:pt x="0" y="366"/>
                  </a:lnTo>
                  <a:lnTo>
                    <a:pt x="0" y="366"/>
                  </a:lnTo>
                  <a:close/>
                </a:path>
              </a:pathLst>
            </a:custGeom>
            <a:gradFill rotWithShape="0">
              <a:gsLst>
                <a:gs pos="0">
                  <a:schemeClr val="bg1">
                    <a:gamma/>
                    <a:shade val="60784"/>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34" name="Freeform 32">
              <a:extLst>
                <a:ext uri="{FF2B5EF4-FFF2-40B4-BE49-F238E27FC236}">
                  <a16:creationId xmlns:a16="http://schemas.microsoft.com/office/drawing/2014/main" id="{AEFD9767-648C-40C5-ACFA-7AAFAAB93640}"/>
                </a:ext>
              </a:extLst>
            </p:cNvPr>
            <p:cNvSpPr>
              <a:spLocks/>
            </p:cNvSpPr>
            <p:nvPr/>
          </p:nvSpPr>
          <p:spPr bwMode="hidden">
            <a:xfrm>
              <a:off x="2" y="3177"/>
              <a:ext cx="5752" cy="414"/>
            </a:xfrm>
            <a:custGeom>
              <a:avLst/>
              <a:gdLst/>
              <a:ahLst/>
              <a:cxnLst>
                <a:cxn ang="0">
                  <a:pos x="0" y="48"/>
                </a:cxn>
                <a:cxn ang="0">
                  <a:pos x="5740" y="414"/>
                </a:cxn>
                <a:cxn ang="0">
                  <a:pos x="5740" y="402"/>
                </a:cxn>
                <a:cxn ang="0">
                  <a:pos x="0" y="0"/>
                </a:cxn>
                <a:cxn ang="0">
                  <a:pos x="0" y="48"/>
                </a:cxn>
                <a:cxn ang="0">
                  <a:pos x="0" y="48"/>
                </a:cxn>
              </a:cxnLst>
              <a:rect l="0" t="0" r="r" b="b"/>
              <a:pathLst>
                <a:path w="5740" h="414">
                  <a:moveTo>
                    <a:pt x="0" y="48"/>
                  </a:moveTo>
                  <a:lnTo>
                    <a:pt x="5740" y="414"/>
                  </a:lnTo>
                  <a:lnTo>
                    <a:pt x="5740" y="402"/>
                  </a:lnTo>
                  <a:lnTo>
                    <a:pt x="0" y="0"/>
                  </a:lnTo>
                  <a:lnTo>
                    <a:pt x="0" y="48"/>
                  </a:lnTo>
                  <a:lnTo>
                    <a:pt x="0" y="48"/>
                  </a:lnTo>
                  <a:close/>
                </a:path>
              </a:pathLst>
            </a:custGeom>
            <a:gradFill rotWithShape="0">
              <a:gsLst>
                <a:gs pos="0">
                  <a:schemeClr val="bg1">
                    <a:gamma/>
                    <a:shade val="84706"/>
                    <a:invGamma/>
                  </a:schemeClr>
                </a:gs>
                <a:gs pos="100000">
                  <a:schemeClr val="bg1"/>
                </a:gs>
              </a:gsLst>
              <a:lin ang="0" scaled="1"/>
            </a:gradFill>
            <a:ln w="9525">
              <a:noFill/>
              <a:round/>
              <a:headEnd/>
              <a:tailEnd/>
            </a:ln>
          </p:spPr>
          <p:txBody>
            <a:bodyPr/>
            <a:lstStyle/>
            <a:p>
              <a:pPr>
                <a:defRPr/>
              </a:pPr>
              <a:endParaRPr lang="zh-CN" altLang="en-US">
                <a:latin typeface="Arial" charset="0"/>
              </a:endParaRPr>
            </a:p>
          </p:txBody>
        </p:sp>
        <p:sp>
          <p:nvSpPr>
            <p:cNvPr id="35" name="Freeform 33">
              <a:extLst>
                <a:ext uri="{FF2B5EF4-FFF2-40B4-BE49-F238E27FC236}">
                  <a16:creationId xmlns:a16="http://schemas.microsoft.com/office/drawing/2014/main" id="{ED00F6FB-6C21-44FE-A62B-3E934C4DFC3E}"/>
                </a:ext>
              </a:extLst>
            </p:cNvPr>
            <p:cNvSpPr>
              <a:spLocks/>
            </p:cNvSpPr>
            <p:nvPr/>
          </p:nvSpPr>
          <p:spPr bwMode="hidden">
            <a:xfrm>
              <a:off x="1297" y="0"/>
              <a:ext cx="4457" cy="3177"/>
            </a:xfrm>
            <a:custGeom>
              <a:avLst/>
              <a:gdLst/>
              <a:ahLst/>
              <a:cxnLst>
                <a:cxn ang="0">
                  <a:pos x="0" y="0"/>
                </a:cxn>
                <a:cxn ang="0">
                  <a:pos x="4448" y="3177"/>
                </a:cxn>
                <a:cxn ang="0">
                  <a:pos x="4448" y="3153"/>
                </a:cxn>
                <a:cxn ang="0">
                  <a:pos x="125" y="0"/>
                </a:cxn>
                <a:cxn ang="0">
                  <a:pos x="0" y="0"/>
                </a:cxn>
                <a:cxn ang="0">
                  <a:pos x="0" y="0"/>
                </a:cxn>
              </a:cxnLst>
              <a:rect l="0" t="0" r="r" b="b"/>
              <a:pathLst>
                <a:path w="4448" h="3177">
                  <a:moveTo>
                    <a:pt x="0" y="0"/>
                  </a:moveTo>
                  <a:lnTo>
                    <a:pt x="4448" y="3177"/>
                  </a:lnTo>
                  <a:lnTo>
                    <a:pt x="4448" y="3153"/>
                  </a:lnTo>
                  <a:lnTo>
                    <a:pt x="125" y="0"/>
                  </a:lnTo>
                  <a:lnTo>
                    <a:pt x="0" y="0"/>
                  </a:lnTo>
                  <a:lnTo>
                    <a:pt x="0" y="0"/>
                  </a:lnTo>
                  <a:close/>
                </a:path>
              </a:pathLst>
            </a:custGeom>
            <a:gradFill rotWithShape="0">
              <a:gsLst>
                <a:gs pos="0">
                  <a:schemeClr val="bg1">
                    <a:gamma/>
                    <a:shade val="48627"/>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36" name="Freeform 34">
              <a:extLst>
                <a:ext uri="{FF2B5EF4-FFF2-40B4-BE49-F238E27FC236}">
                  <a16:creationId xmlns:a16="http://schemas.microsoft.com/office/drawing/2014/main" id="{26B8C910-803E-4576-80E2-2C224DA43000}"/>
                </a:ext>
              </a:extLst>
            </p:cNvPr>
            <p:cNvSpPr>
              <a:spLocks/>
            </p:cNvSpPr>
            <p:nvPr/>
          </p:nvSpPr>
          <p:spPr bwMode="hidden">
            <a:xfrm>
              <a:off x="3321" y="0"/>
              <a:ext cx="2433" cy="2614"/>
            </a:xfrm>
            <a:custGeom>
              <a:avLst/>
              <a:gdLst/>
              <a:ahLst/>
              <a:cxnLst>
                <a:cxn ang="0">
                  <a:pos x="0" y="0"/>
                </a:cxn>
                <a:cxn ang="0">
                  <a:pos x="2428" y="2614"/>
                </a:cxn>
                <a:cxn ang="0">
                  <a:pos x="2428" y="2608"/>
                </a:cxn>
                <a:cxn ang="0">
                  <a:pos x="66" y="0"/>
                </a:cxn>
                <a:cxn ang="0">
                  <a:pos x="0" y="0"/>
                </a:cxn>
                <a:cxn ang="0">
                  <a:pos x="0" y="0"/>
                </a:cxn>
              </a:cxnLst>
              <a:rect l="0" t="0" r="r" b="b"/>
              <a:pathLst>
                <a:path w="2428" h="2614">
                  <a:moveTo>
                    <a:pt x="0" y="0"/>
                  </a:moveTo>
                  <a:lnTo>
                    <a:pt x="2428" y="2614"/>
                  </a:lnTo>
                  <a:lnTo>
                    <a:pt x="2428" y="2608"/>
                  </a:lnTo>
                  <a:lnTo>
                    <a:pt x="66" y="0"/>
                  </a:lnTo>
                  <a:lnTo>
                    <a:pt x="0" y="0"/>
                  </a:lnTo>
                  <a:lnTo>
                    <a:pt x="0" y="0"/>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37" name="Freeform 35">
              <a:extLst>
                <a:ext uri="{FF2B5EF4-FFF2-40B4-BE49-F238E27FC236}">
                  <a16:creationId xmlns:a16="http://schemas.microsoft.com/office/drawing/2014/main" id="{4BDBBC18-9B96-4184-86BD-95A1EC3F06A8}"/>
                </a:ext>
              </a:extLst>
            </p:cNvPr>
            <p:cNvSpPr>
              <a:spLocks/>
            </p:cNvSpPr>
            <p:nvPr/>
          </p:nvSpPr>
          <p:spPr bwMode="hidden">
            <a:xfrm>
              <a:off x="3950" y="0"/>
              <a:ext cx="1804" cy="2464"/>
            </a:xfrm>
            <a:custGeom>
              <a:avLst/>
              <a:gdLst/>
              <a:ahLst/>
              <a:cxnLst>
                <a:cxn ang="0">
                  <a:pos x="485" y="0"/>
                </a:cxn>
                <a:cxn ang="0">
                  <a:pos x="0" y="0"/>
                </a:cxn>
                <a:cxn ang="0">
                  <a:pos x="1800" y="2464"/>
                </a:cxn>
                <a:cxn ang="0">
                  <a:pos x="1800" y="2248"/>
                </a:cxn>
                <a:cxn ang="0">
                  <a:pos x="1794" y="2248"/>
                </a:cxn>
                <a:cxn ang="0">
                  <a:pos x="485" y="0"/>
                </a:cxn>
                <a:cxn ang="0">
                  <a:pos x="485" y="0"/>
                </a:cxn>
              </a:cxnLst>
              <a:rect l="0" t="0"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chemeClr val="bg2">
                    <a:gamma/>
                    <a:shade val="78824"/>
                    <a:invGamma/>
                  </a:schemeClr>
                </a:gs>
                <a:gs pos="100000">
                  <a:schemeClr val="bg2"/>
                </a:gs>
              </a:gsLst>
              <a:lin ang="5400000" scaled="1"/>
            </a:gradFill>
            <a:ln w="9525">
              <a:noFill/>
              <a:round/>
              <a:headEnd/>
              <a:tailEnd/>
            </a:ln>
          </p:spPr>
          <p:txBody>
            <a:bodyPr/>
            <a:lstStyle/>
            <a:p>
              <a:pPr>
                <a:defRPr/>
              </a:pPr>
              <a:endParaRPr lang="zh-CN" altLang="en-US">
                <a:latin typeface="Arial" charset="0"/>
              </a:endParaRPr>
            </a:p>
          </p:txBody>
        </p:sp>
        <p:sp>
          <p:nvSpPr>
            <p:cNvPr id="38" name="Freeform 36">
              <a:extLst>
                <a:ext uri="{FF2B5EF4-FFF2-40B4-BE49-F238E27FC236}">
                  <a16:creationId xmlns:a16="http://schemas.microsoft.com/office/drawing/2014/main" id="{656C3FB9-0818-4407-AA7C-A3F382ABB7B8}"/>
                </a:ext>
              </a:extLst>
            </p:cNvPr>
            <p:cNvSpPr>
              <a:spLocks/>
            </p:cNvSpPr>
            <p:nvPr/>
          </p:nvSpPr>
          <p:spPr bwMode="hidden">
            <a:xfrm>
              <a:off x="4519" y="0"/>
              <a:ext cx="1235" cy="2074"/>
            </a:xfrm>
            <a:custGeom>
              <a:avLst/>
              <a:gdLst/>
              <a:ahLst/>
              <a:cxnLst>
                <a:cxn ang="0">
                  <a:pos x="0" y="0"/>
                </a:cxn>
                <a:cxn ang="0">
                  <a:pos x="1232" y="2074"/>
                </a:cxn>
                <a:cxn ang="0">
                  <a:pos x="1232" y="2038"/>
                </a:cxn>
                <a:cxn ang="0">
                  <a:pos x="42" y="0"/>
                </a:cxn>
                <a:cxn ang="0">
                  <a:pos x="0" y="0"/>
                </a:cxn>
                <a:cxn ang="0">
                  <a:pos x="0" y="0"/>
                </a:cxn>
              </a:cxnLst>
              <a:rect l="0" t="0" r="r" b="b"/>
              <a:pathLst>
                <a:path w="1232" h="2074">
                  <a:moveTo>
                    <a:pt x="0" y="0"/>
                  </a:moveTo>
                  <a:lnTo>
                    <a:pt x="1232" y="2074"/>
                  </a:lnTo>
                  <a:lnTo>
                    <a:pt x="1232" y="2038"/>
                  </a:lnTo>
                  <a:lnTo>
                    <a:pt x="42" y="0"/>
                  </a:lnTo>
                  <a:lnTo>
                    <a:pt x="0" y="0"/>
                  </a:lnTo>
                  <a:lnTo>
                    <a:pt x="0" y="0"/>
                  </a:lnTo>
                  <a:close/>
                </a:path>
              </a:pathLst>
            </a:custGeom>
            <a:gradFill rotWithShape="0">
              <a:gsLst>
                <a:gs pos="0">
                  <a:schemeClr val="bg1">
                    <a:gamma/>
                    <a:shade val="57647"/>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39" name="Freeform 37">
              <a:extLst>
                <a:ext uri="{FF2B5EF4-FFF2-40B4-BE49-F238E27FC236}">
                  <a16:creationId xmlns:a16="http://schemas.microsoft.com/office/drawing/2014/main" id="{1B1A240E-3AAC-41DE-B394-E9D3818F7AB0}"/>
                </a:ext>
              </a:extLst>
            </p:cNvPr>
            <p:cNvSpPr>
              <a:spLocks/>
            </p:cNvSpPr>
            <p:nvPr/>
          </p:nvSpPr>
          <p:spPr bwMode="hidden">
            <a:xfrm>
              <a:off x="4694" y="0"/>
              <a:ext cx="1060" cy="1936"/>
            </a:xfrm>
            <a:custGeom>
              <a:avLst/>
              <a:gdLst/>
              <a:ahLst/>
              <a:cxnLst>
                <a:cxn ang="0">
                  <a:pos x="0" y="0"/>
                </a:cxn>
                <a:cxn ang="0">
                  <a:pos x="1058" y="1936"/>
                </a:cxn>
                <a:cxn ang="0">
                  <a:pos x="1058" y="1930"/>
                </a:cxn>
                <a:cxn ang="0">
                  <a:pos x="54" y="0"/>
                </a:cxn>
                <a:cxn ang="0">
                  <a:pos x="0" y="0"/>
                </a:cxn>
                <a:cxn ang="0">
                  <a:pos x="0" y="0"/>
                </a:cxn>
              </a:cxnLst>
              <a:rect l="0" t="0" r="r" b="b"/>
              <a:pathLst>
                <a:path w="1058" h="1936">
                  <a:moveTo>
                    <a:pt x="0" y="0"/>
                  </a:moveTo>
                  <a:lnTo>
                    <a:pt x="1058" y="1936"/>
                  </a:lnTo>
                  <a:lnTo>
                    <a:pt x="1058" y="1930"/>
                  </a:lnTo>
                  <a:lnTo>
                    <a:pt x="54" y="0"/>
                  </a:lnTo>
                  <a:lnTo>
                    <a:pt x="0" y="0"/>
                  </a:lnTo>
                  <a:lnTo>
                    <a:pt x="0" y="0"/>
                  </a:lnTo>
                  <a:close/>
                </a:path>
              </a:pathLst>
            </a:custGeom>
            <a:gradFill rotWithShape="0">
              <a:gsLst>
                <a:gs pos="0">
                  <a:schemeClr val="bg1">
                    <a:gamma/>
                    <a:shade val="72549"/>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40" name="Freeform 38">
              <a:extLst>
                <a:ext uri="{FF2B5EF4-FFF2-40B4-BE49-F238E27FC236}">
                  <a16:creationId xmlns:a16="http://schemas.microsoft.com/office/drawing/2014/main" id="{72FA2B90-0F99-4A65-8514-A3817ABE0890}"/>
                </a:ext>
              </a:extLst>
            </p:cNvPr>
            <p:cNvSpPr>
              <a:spLocks/>
            </p:cNvSpPr>
            <p:nvPr/>
          </p:nvSpPr>
          <p:spPr bwMode="hidden">
            <a:xfrm>
              <a:off x="4981" y="0"/>
              <a:ext cx="773" cy="1487"/>
            </a:xfrm>
            <a:custGeom>
              <a:avLst/>
              <a:gdLst/>
              <a:ahLst/>
              <a:cxnLst>
                <a:cxn ang="0">
                  <a:pos x="771" y="1433"/>
                </a:cxn>
                <a:cxn ang="0">
                  <a:pos x="42" y="0"/>
                </a:cxn>
                <a:cxn ang="0">
                  <a:pos x="0" y="0"/>
                </a:cxn>
                <a:cxn ang="0">
                  <a:pos x="771" y="1487"/>
                </a:cxn>
                <a:cxn ang="0">
                  <a:pos x="771" y="1433"/>
                </a:cxn>
                <a:cxn ang="0">
                  <a:pos x="771" y="1433"/>
                </a:cxn>
              </a:cxnLst>
              <a:rect l="0" t="0" r="r" b="b"/>
              <a:pathLst>
                <a:path w="771" h="1487">
                  <a:moveTo>
                    <a:pt x="771" y="1433"/>
                  </a:moveTo>
                  <a:lnTo>
                    <a:pt x="42" y="0"/>
                  </a:lnTo>
                  <a:lnTo>
                    <a:pt x="0" y="0"/>
                  </a:lnTo>
                  <a:lnTo>
                    <a:pt x="771" y="1487"/>
                  </a:lnTo>
                  <a:lnTo>
                    <a:pt x="771" y="1433"/>
                  </a:lnTo>
                  <a:lnTo>
                    <a:pt x="771" y="1433"/>
                  </a:lnTo>
                  <a:close/>
                </a:path>
              </a:pathLst>
            </a:custGeom>
            <a:gradFill rotWithShape="0">
              <a:gsLst>
                <a:gs pos="0">
                  <a:schemeClr val="bg1">
                    <a:gamma/>
                    <a:shade val="78824"/>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grpSp>
          <p:nvGrpSpPr>
            <p:cNvPr id="41" name="Group 39">
              <a:extLst>
                <a:ext uri="{FF2B5EF4-FFF2-40B4-BE49-F238E27FC236}">
                  <a16:creationId xmlns:a16="http://schemas.microsoft.com/office/drawing/2014/main" id="{52DDFE0F-E3C1-421C-B396-10394ECB8633}"/>
                </a:ext>
              </a:extLst>
            </p:cNvPr>
            <p:cNvGrpSpPr>
              <a:grpSpLocks/>
            </p:cNvGrpSpPr>
            <p:nvPr userDrawn="1"/>
          </p:nvGrpSpPr>
          <p:grpSpPr bwMode="auto">
            <a:xfrm>
              <a:off x="0" y="1632"/>
              <a:ext cx="5758" cy="1858"/>
              <a:chOff x="0" y="1632"/>
              <a:chExt cx="5758" cy="1858"/>
            </a:xfrm>
          </p:grpSpPr>
          <p:sp>
            <p:nvSpPr>
              <p:cNvPr id="42" name="Freeform 40">
                <a:extLst>
                  <a:ext uri="{FF2B5EF4-FFF2-40B4-BE49-F238E27FC236}">
                    <a16:creationId xmlns:a16="http://schemas.microsoft.com/office/drawing/2014/main" id="{84AD077F-4999-4383-A73C-4C5798AF8CA6}"/>
                  </a:ext>
                </a:extLst>
              </p:cNvPr>
              <p:cNvSpPr>
                <a:spLocks/>
              </p:cNvSpPr>
              <p:nvPr/>
            </p:nvSpPr>
            <p:spPr bwMode="hidden">
              <a:xfrm>
                <a:off x="0" y="1632"/>
                <a:ext cx="3670" cy="1313"/>
              </a:xfrm>
              <a:custGeom>
                <a:avLst/>
                <a:gdLst/>
                <a:ahLst/>
                <a:cxnLst>
                  <a:cxn ang="0">
                    <a:pos x="0" y="0"/>
                  </a:cxn>
                  <a:cxn ang="0">
                    <a:pos x="0" y="366"/>
                  </a:cxn>
                  <a:cxn ang="0">
                    <a:pos x="3635" y="1313"/>
                  </a:cxn>
                  <a:cxn ang="0">
                    <a:pos x="3647" y="1235"/>
                  </a:cxn>
                  <a:cxn ang="0">
                    <a:pos x="3659" y="1163"/>
                  </a:cxn>
                  <a:cxn ang="0">
                    <a:pos x="0" y="0"/>
                  </a:cxn>
                  <a:cxn ang="0">
                    <a:pos x="0" y="0"/>
                  </a:cxn>
                </a:cxnLst>
                <a:rect l="0" t="0"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chemeClr val="bg1">
                      <a:gamma/>
                      <a:shade val="72549"/>
                      <a:invGamma/>
                    </a:schemeClr>
                  </a:gs>
                  <a:gs pos="100000">
                    <a:schemeClr val="bg1"/>
                  </a:gs>
                </a:gsLst>
                <a:lin ang="0" scaled="1"/>
              </a:gradFill>
              <a:ln w="9525">
                <a:noFill/>
                <a:round/>
                <a:headEnd/>
                <a:tailEnd/>
              </a:ln>
            </p:spPr>
            <p:txBody>
              <a:bodyPr/>
              <a:lstStyle/>
              <a:p>
                <a:pPr>
                  <a:defRPr/>
                </a:pPr>
                <a:endParaRPr lang="zh-CN" altLang="en-US">
                  <a:latin typeface="Arial" charset="0"/>
                </a:endParaRPr>
              </a:p>
            </p:txBody>
          </p:sp>
          <p:sp>
            <p:nvSpPr>
              <p:cNvPr id="43" name="Freeform 41">
                <a:extLst>
                  <a:ext uri="{FF2B5EF4-FFF2-40B4-BE49-F238E27FC236}">
                    <a16:creationId xmlns:a16="http://schemas.microsoft.com/office/drawing/2014/main" id="{B66C7EF3-341D-484E-B7BC-E835C5BD72DD}"/>
                  </a:ext>
                </a:extLst>
              </p:cNvPr>
              <p:cNvSpPr>
                <a:spLocks/>
              </p:cNvSpPr>
              <p:nvPr/>
            </p:nvSpPr>
            <p:spPr bwMode="hidden">
              <a:xfrm>
                <a:off x="3646" y="2795"/>
                <a:ext cx="2112" cy="695"/>
              </a:xfrm>
              <a:custGeom>
                <a:avLst/>
                <a:gdLst/>
                <a:ahLst/>
                <a:cxnLst>
                  <a:cxn ang="0">
                    <a:pos x="2105" y="665"/>
                  </a:cxn>
                  <a:cxn ang="0">
                    <a:pos x="24" y="0"/>
                  </a:cxn>
                  <a:cxn ang="0">
                    <a:pos x="12" y="72"/>
                  </a:cxn>
                  <a:cxn ang="0">
                    <a:pos x="0" y="150"/>
                  </a:cxn>
                  <a:cxn ang="0">
                    <a:pos x="2105" y="695"/>
                  </a:cxn>
                  <a:cxn ang="0">
                    <a:pos x="2105" y="665"/>
                  </a:cxn>
                  <a:cxn ang="0">
                    <a:pos x="2105" y="665"/>
                  </a:cxn>
                </a:cxnLst>
                <a:rect l="0" t="0"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chemeClr val="bg1">
                      <a:gamma/>
                      <a:tint val="90980"/>
                      <a:invGamma/>
                    </a:schemeClr>
                  </a:gs>
                </a:gsLst>
                <a:lin ang="0" scaled="1"/>
              </a:gradFill>
              <a:ln w="9525">
                <a:noFill/>
                <a:round/>
                <a:headEnd/>
                <a:tailEnd/>
              </a:ln>
            </p:spPr>
            <p:txBody>
              <a:bodyPr/>
              <a:lstStyle/>
              <a:p>
                <a:pPr>
                  <a:defRPr/>
                </a:pPr>
                <a:endParaRPr lang="zh-CN" altLang="en-US">
                  <a:latin typeface="Arial" charset="0"/>
                </a:endParaRPr>
              </a:p>
            </p:txBody>
          </p:sp>
        </p:grpSp>
      </p:grpSp>
      <p:sp>
        <p:nvSpPr>
          <p:cNvPr id="28714" name="Rectangle 42"/>
          <p:cNvSpPr>
            <a:spLocks noGrp="1" noChangeArrowheads="1"/>
          </p:cNvSpPr>
          <p:nvPr>
            <p:ph type="ctrTitle" sz="quarter"/>
          </p:nvPr>
        </p:nvSpPr>
        <p:spPr>
          <a:xfrm>
            <a:off x="457200" y="1600200"/>
            <a:ext cx="8229600" cy="1828800"/>
          </a:xfrm>
        </p:spPr>
        <p:txBody>
          <a:bodyPr/>
          <a:lstStyle>
            <a:lvl1pPr>
              <a:defRPr sz="4800"/>
            </a:lvl1pPr>
          </a:lstStyle>
          <a:p>
            <a:r>
              <a:rPr lang="en-US" altLang="zh-CN"/>
              <a:t>Click to edit Master title style</a:t>
            </a:r>
          </a:p>
        </p:txBody>
      </p:sp>
      <p:sp>
        <p:nvSpPr>
          <p:cNvPr id="28715" name="Rectangle 43"/>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sz="3600"/>
            </a:lvl1pPr>
          </a:lstStyle>
          <a:p>
            <a:r>
              <a:rPr lang="en-US" altLang="zh-CN"/>
              <a:t>Click to edit Master subtitle style</a:t>
            </a:r>
          </a:p>
        </p:txBody>
      </p:sp>
      <p:sp>
        <p:nvSpPr>
          <p:cNvPr id="44" name="Rectangle 44">
            <a:extLst>
              <a:ext uri="{FF2B5EF4-FFF2-40B4-BE49-F238E27FC236}">
                <a16:creationId xmlns:a16="http://schemas.microsoft.com/office/drawing/2014/main" id="{F57F904F-2078-4A28-BBAE-18E6952A5C75}"/>
              </a:ext>
            </a:extLst>
          </p:cNvPr>
          <p:cNvSpPr>
            <a:spLocks noGrp="1" noChangeArrowheads="1"/>
          </p:cNvSpPr>
          <p:nvPr>
            <p:ph type="dt" sz="quarter" idx="10"/>
          </p:nvPr>
        </p:nvSpPr>
        <p:spPr/>
        <p:txBody>
          <a:bodyPr/>
          <a:lstStyle>
            <a:lvl1pPr>
              <a:defRPr/>
            </a:lvl1pPr>
          </a:lstStyle>
          <a:p>
            <a:pPr>
              <a:defRPr/>
            </a:pPr>
            <a:endParaRPr lang="en-US" altLang="zh-CN"/>
          </a:p>
        </p:txBody>
      </p:sp>
      <p:sp>
        <p:nvSpPr>
          <p:cNvPr id="45" name="Rectangle 45">
            <a:extLst>
              <a:ext uri="{FF2B5EF4-FFF2-40B4-BE49-F238E27FC236}">
                <a16:creationId xmlns:a16="http://schemas.microsoft.com/office/drawing/2014/main" id="{5D9CA865-46CB-4870-A239-F66E1D2DD495}"/>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6" name="Rectangle 46">
            <a:extLst>
              <a:ext uri="{FF2B5EF4-FFF2-40B4-BE49-F238E27FC236}">
                <a16:creationId xmlns:a16="http://schemas.microsoft.com/office/drawing/2014/main" id="{46D9AFEA-B138-4FAE-89ED-8AB2477C8219}"/>
              </a:ext>
            </a:extLst>
          </p:cNvPr>
          <p:cNvSpPr>
            <a:spLocks noGrp="1" noChangeArrowheads="1"/>
          </p:cNvSpPr>
          <p:nvPr>
            <p:ph type="sldNum" sz="quarter" idx="12"/>
          </p:nvPr>
        </p:nvSpPr>
        <p:spPr/>
        <p:txBody>
          <a:bodyPr/>
          <a:lstStyle>
            <a:lvl1pPr>
              <a:defRPr/>
            </a:lvl1pPr>
          </a:lstStyle>
          <a:p>
            <a:pPr>
              <a:defRPr/>
            </a:pPr>
            <a:fld id="{1328DAEA-34C9-4738-BA5C-46522EC40222}" type="slidenum">
              <a:rPr lang="zh-CN" altLang="en-US"/>
              <a:pPr>
                <a:defRPr/>
              </a:pPr>
              <a:t>‹#›</a:t>
            </a:fld>
            <a:endParaRPr lang="en-US" altLang="zh-CN"/>
          </a:p>
        </p:txBody>
      </p:sp>
    </p:spTree>
    <p:extLst>
      <p:ext uri="{BB962C8B-B14F-4D97-AF65-F5344CB8AC3E}">
        <p14:creationId xmlns:p14="http://schemas.microsoft.com/office/powerpoint/2010/main" val="207610326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4">
            <a:extLst>
              <a:ext uri="{FF2B5EF4-FFF2-40B4-BE49-F238E27FC236}">
                <a16:creationId xmlns:a16="http://schemas.microsoft.com/office/drawing/2014/main" id="{1C1F7D2E-D134-48DE-ABE1-C90F165ABE8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5">
            <a:extLst>
              <a:ext uri="{FF2B5EF4-FFF2-40B4-BE49-F238E27FC236}">
                <a16:creationId xmlns:a16="http://schemas.microsoft.com/office/drawing/2014/main" id="{0E108FB2-4AD5-486B-AE03-84F3D1EBF29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6">
            <a:extLst>
              <a:ext uri="{FF2B5EF4-FFF2-40B4-BE49-F238E27FC236}">
                <a16:creationId xmlns:a16="http://schemas.microsoft.com/office/drawing/2014/main" id="{31951408-3C3D-4837-82B3-DC7B7BF48192}"/>
              </a:ext>
            </a:extLst>
          </p:cNvPr>
          <p:cNvSpPr>
            <a:spLocks noGrp="1" noChangeArrowheads="1"/>
          </p:cNvSpPr>
          <p:nvPr>
            <p:ph type="sldNum" sz="quarter" idx="12"/>
          </p:nvPr>
        </p:nvSpPr>
        <p:spPr>
          <a:ln/>
        </p:spPr>
        <p:txBody>
          <a:bodyPr/>
          <a:lstStyle>
            <a:lvl1pPr>
              <a:defRPr/>
            </a:lvl1pPr>
          </a:lstStyle>
          <a:p>
            <a:pPr>
              <a:defRPr/>
            </a:pPr>
            <a:fld id="{08C1AC2D-5C81-41F6-8D09-6783AD03FAC8}" type="slidenum">
              <a:rPr lang="zh-CN" altLang="en-US"/>
              <a:pPr>
                <a:defRPr/>
              </a:pPr>
              <a:t>‹#›</a:t>
            </a:fld>
            <a:endParaRPr lang="en-US" altLang="zh-CN"/>
          </a:p>
        </p:txBody>
      </p:sp>
    </p:spTree>
    <p:extLst>
      <p:ext uri="{BB962C8B-B14F-4D97-AF65-F5344CB8AC3E}">
        <p14:creationId xmlns:p14="http://schemas.microsoft.com/office/powerpoint/2010/main" val="109200331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4">
            <a:extLst>
              <a:ext uri="{FF2B5EF4-FFF2-40B4-BE49-F238E27FC236}">
                <a16:creationId xmlns:a16="http://schemas.microsoft.com/office/drawing/2014/main" id="{307BC4C2-84E7-4DCC-9381-5A8D5841F6C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5">
            <a:extLst>
              <a:ext uri="{FF2B5EF4-FFF2-40B4-BE49-F238E27FC236}">
                <a16:creationId xmlns:a16="http://schemas.microsoft.com/office/drawing/2014/main" id="{692835C4-CAFE-49FA-8EA6-4C4B0B206D9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6">
            <a:extLst>
              <a:ext uri="{FF2B5EF4-FFF2-40B4-BE49-F238E27FC236}">
                <a16:creationId xmlns:a16="http://schemas.microsoft.com/office/drawing/2014/main" id="{7BD2FCAC-7426-4428-AC3A-F3DD36A51AA5}"/>
              </a:ext>
            </a:extLst>
          </p:cNvPr>
          <p:cNvSpPr>
            <a:spLocks noGrp="1" noChangeArrowheads="1"/>
          </p:cNvSpPr>
          <p:nvPr>
            <p:ph type="sldNum" sz="quarter" idx="12"/>
          </p:nvPr>
        </p:nvSpPr>
        <p:spPr>
          <a:ln/>
        </p:spPr>
        <p:txBody>
          <a:bodyPr/>
          <a:lstStyle>
            <a:lvl1pPr>
              <a:defRPr/>
            </a:lvl1pPr>
          </a:lstStyle>
          <a:p>
            <a:pPr>
              <a:defRPr/>
            </a:pPr>
            <a:fld id="{E49CE809-CC0C-45B5-A48F-487C35DD3E1A}" type="slidenum">
              <a:rPr lang="zh-CN" altLang="en-US"/>
              <a:pPr>
                <a:defRPr/>
              </a:pPr>
              <a:t>‹#›</a:t>
            </a:fld>
            <a:endParaRPr lang="en-US" altLang="zh-CN"/>
          </a:p>
        </p:txBody>
      </p:sp>
    </p:spTree>
    <p:extLst>
      <p:ext uri="{BB962C8B-B14F-4D97-AF65-F5344CB8AC3E}">
        <p14:creationId xmlns:p14="http://schemas.microsoft.com/office/powerpoint/2010/main" val="378381564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4">
            <a:extLst>
              <a:ext uri="{FF2B5EF4-FFF2-40B4-BE49-F238E27FC236}">
                <a16:creationId xmlns:a16="http://schemas.microsoft.com/office/drawing/2014/main" id="{870C631C-53C6-4B9D-AD0B-22CDC87D669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5">
            <a:extLst>
              <a:ext uri="{FF2B5EF4-FFF2-40B4-BE49-F238E27FC236}">
                <a16:creationId xmlns:a16="http://schemas.microsoft.com/office/drawing/2014/main" id="{F7DCD95F-F0C6-42F4-8E0A-02F3505B69D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6">
            <a:extLst>
              <a:ext uri="{FF2B5EF4-FFF2-40B4-BE49-F238E27FC236}">
                <a16:creationId xmlns:a16="http://schemas.microsoft.com/office/drawing/2014/main" id="{1826F170-F479-4126-8450-A0E6DE3ED964}"/>
              </a:ext>
            </a:extLst>
          </p:cNvPr>
          <p:cNvSpPr>
            <a:spLocks noGrp="1" noChangeArrowheads="1"/>
          </p:cNvSpPr>
          <p:nvPr>
            <p:ph type="sldNum" sz="quarter" idx="12"/>
          </p:nvPr>
        </p:nvSpPr>
        <p:spPr>
          <a:ln/>
        </p:spPr>
        <p:txBody>
          <a:bodyPr/>
          <a:lstStyle>
            <a:lvl1pPr>
              <a:defRPr/>
            </a:lvl1pPr>
          </a:lstStyle>
          <a:p>
            <a:pPr>
              <a:defRPr/>
            </a:pPr>
            <a:fld id="{A3B2D632-DEE6-4312-B31C-C50994CC3416}" type="slidenum">
              <a:rPr lang="zh-CN" altLang="en-US"/>
              <a:pPr>
                <a:defRPr/>
              </a:pPr>
              <a:t>‹#›</a:t>
            </a:fld>
            <a:endParaRPr lang="en-US" altLang="zh-CN"/>
          </a:p>
        </p:txBody>
      </p:sp>
    </p:spTree>
    <p:extLst>
      <p:ext uri="{BB962C8B-B14F-4D97-AF65-F5344CB8AC3E}">
        <p14:creationId xmlns:p14="http://schemas.microsoft.com/office/powerpoint/2010/main" val="187757814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4">
            <a:extLst>
              <a:ext uri="{FF2B5EF4-FFF2-40B4-BE49-F238E27FC236}">
                <a16:creationId xmlns:a16="http://schemas.microsoft.com/office/drawing/2014/main" id="{38FC339E-404F-4A3F-9DC4-1C647ED4354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5">
            <a:extLst>
              <a:ext uri="{FF2B5EF4-FFF2-40B4-BE49-F238E27FC236}">
                <a16:creationId xmlns:a16="http://schemas.microsoft.com/office/drawing/2014/main" id="{097D29DA-7911-410F-BD6F-99870D43DC7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6">
            <a:extLst>
              <a:ext uri="{FF2B5EF4-FFF2-40B4-BE49-F238E27FC236}">
                <a16:creationId xmlns:a16="http://schemas.microsoft.com/office/drawing/2014/main" id="{16E6E99F-0630-4A3C-9FD8-A22261F5FAF4}"/>
              </a:ext>
            </a:extLst>
          </p:cNvPr>
          <p:cNvSpPr>
            <a:spLocks noGrp="1" noChangeArrowheads="1"/>
          </p:cNvSpPr>
          <p:nvPr>
            <p:ph type="sldNum" sz="quarter" idx="12"/>
          </p:nvPr>
        </p:nvSpPr>
        <p:spPr>
          <a:ln/>
        </p:spPr>
        <p:txBody>
          <a:bodyPr/>
          <a:lstStyle>
            <a:lvl1pPr>
              <a:defRPr/>
            </a:lvl1pPr>
          </a:lstStyle>
          <a:p>
            <a:pPr>
              <a:defRPr/>
            </a:pPr>
            <a:fld id="{22D0541C-7398-4F4E-A201-AA97B0185A88}" type="slidenum">
              <a:rPr lang="zh-CN" altLang="en-US"/>
              <a:pPr>
                <a:defRPr/>
              </a:pPr>
              <a:t>‹#›</a:t>
            </a:fld>
            <a:endParaRPr lang="en-US" altLang="zh-CN"/>
          </a:p>
        </p:txBody>
      </p:sp>
    </p:spTree>
    <p:extLst>
      <p:ext uri="{BB962C8B-B14F-4D97-AF65-F5344CB8AC3E}">
        <p14:creationId xmlns:p14="http://schemas.microsoft.com/office/powerpoint/2010/main" val="383587190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4">
            <a:extLst>
              <a:ext uri="{FF2B5EF4-FFF2-40B4-BE49-F238E27FC236}">
                <a16:creationId xmlns:a16="http://schemas.microsoft.com/office/drawing/2014/main" id="{590E02CD-DE1E-4672-8B2E-29C5BECF85A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5">
            <a:extLst>
              <a:ext uri="{FF2B5EF4-FFF2-40B4-BE49-F238E27FC236}">
                <a16:creationId xmlns:a16="http://schemas.microsoft.com/office/drawing/2014/main" id="{95657F1F-D357-4B4A-AF2A-CE57BC50536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6">
            <a:extLst>
              <a:ext uri="{FF2B5EF4-FFF2-40B4-BE49-F238E27FC236}">
                <a16:creationId xmlns:a16="http://schemas.microsoft.com/office/drawing/2014/main" id="{F1E97AD6-A730-4C0F-A23D-D93157FCB9F0}"/>
              </a:ext>
            </a:extLst>
          </p:cNvPr>
          <p:cNvSpPr>
            <a:spLocks noGrp="1" noChangeArrowheads="1"/>
          </p:cNvSpPr>
          <p:nvPr>
            <p:ph type="sldNum" sz="quarter" idx="12"/>
          </p:nvPr>
        </p:nvSpPr>
        <p:spPr>
          <a:ln/>
        </p:spPr>
        <p:txBody>
          <a:bodyPr/>
          <a:lstStyle>
            <a:lvl1pPr>
              <a:defRPr/>
            </a:lvl1pPr>
          </a:lstStyle>
          <a:p>
            <a:pPr>
              <a:defRPr/>
            </a:pPr>
            <a:fld id="{D0D05280-E2F5-4623-96CA-3C32EDAA592D}" type="slidenum">
              <a:rPr lang="zh-CN" altLang="en-US"/>
              <a:pPr>
                <a:defRPr/>
              </a:pPr>
              <a:t>‹#›</a:t>
            </a:fld>
            <a:endParaRPr lang="en-US" altLang="zh-CN"/>
          </a:p>
        </p:txBody>
      </p:sp>
    </p:spTree>
    <p:extLst>
      <p:ext uri="{BB962C8B-B14F-4D97-AF65-F5344CB8AC3E}">
        <p14:creationId xmlns:p14="http://schemas.microsoft.com/office/powerpoint/2010/main" val="177021548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4">
            <a:extLst>
              <a:ext uri="{FF2B5EF4-FFF2-40B4-BE49-F238E27FC236}">
                <a16:creationId xmlns:a16="http://schemas.microsoft.com/office/drawing/2014/main" id="{DF132239-3D0E-4146-8BCB-A5B7DBDB994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5">
            <a:extLst>
              <a:ext uri="{FF2B5EF4-FFF2-40B4-BE49-F238E27FC236}">
                <a16:creationId xmlns:a16="http://schemas.microsoft.com/office/drawing/2014/main" id="{DC32DB87-2BDE-4395-946A-26AD5FA9B90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6">
            <a:extLst>
              <a:ext uri="{FF2B5EF4-FFF2-40B4-BE49-F238E27FC236}">
                <a16:creationId xmlns:a16="http://schemas.microsoft.com/office/drawing/2014/main" id="{F447677C-F6C2-41C3-B17E-BA4286EF1AB1}"/>
              </a:ext>
            </a:extLst>
          </p:cNvPr>
          <p:cNvSpPr>
            <a:spLocks noGrp="1" noChangeArrowheads="1"/>
          </p:cNvSpPr>
          <p:nvPr>
            <p:ph type="sldNum" sz="quarter" idx="12"/>
          </p:nvPr>
        </p:nvSpPr>
        <p:spPr>
          <a:ln/>
        </p:spPr>
        <p:txBody>
          <a:bodyPr/>
          <a:lstStyle>
            <a:lvl1pPr>
              <a:defRPr/>
            </a:lvl1pPr>
          </a:lstStyle>
          <a:p>
            <a:pPr>
              <a:defRPr/>
            </a:pPr>
            <a:fld id="{BACC53EC-A335-4F4F-BDE7-CC0A35309989}" type="slidenum">
              <a:rPr lang="zh-CN" altLang="en-US"/>
              <a:pPr>
                <a:defRPr/>
              </a:pPr>
              <a:t>‹#›</a:t>
            </a:fld>
            <a:endParaRPr lang="en-US" altLang="zh-CN"/>
          </a:p>
        </p:txBody>
      </p:sp>
    </p:spTree>
    <p:extLst>
      <p:ext uri="{BB962C8B-B14F-4D97-AF65-F5344CB8AC3E}">
        <p14:creationId xmlns:p14="http://schemas.microsoft.com/office/powerpoint/2010/main" val="63601534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4">
            <a:extLst>
              <a:ext uri="{FF2B5EF4-FFF2-40B4-BE49-F238E27FC236}">
                <a16:creationId xmlns:a16="http://schemas.microsoft.com/office/drawing/2014/main" id="{EBE2C6CB-02A3-4B88-8DD5-08CADBABC83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5">
            <a:extLst>
              <a:ext uri="{FF2B5EF4-FFF2-40B4-BE49-F238E27FC236}">
                <a16:creationId xmlns:a16="http://schemas.microsoft.com/office/drawing/2014/main" id="{86CC7C76-E415-4747-BF33-07C24A23D7A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6">
            <a:extLst>
              <a:ext uri="{FF2B5EF4-FFF2-40B4-BE49-F238E27FC236}">
                <a16:creationId xmlns:a16="http://schemas.microsoft.com/office/drawing/2014/main" id="{B0F50130-322A-4044-9317-EF4E83E2427E}"/>
              </a:ext>
            </a:extLst>
          </p:cNvPr>
          <p:cNvSpPr>
            <a:spLocks noGrp="1" noChangeArrowheads="1"/>
          </p:cNvSpPr>
          <p:nvPr>
            <p:ph type="sldNum" sz="quarter" idx="12"/>
          </p:nvPr>
        </p:nvSpPr>
        <p:spPr>
          <a:ln/>
        </p:spPr>
        <p:txBody>
          <a:bodyPr/>
          <a:lstStyle>
            <a:lvl1pPr>
              <a:defRPr/>
            </a:lvl1pPr>
          </a:lstStyle>
          <a:p>
            <a:pPr>
              <a:defRPr/>
            </a:pPr>
            <a:fld id="{202D214A-F484-4566-8EFD-38DFFB51E609}" type="slidenum">
              <a:rPr lang="zh-CN" altLang="en-US"/>
              <a:pPr>
                <a:defRPr/>
              </a:pPr>
              <a:t>‹#›</a:t>
            </a:fld>
            <a:endParaRPr lang="en-US" altLang="zh-CN"/>
          </a:p>
        </p:txBody>
      </p:sp>
    </p:spTree>
    <p:extLst>
      <p:ext uri="{BB962C8B-B14F-4D97-AF65-F5344CB8AC3E}">
        <p14:creationId xmlns:p14="http://schemas.microsoft.com/office/powerpoint/2010/main" val="229818235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4">
            <a:extLst>
              <a:ext uri="{FF2B5EF4-FFF2-40B4-BE49-F238E27FC236}">
                <a16:creationId xmlns:a16="http://schemas.microsoft.com/office/drawing/2014/main" id="{01DFD51B-824D-4E1E-816E-6CF58AA2265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5">
            <a:extLst>
              <a:ext uri="{FF2B5EF4-FFF2-40B4-BE49-F238E27FC236}">
                <a16:creationId xmlns:a16="http://schemas.microsoft.com/office/drawing/2014/main" id="{BC15DC8F-DB01-4448-98A3-714059FD092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6">
            <a:extLst>
              <a:ext uri="{FF2B5EF4-FFF2-40B4-BE49-F238E27FC236}">
                <a16:creationId xmlns:a16="http://schemas.microsoft.com/office/drawing/2014/main" id="{12DAA422-1AEF-4B12-909F-C913DE908317}"/>
              </a:ext>
            </a:extLst>
          </p:cNvPr>
          <p:cNvSpPr>
            <a:spLocks noGrp="1" noChangeArrowheads="1"/>
          </p:cNvSpPr>
          <p:nvPr>
            <p:ph type="sldNum" sz="quarter" idx="12"/>
          </p:nvPr>
        </p:nvSpPr>
        <p:spPr>
          <a:ln/>
        </p:spPr>
        <p:txBody>
          <a:bodyPr/>
          <a:lstStyle>
            <a:lvl1pPr>
              <a:defRPr/>
            </a:lvl1pPr>
          </a:lstStyle>
          <a:p>
            <a:pPr>
              <a:defRPr/>
            </a:pPr>
            <a:fld id="{5BDD9051-B3AC-40D4-836B-7846327EA172}" type="slidenum">
              <a:rPr lang="zh-CN" altLang="en-US"/>
              <a:pPr>
                <a:defRPr/>
              </a:pPr>
              <a:t>‹#›</a:t>
            </a:fld>
            <a:endParaRPr lang="en-US" altLang="zh-CN"/>
          </a:p>
        </p:txBody>
      </p:sp>
    </p:spTree>
    <p:extLst>
      <p:ext uri="{BB962C8B-B14F-4D97-AF65-F5344CB8AC3E}">
        <p14:creationId xmlns:p14="http://schemas.microsoft.com/office/powerpoint/2010/main" val="281626812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4">
            <a:extLst>
              <a:ext uri="{FF2B5EF4-FFF2-40B4-BE49-F238E27FC236}">
                <a16:creationId xmlns:a16="http://schemas.microsoft.com/office/drawing/2014/main" id="{E4EC52FE-3E55-4028-83BB-6FCC928BFEE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5">
            <a:extLst>
              <a:ext uri="{FF2B5EF4-FFF2-40B4-BE49-F238E27FC236}">
                <a16:creationId xmlns:a16="http://schemas.microsoft.com/office/drawing/2014/main" id="{33EAD7BA-D003-4529-AF70-DE4165E676E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6">
            <a:extLst>
              <a:ext uri="{FF2B5EF4-FFF2-40B4-BE49-F238E27FC236}">
                <a16:creationId xmlns:a16="http://schemas.microsoft.com/office/drawing/2014/main" id="{ED0A26A1-E0D1-4E05-8B8A-DB337A4BFEC7}"/>
              </a:ext>
            </a:extLst>
          </p:cNvPr>
          <p:cNvSpPr>
            <a:spLocks noGrp="1" noChangeArrowheads="1"/>
          </p:cNvSpPr>
          <p:nvPr>
            <p:ph type="sldNum" sz="quarter" idx="12"/>
          </p:nvPr>
        </p:nvSpPr>
        <p:spPr>
          <a:ln/>
        </p:spPr>
        <p:txBody>
          <a:bodyPr/>
          <a:lstStyle>
            <a:lvl1pPr>
              <a:defRPr/>
            </a:lvl1pPr>
          </a:lstStyle>
          <a:p>
            <a:pPr>
              <a:defRPr/>
            </a:pPr>
            <a:fld id="{C42DD6C9-22DA-4968-B0E2-3531352172F9}" type="slidenum">
              <a:rPr lang="zh-CN" altLang="en-US"/>
              <a:pPr>
                <a:defRPr/>
              </a:pPr>
              <a:t>‹#›</a:t>
            </a:fld>
            <a:endParaRPr lang="en-US" altLang="zh-CN"/>
          </a:p>
        </p:txBody>
      </p:sp>
    </p:spTree>
    <p:extLst>
      <p:ext uri="{BB962C8B-B14F-4D97-AF65-F5344CB8AC3E}">
        <p14:creationId xmlns:p14="http://schemas.microsoft.com/office/powerpoint/2010/main" val="324786432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4">
            <a:extLst>
              <a:ext uri="{FF2B5EF4-FFF2-40B4-BE49-F238E27FC236}">
                <a16:creationId xmlns:a16="http://schemas.microsoft.com/office/drawing/2014/main" id="{DCC9EFCF-0008-4AD5-A72C-3B99D55FDFC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5">
            <a:extLst>
              <a:ext uri="{FF2B5EF4-FFF2-40B4-BE49-F238E27FC236}">
                <a16:creationId xmlns:a16="http://schemas.microsoft.com/office/drawing/2014/main" id="{57C8F947-93C1-4637-A64D-61BDCDB63E5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6">
            <a:extLst>
              <a:ext uri="{FF2B5EF4-FFF2-40B4-BE49-F238E27FC236}">
                <a16:creationId xmlns:a16="http://schemas.microsoft.com/office/drawing/2014/main" id="{878B382A-062D-47E7-AB52-AE041F471AA4}"/>
              </a:ext>
            </a:extLst>
          </p:cNvPr>
          <p:cNvSpPr>
            <a:spLocks noGrp="1" noChangeArrowheads="1"/>
          </p:cNvSpPr>
          <p:nvPr>
            <p:ph type="sldNum" sz="quarter" idx="12"/>
          </p:nvPr>
        </p:nvSpPr>
        <p:spPr>
          <a:ln/>
        </p:spPr>
        <p:txBody>
          <a:bodyPr/>
          <a:lstStyle>
            <a:lvl1pPr>
              <a:defRPr/>
            </a:lvl1pPr>
          </a:lstStyle>
          <a:p>
            <a:pPr>
              <a:defRPr/>
            </a:pPr>
            <a:fld id="{867AF4B2-4858-477B-A824-59ABB035784D}" type="slidenum">
              <a:rPr lang="zh-CN" altLang="en-US"/>
              <a:pPr>
                <a:defRPr/>
              </a:pPr>
              <a:t>‹#›</a:t>
            </a:fld>
            <a:endParaRPr lang="en-US" altLang="zh-CN"/>
          </a:p>
        </p:txBody>
      </p:sp>
    </p:spTree>
    <p:extLst>
      <p:ext uri="{BB962C8B-B14F-4D97-AF65-F5344CB8AC3E}">
        <p14:creationId xmlns:p14="http://schemas.microsoft.com/office/powerpoint/2010/main" val="18838347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4">
            <a:extLst>
              <a:ext uri="{FF2B5EF4-FFF2-40B4-BE49-F238E27FC236}">
                <a16:creationId xmlns:a16="http://schemas.microsoft.com/office/drawing/2014/main" id="{FE7461F3-D671-4171-87A0-403514185A1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5">
            <a:extLst>
              <a:ext uri="{FF2B5EF4-FFF2-40B4-BE49-F238E27FC236}">
                <a16:creationId xmlns:a16="http://schemas.microsoft.com/office/drawing/2014/main" id="{5F7B962D-3934-4486-B2FC-B4D319C100F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6">
            <a:extLst>
              <a:ext uri="{FF2B5EF4-FFF2-40B4-BE49-F238E27FC236}">
                <a16:creationId xmlns:a16="http://schemas.microsoft.com/office/drawing/2014/main" id="{F6E67B77-6210-4747-B753-9380F3892BAE}"/>
              </a:ext>
            </a:extLst>
          </p:cNvPr>
          <p:cNvSpPr>
            <a:spLocks noGrp="1" noChangeArrowheads="1"/>
          </p:cNvSpPr>
          <p:nvPr>
            <p:ph type="sldNum" sz="quarter" idx="12"/>
          </p:nvPr>
        </p:nvSpPr>
        <p:spPr>
          <a:ln/>
        </p:spPr>
        <p:txBody>
          <a:bodyPr/>
          <a:lstStyle>
            <a:lvl1pPr>
              <a:defRPr/>
            </a:lvl1pPr>
          </a:lstStyle>
          <a:p>
            <a:pPr>
              <a:defRPr/>
            </a:pPr>
            <a:fld id="{D6514F27-0E29-4679-AAF4-849369B3D749}" type="slidenum">
              <a:rPr lang="zh-CN" altLang="en-US"/>
              <a:pPr>
                <a:defRPr/>
              </a:pPr>
              <a:t>‹#›</a:t>
            </a:fld>
            <a:endParaRPr lang="en-US" altLang="zh-CN"/>
          </a:p>
        </p:txBody>
      </p:sp>
    </p:spTree>
    <p:extLst>
      <p:ext uri="{BB962C8B-B14F-4D97-AF65-F5344CB8AC3E}">
        <p14:creationId xmlns:p14="http://schemas.microsoft.com/office/powerpoint/2010/main" val="326426007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58"/>
            </a:gs>
            <a:gs pos="100000">
              <a:schemeClr val="bg1"/>
            </a:gs>
          </a:gsLst>
          <a:lin ang="270000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7B7A2E1E-0A81-4B14-A3BA-39EA0DAA3B57}"/>
              </a:ext>
            </a:extLst>
          </p:cNvPr>
          <p:cNvGrpSpPr>
            <a:grpSpLocks/>
          </p:cNvGrpSpPr>
          <p:nvPr/>
        </p:nvGrpSpPr>
        <p:grpSpPr bwMode="auto">
          <a:xfrm>
            <a:off x="0" y="0"/>
            <a:ext cx="9144000" cy="6856413"/>
            <a:chOff x="0" y="0"/>
            <a:chExt cx="5760" cy="4319"/>
          </a:xfrm>
        </p:grpSpPr>
        <p:sp>
          <p:nvSpPr>
            <p:cNvPr id="27651" name="Freeform 3">
              <a:extLst>
                <a:ext uri="{FF2B5EF4-FFF2-40B4-BE49-F238E27FC236}">
                  <a16:creationId xmlns:a16="http://schemas.microsoft.com/office/drawing/2014/main" id="{387F5C3B-CE09-451F-8894-7A6AED181472}"/>
                </a:ext>
              </a:extLst>
            </p:cNvPr>
            <p:cNvSpPr>
              <a:spLocks/>
            </p:cNvSpPr>
            <p:nvPr/>
          </p:nvSpPr>
          <p:spPr bwMode="hidden">
            <a:xfrm>
              <a:off x="0" y="12"/>
              <a:ext cx="5758" cy="3273"/>
            </a:xfrm>
            <a:custGeom>
              <a:avLst/>
              <a:gdLst/>
              <a:ahLst/>
              <a:cxnLst>
                <a:cxn ang="0">
                  <a:pos x="3193" y="1816"/>
                </a:cxn>
                <a:cxn ang="0">
                  <a:pos x="0" y="0"/>
                </a:cxn>
                <a:cxn ang="0">
                  <a:pos x="0" y="522"/>
                </a:cxn>
                <a:cxn ang="0">
                  <a:pos x="3037" y="1978"/>
                </a:cxn>
                <a:cxn ang="0">
                  <a:pos x="5740" y="3273"/>
                </a:cxn>
                <a:cxn ang="0">
                  <a:pos x="5740" y="3267"/>
                </a:cxn>
                <a:cxn ang="0">
                  <a:pos x="3193" y="1816"/>
                </a:cxn>
                <a:cxn ang="0">
                  <a:pos x="3193" y="1816"/>
                </a:cxn>
              </a:cxnLst>
              <a:rect l="0" t="0"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chemeClr val="bg2">
                    <a:gamma/>
                    <a:shade val="63529"/>
                    <a:invGamma/>
                  </a:schemeClr>
                </a:gs>
                <a:gs pos="100000">
                  <a:schemeClr val="bg2"/>
                </a:gs>
              </a:gsLst>
              <a:lin ang="0" scaled="1"/>
            </a:gradFill>
            <a:ln w="9525">
              <a:noFill/>
              <a:round/>
              <a:headEnd/>
              <a:tailEnd/>
            </a:ln>
          </p:spPr>
          <p:txBody>
            <a:bodyPr/>
            <a:lstStyle/>
            <a:p>
              <a:pPr>
                <a:defRPr/>
              </a:pPr>
              <a:endParaRPr lang="zh-CN" altLang="en-US">
                <a:latin typeface="Arial" charset="0"/>
              </a:endParaRPr>
            </a:p>
          </p:txBody>
        </p:sp>
        <p:sp>
          <p:nvSpPr>
            <p:cNvPr id="27652" name="Freeform 4">
              <a:extLst>
                <a:ext uri="{FF2B5EF4-FFF2-40B4-BE49-F238E27FC236}">
                  <a16:creationId xmlns:a16="http://schemas.microsoft.com/office/drawing/2014/main" id="{B937CB71-B56D-4804-A883-24FA7A318BE5}"/>
                </a:ext>
              </a:extLst>
            </p:cNvPr>
            <p:cNvSpPr>
              <a:spLocks/>
            </p:cNvSpPr>
            <p:nvPr/>
          </p:nvSpPr>
          <p:spPr bwMode="hidden">
            <a:xfrm>
              <a:off x="149" y="0"/>
              <a:ext cx="5609" cy="3243"/>
            </a:xfrm>
            <a:custGeom>
              <a:avLst/>
              <a:gdLst/>
              <a:ahLst/>
              <a:cxnLst>
                <a:cxn ang="0">
                  <a:pos x="3163" y="1714"/>
                </a:cxn>
                <a:cxn ang="0">
                  <a:pos x="431" y="0"/>
                </a:cxn>
                <a:cxn ang="0">
                  <a:pos x="0" y="0"/>
                </a:cxn>
                <a:cxn ang="0">
                  <a:pos x="3086" y="1786"/>
                </a:cxn>
                <a:cxn ang="0">
                  <a:pos x="5591" y="3243"/>
                </a:cxn>
                <a:cxn ang="0">
                  <a:pos x="5591" y="3237"/>
                </a:cxn>
                <a:cxn ang="0">
                  <a:pos x="3163" y="1714"/>
                </a:cxn>
                <a:cxn ang="0">
                  <a:pos x="3163" y="1714"/>
                </a:cxn>
              </a:cxnLst>
              <a:rect l="0" t="0"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chemeClr val="bg1">
                    <a:gamma/>
                    <a:shade val="60784"/>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27653" name="Freeform 5">
              <a:extLst>
                <a:ext uri="{FF2B5EF4-FFF2-40B4-BE49-F238E27FC236}">
                  <a16:creationId xmlns:a16="http://schemas.microsoft.com/office/drawing/2014/main" id="{0935B2BB-2190-49E4-BCB8-694A33BA434E}"/>
                </a:ext>
              </a:extLst>
            </p:cNvPr>
            <p:cNvSpPr>
              <a:spLocks/>
            </p:cNvSpPr>
            <p:nvPr/>
          </p:nvSpPr>
          <p:spPr bwMode="hidden">
            <a:xfrm>
              <a:off x="0" y="3433"/>
              <a:ext cx="4038" cy="191"/>
            </a:xfrm>
            <a:custGeom>
              <a:avLst/>
              <a:gdLst/>
              <a:ahLst/>
              <a:cxnLst>
                <a:cxn ang="0">
                  <a:pos x="0" y="156"/>
                </a:cxn>
                <a:cxn ang="0">
                  <a:pos x="4042" y="192"/>
                </a:cxn>
                <a:cxn ang="0">
                  <a:pos x="4042" y="144"/>
                </a:cxn>
                <a:cxn ang="0">
                  <a:pos x="0" y="0"/>
                </a:cxn>
                <a:cxn ang="0">
                  <a:pos x="0" y="156"/>
                </a:cxn>
                <a:cxn ang="0">
                  <a:pos x="0" y="156"/>
                </a:cxn>
              </a:cxnLst>
              <a:rect l="0" t="0" r="r" b="b"/>
              <a:pathLst>
                <a:path w="4042" h="192">
                  <a:moveTo>
                    <a:pt x="0" y="156"/>
                  </a:moveTo>
                  <a:lnTo>
                    <a:pt x="4042" y="192"/>
                  </a:lnTo>
                  <a:lnTo>
                    <a:pt x="4042" y="144"/>
                  </a:lnTo>
                  <a:lnTo>
                    <a:pt x="0" y="0"/>
                  </a:lnTo>
                  <a:lnTo>
                    <a:pt x="0" y="156"/>
                  </a:lnTo>
                  <a:lnTo>
                    <a:pt x="0" y="156"/>
                  </a:lnTo>
                  <a:close/>
                </a:path>
              </a:pathLst>
            </a:custGeom>
            <a:gradFill rotWithShape="0">
              <a:gsLst>
                <a:gs pos="0">
                  <a:schemeClr val="bg2">
                    <a:gamma/>
                    <a:shade val="75686"/>
                    <a:invGamma/>
                  </a:schemeClr>
                </a:gs>
                <a:gs pos="100000">
                  <a:schemeClr val="bg2"/>
                </a:gs>
              </a:gsLst>
              <a:lin ang="0" scaled="1"/>
            </a:gradFill>
            <a:ln w="9525">
              <a:noFill/>
              <a:round/>
              <a:headEnd/>
              <a:tailEnd/>
            </a:ln>
          </p:spPr>
          <p:txBody>
            <a:bodyPr/>
            <a:lstStyle/>
            <a:p>
              <a:pPr>
                <a:defRPr/>
              </a:pPr>
              <a:endParaRPr lang="zh-CN" altLang="en-US">
                <a:latin typeface="Arial" charset="0"/>
              </a:endParaRPr>
            </a:p>
          </p:txBody>
        </p:sp>
        <p:sp>
          <p:nvSpPr>
            <p:cNvPr id="1035" name="Freeform 6">
              <a:extLst>
                <a:ext uri="{FF2B5EF4-FFF2-40B4-BE49-F238E27FC236}">
                  <a16:creationId xmlns:a16="http://schemas.microsoft.com/office/drawing/2014/main" id="{A7791590-9CCE-4183-9FB7-2551073DC957}"/>
                </a:ext>
              </a:extLst>
            </p:cNvPr>
            <p:cNvSpPr>
              <a:spLocks/>
            </p:cNvSpPr>
            <p:nvPr/>
          </p:nvSpPr>
          <p:spPr bwMode="hidden">
            <a:xfrm>
              <a:off x="4038" y="3577"/>
              <a:ext cx="1720" cy="65"/>
            </a:xfrm>
            <a:custGeom>
              <a:avLst/>
              <a:gdLst>
                <a:gd name="T0" fmla="*/ 1712 w 1722"/>
                <a:gd name="T1" fmla="*/ 61 h 66"/>
                <a:gd name="T2" fmla="*/ 1712 w 1722"/>
                <a:gd name="T3" fmla="*/ 55 h 66"/>
                <a:gd name="T4" fmla="*/ 0 w 1722"/>
                <a:gd name="T5" fmla="*/ 0 h 66"/>
                <a:gd name="T6" fmla="*/ 0 w 1722"/>
                <a:gd name="T7" fmla="*/ 43 h 66"/>
                <a:gd name="T8" fmla="*/ 1712 w 1722"/>
                <a:gd name="T9" fmla="*/ 61 h 66"/>
                <a:gd name="T10" fmla="*/ 1712 w 1722"/>
                <a:gd name="T11" fmla="*/ 61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55" name="Freeform 7">
              <a:extLst>
                <a:ext uri="{FF2B5EF4-FFF2-40B4-BE49-F238E27FC236}">
                  <a16:creationId xmlns:a16="http://schemas.microsoft.com/office/drawing/2014/main" id="{915F0634-DDB0-4F92-97B4-0076921DCFF8}"/>
                </a:ext>
              </a:extLst>
            </p:cNvPr>
            <p:cNvSpPr>
              <a:spLocks/>
            </p:cNvSpPr>
            <p:nvPr/>
          </p:nvSpPr>
          <p:spPr bwMode="hidden">
            <a:xfrm>
              <a:off x="0" y="3726"/>
              <a:ext cx="4784" cy="329"/>
            </a:xfrm>
            <a:custGeom>
              <a:avLst/>
              <a:gdLst/>
              <a:ahLst/>
              <a:cxnLst>
                <a:cxn ang="0">
                  <a:pos x="0" y="329"/>
                </a:cxn>
                <a:cxn ang="0">
                  <a:pos x="4789" y="77"/>
                </a:cxn>
                <a:cxn ang="0">
                  <a:pos x="4789" y="0"/>
                </a:cxn>
                <a:cxn ang="0">
                  <a:pos x="0" y="107"/>
                </a:cxn>
                <a:cxn ang="0">
                  <a:pos x="0" y="329"/>
                </a:cxn>
                <a:cxn ang="0">
                  <a:pos x="0" y="329"/>
                </a:cxn>
              </a:cxnLst>
              <a:rect l="0" t="0" r="r" b="b"/>
              <a:pathLst>
                <a:path w="4789" h="329">
                  <a:moveTo>
                    <a:pt x="0" y="329"/>
                  </a:moveTo>
                  <a:lnTo>
                    <a:pt x="4789" y="77"/>
                  </a:lnTo>
                  <a:lnTo>
                    <a:pt x="4789" y="0"/>
                  </a:lnTo>
                  <a:lnTo>
                    <a:pt x="0" y="107"/>
                  </a:lnTo>
                  <a:lnTo>
                    <a:pt x="0" y="329"/>
                  </a:lnTo>
                  <a:lnTo>
                    <a:pt x="0" y="329"/>
                  </a:lnTo>
                  <a:close/>
                </a:path>
              </a:pathLst>
            </a:custGeom>
            <a:gradFill rotWithShape="0">
              <a:gsLst>
                <a:gs pos="0">
                  <a:schemeClr val="bg1">
                    <a:gamma/>
                    <a:shade val="81961"/>
                    <a:invGamma/>
                  </a:schemeClr>
                </a:gs>
                <a:gs pos="100000">
                  <a:schemeClr val="bg1"/>
                </a:gs>
              </a:gsLst>
              <a:lin ang="0" scaled="1"/>
            </a:gradFill>
            <a:ln w="9525" cap="flat" cmpd="sng">
              <a:noFill/>
              <a:prstDash val="solid"/>
              <a:round/>
              <a:headEnd type="none" w="med" len="med"/>
              <a:tailEnd type="none" w="med" len="med"/>
            </a:ln>
            <a:effectLst/>
          </p:spPr>
          <p:txBody>
            <a:bodyPr/>
            <a:lstStyle/>
            <a:p>
              <a:pPr>
                <a:defRPr/>
              </a:pPr>
              <a:endParaRPr lang="zh-CN" altLang="en-US">
                <a:latin typeface="Arial" charset="0"/>
              </a:endParaRPr>
            </a:p>
          </p:txBody>
        </p:sp>
        <p:sp>
          <p:nvSpPr>
            <p:cNvPr id="1037" name="Freeform 8">
              <a:extLst>
                <a:ext uri="{FF2B5EF4-FFF2-40B4-BE49-F238E27FC236}">
                  <a16:creationId xmlns:a16="http://schemas.microsoft.com/office/drawing/2014/main" id="{6319BE9F-17C9-4E3E-8B5C-240B58561BCF}"/>
                </a:ext>
              </a:extLst>
            </p:cNvPr>
            <p:cNvSpPr>
              <a:spLocks/>
            </p:cNvSpPr>
            <p:nvPr/>
          </p:nvSpPr>
          <p:spPr bwMode="hidden">
            <a:xfrm>
              <a:off x="4784" y="3702"/>
              <a:ext cx="974" cy="101"/>
            </a:xfrm>
            <a:custGeom>
              <a:avLst/>
              <a:gdLst>
                <a:gd name="T0" fmla="*/ 970 w 975"/>
                <a:gd name="T1" fmla="*/ 48 h 101"/>
                <a:gd name="T2" fmla="*/ 970 w 975"/>
                <a:gd name="T3" fmla="*/ 0 h 101"/>
                <a:gd name="T4" fmla="*/ 0 w 975"/>
                <a:gd name="T5" fmla="*/ 24 h 101"/>
                <a:gd name="T6" fmla="*/ 0 w 975"/>
                <a:gd name="T7" fmla="*/ 101 h 101"/>
                <a:gd name="T8" fmla="*/ 970 w 975"/>
                <a:gd name="T9" fmla="*/ 48 h 101"/>
                <a:gd name="T10" fmla="*/ 970 w 975"/>
                <a:gd name="T11" fmla="*/ 48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75" h="101">
                  <a:moveTo>
                    <a:pt x="975" y="48"/>
                  </a:moveTo>
                  <a:lnTo>
                    <a:pt x="975" y="0"/>
                  </a:lnTo>
                  <a:lnTo>
                    <a:pt x="0" y="24"/>
                  </a:lnTo>
                  <a:lnTo>
                    <a:pt x="0" y="101"/>
                  </a:lnTo>
                  <a:lnTo>
                    <a:pt x="975"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8" name="Freeform 9">
              <a:extLst>
                <a:ext uri="{FF2B5EF4-FFF2-40B4-BE49-F238E27FC236}">
                  <a16:creationId xmlns:a16="http://schemas.microsoft.com/office/drawing/2014/main" id="{D3EB9959-A0F1-4551-BA18-C3C6E8677AED}"/>
                </a:ext>
              </a:extLst>
            </p:cNvPr>
            <p:cNvSpPr>
              <a:spLocks/>
            </p:cNvSpPr>
            <p:nvPr/>
          </p:nvSpPr>
          <p:spPr bwMode="hidden">
            <a:xfrm>
              <a:off x="3619" y="3815"/>
              <a:ext cx="2139" cy="198"/>
            </a:xfrm>
            <a:custGeom>
              <a:avLst/>
              <a:gdLst>
                <a:gd name="T0" fmla="*/ 2131 w 2141"/>
                <a:gd name="T1" fmla="*/ 0 h 198"/>
                <a:gd name="T2" fmla="*/ 0 w 2141"/>
                <a:gd name="T3" fmla="*/ 156 h 198"/>
                <a:gd name="T4" fmla="*/ 0 w 2141"/>
                <a:gd name="T5" fmla="*/ 198 h 198"/>
                <a:gd name="T6" fmla="*/ 2131 w 2141"/>
                <a:gd name="T7" fmla="*/ 0 h 198"/>
                <a:gd name="T8" fmla="*/ 2131 w 2141"/>
                <a:gd name="T9" fmla="*/ 0 h 1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41" h="198">
                  <a:moveTo>
                    <a:pt x="2141" y="0"/>
                  </a:moveTo>
                  <a:lnTo>
                    <a:pt x="0" y="156"/>
                  </a:lnTo>
                  <a:lnTo>
                    <a:pt x="0" y="198"/>
                  </a:lnTo>
                  <a:lnTo>
                    <a:pt x="214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58" name="Freeform 10">
              <a:extLst>
                <a:ext uri="{FF2B5EF4-FFF2-40B4-BE49-F238E27FC236}">
                  <a16:creationId xmlns:a16="http://schemas.microsoft.com/office/drawing/2014/main" id="{D1F1F075-1BCA-46BF-9EAB-102CC1B3E706}"/>
                </a:ext>
              </a:extLst>
            </p:cNvPr>
            <p:cNvSpPr>
              <a:spLocks/>
            </p:cNvSpPr>
            <p:nvPr/>
          </p:nvSpPr>
          <p:spPr bwMode="hidden">
            <a:xfrm>
              <a:off x="0" y="3971"/>
              <a:ext cx="3619" cy="348"/>
            </a:xfrm>
            <a:custGeom>
              <a:avLst/>
              <a:gdLst/>
              <a:ahLst/>
              <a:cxnLst>
                <a:cxn ang="0">
                  <a:pos x="0" y="348"/>
                </a:cxn>
                <a:cxn ang="0">
                  <a:pos x="311" y="348"/>
                </a:cxn>
                <a:cxn ang="0">
                  <a:pos x="3623" y="42"/>
                </a:cxn>
                <a:cxn ang="0">
                  <a:pos x="3623" y="0"/>
                </a:cxn>
                <a:cxn ang="0">
                  <a:pos x="0" y="264"/>
                </a:cxn>
                <a:cxn ang="0">
                  <a:pos x="0" y="348"/>
                </a:cxn>
                <a:cxn ang="0">
                  <a:pos x="0" y="348"/>
                </a:cxn>
              </a:cxnLst>
              <a:rect l="0" t="0"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chemeClr val="bg1">
                    <a:gamma/>
                    <a:shade val="72549"/>
                    <a:invGamma/>
                  </a:schemeClr>
                </a:gs>
                <a:gs pos="100000">
                  <a:schemeClr val="bg1"/>
                </a:gs>
              </a:gsLst>
              <a:lin ang="0" scaled="1"/>
            </a:gradFill>
            <a:ln w="9525">
              <a:noFill/>
              <a:round/>
              <a:headEnd/>
              <a:tailEnd/>
            </a:ln>
          </p:spPr>
          <p:txBody>
            <a:bodyPr/>
            <a:lstStyle/>
            <a:p>
              <a:pPr>
                <a:defRPr/>
              </a:pPr>
              <a:endParaRPr lang="zh-CN" altLang="en-US">
                <a:latin typeface="Arial" charset="0"/>
              </a:endParaRPr>
            </a:p>
          </p:txBody>
        </p:sp>
        <p:sp>
          <p:nvSpPr>
            <p:cNvPr id="1040" name="Freeform 11">
              <a:extLst>
                <a:ext uri="{FF2B5EF4-FFF2-40B4-BE49-F238E27FC236}">
                  <a16:creationId xmlns:a16="http://schemas.microsoft.com/office/drawing/2014/main" id="{9791ADD3-088B-4923-AE9B-6B0BE0234855}"/>
                </a:ext>
              </a:extLst>
            </p:cNvPr>
            <p:cNvSpPr>
              <a:spLocks/>
            </p:cNvSpPr>
            <p:nvPr/>
          </p:nvSpPr>
          <p:spPr bwMode="hidden">
            <a:xfrm>
              <a:off x="2097" y="4043"/>
              <a:ext cx="2514" cy="276"/>
            </a:xfrm>
            <a:custGeom>
              <a:avLst/>
              <a:gdLst>
                <a:gd name="T0" fmla="*/ 2167 w 2517"/>
                <a:gd name="T1" fmla="*/ 276 h 276"/>
                <a:gd name="T2" fmla="*/ 2502 w 2517"/>
                <a:gd name="T3" fmla="*/ 204 h 276"/>
                <a:gd name="T4" fmla="*/ 2245 w 2517"/>
                <a:gd name="T5" fmla="*/ 0 h 276"/>
                <a:gd name="T6" fmla="*/ 0 w 2517"/>
                <a:gd name="T7" fmla="*/ 276 h 276"/>
                <a:gd name="T8" fmla="*/ 2167 w 2517"/>
                <a:gd name="T9" fmla="*/ 276 h 276"/>
                <a:gd name="T10" fmla="*/ 2167 w 2517"/>
                <a:gd name="T11" fmla="*/ 276 h 27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17" h="276">
                  <a:moveTo>
                    <a:pt x="2182" y="276"/>
                  </a:moveTo>
                  <a:lnTo>
                    <a:pt x="2517" y="204"/>
                  </a:lnTo>
                  <a:lnTo>
                    <a:pt x="2260" y="0"/>
                  </a:lnTo>
                  <a:lnTo>
                    <a:pt x="0" y="276"/>
                  </a:lnTo>
                  <a:lnTo>
                    <a:pt x="2182" y="2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60" name="Freeform 12">
              <a:extLst>
                <a:ext uri="{FF2B5EF4-FFF2-40B4-BE49-F238E27FC236}">
                  <a16:creationId xmlns:a16="http://schemas.microsoft.com/office/drawing/2014/main" id="{F3798C41-367C-494F-A2DF-F91E1070493D}"/>
                </a:ext>
              </a:extLst>
            </p:cNvPr>
            <p:cNvSpPr>
              <a:spLocks/>
            </p:cNvSpPr>
            <p:nvPr/>
          </p:nvSpPr>
          <p:spPr bwMode="hidden">
            <a:xfrm>
              <a:off x="4354" y="3869"/>
              <a:ext cx="1404" cy="378"/>
            </a:xfrm>
            <a:custGeom>
              <a:avLst/>
              <a:gdLst/>
              <a:ahLst/>
              <a:cxnLst>
                <a:cxn ang="0">
                  <a:pos x="1405" y="126"/>
                </a:cxn>
                <a:cxn ang="0">
                  <a:pos x="1405" y="0"/>
                </a:cxn>
                <a:cxn ang="0">
                  <a:pos x="0" y="174"/>
                </a:cxn>
                <a:cxn ang="0">
                  <a:pos x="257" y="378"/>
                </a:cxn>
                <a:cxn ang="0">
                  <a:pos x="1405" y="126"/>
                </a:cxn>
                <a:cxn ang="0">
                  <a:pos x="1405" y="126"/>
                </a:cxn>
              </a:cxnLst>
              <a:rect l="0" t="0" r="r" b="b"/>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chemeClr val="bg1">
                    <a:gamma/>
                    <a:tint val="96863"/>
                    <a:invGamma/>
                  </a:schemeClr>
                </a:gs>
              </a:gsLst>
              <a:lin ang="0" scaled="1"/>
            </a:gradFill>
            <a:ln w="9525">
              <a:noFill/>
              <a:round/>
              <a:headEnd/>
              <a:tailEnd/>
            </a:ln>
          </p:spPr>
          <p:txBody>
            <a:bodyPr/>
            <a:lstStyle/>
            <a:p>
              <a:pPr>
                <a:defRPr/>
              </a:pPr>
              <a:endParaRPr lang="zh-CN" altLang="en-US">
                <a:latin typeface="Arial" charset="0"/>
              </a:endParaRPr>
            </a:p>
          </p:txBody>
        </p:sp>
        <p:sp>
          <p:nvSpPr>
            <p:cNvPr id="1042" name="Freeform 13">
              <a:extLst>
                <a:ext uri="{FF2B5EF4-FFF2-40B4-BE49-F238E27FC236}">
                  <a16:creationId xmlns:a16="http://schemas.microsoft.com/office/drawing/2014/main" id="{C177E737-4BAB-4277-BFC6-753D4B7CDA8A}"/>
                </a:ext>
              </a:extLst>
            </p:cNvPr>
            <p:cNvSpPr>
              <a:spLocks/>
            </p:cNvSpPr>
            <p:nvPr/>
          </p:nvSpPr>
          <p:spPr bwMode="hidden">
            <a:xfrm>
              <a:off x="5030" y="3151"/>
              <a:ext cx="728" cy="240"/>
            </a:xfrm>
            <a:custGeom>
              <a:avLst/>
              <a:gdLst>
                <a:gd name="T0" fmla="*/ 724 w 729"/>
                <a:gd name="T1" fmla="*/ 240 h 240"/>
                <a:gd name="T2" fmla="*/ 0 w 729"/>
                <a:gd name="T3" fmla="*/ 0 h 240"/>
                <a:gd name="T4" fmla="*/ 0 w 729"/>
                <a:gd name="T5" fmla="*/ 6 h 240"/>
                <a:gd name="T6" fmla="*/ 724 w 729"/>
                <a:gd name="T7" fmla="*/ 240 h 240"/>
                <a:gd name="T8" fmla="*/ 724 w 729"/>
                <a:gd name="T9" fmla="*/ 240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9" h="240">
                  <a:moveTo>
                    <a:pt x="729" y="240"/>
                  </a:moveTo>
                  <a:lnTo>
                    <a:pt x="0" y="0"/>
                  </a:lnTo>
                  <a:lnTo>
                    <a:pt x="0" y="6"/>
                  </a:lnTo>
                  <a:lnTo>
                    <a:pt x="729" y="24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62" name="Freeform 14">
              <a:extLst>
                <a:ext uri="{FF2B5EF4-FFF2-40B4-BE49-F238E27FC236}">
                  <a16:creationId xmlns:a16="http://schemas.microsoft.com/office/drawing/2014/main" id="{888DEB69-77E9-4601-A5AB-C0F070E2BD1B}"/>
                </a:ext>
              </a:extLst>
            </p:cNvPr>
            <p:cNvSpPr>
              <a:spLocks/>
            </p:cNvSpPr>
            <p:nvPr/>
          </p:nvSpPr>
          <p:spPr bwMode="hidden">
            <a:xfrm>
              <a:off x="0" y="1486"/>
              <a:ext cx="5030" cy="1671"/>
            </a:xfrm>
            <a:custGeom>
              <a:avLst/>
              <a:gdLst/>
              <a:ahLst/>
              <a:cxnLst>
                <a:cxn ang="0">
                  <a:pos x="0" y="72"/>
                </a:cxn>
                <a:cxn ang="0">
                  <a:pos x="5035" y="1672"/>
                </a:cxn>
                <a:cxn ang="0">
                  <a:pos x="5035" y="1666"/>
                </a:cxn>
                <a:cxn ang="0">
                  <a:pos x="0" y="0"/>
                </a:cxn>
                <a:cxn ang="0">
                  <a:pos x="0" y="72"/>
                </a:cxn>
                <a:cxn ang="0">
                  <a:pos x="0" y="72"/>
                </a:cxn>
              </a:cxnLst>
              <a:rect l="0" t="0" r="r" b="b"/>
              <a:pathLst>
                <a:path w="5035" h="1672">
                  <a:moveTo>
                    <a:pt x="0" y="72"/>
                  </a:moveTo>
                  <a:lnTo>
                    <a:pt x="5035" y="1672"/>
                  </a:lnTo>
                  <a:lnTo>
                    <a:pt x="5035" y="1666"/>
                  </a:lnTo>
                  <a:lnTo>
                    <a:pt x="0" y="0"/>
                  </a:lnTo>
                  <a:lnTo>
                    <a:pt x="0" y="72"/>
                  </a:lnTo>
                  <a:lnTo>
                    <a:pt x="0" y="72"/>
                  </a:lnTo>
                  <a:close/>
                </a:path>
              </a:pathLst>
            </a:custGeom>
            <a:gradFill rotWithShape="0">
              <a:gsLst>
                <a:gs pos="0">
                  <a:schemeClr val="bg1">
                    <a:gamma/>
                    <a:shade val="54510"/>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1044" name="Freeform 15">
              <a:extLst>
                <a:ext uri="{FF2B5EF4-FFF2-40B4-BE49-F238E27FC236}">
                  <a16:creationId xmlns:a16="http://schemas.microsoft.com/office/drawing/2014/main" id="{97084CC0-D914-4289-AEB9-2580CE3ABDF2}"/>
                </a:ext>
              </a:extLst>
            </p:cNvPr>
            <p:cNvSpPr>
              <a:spLocks/>
            </p:cNvSpPr>
            <p:nvPr/>
          </p:nvSpPr>
          <p:spPr bwMode="hidden">
            <a:xfrm>
              <a:off x="5030" y="3049"/>
              <a:ext cx="728" cy="318"/>
            </a:xfrm>
            <a:custGeom>
              <a:avLst/>
              <a:gdLst>
                <a:gd name="T0" fmla="*/ 724 w 729"/>
                <a:gd name="T1" fmla="*/ 318 h 318"/>
                <a:gd name="T2" fmla="*/ 724 w 729"/>
                <a:gd name="T3" fmla="*/ 312 h 318"/>
                <a:gd name="T4" fmla="*/ 0 w 729"/>
                <a:gd name="T5" fmla="*/ 0 h 318"/>
                <a:gd name="T6" fmla="*/ 0 w 729"/>
                <a:gd name="T7" fmla="*/ 54 h 318"/>
                <a:gd name="T8" fmla="*/ 724 w 729"/>
                <a:gd name="T9" fmla="*/ 318 h 318"/>
                <a:gd name="T10" fmla="*/ 724 w 729"/>
                <a:gd name="T11" fmla="*/ 318 h 3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64" name="Freeform 16">
              <a:extLst>
                <a:ext uri="{FF2B5EF4-FFF2-40B4-BE49-F238E27FC236}">
                  <a16:creationId xmlns:a16="http://schemas.microsoft.com/office/drawing/2014/main" id="{6A42704F-7BD6-4FA1-8C3E-2D335D2349B9}"/>
                </a:ext>
              </a:extLst>
            </p:cNvPr>
            <p:cNvSpPr>
              <a:spLocks/>
            </p:cNvSpPr>
            <p:nvPr/>
          </p:nvSpPr>
          <p:spPr bwMode="hidden">
            <a:xfrm>
              <a:off x="0" y="916"/>
              <a:ext cx="5030" cy="2187"/>
            </a:xfrm>
            <a:custGeom>
              <a:avLst/>
              <a:gdLst/>
              <a:ahLst/>
              <a:cxnLst>
                <a:cxn ang="0">
                  <a:pos x="0" y="396"/>
                </a:cxn>
                <a:cxn ang="0">
                  <a:pos x="5035" y="2188"/>
                </a:cxn>
                <a:cxn ang="0">
                  <a:pos x="5035" y="2134"/>
                </a:cxn>
                <a:cxn ang="0">
                  <a:pos x="0" y="0"/>
                </a:cxn>
                <a:cxn ang="0">
                  <a:pos x="0" y="396"/>
                </a:cxn>
                <a:cxn ang="0">
                  <a:pos x="0" y="396"/>
                </a:cxn>
              </a:cxnLst>
              <a:rect l="0" t="0" r="r" b="b"/>
              <a:pathLst>
                <a:path w="5035" h="2188">
                  <a:moveTo>
                    <a:pt x="0" y="396"/>
                  </a:moveTo>
                  <a:lnTo>
                    <a:pt x="5035" y="2188"/>
                  </a:lnTo>
                  <a:lnTo>
                    <a:pt x="5035" y="2134"/>
                  </a:lnTo>
                  <a:lnTo>
                    <a:pt x="0" y="0"/>
                  </a:lnTo>
                  <a:lnTo>
                    <a:pt x="0" y="396"/>
                  </a:lnTo>
                  <a:lnTo>
                    <a:pt x="0" y="396"/>
                  </a:lnTo>
                  <a:close/>
                </a:path>
              </a:pathLst>
            </a:custGeom>
            <a:gradFill rotWithShape="0">
              <a:gsLst>
                <a:gs pos="0">
                  <a:schemeClr val="bg2">
                    <a:gamma/>
                    <a:shade val="66667"/>
                    <a:invGamma/>
                  </a:schemeClr>
                </a:gs>
                <a:gs pos="100000">
                  <a:schemeClr val="bg2"/>
                </a:gs>
              </a:gsLst>
              <a:lin ang="0" scaled="1"/>
            </a:gradFill>
            <a:ln w="9525">
              <a:noFill/>
              <a:round/>
              <a:headEnd/>
              <a:tailEnd/>
            </a:ln>
          </p:spPr>
          <p:txBody>
            <a:bodyPr/>
            <a:lstStyle/>
            <a:p>
              <a:pPr>
                <a:defRPr/>
              </a:pPr>
              <a:endParaRPr lang="zh-CN" altLang="en-US">
                <a:latin typeface="Arial" charset="0"/>
              </a:endParaRPr>
            </a:p>
          </p:txBody>
        </p:sp>
        <p:sp>
          <p:nvSpPr>
            <p:cNvPr id="27665" name="Freeform 17">
              <a:extLst>
                <a:ext uri="{FF2B5EF4-FFF2-40B4-BE49-F238E27FC236}">
                  <a16:creationId xmlns:a16="http://schemas.microsoft.com/office/drawing/2014/main" id="{0658F78A-2481-42B3-8334-0C7ED3D029D3}"/>
                </a:ext>
              </a:extLst>
            </p:cNvPr>
            <p:cNvSpPr>
              <a:spLocks/>
            </p:cNvSpPr>
            <p:nvPr/>
          </p:nvSpPr>
          <p:spPr bwMode="hidden">
            <a:xfrm>
              <a:off x="2294" y="0"/>
              <a:ext cx="3159" cy="2725"/>
            </a:xfrm>
            <a:custGeom>
              <a:avLst/>
              <a:gdLst/>
              <a:ahLst/>
              <a:cxnLst>
                <a:cxn ang="0">
                  <a:pos x="0" y="0"/>
                </a:cxn>
                <a:cxn ang="0">
                  <a:pos x="3145" y="2727"/>
                </a:cxn>
                <a:cxn ang="0">
                  <a:pos x="3163" y="2704"/>
                </a:cxn>
                <a:cxn ang="0">
                  <a:pos x="102" y="0"/>
                </a:cxn>
                <a:cxn ang="0">
                  <a:pos x="0" y="0"/>
                </a:cxn>
                <a:cxn ang="0">
                  <a:pos x="0" y="0"/>
                </a:cxn>
              </a:cxnLst>
              <a:rect l="0" t="0" r="r" b="b"/>
              <a:pathLst>
                <a:path w="3163" h="2727">
                  <a:moveTo>
                    <a:pt x="0" y="0"/>
                  </a:moveTo>
                  <a:lnTo>
                    <a:pt x="3145" y="2727"/>
                  </a:lnTo>
                  <a:lnTo>
                    <a:pt x="3163" y="2704"/>
                  </a:lnTo>
                  <a:lnTo>
                    <a:pt x="102" y="0"/>
                  </a:lnTo>
                  <a:lnTo>
                    <a:pt x="0" y="0"/>
                  </a:lnTo>
                  <a:lnTo>
                    <a:pt x="0" y="0"/>
                  </a:lnTo>
                  <a:close/>
                </a:path>
              </a:pathLst>
            </a:custGeom>
            <a:gradFill rotWithShape="0">
              <a:gsLst>
                <a:gs pos="0">
                  <a:schemeClr val="bg1">
                    <a:gamma/>
                    <a:shade val="69804"/>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27666" name="Freeform 18">
              <a:extLst>
                <a:ext uri="{FF2B5EF4-FFF2-40B4-BE49-F238E27FC236}">
                  <a16:creationId xmlns:a16="http://schemas.microsoft.com/office/drawing/2014/main" id="{BC5EEE3F-C04C-472B-BDAD-204733F6B563}"/>
                </a:ext>
              </a:extLst>
            </p:cNvPr>
            <p:cNvSpPr>
              <a:spLocks/>
            </p:cNvSpPr>
            <p:nvPr/>
          </p:nvSpPr>
          <p:spPr bwMode="hidden">
            <a:xfrm>
              <a:off x="5435" y="2702"/>
              <a:ext cx="323" cy="299"/>
            </a:xfrm>
            <a:custGeom>
              <a:avLst/>
              <a:gdLst/>
              <a:ahLst/>
              <a:cxnLst>
                <a:cxn ang="0">
                  <a:pos x="323" y="299"/>
                </a:cxn>
                <a:cxn ang="0">
                  <a:pos x="323" y="263"/>
                </a:cxn>
                <a:cxn ang="0">
                  <a:pos x="18" y="0"/>
                </a:cxn>
                <a:cxn ang="0">
                  <a:pos x="0" y="23"/>
                </a:cxn>
                <a:cxn ang="0">
                  <a:pos x="323" y="299"/>
                </a:cxn>
                <a:cxn ang="0">
                  <a:pos x="323" y="299"/>
                </a:cxn>
              </a:cxnLst>
              <a:rect l="0" t="0" r="r" b="b"/>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chemeClr val="bg1">
                    <a:gamma/>
                    <a:tint val="94118"/>
                    <a:invGamma/>
                  </a:schemeClr>
                </a:gs>
              </a:gsLst>
              <a:lin ang="2700000" scaled="1"/>
            </a:gradFill>
            <a:ln w="9525">
              <a:noFill/>
              <a:round/>
              <a:headEnd/>
              <a:tailEnd/>
            </a:ln>
          </p:spPr>
          <p:txBody>
            <a:bodyPr/>
            <a:lstStyle/>
            <a:p>
              <a:pPr>
                <a:defRPr/>
              </a:pPr>
              <a:endParaRPr lang="zh-CN" altLang="en-US">
                <a:latin typeface="Arial" charset="0"/>
              </a:endParaRPr>
            </a:p>
          </p:txBody>
        </p:sp>
        <p:sp>
          <p:nvSpPr>
            <p:cNvPr id="1048" name="Freeform 19">
              <a:extLst>
                <a:ext uri="{FF2B5EF4-FFF2-40B4-BE49-F238E27FC236}">
                  <a16:creationId xmlns:a16="http://schemas.microsoft.com/office/drawing/2014/main" id="{2067D49D-7540-4629-8A9E-843295AF0A32}"/>
                </a:ext>
              </a:extLst>
            </p:cNvPr>
            <p:cNvSpPr>
              <a:spLocks/>
            </p:cNvSpPr>
            <p:nvPr/>
          </p:nvSpPr>
          <p:spPr bwMode="hidden">
            <a:xfrm>
              <a:off x="5477" y="2588"/>
              <a:ext cx="281" cy="335"/>
            </a:xfrm>
            <a:custGeom>
              <a:avLst/>
              <a:gdLst>
                <a:gd name="T0" fmla="*/ 281 w 281"/>
                <a:gd name="T1" fmla="*/ 335 h 335"/>
                <a:gd name="T2" fmla="*/ 281 w 281"/>
                <a:gd name="T3" fmla="*/ 173 h 335"/>
                <a:gd name="T4" fmla="*/ 96 w 281"/>
                <a:gd name="T5" fmla="*/ 0 h 335"/>
                <a:gd name="T6" fmla="*/ 0 w 281"/>
                <a:gd name="T7" fmla="*/ 90 h 335"/>
                <a:gd name="T8" fmla="*/ 281 w 281"/>
                <a:gd name="T9" fmla="*/ 335 h 335"/>
                <a:gd name="T10" fmla="*/ 281 w 281"/>
                <a:gd name="T11" fmla="*/ 335 h 33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1" h="335">
                  <a:moveTo>
                    <a:pt x="281" y="335"/>
                  </a:moveTo>
                  <a:lnTo>
                    <a:pt x="281" y="173"/>
                  </a:lnTo>
                  <a:lnTo>
                    <a:pt x="96" y="0"/>
                  </a:lnTo>
                  <a:lnTo>
                    <a:pt x="0" y="90"/>
                  </a:lnTo>
                  <a:lnTo>
                    <a:pt x="281" y="33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68" name="Freeform 20">
              <a:extLst>
                <a:ext uri="{FF2B5EF4-FFF2-40B4-BE49-F238E27FC236}">
                  <a16:creationId xmlns:a16="http://schemas.microsoft.com/office/drawing/2014/main" id="{B0526E92-8A71-4C2D-A898-452DD5133048}"/>
                </a:ext>
              </a:extLst>
            </p:cNvPr>
            <p:cNvSpPr>
              <a:spLocks/>
            </p:cNvSpPr>
            <p:nvPr/>
          </p:nvSpPr>
          <p:spPr bwMode="hidden">
            <a:xfrm>
              <a:off x="2454" y="0"/>
              <a:ext cx="3119" cy="2678"/>
            </a:xfrm>
            <a:custGeom>
              <a:avLst/>
              <a:gdLst/>
              <a:ahLst/>
              <a:cxnLst>
                <a:cxn ang="0">
                  <a:pos x="0" y="0"/>
                </a:cxn>
                <a:cxn ang="0">
                  <a:pos x="3026" y="2680"/>
                </a:cxn>
                <a:cxn ang="0">
                  <a:pos x="3122" y="2590"/>
                </a:cxn>
                <a:cxn ang="0">
                  <a:pos x="383" y="0"/>
                </a:cxn>
                <a:cxn ang="0">
                  <a:pos x="0" y="0"/>
                </a:cxn>
                <a:cxn ang="0">
                  <a:pos x="0" y="0"/>
                </a:cxn>
              </a:cxnLst>
              <a:rect l="0" t="0" r="r" b="b"/>
              <a:pathLst>
                <a:path w="3122" h="2680">
                  <a:moveTo>
                    <a:pt x="0" y="0"/>
                  </a:moveTo>
                  <a:lnTo>
                    <a:pt x="3026" y="2680"/>
                  </a:lnTo>
                  <a:lnTo>
                    <a:pt x="3122" y="2590"/>
                  </a:lnTo>
                  <a:lnTo>
                    <a:pt x="383" y="0"/>
                  </a:lnTo>
                  <a:lnTo>
                    <a:pt x="0" y="0"/>
                  </a:lnTo>
                  <a:lnTo>
                    <a:pt x="0" y="0"/>
                  </a:lnTo>
                  <a:close/>
                </a:path>
              </a:pathLst>
            </a:custGeom>
            <a:gradFill rotWithShape="0">
              <a:gsLst>
                <a:gs pos="0">
                  <a:schemeClr val="bg1">
                    <a:gamma/>
                    <a:shade val="46275"/>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1050" name="Freeform 21">
              <a:extLst>
                <a:ext uri="{FF2B5EF4-FFF2-40B4-BE49-F238E27FC236}">
                  <a16:creationId xmlns:a16="http://schemas.microsoft.com/office/drawing/2014/main" id="{D3124091-F164-474D-9087-89A419755A0E}"/>
                </a:ext>
              </a:extLst>
            </p:cNvPr>
            <p:cNvSpPr>
              <a:spLocks/>
            </p:cNvSpPr>
            <p:nvPr/>
          </p:nvSpPr>
          <p:spPr bwMode="hidden">
            <a:xfrm>
              <a:off x="5626" y="2534"/>
              <a:ext cx="132" cy="132"/>
            </a:xfrm>
            <a:custGeom>
              <a:avLst/>
              <a:gdLst>
                <a:gd name="T0" fmla="*/ 132 w 132"/>
                <a:gd name="T1" fmla="*/ 132 h 132"/>
                <a:gd name="T2" fmla="*/ 0 w 132"/>
                <a:gd name="T3" fmla="*/ 0 h 132"/>
                <a:gd name="T4" fmla="*/ 0 w 132"/>
                <a:gd name="T5" fmla="*/ 0 h 132"/>
                <a:gd name="T6" fmla="*/ 132 w 132"/>
                <a:gd name="T7" fmla="*/ 132 h 132"/>
                <a:gd name="T8" fmla="*/ 132 w 132"/>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2">
                  <a:moveTo>
                    <a:pt x="132" y="132"/>
                  </a:moveTo>
                  <a:lnTo>
                    <a:pt x="0" y="0"/>
                  </a:lnTo>
                  <a:lnTo>
                    <a:pt x="132" y="132"/>
                  </a:lnTo>
                  <a:close/>
                </a:path>
              </a:pathLst>
            </a:custGeom>
            <a:solidFill>
              <a:srgbClr val="FF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70" name="Freeform 22">
              <a:extLst>
                <a:ext uri="{FF2B5EF4-FFF2-40B4-BE49-F238E27FC236}">
                  <a16:creationId xmlns:a16="http://schemas.microsoft.com/office/drawing/2014/main" id="{62C34832-C377-4CB2-A61F-DD95336B3033}"/>
                </a:ext>
              </a:extLst>
            </p:cNvPr>
            <p:cNvSpPr>
              <a:spLocks/>
            </p:cNvSpPr>
            <p:nvPr/>
          </p:nvSpPr>
          <p:spPr bwMode="hidden">
            <a:xfrm>
              <a:off x="3112" y="0"/>
              <a:ext cx="2514" cy="2534"/>
            </a:xfrm>
            <a:custGeom>
              <a:avLst/>
              <a:gdLst/>
              <a:ahLst/>
              <a:cxnLst>
                <a:cxn ang="0">
                  <a:pos x="0" y="0"/>
                </a:cxn>
                <a:cxn ang="0">
                  <a:pos x="2517" y="2536"/>
                </a:cxn>
                <a:cxn ang="0">
                  <a:pos x="2517" y="2536"/>
                </a:cxn>
                <a:cxn ang="0">
                  <a:pos x="66" y="0"/>
                </a:cxn>
                <a:cxn ang="0">
                  <a:pos x="0" y="0"/>
                </a:cxn>
                <a:cxn ang="0">
                  <a:pos x="0" y="0"/>
                </a:cxn>
              </a:cxnLst>
              <a:rect l="0" t="0" r="r" b="b"/>
              <a:pathLst>
                <a:path w="2517" h="2536">
                  <a:moveTo>
                    <a:pt x="0" y="0"/>
                  </a:moveTo>
                  <a:lnTo>
                    <a:pt x="2517" y="2536"/>
                  </a:lnTo>
                  <a:lnTo>
                    <a:pt x="2517" y="2536"/>
                  </a:lnTo>
                  <a:lnTo>
                    <a:pt x="66" y="0"/>
                  </a:lnTo>
                  <a:lnTo>
                    <a:pt x="0" y="0"/>
                  </a:lnTo>
                  <a:lnTo>
                    <a:pt x="0" y="0"/>
                  </a:lnTo>
                  <a:close/>
                </a:path>
              </a:pathLst>
            </a:custGeom>
            <a:gradFill rotWithShape="0">
              <a:gsLst>
                <a:gs pos="0">
                  <a:schemeClr val="bg1">
                    <a:gamma/>
                    <a:shade val="51373"/>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27671" name="Freeform 23">
              <a:extLst>
                <a:ext uri="{FF2B5EF4-FFF2-40B4-BE49-F238E27FC236}">
                  <a16:creationId xmlns:a16="http://schemas.microsoft.com/office/drawing/2014/main" id="{5B73ED39-21F3-47EA-AD1E-5CD48C43E3CD}"/>
                </a:ext>
              </a:extLst>
            </p:cNvPr>
            <p:cNvSpPr>
              <a:spLocks/>
            </p:cNvSpPr>
            <p:nvPr/>
          </p:nvSpPr>
          <p:spPr bwMode="hidden">
            <a:xfrm>
              <a:off x="3488" y="0"/>
              <a:ext cx="2198" cy="2480"/>
            </a:xfrm>
            <a:custGeom>
              <a:avLst/>
              <a:gdLst/>
              <a:ahLst/>
              <a:cxnLst>
                <a:cxn ang="0">
                  <a:pos x="0" y="0"/>
                </a:cxn>
                <a:cxn ang="0">
                  <a:pos x="2188" y="2482"/>
                </a:cxn>
                <a:cxn ang="0">
                  <a:pos x="2200" y="2476"/>
                </a:cxn>
                <a:cxn ang="0">
                  <a:pos x="317" y="0"/>
                </a:cxn>
                <a:cxn ang="0">
                  <a:pos x="0" y="0"/>
                </a:cxn>
                <a:cxn ang="0">
                  <a:pos x="0" y="0"/>
                </a:cxn>
              </a:cxnLst>
              <a:rect l="0" t="0" r="r" b="b"/>
              <a:pathLst>
                <a:path w="2200" h="2482">
                  <a:moveTo>
                    <a:pt x="0" y="0"/>
                  </a:moveTo>
                  <a:lnTo>
                    <a:pt x="2188" y="2482"/>
                  </a:lnTo>
                  <a:lnTo>
                    <a:pt x="2200" y="2476"/>
                  </a:lnTo>
                  <a:lnTo>
                    <a:pt x="317" y="0"/>
                  </a:lnTo>
                  <a:lnTo>
                    <a:pt x="0" y="0"/>
                  </a:lnTo>
                  <a:lnTo>
                    <a:pt x="0" y="0"/>
                  </a:lnTo>
                  <a:close/>
                </a:path>
              </a:pathLst>
            </a:custGeom>
            <a:gradFill rotWithShape="0">
              <a:gsLst>
                <a:gs pos="0">
                  <a:schemeClr val="bg2">
                    <a:gamma/>
                    <a:shade val="78824"/>
                    <a:invGamma/>
                  </a:schemeClr>
                </a:gs>
                <a:gs pos="100000">
                  <a:schemeClr val="bg2"/>
                </a:gs>
              </a:gsLst>
              <a:lin ang="5400000" scaled="1"/>
            </a:gradFill>
            <a:ln w="9525" cap="flat" cmpd="sng">
              <a:noFill/>
              <a:prstDash val="solid"/>
              <a:round/>
              <a:headEnd type="none" w="med" len="med"/>
              <a:tailEnd type="none" w="med" len="med"/>
            </a:ln>
            <a:effectLst/>
          </p:spPr>
          <p:txBody>
            <a:bodyPr/>
            <a:lstStyle/>
            <a:p>
              <a:pPr>
                <a:defRPr/>
              </a:pPr>
              <a:endParaRPr lang="zh-CN" altLang="en-US">
                <a:latin typeface="Arial" charset="0"/>
              </a:endParaRPr>
            </a:p>
          </p:txBody>
        </p:sp>
        <p:sp>
          <p:nvSpPr>
            <p:cNvPr id="27672" name="Freeform 24">
              <a:extLst>
                <a:ext uri="{FF2B5EF4-FFF2-40B4-BE49-F238E27FC236}">
                  <a16:creationId xmlns:a16="http://schemas.microsoft.com/office/drawing/2014/main" id="{61052B2D-60E2-45E3-B9BF-217765C281E3}"/>
                </a:ext>
              </a:extLst>
            </p:cNvPr>
            <p:cNvSpPr>
              <a:spLocks/>
            </p:cNvSpPr>
            <p:nvPr/>
          </p:nvSpPr>
          <p:spPr bwMode="hidden">
            <a:xfrm>
              <a:off x="5674" y="2474"/>
              <a:ext cx="84" cy="96"/>
            </a:xfrm>
            <a:custGeom>
              <a:avLst/>
              <a:gdLst/>
              <a:ahLst/>
              <a:cxnLst>
                <a:cxn ang="0">
                  <a:pos x="84" y="96"/>
                </a:cxn>
                <a:cxn ang="0">
                  <a:pos x="84" y="90"/>
                </a:cxn>
                <a:cxn ang="0">
                  <a:pos x="12" y="0"/>
                </a:cxn>
                <a:cxn ang="0">
                  <a:pos x="0" y="6"/>
                </a:cxn>
                <a:cxn ang="0">
                  <a:pos x="84" y="96"/>
                </a:cxn>
                <a:cxn ang="0">
                  <a:pos x="84" y="96"/>
                </a:cxn>
              </a:cxnLst>
              <a:rect l="0" t="0" r="r" b="b"/>
              <a:pathLst>
                <a:path w="84" h="96">
                  <a:moveTo>
                    <a:pt x="84" y="96"/>
                  </a:moveTo>
                  <a:lnTo>
                    <a:pt x="84" y="90"/>
                  </a:lnTo>
                  <a:lnTo>
                    <a:pt x="12" y="0"/>
                  </a:lnTo>
                  <a:lnTo>
                    <a:pt x="0" y="6"/>
                  </a:lnTo>
                  <a:lnTo>
                    <a:pt x="84" y="96"/>
                  </a:lnTo>
                  <a:lnTo>
                    <a:pt x="84" y="96"/>
                  </a:lnTo>
                  <a:close/>
                </a:path>
              </a:pathLst>
            </a:custGeom>
            <a:gradFill rotWithShape="0">
              <a:gsLst>
                <a:gs pos="0">
                  <a:schemeClr val="bg1"/>
                </a:gs>
                <a:gs pos="100000">
                  <a:schemeClr val="bg1">
                    <a:gamma/>
                    <a:tint val="90980"/>
                    <a:invGamma/>
                  </a:schemeClr>
                </a:gs>
              </a:gsLst>
              <a:lin ang="2700000" scaled="1"/>
            </a:gradFill>
            <a:ln w="9525">
              <a:noFill/>
              <a:round/>
              <a:headEnd/>
              <a:tailEnd/>
            </a:ln>
          </p:spPr>
          <p:txBody>
            <a:bodyPr/>
            <a:lstStyle/>
            <a:p>
              <a:pPr>
                <a:defRPr/>
              </a:pPr>
              <a:endParaRPr lang="zh-CN" altLang="en-US">
                <a:latin typeface="Arial" charset="0"/>
              </a:endParaRPr>
            </a:p>
          </p:txBody>
        </p:sp>
        <p:sp>
          <p:nvSpPr>
            <p:cNvPr id="1054" name="Freeform 25">
              <a:extLst>
                <a:ext uri="{FF2B5EF4-FFF2-40B4-BE49-F238E27FC236}">
                  <a16:creationId xmlns:a16="http://schemas.microsoft.com/office/drawing/2014/main" id="{292C204E-4BE6-4F65-950B-64E2FE38015E}"/>
                </a:ext>
              </a:extLst>
            </p:cNvPr>
            <p:cNvSpPr>
              <a:spLocks/>
            </p:cNvSpPr>
            <p:nvPr/>
          </p:nvSpPr>
          <p:spPr bwMode="hidden">
            <a:xfrm>
              <a:off x="5603" y="850"/>
              <a:ext cx="155" cy="516"/>
            </a:xfrm>
            <a:custGeom>
              <a:avLst/>
              <a:gdLst>
                <a:gd name="T0" fmla="*/ 155 w 155"/>
                <a:gd name="T1" fmla="*/ 516 h 516"/>
                <a:gd name="T2" fmla="*/ 155 w 155"/>
                <a:gd name="T3" fmla="*/ 204 h 516"/>
                <a:gd name="T4" fmla="*/ 77 w 155"/>
                <a:gd name="T5" fmla="*/ 0 h 516"/>
                <a:gd name="T6" fmla="*/ 0 w 155"/>
                <a:gd name="T7" fmla="*/ 192 h 516"/>
                <a:gd name="T8" fmla="*/ 155 w 155"/>
                <a:gd name="T9" fmla="*/ 516 h 516"/>
                <a:gd name="T10" fmla="*/ 155 w 155"/>
                <a:gd name="T11" fmla="*/ 516 h 5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5" h="516">
                  <a:moveTo>
                    <a:pt x="155" y="516"/>
                  </a:moveTo>
                  <a:lnTo>
                    <a:pt x="155" y="204"/>
                  </a:lnTo>
                  <a:lnTo>
                    <a:pt x="77" y="0"/>
                  </a:lnTo>
                  <a:lnTo>
                    <a:pt x="0" y="192"/>
                  </a:lnTo>
                  <a:lnTo>
                    <a:pt x="155" y="51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74" name="Freeform 26">
              <a:extLst>
                <a:ext uri="{FF2B5EF4-FFF2-40B4-BE49-F238E27FC236}">
                  <a16:creationId xmlns:a16="http://schemas.microsoft.com/office/drawing/2014/main" id="{7838F6A4-F4A3-4DB9-92EC-61F4DF5264B1}"/>
                </a:ext>
              </a:extLst>
            </p:cNvPr>
            <p:cNvSpPr>
              <a:spLocks/>
            </p:cNvSpPr>
            <p:nvPr/>
          </p:nvSpPr>
          <p:spPr bwMode="hidden">
            <a:xfrm>
              <a:off x="5107" y="0"/>
              <a:ext cx="573" cy="1042"/>
            </a:xfrm>
            <a:custGeom>
              <a:avLst/>
              <a:gdLst/>
              <a:ahLst/>
              <a:cxnLst>
                <a:cxn ang="0">
                  <a:pos x="0" y="0"/>
                </a:cxn>
                <a:cxn ang="0">
                  <a:pos x="497" y="1043"/>
                </a:cxn>
                <a:cxn ang="0">
                  <a:pos x="574" y="851"/>
                </a:cxn>
                <a:cxn ang="0">
                  <a:pos x="251" y="0"/>
                </a:cxn>
                <a:cxn ang="0">
                  <a:pos x="0" y="0"/>
                </a:cxn>
                <a:cxn ang="0">
                  <a:pos x="0" y="0"/>
                </a:cxn>
              </a:cxnLst>
              <a:rect l="0" t="0" r="r" b="b"/>
              <a:pathLst>
                <a:path w="574" h="1043">
                  <a:moveTo>
                    <a:pt x="0" y="0"/>
                  </a:moveTo>
                  <a:lnTo>
                    <a:pt x="497" y="1043"/>
                  </a:lnTo>
                  <a:lnTo>
                    <a:pt x="574" y="851"/>
                  </a:lnTo>
                  <a:lnTo>
                    <a:pt x="251" y="0"/>
                  </a:lnTo>
                  <a:lnTo>
                    <a:pt x="0" y="0"/>
                  </a:lnTo>
                  <a:lnTo>
                    <a:pt x="0" y="0"/>
                  </a:lnTo>
                  <a:close/>
                </a:path>
              </a:pathLst>
            </a:custGeom>
            <a:gradFill rotWithShape="0">
              <a:gsLst>
                <a:gs pos="0">
                  <a:schemeClr val="bg2">
                    <a:gamma/>
                    <a:shade val="66667"/>
                    <a:invGamma/>
                  </a:schemeClr>
                </a:gs>
                <a:gs pos="100000">
                  <a:schemeClr val="bg2"/>
                </a:gs>
              </a:gsLst>
              <a:lin ang="5400000" scaled="1"/>
            </a:gradFill>
            <a:ln w="9525">
              <a:noFill/>
              <a:round/>
              <a:headEnd/>
              <a:tailEnd/>
            </a:ln>
          </p:spPr>
          <p:txBody>
            <a:bodyPr/>
            <a:lstStyle/>
            <a:p>
              <a:pPr>
                <a:defRPr/>
              </a:pPr>
              <a:endParaRPr lang="zh-CN" altLang="en-US">
                <a:latin typeface="Arial" charset="0"/>
              </a:endParaRPr>
            </a:p>
          </p:txBody>
        </p:sp>
        <p:sp>
          <p:nvSpPr>
            <p:cNvPr id="27675" name="Freeform 27">
              <a:extLst>
                <a:ext uri="{FF2B5EF4-FFF2-40B4-BE49-F238E27FC236}">
                  <a16:creationId xmlns:a16="http://schemas.microsoft.com/office/drawing/2014/main" id="{FA10885E-955E-4C10-BBEC-CF34A70E1F6B}"/>
                </a:ext>
              </a:extLst>
            </p:cNvPr>
            <p:cNvSpPr>
              <a:spLocks/>
            </p:cNvSpPr>
            <p:nvPr/>
          </p:nvSpPr>
          <p:spPr bwMode="hidden">
            <a:xfrm>
              <a:off x="5411" y="0"/>
              <a:ext cx="341" cy="796"/>
            </a:xfrm>
            <a:custGeom>
              <a:avLst/>
              <a:gdLst/>
              <a:ahLst/>
              <a:cxnLst>
                <a:cxn ang="0">
                  <a:pos x="144" y="0"/>
                </a:cxn>
                <a:cxn ang="0">
                  <a:pos x="0" y="0"/>
                </a:cxn>
                <a:cxn ang="0">
                  <a:pos x="287" y="797"/>
                </a:cxn>
                <a:cxn ang="0">
                  <a:pos x="341" y="653"/>
                </a:cxn>
                <a:cxn ang="0">
                  <a:pos x="144" y="0"/>
                </a:cxn>
                <a:cxn ang="0">
                  <a:pos x="144" y="0"/>
                </a:cxn>
              </a:cxnLst>
              <a:rect l="0" t="0" r="r" b="b"/>
              <a:pathLst>
                <a:path w="341" h="797">
                  <a:moveTo>
                    <a:pt x="144" y="0"/>
                  </a:moveTo>
                  <a:lnTo>
                    <a:pt x="0" y="0"/>
                  </a:lnTo>
                  <a:lnTo>
                    <a:pt x="287" y="797"/>
                  </a:lnTo>
                  <a:lnTo>
                    <a:pt x="341" y="653"/>
                  </a:lnTo>
                  <a:lnTo>
                    <a:pt x="144" y="0"/>
                  </a:lnTo>
                  <a:lnTo>
                    <a:pt x="144" y="0"/>
                  </a:lnTo>
                  <a:close/>
                </a:path>
              </a:pathLst>
            </a:custGeom>
            <a:gradFill rotWithShape="0">
              <a:gsLst>
                <a:gs pos="0">
                  <a:schemeClr val="bg2">
                    <a:gamma/>
                    <a:shade val="69804"/>
                    <a:invGamma/>
                  </a:schemeClr>
                </a:gs>
                <a:gs pos="100000">
                  <a:schemeClr val="bg2"/>
                </a:gs>
              </a:gsLst>
              <a:lin ang="5400000" scaled="1"/>
            </a:gradFill>
            <a:ln w="9525">
              <a:noFill/>
              <a:round/>
              <a:headEnd/>
              <a:tailEnd/>
            </a:ln>
          </p:spPr>
          <p:txBody>
            <a:bodyPr/>
            <a:lstStyle/>
            <a:p>
              <a:pPr>
                <a:defRPr/>
              </a:pPr>
              <a:endParaRPr lang="zh-CN" altLang="en-US">
                <a:latin typeface="Arial" charset="0"/>
              </a:endParaRPr>
            </a:p>
          </p:txBody>
        </p:sp>
        <p:sp>
          <p:nvSpPr>
            <p:cNvPr id="1057" name="Freeform 28">
              <a:extLst>
                <a:ext uri="{FF2B5EF4-FFF2-40B4-BE49-F238E27FC236}">
                  <a16:creationId xmlns:a16="http://schemas.microsoft.com/office/drawing/2014/main" id="{4CCACB4D-A1DA-4558-BFE0-4E1BDAB3EA95}"/>
                </a:ext>
              </a:extLst>
            </p:cNvPr>
            <p:cNvSpPr>
              <a:spLocks/>
            </p:cNvSpPr>
            <p:nvPr/>
          </p:nvSpPr>
          <p:spPr bwMode="hidden">
            <a:xfrm>
              <a:off x="5698" y="653"/>
              <a:ext cx="60" cy="311"/>
            </a:xfrm>
            <a:custGeom>
              <a:avLst/>
              <a:gdLst>
                <a:gd name="T0" fmla="*/ 0 w 60"/>
                <a:gd name="T1" fmla="*/ 144 h 312"/>
                <a:gd name="T2" fmla="*/ 60 w 60"/>
                <a:gd name="T3" fmla="*/ 307 h 312"/>
                <a:gd name="T4" fmla="*/ 60 w 60"/>
                <a:gd name="T5" fmla="*/ 6 h 312"/>
                <a:gd name="T6" fmla="*/ 54 w 60"/>
                <a:gd name="T7" fmla="*/ 0 h 312"/>
                <a:gd name="T8" fmla="*/ 0 w 60"/>
                <a:gd name="T9" fmla="*/ 144 h 312"/>
                <a:gd name="T10" fmla="*/ 0 w 60"/>
                <a:gd name="T11" fmla="*/ 144 h 3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0" h="312">
                  <a:moveTo>
                    <a:pt x="0" y="144"/>
                  </a:moveTo>
                  <a:lnTo>
                    <a:pt x="60" y="312"/>
                  </a:lnTo>
                  <a:lnTo>
                    <a:pt x="60" y="6"/>
                  </a:lnTo>
                  <a:lnTo>
                    <a:pt x="54" y="0"/>
                  </a:lnTo>
                  <a:lnTo>
                    <a:pt x="0" y="14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77" name="Freeform 29">
              <a:extLst>
                <a:ext uri="{FF2B5EF4-FFF2-40B4-BE49-F238E27FC236}">
                  <a16:creationId xmlns:a16="http://schemas.microsoft.com/office/drawing/2014/main" id="{BC7EB4A4-3B88-4F91-80F1-D1A2D0BC6F9A}"/>
                </a:ext>
              </a:extLst>
            </p:cNvPr>
            <p:cNvSpPr>
              <a:spLocks/>
            </p:cNvSpPr>
            <p:nvPr/>
          </p:nvSpPr>
          <p:spPr bwMode="hidden">
            <a:xfrm>
              <a:off x="2" y="1601"/>
              <a:ext cx="5752" cy="1864"/>
            </a:xfrm>
            <a:custGeom>
              <a:avLst/>
              <a:gdLst/>
              <a:ahLst/>
              <a:cxnLst>
                <a:cxn ang="0">
                  <a:pos x="0" y="371"/>
                </a:cxn>
                <a:cxn ang="0">
                  <a:pos x="5740" y="1864"/>
                </a:cxn>
                <a:cxn ang="0">
                  <a:pos x="5740" y="1834"/>
                </a:cxn>
                <a:cxn ang="0">
                  <a:pos x="0" y="0"/>
                </a:cxn>
                <a:cxn ang="0">
                  <a:pos x="0" y="371"/>
                </a:cxn>
                <a:cxn ang="0">
                  <a:pos x="0" y="371"/>
                </a:cxn>
              </a:cxnLst>
              <a:rect l="0" t="0" r="r" b="b"/>
              <a:pathLst>
                <a:path w="5740" h="1864">
                  <a:moveTo>
                    <a:pt x="0" y="371"/>
                  </a:moveTo>
                  <a:lnTo>
                    <a:pt x="5740" y="1864"/>
                  </a:lnTo>
                  <a:lnTo>
                    <a:pt x="5740" y="1834"/>
                  </a:lnTo>
                  <a:lnTo>
                    <a:pt x="0" y="0"/>
                  </a:lnTo>
                  <a:lnTo>
                    <a:pt x="0" y="371"/>
                  </a:lnTo>
                  <a:lnTo>
                    <a:pt x="0" y="371"/>
                  </a:lnTo>
                  <a:close/>
                </a:path>
              </a:pathLst>
            </a:custGeom>
            <a:gradFill rotWithShape="0">
              <a:gsLst>
                <a:gs pos="0">
                  <a:schemeClr val="bg1">
                    <a:gamma/>
                    <a:shade val="63529"/>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1059" name="Freeform 30">
              <a:extLst>
                <a:ext uri="{FF2B5EF4-FFF2-40B4-BE49-F238E27FC236}">
                  <a16:creationId xmlns:a16="http://schemas.microsoft.com/office/drawing/2014/main" id="{709EA54E-599F-453B-9E39-D3814BAEBDFE}"/>
                </a:ext>
              </a:extLst>
            </p:cNvPr>
            <p:cNvSpPr>
              <a:spLocks/>
            </p:cNvSpPr>
            <p:nvPr/>
          </p:nvSpPr>
          <p:spPr bwMode="hidden">
            <a:xfrm>
              <a:off x="5754" y="3483"/>
              <a:ext cx="6" cy="6"/>
            </a:xfrm>
            <a:custGeom>
              <a:avLst/>
              <a:gdLst>
                <a:gd name="T0" fmla="*/ 6 w 6"/>
                <a:gd name="T1" fmla="*/ 6 h 6"/>
                <a:gd name="T2" fmla="*/ 0 w 6"/>
                <a:gd name="T3" fmla="*/ 0 h 6"/>
                <a:gd name="T4" fmla="*/ 0 w 6"/>
                <a:gd name="T5" fmla="*/ 6 h 6"/>
                <a:gd name="T6" fmla="*/ 6 w 6"/>
                <a:gd name="T7" fmla="*/ 6 h 6"/>
                <a:gd name="T8" fmla="*/ 6 w 6"/>
                <a:gd name="T9" fmla="*/ 6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6">
                  <a:moveTo>
                    <a:pt x="6" y="6"/>
                  </a:moveTo>
                  <a:lnTo>
                    <a:pt x="0" y="0"/>
                  </a:lnTo>
                  <a:lnTo>
                    <a:pt x="0" y="6"/>
                  </a:lnTo>
                  <a:lnTo>
                    <a:pt x="6" y="6"/>
                  </a:lnTo>
                  <a:close/>
                </a:path>
              </a:pathLst>
            </a:custGeom>
            <a:solidFill>
              <a:srgbClr val="18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79" name="Freeform 31">
              <a:extLst>
                <a:ext uri="{FF2B5EF4-FFF2-40B4-BE49-F238E27FC236}">
                  <a16:creationId xmlns:a16="http://schemas.microsoft.com/office/drawing/2014/main" id="{D99D4B80-2F95-4420-BE13-5328402C142D}"/>
                </a:ext>
              </a:extLst>
            </p:cNvPr>
            <p:cNvSpPr>
              <a:spLocks/>
            </p:cNvSpPr>
            <p:nvPr/>
          </p:nvSpPr>
          <p:spPr bwMode="hidden">
            <a:xfrm>
              <a:off x="2" y="2152"/>
              <a:ext cx="5752" cy="1337"/>
            </a:xfrm>
            <a:custGeom>
              <a:avLst/>
              <a:gdLst/>
              <a:ahLst/>
              <a:cxnLst>
                <a:cxn ang="0">
                  <a:pos x="0" y="366"/>
                </a:cxn>
                <a:cxn ang="0">
                  <a:pos x="5740" y="1337"/>
                </a:cxn>
                <a:cxn ang="0">
                  <a:pos x="5740" y="1331"/>
                </a:cxn>
                <a:cxn ang="0">
                  <a:pos x="0" y="0"/>
                </a:cxn>
                <a:cxn ang="0">
                  <a:pos x="0" y="366"/>
                </a:cxn>
                <a:cxn ang="0">
                  <a:pos x="0" y="366"/>
                </a:cxn>
              </a:cxnLst>
              <a:rect l="0" t="0" r="r" b="b"/>
              <a:pathLst>
                <a:path w="5740" h="1337">
                  <a:moveTo>
                    <a:pt x="0" y="366"/>
                  </a:moveTo>
                  <a:lnTo>
                    <a:pt x="5740" y="1337"/>
                  </a:lnTo>
                  <a:lnTo>
                    <a:pt x="5740" y="1331"/>
                  </a:lnTo>
                  <a:lnTo>
                    <a:pt x="0" y="0"/>
                  </a:lnTo>
                  <a:lnTo>
                    <a:pt x="0" y="366"/>
                  </a:lnTo>
                  <a:lnTo>
                    <a:pt x="0" y="366"/>
                  </a:lnTo>
                  <a:close/>
                </a:path>
              </a:pathLst>
            </a:custGeom>
            <a:gradFill rotWithShape="0">
              <a:gsLst>
                <a:gs pos="0">
                  <a:schemeClr val="bg1">
                    <a:gamma/>
                    <a:shade val="60784"/>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27680" name="Freeform 32">
              <a:extLst>
                <a:ext uri="{FF2B5EF4-FFF2-40B4-BE49-F238E27FC236}">
                  <a16:creationId xmlns:a16="http://schemas.microsoft.com/office/drawing/2014/main" id="{2FFE68DF-15B3-4273-95C1-40C48AC99B8A}"/>
                </a:ext>
              </a:extLst>
            </p:cNvPr>
            <p:cNvSpPr>
              <a:spLocks/>
            </p:cNvSpPr>
            <p:nvPr/>
          </p:nvSpPr>
          <p:spPr bwMode="hidden">
            <a:xfrm>
              <a:off x="2" y="3177"/>
              <a:ext cx="5752" cy="414"/>
            </a:xfrm>
            <a:custGeom>
              <a:avLst/>
              <a:gdLst/>
              <a:ahLst/>
              <a:cxnLst>
                <a:cxn ang="0">
                  <a:pos x="0" y="48"/>
                </a:cxn>
                <a:cxn ang="0">
                  <a:pos x="5740" y="414"/>
                </a:cxn>
                <a:cxn ang="0">
                  <a:pos x="5740" y="402"/>
                </a:cxn>
                <a:cxn ang="0">
                  <a:pos x="0" y="0"/>
                </a:cxn>
                <a:cxn ang="0">
                  <a:pos x="0" y="48"/>
                </a:cxn>
                <a:cxn ang="0">
                  <a:pos x="0" y="48"/>
                </a:cxn>
              </a:cxnLst>
              <a:rect l="0" t="0" r="r" b="b"/>
              <a:pathLst>
                <a:path w="5740" h="414">
                  <a:moveTo>
                    <a:pt x="0" y="48"/>
                  </a:moveTo>
                  <a:lnTo>
                    <a:pt x="5740" y="414"/>
                  </a:lnTo>
                  <a:lnTo>
                    <a:pt x="5740" y="402"/>
                  </a:lnTo>
                  <a:lnTo>
                    <a:pt x="0" y="0"/>
                  </a:lnTo>
                  <a:lnTo>
                    <a:pt x="0" y="48"/>
                  </a:lnTo>
                  <a:lnTo>
                    <a:pt x="0" y="48"/>
                  </a:lnTo>
                  <a:close/>
                </a:path>
              </a:pathLst>
            </a:custGeom>
            <a:gradFill rotWithShape="0">
              <a:gsLst>
                <a:gs pos="0">
                  <a:schemeClr val="bg1">
                    <a:gamma/>
                    <a:shade val="84706"/>
                    <a:invGamma/>
                  </a:schemeClr>
                </a:gs>
                <a:gs pos="100000">
                  <a:schemeClr val="bg1"/>
                </a:gs>
              </a:gsLst>
              <a:lin ang="0" scaled="1"/>
            </a:gradFill>
            <a:ln w="9525">
              <a:noFill/>
              <a:round/>
              <a:headEnd/>
              <a:tailEnd/>
            </a:ln>
          </p:spPr>
          <p:txBody>
            <a:bodyPr/>
            <a:lstStyle/>
            <a:p>
              <a:pPr>
                <a:defRPr/>
              </a:pPr>
              <a:endParaRPr lang="zh-CN" altLang="en-US">
                <a:latin typeface="Arial" charset="0"/>
              </a:endParaRPr>
            </a:p>
          </p:txBody>
        </p:sp>
        <p:sp>
          <p:nvSpPr>
            <p:cNvPr id="27681" name="Freeform 33">
              <a:extLst>
                <a:ext uri="{FF2B5EF4-FFF2-40B4-BE49-F238E27FC236}">
                  <a16:creationId xmlns:a16="http://schemas.microsoft.com/office/drawing/2014/main" id="{583BB6C9-4605-4910-A639-3FC2704EFCA3}"/>
                </a:ext>
              </a:extLst>
            </p:cNvPr>
            <p:cNvSpPr>
              <a:spLocks/>
            </p:cNvSpPr>
            <p:nvPr/>
          </p:nvSpPr>
          <p:spPr bwMode="hidden">
            <a:xfrm>
              <a:off x="1297" y="0"/>
              <a:ext cx="4457" cy="3177"/>
            </a:xfrm>
            <a:custGeom>
              <a:avLst/>
              <a:gdLst/>
              <a:ahLst/>
              <a:cxnLst>
                <a:cxn ang="0">
                  <a:pos x="0" y="0"/>
                </a:cxn>
                <a:cxn ang="0">
                  <a:pos x="4448" y="3177"/>
                </a:cxn>
                <a:cxn ang="0">
                  <a:pos x="4448" y="3153"/>
                </a:cxn>
                <a:cxn ang="0">
                  <a:pos x="125" y="0"/>
                </a:cxn>
                <a:cxn ang="0">
                  <a:pos x="0" y="0"/>
                </a:cxn>
                <a:cxn ang="0">
                  <a:pos x="0" y="0"/>
                </a:cxn>
              </a:cxnLst>
              <a:rect l="0" t="0" r="r" b="b"/>
              <a:pathLst>
                <a:path w="4448" h="3177">
                  <a:moveTo>
                    <a:pt x="0" y="0"/>
                  </a:moveTo>
                  <a:lnTo>
                    <a:pt x="4448" y="3177"/>
                  </a:lnTo>
                  <a:lnTo>
                    <a:pt x="4448" y="3153"/>
                  </a:lnTo>
                  <a:lnTo>
                    <a:pt x="125" y="0"/>
                  </a:lnTo>
                  <a:lnTo>
                    <a:pt x="0" y="0"/>
                  </a:lnTo>
                  <a:lnTo>
                    <a:pt x="0" y="0"/>
                  </a:lnTo>
                  <a:close/>
                </a:path>
              </a:pathLst>
            </a:custGeom>
            <a:gradFill rotWithShape="0">
              <a:gsLst>
                <a:gs pos="0">
                  <a:schemeClr val="bg1">
                    <a:gamma/>
                    <a:shade val="48627"/>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27682" name="Freeform 34">
              <a:extLst>
                <a:ext uri="{FF2B5EF4-FFF2-40B4-BE49-F238E27FC236}">
                  <a16:creationId xmlns:a16="http://schemas.microsoft.com/office/drawing/2014/main" id="{AEA5A8A9-4FAC-4D03-8272-B02507682852}"/>
                </a:ext>
              </a:extLst>
            </p:cNvPr>
            <p:cNvSpPr>
              <a:spLocks/>
            </p:cNvSpPr>
            <p:nvPr/>
          </p:nvSpPr>
          <p:spPr bwMode="hidden">
            <a:xfrm>
              <a:off x="3321" y="0"/>
              <a:ext cx="2433" cy="2614"/>
            </a:xfrm>
            <a:custGeom>
              <a:avLst/>
              <a:gdLst/>
              <a:ahLst/>
              <a:cxnLst>
                <a:cxn ang="0">
                  <a:pos x="0" y="0"/>
                </a:cxn>
                <a:cxn ang="0">
                  <a:pos x="2428" y="2614"/>
                </a:cxn>
                <a:cxn ang="0">
                  <a:pos x="2428" y="2608"/>
                </a:cxn>
                <a:cxn ang="0">
                  <a:pos x="66" y="0"/>
                </a:cxn>
                <a:cxn ang="0">
                  <a:pos x="0" y="0"/>
                </a:cxn>
                <a:cxn ang="0">
                  <a:pos x="0" y="0"/>
                </a:cxn>
              </a:cxnLst>
              <a:rect l="0" t="0" r="r" b="b"/>
              <a:pathLst>
                <a:path w="2428" h="2614">
                  <a:moveTo>
                    <a:pt x="0" y="0"/>
                  </a:moveTo>
                  <a:lnTo>
                    <a:pt x="2428" y="2614"/>
                  </a:lnTo>
                  <a:lnTo>
                    <a:pt x="2428" y="2608"/>
                  </a:lnTo>
                  <a:lnTo>
                    <a:pt x="66" y="0"/>
                  </a:lnTo>
                  <a:lnTo>
                    <a:pt x="0" y="0"/>
                  </a:lnTo>
                  <a:lnTo>
                    <a:pt x="0" y="0"/>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27683" name="Freeform 35">
              <a:extLst>
                <a:ext uri="{FF2B5EF4-FFF2-40B4-BE49-F238E27FC236}">
                  <a16:creationId xmlns:a16="http://schemas.microsoft.com/office/drawing/2014/main" id="{3B84B6D1-45FB-4FD1-BA46-1E15AAF26947}"/>
                </a:ext>
              </a:extLst>
            </p:cNvPr>
            <p:cNvSpPr>
              <a:spLocks/>
            </p:cNvSpPr>
            <p:nvPr/>
          </p:nvSpPr>
          <p:spPr bwMode="hidden">
            <a:xfrm>
              <a:off x="3950" y="0"/>
              <a:ext cx="1804" cy="2464"/>
            </a:xfrm>
            <a:custGeom>
              <a:avLst/>
              <a:gdLst/>
              <a:ahLst/>
              <a:cxnLst>
                <a:cxn ang="0">
                  <a:pos x="485" y="0"/>
                </a:cxn>
                <a:cxn ang="0">
                  <a:pos x="0" y="0"/>
                </a:cxn>
                <a:cxn ang="0">
                  <a:pos x="1800" y="2464"/>
                </a:cxn>
                <a:cxn ang="0">
                  <a:pos x="1800" y="2248"/>
                </a:cxn>
                <a:cxn ang="0">
                  <a:pos x="1794" y="2248"/>
                </a:cxn>
                <a:cxn ang="0">
                  <a:pos x="485" y="0"/>
                </a:cxn>
                <a:cxn ang="0">
                  <a:pos x="485" y="0"/>
                </a:cxn>
              </a:cxnLst>
              <a:rect l="0" t="0"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chemeClr val="bg2">
                    <a:gamma/>
                    <a:shade val="78824"/>
                    <a:invGamma/>
                  </a:schemeClr>
                </a:gs>
                <a:gs pos="100000">
                  <a:schemeClr val="bg2"/>
                </a:gs>
              </a:gsLst>
              <a:lin ang="5400000" scaled="1"/>
            </a:gradFill>
            <a:ln w="9525">
              <a:noFill/>
              <a:round/>
              <a:headEnd/>
              <a:tailEnd/>
            </a:ln>
          </p:spPr>
          <p:txBody>
            <a:bodyPr/>
            <a:lstStyle/>
            <a:p>
              <a:pPr>
                <a:defRPr/>
              </a:pPr>
              <a:endParaRPr lang="zh-CN" altLang="en-US">
                <a:latin typeface="Arial" charset="0"/>
              </a:endParaRPr>
            </a:p>
          </p:txBody>
        </p:sp>
        <p:sp>
          <p:nvSpPr>
            <p:cNvPr id="27684" name="Freeform 36">
              <a:extLst>
                <a:ext uri="{FF2B5EF4-FFF2-40B4-BE49-F238E27FC236}">
                  <a16:creationId xmlns:a16="http://schemas.microsoft.com/office/drawing/2014/main" id="{3506C66B-8ABF-41A2-ADBB-7284D2C4053D}"/>
                </a:ext>
              </a:extLst>
            </p:cNvPr>
            <p:cNvSpPr>
              <a:spLocks/>
            </p:cNvSpPr>
            <p:nvPr/>
          </p:nvSpPr>
          <p:spPr bwMode="hidden">
            <a:xfrm>
              <a:off x="4519" y="0"/>
              <a:ext cx="1235" cy="2074"/>
            </a:xfrm>
            <a:custGeom>
              <a:avLst/>
              <a:gdLst/>
              <a:ahLst/>
              <a:cxnLst>
                <a:cxn ang="0">
                  <a:pos x="0" y="0"/>
                </a:cxn>
                <a:cxn ang="0">
                  <a:pos x="1232" y="2074"/>
                </a:cxn>
                <a:cxn ang="0">
                  <a:pos x="1232" y="2038"/>
                </a:cxn>
                <a:cxn ang="0">
                  <a:pos x="42" y="0"/>
                </a:cxn>
                <a:cxn ang="0">
                  <a:pos x="0" y="0"/>
                </a:cxn>
                <a:cxn ang="0">
                  <a:pos x="0" y="0"/>
                </a:cxn>
              </a:cxnLst>
              <a:rect l="0" t="0" r="r" b="b"/>
              <a:pathLst>
                <a:path w="1232" h="2074">
                  <a:moveTo>
                    <a:pt x="0" y="0"/>
                  </a:moveTo>
                  <a:lnTo>
                    <a:pt x="1232" y="2074"/>
                  </a:lnTo>
                  <a:lnTo>
                    <a:pt x="1232" y="2038"/>
                  </a:lnTo>
                  <a:lnTo>
                    <a:pt x="42" y="0"/>
                  </a:lnTo>
                  <a:lnTo>
                    <a:pt x="0" y="0"/>
                  </a:lnTo>
                  <a:lnTo>
                    <a:pt x="0" y="0"/>
                  </a:lnTo>
                  <a:close/>
                </a:path>
              </a:pathLst>
            </a:custGeom>
            <a:gradFill rotWithShape="0">
              <a:gsLst>
                <a:gs pos="0">
                  <a:schemeClr val="bg1">
                    <a:gamma/>
                    <a:shade val="57647"/>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27685" name="Freeform 37">
              <a:extLst>
                <a:ext uri="{FF2B5EF4-FFF2-40B4-BE49-F238E27FC236}">
                  <a16:creationId xmlns:a16="http://schemas.microsoft.com/office/drawing/2014/main" id="{D5A4199F-8C92-44AF-9466-B12CE1B1F46A}"/>
                </a:ext>
              </a:extLst>
            </p:cNvPr>
            <p:cNvSpPr>
              <a:spLocks/>
            </p:cNvSpPr>
            <p:nvPr/>
          </p:nvSpPr>
          <p:spPr bwMode="hidden">
            <a:xfrm>
              <a:off x="4694" y="0"/>
              <a:ext cx="1060" cy="1936"/>
            </a:xfrm>
            <a:custGeom>
              <a:avLst/>
              <a:gdLst/>
              <a:ahLst/>
              <a:cxnLst>
                <a:cxn ang="0">
                  <a:pos x="0" y="0"/>
                </a:cxn>
                <a:cxn ang="0">
                  <a:pos x="1058" y="1936"/>
                </a:cxn>
                <a:cxn ang="0">
                  <a:pos x="1058" y="1930"/>
                </a:cxn>
                <a:cxn ang="0">
                  <a:pos x="54" y="0"/>
                </a:cxn>
                <a:cxn ang="0">
                  <a:pos x="0" y="0"/>
                </a:cxn>
                <a:cxn ang="0">
                  <a:pos x="0" y="0"/>
                </a:cxn>
              </a:cxnLst>
              <a:rect l="0" t="0" r="r" b="b"/>
              <a:pathLst>
                <a:path w="1058" h="1936">
                  <a:moveTo>
                    <a:pt x="0" y="0"/>
                  </a:moveTo>
                  <a:lnTo>
                    <a:pt x="1058" y="1936"/>
                  </a:lnTo>
                  <a:lnTo>
                    <a:pt x="1058" y="1930"/>
                  </a:lnTo>
                  <a:lnTo>
                    <a:pt x="54" y="0"/>
                  </a:lnTo>
                  <a:lnTo>
                    <a:pt x="0" y="0"/>
                  </a:lnTo>
                  <a:lnTo>
                    <a:pt x="0" y="0"/>
                  </a:lnTo>
                  <a:close/>
                </a:path>
              </a:pathLst>
            </a:custGeom>
            <a:gradFill rotWithShape="0">
              <a:gsLst>
                <a:gs pos="0">
                  <a:schemeClr val="bg1">
                    <a:gamma/>
                    <a:shade val="72549"/>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sp>
          <p:nvSpPr>
            <p:cNvPr id="27686" name="Freeform 38">
              <a:extLst>
                <a:ext uri="{FF2B5EF4-FFF2-40B4-BE49-F238E27FC236}">
                  <a16:creationId xmlns:a16="http://schemas.microsoft.com/office/drawing/2014/main" id="{886F6A4C-0BB4-4F3E-87DB-EABF5888B56B}"/>
                </a:ext>
              </a:extLst>
            </p:cNvPr>
            <p:cNvSpPr>
              <a:spLocks/>
            </p:cNvSpPr>
            <p:nvPr/>
          </p:nvSpPr>
          <p:spPr bwMode="hidden">
            <a:xfrm>
              <a:off x="4981" y="0"/>
              <a:ext cx="773" cy="1487"/>
            </a:xfrm>
            <a:custGeom>
              <a:avLst/>
              <a:gdLst/>
              <a:ahLst/>
              <a:cxnLst>
                <a:cxn ang="0">
                  <a:pos x="771" y="1433"/>
                </a:cxn>
                <a:cxn ang="0">
                  <a:pos x="42" y="0"/>
                </a:cxn>
                <a:cxn ang="0">
                  <a:pos x="0" y="0"/>
                </a:cxn>
                <a:cxn ang="0">
                  <a:pos x="771" y="1487"/>
                </a:cxn>
                <a:cxn ang="0">
                  <a:pos x="771" y="1433"/>
                </a:cxn>
                <a:cxn ang="0">
                  <a:pos x="771" y="1433"/>
                </a:cxn>
              </a:cxnLst>
              <a:rect l="0" t="0" r="r" b="b"/>
              <a:pathLst>
                <a:path w="771" h="1487">
                  <a:moveTo>
                    <a:pt x="771" y="1433"/>
                  </a:moveTo>
                  <a:lnTo>
                    <a:pt x="42" y="0"/>
                  </a:lnTo>
                  <a:lnTo>
                    <a:pt x="0" y="0"/>
                  </a:lnTo>
                  <a:lnTo>
                    <a:pt x="771" y="1487"/>
                  </a:lnTo>
                  <a:lnTo>
                    <a:pt x="771" y="1433"/>
                  </a:lnTo>
                  <a:lnTo>
                    <a:pt x="771" y="1433"/>
                  </a:lnTo>
                  <a:close/>
                </a:path>
              </a:pathLst>
            </a:custGeom>
            <a:gradFill rotWithShape="0">
              <a:gsLst>
                <a:gs pos="0">
                  <a:schemeClr val="bg1">
                    <a:gamma/>
                    <a:shade val="78824"/>
                    <a:invGamma/>
                  </a:schemeClr>
                </a:gs>
                <a:gs pos="100000">
                  <a:schemeClr val="bg1"/>
                </a:gs>
              </a:gsLst>
              <a:lin ang="2700000" scaled="1"/>
            </a:gradFill>
            <a:ln w="9525">
              <a:noFill/>
              <a:round/>
              <a:headEnd/>
              <a:tailEnd/>
            </a:ln>
          </p:spPr>
          <p:txBody>
            <a:bodyPr/>
            <a:lstStyle/>
            <a:p>
              <a:pPr>
                <a:defRPr/>
              </a:pPr>
              <a:endParaRPr lang="zh-CN" altLang="en-US">
                <a:latin typeface="Arial" charset="0"/>
              </a:endParaRPr>
            </a:p>
          </p:txBody>
        </p:sp>
        <p:grpSp>
          <p:nvGrpSpPr>
            <p:cNvPr id="1068" name="Group 39">
              <a:extLst>
                <a:ext uri="{FF2B5EF4-FFF2-40B4-BE49-F238E27FC236}">
                  <a16:creationId xmlns:a16="http://schemas.microsoft.com/office/drawing/2014/main" id="{B9E96A72-8FDF-4229-8520-7E3DDAD993F9}"/>
                </a:ext>
              </a:extLst>
            </p:cNvPr>
            <p:cNvGrpSpPr>
              <a:grpSpLocks/>
            </p:cNvGrpSpPr>
            <p:nvPr userDrawn="1"/>
          </p:nvGrpSpPr>
          <p:grpSpPr bwMode="auto">
            <a:xfrm>
              <a:off x="0" y="1632"/>
              <a:ext cx="5758" cy="1858"/>
              <a:chOff x="0" y="1632"/>
              <a:chExt cx="5758" cy="1858"/>
            </a:xfrm>
          </p:grpSpPr>
          <p:sp>
            <p:nvSpPr>
              <p:cNvPr id="27688" name="Freeform 40">
                <a:extLst>
                  <a:ext uri="{FF2B5EF4-FFF2-40B4-BE49-F238E27FC236}">
                    <a16:creationId xmlns:a16="http://schemas.microsoft.com/office/drawing/2014/main" id="{305910BF-D392-48C4-B74D-0095891F8975}"/>
                  </a:ext>
                </a:extLst>
              </p:cNvPr>
              <p:cNvSpPr>
                <a:spLocks/>
              </p:cNvSpPr>
              <p:nvPr/>
            </p:nvSpPr>
            <p:spPr bwMode="hidden">
              <a:xfrm>
                <a:off x="0" y="1632"/>
                <a:ext cx="3670" cy="1313"/>
              </a:xfrm>
              <a:custGeom>
                <a:avLst/>
                <a:gdLst/>
                <a:ahLst/>
                <a:cxnLst>
                  <a:cxn ang="0">
                    <a:pos x="0" y="0"/>
                  </a:cxn>
                  <a:cxn ang="0">
                    <a:pos x="0" y="366"/>
                  </a:cxn>
                  <a:cxn ang="0">
                    <a:pos x="3635" y="1313"/>
                  </a:cxn>
                  <a:cxn ang="0">
                    <a:pos x="3647" y="1235"/>
                  </a:cxn>
                  <a:cxn ang="0">
                    <a:pos x="3659" y="1163"/>
                  </a:cxn>
                  <a:cxn ang="0">
                    <a:pos x="0" y="0"/>
                  </a:cxn>
                  <a:cxn ang="0">
                    <a:pos x="0" y="0"/>
                  </a:cxn>
                </a:cxnLst>
                <a:rect l="0" t="0"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chemeClr val="bg1">
                      <a:gamma/>
                      <a:shade val="72549"/>
                      <a:invGamma/>
                    </a:schemeClr>
                  </a:gs>
                  <a:gs pos="100000">
                    <a:schemeClr val="bg1"/>
                  </a:gs>
                </a:gsLst>
                <a:lin ang="0" scaled="1"/>
              </a:gradFill>
              <a:ln w="9525">
                <a:noFill/>
                <a:round/>
                <a:headEnd/>
                <a:tailEnd/>
              </a:ln>
            </p:spPr>
            <p:txBody>
              <a:bodyPr/>
              <a:lstStyle/>
              <a:p>
                <a:pPr>
                  <a:defRPr/>
                </a:pPr>
                <a:endParaRPr lang="zh-CN" altLang="en-US">
                  <a:latin typeface="Arial" charset="0"/>
                </a:endParaRPr>
              </a:p>
            </p:txBody>
          </p:sp>
          <p:sp>
            <p:nvSpPr>
              <p:cNvPr id="27689" name="Freeform 41">
                <a:extLst>
                  <a:ext uri="{FF2B5EF4-FFF2-40B4-BE49-F238E27FC236}">
                    <a16:creationId xmlns:a16="http://schemas.microsoft.com/office/drawing/2014/main" id="{3DE2ACE5-8C9D-42AC-8322-9133687263FD}"/>
                  </a:ext>
                </a:extLst>
              </p:cNvPr>
              <p:cNvSpPr>
                <a:spLocks/>
              </p:cNvSpPr>
              <p:nvPr/>
            </p:nvSpPr>
            <p:spPr bwMode="hidden">
              <a:xfrm>
                <a:off x="3646" y="2795"/>
                <a:ext cx="2112" cy="695"/>
              </a:xfrm>
              <a:custGeom>
                <a:avLst/>
                <a:gdLst/>
                <a:ahLst/>
                <a:cxnLst>
                  <a:cxn ang="0">
                    <a:pos x="2105" y="665"/>
                  </a:cxn>
                  <a:cxn ang="0">
                    <a:pos x="24" y="0"/>
                  </a:cxn>
                  <a:cxn ang="0">
                    <a:pos x="12" y="72"/>
                  </a:cxn>
                  <a:cxn ang="0">
                    <a:pos x="0" y="150"/>
                  </a:cxn>
                  <a:cxn ang="0">
                    <a:pos x="2105" y="695"/>
                  </a:cxn>
                  <a:cxn ang="0">
                    <a:pos x="2105" y="665"/>
                  </a:cxn>
                  <a:cxn ang="0">
                    <a:pos x="2105" y="665"/>
                  </a:cxn>
                </a:cxnLst>
                <a:rect l="0" t="0"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chemeClr val="bg1">
                      <a:gamma/>
                      <a:tint val="90980"/>
                      <a:invGamma/>
                    </a:schemeClr>
                  </a:gs>
                </a:gsLst>
                <a:lin ang="0" scaled="1"/>
              </a:gradFill>
              <a:ln w="9525">
                <a:noFill/>
                <a:round/>
                <a:headEnd/>
                <a:tailEnd/>
              </a:ln>
            </p:spPr>
            <p:txBody>
              <a:bodyPr/>
              <a:lstStyle/>
              <a:p>
                <a:pPr>
                  <a:defRPr/>
                </a:pPr>
                <a:endParaRPr lang="zh-CN" altLang="en-US">
                  <a:latin typeface="Arial" charset="0"/>
                </a:endParaRPr>
              </a:p>
            </p:txBody>
          </p:sp>
        </p:grpSp>
      </p:grpSp>
      <p:sp>
        <p:nvSpPr>
          <p:cNvPr id="27690" name="Rectangle 42">
            <a:extLst>
              <a:ext uri="{FF2B5EF4-FFF2-40B4-BE49-F238E27FC236}">
                <a16:creationId xmlns:a16="http://schemas.microsoft.com/office/drawing/2014/main" id="{A082ACD3-AA95-45D1-AF22-87DF697221C8}"/>
              </a:ext>
            </a:extLst>
          </p:cNvPr>
          <p:cNvSpPr>
            <a:spLocks noGrp="1" noChangeArrowheads="1"/>
          </p:cNvSpPr>
          <p:nvPr>
            <p:ph type="title"/>
          </p:nvPr>
        </p:nvSpPr>
        <p:spPr bwMode="auto">
          <a:xfrm>
            <a:off x="457200" y="277813"/>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27691" name="Rectangle 43">
            <a:extLst>
              <a:ext uri="{FF2B5EF4-FFF2-40B4-BE49-F238E27FC236}">
                <a16:creationId xmlns:a16="http://schemas.microsoft.com/office/drawing/2014/main" id="{F7A88CA7-06EC-41AB-AB98-D483C5725950}"/>
              </a:ext>
            </a:extLst>
          </p:cNvPr>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27692" name="Rectangle 44">
            <a:extLst>
              <a:ext uri="{FF2B5EF4-FFF2-40B4-BE49-F238E27FC236}">
                <a16:creationId xmlns:a16="http://schemas.microsoft.com/office/drawing/2014/main" id="{D651FA3D-FAF3-4B10-B496-2C7465A0372D}"/>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ffectLst>
                  <a:outerShdw blurRad="38100" dist="38100" dir="2700000" algn="tl">
                    <a:srgbClr val="000000"/>
                  </a:outerShdw>
                </a:effectLst>
                <a:latin typeface="Arial" charset="0"/>
                <a:ea typeface="宋体" pitchFamily="2" charset="-122"/>
              </a:defRPr>
            </a:lvl1pPr>
          </a:lstStyle>
          <a:p>
            <a:pPr>
              <a:defRPr/>
            </a:pPr>
            <a:endParaRPr lang="en-US" altLang="zh-CN"/>
          </a:p>
        </p:txBody>
      </p:sp>
      <p:sp>
        <p:nvSpPr>
          <p:cNvPr id="27693" name="Rectangle 45">
            <a:extLst>
              <a:ext uri="{FF2B5EF4-FFF2-40B4-BE49-F238E27FC236}">
                <a16:creationId xmlns:a16="http://schemas.microsoft.com/office/drawing/2014/main" id="{A8A78CD7-EBBB-4C4F-B752-76C871A17DD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effectLst>
                  <a:outerShdw blurRad="38100" dist="38100" dir="2700000" algn="tl">
                    <a:srgbClr val="000000"/>
                  </a:outerShdw>
                </a:effectLst>
                <a:latin typeface="Arial" charset="0"/>
                <a:ea typeface="宋体" pitchFamily="2" charset="-122"/>
              </a:defRPr>
            </a:lvl1pPr>
          </a:lstStyle>
          <a:p>
            <a:pPr>
              <a:defRPr/>
            </a:pPr>
            <a:endParaRPr lang="en-US" altLang="zh-CN"/>
          </a:p>
        </p:txBody>
      </p:sp>
      <p:sp>
        <p:nvSpPr>
          <p:cNvPr id="27694" name="Rectangle 46">
            <a:extLst>
              <a:ext uri="{FF2B5EF4-FFF2-40B4-BE49-F238E27FC236}">
                <a16:creationId xmlns:a16="http://schemas.microsoft.com/office/drawing/2014/main" id="{FCAB7430-BB0C-4125-B89B-F9932581B5EB}"/>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effectLst>
                  <a:outerShdw blurRad="38100" dist="38100" dir="2700000" algn="tl">
                    <a:srgbClr val="000000"/>
                  </a:outerShdw>
                </a:effectLst>
                <a:ea typeface="宋体" panose="02010600030101010101" pitchFamily="2" charset="-122"/>
              </a:defRPr>
            </a:lvl1pPr>
          </a:lstStyle>
          <a:p>
            <a:pPr>
              <a:defRPr/>
            </a:pPr>
            <a:fld id="{C562E0DF-C855-4EF6-8134-E79B55E2B04A}" type="slidenum">
              <a:rPr lang="zh-CN" altLang="en-US"/>
              <a:pPr>
                <a:defRPr/>
              </a:pPr>
              <a:t>‹#›</a:t>
            </a:fld>
            <a:endParaRPr lang="en-US" altLang="zh-CN"/>
          </a:p>
        </p:txBody>
      </p:sp>
    </p:spTree>
  </p:cSld>
  <p:clrMap bg1="dk2" tx1="lt1" bg2="dk1" tx2="lt2" accent1="accent1" accent2="accent2" accent3="accent3" accent4="accent4" accent5="accent5" accent6="accent6" hlink="hlink" folHlink="folHlink"/>
  <p:sldLayoutIdLst>
    <p:sldLayoutId id="2147483804"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Lst>
  <p:transition/>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4"/>
        </a:buBlip>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5"/>
        </a:buBlip>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6"/>
        </a:buBlip>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90000"/>
        <a:buFont typeface="Wingdings" pitchFamily="2" charset="2"/>
        <a:buBlip>
          <a:blip r:embed="rId16"/>
        </a:buBlip>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90000"/>
        <a:buFont typeface="Wingdings" pitchFamily="2" charset="2"/>
        <a:buBlip>
          <a:blip r:embed="rId16"/>
        </a:buBlip>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90000"/>
        <a:buFont typeface="Wingdings" pitchFamily="2" charset="2"/>
        <a:buBlip>
          <a:blip r:embed="rId16"/>
        </a:buBlip>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90000"/>
        <a:buFont typeface="Wingdings" pitchFamily="2" charset="2"/>
        <a:buBlip>
          <a:blip r:embed="rId16"/>
        </a:buBlip>
        <a:defRPr sz="2000">
          <a:solidFill>
            <a:schemeClr val="tx1"/>
          </a:solidFill>
          <a:effectLst>
            <a:outerShdw blurRad="38100" dist="38100" dir="2700000" algn="tl">
              <a:srgbClr val="000000"/>
            </a:outerShdw>
          </a:effectLst>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oleObject" Target="../embeddings/oleObject4.bin"/><Relationship Id="rId3" Type="http://schemas.openxmlformats.org/officeDocument/2006/relationships/notesSlide" Target="../notesSlides/notesSlide6.xml"/><Relationship Id="rId7" Type="http://schemas.openxmlformats.org/officeDocument/2006/relationships/oleObject" Target="../embeddings/oleObject1.bin"/><Relationship Id="rId12"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png"/><Relationship Id="rId11" Type="http://schemas.openxmlformats.org/officeDocument/2006/relationships/oleObject" Target="../embeddings/oleObject3.bin"/><Relationship Id="rId5" Type="http://schemas.openxmlformats.org/officeDocument/2006/relationships/image" Target="../media/image2.png"/><Relationship Id="rId10" Type="http://schemas.openxmlformats.org/officeDocument/2006/relationships/image" Target="../media/image6.wmf"/><Relationship Id="rId4" Type="http://schemas.openxmlformats.org/officeDocument/2006/relationships/image" Target="../media/image1.png"/><Relationship Id="rId9" Type="http://schemas.openxmlformats.org/officeDocument/2006/relationships/oleObject" Target="../embeddings/oleObject2.bin"/><Relationship Id="rId14" Type="http://schemas.openxmlformats.org/officeDocument/2006/relationships/image" Target="../media/image8.wmf"/></Relationships>
</file>

<file path=ppt/slides/_rels/slide7.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8.bin"/><Relationship Id="rId3" Type="http://schemas.openxmlformats.org/officeDocument/2006/relationships/notesSlide" Target="../notesSlides/notesSlide7.xml"/><Relationship Id="rId7" Type="http://schemas.openxmlformats.org/officeDocument/2006/relationships/oleObject" Target="../embeddings/oleObject5.bin"/><Relationship Id="rId12"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png"/><Relationship Id="rId11" Type="http://schemas.openxmlformats.org/officeDocument/2006/relationships/oleObject" Target="../embeddings/oleObject7.bin"/><Relationship Id="rId5" Type="http://schemas.openxmlformats.org/officeDocument/2006/relationships/image" Target="../media/image2.png"/><Relationship Id="rId10" Type="http://schemas.openxmlformats.org/officeDocument/2006/relationships/image" Target="../media/image10.wmf"/><Relationship Id="rId4" Type="http://schemas.openxmlformats.org/officeDocument/2006/relationships/image" Target="../media/image1.png"/><Relationship Id="rId9" Type="http://schemas.openxmlformats.org/officeDocument/2006/relationships/oleObject" Target="../embeddings/oleObject6.bin"/><Relationship Id="rId14" Type="http://schemas.openxmlformats.org/officeDocument/2006/relationships/image" Target="../media/image12.wmf"/></Relationships>
</file>

<file path=ppt/slides/_rels/slide8.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notesSlide" Target="../notesSlides/notesSlide8.xml"/><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14.wmf"/><Relationship Id="rId4" Type="http://schemas.openxmlformats.org/officeDocument/2006/relationships/image" Target="../media/image1.png"/><Relationship Id="rId9" Type="http://schemas.openxmlformats.org/officeDocument/2006/relationships/oleObject" Target="../embeddings/oleObject10.bin"/></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notesSlide" Target="../notesSlides/notesSlide12.xml"/><Relationship Id="rId7" Type="http://schemas.openxmlformats.org/officeDocument/2006/relationships/oleObject" Target="../embeddings/oleObject11.bin"/><Relationship Id="rId12" Type="http://schemas.openxmlformats.org/officeDocument/2006/relationships/image" Target="../media/image16.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3.png"/><Relationship Id="rId11" Type="http://schemas.openxmlformats.org/officeDocument/2006/relationships/oleObject" Target="../embeddings/oleObject13.bin"/><Relationship Id="rId5" Type="http://schemas.openxmlformats.org/officeDocument/2006/relationships/image" Target="../media/image2.png"/><Relationship Id="rId10" Type="http://schemas.openxmlformats.org/officeDocument/2006/relationships/image" Target="../media/image15.wmf"/><Relationship Id="rId4" Type="http://schemas.openxmlformats.org/officeDocument/2006/relationships/image" Target="../media/image1.png"/><Relationship Id="rId9" Type="http://schemas.openxmlformats.org/officeDocument/2006/relationships/oleObject" Target="../embeddings/oleObject12.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notesSlide" Target="../notesSlides/notesSlide16.xml"/><Relationship Id="rId7" Type="http://schemas.openxmlformats.org/officeDocument/2006/relationships/oleObject" Target="../embeddings/oleObject14.bin"/><Relationship Id="rId12" Type="http://schemas.openxmlformats.org/officeDocument/2006/relationships/image" Target="../media/image20.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3.png"/><Relationship Id="rId11" Type="http://schemas.openxmlformats.org/officeDocument/2006/relationships/oleObject" Target="../embeddings/oleObject16.bin"/><Relationship Id="rId5" Type="http://schemas.openxmlformats.org/officeDocument/2006/relationships/image" Target="../media/image2.png"/><Relationship Id="rId10" Type="http://schemas.openxmlformats.org/officeDocument/2006/relationships/image" Target="../media/image19.wmf"/><Relationship Id="rId4" Type="http://schemas.openxmlformats.org/officeDocument/2006/relationships/image" Target="../media/image1.png"/><Relationship Id="rId9" Type="http://schemas.openxmlformats.org/officeDocument/2006/relationships/oleObject" Target="../embeddings/oleObject15.bin"/></Relationships>
</file>

<file path=ppt/slides/_rels/slide19.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notesSlide" Target="../notesSlides/notesSlide17.xml"/><Relationship Id="rId7"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22.wmf"/><Relationship Id="rId4" Type="http://schemas.openxmlformats.org/officeDocument/2006/relationships/image" Target="../media/image1.png"/><Relationship Id="rId9" Type="http://schemas.openxmlformats.org/officeDocument/2006/relationships/oleObject" Target="../embeddings/oleObject18.bin"/></Relationships>
</file>

<file path=ppt/slides/_rels/slide20.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notesSlide" Target="../notesSlides/notesSlide18.xml"/><Relationship Id="rId7"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notesSlide" Target="../notesSlides/notesSlide19.xml"/><Relationship Id="rId7" Type="http://schemas.openxmlformats.org/officeDocument/2006/relationships/oleObject" Target="../embeddings/oleObject20.bin"/><Relationship Id="rId12" Type="http://schemas.openxmlformats.org/officeDocument/2006/relationships/image" Target="../media/image26.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png"/><Relationship Id="rId11" Type="http://schemas.openxmlformats.org/officeDocument/2006/relationships/oleObject" Target="../embeddings/oleObject22.bin"/><Relationship Id="rId5" Type="http://schemas.openxmlformats.org/officeDocument/2006/relationships/image" Target="../media/image2.png"/><Relationship Id="rId10" Type="http://schemas.openxmlformats.org/officeDocument/2006/relationships/image" Target="../media/image25.wmf"/><Relationship Id="rId4" Type="http://schemas.openxmlformats.org/officeDocument/2006/relationships/image" Target="../media/image1.png"/><Relationship Id="rId9" Type="http://schemas.openxmlformats.org/officeDocument/2006/relationships/oleObject" Target="../embeddings/oleObject21.bin"/></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notesSlide" Target="../notesSlides/notesSlide22.xml"/><Relationship Id="rId7"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28.wmf"/><Relationship Id="rId4" Type="http://schemas.openxmlformats.org/officeDocument/2006/relationships/image" Target="../media/image1.png"/><Relationship Id="rId9" Type="http://schemas.openxmlformats.org/officeDocument/2006/relationships/oleObject" Target="../embeddings/oleObject24.bin"/></Relationships>
</file>

<file path=ppt/slides/_rels/slide25.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notesSlide" Target="../notesSlides/notesSlide23.xml"/><Relationship Id="rId7" Type="http://schemas.openxmlformats.org/officeDocument/2006/relationships/oleObject" Target="../embeddings/oleObject25.bin"/><Relationship Id="rId12" Type="http://schemas.openxmlformats.org/officeDocument/2006/relationships/image" Target="../media/image31.wmf"/><Relationship Id="rId2" Type="http://schemas.openxmlformats.org/officeDocument/2006/relationships/slideLayout" Target="../slideLayouts/slideLayout12.xml"/><Relationship Id="rId1" Type="http://schemas.openxmlformats.org/officeDocument/2006/relationships/vmlDrawing" Target="../drawings/vmlDrawing10.vml"/><Relationship Id="rId6" Type="http://schemas.openxmlformats.org/officeDocument/2006/relationships/image" Target="../media/image3.png"/><Relationship Id="rId11" Type="http://schemas.openxmlformats.org/officeDocument/2006/relationships/oleObject" Target="../embeddings/oleObject27.bin"/><Relationship Id="rId5" Type="http://schemas.openxmlformats.org/officeDocument/2006/relationships/image" Target="../media/image2.png"/><Relationship Id="rId10" Type="http://schemas.openxmlformats.org/officeDocument/2006/relationships/image" Target="../media/image30.wmf"/><Relationship Id="rId4" Type="http://schemas.openxmlformats.org/officeDocument/2006/relationships/image" Target="../media/image1.png"/><Relationship Id="rId9" Type="http://schemas.openxmlformats.org/officeDocument/2006/relationships/oleObject" Target="../embeddings/oleObject26.bin"/></Relationships>
</file>

<file path=ppt/slides/_rels/slide26.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notesSlide" Target="../notesSlides/notesSlide24.xml"/><Relationship Id="rId7" Type="http://schemas.openxmlformats.org/officeDocument/2006/relationships/oleObject" Target="../embeddings/oleObject28.bin"/><Relationship Id="rId12" Type="http://schemas.openxmlformats.org/officeDocument/2006/relationships/image" Target="../media/image34.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png"/><Relationship Id="rId11" Type="http://schemas.openxmlformats.org/officeDocument/2006/relationships/oleObject" Target="../embeddings/oleObject30.bin"/><Relationship Id="rId5" Type="http://schemas.openxmlformats.org/officeDocument/2006/relationships/image" Target="../media/image2.png"/><Relationship Id="rId10" Type="http://schemas.openxmlformats.org/officeDocument/2006/relationships/image" Target="../media/image33.wmf"/><Relationship Id="rId4" Type="http://schemas.openxmlformats.org/officeDocument/2006/relationships/image" Target="../media/image1.png"/><Relationship Id="rId9" Type="http://schemas.openxmlformats.org/officeDocument/2006/relationships/oleObject" Target="../embeddings/oleObject29.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65A2E3E-59A1-4281-BDEB-609BB2AAE264}"/>
              </a:ext>
            </a:extLst>
          </p:cNvPr>
          <p:cNvSpPr>
            <a:spLocks noGrp="1" noChangeArrowheads="1"/>
          </p:cNvSpPr>
          <p:nvPr>
            <p:ph type="ctrTitle"/>
          </p:nvPr>
        </p:nvSpPr>
        <p:spPr>
          <a:xfrm>
            <a:off x="838200" y="1752600"/>
            <a:ext cx="7772400" cy="2514600"/>
          </a:xfrm>
        </p:spPr>
        <p:txBody>
          <a:bodyPr/>
          <a:lstStyle/>
          <a:p>
            <a:pPr eaLnBrk="1" hangingPunct="1">
              <a:defRPr/>
            </a:pPr>
            <a:r>
              <a:rPr lang="en-US" altLang="zh-CN" b="1" dirty="0">
                <a:solidFill>
                  <a:schemeClr val="tx1"/>
                </a:solidFill>
                <a:latin typeface="Verdana" pitchFamily="34" charset="0"/>
                <a:ea typeface="宋体" pitchFamily="2" charset="-122"/>
              </a:rPr>
              <a:t>Chapter 3.</a:t>
            </a:r>
            <a:br>
              <a:rPr lang="en-US" altLang="zh-CN" b="1" dirty="0">
                <a:solidFill>
                  <a:schemeClr val="tx1"/>
                </a:solidFill>
                <a:latin typeface="Verdana" pitchFamily="34" charset="0"/>
                <a:ea typeface="宋体" pitchFamily="2" charset="-122"/>
              </a:rPr>
            </a:br>
            <a:br>
              <a:rPr lang="en-US" altLang="zh-CN" b="1" dirty="0">
                <a:solidFill>
                  <a:schemeClr val="tx1"/>
                </a:solidFill>
                <a:latin typeface="Verdana" pitchFamily="34" charset="0"/>
                <a:ea typeface="宋体" pitchFamily="2" charset="-122"/>
              </a:rPr>
            </a:br>
            <a:r>
              <a:rPr lang="en-US" altLang="zh-CN" b="1" dirty="0">
                <a:solidFill>
                  <a:schemeClr val="tx1"/>
                </a:solidFill>
                <a:latin typeface="Verdana" pitchFamily="34" charset="0"/>
                <a:ea typeface="宋体" pitchFamily="2" charset="-122"/>
              </a:rPr>
              <a:t>Growth of</a:t>
            </a:r>
            <a:r>
              <a:rPr lang="zh-CN" altLang="en-US" b="1" dirty="0">
                <a:solidFill>
                  <a:schemeClr val="tx1"/>
                </a:solidFill>
                <a:latin typeface="Verdana" pitchFamily="34" charset="0"/>
                <a:ea typeface="宋体" pitchFamily="2" charset="-122"/>
              </a:rPr>
              <a:t> </a:t>
            </a:r>
            <a:r>
              <a:rPr lang="en-US" altLang="zh-CN" b="1" dirty="0">
                <a:solidFill>
                  <a:schemeClr val="tx1"/>
                </a:solidFill>
                <a:latin typeface="Verdana" pitchFamily="34" charset="0"/>
                <a:ea typeface="宋体" pitchFamily="2" charset="-122"/>
              </a:rPr>
              <a:t>Functions</a:t>
            </a:r>
            <a:endParaRPr lang="en-US" altLang="zh-CN" dirty="0">
              <a:solidFill>
                <a:schemeClr val="tx1"/>
              </a:solidFill>
              <a:ea typeface="宋体"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F640B10C-AF37-4BDB-91A0-697A541AAA64}"/>
              </a:ext>
            </a:extLst>
          </p:cNvPr>
          <p:cNvSpPr>
            <a:spLocks noGrp="1" noChangeArrowheads="1"/>
          </p:cNvSpPr>
          <p:nvPr>
            <p:ph type="title"/>
          </p:nvPr>
        </p:nvSpPr>
        <p:spPr/>
        <p:txBody>
          <a:bodyPr/>
          <a:lstStyle/>
          <a:p>
            <a:pPr eaLnBrk="1" hangingPunct="1">
              <a:defRPr/>
            </a:pPr>
            <a:r>
              <a:rPr lang="en-US" altLang="zh-CN" dirty="0">
                <a:latin typeface="Comic Sans MS" pitchFamily="66" charset="0"/>
                <a:ea typeface="宋体" pitchFamily="2" charset="-122"/>
              </a:rPr>
              <a:t>Outline</a:t>
            </a:r>
          </a:p>
        </p:txBody>
      </p:sp>
      <p:sp>
        <p:nvSpPr>
          <p:cNvPr id="40963" name="Rectangle 3">
            <a:extLst>
              <a:ext uri="{FF2B5EF4-FFF2-40B4-BE49-F238E27FC236}">
                <a16:creationId xmlns:a16="http://schemas.microsoft.com/office/drawing/2014/main" id="{8F67D74B-2763-4465-8060-959394697BB8}"/>
              </a:ext>
            </a:extLst>
          </p:cNvPr>
          <p:cNvSpPr>
            <a:spLocks noGrp="1" noChangeArrowheads="1"/>
          </p:cNvSpPr>
          <p:nvPr>
            <p:ph type="body" idx="1"/>
          </p:nvPr>
        </p:nvSpPr>
        <p:spPr>
          <a:xfrm>
            <a:off x="304800" y="1524000"/>
            <a:ext cx="8458200" cy="5029200"/>
          </a:xfrm>
        </p:spPr>
        <p:txBody>
          <a:bodyPr/>
          <a:lstStyle/>
          <a:p>
            <a:pPr eaLnBrk="1" hangingPunct="1">
              <a:lnSpc>
                <a:spcPct val="90000"/>
              </a:lnSpc>
              <a:defRPr/>
            </a:pPr>
            <a:r>
              <a:rPr lang="en-US" altLang="zh-CN" dirty="0">
                <a:ea typeface="宋体" pitchFamily="2" charset="-122"/>
              </a:rPr>
              <a:t>Study the asymptotic efficiency of algorithms</a:t>
            </a:r>
          </a:p>
          <a:p>
            <a:pPr eaLnBrk="1" hangingPunct="1">
              <a:lnSpc>
                <a:spcPct val="90000"/>
              </a:lnSpc>
              <a:defRPr/>
            </a:pPr>
            <a:r>
              <a:rPr lang="en-US" altLang="zh-CN" dirty="0">
                <a:ea typeface="宋体" pitchFamily="2" charset="-122"/>
              </a:rPr>
              <a:t>Give several standard methods for simplifying the asymptotic analysis of algorithms</a:t>
            </a:r>
          </a:p>
          <a:p>
            <a:pPr eaLnBrk="1" hangingPunct="1">
              <a:lnSpc>
                <a:spcPct val="90000"/>
              </a:lnSpc>
              <a:defRPr/>
            </a:pPr>
            <a:r>
              <a:rPr lang="en-US" altLang="zh-CN" dirty="0">
                <a:ea typeface="宋体" pitchFamily="2" charset="-122"/>
              </a:rPr>
              <a:t>Present several notational conventions used throughout this book </a:t>
            </a:r>
          </a:p>
          <a:p>
            <a:pPr eaLnBrk="1" hangingPunct="1">
              <a:lnSpc>
                <a:spcPct val="90000"/>
              </a:lnSpc>
              <a:defRPr/>
            </a:pPr>
            <a:r>
              <a:rPr lang="en-US" altLang="zh-CN" dirty="0">
                <a:ea typeface="宋体" pitchFamily="2" charset="-122"/>
              </a:rPr>
              <a:t>Review the behavior of functions that commonly arise in the analysis of algorithms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checkerboard(across)">
                                      <p:cBhvr>
                                        <p:cTn id="7" dur="500"/>
                                        <p:tgtEl>
                                          <p:spTgt spid="409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0963">
                                            <p:txEl>
                                              <p:pRg st="1" end="1"/>
                                            </p:txEl>
                                          </p:spTgt>
                                        </p:tgtEl>
                                        <p:attrNameLst>
                                          <p:attrName>style.visibility</p:attrName>
                                        </p:attrNameLst>
                                      </p:cBhvr>
                                      <p:to>
                                        <p:strVal val="visible"/>
                                      </p:to>
                                    </p:set>
                                    <p:animEffect transition="in" filter="checkerboard(across)">
                                      <p:cBhvr>
                                        <p:cTn id="12" dur="500"/>
                                        <p:tgtEl>
                                          <p:spTgt spid="409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0963">
                                            <p:txEl>
                                              <p:pRg st="2" end="2"/>
                                            </p:txEl>
                                          </p:spTgt>
                                        </p:tgtEl>
                                        <p:attrNameLst>
                                          <p:attrName>style.visibility</p:attrName>
                                        </p:attrNameLst>
                                      </p:cBhvr>
                                      <p:to>
                                        <p:strVal val="visible"/>
                                      </p:to>
                                    </p:set>
                                    <p:animEffect transition="in" filter="checkerboard(across)">
                                      <p:cBhvr>
                                        <p:cTn id="17" dur="500"/>
                                        <p:tgtEl>
                                          <p:spTgt spid="409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0963">
                                            <p:txEl>
                                              <p:pRg st="3" end="3"/>
                                            </p:txEl>
                                          </p:spTgt>
                                        </p:tgtEl>
                                        <p:attrNameLst>
                                          <p:attrName>style.visibility</p:attrName>
                                        </p:attrNameLst>
                                      </p:cBhvr>
                                      <p:to>
                                        <p:strVal val="visible"/>
                                      </p:to>
                                    </p:set>
                                    <p:animEffect transition="in" filter="checkerboard(across)">
                                      <p:cBhvr>
                                        <p:cTn id="22" dur="500"/>
                                        <p:tgtEl>
                                          <p:spTgt spid="409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a:extLst>
              <a:ext uri="{FF2B5EF4-FFF2-40B4-BE49-F238E27FC236}">
                <a16:creationId xmlns:a16="http://schemas.microsoft.com/office/drawing/2014/main" id="{3CF6FAC7-A6FB-4EFC-B63A-0207FF48B3D3}"/>
              </a:ext>
            </a:extLst>
          </p:cNvPr>
          <p:cNvSpPr>
            <a:spLocks noGrp="1" noChangeArrowheads="1"/>
          </p:cNvSpPr>
          <p:nvPr>
            <p:ph type="body" idx="1"/>
          </p:nvPr>
        </p:nvSpPr>
        <p:spPr>
          <a:xfrm>
            <a:off x="152400" y="1412875"/>
            <a:ext cx="8991600" cy="4911725"/>
          </a:xfrm>
        </p:spPr>
        <p:txBody>
          <a:bodyPr/>
          <a:lstStyle/>
          <a:p>
            <a:pPr eaLnBrk="1" hangingPunct="1">
              <a:lnSpc>
                <a:spcPct val="90000"/>
              </a:lnSpc>
              <a:defRPr/>
            </a:pPr>
            <a:r>
              <a:rPr lang="en-US" altLang="zh-CN" sz="3000" b="1" dirty="0">
                <a:solidFill>
                  <a:srgbClr val="FFFF00"/>
                </a:solidFill>
                <a:latin typeface="Times New Roman" pitchFamily="18" charset="0"/>
                <a:ea typeface="宋体" pitchFamily="2" charset="-122"/>
              </a:rPr>
              <a:t>Asymptotic efficiency</a:t>
            </a:r>
            <a:r>
              <a:rPr lang="en-US" altLang="zh-CN" sz="3000" dirty="0">
                <a:latin typeface="Times New Roman" pitchFamily="18" charset="0"/>
                <a:ea typeface="宋体" pitchFamily="2" charset="-122"/>
              </a:rPr>
              <a:t> of algorithms: We are concern with how the running time of an algorithm increases with the size of the input </a:t>
            </a:r>
            <a:r>
              <a:rPr lang="en-US" altLang="zh-CN" sz="3000" i="1" dirty="0">
                <a:solidFill>
                  <a:srgbClr val="FFFF00"/>
                </a:solidFill>
                <a:latin typeface="Times New Roman" pitchFamily="18" charset="0"/>
                <a:ea typeface="宋体" pitchFamily="2" charset="-122"/>
              </a:rPr>
              <a:t>in the limit, as the size of the input increases without bound</a:t>
            </a:r>
          </a:p>
          <a:p>
            <a:pPr eaLnBrk="1" hangingPunct="1">
              <a:lnSpc>
                <a:spcPct val="90000"/>
              </a:lnSpc>
              <a:defRPr/>
            </a:pPr>
            <a:r>
              <a:rPr lang="en-US" altLang="zh-CN" sz="3000" dirty="0">
                <a:latin typeface="Times New Roman" pitchFamily="18" charset="0"/>
                <a:ea typeface="宋体" pitchFamily="2" charset="-122"/>
              </a:rPr>
              <a:t>The notation we use to describe the </a:t>
            </a:r>
            <a:r>
              <a:rPr lang="en-US" altLang="zh-CN" sz="3000" i="1" dirty="0">
                <a:solidFill>
                  <a:srgbClr val="FFFF00"/>
                </a:solidFill>
                <a:effectLst/>
                <a:latin typeface="Times New Roman" pitchFamily="18" charset="0"/>
                <a:ea typeface="宋体" pitchFamily="2" charset="-122"/>
              </a:rPr>
              <a:t>asymptotic running time</a:t>
            </a:r>
            <a:r>
              <a:rPr lang="en-US" altLang="zh-CN" sz="3000" dirty="0">
                <a:latin typeface="Times New Roman" pitchFamily="18" charset="0"/>
                <a:ea typeface="宋体" pitchFamily="2" charset="-122"/>
              </a:rPr>
              <a:t> of an algorithm are defined in terms of function whose domain are the set of </a:t>
            </a:r>
            <a:r>
              <a:rPr lang="en-US" altLang="zh-CN" sz="3000" i="1" dirty="0">
                <a:solidFill>
                  <a:srgbClr val="FFFF00"/>
                </a:solidFill>
                <a:latin typeface="Times New Roman" pitchFamily="18" charset="0"/>
                <a:ea typeface="宋体" pitchFamily="2" charset="-122"/>
              </a:rPr>
              <a:t>natural numbers</a:t>
            </a:r>
            <a:r>
              <a:rPr lang="en-US" altLang="zh-CN" sz="3000" dirty="0">
                <a:latin typeface="Times New Roman" pitchFamily="18" charset="0"/>
                <a:ea typeface="宋体" pitchFamily="2" charset="-122"/>
              </a:rPr>
              <a:t> N={0,1,2,…}-</a:t>
            </a:r>
            <a:r>
              <a:rPr lang="en-US" altLang="zh-CN" sz="3000" dirty="0">
                <a:latin typeface="Times New Roman" pitchFamily="18" charset="0"/>
                <a:ea typeface="宋体" pitchFamily="2" charset="-122"/>
                <a:sym typeface="Wingdings" pitchFamily="2" charset="2"/>
              </a:rPr>
              <a:t></a:t>
            </a:r>
            <a:r>
              <a:rPr lang="en-US" altLang="zh-CN" sz="3000" b="1" i="1" dirty="0">
                <a:solidFill>
                  <a:srgbClr val="FFFF00"/>
                </a:solidFill>
                <a:latin typeface="Times New Roman" pitchFamily="18" charset="0"/>
                <a:ea typeface="宋体" pitchFamily="2" charset="-122"/>
                <a:sym typeface="Wingdings" pitchFamily="2" charset="2"/>
              </a:rPr>
              <a:t>T(n)</a:t>
            </a:r>
            <a:endParaRPr lang="en-US" altLang="zh-CN" sz="3000" b="1" i="1" dirty="0">
              <a:solidFill>
                <a:srgbClr val="FFFF00"/>
              </a:solidFill>
              <a:latin typeface="Times New Roman" pitchFamily="18" charset="0"/>
              <a:ea typeface="宋体" pitchFamily="2" charset="-122"/>
            </a:endParaRPr>
          </a:p>
          <a:p>
            <a:pPr eaLnBrk="1" hangingPunct="1">
              <a:lnSpc>
                <a:spcPct val="90000"/>
              </a:lnSpc>
              <a:defRPr/>
            </a:pPr>
            <a:r>
              <a:rPr lang="en-US" altLang="zh-CN" sz="3000" dirty="0">
                <a:latin typeface="Times New Roman" pitchFamily="18" charset="0"/>
                <a:ea typeface="宋体" pitchFamily="2" charset="-122"/>
              </a:rPr>
              <a:t>It is important to understand the </a:t>
            </a:r>
            <a:r>
              <a:rPr lang="en-US" altLang="zh-CN" sz="3000" i="1" dirty="0">
                <a:solidFill>
                  <a:srgbClr val="FFFF00"/>
                </a:solidFill>
                <a:effectLst/>
                <a:latin typeface="Times New Roman" pitchFamily="18" charset="0"/>
                <a:ea typeface="宋体" pitchFamily="2" charset="-122"/>
              </a:rPr>
              <a:t>precise meaning</a:t>
            </a:r>
            <a:r>
              <a:rPr lang="en-US" altLang="zh-CN" sz="3000" dirty="0">
                <a:latin typeface="Times New Roman" pitchFamily="18" charset="0"/>
                <a:ea typeface="宋体" pitchFamily="2" charset="-122"/>
              </a:rPr>
              <a:t> of the notation so that when it is sometimes </a:t>
            </a:r>
            <a:r>
              <a:rPr lang="en-US" altLang="zh-CN" sz="3000" i="1" dirty="0">
                <a:solidFill>
                  <a:srgbClr val="FFFF00"/>
                </a:solidFill>
                <a:effectLst/>
                <a:latin typeface="Times New Roman" pitchFamily="18" charset="0"/>
                <a:ea typeface="宋体" pitchFamily="2" charset="-122"/>
              </a:rPr>
              <a:t>abused</a:t>
            </a:r>
            <a:r>
              <a:rPr lang="en-US" altLang="zh-CN" sz="3000" dirty="0">
                <a:latin typeface="Times New Roman" pitchFamily="18" charset="0"/>
                <a:ea typeface="宋体" pitchFamily="2" charset="-122"/>
              </a:rPr>
              <a:t>, it is not </a:t>
            </a:r>
            <a:r>
              <a:rPr lang="en-US" altLang="zh-CN" sz="3000" i="1" dirty="0">
                <a:solidFill>
                  <a:srgbClr val="FFFF00"/>
                </a:solidFill>
                <a:effectLst/>
                <a:latin typeface="Times New Roman" pitchFamily="18" charset="0"/>
                <a:ea typeface="宋体" pitchFamily="2" charset="-122"/>
              </a:rPr>
              <a:t>misused</a:t>
            </a:r>
            <a:r>
              <a:rPr lang="en-US" altLang="zh-CN" sz="3000" dirty="0">
                <a:latin typeface="Times New Roman" pitchFamily="18" charset="0"/>
                <a:ea typeface="宋体" pitchFamily="2" charset="-122"/>
              </a:rPr>
              <a:t>.</a:t>
            </a:r>
          </a:p>
        </p:txBody>
      </p:sp>
      <p:sp>
        <p:nvSpPr>
          <p:cNvPr id="43012" name="Rectangle 4">
            <a:extLst>
              <a:ext uri="{FF2B5EF4-FFF2-40B4-BE49-F238E27FC236}">
                <a16:creationId xmlns:a16="http://schemas.microsoft.com/office/drawing/2014/main" id="{83013726-48D0-4A1E-B6EE-E392C37E0321}"/>
              </a:ext>
            </a:extLst>
          </p:cNvPr>
          <p:cNvSpPr>
            <a:spLocks noGrp="1" noChangeArrowheads="1"/>
          </p:cNvSpPr>
          <p:nvPr>
            <p:ph type="title"/>
          </p:nvPr>
        </p:nvSpPr>
        <p:spPr>
          <a:xfrm>
            <a:off x="685800" y="381000"/>
            <a:ext cx="7848600" cy="685800"/>
          </a:xfrm>
        </p:spPr>
        <p:txBody>
          <a:bodyPr/>
          <a:lstStyle/>
          <a:p>
            <a:pPr eaLnBrk="1" hangingPunct="1">
              <a:defRPr/>
            </a:pPr>
            <a:r>
              <a:rPr lang="en-US" altLang="zh-CN" b="1">
                <a:latin typeface="Comic Sans MS" pitchFamily="66" charset="0"/>
                <a:ea typeface="宋体" pitchFamily="2" charset="-122"/>
              </a:rPr>
              <a:t>Asymptotic Notation(1)</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checkerboard(across)">
                                      <p:cBhvr>
                                        <p:cTn id="7" dur="500"/>
                                        <p:tgtEl>
                                          <p:spTgt spid="43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checkerboard(across)">
                                      <p:cBhvr>
                                        <p:cTn id="12" dur="500"/>
                                        <p:tgtEl>
                                          <p:spTgt spid="430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checkerboard(across)">
                                      <p:cBhvr>
                                        <p:cTn id="17" dur="500"/>
                                        <p:tgtEl>
                                          <p:spTgt spid="430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DD8A66A-B8CB-4675-AF26-5250B68A0296}"/>
              </a:ext>
            </a:extLst>
          </p:cNvPr>
          <p:cNvSpPr>
            <a:spLocks noGrp="1" noChangeArrowheads="1"/>
          </p:cNvSpPr>
          <p:nvPr>
            <p:ph type="title"/>
          </p:nvPr>
        </p:nvSpPr>
        <p:spPr>
          <a:xfrm>
            <a:off x="685800" y="381000"/>
            <a:ext cx="7848600" cy="685800"/>
          </a:xfrm>
        </p:spPr>
        <p:txBody>
          <a:bodyPr/>
          <a:lstStyle/>
          <a:p>
            <a:pPr eaLnBrk="1" hangingPunct="1">
              <a:defRPr/>
            </a:pPr>
            <a:r>
              <a:rPr lang="en-US" altLang="zh-CN" sz="4000" b="1" dirty="0">
                <a:latin typeface="Comic Sans MS" pitchFamily="66" charset="0"/>
                <a:ea typeface="宋体" pitchFamily="2" charset="-122"/>
              </a:rPr>
              <a:t>Asymptotic Notation</a:t>
            </a:r>
          </a:p>
        </p:txBody>
      </p:sp>
      <p:sp>
        <p:nvSpPr>
          <p:cNvPr id="19459" name="Rectangle 3">
            <a:extLst>
              <a:ext uri="{FF2B5EF4-FFF2-40B4-BE49-F238E27FC236}">
                <a16:creationId xmlns:a16="http://schemas.microsoft.com/office/drawing/2014/main" id="{B48D4E9F-8D37-46D9-AE41-338E6E5FFC9C}"/>
              </a:ext>
            </a:extLst>
          </p:cNvPr>
          <p:cNvSpPr>
            <a:spLocks noGrp="1" noChangeArrowheads="1"/>
          </p:cNvSpPr>
          <p:nvPr>
            <p:ph type="body" idx="1"/>
          </p:nvPr>
        </p:nvSpPr>
        <p:spPr>
          <a:xfrm>
            <a:off x="76200" y="1219200"/>
            <a:ext cx="9067800" cy="1524000"/>
          </a:xfrm>
        </p:spPr>
        <p:txBody>
          <a:bodyPr/>
          <a:lstStyle/>
          <a:p>
            <a:pPr eaLnBrk="1" hangingPunct="1">
              <a:lnSpc>
                <a:spcPct val="90000"/>
              </a:lnSpc>
              <a:defRPr/>
            </a:pPr>
            <a:r>
              <a:rPr lang="zh-CN" altLang="en-US" sz="3000" b="1" dirty="0">
                <a:ea typeface="宋体" pitchFamily="2" charset="-122"/>
                <a:sym typeface="Symbol" pitchFamily="18" charset="2"/>
              </a:rPr>
              <a:t></a:t>
            </a:r>
            <a:r>
              <a:rPr lang="en-US" altLang="zh-CN" sz="3000" i="1" dirty="0">
                <a:ea typeface="宋体" pitchFamily="2" charset="-122"/>
              </a:rPr>
              <a:t>-</a:t>
            </a:r>
            <a:r>
              <a:rPr lang="en-US" altLang="zh-CN" sz="3000" dirty="0">
                <a:ea typeface="宋体" pitchFamily="2" charset="-122"/>
              </a:rPr>
              <a:t>notation</a:t>
            </a:r>
          </a:p>
          <a:p>
            <a:pPr lvl="1" eaLnBrk="1" hangingPunct="1">
              <a:lnSpc>
                <a:spcPct val="90000"/>
              </a:lnSpc>
              <a:defRPr/>
            </a:pPr>
            <a:r>
              <a:rPr lang="en-US" altLang="zh-CN" sz="2600" i="1" dirty="0">
                <a:solidFill>
                  <a:srgbClr val="FFFF00"/>
                </a:solidFill>
                <a:latin typeface="Times New Roman" pitchFamily="18" charset="0"/>
                <a:ea typeface="宋体" pitchFamily="2" charset="-122"/>
                <a:sym typeface="Symbol" pitchFamily="18" charset="2"/>
              </a:rPr>
              <a:t> </a:t>
            </a:r>
            <a:r>
              <a:rPr lang="en-US" altLang="zh-CN" sz="2600" i="1" dirty="0">
                <a:solidFill>
                  <a:srgbClr val="FFFF00"/>
                </a:solidFill>
                <a:latin typeface="Times New Roman" pitchFamily="18" charset="0"/>
                <a:ea typeface="宋体" pitchFamily="2" charset="-122"/>
              </a:rPr>
              <a:t>(g(n))</a:t>
            </a:r>
            <a:r>
              <a:rPr lang="en-US" altLang="zh-CN" sz="2600" i="1" dirty="0">
                <a:latin typeface="Times New Roman" pitchFamily="18" charset="0"/>
                <a:ea typeface="宋体" pitchFamily="2" charset="-122"/>
              </a:rPr>
              <a:t> </a:t>
            </a:r>
            <a:r>
              <a:rPr lang="en-US" altLang="zh-CN" sz="2600" dirty="0">
                <a:latin typeface="Times New Roman" pitchFamily="18" charset="0"/>
                <a:ea typeface="宋体" pitchFamily="2" charset="-122"/>
              </a:rPr>
              <a:t>= {</a:t>
            </a:r>
            <a:r>
              <a:rPr lang="en-US" altLang="zh-CN" sz="2600" i="1" dirty="0">
                <a:solidFill>
                  <a:srgbClr val="99FF66"/>
                </a:solidFill>
                <a:latin typeface="Times New Roman" pitchFamily="18" charset="0"/>
                <a:ea typeface="宋体" pitchFamily="2" charset="-122"/>
              </a:rPr>
              <a:t>f (n)</a:t>
            </a:r>
            <a:r>
              <a:rPr lang="en-US" altLang="zh-CN" sz="2600" i="1" dirty="0">
                <a:latin typeface="Times New Roman" pitchFamily="18" charset="0"/>
                <a:ea typeface="宋体" pitchFamily="2" charset="-122"/>
              </a:rPr>
              <a:t> </a:t>
            </a:r>
            <a:r>
              <a:rPr lang="en-US" altLang="zh-CN" sz="2600" dirty="0">
                <a:latin typeface="Times New Roman" pitchFamily="18" charset="0"/>
                <a:ea typeface="宋体" pitchFamily="2" charset="-122"/>
              </a:rPr>
              <a:t>: there </a:t>
            </a:r>
            <a:r>
              <a:rPr lang="en-US" altLang="zh-CN" sz="2600" dirty="0">
                <a:solidFill>
                  <a:srgbClr val="FFFF00"/>
                </a:solidFill>
                <a:latin typeface="Times New Roman" pitchFamily="18" charset="0"/>
                <a:ea typeface="宋体" pitchFamily="2" charset="-122"/>
              </a:rPr>
              <a:t>exist</a:t>
            </a:r>
            <a:r>
              <a:rPr lang="en-US" altLang="zh-CN" sz="2600" dirty="0">
                <a:latin typeface="Times New Roman" pitchFamily="18" charset="0"/>
                <a:ea typeface="宋体" pitchFamily="2" charset="-122"/>
              </a:rPr>
              <a:t> </a:t>
            </a:r>
            <a:r>
              <a:rPr lang="en-US" altLang="zh-CN" sz="2600" dirty="0">
                <a:solidFill>
                  <a:srgbClr val="FFFF00"/>
                </a:solidFill>
                <a:latin typeface="Times New Roman" pitchFamily="18" charset="0"/>
                <a:ea typeface="宋体" pitchFamily="2" charset="-122"/>
              </a:rPr>
              <a:t>positive</a:t>
            </a:r>
            <a:r>
              <a:rPr lang="en-US" altLang="zh-CN" sz="2600" dirty="0">
                <a:latin typeface="Times New Roman" pitchFamily="18" charset="0"/>
                <a:ea typeface="宋体" pitchFamily="2" charset="-122"/>
              </a:rPr>
              <a:t> constants</a:t>
            </a:r>
            <a:r>
              <a:rPr lang="en-US" altLang="zh-CN" sz="2600" dirty="0">
                <a:solidFill>
                  <a:srgbClr val="008000"/>
                </a:solidFill>
                <a:latin typeface="Times New Roman" pitchFamily="18" charset="0"/>
                <a:ea typeface="宋体" pitchFamily="2" charset="-122"/>
              </a:rPr>
              <a:t> </a:t>
            </a:r>
            <a:r>
              <a:rPr lang="en-US" altLang="zh-CN" sz="2600" b="1" i="1" u="sng" dirty="0">
                <a:solidFill>
                  <a:srgbClr val="FFFF00"/>
                </a:solidFill>
                <a:latin typeface="Times New Roman" pitchFamily="18" charset="0"/>
                <a:ea typeface="宋体" pitchFamily="2" charset="-122"/>
              </a:rPr>
              <a:t>c</a:t>
            </a:r>
            <a:r>
              <a:rPr lang="en-US" altLang="zh-CN" sz="2600" b="1" i="1" u="sng" baseline="-25000" dirty="0">
                <a:solidFill>
                  <a:srgbClr val="FFFF00"/>
                </a:solidFill>
                <a:latin typeface="Times New Roman" pitchFamily="18" charset="0"/>
                <a:ea typeface="宋体" pitchFamily="2" charset="-122"/>
              </a:rPr>
              <a:t>1 </a:t>
            </a:r>
            <a:r>
              <a:rPr lang="en-US" altLang="zh-CN" sz="2600" i="1" dirty="0">
                <a:solidFill>
                  <a:srgbClr val="FFFF00"/>
                </a:solidFill>
                <a:latin typeface="Times New Roman" pitchFamily="18" charset="0"/>
                <a:ea typeface="宋体" pitchFamily="2" charset="-122"/>
              </a:rPr>
              <a:t>, </a:t>
            </a:r>
            <a:r>
              <a:rPr lang="en-US" altLang="zh-CN" sz="2600" b="1" i="1" u="sng" dirty="0">
                <a:solidFill>
                  <a:srgbClr val="FFFF00"/>
                </a:solidFill>
                <a:latin typeface="Times New Roman" pitchFamily="18" charset="0"/>
                <a:ea typeface="宋体" pitchFamily="2" charset="-122"/>
              </a:rPr>
              <a:t>c</a:t>
            </a:r>
            <a:r>
              <a:rPr lang="en-US" altLang="zh-CN" sz="2600" b="1" i="1" u="sng" baseline="-25000" dirty="0">
                <a:solidFill>
                  <a:srgbClr val="FFFF00"/>
                </a:solidFill>
                <a:latin typeface="Times New Roman" pitchFamily="18" charset="0"/>
                <a:ea typeface="宋体" pitchFamily="2" charset="-122"/>
              </a:rPr>
              <a:t>2</a:t>
            </a:r>
            <a:r>
              <a:rPr lang="en-US" altLang="zh-CN" sz="2600" i="1" dirty="0">
                <a:latin typeface="Times New Roman" pitchFamily="18" charset="0"/>
                <a:ea typeface="宋体" pitchFamily="2" charset="-122"/>
              </a:rPr>
              <a:t> </a:t>
            </a:r>
            <a:r>
              <a:rPr lang="en-US" altLang="zh-CN" sz="2600" dirty="0">
                <a:latin typeface="Times New Roman" pitchFamily="18" charset="0"/>
                <a:ea typeface="宋体" pitchFamily="2" charset="-122"/>
              </a:rPr>
              <a:t>and </a:t>
            </a:r>
            <a:r>
              <a:rPr lang="en-US" altLang="zh-CN" sz="2600" i="1" dirty="0">
                <a:solidFill>
                  <a:srgbClr val="FFFF00"/>
                </a:solidFill>
                <a:latin typeface="Times New Roman" pitchFamily="18" charset="0"/>
                <a:ea typeface="宋体" pitchFamily="2" charset="-122"/>
              </a:rPr>
              <a:t>n</a:t>
            </a:r>
            <a:r>
              <a:rPr lang="en-US" altLang="zh-CN" sz="2600" baseline="-25000" dirty="0">
                <a:solidFill>
                  <a:srgbClr val="FFFF00"/>
                </a:solidFill>
                <a:latin typeface="Times New Roman" pitchFamily="18" charset="0"/>
                <a:ea typeface="宋体" pitchFamily="2" charset="-122"/>
              </a:rPr>
              <a:t>0</a:t>
            </a:r>
            <a:r>
              <a:rPr lang="en-US" altLang="zh-CN" sz="2600" dirty="0">
                <a:solidFill>
                  <a:srgbClr val="99FF66"/>
                </a:solidFill>
                <a:latin typeface="Times New Roman" pitchFamily="18" charset="0"/>
                <a:ea typeface="宋体" pitchFamily="2" charset="-122"/>
              </a:rPr>
              <a:t>  </a:t>
            </a:r>
          </a:p>
          <a:p>
            <a:pPr lvl="1" eaLnBrk="1" hangingPunct="1">
              <a:lnSpc>
                <a:spcPct val="90000"/>
              </a:lnSpc>
              <a:buFontTx/>
              <a:buNone/>
              <a:defRPr/>
            </a:pPr>
            <a:r>
              <a:rPr lang="en-US" altLang="zh-CN" sz="2600" dirty="0">
                <a:latin typeface="Times New Roman" pitchFamily="18" charset="0"/>
                <a:ea typeface="宋体" pitchFamily="2" charset="-122"/>
              </a:rPr>
              <a:t>		such that  </a:t>
            </a:r>
            <a:r>
              <a:rPr lang="en-US" altLang="zh-CN" sz="2600" b="1" i="1" u="sng" dirty="0">
                <a:solidFill>
                  <a:srgbClr val="FFFF00"/>
                </a:solidFill>
                <a:latin typeface="Times New Roman" pitchFamily="18" charset="0"/>
                <a:ea typeface="宋体" pitchFamily="2" charset="-122"/>
              </a:rPr>
              <a:t>0 ≤ c</a:t>
            </a:r>
            <a:r>
              <a:rPr lang="en-US" altLang="zh-CN" sz="2600" b="1" i="1" u="sng" baseline="-25000" dirty="0">
                <a:solidFill>
                  <a:srgbClr val="FFFF00"/>
                </a:solidFill>
                <a:latin typeface="Times New Roman" pitchFamily="18" charset="0"/>
                <a:ea typeface="宋体" pitchFamily="2" charset="-122"/>
              </a:rPr>
              <a:t>1</a:t>
            </a:r>
            <a:r>
              <a:rPr lang="en-US" altLang="zh-CN" sz="2600" b="1" i="1" u="sng" dirty="0">
                <a:solidFill>
                  <a:srgbClr val="FFFF00"/>
                </a:solidFill>
                <a:latin typeface="Times New Roman" pitchFamily="18" charset="0"/>
                <a:ea typeface="宋体" pitchFamily="2" charset="-122"/>
              </a:rPr>
              <a:t> g(n) ≤  f(n) ≤ c</a:t>
            </a:r>
            <a:r>
              <a:rPr lang="en-US" altLang="zh-CN" sz="2600" b="1" i="1" u="sng" baseline="-25000" dirty="0">
                <a:solidFill>
                  <a:srgbClr val="FFFF00"/>
                </a:solidFill>
                <a:latin typeface="Times New Roman" pitchFamily="18" charset="0"/>
                <a:ea typeface="宋体" pitchFamily="2" charset="-122"/>
              </a:rPr>
              <a:t>2</a:t>
            </a:r>
            <a:r>
              <a:rPr lang="en-US" altLang="zh-CN" sz="2600" b="1" i="1" u="sng" dirty="0">
                <a:solidFill>
                  <a:srgbClr val="FFFF00"/>
                </a:solidFill>
                <a:latin typeface="Times New Roman" pitchFamily="18" charset="0"/>
                <a:ea typeface="宋体" pitchFamily="2" charset="-122"/>
              </a:rPr>
              <a:t> g(n)</a:t>
            </a:r>
            <a:r>
              <a:rPr lang="en-US" altLang="zh-CN" sz="2600" i="1" dirty="0">
                <a:latin typeface="Times New Roman" pitchFamily="18" charset="0"/>
                <a:ea typeface="宋体" pitchFamily="2" charset="-122"/>
              </a:rPr>
              <a:t> </a:t>
            </a:r>
            <a:r>
              <a:rPr lang="en-US" altLang="zh-CN" sz="2600" dirty="0">
                <a:latin typeface="Times New Roman" pitchFamily="18" charset="0"/>
                <a:ea typeface="宋体" pitchFamily="2" charset="-122"/>
              </a:rPr>
              <a:t>for all </a:t>
            </a:r>
            <a:r>
              <a:rPr lang="en-US" altLang="zh-CN" sz="2600" u="sng" dirty="0">
                <a:solidFill>
                  <a:srgbClr val="FFFF00"/>
                </a:solidFill>
                <a:latin typeface="Times New Roman" pitchFamily="18" charset="0"/>
                <a:ea typeface="宋体" pitchFamily="2" charset="-122"/>
              </a:rPr>
              <a:t>n ≥ </a:t>
            </a:r>
            <a:r>
              <a:rPr lang="en-US" altLang="zh-CN" sz="2600" i="1" dirty="0">
                <a:solidFill>
                  <a:srgbClr val="FFFF00"/>
                </a:solidFill>
                <a:latin typeface="Times New Roman" pitchFamily="18" charset="0"/>
                <a:ea typeface="宋体" pitchFamily="2" charset="-122"/>
              </a:rPr>
              <a:t>n</a:t>
            </a:r>
            <a:r>
              <a:rPr lang="en-US" altLang="zh-CN" sz="2600" baseline="-25000" dirty="0">
                <a:solidFill>
                  <a:srgbClr val="FFFF00"/>
                </a:solidFill>
                <a:latin typeface="Times New Roman" pitchFamily="18" charset="0"/>
                <a:ea typeface="宋体" pitchFamily="2" charset="-122"/>
              </a:rPr>
              <a:t>0</a:t>
            </a:r>
            <a:r>
              <a:rPr lang="en-US" altLang="zh-CN" sz="2600" dirty="0">
                <a:solidFill>
                  <a:srgbClr val="99FF66"/>
                </a:solidFill>
                <a:latin typeface="Times New Roman" pitchFamily="18" charset="0"/>
                <a:ea typeface="宋体" pitchFamily="2" charset="-122"/>
              </a:rPr>
              <a:t> </a:t>
            </a:r>
            <a:r>
              <a:rPr lang="en-US" altLang="zh-CN" sz="2600" dirty="0">
                <a:latin typeface="Times New Roman" pitchFamily="18" charset="0"/>
                <a:ea typeface="宋体" pitchFamily="2" charset="-122"/>
              </a:rPr>
              <a:t>} </a:t>
            </a:r>
            <a:r>
              <a:rPr lang="en-US" altLang="zh-CN" sz="2600" i="1" dirty="0">
                <a:solidFill>
                  <a:srgbClr val="FFFF00"/>
                </a:solidFill>
                <a:effectLst/>
                <a:ea typeface="宋体" pitchFamily="2" charset="-122"/>
              </a:rPr>
              <a:t> </a:t>
            </a:r>
          </a:p>
        </p:txBody>
      </p:sp>
      <p:sp>
        <p:nvSpPr>
          <p:cNvPr id="19460" name="AutoShape 4">
            <a:extLst>
              <a:ext uri="{FF2B5EF4-FFF2-40B4-BE49-F238E27FC236}">
                <a16:creationId xmlns:a16="http://schemas.microsoft.com/office/drawing/2014/main" id="{C89EB54D-89E1-49B5-B141-67F654D718D4}"/>
              </a:ext>
            </a:extLst>
          </p:cNvPr>
          <p:cNvSpPr>
            <a:spLocks noChangeArrowheads="1"/>
          </p:cNvSpPr>
          <p:nvPr/>
        </p:nvSpPr>
        <p:spPr bwMode="auto">
          <a:xfrm>
            <a:off x="6324600" y="3276600"/>
            <a:ext cx="2971800" cy="609600"/>
          </a:xfrm>
          <a:prstGeom prst="wedgeRoundRectCallout">
            <a:avLst>
              <a:gd name="adj1" fmla="val 4401"/>
              <a:gd name="adj2" fmla="val -167449"/>
              <a:gd name="adj3" fmla="val 16667"/>
            </a:avLst>
          </a:prstGeom>
          <a:solidFill>
            <a:srgbClr val="FFFF99"/>
          </a:solidFill>
          <a:ln w="9525">
            <a:solidFill>
              <a:srgbClr val="000000"/>
            </a:solidFill>
            <a:miter lim="800000"/>
            <a:headEnd/>
            <a:tailEnd/>
          </a:ln>
          <a:effectLst/>
        </p:spPr>
        <p:txBody>
          <a:bodyPr/>
          <a:lstStyle/>
          <a:p>
            <a:pPr algn="ctr">
              <a:defRPr/>
            </a:pPr>
            <a:r>
              <a:rPr lang="en-US" altLang="zh-CN" sz="2600" b="1" i="1">
                <a:solidFill>
                  <a:srgbClr val="000000"/>
                </a:solidFill>
                <a:effectLst>
                  <a:outerShdw blurRad="38100" dist="38100" dir="2700000" algn="tl">
                    <a:srgbClr val="FFFFFF"/>
                  </a:outerShdw>
                </a:effectLst>
                <a:latin typeface="Times New Roman" pitchFamily="18" charset="0"/>
                <a:ea typeface="宋体" pitchFamily="2" charset="-122"/>
              </a:rPr>
              <a:t>sufficiently large n</a:t>
            </a:r>
          </a:p>
        </p:txBody>
      </p:sp>
      <p:sp>
        <p:nvSpPr>
          <p:cNvPr id="19462" name="Rectangle 6">
            <a:extLst>
              <a:ext uri="{FF2B5EF4-FFF2-40B4-BE49-F238E27FC236}">
                <a16:creationId xmlns:a16="http://schemas.microsoft.com/office/drawing/2014/main" id="{C077103C-0070-4F47-8FD0-C91FC7E4C830}"/>
              </a:ext>
            </a:extLst>
          </p:cNvPr>
          <p:cNvSpPr>
            <a:spLocks noChangeArrowheads="1"/>
          </p:cNvSpPr>
          <p:nvPr/>
        </p:nvSpPr>
        <p:spPr bwMode="auto">
          <a:xfrm>
            <a:off x="152400" y="2590800"/>
            <a:ext cx="8686800" cy="762000"/>
          </a:xfrm>
          <a:prstGeom prst="rect">
            <a:avLst/>
          </a:prstGeom>
          <a:noFill/>
          <a:ln w="9525">
            <a:noFill/>
            <a:miter lim="800000"/>
            <a:headEnd/>
            <a:tailEnd/>
          </a:ln>
          <a:effectLst/>
        </p:spPr>
        <p:txBody>
          <a:bodyPr/>
          <a:lstStyle/>
          <a:p>
            <a:pPr marL="342900" indent="-342900" eaLnBrk="1" hangingPunct="1">
              <a:lnSpc>
                <a:spcPct val="90000"/>
              </a:lnSpc>
              <a:spcBef>
                <a:spcPct val="20000"/>
              </a:spcBef>
              <a:buClr>
                <a:schemeClr val="hlink"/>
              </a:buClr>
              <a:buSzPct val="90000"/>
              <a:buFont typeface="Wingdings" pitchFamily="2" charset="2"/>
              <a:buNone/>
              <a:defRPr/>
            </a:pPr>
            <a:endParaRPr lang="en-US" altLang="zh-CN" sz="1000" dirty="0">
              <a:effectLst>
                <a:outerShdw blurRad="38100" dist="38100" dir="2700000" algn="tl">
                  <a:srgbClr val="000000"/>
                </a:outerShdw>
              </a:effectLst>
              <a:latin typeface="Arial" charset="0"/>
              <a:ea typeface="宋体" pitchFamily="2" charset="-122"/>
            </a:endParaRPr>
          </a:p>
          <a:p>
            <a:pPr marL="742950" lvl="1" indent="-285750" eaLnBrk="1" hangingPunct="1">
              <a:lnSpc>
                <a:spcPct val="90000"/>
              </a:lnSpc>
              <a:spcBef>
                <a:spcPct val="20000"/>
              </a:spcBef>
              <a:buFontTx/>
              <a:buChar char="–"/>
              <a:defRPr/>
            </a:pPr>
            <a:r>
              <a:rPr lang="en-US" altLang="zh-CN" sz="2600" dirty="0">
                <a:effectLst>
                  <a:outerShdw blurRad="38100" dist="38100" dir="2700000" algn="tl">
                    <a:srgbClr val="000000"/>
                  </a:outerShdw>
                </a:effectLst>
                <a:latin typeface="Times New Roman" pitchFamily="18" charset="0"/>
                <a:ea typeface="宋体" pitchFamily="2" charset="-122"/>
                <a:sym typeface="Symbol" pitchFamily="18" charset="2"/>
              </a:rPr>
              <a:t>For a given function </a:t>
            </a:r>
            <a:r>
              <a:rPr lang="en-US" altLang="zh-CN" sz="2600" b="1" i="1" dirty="0">
                <a:effectLst>
                  <a:outerShdw blurRad="38100" dist="38100" dir="2700000" algn="tl">
                    <a:srgbClr val="000000"/>
                  </a:outerShdw>
                </a:effectLst>
                <a:latin typeface="Times New Roman" pitchFamily="18" charset="0"/>
                <a:ea typeface="宋体" pitchFamily="2" charset="-122"/>
                <a:sym typeface="Symbol" pitchFamily="18" charset="2"/>
              </a:rPr>
              <a:t>g(n),</a:t>
            </a:r>
            <a:r>
              <a:rPr lang="en-US" altLang="zh-CN" sz="2600" dirty="0">
                <a:effectLst>
                  <a:outerShdw blurRad="38100" dist="38100" dir="2700000" algn="tl">
                    <a:srgbClr val="000000"/>
                  </a:outerShdw>
                </a:effectLst>
                <a:latin typeface="Times New Roman" pitchFamily="18" charset="0"/>
                <a:ea typeface="宋体" pitchFamily="2" charset="-122"/>
                <a:sym typeface="Symbol" pitchFamily="18" charset="2"/>
              </a:rPr>
              <a:t> </a:t>
            </a:r>
            <a:r>
              <a:rPr lang="en-US" altLang="zh-CN" sz="2600" i="1" dirty="0">
                <a:solidFill>
                  <a:srgbClr val="FFFF00"/>
                </a:solidFill>
                <a:effectLst>
                  <a:outerShdw blurRad="38100" dist="38100" dir="2700000" algn="tl">
                    <a:srgbClr val="000000"/>
                  </a:outerShdw>
                </a:effectLst>
                <a:latin typeface="Times New Roman" pitchFamily="18" charset="0"/>
                <a:ea typeface="宋体" pitchFamily="2" charset="-122"/>
                <a:sym typeface="Symbol" pitchFamily="18" charset="2"/>
              </a:rPr>
              <a:t> </a:t>
            </a:r>
            <a:r>
              <a:rPr lang="en-US" altLang="zh-CN" sz="2600" i="1" dirty="0">
                <a:solidFill>
                  <a:srgbClr val="FFFF00"/>
                </a:solidFill>
                <a:effectLst>
                  <a:outerShdw blurRad="38100" dist="38100" dir="2700000" algn="tl">
                    <a:srgbClr val="000000"/>
                  </a:outerShdw>
                </a:effectLst>
                <a:latin typeface="Times New Roman" pitchFamily="18" charset="0"/>
                <a:ea typeface="宋体" pitchFamily="2" charset="-122"/>
              </a:rPr>
              <a:t>(g(n))</a:t>
            </a:r>
            <a:r>
              <a:rPr lang="en-US" altLang="zh-CN" sz="2600" i="1" dirty="0">
                <a:effectLst>
                  <a:outerShdw blurRad="38100" dist="38100" dir="2700000" algn="tl">
                    <a:srgbClr val="000000"/>
                  </a:outerShdw>
                </a:effectLst>
                <a:latin typeface="Times New Roman" pitchFamily="18" charset="0"/>
                <a:ea typeface="宋体" pitchFamily="2" charset="-122"/>
              </a:rPr>
              <a:t> </a:t>
            </a:r>
            <a:r>
              <a:rPr lang="en-US" altLang="zh-CN" sz="2600" dirty="0">
                <a:effectLst>
                  <a:outerShdw blurRad="38100" dist="38100" dir="2700000" algn="tl">
                    <a:srgbClr val="000000"/>
                  </a:outerShdw>
                </a:effectLst>
                <a:latin typeface="Times New Roman" pitchFamily="18" charset="0"/>
                <a:ea typeface="宋体" pitchFamily="2" charset="-122"/>
              </a:rPr>
              <a:t>is </a:t>
            </a:r>
            <a:r>
              <a:rPr lang="en-US" altLang="zh-CN" sz="2600" b="1" i="1" dirty="0">
                <a:solidFill>
                  <a:srgbClr val="FFFF00"/>
                </a:solidFill>
                <a:effectLst>
                  <a:outerShdw blurRad="38100" dist="38100" dir="2700000" algn="tl">
                    <a:srgbClr val="000000"/>
                  </a:outerShdw>
                </a:effectLst>
                <a:latin typeface="Times New Roman" pitchFamily="18" charset="0"/>
                <a:ea typeface="宋体" pitchFamily="2" charset="-122"/>
              </a:rPr>
              <a:t>set of functions</a:t>
            </a:r>
            <a:r>
              <a:rPr lang="en-US" altLang="zh-CN" sz="2600" dirty="0">
                <a:effectLst>
                  <a:outerShdw blurRad="38100" dist="38100" dir="2700000" algn="tl">
                    <a:srgbClr val="000000"/>
                  </a:outerShdw>
                </a:effectLst>
                <a:latin typeface="Times New Roman" pitchFamily="18" charset="0"/>
                <a:ea typeface="宋体" pitchFamily="2" charset="-122"/>
              </a:rPr>
              <a:t>.</a:t>
            </a:r>
            <a:endParaRPr lang="en-US" altLang="zh-CN" sz="2600" b="1" i="1" dirty="0">
              <a:effectLst>
                <a:outerShdw blurRad="38100" dist="38100" dir="2700000" algn="tl">
                  <a:srgbClr val="000000"/>
                </a:outerShdw>
              </a:effectLst>
              <a:latin typeface="Times New Roman" pitchFamily="18" charset="0"/>
              <a:ea typeface="宋体" pitchFamily="2" charset="-122"/>
              <a:sym typeface="Symbol" pitchFamily="18" charset="2"/>
            </a:endParaRPr>
          </a:p>
        </p:txBody>
      </p:sp>
      <p:sp>
        <p:nvSpPr>
          <p:cNvPr id="19463" name="Rectangle 7">
            <a:extLst>
              <a:ext uri="{FF2B5EF4-FFF2-40B4-BE49-F238E27FC236}">
                <a16:creationId xmlns:a16="http://schemas.microsoft.com/office/drawing/2014/main" id="{BB783631-FEFC-4730-87B2-74E8A4A259A1}"/>
              </a:ext>
            </a:extLst>
          </p:cNvPr>
          <p:cNvSpPr>
            <a:spLocks noChangeArrowheads="1"/>
          </p:cNvSpPr>
          <p:nvPr/>
        </p:nvSpPr>
        <p:spPr bwMode="auto">
          <a:xfrm>
            <a:off x="76200" y="3429000"/>
            <a:ext cx="9144000" cy="1524000"/>
          </a:xfrm>
          <a:prstGeom prst="rect">
            <a:avLst/>
          </a:prstGeom>
          <a:noFill/>
          <a:ln w="9525">
            <a:noFill/>
            <a:miter lim="800000"/>
            <a:headEnd/>
            <a:tailEnd/>
          </a:ln>
          <a:effectLst/>
        </p:spPr>
        <p:txBody>
          <a:bodyPr/>
          <a:lstStyle/>
          <a:p>
            <a:pPr marL="342900" indent="-342900" eaLnBrk="1" hangingPunct="1">
              <a:lnSpc>
                <a:spcPct val="90000"/>
              </a:lnSpc>
              <a:spcBef>
                <a:spcPct val="20000"/>
              </a:spcBef>
              <a:buClr>
                <a:schemeClr val="hlink"/>
              </a:buClr>
              <a:buSzPct val="90000"/>
              <a:buFont typeface="Wingdings" pitchFamily="2" charset="2"/>
              <a:buBlip>
                <a:blip r:embed="rId3"/>
              </a:buBlip>
              <a:defRPr/>
            </a:pPr>
            <a:r>
              <a:rPr lang="en-US" altLang="zh-CN" sz="3000" dirty="0">
                <a:effectLst>
                  <a:outerShdw blurRad="38100" dist="38100" dir="2700000" algn="tl">
                    <a:srgbClr val="000000"/>
                  </a:outerShdw>
                </a:effectLst>
                <a:latin typeface="Arial" charset="0"/>
                <a:ea typeface="宋体" pitchFamily="2" charset="-122"/>
                <a:sym typeface="Symbol" pitchFamily="18" charset="2"/>
              </a:rPr>
              <a:t>Abuse</a:t>
            </a:r>
          </a:p>
          <a:p>
            <a:pPr marL="342900" indent="-342900" eaLnBrk="1" hangingPunct="1">
              <a:lnSpc>
                <a:spcPct val="90000"/>
              </a:lnSpc>
              <a:spcBef>
                <a:spcPct val="20000"/>
              </a:spcBef>
              <a:buClr>
                <a:schemeClr val="hlink"/>
              </a:buClr>
              <a:buSzPct val="90000"/>
              <a:buFont typeface="Wingdings" pitchFamily="2" charset="2"/>
              <a:buNone/>
              <a:defRPr/>
            </a:pPr>
            <a:r>
              <a:rPr lang="en-US" altLang="zh-CN" sz="2600" dirty="0">
                <a:effectLst>
                  <a:outerShdw blurRad="38100" dist="38100" dir="2700000" algn="tl">
                    <a:srgbClr val="000000"/>
                  </a:outerShdw>
                </a:effectLst>
                <a:latin typeface="Times New Roman" pitchFamily="18" charset="0"/>
                <a:ea typeface="宋体" pitchFamily="2" charset="-122"/>
                <a:sym typeface="Symbol" pitchFamily="18" charset="2"/>
              </a:rPr>
              <a:t>	In stead of writing “</a:t>
            </a:r>
            <a:r>
              <a:rPr lang="en-US" altLang="zh-CN" sz="2600" i="1" dirty="0">
                <a:effectLst>
                  <a:outerShdw blurRad="38100" dist="38100" dir="2700000" algn="tl">
                    <a:srgbClr val="000000"/>
                  </a:outerShdw>
                </a:effectLst>
                <a:latin typeface="Times New Roman" pitchFamily="18" charset="0"/>
                <a:ea typeface="宋体" pitchFamily="2" charset="-122"/>
                <a:sym typeface="Symbol" pitchFamily="18" charset="2"/>
              </a:rPr>
              <a:t>f(n)</a:t>
            </a:r>
            <a:r>
              <a:rPr lang="en-US" altLang="zh-CN" sz="2600" dirty="0">
                <a:effectLst>
                  <a:outerShdw blurRad="38100" dist="38100" dir="2700000" algn="tl">
                    <a:srgbClr val="000000"/>
                  </a:outerShdw>
                </a:effectLst>
                <a:latin typeface="Times New Roman" pitchFamily="18" charset="0"/>
                <a:ea typeface="宋体" pitchFamily="2" charset="-122"/>
                <a:sym typeface="Symbol" pitchFamily="18" charset="2"/>
              </a:rPr>
              <a:t>∈</a:t>
            </a:r>
            <a:r>
              <a:rPr lang="en-US" altLang="zh-CN" sz="2600" i="1" dirty="0">
                <a:solidFill>
                  <a:srgbClr val="FFFF00"/>
                </a:solidFill>
                <a:effectLst>
                  <a:outerShdw blurRad="38100" dist="38100" dir="2700000" algn="tl">
                    <a:srgbClr val="000000"/>
                  </a:outerShdw>
                </a:effectLst>
                <a:latin typeface="Times New Roman" pitchFamily="18" charset="0"/>
                <a:ea typeface="宋体" pitchFamily="2" charset="-122"/>
                <a:sym typeface="Symbol" pitchFamily="18" charset="2"/>
              </a:rPr>
              <a:t> </a:t>
            </a:r>
            <a:r>
              <a:rPr lang="en-US" altLang="zh-CN" sz="2600" i="1" dirty="0">
                <a:solidFill>
                  <a:srgbClr val="FFFF00"/>
                </a:solidFill>
                <a:effectLst>
                  <a:outerShdw blurRad="38100" dist="38100" dir="2700000" algn="tl">
                    <a:srgbClr val="000000"/>
                  </a:outerShdw>
                </a:effectLst>
                <a:latin typeface="Times New Roman" pitchFamily="18" charset="0"/>
                <a:ea typeface="宋体" pitchFamily="2" charset="-122"/>
              </a:rPr>
              <a:t>(g(n))</a:t>
            </a:r>
            <a:r>
              <a:rPr lang="en-US" altLang="zh-CN" sz="3000" i="1" dirty="0">
                <a:solidFill>
                  <a:srgbClr val="FFFF00"/>
                </a:solidFill>
                <a:effectLst>
                  <a:outerShdw blurRad="38100" dist="38100" dir="2700000" algn="tl">
                    <a:srgbClr val="000000"/>
                  </a:outerShdw>
                </a:effectLst>
                <a:latin typeface="Times New Roman" pitchFamily="18" charset="0"/>
                <a:ea typeface="宋体" pitchFamily="2" charset="-122"/>
              </a:rPr>
              <a:t>”</a:t>
            </a:r>
            <a:r>
              <a:rPr lang="en-US" altLang="zh-CN" sz="3000" i="1" dirty="0">
                <a:effectLst>
                  <a:outerShdw blurRad="38100" dist="38100" dir="2700000" algn="tl">
                    <a:srgbClr val="000000"/>
                  </a:outerShdw>
                </a:effectLst>
                <a:latin typeface="Times New Roman" pitchFamily="18" charset="0"/>
                <a:ea typeface="宋体" pitchFamily="2" charset="-122"/>
              </a:rPr>
              <a:t>, we write </a:t>
            </a:r>
            <a:r>
              <a:rPr lang="en-US" altLang="zh-CN" sz="2600" dirty="0">
                <a:effectLst>
                  <a:outerShdw blurRad="38100" dist="38100" dir="2700000" algn="tl">
                    <a:srgbClr val="000000"/>
                  </a:outerShdw>
                </a:effectLst>
                <a:latin typeface="Times New Roman" pitchFamily="18" charset="0"/>
                <a:ea typeface="宋体" pitchFamily="2" charset="-122"/>
                <a:sym typeface="Symbol" pitchFamily="18" charset="2"/>
              </a:rPr>
              <a:t>f(n) = </a:t>
            </a:r>
            <a:r>
              <a:rPr lang="en-US" altLang="zh-CN" sz="2600" i="1" dirty="0">
                <a:solidFill>
                  <a:srgbClr val="FFFF00"/>
                </a:solidFill>
                <a:effectLst>
                  <a:outerShdw blurRad="38100" dist="38100" dir="2700000" algn="tl">
                    <a:srgbClr val="000000"/>
                  </a:outerShdw>
                </a:effectLst>
                <a:latin typeface="Times New Roman" pitchFamily="18" charset="0"/>
                <a:ea typeface="宋体" pitchFamily="2" charset="-122"/>
                <a:sym typeface="Symbol" pitchFamily="18" charset="2"/>
              </a:rPr>
              <a:t> </a:t>
            </a:r>
            <a:r>
              <a:rPr lang="en-US" altLang="zh-CN" sz="2600" i="1" dirty="0">
                <a:solidFill>
                  <a:srgbClr val="FFFF00"/>
                </a:solidFill>
                <a:effectLst>
                  <a:outerShdw blurRad="38100" dist="38100" dir="2700000" algn="tl">
                    <a:srgbClr val="000000"/>
                  </a:outerShdw>
                </a:effectLst>
                <a:latin typeface="Times New Roman" pitchFamily="18" charset="0"/>
                <a:ea typeface="宋体" pitchFamily="2" charset="-122"/>
              </a:rPr>
              <a:t>(g(n))</a:t>
            </a:r>
            <a:r>
              <a:rPr lang="en-US" altLang="zh-CN" sz="3000" i="1" dirty="0">
                <a:solidFill>
                  <a:srgbClr val="FFFF00"/>
                </a:solidFill>
                <a:effectLst>
                  <a:outerShdw blurRad="38100" dist="38100" dir="2700000" algn="tl">
                    <a:srgbClr val="000000"/>
                  </a:outerShdw>
                </a:effectLst>
                <a:latin typeface="Times New Roman" pitchFamily="18" charset="0"/>
                <a:ea typeface="宋体" pitchFamily="2" charset="-122"/>
              </a:rPr>
              <a:t>” </a:t>
            </a:r>
            <a:r>
              <a:rPr lang="en-US" altLang="zh-CN" sz="2600" dirty="0">
                <a:effectLst>
                  <a:outerShdw blurRad="38100" dist="38100" dir="2700000" algn="tl">
                    <a:srgbClr val="000000"/>
                  </a:outerShdw>
                </a:effectLst>
                <a:latin typeface="Times New Roman" pitchFamily="18" charset="0"/>
                <a:ea typeface="宋体" pitchFamily="2" charset="-122"/>
              </a:rPr>
              <a:t>to indicate that </a:t>
            </a:r>
            <a:r>
              <a:rPr lang="en-US" altLang="zh-CN" sz="2600" i="1" dirty="0">
                <a:effectLst>
                  <a:outerShdw blurRad="38100" dist="38100" dir="2700000" algn="tl">
                    <a:srgbClr val="000000"/>
                  </a:outerShdw>
                </a:effectLst>
                <a:latin typeface="Times New Roman" pitchFamily="18" charset="0"/>
                <a:ea typeface="宋体" pitchFamily="2" charset="-122"/>
              </a:rPr>
              <a:t>f(n)</a:t>
            </a:r>
            <a:r>
              <a:rPr lang="en-US" altLang="zh-CN" sz="2600" dirty="0">
                <a:effectLst>
                  <a:outerShdw blurRad="38100" dist="38100" dir="2700000" algn="tl">
                    <a:srgbClr val="000000"/>
                  </a:outerShdw>
                </a:effectLst>
                <a:latin typeface="Times New Roman" pitchFamily="18" charset="0"/>
                <a:ea typeface="宋体" pitchFamily="2" charset="-122"/>
              </a:rPr>
              <a:t> is a member of </a:t>
            </a:r>
            <a:r>
              <a:rPr lang="en-US" altLang="zh-CN" sz="2600" i="1" dirty="0">
                <a:solidFill>
                  <a:srgbClr val="FFFF00"/>
                </a:solidFill>
                <a:effectLst>
                  <a:outerShdw blurRad="38100" dist="38100" dir="2700000" algn="tl">
                    <a:srgbClr val="000000"/>
                  </a:outerShdw>
                </a:effectLst>
                <a:latin typeface="Times New Roman" pitchFamily="18" charset="0"/>
                <a:ea typeface="宋体" pitchFamily="2" charset="-122"/>
                <a:sym typeface="Symbol" pitchFamily="18" charset="2"/>
              </a:rPr>
              <a:t> </a:t>
            </a:r>
            <a:r>
              <a:rPr lang="en-US" altLang="zh-CN" sz="2600" i="1" dirty="0">
                <a:solidFill>
                  <a:srgbClr val="FFFF00"/>
                </a:solidFill>
                <a:effectLst>
                  <a:outerShdw blurRad="38100" dist="38100" dir="2700000" algn="tl">
                    <a:srgbClr val="000000"/>
                  </a:outerShdw>
                </a:effectLst>
                <a:latin typeface="Times New Roman" pitchFamily="18" charset="0"/>
                <a:ea typeface="宋体" pitchFamily="2" charset="-122"/>
              </a:rPr>
              <a:t>(g(n))</a:t>
            </a:r>
          </a:p>
        </p:txBody>
      </p:sp>
      <p:sp>
        <p:nvSpPr>
          <p:cNvPr id="19465" name="Rectangle 9">
            <a:extLst>
              <a:ext uri="{FF2B5EF4-FFF2-40B4-BE49-F238E27FC236}">
                <a16:creationId xmlns:a16="http://schemas.microsoft.com/office/drawing/2014/main" id="{A30F3BEE-73E7-4EF3-BA18-445AC64BFA3E}"/>
              </a:ext>
            </a:extLst>
          </p:cNvPr>
          <p:cNvSpPr>
            <a:spLocks noChangeArrowheads="1"/>
          </p:cNvSpPr>
          <p:nvPr/>
        </p:nvSpPr>
        <p:spPr bwMode="auto">
          <a:xfrm>
            <a:off x="76200" y="4800600"/>
            <a:ext cx="8915400" cy="2057400"/>
          </a:xfrm>
          <a:prstGeom prst="rect">
            <a:avLst/>
          </a:prstGeom>
          <a:noFill/>
          <a:ln w="9525">
            <a:noFill/>
            <a:miter lim="800000"/>
            <a:headEnd/>
            <a:tailEnd/>
          </a:ln>
          <a:effectLst/>
        </p:spPr>
        <p:txBody>
          <a:bodyPr/>
          <a:lstStyle/>
          <a:p>
            <a:pPr marL="342900" indent="-342900" eaLnBrk="1" hangingPunct="1">
              <a:spcBef>
                <a:spcPct val="20000"/>
              </a:spcBef>
              <a:buClr>
                <a:schemeClr val="hlink"/>
              </a:buClr>
              <a:buSzPct val="90000"/>
              <a:buFont typeface="Wingdings" pitchFamily="2" charset="2"/>
              <a:buBlip>
                <a:blip r:embed="rId3"/>
              </a:buBlip>
              <a:defRPr/>
            </a:pPr>
            <a:r>
              <a:rPr lang="en-US" altLang="zh-CN" sz="3000" dirty="0" err="1">
                <a:effectLst>
                  <a:outerShdw blurRad="38100" dist="38100" dir="2700000" algn="tl">
                    <a:srgbClr val="000000"/>
                  </a:outerShdw>
                </a:effectLst>
                <a:latin typeface="Arial" charset="0"/>
                <a:ea typeface="宋体" pitchFamily="2" charset="-122"/>
                <a:sym typeface="Symbol" pitchFamily="18" charset="2"/>
              </a:rPr>
              <a:t>Asymptoticlly</a:t>
            </a:r>
            <a:r>
              <a:rPr lang="en-US" altLang="zh-CN" sz="3000" dirty="0">
                <a:effectLst>
                  <a:outerShdw blurRad="38100" dist="38100" dir="2700000" algn="tl">
                    <a:srgbClr val="000000"/>
                  </a:outerShdw>
                </a:effectLst>
                <a:latin typeface="Arial" charset="0"/>
                <a:ea typeface="宋体" pitchFamily="2" charset="-122"/>
                <a:sym typeface="Symbol" pitchFamily="18" charset="2"/>
              </a:rPr>
              <a:t> </a:t>
            </a:r>
            <a:r>
              <a:rPr lang="en-US" altLang="zh-CN" sz="3000" dirty="0">
                <a:solidFill>
                  <a:srgbClr val="FFFF00"/>
                </a:solidFill>
                <a:effectLst>
                  <a:outerShdw blurRad="38100" dist="38100" dir="2700000" algn="tl">
                    <a:srgbClr val="000000"/>
                  </a:outerShdw>
                </a:effectLst>
                <a:latin typeface="Arial" charset="0"/>
                <a:ea typeface="宋体" pitchFamily="2" charset="-122"/>
                <a:sym typeface="Symbol" pitchFamily="18" charset="2"/>
              </a:rPr>
              <a:t>tight </a:t>
            </a:r>
            <a:r>
              <a:rPr lang="en-US" altLang="zh-CN" sz="3000" dirty="0">
                <a:effectLst>
                  <a:outerShdw blurRad="38100" dist="38100" dir="2700000" algn="tl">
                    <a:srgbClr val="000000"/>
                  </a:outerShdw>
                </a:effectLst>
                <a:latin typeface="Arial" charset="0"/>
                <a:ea typeface="宋体" pitchFamily="2" charset="-122"/>
                <a:sym typeface="Symbol" pitchFamily="18" charset="2"/>
              </a:rPr>
              <a:t>bound</a:t>
            </a:r>
          </a:p>
          <a:p>
            <a:pPr marL="342900" indent="-342900" eaLnBrk="1" hangingPunct="1">
              <a:spcBef>
                <a:spcPct val="20000"/>
              </a:spcBef>
              <a:buClr>
                <a:schemeClr val="hlink"/>
              </a:buClr>
              <a:buSzPct val="90000"/>
              <a:buFont typeface="Wingdings" pitchFamily="2" charset="2"/>
              <a:buNone/>
              <a:defRPr/>
            </a:pPr>
            <a:r>
              <a:rPr lang="en-US" altLang="zh-CN" sz="3200" dirty="0">
                <a:solidFill>
                  <a:srgbClr val="99FF66"/>
                </a:solidFill>
                <a:effectLst>
                  <a:outerShdw blurRad="38100" dist="38100" dir="2700000" algn="tl">
                    <a:srgbClr val="000000"/>
                  </a:outerShdw>
                </a:effectLst>
                <a:latin typeface="Arial" charset="0"/>
                <a:ea typeface="宋体" pitchFamily="2" charset="-122"/>
                <a:sym typeface="Symbol" pitchFamily="18" charset="2"/>
              </a:rPr>
              <a:t> </a:t>
            </a:r>
            <a:r>
              <a:rPr lang="en-US" altLang="zh-CN" sz="2600" dirty="0">
                <a:effectLst>
                  <a:outerShdw blurRad="38100" dist="38100" dir="2700000" algn="tl">
                    <a:srgbClr val="000000"/>
                  </a:outerShdw>
                </a:effectLst>
                <a:latin typeface="Times New Roman" pitchFamily="18" charset="0"/>
                <a:ea typeface="宋体" pitchFamily="2" charset="-122"/>
                <a:sym typeface="Symbol" pitchFamily="18" charset="2"/>
              </a:rPr>
              <a:t>Figure 3.1(a) gives an intuitive picture of f(n) = </a:t>
            </a:r>
            <a:r>
              <a:rPr lang="en-US" altLang="zh-CN" sz="2600" i="1" dirty="0">
                <a:solidFill>
                  <a:schemeClr val="tx2"/>
                </a:solidFill>
                <a:effectLst>
                  <a:outerShdw blurRad="38100" dist="38100" dir="2700000" algn="tl">
                    <a:srgbClr val="000000"/>
                  </a:outerShdw>
                </a:effectLst>
                <a:latin typeface="Times New Roman" pitchFamily="18" charset="0"/>
                <a:ea typeface="宋体" pitchFamily="2" charset="-122"/>
                <a:sym typeface="Symbol" pitchFamily="18" charset="2"/>
              </a:rPr>
              <a:t> </a:t>
            </a:r>
            <a:r>
              <a:rPr lang="en-US" altLang="zh-CN" sz="2600" i="1" dirty="0">
                <a:solidFill>
                  <a:schemeClr val="tx2"/>
                </a:solidFill>
                <a:effectLst>
                  <a:outerShdw blurRad="38100" dist="38100" dir="2700000" algn="tl">
                    <a:srgbClr val="000000"/>
                  </a:outerShdw>
                </a:effectLst>
                <a:latin typeface="Times New Roman" pitchFamily="18" charset="0"/>
                <a:ea typeface="宋体" pitchFamily="2" charset="-122"/>
              </a:rPr>
              <a:t>(g(n)). </a:t>
            </a:r>
            <a:r>
              <a:rPr lang="en-US" altLang="zh-CN" sz="2600" dirty="0">
                <a:solidFill>
                  <a:srgbClr val="FFFF00"/>
                </a:solidFill>
                <a:effectLst>
                  <a:outerShdw blurRad="38100" dist="38100" dir="2700000" algn="tl">
                    <a:srgbClr val="000000"/>
                  </a:outerShdw>
                </a:effectLst>
                <a:latin typeface="Times New Roman" pitchFamily="18" charset="0"/>
                <a:ea typeface="宋体" pitchFamily="2" charset="-122"/>
              </a:rPr>
              <a:t>For all   </a:t>
            </a:r>
            <a:r>
              <a:rPr lang="en-US" altLang="zh-CN" sz="2600" u="sng" dirty="0">
                <a:solidFill>
                  <a:srgbClr val="FFFF00"/>
                </a:solidFill>
                <a:effectLst>
                  <a:outerShdw blurRad="38100" dist="38100" dir="2700000" algn="tl">
                    <a:srgbClr val="000000"/>
                  </a:outerShdw>
                </a:effectLst>
                <a:latin typeface="Times New Roman" pitchFamily="18" charset="0"/>
                <a:ea typeface="宋体" pitchFamily="2" charset="-122"/>
              </a:rPr>
              <a:t>n ≥ n</a:t>
            </a:r>
            <a:r>
              <a:rPr lang="en-US" altLang="zh-CN" sz="2600" u="sng" baseline="-25000" dirty="0">
                <a:solidFill>
                  <a:srgbClr val="FFFF00"/>
                </a:solidFill>
                <a:effectLst>
                  <a:outerShdw blurRad="38100" dist="38100" dir="2700000" algn="tl">
                    <a:srgbClr val="000000"/>
                  </a:outerShdw>
                </a:effectLst>
                <a:latin typeface="Times New Roman" pitchFamily="18" charset="0"/>
                <a:ea typeface="宋体" pitchFamily="2" charset="-122"/>
              </a:rPr>
              <a:t>0</a:t>
            </a:r>
            <a:r>
              <a:rPr lang="en-US" altLang="zh-CN" sz="2600" u="sng" dirty="0">
                <a:solidFill>
                  <a:srgbClr val="FFFF00"/>
                </a:solidFill>
                <a:effectLst>
                  <a:outerShdw blurRad="38100" dist="38100" dir="2700000" algn="tl">
                    <a:srgbClr val="000000"/>
                  </a:outerShdw>
                </a:effectLst>
                <a:latin typeface="Times New Roman" pitchFamily="18" charset="0"/>
                <a:ea typeface="宋体" pitchFamily="2" charset="-122"/>
              </a:rPr>
              <a:t>  </a:t>
            </a:r>
            <a:r>
              <a:rPr lang="en-US" altLang="zh-CN" sz="2600" dirty="0">
                <a:latin typeface="Times New Roman" pitchFamily="18" charset="0"/>
                <a:ea typeface="宋体" pitchFamily="2" charset="-122"/>
              </a:rPr>
              <a:t>the function f(n) is </a:t>
            </a:r>
            <a:r>
              <a:rPr lang="en-US" altLang="zh-CN" sz="2600" b="1" dirty="0">
                <a:solidFill>
                  <a:srgbClr val="FFFF00"/>
                </a:solidFill>
                <a:latin typeface="Times New Roman" pitchFamily="18" charset="0"/>
                <a:ea typeface="宋体" pitchFamily="2" charset="-122"/>
              </a:rPr>
              <a:t>equal to</a:t>
            </a:r>
            <a:r>
              <a:rPr lang="en-US" altLang="zh-CN" sz="2600" dirty="0">
                <a:latin typeface="Times New Roman" pitchFamily="18" charset="0"/>
                <a:ea typeface="宋体" pitchFamily="2" charset="-122"/>
              </a:rPr>
              <a:t> g(n) within a constant factor. We say g(n) is an </a:t>
            </a:r>
            <a:r>
              <a:rPr lang="en-US" altLang="zh-CN" sz="2600" b="1" i="1" dirty="0">
                <a:solidFill>
                  <a:srgbClr val="FFFF00"/>
                </a:solidFill>
                <a:effectLst>
                  <a:outerShdw blurRad="38100" dist="38100" dir="2700000" algn="tl">
                    <a:srgbClr val="000000"/>
                  </a:outerShdw>
                </a:effectLst>
                <a:latin typeface="Times New Roman" pitchFamily="18" charset="0"/>
                <a:ea typeface="宋体" pitchFamily="2" charset="-122"/>
              </a:rPr>
              <a:t>asymptotic tight bound</a:t>
            </a:r>
            <a:r>
              <a:rPr lang="en-US" altLang="zh-CN" sz="2600" dirty="0">
                <a:latin typeface="Times New Roman" pitchFamily="18" charset="0"/>
                <a:ea typeface="宋体" pitchFamily="2" charset="-122"/>
              </a:rPr>
              <a:t> for </a:t>
            </a:r>
            <a:r>
              <a:rPr lang="en-US" altLang="zh-CN" sz="2600" i="1" dirty="0">
                <a:latin typeface="Times New Roman" pitchFamily="18" charset="0"/>
                <a:ea typeface="宋体" pitchFamily="2" charset="-122"/>
              </a:rPr>
              <a:t>f(n</a:t>
            </a:r>
            <a:r>
              <a:rPr lang="en-US" altLang="zh-CN" sz="3200" i="1" dirty="0">
                <a:latin typeface="Arial" charset="0"/>
                <a:ea typeface="宋体"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checkerboard(across)">
                                      <p:cBhvr>
                                        <p:cTn id="7" dur="500"/>
                                        <p:tgtEl>
                                          <p:spTgt spid="19459">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9459">
                                            <p:txEl>
                                              <p:pRg st="1" end="1"/>
                                            </p:txEl>
                                          </p:spTgt>
                                        </p:tgtEl>
                                        <p:attrNameLst>
                                          <p:attrName>style.visibility</p:attrName>
                                        </p:attrNameLst>
                                      </p:cBhvr>
                                      <p:to>
                                        <p:strVal val="visible"/>
                                      </p:to>
                                    </p:set>
                                    <p:animEffect transition="in" filter="checkerboard(across)">
                                      <p:cBhvr>
                                        <p:cTn id="10" dur="500"/>
                                        <p:tgtEl>
                                          <p:spTgt spid="19459">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9459">
                                            <p:txEl>
                                              <p:pRg st="2" end="2"/>
                                            </p:txEl>
                                          </p:spTgt>
                                        </p:tgtEl>
                                        <p:attrNameLst>
                                          <p:attrName>style.visibility</p:attrName>
                                        </p:attrNameLst>
                                      </p:cBhvr>
                                      <p:to>
                                        <p:strVal val="visible"/>
                                      </p:to>
                                    </p:set>
                                    <p:animEffect transition="in" filter="checkerboard(across)">
                                      <p:cBhvr>
                                        <p:cTn id="13" dur="500"/>
                                        <p:tgtEl>
                                          <p:spTgt spid="19459">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9462"/>
                                        </p:tgtEl>
                                        <p:attrNameLst>
                                          <p:attrName>style.visibility</p:attrName>
                                        </p:attrNameLst>
                                      </p:cBhvr>
                                      <p:to>
                                        <p:strVal val="visible"/>
                                      </p:to>
                                    </p:set>
                                    <p:animEffect transition="in" filter="checkerboard(across)">
                                      <p:cBhvr>
                                        <p:cTn id="18" dur="500"/>
                                        <p:tgtEl>
                                          <p:spTgt spid="1946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9460"/>
                                        </p:tgtEl>
                                        <p:attrNameLst>
                                          <p:attrName>style.visibility</p:attrName>
                                        </p:attrNameLst>
                                      </p:cBhvr>
                                      <p:to>
                                        <p:strVal val="visible"/>
                                      </p:to>
                                    </p:set>
                                    <p:animEffect transition="in" filter="checkerboard(across)">
                                      <p:cBhvr>
                                        <p:cTn id="23" dur="500"/>
                                        <p:tgtEl>
                                          <p:spTgt spid="1946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19463"/>
                                        </p:tgtEl>
                                        <p:attrNameLst>
                                          <p:attrName>style.visibility</p:attrName>
                                        </p:attrNameLst>
                                      </p:cBhvr>
                                      <p:to>
                                        <p:strVal val="visible"/>
                                      </p:to>
                                    </p:set>
                                    <p:animEffect transition="in" filter="checkerboard(across)">
                                      <p:cBhvr>
                                        <p:cTn id="28" dur="1000"/>
                                        <p:tgtEl>
                                          <p:spTgt spid="1946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19465"/>
                                        </p:tgtEl>
                                        <p:attrNameLst>
                                          <p:attrName>style.visibility</p:attrName>
                                        </p:attrNameLst>
                                      </p:cBhvr>
                                      <p:to>
                                        <p:strVal val="visible"/>
                                      </p:to>
                                    </p:set>
                                    <p:animEffect transition="in" filter="checkerboard(across)">
                                      <p:cBhvr>
                                        <p:cTn id="33" dur="500"/>
                                        <p:tgtEl>
                                          <p:spTgt spid="19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P spid="19460" grpId="0" animBg="1"/>
      <p:bldP spid="19462" grpId="0"/>
      <p:bldP spid="19463" grpId="0"/>
      <p:bldP spid="1946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a:extLst>
              <a:ext uri="{FF2B5EF4-FFF2-40B4-BE49-F238E27FC236}">
                <a16:creationId xmlns:a16="http://schemas.microsoft.com/office/drawing/2014/main" id="{B3F18B22-F31C-4BAD-BF73-F0AA6C81E70B}"/>
              </a:ext>
            </a:extLst>
          </p:cNvPr>
          <p:cNvSpPr txBox="1">
            <a:spLocks noChangeArrowheads="1"/>
          </p:cNvSpPr>
          <p:nvPr/>
        </p:nvSpPr>
        <p:spPr bwMode="auto">
          <a:xfrm flipV="1">
            <a:off x="0" y="-80963"/>
            <a:ext cx="9144000"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eaLnBrk="1" hangingPunct="1">
              <a:spcBef>
                <a:spcPct val="50000"/>
              </a:spcBef>
              <a:buClrTx/>
              <a:buSzTx/>
              <a:buFontTx/>
              <a:buNone/>
            </a:pPr>
            <a:endParaRPr lang="zh-CN" altLang="en-US" sz="2400">
              <a:latin typeface="Times New Roman" panose="02020603050405020304" pitchFamily="18" charset="0"/>
              <a:ea typeface="宋体" panose="02010600030101010101" pitchFamily="2" charset="-122"/>
            </a:endParaRPr>
          </a:p>
        </p:txBody>
      </p:sp>
      <p:pic>
        <p:nvPicPr>
          <p:cNvPr id="13315" name="Picture 4" descr="fig3-1">
            <a:extLst>
              <a:ext uri="{FF2B5EF4-FFF2-40B4-BE49-F238E27FC236}">
                <a16:creationId xmlns:a16="http://schemas.microsoft.com/office/drawing/2014/main" id="{04B049A3-BBA2-4632-8504-9D80F89C21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609600"/>
            <a:ext cx="8839200" cy="563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316" name="直接连接符 2">
            <a:extLst>
              <a:ext uri="{FF2B5EF4-FFF2-40B4-BE49-F238E27FC236}">
                <a16:creationId xmlns:a16="http://schemas.microsoft.com/office/drawing/2014/main" id="{0ADF7D5F-A5B7-4490-B352-7236A6AD8A80}"/>
              </a:ext>
            </a:extLst>
          </p:cNvPr>
          <p:cNvCxnSpPr>
            <a:cxnSpLocks noChangeShapeType="1"/>
          </p:cNvCxnSpPr>
          <p:nvPr/>
        </p:nvCxnSpPr>
        <p:spPr bwMode="auto">
          <a:xfrm>
            <a:off x="1905000" y="4572000"/>
            <a:ext cx="1676400" cy="0"/>
          </a:xfrm>
          <a:prstGeom prst="line">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DF6ECF8C-782C-4AA8-915B-8696266570E0}"/>
              </a:ext>
            </a:extLst>
          </p:cNvPr>
          <p:cNvSpPr>
            <a:spLocks noGrp="1" noChangeArrowheads="1"/>
          </p:cNvSpPr>
          <p:nvPr>
            <p:ph type="title"/>
          </p:nvPr>
        </p:nvSpPr>
        <p:spPr/>
        <p:txBody>
          <a:bodyPr/>
          <a:lstStyle/>
          <a:p>
            <a:pPr eaLnBrk="1" hangingPunct="1">
              <a:defRPr/>
            </a:pPr>
            <a:r>
              <a:rPr lang="en-US" altLang="zh-CN" i="1">
                <a:solidFill>
                  <a:schemeClr val="tx1"/>
                </a:solidFill>
                <a:latin typeface="Comic Sans MS" pitchFamily="66" charset="0"/>
                <a:ea typeface="宋体" pitchFamily="2" charset="-122"/>
                <a:sym typeface="Symbol" pitchFamily="18" charset="2"/>
              </a:rPr>
              <a:t>-notation</a:t>
            </a:r>
            <a:endParaRPr lang="zh-CN" altLang="en-US" i="1">
              <a:solidFill>
                <a:schemeClr val="tx1"/>
              </a:solidFill>
              <a:latin typeface="Comic Sans MS" pitchFamily="66" charset="0"/>
              <a:ea typeface="宋体" pitchFamily="2" charset="-122"/>
              <a:sym typeface="Symbol" pitchFamily="18" charset="2"/>
            </a:endParaRPr>
          </a:p>
        </p:txBody>
      </p:sp>
      <p:sp>
        <p:nvSpPr>
          <p:cNvPr id="45059" name="Rectangle 3">
            <a:extLst>
              <a:ext uri="{FF2B5EF4-FFF2-40B4-BE49-F238E27FC236}">
                <a16:creationId xmlns:a16="http://schemas.microsoft.com/office/drawing/2014/main" id="{4FA73B17-90ED-454A-888F-83E72D03F9D7}"/>
              </a:ext>
            </a:extLst>
          </p:cNvPr>
          <p:cNvSpPr>
            <a:spLocks noGrp="1" noChangeArrowheads="1"/>
          </p:cNvSpPr>
          <p:nvPr>
            <p:ph type="body" idx="1"/>
          </p:nvPr>
        </p:nvSpPr>
        <p:spPr>
          <a:xfrm>
            <a:off x="457200" y="1600200"/>
            <a:ext cx="8534400" cy="2667000"/>
          </a:xfrm>
        </p:spPr>
        <p:txBody>
          <a:bodyPr/>
          <a:lstStyle/>
          <a:p>
            <a:pPr eaLnBrk="1" hangingPunct="1">
              <a:defRPr/>
            </a:pPr>
            <a:r>
              <a:rPr lang="en-US" altLang="zh-CN" sz="2600" dirty="0">
                <a:latin typeface="Times New Roman" pitchFamily="18" charset="0"/>
                <a:ea typeface="宋体" pitchFamily="2" charset="-122"/>
              </a:rPr>
              <a:t>We introduced an informal notion of </a:t>
            </a:r>
            <a:r>
              <a:rPr lang="en-US" altLang="zh-CN" sz="2600" i="1" dirty="0">
                <a:solidFill>
                  <a:srgbClr val="FFFF00"/>
                </a:solidFill>
                <a:latin typeface="Times New Roman" pitchFamily="18" charset="0"/>
                <a:ea typeface="宋体" pitchFamily="2" charset="-122"/>
                <a:sym typeface="Symbol" pitchFamily="18" charset="2"/>
              </a:rPr>
              <a:t>-notation</a:t>
            </a:r>
            <a:r>
              <a:rPr lang="en-US" altLang="zh-CN" sz="2600" i="1" dirty="0">
                <a:latin typeface="Times New Roman" pitchFamily="18" charset="0"/>
                <a:ea typeface="宋体" pitchFamily="2" charset="-122"/>
                <a:sym typeface="Symbol" pitchFamily="18" charset="2"/>
              </a:rPr>
              <a:t>: </a:t>
            </a:r>
            <a:r>
              <a:rPr lang="en-US" altLang="zh-CN" sz="2600" dirty="0">
                <a:latin typeface="Times New Roman" pitchFamily="18" charset="0"/>
                <a:ea typeface="宋体" pitchFamily="2" charset="-122"/>
                <a:sym typeface="Symbol" pitchFamily="18" charset="2"/>
              </a:rPr>
              <a:t>throwing away low-order terms and ignoring coefficient of the highest-order term. We justify this intuition:</a:t>
            </a:r>
          </a:p>
          <a:p>
            <a:pPr eaLnBrk="1" hangingPunct="1">
              <a:buFont typeface="Wingdings" panose="05000000000000000000" pitchFamily="2" charset="2"/>
              <a:buNone/>
              <a:defRPr/>
            </a:pPr>
            <a:r>
              <a:rPr lang="en-US" altLang="zh-CN" sz="2600" dirty="0">
                <a:latin typeface="Times New Roman" pitchFamily="18" charset="0"/>
                <a:ea typeface="宋体" pitchFamily="2" charset="-122"/>
                <a:sym typeface="Symbol" pitchFamily="18" charset="2"/>
              </a:rPr>
              <a:t>                               1/2n</a:t>
            </a:r>
            <a:r>
              <a:rPr lang="en-US" altLang="zh-CN" sz="2600" baseline="30000" dirty="0">
                <a:latin typeface="Times New Roman" pitchFamily="18" charset="0"/>
                <a:ea typeface="宋体" pitchFamily="2" charset="-122"/>
                <a:sym typeface="Symbol" pitchFamily="18" charset="2"/>
              </a:rPr>
              <a:t>2</a:t>
            </a:r>
            <a:r>
              <a:rPr lang="en-US" altLang="zh-CN" sz="2600" dirty="0">
                <a:latin typeface="Times New Roman" pitchFamily="18" charset="0"/>
                <a:ea typeface="宋体" pitchFamily="2" charset="-122"/>
                <a:sym typeface="Symbol" pitchFamily="18" charset="2"/>
              </a:rPr>
              <a:t>-3n= </a:t>
            </a:r>
            <a:r>
              <a:rPr lang="en-US" altLang="zh-CN" sz="2600" i="1" dirty="0">
                <a:solidFill>
                  <a:srgbClr val="FFFF00"/>
                </a:solidFill>
                <a:latin typeface="Times New Roman" pitchFamily="18" charset="0"/>
                <a:ea typeface="宋体" pitchFamily="2" charset="-122"/>
                <a:sym typeface="Symbol" pitchFamily="18" charset="2"/>
              </a:rPr>
              <a:t></a:t>
            </a:r>
            <a:r>
              <a:rPr lang="en-US" altLang="zh-CN" sz="2600" i="1">
                <a:solidFill>
                  <a:srgbClr val="FFFF00"/>
                </a:solidFill>
                <a:latin typeface="Times New Roman" pitchFamily="18" charset="0"/>
                <a:ea typeface="宋体" pitchFamily="2" charset="-122"/>
                <a:sym typeface="Symbol" pitchFamily="18" charset="2"/>
              </a:rPr>
              <a:t>(</a:t>
            </a:r>
            <a:r>
              <a:rPr lang="en-US" altLang="zh-CN" sz="2600">
                <a:latin typeface="Times New Roman" pitchFamily="18" charset="0"/>
                <a:ea typeface="宋体" pitchFamily="2" charset="-122"/>
                <a:sym typeface="Symbol" pitchFamily="18" charset="2"/>
              </a:rPr>
              <a:t>n</a:t>
            </a:r>
            <a:r>
              <a:rPr lang="en-US" altLang="zh-CN" sz="2600" baseline="30000">
                <a:latin typeface="Times New Roman" pitchFamily="18" charset="0"/>
                <a:ea typeface="宋体" pitchFamily="2" charset="-122"/>
                <a:sym typeface="Symbol" pitchFamily="18" charset="2"/>
              </a:rPr>
              <a:t>2</a:t>
            </a:r>
            <a:r>
              <a:rPr lang="en-US" altLang="zh-CN" sz="2600" i="1">
                <a:solidFill>
                  <a:srgbClr val="FFFF00"/>
                </a:solidFill>
                <a:latin typeface="Times New Roman" pitchFamily="18" charset="0"/>
                <a:ea typeface="宋体" pitchFamily="2" charset="-122"/>
                <a:sym typeface="Symbol" pitchFamily="18" charset="2"/>
              </a:rPr>
              <a:t> </a:t>
            </a:r>
            <a:r>
              <a:rPr lang="en-US" altLang="zh-CN" sz="2600" i="1" dirty="0">
                <a:solidFill>
                  <a:srgbClr val="FFFF00"/>
                </a:solidFill>
                <a:latin typeface="Times New Roman" pitchFamily="18" charset="0"/>
                <a:ea typeface="宋体" pitchFamily="2" charset="-122"/>
                <a:sym typeface="Symbol" pitchFamily="18" charset="2"/>
              </a:rPr>
              <a:t>)</a:t>
            </a:r>
            <a:r>
              <a:rPr lang="en-US" altLang="zh-CN" sz="2600" baseline="30000" dirty="0">
                <a:latin typeface="Times New Roman" pitchFamily="18" charset="0"/>
                <a:ea typeface="宋体" pitchFamily="2" charset="-122"/>
                <a:sym typeface="Symbol" pitchFamily="18" charset="2"/>
              </a:rPr>
              <a:t> </a:t>
            </a:r>
            <a:endParaRPr lang="en-US" altLang="zh-CN" sz="2600" dirty="0">
              <a:latin typeface="Times New Roman" pitchFamily="18" charset="0"/>
              <a:ea typeface="宋体" pitchFamily="2" charset="-122"/>
              <a:sym typeface="Symbol" pitchFamily="18" charset="2"/>
            </a:endParaRPr>
          </a:p>
          <a:p>
            <a:pPr eaLnBrk="1" hangingPunct="1">
              <a:defRPr/>
            </a:pPr>
            <a:r>
              <a:rPr lang="en-US" altLang="zh-CN" sz="2600" dirty="0">
                <a:latin typeface="Times New Roman" pitchFamily="18" charset="0"/>
                <a:ea typeface="宋体" pitchFamily="2" charset="-122"/>
                <a:sym typeface="Symbol" pitchFamily="18" charset="2"/>
              </a:rPr>
              <a:t>To do so, we must determine </a:t>
            </a:r>
            <a:r>
              <a:rPr lang="en-US" altLang="zh-CN" sz="2600" dirty="0">
                <a:solidFill>
                  <a:srgbClr val="FFFF00"/>
                </a:solidFill>
                <a:latin typeface="Times New Roman" pitchFamily="18" charset="0"/>
                <a:ea typeface="宋体" pitchFamily="2" charset="-122"/>
                <a:sym typeface="Symbol" pitchFamily="18" charset="2"/>
              </a:rPr>
              <a:t>positive</a:t>
            </a:r>
            <a:r>
              <a:rPr lang="en-US" altLang="zh-CN" sz="2600" dirty="0">
                <a:latin typeface="Times New Roman" pitchFamily="18" charset="0"/>
                <a:ea typeface="宋体" pitchFamily="2" charset="-122"/>
                <a:sym typeface="Symbol" pitchFamily="18" charset="2"/>
              </a:rPr>
              <a:t> constants  </a:t>
            </a:r>
            <a:r>
              <a:rPr lang="en-US" altLang="zh-CN" sz="2600" i="1" dirty="0">
                <a:solidFill>
                  <a:srgbClr val="FFFF00"/>
                </a:solidFill>
                <a:latin typeface="Times New Roman" pitchFamily="18" charset="0"/>
                <a:ea typeface="宋体" pitchFamily="2" charset="-122"/>
                <a:sym typeface="Symbol" pitchFamily="18" charset="2"/>
              </a:rPr>
              <a:t>c</a:t>
            </a:r>
            <a:r>
              <a:rPr lang="en-US" altLang="zh-CN" sz="2600" i="1" baseline="-25000" dirty="0">
                <a:solidFill>
                  <a:srgbClr val="FFFF00"/>
                </a:solidFill>
                <a:latin typeface="Times New Roman" pitchFamily="18" charset="0"/>
                <a:ea typeface="宋体" pitchFamily="2" charset="-122"/>
                <a:sym typeface="Symbol" pitchFamily="18" charset="2"/>
              </a:rPr>
              <a:t>1</a:t>
            </a:r>
            <a:r>
              <a:rPr lang="en-US" altLang="zh-CN" sz="2600" i="1" dirty="0">
                <a:solidFill>
                  <a:srgbClr val="FFFF00"/>
                </a:solidFill>
                <a:latin typeface="Times New Roman" pitchFamily="18" charset="0"/>
                <a:ea typeface="宋体" pitchFamily="2" charset="-122"/>
                <a:sym typeface="Symbol" pitchFamily="18" charset="2"/>
              </a:rPr>
              <a:t>,c</a:t>
            </a:r>
            <a:r>
              <a:rPr lang="en-US" altLang="zh-CN" sz="2600" i="1" baseline="-25000" dirty="0">
                <a:solidFill>
                  <a:srgbClr val="FFFF00"/>
                </a:solidFill>
                <a:latin typeface="Times New Roman" pitchFamily="18" charset="0"/>
                <a:ea typeface="宋体" pitchFamily="2" charset="-122"/>
                <a:sym typeface="Symbol" pitchFamily="18" charset="2"/>
              </a:rPr>
              <a:t>2</a:t>
            </a:r>
            <a:r>
              <a:rPr lang="en-US" altLang="zh-CN" sz="2600" dirty="0">
                <a:latin typeface="Times New Roman" pitchFamily="18" charset="0"/>
                <a:ea typeface="宋体" pitchFamily="2" charset="-122"/>
                <a:sym typeface="Symbol" pitchFamily="18" charset="2"/>
              </a:rPr>
              <a:t> and </a:t>
            </a:r>
            <a:r>
              <a:rPr lang="en-US" altLang="zh-CN" sz="2600" i="1" dirty="0">
                <a:solidFill>
                  <a:srgbClr val="FFFF00"/>
                </a:solidFill>
                <a:latin typeface="Times New Roman" pitchFamily="18" charset="0"/>
                <a:ea typeface="宋体" pitchFamily="2" charset="-122"/>
                <a:sym typeface="Symbol" pitchFamily="18" charset="2"/>
              </a:rPr>
              <a:t>n</a:t>
            </a:r>
            <a:r>
              <a:rPr lang="en-US" altLang="zh-CN" sz="2600" i="1" baseline="-25000" dirty="0">
                <a:solidFill>
                  <a:srgbClr val="FFFF00"/>
                </a:solidFill>
                <a:latin typeface="Times New Roman" pitchFamily="18" charset="0"/>
                <a:ea typeface="宋体" pitchFamily="2" charset="-122"/>
                <a:sym typeface="Symbol" pitchFamily="18" charset="2"/>
              </a:rPr>
              <a:t>0</a:t>
            </a:r>
            <a:r>
              <a:rPr lang="en-US" altLang="zh-CN" sz="2600" dirty="0">
                <a:latin typeface="Times New Roman" pitchFamily="18" charset="0"/>
                <a:ea typeface="宋体" pitchFamily="2" charset="-122"/>
                <a:sym typeface="Symbol" pitchFamily="18" charset="2"/>
              </a:rPr>
              <a:t> such that:  </a:t>
            </a:r>
            <a:endParaRPr lang="en-US" altLang="zh-CN" sz="2600" dirty="0">
              <a:solidFill>
                <a:srgbClr val="FFFF00"/>
              </a:solidFill>
              <a:latin typeface="Times New Roman" pitchFamily="18" charset="0"/>
              <a:ea typeface="宋体" pitchFamily="2" charset="-122"/>
              <a:sym typeface="Symbol" pitchFamily="18" charset="2"/>
            </a:endParaRPr>
          </a:p>
        </p:txBody>
      </p:sp>
      <p:grpSp>
        <p:nvGrpSpPr>
          <p:cNvPr id="2" name="Group 15">
            <a:extLst>
              <a:ext uri="{FF2B5EF4-FFF2-40B4-BE49-F238E27FC236}">
                <a16:creationId xmlns:a16="http://schemas.microsoft.com/office/drawing/2014/main" id="{DFCD1F96-9378-4AB5-A989-CB2AF6EB329E}"/>
              </a:ext>
            </a:extLst>
          </p:cNvPr>
          <p:cNvGrpSpPr>
            <a:grpSpLocks/>
          </p:cNvGrpSpPr>
          <p:nvPr/>
        </p:nvGrpSpPr>
        <p:grpSpPr bwMode="auto">
          <a:xfrm>
            <a:off x="381000" y="4495800"/>
            <a:ext cx="2819400" cy="914400"/>
            <a:chOff x="240" y="2832"/>
            <a:chExt cx="1776" cy="576"/>
          </a:xfrm>
        </p:grpSpPr>
        <p:sp>
          <p:nvSpPr>
            <p:cNvPr id="15374" name="Rectangle 4">
              <a:extLst>
                <a:ext uri="{FF2B5EF4-FFF2-40B4-BE49-F238E27FC236}">
                  <a16:creationId xmlns:a16="http://schemas.microsoft.com/office/drawing/2014/main" id="{85C1F727-5DCA-4130-812E-2A11A6F0AE41}"/>
                </a:ext>
              </a:extLst>
            </p:cNvPr>
            <p:cNvSpPr>
              <a:spLocks noChangeArrowheads="1"/>
            </p:cNvSpPr>
            <p:nvPr/>
          </p:nvSpPr>
          <p:spPr bwMode="auto">
            <a:xfrm>
              <a:off x="288" y="2832"/>
              <a:ext cx="1728" cy="576"/>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15375" name="Object 5">
              <a:extLst>
                <a:ext uri="{FF2B5EF4-FFF2-40B4-BE49-F238E27FC236}">
                  <a16:creationId xmlns:a16="http://schemas.microsoft.com/office/drawing/2014/main" id="{EC00D13B-B8A4-4E23-8D68-9D1823E5D27A}"/>
                </a:ext>
              </a:extLst>
            </p:cNvPr>
            <p:cNvGraphicFramePr>
              <a:graphicFrameLocks noChangeAspect="1"/>
            </p:cNvGraphicFramePr>
            <p:nvPr/>
          </p:nvGraphicFramePr>
          <p:xfrm>
            <a:off x="240" y="2832"/>
            <a:ext cx="1776" cy="576"/>
          </p:xfrm>
          <a:graphic>
            <a:graphicData uri="http://schemas.openxmlformats.org/presentationml/2006/ole">
              <mc:AlternateContent xmlns:mc="http://schemas.openxmlformats.org/markup-compatibility/2006">
                <mc:Choice xmlns:v="urn:schemas-microsoft-com:vml" Requires="v">
                  <p:oleObj spid="_x0000_s15392" name="Equation" r:id="rId7" imgW="1371600" imgH="393700" progId="Equation.DSMT4">
                    <p:embed/>
                  </p:oleObj>
                </mc:Choice>
                <mc:Fallback>
                  <p:oleObj name="Equation" r:id="rId7" imgW="1371600" imgH="3937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 y="2832"/>
                          <a:ext cx="1776"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062" name="AutoShape 6">
            <a:extLst>
              <a:ext uri="{FF2B5EF4-FFF2-40B4-BE49-F238E27FC236}">
                <a16:creationId xmlns:a16="http://schemas.microsoft.com/office/drawing/2014/main" id="{DF3ABEDD-5075-40C2-9322-05B4D5DCCFA2}"/>
              </a:ext>
            </a:extLst>
          </p:cNvPr>
          <p:cNvSpPr>
            <a:spLocks noChangeArrowheads="1"/>
          </p:cNvSpPr>
          <p:nvPr/>
        </p:nvSpPr>
        <p:spPr bwMode="auto">
          <a:xfrm>
            <a:off x="3352800" y="4800600"/>
            <a:ext cx="762000" cy="304800"/>
          </a:xfrm>
          <a:prstGeom prst="rightArrow">
            <a:avLst>
              <a:gd name="adj1" fmla="val 50000"/>
              <a:gd name="adj2" fmla="val 62500"/>
            </a:avLst>
          </a:prstGeom>
          <a:solidFill>
            <a:srgbClr val="FFCC00"/>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pSp>
        <p:nvGrpSpPr>
          <p:cNvPr id="3" name="Group 16">
            <a:extLst>
              <a:ext uri="{FF2B5EF4-FFF2-40B4-BE49-F238E27FC236}">
                <a16:creationId xmlns:a16="http://schemas.microsoft.com/office/drawing/2014/main" id="{3FC19338-9FD8-4CF1-8129-D4FECBAD0ACA}"/>
              </a:ext>
            </a:extLst>
          </p:cNvPr>
          <p:cNvGrpSpPr>
            <a:grpSpLocks/>
          </p:cNvGrpSpPr>
          <p:nvPr/>
        </p:nvGrpSpPr>
        <p:grpSpPr bwMode="auto">
          <a:xfrm>
            <a:off x="4495800" y="4432300"/>
            <a:ext cx="3124200" cy="977900"/>
            <a:chOff x="2832" y="2792"/>
            <a:chExt cx="1968" cy="616"/>
          </a:xfrm>
        </p:grpSpPr>
        <p:sp>
          <p:nvSpPr>
            <p:cNvPr id="15372" name="Rectangle 7">
              <a:extLst>
                <a:ext uri="{FF2B5EF4-FFF2-40B4-BE49-F238E27FC236}">
                  <a16:creationId xmlns:a16="http://schemas.microsoft.com/office/drawing/2014/main" id="{78435F8A-CF7A-4C3C-85A6-B029D5A20434}"/>
                </a:ext>
              </a:extLst>
            </p:cNvPr>
            <p:cNvSpPr>
              <a:spLocks noChangeArrowheads="1"/>
            </p:cNvSpPr>
            <p:nvPr/>
          </p:nvSpPr>
          <p:spPr bwMode="auto">
            <a:xfrm>
              <a:off x="2832" y="2832"/>
              <a:ext cx="1968" cy="576"/>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15373" name="Object 8">
              <a:extLst>
                <a:ext uri="{FF2B5EF4-FFF2-40B4-BE49-F238E27FC236}">
                  <a16:creationId xmlns:a16="http://schemas.microsoft.com/office/drawing/2014/main" id="{C6CE481A-5AD5-4D8F-8476-24A5ECEEDA11}"/>
                </a:ext>
              </a:extLst>
            </p:cNvPr>
            <p:cNvGraphicFramePr>
              <a:graphicFrameLocks noChangeAspect="1"/>
            </p:cNvGraphicFramePr>
            <p:nvPr/>
          </p:nvGraphicFramePr>
          <p:xfrm>
            <a:off x="2832" y="2792"/>
            <a:ext cx="1968" cy="568"/>
          </p:xfrm>
          <a:graphic>
            <a:graphicData uri="http://schemas.openxmlformats.org/presentationml/2006/ole">
              <mc:AlternateContent xmlns:mc="http://schemas.openxmlformats.org/markup-compatibility/2006">
                <mc:Choice xmlns:v="urn:schemas-microsoft-com:vml" Requires="v">
                  <p:oleObj spid="_x0000_s15393" name="Equation" r:id="rId9" imgW="1548728" imgH="393529" progId="Equation.DSMT4">
                    <p:embed/>
                  </p:oleObj>
                </mc:Choice>
                <mc:Fallback>
                  <p:oleObj name="Equation" r:id="rId9" imgW="1548728" imgH="393529"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32" y="2792"/>
                          <a:ext cx="1968" cy="5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068" name="AutoShape 12">
            <a:extLst>
              <a:ext uri="{FF2B5EF4-FFF2-40B4-BE49-F238E27FC236}">
                <a16:creationId xmlns:a16="http://schemas.microsoft.com/office/drawing/2014/main" id="{25591A21-C115-4C55-BA6C-A104A1B92078}"/>
              </a:ext>
            </a:extLst>
          </p:cNvPr>
          <p:cNvSpPr>
            <a:spLocks noChangeArrowheads="1"/>
          </p:cNvSpPr>
          <p:nvPr/>
        </p:nvSpPr>
        <p:spPr bwMode="auto">
          <a:xfrm rot="5400000">
            <a:off x="7848600" y="4724400"/>
            <a:ext cx="990600" cy="9906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17694720 60000 65536"/>
              <a:gd name="T11" fmla="*/ 5898240 60000 65536"/>
              <a:gd name="T12" fmla="*/ 5898240 60000 65536"/>
              <a:gd name="T13" fmla="*/ 5898240 60000 65536"/>
              <a:gd name="T14" fmla="*/ 0 60000 65536"/>
              <a:gd name="T15" fmla="*/ 0 w 21600"/>
              <a:gd name="T16" fmla="*/ 8310 h 21600"/>
              <a:gd name="T17" fmla="*/ 611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lnTo>
                  <a:pt x="15662" y="14285"/>
                </a:lnTo>
                <a:close/>
              </a:path>
            </a:pathLst>
          </a:custGeom>
          <a:solidFill>
            <a:srgbClr val="FFCC00"/>
          </a:solidFill>
          <a:ln w="9525">
            <a:solidFill>
              <a:schemeClr val="tx1"/>
            </a:solidFill>
            <a:miter lim="800000"/>
            <a:headEnd/>
            <a:tailEnd/>
          </a:ln>
        </p:spPr>
        <p:txBody>
          <a:bodyPr wrap="none" anchor="ctr"/>
          <a:lstStyle/>
          <a:p>
            <a:endParaRPr lang="zh-CN" altLang="en-US"/>
          </a:p>
        </p:txBody>
      </p:sp>
      <p:graphicFrame>
        <p:nvGraphicFramePr>
          <p:cNvPr id="15368" name="Object 13">
            <a:extLst>
              <a:ext uri="{FF2B5EF4-FFF2-40B4-BE49-F238E27FC236}">
                <a16:creationId xmlns:a16="http://schemas.microsoft.com/office/drawing/2014/main" id="{B51A8FC0-EFF3-4FD1-AD82-7CCFD874A7C2}"/>
              </a:ext>
            </a:extLst>
          </p:cNvPr>
          <p:cNvGraphicFramePr>
            <a:graphicFrameLocks noChangeAspect="1"/>
          </p:cNvGraphicFramePr>
          <p:nvPr/>
        </p:nvGraphicFramePr>
        <p:xfrm>
          <a:off x="2616200" y="1714500"/>
          <a:ext cx="914400" cy="198438"/>
        </p:xfrm>
        <a:graphic>
          <a:graphicData uri="http://schemas.openxmlformats.org/presentationml/2006/ole">
            <mc:AlternateContent xmlns:mc="http://schemas.openxmlformats.org/markup-compatibility/2006">
              <mc:Choice xmlns:v="urn:schemas-microsoft-com:vml" Requires="v">
                <p:oleObj spid="_x0000_s15394" name="Equation" r:id="rId11" imgW="435285" imgH="677109" progId="Equation.DSMT4">
                  <p:embed/>
                </p:oleObj>
              </mc:Choice>
              <mc:Fallback>
                <p:oleObj name="Equation" r:id="rId11" imgW="435285" imgH="677109"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16200" y="17145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17">
            <a:extLst>
              <a:ext uri="{FF2B5EF4-FFF2-40B4-BE49-F238E27FC236}">
                <a16:creationId xmlns:a16="http://schemas.microsoft.com/office/drawing/2014/main" id="{CA05D8CA-141A-4F81-A18B-E644752E3D71}"/>
              </a:ext>
            </a:extLst>
          </p:cNvPr>
          <p:cNvGrpSpPr>
            <a:grpSpLocks/>
          </p:cNvGrpSpPr>
          <p:nvPr/>
        </p:nvGrpSpPr>
        <p:grpSpPr bwMode="auto">
          <a:xfrm>
            <a:off x="2286000" y="5791200"/>
            <a:ext cx="4876800" cy="1066800"/>
            <a:chOff x="1440" y="3648"/>
            <a:chExt cx="3072" cy="672"/>
          </a:xfrm>
        </p:grpSpPr>
        <p:sp>
          <p:nvSpPr>
            <p:cNvPr id="15370" name="Rectangle 10">
              <a:extLst>
                <a:ext uri="{FF2B5EF4-FFF2-40B4-BE49-F238E27FC236}">
                  <a16:creationId xmlns:a16="http://schemas.microsoft.com/office/drawing/2014/main" id="{FAACC178-7C1C-430B-8304-B1B13999A505}"/>
                </a:ext>
              </a:extLst>
            </p:cNvPr>
            <p:cNvSpPr>
              <a:spLocks noChangeArrowheads="1"/>
            </p:cNvSpPr>
            <p:nvPr/>
          </p:nvSpPr>
          <p:spPr bwMode="auto">
            <a:xfrm>
              <a:off x="1440" y="3648"/>
              <a:ext cx="3072" cy="672"/>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15371" name="Object 14">
              <a:extLst>
                <a:ext uri="{FF2B5EF4-FFF2-40B4-BE49-F238E27FC236}">
                  <a16:creationId xmlns:a16="http://schemas.microsoft.com/office/drawing/2014/main" id="{6A1486BA-BE24-424C-B0CC-3965BE8DDD5A}"/>
                </a:ext>
              </a:extLst>
            </p:cNvPr>
            <p:cNvGraphicFramePr>
              <a:graphicFrameLocks noChangeAspect="1"/>
            </p:cNvGraphicFramePr>
            <p:nvPr/>
          </p:nvGraphicFramePr>
          <p:xfrm>
            <a:off x="1536" y="3696"/>
            <a:ext cx="2736" cy="576"/>
          </p:xfrm>
          <a:graphic>
            <a:graphicData uri="http://schemas.openxmlformats.org/presentationml/2006/ole">
              <mc:AlternateContent xmlns:mc="http://schemas.openxmlformats.org/markup-compatibility/2006">
                <mc:Choice xmlns:v="urn:schemas-microsoft-com:vml" Requires="v">
                  <p:oleObj spid="_x0000_s15395" name="Equation" r:id="rId13" imgW="1879600" imgH="393700" progId="Equation.DSMT4">
                    <p:embed/>
                  </p:oleObj>
                </mc:Choice>
                <mc:Fallback>
                  <p:oleObj name="Equation" r:id="rId13" imgW="1879600" imgH="393700" progId="Equation.DSMT4">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36" y="3696"/>
                          <a:ext cx="2736"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checkerboard(across)">
                                      <p:cBhvr>
                                        <p:cTn id="7" dur="500"/>
                                        <p:tgtEl>
                                          <p:spTgt spid="45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5059">
                                            <p:txEl>
                                              <p:pRg st="1" end="1"/>
                                            </p:txEl>
                                          </p:spTgt>
                                        </p:tgtEl>
                                        <p:attrNameLst>
                                          <p:attrName>style.visibility</p:attrName>
                                        </p:attrNameLst>
                                      </p:cBhvr>
                                      <p:to>
                                        <p:strVal val="visible"/>
                                      </p:to>
                                    </p:set>
                                    <p:animEffect transition="in" filter="checkerboard(across)">
                                      <p:cBhvr>
                                        <p:cTn id="12" dur="500"/>
                                        <p:tgtEl>
                                          <p:spTgt spid="450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5059">
                                            <p:txEl>
                                              <p:pRg st="2" end="2"/>
                                            </p:txEl>
                                          </p:spTgt>
                                        </p:tgtEl>
                                        <p:attrNameLst>
                                          <p:attrName>style.visibility</p:attrName>
                                        </p:attrNameLst>
                                      </p:cBhvr>
                                      <p:to>
                                        <p:strVal val="visible"/>
                                      </p:to>
                                    </p:set>
                                    <p:animEffect transition="in" filter="checkerboard(across)">
                                      <p:cBhvr>
                                        <p:cTn id="17" dur="500"/>
                                        <p:tgtEl>
                                          <p:spTgt spid="450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checkerboard(across)">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45062"/>
                                        </p:tgtEl>
                                        <p:attrNameLst>
                                          <p:attrName>style.visibility</p:attrName>
                                        </p:attrNameLst>
                                      </p:cBhvr>
                                      <p:to>
                                        <p:strVal val="visible"/>
                                      </p:to>
                                    </p:set>
                                    <p:animEffect transition="in" filter="checkerboard(across)">
                                      <p:cBhvr>
                                        <p:cTn id="27" dur="500"/>
                                        <p:tgtEl>
                                          <p:spTgt spid="4506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checkerboard(across)">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45068"/>
                                        </p:tgtEl>
                                        <p:attrNameLst>
                                          <p:attrName>style.visibility</p:attrName>
                                        </p:attrNameLst>
                                      </p:cBhvr>
                                      <p:to>
                                        <p:strVal val="visible"/>
                                      </p:to>
                                    </p:set>
                                    <p:animEffect transition="in" filter="checkerboard(across)">
                                      <p:cBhvr>
                                        <p:cTn id="37" dur="500"/>
                                        <p:tgtEl>
                                          <p:spTgt spid="4506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checkerboard(across)">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P spid="4506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62BE828-D70C-41ED-938A-DCAF12CD3082}"/>
              </a:ext>
            </a:extLst>
          </p:cNvPr>
          <p:cNvSpPr>
            <a:spLocks noGrp="1" noChangeArrowheads="1"/>
          </p:cNvSpPr>
          <p:nvPr>
            <p:ph type="title"/>
          </p:nvPr>
        </p:nvSpPr>
        <p:spPr>
          <a:xfrm>
            <a:off x="457200" y="277813"/>
            <a:ext cx="8229600" cy="1017587"/>
          </a:xfrm>
        </p:spPr>
        <p:txBody>
          <a:bodyPr/>
          <a:lstStyle/>
          <a:p>
            <a:pPr eaLnBrk="1" hangingPunct="1">
              <a:defRPr/>
            </a:pPr>
            <a:r>
              <a:rPr lang="en-US" altLang="zh-CN">
                <a:latin typeface="Comic Sans MS" pitchFamily="66" charset="0"/>
                <a:ea typeface="宋体" pitchFamily="2" charset="-122"/>
              </a:rPr>
              <a:t>Continue</a:t>
            </a:r>
          </a:p>
        </p:txBody>
      </p:sp>
      <p:sp>
        <p:nvSpPr>
          <p:cNvPr id="48131" name="Rectangle 3">
            <a:extLst>
              <a:ext uri="{FF2B5EF4-FFF2-40B4-BE49-F238E27FC236}">
                <a16:creationId xmlns:a16="http://schemas.microsoft.com/office/drawing/2014/main" id="{16D41992-F116-4F1B-BA8D-7675C5A8E9DA}"/>
              </a:ext>
            </a:extLst>
          </p:cNvPr>
          <p:cNvSpPr>
            <a:spLocks noGrp="1" noChangeArrowheads="1"/>
          </p:cNvSpPr>
          <p:nvPr>
            <p:ph type="body" idx="1"/>
          </p:nvPr>
        </p:nvSpPr>
        <p:spPr>
          <a:xfrm>
            <a:off x="152400" y="1371600"/>
            <a:ext cx="8991600" cy="5410200"/>
          </a:xfrm>
        </p:spPr>
        <p:txBody>
          <a:bodyPr/>
          <a:lstStyle/>
          <a:p>
            <a:pPr eaLnBrk="1" hangingPunct="1">
              <a:defRPr/>
            </a:pPr>
            <a:r>
              <a:rPr lang="en-US" altLang="zh-CN" sz="2600" dirty="0">
                <a:latin typeface="Times New Roman" pitchFamily="18" charset="0"/>
                <a:ea typeface="宋体" pitchFamily="2" charset="-122"/>
              </a:rPr>
              <a:t>Intuitively, the lower-order terms of an asymptotically positive function can be ignored in determining asymptotically tight bound because they are </a:t>
            </a:r>
            <a:r>
              <a:rPr lang="en-US" altLang="zh-CN" sz="2600" i="1" dirty="0">
                <a:solidFill>
                  <a:srgbClr val="FFFF00"/>
                </a:solidFill>
                <a:effectLst/>
                <a:latin typeface="Times New Roman" pitchFamily="18" charset="0"/>
                <a:ea typeface="宋体" pitchFamily="2" charset="-122"/>
              </a:rPr>
              <a:t>insignificant</a:t>
            </a:r>
            <a:r>
              <a:rPr lang="en-US" altLang="zh-CN" sz="2600" dirty="0">
                <a:latin typeface="Times New Roman" pitchFamily="18" charset="0"/>
                <a:ea typeface="宋体" pitchFamily="2" charset="-122"/>
              </a:rPr>
              <a:t> for </a:t>
            </a:r>
            <a:r>
              <a:rPr lang="en-US" altLang="zh-CN" sz="2600" i="1" dirty="0">
                <a:solidFill>
                  <a:srgbClr val="FFFF00"/>
                </a:solidFill>
                <a:effectLst/>
                <a:latin typeface="Times New Roman" pitchFamily="18" charset="0"/>
                <a:ea typeface="宋体" pitchFamily="2" charset="-122"/>
              </a:rPr>
              <a:t>large n</a:t>
            </a:r>
            <a:r>
              <a:rPr lang="en-US" altLang="zh-CN" sz="2600" dirty="0">
                <a:latin typeface="Times New Roman" pitchFamily="18" charset="0"/>
                <a:ea typeface="宋体" pitchFamily="2" charset="-122"/>
              </a:rPr>
              <a:t>.</a:t>
            </a:r>
          </a:p>
          <a:p>
            <a:pPr eaLnBrk="1" hangingPunct="1">
              <a:defRPr/>
            </a:pPr>
            <a:r>
              <a:rPr lang="en-US" altLang="zh-CN" sz="2600" dirty="0">
                <a:latin typeface="Times New Roman" pitchFamily="18" charset="0"/>
                <a:ea typeface="宋体" pitchFamily="2" charset="-122"/>
              </a:rPr>
              <a:t>The coefficient of the highest-order term can likewise be ignored, since it only changes </a:t>
            </a:r>
            <a:r>
              <a:rPr lang="en-US" altLang="zh-CN" sz="2600" i="1" dirty="0">
                <a:solidFill>
                  <a:srgbClr val="FFFF00"/>
                </a:solidFill>
                <a:effectLst/>
                <a:latin typeface="Times New Roman" pitchFamily="18" charset="0"/>
                <a:ea typeface="宋体" pitchFamily="2" charset="-122"/>
              </a:rPr>
              <a:t>c</a:t>
            </a:r>
            <a:r>
              <a:rPr lang="en-US" altLang="zh-CN" sz="2600" i="1" baseline="-25000" dirty="0">
                <a:solidFill>
                  <a:srgbClr val="FFFF00"/>
                </a:solidFill>
                <a:effectLst/>
                <a:latin typeface="Times New Roman" pitchFamily="18" charset="0"/>
                <a:ea typeface="宋体" pitchFamily="2" charset="-122"/>
              </a:rPr>
              <a:t>1</a:t>
            </a:r>
            <a:r>
              <a:rPr lang="en-US" altLang="zh-CN" sz="2600" dirty="0">
                <a:latin typeface="Times New Roman" pitchFamily="18" charset="0"/>
                <a:ea typeface="宋体" pitchFamily="2" charset="-122"/>
              </a:rPr>
              <a:t> and </a:t>
            </a:r>
            <a:r>
              <a:rPr lang="en-US" altLang="zh-CN" sz="2600" i="1" dirty="0">
                <a:solidFill>
                  <a:srgbClr val="FFFF00"/>
                </a:solidFill>
                <a:latin typeface="Times New Roman" pitchFamily="18" charset="0"/>
                <a:ea typeface="宋体" pitchFamily="2" charset="-122"/>
              </a:rPr>
              <a:t>c</a:t>
            </a:r>
            <a:r>
              <a:rPr lang="en-US" altLang="zh-CN" sz="2600" i="1" baseline="-25000" dirty="0">
                <a:solidFill>
                  <a:srgbClr val="FFFF00"/>
                </a:solidFill>
                <a:latin typeface="Times New Roman" pitchFamily="18" charset="0"/>
                <a:ea typeface="宋体" pitchFamily="2" charset="-122"/>
              </a:rPr>
              <a:t>2</a:t>
            </a:r>
            <a:r>
              <a:rPr lang="en-US" altLang="zh-CN" sz="2600" dirty="0">
                <a:latin typeface="Times New Roman" pitchFamily="18" charset="0"/>
                <a:ea typeface="宋体" pitchFamily="2" charset="-122"/>
              </a:rPr>
              <a:t> by a </a:t>
            </a:r>
            <a:r>
              <a:rPr lang="en-US" altLang="zh-CN" sz="2600" i="1" u="sng" dirty="0">
                <a:solidFill>
                  <a:srgbClr val="FFFF00"/>
                </a:solidFill>
                <a:latin typeface="Times New Roman" pitchFamily="18" charset="0"/>
                <a:ea typeface="宋体" pitchFamily="2" charset="-122"/>
              </a:rPr>
              <a:t>constant factor</a:t>
            </a:r>
            <a:r>
              <a:rPr lang="en-US" altLang="zh-CN" sz="2600" dirty="0">
                <a:latin typeface="Times New Roman" pitchFamily="18" charset="0"/>
                <a:ea typeface="宋体" pitchFamily="2" charset="-122"/>
              </a:rPr>
              <a:t> equal to the coefficient.</a:t>
            </a:r>
          </a:p>
        </p:txBody>
      </p:sp>
      <p:grpSp>
        <p:nvGrpSpPr>
          <p:cNvPr id="2" name="Group 17">
            <a:extLst>
              <a:ext uri="{FF2B5EF4-FFF2-40B4-BE49-F238E27FC236}">
                <a16:creationId xmlns:a16="http://schemas.microsoft.com/office/drawing/2014/main" id="{34F68A0F-E4EB-4F97-AED6-02601DDC0DAD}"/>
              </a:ext>
            </a:extLst>
          </p:cNvPr>
          <p:cNvGrpSpPr>
            <a:grpSpLocks/>
          </p:cNvGrpSpPr>
          <p:nvPr/>
        </p:nvGrpSpPr>
        <p:grpSpPr bwMode="auto">
          <a:xfrm>
            <a:off x="457200" y="4114800"/>
            <a:ext cx="2971800" cy="1001713"/>
            <a:chOff x="288" y="2592"/>
            <a:chExt cx="1872" cy="631"/>
          </a:xfrm>
        </p:grpSpPr>
        <p:sp>
          <p:nvSpPr>
            <p:cNvPr id="17428" name="Rectangle 5">
              <a:extLst>
                <a:ext uri="{FF2B5EF4-FFF2-40B4-BE49-F238E27FC236}">
                  <a16:creationId xmlns:a16="http://schemas.microsoft.com/office/drawing/2014/main" id="{2237497A-9DAE-48B9-964B-ECBB8ABBB915}"/>
                </a:ext>
              </a:extLst>
            </p:cNvPr>
            <p:cNvSpPr>
              <a:spLocks noChangeArrowheads="1"/>
            </p:cNvSpPr>
            <p:nvPr/>
          </p:nvSpPr>
          <p:spPr bwMode="auto">
            <a:xfrm>
              <a:off x="288" y="2592"/>
              <a:ext cx="1872" cy="616"/>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17429" name="Object 6">
              <a:extLst>
                <a:ext uri="{FF2B5EF4-FFF2-40B4-BE49-F238E27FC236}">
                  <a16:creationId xmlns:a16="http://schemas.microsoft.com/office/drawing/2014/main" id="{26004503-CACE-409D-9CDF-03F5EB50354C}"/>
                </a:ext>
              </a:extLst>
            </p:cNvPr>
            <p:cNvGraphicFramePr>
              <a:graphicFrameLocks noChangeAspect="1"/>
            </p:cNvGraphicFramePr>
            <p:nvPr/>
          </p:nvGraphicFramePr>
          <p:xfrm>
            <a:off x="288" y="2592"/>
            <a:ext cx="1843" cy="631"/>
          </p:xfrm>
          <a:graphic>
            <a:graphicData uri="http://schemas.openxmlformats.org/presentationml/2006/ole">
              <mc:AlternateContent xmlns:mc="http://schemas.openxmlformats.org/markup-compatibility/2006">
                <mc:Choice xmlns:v="urn:schemas-microsoft-com:vml" Requires="v">
                  <p:oleObj spid="_x0000_s17446" name="Equation" r:id="rId7" imgW="1548728" imgH="431613" progId="Equation.DSMT4">
                    <p:embed/>
                  </p:oleObj>
                </mc:Choice>
                <mc:Fallback>
                  <p:oleObj name="Equation" r:id="rId7" imgW="1548728" imgH="431613"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8" y="2592"/>
                          <a:ext cx="1843" cy="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8135" name="AutoShape 7">
            <a:extLst>
              <a:ext uri="{FF2B5EF4-FFF2-40B4-BE49-F238E27FC236}">
                <a16:creationId xmlns:a16="http://schemas.microsoft.com/office/drawing/2014/main" id="{E9B032AD-0D54-4D65-AB3B-EEDC94C564DF}"/>
              </a:ext>
            </a:extLst>
          </p:cNvPr>
          <p:cNvSpPr>
            <a:spLocks noChangeArrowheads="1"/>
          </p:cNvSpPr>
          <p:nvPr/>
        </p:nvSpPr>
        <p:spPr bwMode="auto">
          <a:xfrm>
            <a:off x="3505200" y="4483100"/>
            <a:ext cx="762000" cy="304800"/>
          </a:xfrm>
          <a:prstGeom prst="rightArrow">
            <a:avLst>
              <a:gd name="adj1" fmla="val 50000"/>
              <a:gd name="adj2" fmla="val 62500"/>
            </a:avLst>
          </a:prstGeom>
          <a:solidFill>
            <a:srgbClr val="FFCC00"/>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pSp>
        <p:nvGrpSpPr>
          <p:cNvPr id="3" name="Group 16">
            <a:extLst>
              <a:ext uri="{FF2B5EF4-FFF2-40B4-BE49-F238E27FC236}">
                <a16:creationId xmlns:a16="http://schemas.microsoft.com/office/drawing/2014/main" id="{08A9F995-2803-4856-9C8E-54A948C50528}"/>
              </a:ext>
            </a:extLst>
          </p:cNvPr>
          <p:cNvGrpSpPr>
            <a:grpSpLocks/>
          </p:cNvGrpSpPr>
          <p:nvPr/>
        </p:nvGrpSpPr>
        <p:grpSpPr bwMode="auto">
          <a:xfrm>
            <a:off x="4495800" y="3733800"/>
            <a:ext cx="3124200" cy="1454150"/>
            <a:chOff x="2832" y="2352"/>
            <a:chExt cx="1968" cy="916"/>
          </a:xfrm>
        </p:grpSpPr>
        <p:sp>
          <p:nvSpPr>
            <p:cNvPr id="17426" name="Rectangle 9">
              <a:extLst>
                <a:ext uri="{FF2B5EF4-FFF2-40B4-BE49-F238E27FC236}">
                  <a16:creationId xmlns:a16="http://schemas.microsoft.com/office/drawing/2014/main" id="{46BB96B6-7E5E-4250-87D0-600C1DC76BD4}"/>
                </a:ext>
              </a:extLst>
            </p:cNvPr>
            <p:cNvSpPr>
              <a:spLocks noChangeArrowheads="1"/>
            </p:cNvSpPr>
            <p:nvPr/>
          </p:nvSpPr>
          <p:spPr bwMode="auto">
            <a:xfrm>
              <a:off x="2832" y="2400"/>
              <a:ext cx="1968" cy="808"/>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17427" name="Object 10">
              <a:extLst>
                <a:ext uri="{FF2B5EF4-FFF2-40B4-BE49-F238E27FC236}">
                  <a16:creationId xmlns:a16="http://schemas.microsoft.com/office/drawing/2014/main" id="{365211B8-D4FB-49AD-8E11-FFF665881B52}"/>
                </a:ext>
              </a:extLst>
            </p:cNvPr>
            <p:cNvGraphicFramePr>
              <a:graphicFrameLocks noChangeAspect="1"/>
            </p:cNvGraphicFramePr>
            <p:nvPr/>
          </p:nvGraphicFramePr>
          <p:xfrm>
            <a:off x="2921" y="2352"/>
            <a:ext cx="1790" cy="916"/>
          </p:xfrm>
          <a:graphic>
            <a:graphicData uri="http://schemas.openxmlformats.org/presentationml/2006/ole">
              <mc:AlternateContent xmlns:mc="http://schemas.openxmlformats.org/markup-compatibility/2006">
                <mc:Choice xmlns:v="urn:schemas-microsoft-com:vml" Requires="v">
                  <p:oleObj spid="_x0000_s17447" name="Equation" r:id="rId9" imgW="1409088" imgH="634725" progId="Equation.DSMT4">
                    <p:embed/>
                  </p:oleObj>
                </mc:Choice>
                <mc:Fallback>
                  <p:oleObj name="Equation" r:id="rId9" imgW="1409088" imgH="634725"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1" y="2352"/>
                          <a:ext cx="1790" cy="9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8139" name="AutoShape 11">
            <a:extLst>
              <a:ext uri="{FF2B5EF4-FFF2-40B4-BE49-F238E27FC236}">
                <a16:creationId xmlns:a16="http://schemas.microsoft.com/office/drawing/2014/main" id="{90CF265A-CEFF-42AD-906C-2C43AA1CFE16}"/>
              </a:ext>
            </a:extLst>
          </p:cNvPr>
          <p:cNvSpPr>
            <a:spLocks noChangeArrowheads="1"/>
          </p:cNvSpPr>
          <p:nvPr/>
        </p:nvSpPr>
        <p:spPr bwMode="auto">
          <a:xfrm rot="5400000">
            <a:off x="7848600" y="4406900"/>
            <a:ext cx="990600" cy="9906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17694720 60000 65536"/>
              <a:gd name="T11" fmla="*/ 5898240 60000 65536"/>
              <a:gd name="T12" fmla="*/ 5898240 60000 65536"/>
              <a:gd name="T13" fmla="*/ 5898240 60000 65536"/>
              <a:gd name="T14" fmla="*/ 0 60000 65536"/>
              <a:gd name="T15" fmla="*/ 0 w 21600"/>
              <a:gd name="T16" fmla="*/ 8310 h 21600"/>
              <a:gd name="T17" fmla="*/ 611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lnTo>
                  <a:pt x="15662" y="14285"/>
                </a:lnTo>
                <a:close/>
              </a:path>
            </a:pathLst>
          </a:custGeom>
          <a:solidFill>
            <a:srgbClr val="FFCC00"/>
          </a:solidFill>
          <a:ln w="9525">
            <a:solidFill>
              <a:schemeClr val="tx1"/>
            </a:solidFill>
            <a:miter lim="800000"/>
            <a:headEnd/>
            <a:tailEnd/>
          </a:ln>
        </p:spPr>
        <p:txBody>
          <a:bodyPr wrap="none" anchor="ctr"/>
          <a:lstStyle/>
          <a:p>
            <a:endParaRPr lang="zh-CN" altLang="en-US"/>
          </a:p>
        </p:txBody>
      </p:sp>
      <p:grpSp>
        <p:nvGrpSpPr>
          <p:cNvPr id="4" name="Group 23">
            <a:extLst>
              <a:ext uri="{FF2B5EF4-FFF2-40B4-BE49-F238E27FC236}">
                <a16:creationId xmlns:a16="http://schemas.microsoft.com/office/drawing/2014/main" id="{89EA7051-7396-4313-A2FE-7953695319F7}"/>
              </a:ext>
            </a:extLst>
          </p:cNvPr>
          <p:cNvGrpSpPr>
            <a:grpSpLocks/>
          </p:cNvGrpSpPr>
          <p:nvPr/>
        </p:nvGrpSpPr>
        <p:grpSpPr bwMode="auto">
          <a:xfrm>
            <a:off x="5257800" y="5324475"/>
            <a:ext cx="3581400" cy="1527175"/>
            <a:chOff x="3312" y="3354"/>
            <a:chExt cx="2256" cy="966"/>
          </a:xfrm>
        </p:grpSpPr>
        <p:sp>
          <p:nvSpPr>
            <p:cNvPr id="17424" name="Rectangle 13">
              <a:extLst>
                <a:ext uri="{FF2B5EF4-FFF2-40B4-BE49-F238E27FC236}">
                  <a16:creationId xmlns:a16="http://schemas.microsoft.com/office/drawing/2014/main" id="{1BA31048-A098-4DD0-B10D-FB3F03E4D499}"/>
                </a:ext>
              </a:extLst>
            </p:cNvPr>
            <p:cNvSpPr>
              <a:spLocks noChangeArrowheads="1"/>
            </p:cNvSpPr>
            <p:nvPr/>
          </p:nvSpPr>
          <p:spPr bwMode="auto">
            <a:xfrm>
              <a:off x="3312" y="3408"/>
              <a:ext cx="2256" cy="912"/>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17425" name="Object 14">
              <a:extLst>
                <a:ext uri="{FF2B5EF4-FFF2-40B4-BE49-F238E27FC236}">
                  <a16:creationId xmlns:a16="http://schemas.microsoft.com/office/drawing/2014/main" id="{9F3CA6D5-8FFD-405C-AE98-F9B052A8775B}"/>
                </a:ext>
              </a:extLst>
            </p:cNvPr>
            <p:cNvGraphicFramePr>
              <a:graphicFrameLocks noChangeAspect="1"/>
            </p:cNvGraphicFramePr>
            <p:nvPr/>
          </p:nvGraphicFramePr>
          <p:xfrm>
            <a:off x="3403" y="3354"/>
            <a:ext cx="2117" cy="966"/>
          </p:xfrm>
          <a:graphic>
            <a:graphicData uri="http://schemas.openxmlformats.org/presentationml/2006/ole">
              <mc:AlternateContent xmlns:mc="http://schemas.openxmlformats.org/markup-compatibility/2006">
                <mc:Choice xmlns:v="urn:schemas-microsoft-com:vml" Requires="v">
                  <p:oleObj spid="_x0000_s17448" name="Equation" r:id="rId11" imgW="1651000" imgH="660400" progId="Equation.DSMT4">
                    <p:embed/>
                  </p:oleObj>
                </mc:Choice>
                <mc:Fallback>
                  <p:oleObj name="Equation" r:id="rId11" imgW="1651000" imgH="66040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03" y="3354"/>
                          <a:ext cx="2117" cy="9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8146" name="AutoShape 18">
            <a:extLst>
              <a:ext uri="{FF2B5EF4-FFF2-40B4-BE49-F238E27FC236}">
                <a16:creationId xmlns:a16="http://schemas.microsoft.com/office/drawing/2014/main" id="{EAF6383F-1896-4F63-AC2A-2438165C3E39}"/>
              </a:ext>
            </a:extLst>
          </p:cNvPr>
          <p:cNvSpPr>
            <a:spLocks noChangeArrowheads="1"/>
          </p:cNvSpPr>
          <p:nvPr/>
        </p:nvSpPr>
        <p:spPr bwMode="auto">
          <a:xfrm>
            <a:off x="4419600" y="5867400"/>
            <a:ext cx="685800" cy="381000"/>
          </a:xfrm>
          <a:prstGeom prst="leftArrow">
            <a:avLst>
              <a:gd name="adj1" fmla="val 50000"/>
              <a:gd name="adj2" fmla="val 45000"/>
            </a:avLst>
          </a:prstGeom>
          <a:solidFill>
            <a:srgbClr val="FFFF00"/>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pSp>
        <p:nvGrpSpPr>
          <p:cNvPr id="5" name="Group 22">
            <a:extLst>
              <a:ext uri="{FF2B5EF4-FFF2-40B4-BE49-F238E27FC236}">
                <a16:creationId xmlns:a16="http://schemas.microsoft.com/office/drawing/2014/main" id="{C894294B-ABCB-4ADB-987D-2D9616C19A3E}"/>
              </a:ext>
            </a:extLst>
          </p:cNvPr>
          <p:cNvGrpSpPr>
            <a:grpSpLocks/>
          </p:cNvGrpSpPr>
          <p:nvPr/>
        </p:nvGrpSpPr>
        <p:grpSpPr bwMode="auto">
          <a:xfrm>
            <a:off x="228600" y="5441950"/>
            <a:ext cx="3900488" cy="1263650"/>
            <a:chOff x="144" y="3428"/>
            <a:chExt cx="2457" cy="796"/>
          </a:xfrm>
        </p:grpSpPr>
        <p:sp>
          <p:nvSpPr>
            <p:cNvPr id="17422" name="Rectangle 20">
              <a:extLst>
                <a:ext uri="{FF2B5EF4-FFF2-40B4-BE49-F238E27FC236}">
                  <a16:creationId xmlns:a16="http://schemas.microsoft.com/office/drawing/2014/main" id="{C2F69C39-DBFC-4115-834D-C45D06ACD854}"/>
                </a:ext>
              </a:extLst>
            </p:cNvPr>
            <p:cNvSpPr>
              <a:spLocks noChangeArrowheads="1"/>
            </p:cNvSpPr>
            <p:nvPr/>
          </p:nvSpPr>
          <p:spPr bwMode="auto">
            <a:xfrm>
              <a:off x="144" y="3428"/>
              <a:ext cx="2457" cy="796"/>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17423" name="Object 21">
              <a:extLst>
                <a:ext uri="{FF2B5EF4-FFF2-40B4-BE49-F238E27FC236}">
                  <a16:creationId xmlns:a16="http://schemas.microsoft.com/office/drawing/2014/main" id="{A3ACF95B-2C1C-4E92-BB85-981CDFB6F7AE}"/>
                </a:ext>
              </a:extLst>
            </p:cNvPr>
            <p:cNvGraphicFramePr>
              <a:graphicFrameLocks noChangeAspect="1"/>
            </p:cNvGraphicFramePr>
            <p:nvPr/>
          </p:nvGraphicFramePr>
          <p:xfrm>
            <a:off x="144" y="3504"/>
            <a:ext cx="2448" cy="672"/>
          </p:xfrm>
          <a:graphic>
            <a:graphicData uri="http://schemas.openxmlformats.org/presentationml/2006/ole">
              <mc:AlternateContent xmlns:mc="http://schemas.openxmlformats.org/markup-compatibility/2006">
                <mc:Choice xmlns:v="urn:schemas-microsoft-com:vml" Requires="v">
                  <p:oleObj spid="_x0000_s17449" name="Equation" r:id="rId13" imgW="1688367" imgH="533169" progId="Equation.DSMT4">
                    <p:embed/>
                  </p:oleObj>
                </mc:Choice>
                <mc:Fallback>
                  <p:oleObj name="Equation" r:id="rId13" imgW="1688367" imgH="533169" progId="Equation.DSMT4">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4" y="3504"/>
                          <a:ext cx="2448" cy="6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8152" name="Oval 24">
            <a:extLst>
              <a:ext uri="{FF2B5EF4-FFF2-40B4-BE49-F238E27FC236}">
                <a16:creationId xmlns:a16="http://schemas.microsoft.com/office/drawing/2014/main" id="{D64F4EF0-BA6D-4E3B-AD4D-60DCD9EB896C}"/>
              </a:ext>
            </a:extLst>
          </p:cNvPr>
          <p:cNvSpPr>
            <a:spLocks noChangeArrowheads="1"/>
          </p:cNvSpPr>
          <p:nvPr/>
        </p:nvSpPr>
        <p:spPr bwMode="auto">
          <a:xfrm>
            <a:off x="5867400" y="5334000"/>
            <a:ext cx="457200" cy="9144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48153" name="Oval 25">
            <a:extLst>
              <a:ext uri="{FF2B5EF4-FFF2-40B4-BE49-F238E27FC236}">
                <a16:creationId xmlns:a16="http://schemas.microsoft.com/office/drawing/2014/main" id="{A0958F95-8DC0-4E42-8D26-ADD3485E9FC2}"/>
              </a:ext>
            </a:extLst>
          </p:cNvPr>
          <p:cNvSpPr>
            <a:spLocks noChangeArrowheads="1"/>
          </p:cNvSpPr>
          <p:nvPr/>
        </p:nvSpPr>
        <p:spPr bwMode="auto">
          <a:xfrm>
            <a:off x="7315200" y="5257800"/>
            <a:ext cx="457200" cy="9144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48154" name="Oval 26">
            <a:extLst>
              <a:ext uri="{FF2B5EF4-FFF2-40B4-BE49-F238E27FC236}">
                <a16:creationId xmlns:a16="http://schemas.microsoft.com/office/drawing/2014/main" id="{018BECC0-82F2-4DA9-98A8-89ECD4F1E870}"/>
              </a:ext>
            </a:extLst>
          </p:cNvPr>
          <p:cNvSpPr>
            <a:spLocks noChangeArrowheads="1"/>
          </p:cNvSpPr>
          <p:nvPr/>
        </p:nvSpPr>
        <p:spPr bwMode="auto">
          <a:xfrm>
            <a:off x="3276600" y="6172200"/>
            <a:ext cx="914400" cy="4572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checkerboard(across)">
                                      <p:cBhvr>
                                        <p:cTn id="7" dur="500"/>
                                        <p:tgtEl>
                                          <p:spTgt spid="481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8131">
                                            <p:txEl>
                                              <p:pRg st="1" end="1"/>
                                            </p:txEl>
                                          </p:spTgt>
                                        </p:tgtEl>
                                        <p:attrNameLst>
                                          <p:attrName>style.visibility</p:attrName>
                                        </p:attrNameLst>
                                      </p:cBhvr>
                                      <p:to>
                                        <p:strVal val="visible"/>
                                      </p:to>
                                    </p:set>
                                    <p:animEffect transition="in" filter="checkerboard(across)">
                                      <p:cBhvr>
                                        <p:cTn id="12" dur="500"/>
                                        <p:tgtEl>
                                          <p:spTgt spid="481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8135"/>
                                        </p:tgtEl>
                                        <p:attrNameLst>
                                          <p:attrName>style.visibility</p:attrName>
                                        </p:attrNameLst>
                                      </p:cBhvr>
                                      <p:to>
                                        <p:strVal val="visible"/>
                                      </p:to>
                                    </p:set>
                                    <p:animEffect transition="in" filter="checkerboard(across)">
                                      <p:cBhvr>
                                        <p:cTn id="22" dur="500"/>
                                        <p:tgtEl>
                                          <p:spTgt spid="4813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checkerboard(across)">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48139"/>
                                        </p:tgtEl>
                                        <p:attrNameLst>
                                          <p:attrName>style.visibility</p:attrName>
                                        </p:attrNameLst>
                                      </p:cBhvr>
                                      <p:to>
                                        <p:strVal val="visible"/>
                                      </p:to>
                                    </p:set>
                                    <p:animEffect transition="in" filter="checkerboard(across)">
                                      <p:cBhvr>
                                        <p:cTn id="32" dur="500"/>
                                        <p:tgtEl>
                                          <p:spTgt spid="4813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checkerboard(across)">
                                      <p:cBhvr>
                                        <p:cTn id="37" dur="500"/>
                                        <p:tgtEl>
                                          <p:spTgt spid="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48152"/>
                                        </p:tgtEl>
                                        <p:attrNameLst>
                                          <p:attrName>style.visibility</p:attrName>
                                        </p:attrNameLst>
                                      </p:cBhvr>
                                      <p:to>
                                        <p:strVal val="visible"/>
                                      </p:to>
                                    </p:set>
                                    <p:animEffect transition="in" filter="checkerboard(across)">
                                      <p:cBhvr>
                                        <p:cTn id="42" dur="500"/>
                                        <p:tgtEl>
                                          <p:spTgt spid="4815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48153"/>
                                        </p:tgtEl>
                                        <p:attrNameLst>
                                          <p:attrName>style.visibility</p:attrName>
                                        </p:attrNameLst>
                                      </p:cBhvr>
                                      <p:to>
                                        <p:strVal val="visible"/>
                                      </p:to>
                                    </p:set>
                                    <p:animEffect transition="in" filter="checkerboard(across)">
                                      <p:cBhvr>
                                        <p:cTn id="47" dur="500"/>
                                        <p:tgtEl>
                                          <p:spTgt spid="4815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48146"/>
                                        </p:tgtEl>
                                        <p:attrNameLst>
                                          <p:attrName>style.visibility</p:attrName>
                                        </p:attrNameLst>
                                      </p:cBhvr>
                                      <p:to>
                                        <p:strVal val="visible"/>
                                      </p:to>
                                    </p:set>
                                    <p:animEffect transition="in" filter="checkerboard(across)">
                                      <p:cBhvr>
                                        <p:cTn id="52" dur="500"/>
                                        <p:tgtEl>
                                          <p:spTgt spid="4814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 presetClass="entr" presetSubtype="10"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checkerboard(across)">
                                      <p:cBhvr>
                                        <p:cTn id="57" dur="500"/>
                                        <p:tgtEl>
                                          <p:spTgt spid="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48154"/>
                                        </p:tgtEl>
                                        <p:attrNameLst>
                                          <p:attrName>style.visibility</p:attrName>
                                        </p:attrNameLst>
                                      </p:cBhvr>
                                      <p:to>
                                        <p:strVal val="visible"/>
                                      </p:to>
                                    </p:set>
                                    <p:animEffect transition="in" filter="checkerboard(across)">
                                      <p:cBhvr>
                                        <p:cTn id="62" dur="500"/>
                                        <p:tgtEl>
                                          <p:spTgt spid="48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P spid="48135" grpId="0" animBg="1"/>
      <p:bldP spid="48146" grpId="0" animBg="1"/>
      <p:bldP spid="48152" grpId="0" animBg="1"/>
      <p:bldP spid="48153" grpId="0" animBg="1"/>
      <p:bldP spid="4815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a:extLst>
              <a:ext uri="{FF2B5EF4-FFF2-40B4-BE49-F238E27FC236}">
                <a16:creationId xmlns:a16="http://schemas.microsoft.com/office/drawing/2014/main" id="{5B73DD3D-1153-4D73-ABD8-799A6A5059CF}"/>
              </a:ext>
            </a:extLst>
          </p:cNvPr>
          <p:cNvSpPr>
            <a:spLocks noGrp="1" noChangeArrowheads="1"/>
          </p:cNvSpPr>
          <p:nvPr>
            <p:ph type="body" idx="1"/>
          </p:nvPr>
        </p:nvSpPr>
        <p:spPr>
          <a:xfrm>
            <a:off x="228600" y="1447800"/>
            <a:ext cx="8686800" cy="4530725"/>
          </a:xfrm>
        </p:spPr>
        <p:txBody>
          <a:bodyPr/>
          <a:lstStyle/>
          <a:p>
            <a:pPr eaLnBrk="1" hangingPunct="1">
              <a:defRPr/>
            </a:pPr>
            <a:r>
              <a:rPr lang="en-US" altLang="zh-CN" sz="2600">
                <a:latin typeface="Times New Roman" pitchFamily="18" charset="0"/>
                <a:ea typeface="宋体" pitchFamily="2" charset="-122"/>
              </a:rPr>
              <a:t>The </a:t>
            </a:r>
            <a:r>
              <a:rPr lang="en-US" altLang="zh-CN" sz="2600" i="1">
                <a:latin typeface="Times New Roman" pitchFamily="18" charset="0"/>
                <a:ea typeface="宋体" pitchFamily="2" charset="-122"/>
                <a:sym typeface="Symbol" pitchFamily="18" charset="2"/>
              </a:rPr>
              <a:t></a:t>
            </a:r>
            <a:r>
              <a:rPr lang="en-US" altLang="zh-CN">
                <a:latin typeface="Times New Roman" pitchFamily="18" charset="0"/>
                <a:ea typeface="宋体" pitchFamily="2" charset="-122"/>
              </a:rPr>
              <a:t> -notation asymptotically bounds a function from </a:t>
            </a:r>
            <a:r>
              <a:rPr lang="en-US" altLang="zh-CN" i="1" u="sng">
                <a:solidFill>
                  <a:srgbClr val="FFFF00"/>
                </a:solidFill>
                <a:latin typeface="Times New Roman" pitchFamily="18" charset="0"/>
                <a:ea typeface="宋体" pitchFamily="2" charset="-122"/>
              </a:rPr>
              <a:t>above and below</a:t>
            </a:r>
          </a:p>
          <a:p>
            <a:pPr eaLnBrk="1" hangingPunct="1">
              <a:defRPr/>
            </a:pPr>
            <a:r>
              <a:rPr lang="en-US" altLang="zh-CN">
                <a:latin typeface="Times New Roman" pitchFamily="18" charset="0"/>
                <a:ea typeface="宋体" pitchFamily="2" charset="-122"/>
              </a:rPr>
              <a:t>When we have only an </a:t>
            </a:r>
            <a:r>
              <a:rPr lang="en-US" altLang="zh-CN" i="1">
                <a:solidFill>
                  <a:srgbClr val="FFFF00"/>
                </a:solidFill>
                <a:latin typeface="Times New Roman" pitchFamily="18" charset="0"/>
                <a:ea typeface="宋体" pitchFamily="2" charset="-122"/>
              </a:rPr>
              <a:t>asymptotic upper bound</a:t>
            </a:r>
            <a:r>
              <a:rPr lang="en-US" altLang="zh-CN">
                <a:latin typeface="Times New Roman" pitchFamily="18" charset="0"/>
                <a:ea typeface="宋体" pitchFamily="2" charset="-122"/>
              </a:rPr>
              <a:t>, we use </a:t>
            </a:r>
            <a:r>
              <a:rPr lang="en-US" altLang="zh-CN" i="1">
                <a:solidFill>
                  <a:srgbClr val="FFFF00"/>
                </a:solidFill>
                <a:latin typeface="Times New Roman" pitchFamily="18" charset="0"/>
                <a:ea typeface="宋体" pitchFamily="2" charset="-122"/>
              </a:rPr>
              <a:t>O-notation</a:t>
            </a:r>
            <a:r>
              <a:rPr lang="en-US" altLang="zh-CN" i="1">
                <a:latin typeface="Times New Roman" pitchFamily="18" charset="0"/>
                <a:ea typeface="宋体" pitchFamily="2" charset="-122"/>
              </a:rPr>
              <a:t>.</a:t>
            </a:r>
          </a:p>
          <a:p>
            <a:pPr eaLnBrk="1" hangingPunct="1">
              <a:defRPr/>
            </a:pPr>
            <a:r>
              <a:rPr lang="en-US" altLang="zh-CN">
                <a:latin typeface="Times New Roman" pitchFamily="18" charset="0"/>
                <a:ea typeface="宋体" pitchFamily="2" charset="-122"/>
              </a:rPr>
              <a:t>We use </a:t>
            </a:r>
            <a:r>
              <a:rPr lang="en-US" altLang="zh-CN" i="1">
                <a:latin typeface="Times New Roman" pitchFamily="18" charset="0"/>
                <a:ea typeface="宋体" pitchFamily="2" charset="-122"/>
              </a:rPr>
              <a:t>O-notation</a:t>
            </a:r>
            <a:r>
              <a:rPr lang="en-US" altLang="zh-CN">
                <a:latin typeface="Times New Roman" pitchFamily="18" charset="0"/>
                <a:ea typeface="宋体" pitchFamily="2" charset="-122"/>
              </a:rPr>
              <a:t> to give an upper bound on a function to </a:t>
            </a:r>
            <a:r>
              <a:rPr lang="en-US" altLang="zh-CN" i="1" u="sng">
                <a:solidFill>
                  <a:srgbClr val="FFFF00"/>
                </a:solidFill>
                <a:latin typeface="Times New Roman" pitchFamily="18" charset="0"/>
                <a:ea typeface="宋体" pitchFamily="2" charset="-122"/>
              </a:rPr>
              <a:t>within a constant factor</a:t>
            </a:r>
            <a:r>
              <a:rPr lang="en-US" altLang="zh-CN">
                <a:latin typeface="Times New Roman" pitchFamily="18" charset="0"/>
                <a:ea typeface="宋体" pitchFamily="2" charset="-122"/>
              </a:rPr>
              <a:t>. (Fig.3.1(b))</a:t>
            </a:r>
          </a:p>
          <a:p>
            <a:pPr eaLnBrk="1" hangingPunct="1">
              <a:defRPr/>
            </a:pPr>
            <a:r>
              <a:rPr lang="en-US" altLang="zh-CN" i="1">
                <a:latin typeface="Times New Roman" pitchFamily="18" charset="0"/>
                <a:ea typeface="宋体" pitchFamily="2" charset="-122"/>
              </a:rPr>
              <a:t>f(n)=O(g(n)</a:t>
            </a:r>
            <a:r>
              <a:rPr lang="en-US" altLang="zh-CN">
                <a:latin typeface="Times New Roman" pitchFamily="18" charset="0"/>
                <a:ea typeface="宋体" pitchFamily="2" charset="-122"/>
              </a:rPr>
              <a:t> also indicate </a:t>
            </a:r>
            <a:r>
              <a:rPr lang="en-US" altLang="zh-CN" i="1">
                <a:latin typeface="Times New Roman" pitchFamily="18" charset="0"/>
                <a:ea typeface="宋体" pitchFamily="2" charset="-122"/>
              </a:rPr>
              <a:t>f(n)</a:t>
            </a:r>
            <a:r>
              <a:rPr lang="en-US" altLang="zh-CN">
                <a:latin typeface="Times New Roman" pitchFamily="18" charset="0"/>
                <a:ea typeface="宋体" pitchFamily="2" charset="-122"/>
              </a:rPr>
              <a:t> is a member of </a:t>
            </a:r>
            <a:r>
              <a:rPr lang="en-US" altLang="zh-CN">
                <a:solidFill>
                  <a:srgbClr val="FFFF00"/>
                </a:solidFill>
                <a:latin typeface="Times New Roman" pitchFamily="18" charset="0"/>
                <a:ea typeface="宋体" pitchFamily="2" charset="-122"/>
              </a:rPr>
              <a:t>set</a:t>
            </a:r>
            <a:r>
              <a:rPr lang="en-US" altLang="zh-CN">
                <a:latin typeface="Times New Roman" pitchFamily="18" charset="0"/>
                <a:ea typeface="宋体" pitchFamily="2" charset="-122"/>
              </a:rPr>
              <a:t> O(g(n) and </a:t>
            </a:r>
          </a:p>
        </p:txBody>
      </p:sp>
      <p:sp>
        <p:nvSpPr>
          <p:cNvPr id="52228" name="Rectangle 4">
            <a:extLst>
              <a:ext uri="{FF2B5EF4-FFF2-40B4-BE49-F238E27FC236}">
                <a16:creationId xmlns:a16="http://schemas.microsoft.com/office/drawing/2014/main" id="{2EA21D99-8649-4689-B663-2F5828E0D6C6}"/>
              </a:ext>
            </a:extLst>
          </p:cNvPr>
          <p:cNvSpPr>
            <a:spLocks noGrp="1" noChangeArrowheads="1"/>
          </p:cNvSpPr>
          <p:nvPr>
            <p:ph type="title"/>
          </p:nvPr>
        </p:nvSpPr>
        <p:spPr/>
        <p:txBody>
          <a:bodyPr/>
          <a:lstStyle/>
          <a:p>
            <a:pPr eaLnBrk="1" hangingPunct="1">
              <a:defRPr/>
            </a:pPr>
            <a:r>
              <a:rPr lang="en-US" altLang="zh-CN" b="1">
                <a:latin typeface="Comic Sans MS" pitchFamily="66" charset="0"/>
                <a:ea typeface="宋体" pitchFamily="2" charset="-122"/>
              </a:rPr>
              <a:t>Asymptotic Notation(2)</a:t>
            </a:r>
          </a:p>
        </p:txBody>
      </p:sp>
      <p:grpSp>
        <p:nvGrpSpPr>
          <p:cNvPr id="2" name="Group 12">
            <a:extLst>
              <a:ext uri="{FF2B5EF4-FFF2-40B4-BE49-F238E27FC236}">
                <a16:creationId xmlns:a16="http://schemas.microsoft.com/office/drawing/2014/main" id="{011F1215-756B-4773-BCB4-9CDBC390EC50}"/>
              </a:ext>
            </a:extLst>
          </p:cNvPr>
          <p:cNvGrpSpPr>
            <a:grpSpLocks/>
          </p:cNvGrpSpPr>
          <p:nvPr/>
        </p:nvGrpSpPr>
        <p:grpSpPr bwMode="auto">
          <a:xfrm>
            <a:off x="1828800" y="5638800"/>
            <a:ext cx="2971800" cy="977900"/>
            <a:chOff x="1152" y="3552"/>
            <a:chExt cx="1872" cy="616"/>
          </a:xfrm>
        </p:grpSpPr>
        <p:sp>
          <p:nvSpPr>
            <p:cNvPr id="19465" name="Rectangle 6">
              <a:extLst>
                <a:ext uri="{FF2B5EF4-FFF2-40B4-BE49-F238E27FC236}">
                  <a16:creationId xmlns:a16="http://schemas.microsoft.com/office/drawing/2014/main" id="{50010C85-F41E-4C0A-8FE9-E67889F2573B}"/>
                </a:ext>
              </a:extLst>
            </p:cNvPr>
            <p:cNvSpPr>
              <a:spLocks noChangeArrowheads="1"/>
            </p:cNvSpPr>
            <p:nvPr/>
          </p:nvSpPr>
          <p:spPr bwMode="auto">
            <a:xfrm>
              <a:off x="1152" y="3552"/>
              <a:ext cx="1872" cy="616"/>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19466" name="Object 7">
              <a:extLst>
                <a:ext uri="{FF2B5EF4-FFF2-40B4-BE49-F238E27FC236}">
                  <a16:creationId xmlns:a16="http://schemas.microsoft.com/office/drawing/2014/main" id="{FADB3D34-7149-4C80-A2E8-48AECC773492}"/>
                </a:ext>
              </a:extLst>
            </p:cNvPr>
            <p:cNvGraphicFramePr>
              <a:graphicFrameLocks noChangeAspect="1"/>
            </p:cNvGraphicFramePr>
            <p:nvPr/>
          </p:nvGraphicFramePr>
          <p:xfrm>
            <a:off x="1248" y="3696"/>
            <a:ext cx="1680" cy="365"/>
          </p:xfrm>
          <a:graphic>
            <a:graphicData uri="http://schemas.openxmlformats.org/presentationml/2006/ole">
              <mc:AlternateContent xmlns:mc="http://schemas.openxmlformats.org/markup-compatibility/2006">
                <mc:Choice xmlns:v="urn:schemas-microsoft-com:vml" Requires="v">
                  <p:oleObj spid="_x0000_s19475" name="Equation" r:id="rId7" imgW="990170" imgH="203112" progId="Equation.DSMT4">
                    <p:embed/>
                  </p:oleObj>
                </mc:Choice>
                <mc:Fallback>
                  <p:oleObj name="Equation" r:id="rId7" imgW="990170" imgH="203112"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8" y="3696"/>
                          <a:ext cx="168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2232" name="AutoShape 8">
            <a:extLst>
              <a:ext uri="{FF2B5EF4-FFF2-40B4-BE49-F238E27FC236}">
                <a16:creationId xmlns:a16="http://schemas.microsoft.com/office/drawing/2014/main" id="{A8D23521-CAEC-4595-986C-E8D9A9EA3FC5}"/>
              </a:ext>
            </a:extLst>
          </p:cNvPr>
          <p:cNvSpPr>
            <a:spLocks noChangeArrowheads="1"/>
          </p:cNvSpPr>
          <p:nvPr/>
        </p:nvSpPr>
        <p:spPr bwMode="auto">
          <a:xfrm>
            <a:off x="5105400" y="6019800"/>
            <a:ext cx="609600" cy="457200"/>
          </a:xfrm>
          <a:prstGeom prst="rightArrow">
            <a:avLst>
              <a:gd name="adj1" fmla="val 50000"/>
              <a:gd name="adj2" fmla="val 33333"/>
            </a:avLst>
          </a:prstGeom>
          <a:solidFill>
            <a:srgbClr val="FFFF00"/>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pSp>
        <p:nvGrpSpPr>
          <p:cNvPr id="3" name="Group 13">
            <a:extLst>
              <a:ext uri="{FF2B5EF4-FFF2-40B4-BE49-F238E27FC236}">
                <a16:creationId xmlns:a16="http://schemas.microsoft.com/office/drawing/2014/main" id="{C8824FC1-0333-46DA-87C6-E3BBB7EC98AB}"/>
              </a:ext>
            </a:extLst>
          </p:cNvPr>
          <p:cNvGrpSpPr>
            <a:grpSpLocks/>
          </p:cNvGrpSpPr>
          <p:nvPr/>
        </p:nvGrpSpPr>
        <p:grpSpPr bwMode="auto">
          <a:xfrm>
            <a:off x="5943600" y="5638800"/>
            <a:ext cx="2971800" cy="977900"/>
            <a:chOff x="3744" y="3552"/>
            <a:chExt cx="1872" cy="616"/>
          </a:xfrm>
        </p:grpSpPr>
        <p:sp>
          <p:nvSpPr>
            <p:cNvPr id="19463" name="Rectangle 10">
              <a:extLst>
                <a:ext uri="{FF2B5EF4-FFF2-40B4-BE49-F238E27FC236}">
                  <a16:creationId xmlns:a16="http://schemas.microsoft.com/office/drawing/2014/main" id="{B76EA75B-F4B9-4865-BD4F-E316AC5F571E}"/>
                </a:ext>
              </a:extLst>
            </p:cNvPr>
            <p:cNvSpPr>
              <a:spLocks noChangeArrowheads="1"/>
            </p:cNvSpPr>
            <p:nvPr/>
          </p:nvSpPr>
          <p:spPr bwMode="auto">
            <a:xfrm>
              <a:off x="3744" y="3552"/>
              <a:ext cx="1872" cy="616"/>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19464" name="Object 11">
              <a:extLst>
                <a:ext uri="{FF2B5EF4-FFF2-40B4-BE49-F238E27FC236}">
                  <a16:creationId xmlns:a16="http://schemas.microsoft.com/office/drawing/2014/main" id="{9FD82F5B-D592-4540-B629-BB000DC73838}"/>
                </a:ext>
              </a:extLst>
            </p:cNvPr>
            <p:cNvGraphicFramePr>
              <a:graphicFrameLocks noChangeAspect="1"/>
            </p:cNvGraphicFramePr>
            <p:nvPr/>
          </p:nvGraphicFramePr>
          <p:xfrm>
            <a:off x="3840" y="3696"/>
            <a:ext cx="1680" cy="377"/>
          </p:xfrm>
          <a:graphic>
            <a:graphicData uri="http://schemas.openxmlformats.org/presentationml/2006/ole">
              <mc:AlternateContent xmlns:mc="http://schemas.openxmlformats.org/markup-compatibility/2006">
                <mc:Choice xmlns:v="urn:schemas-microsoft-com:vml" Requires="v">
                  <p:oleObj spid="_x0000_s19476" name="Equation" r:id="rId9" imgW="990170" imgH="203112" progId="Equation.DSMT4">
                    <p:embed/>
                  </p:oleObj>
                </mc:Choice>
                <mc:Fallback>
                  <p:oleObj name="Equation" r:id="rId9" imgW="990170" imgH="203112"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40" y="3696"/>
                          <a:ext cx="1680" cy="3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Effect transition="in" filter="checkerboard(across)">
                                      <p:cBhvr>
                                        <p:cTn id="7" dur="500"/>
                                        <p:tgtEl>
                                          <p:spTgt spid="52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2227">
                                            <p:txEl>
                                              <p:pRg st="1" end="1"/>
                                            </p:txEl>
                                          </p:spTgt>
                                        </p:tgtEl>
                                        <p:attrNameLst>
                                          <p:attrName>style.visibility</p:attrName>
                                        </p:attrNameLst>
                                      </p:cBhvr>
                                      <p:to>
                                        <p:strVal val="visible"/>
                                      </p:to>
                                    </p:set>
                                    <p:animEffect transition="in" filter="checkerboard(across)">
                                      <p:cBhvr>
                                        <p:cTn id="12" dur="500"/>
                                        <p:tgtEl>
                                          <p:spTgt spid="522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2227">
                                            <p:txEl>
                                              <p:pRg st="2" end="2"/>
                                            </p:txEl>
                                          </p:spTgt>
                                        </p:tgtEl>
                                        <p:attrNameLst>
                                          <p:attrName>style.visibility</p:attrName>
                                        </p:attrNameLst>
                                      </p:cBhvr>
                                      <p:to>
                                        <p:strVal val="visible"/>
                                      </p:to>
                                    </p:set>
                                    <p:animEffect transition="in" filter="checkerboard(across)">
                                      <p:cBhvr>
                                        <p:cTn id="17" dur="500"/>
                                        <p:tgtEl>
                                          <p:spTgt spid="522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2227">
                                            <p:txEl>
                                              <p:pRg st="3" end="3"/>
                                            </p:txEl>
                                          </p:spTgt>
                                        </p:tgtEl>
                                        <p:attrNameLst>
                                          <p:attrName>style.visibility</p:attrName>
                                        </p:attrNameLst>
                                      </p:cBhvr>
                                      <p:to>
                                        <p:strVal val="visible"/>
                                      </p:to>
                                    </p:set>
                                    <p:animEffect transition="in" filter="checkerboard(across)">
                                      <p:cBhvr>
                                        <p:cTn id="22" dur="500"/>
                                        <p:tgtEl>
                                          <p:spTgt spid="522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checkerboard(across)">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2232"/>
                                        </p:tgtEl>
                                        <p:attrNameLst>
                                          <p:attrName>style.visibility</p:attrName>
                                        </p:attrNameLst>
                                      </p:cBhvr>
                                      <p:to>
                                        <p:strVal val="visible"/>
                                      </p:to>
                                    </p:set>
                                    <p:animEffect transition="in" filter="checkerboard(across)">
                                      <p:cBhvr>
                                        <p:cTn id="32" dur="500"/>
                                        <p:tgtEl>
                                          <p:spTgt spid="5223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checkerboard(across)">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P spid="5223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a:extLst>
              <a:ext uri="{FF2B5EF4-FFF2-40B4-BE49-F238E27FC236}">
                <a16:creationId xmlns:a16="http://schemas.microsoft.com/office/drawing/2014/main" id="{72721AB8-6501-4D09-8DD3-1603FFFE62C3}"/>
              </a:ext>
            </a:extLst>
          </p:cNvPr>
          <p:cNvSpPr txBox="1">
            <a:spLocks noChangeArrowheads="1"/>
          </p:cNvSpPr>
          <p:nvPr/>
        </p:nvSpPr>
        <p:spPr bwMode="auto">
          <a:xfrm flipV="1">
            <a:off x="0" y="-80963"/>
            <a:ext cx="9144000"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eaLnBrk="1" hangingPunct="1">
              <a:spcBef>
                <a:spcPct val="50000"/>
              </a:spcBef>
              <a:buClrTx/>
              <a:buSzTx/>
              <a:buFontTx/>
              <a:buNone/>
            </a:pPr>
            <a:endParaRPr lang="zh-CN" altLang="en-US" sz="2400">
              <a:latin typeface="Times New Roman" panose="02020603050405020304" pitchFamily="18" charset="0"/>
              <a:ea typeface="宋体" panose="02010600030101010101" pitchFamily="2" charset="-122"/>
            </a:endParaRPr>
          </a:p>
        </p:txBody>
      </p:sp>
      <p:pic>
        <p:nvPicPr>
          <p:cNvPr id="21507" name="Picture 4" descr="fig3-1">
            <a:extLst>
              <a:ext uri="{FF2B5EF4-FFF2-40B4-BE49-F238E27FC236}">
                <a16:creationId xmlns:a16="http://schemas.microsoft.com/office/drawing/2014/main" id="{49D837B1-D0CC-4144-AD4E-D9C7D5D05A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609600"/>
            <a:ext cx="8839200" cy="563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8024A95-20B7-4C53-AB43-02E2ABAC70E7}"/>
              </a:ext>
            </a:extLst>
          </p:cNvPr>
          <p:cNvSpPr>
            <a:spLocks noGrp="1" noChangeArrowheads="1"/>
          </p:cNvSpPr>
          <p:nvPr>
            <p:ph type="title"/>
          </p:nvPr>
        </p:nvSpPr>
        <p:spPr>
          <a:xfrm>
            <a:off x="685800" y="381000"/>
            <a:ext cx="7696200" cy="838200"/>
          </a:xfrm>
        </p:spPr>
        <p:txBody>
          <a:bodyPr/>
          <a:lstStyle/>
          <a:p>
            <a:pPr eaLnBrk="1" hangingPunct="1">
              <a:defRPr/>
            </a:pPr>
            <a:r>
              <a:rPr lang="en-US" altLang="zh-CN" b="1">
                <a:latin typeface="Comic Sans MS" pitchFamily="66" charset="0"/>
                <a:ea typeface="宋体" pitchFamily="2" charset="-122"/>
              </a:rPr>
              <a:t>O-Notation(1)</a:t>
            </a:r>
          </a:p>
        </p:txBody>
      </p:sp>
      <p:sp>
        <p:nvSpPr>
          <p:cNvPr id="14339" name="Rectangle 3">
            <a:extLst>
              <a:ext uri="{FF2B5EF4-FFF2-40B4-BE49-F238E27FC236}">
                <a16:creationId xmlns:a16="http://schemas.microsoft.com/office/drawing/2014/main" id="{43C4F7BB-BF75-4B8B-8B49-0F4309530728}"/>
              </a:ext>
            </a:extLst>
          </p:cNvPr>
          <p:cNvSpPr>
            <a:spLocks noGrp="1" noChangeArrowheads="1"/>
          </p:cNvSpPr>
          <p:nvPr>
            <p:ph type="body" idx="1"/>
          </p:nvPr>
        </p:nvSpPr>
        <p:spPr>
          <a:xfrm>
            <a:off x="304800" y="1371600"/>
            <a:ext cx="8839200" cy="5181600"/>
          </a:xfrm>
        </p:spPr>
        <p:txBody>
          <a:bodyPr/>
          <a:lstStyle/>
          <a:p>
            <a:pPr eaLnBrk="1" hangingPunct="1">
              <a:lnSpc>
                <a:spcPct val="80000"/>
              </a:lnSpc>
              <a:buFont typeface="Wingdings" panose="05000000000000000000" pitchFamily="2" charset="2"/>
              <a:buNone/>
              <a:defRPr/>
            </a:pPr>
            <a:endParaRPr lang="en-US" altLang="zh-CN" sz="1000" dirty="0">
              <a:ea typeface="宋体" pitchFamily="2" charset="-122"/>
            </a:endParaRPr>
          </a:p>
          <a:p>
            <a:pPr lvl="1" eaLnBrk="1" hangingPunct="1">
              <a:lnSpc>
                <a:spcPct val="80000"/>
              </a:lnSpc>
              <a:defRPr/>
            </a:pPr>
            <a:r>
              <a:rPr lang="en-US" altLang="zh-CN" sz="2600" b="1" i="1" dirty="0">
                <a:solidFill>
                  <a:srgbClr val="FFFF00"/>
                </a:solidFill>
                <a:latin typeface="Times New Roman" pitchFamily="18" charset="0"/>
                <a:ea typeface="宋体" pitchFamily="2" charset="-122"/>
              </a:rPr>
              <a:t>O(g(n))</a:t>
            </a:r>
            <a:r>
              <a:rPr lang="en-US" altLang="zh-CN" sz="2600" i="1" dirty="0">
                <a:latin typeface="Times New Roman" pitchFamily="18" charset="0"/>
                <a:ea typeface="宋体" pitchFamily="2" charset="-122"/>
              </a:rPr>
              <a:t> </a:t>
            </a:r>
            <a:r>
              <a:rPr lang="en-US" altLang="zh-CN" sz="2600" dirty="0">
                <a:solidFill>
                  <a:srgbClr val="CC3300"/>
                </a:solidFill>
                <a:latin typeface="Times New Roman" pitchFamily="18" charset="0"/>
                <a:ea typeface="宋体" pitchFamily="2" charset="-122"/>
              </a:rPr>
              <a:t>= </a:t>
            </a:r>
            <a:r>
              <a:rPr lang="en-US" altLang="zh-CN" sz="2600" dirty="0">
                <a:latin typeface="Times New Roman" pitchFamily="18" charset="0"/>
                <a:ea typeface="宋体" pitchFamily="2" charset="-122"/>
              </a:rPr>
              <a:t>{</a:t>
            </a:r>
            <a:r>
              <a:rPr lang="en-US" altLang="zh-CN" sz="2600" b="1" i="1" dirty="0">
                <a:solidFill>
                  <a:srgbClr val="FFFF00"/>
                </a:solidFill>
                <a:latin typeface="Times New Roman" pitchFamily="18" charset="0"/>
                <a:ea typeface="宋体" pitchFamily="2" charset="-122"/>
              </a:rPr>
              <a:t>f (n)</a:t>
            </a:r>
            <a:r>
              <a:rPr lang="en-US" altLang="zh-CN" sz="2600" i="1" dirty="0">
                <a:solidFill>
                  <a:srgbClr val="CC3300"/>
                </a:solidFill>
                <a:latin typeface="Times New Roman" pitchFamily="18" charset="0"/>
                <a:ea typeface="宋体" pitchFamily="2" charset="-122"/>
              </a:rPr>
              <a:t> </a:t>
            </a:r>
            <a:r>
              <a:rPr lang="en-US" altLang="zh-CN" sz="2600" dirty="0">
                <a:solidFill>
                  <a:srgbClr val="CC3300"/>
                </a:solidFill>
                <a:latin typeface="Times New Roman" pitchFamily="18" charset="0"/>
                <a:ea typeface="宋体" pitchFamily="2" charset="-122"/>
              </a:rPr>
              <a:t>: </a:t>
            </a:r>
            <a:r>
              <a:rPr lang="en-US" altLang="zh-CN" sz="2600" dirty="0">
                <a:latin typeface="Times New Roman" pitchFamily="18" charset="0"/>
                <a:ea typeface="宋体" pitchFamily="2" charset="-122"/>
              </a:rPr>
              <a:t>there </a:t>
            </a:r>
            <a:r>
              <a:rPr lang="en-US" altLang="zh-CN" sz="2600" b="1" dirty="0">
                <a:solidFill>
                  <a:srgbClr val="FFC000"/>
                </a:solidFill>
                <a:latin typeface="Times New Roman" pitchFamily="18" charset="0"/>
                <a:ea typeface="宋体" pitchFamily="2" charset="-122"/>
              </a:rPr>
              <a:t>exist</a:t>
            </a:r>
            <a:r>
              <a:rPr lang="en-US" altLang="zh-CN" sz="2600" dirty="0">
                <a:latin typeface="Times New Roman" pitchFamily="18" charset="0"/>
                <a:ea typeface="宋体" pitchFamily="2" charset="-122"/>
              </a:rPr>
              <a:t> </a:t>
            </a:r>
            <a:r>
              <a:rPr lang="en-US" altLang="zh-CN" sz="2600" dirty="0">
                <a:solidFill>
                  <a:srgbClr val="FFFF00"/>
                </a:solidFill>
                <a:latin typeface="Times New Roman" pitchFamily="18" charset="0"/>
                <a:ea typeface="宋体" pitchFamily="2" charset="-122"/>
              </a:rPr>
              <a:t>positive</a:t>
            </a:r>
            <a:r>
              <a:rPr lang="en-US" altLang="zh-CN" sz="2600" dirty="0">
                <a:latin typeface="Times New Roman" pitchFamily="18" charset="0"/>
                <a:ea typeface="宋体" pitchFamily="2" charset="-122"/>
              </a:rPr>
              <a:t> constants</a:t>
            </a:r>
            <a:r>
              <a:rPr lang="en-US" altLang="zh-CN" sz="2600" dirty="0">
                <a:solidFill>
                  <a:srgbClr val="99FF66"/>
                </a:solidFill>
                <a:latin typeface="Times New Roman" pitchFamily="18" charset="0"/>
                <a:ea typeface="宋体" pitchFamily="2" charset="-122"/>
              </a:rPr>
              <a:t> </a:t>
            </a:r>
            <a:r>
              <a:rPr lang="en-US" altLang="zh-CN" sz="2600" i="1" dirty="0">
                <a:solidFill>
                  <a:srgbClr val="99FF66"/>
                </a:solidFill>
                <a:latin typeface="Times New Roman" pitchFamily="18" charset="0"/>
                <a:ea typeface="宋体" pitchFamily="2" charset="-122"/>
              </a:rPr>
              <a:t>c</a:t>
            </a:r>
            <a:r>
              <a:rPr lang="en-US" altLang="zh-CN" sz="2600" i="1" dirty="0">
                <a:solidFill>
                  <a:srgbClr val="008000"/>
                </a:solidFill>
                <a:latin typeface="Times New Roman" pitchFamily="18" charset="0"/>
                <a:ea typeface="宋体" pitchFamily="2" charset="-122"/>
              </a:rPr>
              <a:t> </a:t>
            </a:r>
            <a:r>
              <a:rPr lang="en-US" altLang="zh-CN" sz="2600" dirty="0">
                <a:latin typeface="Times New Roman" pitchFamily="18" charset="0"/>
                <a:ea typeface="宋体" pitchFamily="2" charset="-122"/>
              </a:rPr>
              <a:t>and</a:t>
            </a:r>
            <a:r>
              <a:rPr lang="en-US" altLang="zh-CN" sz="2600" dirty="0">
                <a:solidFill>
                  <a:srgbClr val="CC3300"/>
                </a:solidFill>
                <a:latin typeface="Times New Roman" pitchFamily="18" charset="0"/>
                <a:ea typeface="宋体" pitchFamily="2" charset="-122"/>
              </a:rPr>
              <a:t> </a:t>
            </a:r>
            <a:r>
              <a:rPr lang="en-US" altLang="zh-CN" sz="2600" i="1" dirty="0">
                <a:solidFill>
                  <a:srgbClr val="FFFF00"/>
                </a:solidFill>
                <a:latin typeface="Times New Roman" pitchFamily="18" charset="0"/>
                <a:ea typeface="宋体" pitchFamily="2" charset="-122"/>
              </a:rPr>
              <a:t>n</a:t>
            </a:r>
            <a:r>
              <a:rPr lang="en-US" altLang="zh-CN" sz="2600" baseline="-25000" dirty="0">
                <a:solidFill>
                  <a:srgbClr val="FFFF00"/>
                </a:solidFill>
                <a:latin typeface="Times New Roman" pitchFamily="18" charset="0"/>
                <a:ea typeface="宋体" pitchFamily="2" charset="-122"/>
              </a:rPr>
              <a:t>0</a:t>
            </a:r>
            <a:r>
              <a:rPr lang="en-US" altLang="zh-CN" sz="2600" dirty="0">
                <a:solidFill>
                  <a:srgbClr val="99FF66"/>
                </a:solidFill>
                <a:latin typeface="Times New Roman" pitchFamily="18" charset="0"/>
                <a:ea typeface="宋体" pitchFamily="2" charset="-122"/>
              </a:rPr>
              <a:t>  </a:t>
            </a:r>
          </a:p>
          <a:p>
            <a:pPr lvl="1" eaLnBrk="1" hangingPunct="1">
              <a:lnSpc>
                <a:spcPct val="80000"/>
              </a:lnSpc>
              <a:buFontTx/>
              <a:buNone/>
              <a:defRPr/>
            </a:pPr>
            <a:r>
              <a:rPr lang="en-US" altLang="zh-CN" sz="2600" dirty="0">
                <a:solidFill>
                  <a:srgbClr val="CC3300"/>
                </a:solidFill>
                <a:latin typeface="Times New Roman" pitchFamily="18" charset="0"/>
                <a:ea typeface="宋体" pitchFamily="2" charset="-122"/>
              </a:rPr>
              <a:t>			</a:t>
            </a:r>
            <a:r>
              <a:rPr lang="en-US" altLang="zh-CN" sz="2600" dirty="0">
                <a:latin typeface="Times New Roman" pitchFamily="18" charset="0"/>
                <a:ea typeface="宋体" pitchFamily="2" charset="-122"/>
              </a:rPr>
              <a:t>such that  </a:t>
            </a:r>
            <a:r>
              <a:rPr lang="en-US" altLang="zh-CN" sz="2600" dirty="0">
                <a:solidFill>
                  <a:srgbClr val="FFFF00"/>
                </a:solidFill>
                <a:latin typeface="Times New Roman" pitchFamily="18" charset="0"/>
                <a:ea typeface="宋体" pitchFamily="2" charset="-122"/>
              </a:rPr>
              <a:t>0 ≤</a:t>
            </a:r>
            <a:r>
              <a:rPr lang="en-US" altLang="zh-CN" sz="2600" dirty="0">
                <a:latin typeface="Times New Roman" pitchFamily="18" charset="0"/>
                <a:ea typeface="宋体" pitchFamily="2" charset="-122"/>
              </a:rPr>
              <a:t> </a:t>
            </a:r>
            <a:r>
              <a:rPr lang="en-US" altLang="zh-CN" sz="2600" i="1" dirty="0">
                <a:latin typeface="Times New Roman" pitchFamily="18" charset="0"/>
                <a:ea typeface="宋体" pitchFamily="2" charset="-122"/>
              </a:rPr>
              <a:t>f (n)</a:t>
            </a:r>
            <a:r>
              <a:rPr lang="en-US" altLang="zh-CN" sz="2600" b="1" i="1" dirty="0">
                <a:latin typeface="Times New Roman" pitchFamily="18" charset="0"/>
                <a:ea typeface="宋体" pitchFamily="2" charset="-122"/>
              </a:rPr>
              <a:t> </a:t>
            </a:r>
            <a:r>
              <a:rPr lang="en-US" altLang="zh-CN" sz="2600" b="1" dirty="0">
                <a:latin typeface="Times New Roman" pitchFamily="18" charset="0"/>
                <a:ea typeface="宋体" pitchFamily="2" charset="-122"/>
              </a:rPr>
              <a:t>≤</a:t>
            </a:r>
            <a:r>
              <a:rPr lang="en-US" altLang="zh-CN" sz="2600" dirty="0">
                <a:latin typeface="Times New Roman" pitchFamily="18" charset="0"/>
                <a:ea typeface="宋体" pitchFamily="2" charset="-122"/>
              </a:rPr>
              <a:t> </a:t>
            </a:r>
            <a:r>
              <a:rPr lang="en-US" altLang="zh-CN" sz="2600" i="1" dirty="0">
                <a:solidFill>
                  <a:srgbClr val="99FF66"/>
                </a:solidFill>
                <a:latin typeface="Times New Roman" pitchFamily="18" charset="0"/>
                <a:ea typeface="宋体" pitchFamily="2" charset="-122"/>
              </a:rPr>
              <a:t>c </a:t>
            </a:r>
            <a:r>
              <a:rPr lang="en-US" altLang="zh-CN" sz="2600" i="1" dirty="0">
                <a:latin typeface="Times New Roman" pitchFamily="18" charset="0"/>
                <a:ea typeface="宋体" pitchFamily="2" charset="-122"/>
              </a:rPr>
              <a:t>g(n) </a:t>
            </a:r>
            <a:r>
              <a:rPr lang="en-US" altLang="zh-CN" sz="2600" dirty="0">
                <a:latin typeface="Times New Roman" pitchFamily="18" charset="0"/>
                <a:ea typeface="宋体" pitchFamily="2" charset="-122"/>
              </a:rPr>
              <a:t>for all </a:t>
            </a:r>
            <a:r>
              <a:rPr lang="en-US" altLang="zh-CN" sz="2600" i="1" dirty="0">
                <a:latin typeface="Times New Roman" pitchFamily="18" charset="0"/>
                <a:ea typeface="宋体" pitchFamily="2" charset="-122"/>
              </a:rPr>
              <a:t>n </a:t>
            </a:r>
            <a:r>
              <a:rPr lang="en-US" altLang="zh-CN" sz="2600" dirty="0">
                <a:latin typeface="Times New Roman" pitchFamily="18" charset="0"/>
                <a:ea typeface="宋体" pitchFamily="2" charset="-122"/>
              </a:rPr>
              <a:t>≥ </a:t>
            </a:r>
            <a:r>
              <a:rPr lang="en-US" altLang="zh-CN" sz="2600" i="1" dirty="0">
                <a:latin typeface="Times New Roman" pitchFamily="18" charset="0"/>
                <a:ea typeface="宋体" pitchFamily="2" charset="-122"/>
              </a:rPr>
              <a:t>n</a:t>
            </a:r>
            <a:r>
              <a:rPr lang="en-US" altLang="zh-CN" sz="2600" baseline="-25000" dirty="0">
                <a:latin typeface="Times New Roman" pitchFamily="18" charset="0"/>
                <a:ea typeface="宋体" pitchFamily="2" charset="-122"/>
              </a:rPr>
              <a:t>0</a:t>
            </a:r>
            <a:r>
              <a:rPr lang="en-US" altLang="zh-CN" sz="2600" dirty="0">
                <a:latin typeface="Times New Roman" pitchFamily="18" charset="0"/>
                <a:ea typeface="宋体" pitchFamily="2" charset="-122"/>
              </a:rPr>
              <a:t>}</a:t>
            </a:r>
            <a:r>
              <a:rPr lang="en-US" altLang="zh-CN" sz="2600" dirty="0">
                <a:solidFill>
                  <a:srgbClr val="CC3300"/>
                </a:solidFill>
                <a:latin typeface="Times New Roman" pitchFamily="18" charset="0"/>
                <a:ea typeface="宋体" pitchFamily="2" charset="-122"/>
              </a:rPr>
              <a:t> </a:t>
            </a:r>
            <a:r>
              <a:rPr lang="en-US" altLang="zh-CN" sz="2600" i="1" dirty="0">
                <a:solidFill>
                  <a:srgbClr val="CC3300"/>
                </a:solidFill>
                <a:latin typeface="Times New Roman" pitchFamily="18" charset="0"/>
                <a:ea typeface="宋体" pitchFamily="2" charset="-122"/>
              </a:rPr>
              <a:t>.</a:t>
            </a:r>
          </a:p>
          <a:p>
            <a:pPr lvl="1" eaLnBrk="1" hangingPunct="1">
              <a:lnSpc>
                <a:spcPct val="80000"/>
              </a:lnSpc>
              <a:buFontTx/>
              <a:buNone/>
              <a:defRPr/>
            </a:pPr>
            <a:endParaRPr lang="en-US" altLang="zh-CN" sz="2600" i="1" dirty="0">
              <a:solidFill>
                <a:srgbClr val="CC3300"/>
              </a:solidFill>
              <a:latin typeface="Times New Roman" pitchFamily="18" charset="0"/>
              <a:ea typeface="宋体" pitchFamily="2" charset="-122"/>
            </a:endParaRPr>
          </a:p>
          <a:p>
            <a:pPr lvl="1" eaLnBrk="1" hangingPunct="1">
              <a:lnSpc>
                <a:spcPct val="80000"/>
              </a:lnSpc>
              <a:buFontTx/>
              <a:buNone/>
              <a:defRPr/>
            </a:pPr>
            <a:r>
              <a:rPr lang="en-US" altLang="zh-CN" sz="2600" b="1" i="1" dirty="0">
                <a:solidFill>
                  <a:srgbClr val="FFFF00"/>
                </a:solidFill>
                <a:latin typeface="Times New Roman" pitchFamily="18" charset="0"/>
                <a:ea typeface="宋体" pitchFamily="2" charset="-122"/>
              </a:rPr>
              <a:t>g(n)</a:t>
            </a:r>
            <a:r>
              <a:rPr lang="en-US" altLang="zh-CN" sz="2600" i="1" dirty="0">
                <a:latin typeface="Times New Roman" pitchFamily="18" charset="0"/>
                <a:ea typeface="宋体" pitchFamily="2" charset="-122"/>
              </a:rPr>
              <a:t> </a:t>
            </a:r>
            <a:r>
              <a:rPr lang="en-US" altLang="zh-CN" sz="2600" dirty="0">
                <a:latin typeface="Times New Roman" pitchFamily="18" charset="0"/>
                <a:ea typeface="宋体" pitchFamily="2" charset="-122"/>
              </a:rPr>
              <a:t>is an </a:t>
            </a:r>
            <a:r>
              <a:rPr lang="en-US" altLang="zh-CN" sz="2600" b="1" i="1" dirty="0">
                <a:solidFill>
                  <a:srgbClr val="FFFF00"/>
                </a:solidFill>
                <a:latin typeface="Times New Roman" pitchFamily="18" charset="0"/>
                <a:ea typeface="宋体" pitchFamily="2" charset="-122"/>
              </a:rPr>
              <a:t>asymptotic upper bound</a:t>
            </a:r>
            <a:r>
              <a:rPr lang="en-US" altLang="zh-CN" sz="2600" b="1" i="1" dirty="0">
                <a:latin typeface="Times New Roman" pitchFamily="18" charset="0"/>
                <a:ea typeface="宋体" pitchFamily="2" charset="-122"/>
              </a:rPr>
              <a:t> </a:t>
            </a:r>
            <a:r>
              <a:rPr lang="en-US" altLang="zh-CN" sz="2600" dirty="0">
                <a:latin typeface="Times New Roman" pitchFamily="18" charset="0"/>
                <a:ea typeface="宋体" pitchFamily="2" charset="-122"/>
              </a:rPr>
              <a:t>for </a:t>
            </a:r>
            <a:r>
              <a:rPr lang="en-US" altLang="zh-CN" sz="2600" i="1" dirty="0">
                <a:latin typeface="Times New Roman" pitchFamily="18" charset="0"/>
                <a:ea typeface="宋体" pitchFamily="2" charset="-122"/>
              </a:rPr>
              <a:t>f(n)</a:t>
            </a:r>
            <a:r>
              <a:rPr lang="en-US" altLang="zh-CN" sz="2600" dirty="0">
                <a:latin typeface="Times New Roman" pitchFamily="18" charset="0"/>
                <a:ea typeface="宋体" pitchFamily="2" charset="-122"/>
              </a:rPr>
              <a:t>.</a:t>
            </a:r>
          </a:p>
          <a:p>
            <a:pPr lvl="1" eaLnBrk="1" hangingPunct="1">
              <a:lnSpc>
                <a:spcPct val="80000"/>
              </a:lnSpc>
              <a:defRPr/>
            </a:pPr>
            <a:r>
              <a:rPr lang="en-US" altLang="zh-CN" sz="2600" b="1" i="1" dirty="0">
                <a:latin typeface="Times New Roman" pitchFamily="18" charset="0"/>
                <a:ea typeface="宋体" pitchFamily="2" charset="-122"/>
              </a:rPr>
              <a:t>Example:   </a:t>
            </a:r>
          </a:p>
          <a:p>
            <a:pPr lvl="1" eaLnBrk="1" hangingPunct="1">
              <a:lnSpc>
                <a:spcPct val="80000"/>
              </a:lnSpc>
              <a:buFontTx/>
              <a:buNone/>
              <a:defRPr/>
            </a:pPr>
            <a:r>
              <a:rPr lang="en-US" altLang="zh-CN" sz="2600" dirty="0">
                <a:latin typeface="Times New Roman" pitchFamily="18" charset="0"/>
                <a:ea typeface="宋体" pitchFamily="2" charset="-122"/>
              </a:rPr>
              <a:t>			2</a:t>
            </a:r>
            <a:r>
              <a:rPr lang="en-US" altLang="zh-CN" sz="2600" i="1" dirty="0">
                <a:latin typeface="Times New Roman" pitchFamily="18" charset="0"/>
                <a:ea typeface="宋体" pitchFamily="2" charset="-122"/>
              </a:rPr>
              <a:t>n</a:t>
            </a:r>
            <a:r>
              <a:rPr lang="en-US" altLang="zh-CN" sz="2600" dirty="0">
                <a:latin typeface="Times New Roman" pitchFamily="18" charset="0"/>
                <a:ea typeface="宋体" pitchFamily="2" charset="-122"/>
                <a:cs typeface="Arial" charset="0"/>
              </a:rPr>
              <a:t>² = </a:t>
            </a:r>
            <a:r>
              <a:rPr lang="en-US" altLang="zh-CN" sz="2600" i="1" dirty="0">
                <a:latin typeface="Times New Roman" pitchFamily="18" charset="0"/>
                <a:ea typeface="宋体" pitchFamily="2" charset="-122"/>
                <a:cs typeface="Arial" charset="0"/>
              </a:rPr>
              <a:t>O(n</a:t>
            </a:r>
            <a:r>
              <a:rPr lang="en-US" altLang="zh-CN" sz="2600" dirty="0">
                <a:latin typeface="Times New Roman" pitchFamily="18" charset="0"/>
                <a:ea typeface="宋体" pitchFamily="2" charset="-122"/>
                <a:cs typeface="Arial" charset="0"/>
              </a:rPr>
              <a:t>³</a:t>
            </a:r>
            <a:r>
              <a:rPr lang="en-US" altLang="zh-CN" sz="2600" i="1" dirty="0">
                <a:latin typeface="Times New Roman" pitchFamily="18" charset="0"/>
                <a:ea typeface="宋体" pitchFamily="2" charset="-122"/>
              </a:rPr>
              <a:t>)</a:t>
            </a:r>
            <a:r>
              <a:rPr lang="en-US" altLang="zh-CN" sz="2600" dirty="0">
                <a:latin typeface="Times New Roman" pitchFamily="18" charset="0"/>
                <a:ea typeface="宋体" pitchFamily="2" charset="-122"/>
              </a:rPr>
              <a:t>, with </a:t>
            </a:r>
            <a:r>
              <a:rPr lang="en-US" altLang="zh-CN" sz="2600" i="1" dirty="0">
                <a:latin typeface="Times New Roman" pitchFamily="18" charset="0"/>
                <a:ea typeface="宋体" pitchFamily="2" charset="-122"/>
              </a:rPr>
              <a:t>c</a:t>
            </a:r>
            <a:r>
              <a:rPr lang="en-US" altLang="zh-CN" sz="2600" dirty="0">
                <a:latin typeface="Times New Roman" pitchFamily="18" charset="0"/>
                <a:ea typeface="宋体" pitchFamily="2" charset="-122"/>
              </a:rPr>
              <a:t>=1 and </a:t>
            </a:r>
            <a:r>
              <a:rPr lang="en-US" altLang="zh-CN" sz="2600" i="1" dirty="0">
                <a:solidFill>
                  <a:srgbClr val="FFFF00"/>
                </a:solidFill>
                <a:latin typeface="Times New Roman" pitchFamily="18" charset="0"/>
                <a:ea typeface="宋体" pitchFamily="2" charset="-122"/>
              </a:rPr>
              <a:t>n</a:t>
            </a:r>
            <a:r>
              <a:rPr lang="en-US" altLang="zh-CN" sz="2600" baseline="-25000" dirty="0">
                <a:solidFill>
                  <a:srgbClr val="FFFF00"/>
                </a:solidFill>
                <a:latin typeface="Times New Roman" pitchFamily="18" charset="0"/>
                <a:ea typeface="宋体" pitchFamily="2" charset="-122"/>
              </a:rPr>
              <a:t>0</a:t>
            </a:r>
            <a:r>
              <a:rPr lang="en-US" altLang="zh-CN" sz="2600" dirty="0">
                <a:latin typeface="Times New Roman" pitchFamily="18" charset="0"/>
                <a:ea typeface="宋体" pitchFamily="2" charset="-122"/>
              </a:rPr>
              <a:t> =2.</a:t>
            </a:r>
          </a:p>
          <a:p>
            <a:pPr lvl="1" eaLnBrk="1" hangingPunct="1">
              <a:lnSpc>
                <a:spcPct val="80000"/>
              </a:lnSpc>
              <a:buFontTx/>
              <a:buNone/>
              <a:defRPr/>
            </a:pPr>
            <a:r>
              <a:rPr lang="en-US" altLang="zh-CN" sz="2600" dirty="0">
                <a:latin typeface="Times New Roman" pitchFamily="18" charset="0"/>
                <a:ea typeface="宋体" pitchFamily="2" charset="-122"/>
              </a:rPr>
              <a:t>		also,	2</a:t>
            </a:r>
            <a:r>
              <a:rPr lang="en-US" altLang="zh-CN" sz="2600" i="1" dirty="0">
                <a:latin typeface="Times New Roman" pitchFamily="18" charset="0"/>
                <a:ea typeface="宋体" pitchFamily="2" charset="-122"/>
              </a:rPr>
              <a:t>n</a:t>
            </a:r>
            <a:r>
              <a:rPr lang="en-US" altLang="zh-CN" sz="2600" dirty="0">
                <a:latin typeface="Times New Roman" pitchFamily="18" charset="0"/>
                <a:ea typeface="宋体" pitchFamily="2" charset="-122"/>
              </a:rPr>
              <a:t>² = </a:t>
            </a:r>
            <a:r>
              <a:rPr lang="en-US" altLang="zh-CN" sz="2600" i="1" dirty="0">
                <a:latin typeface="Times New Roman" pitchFamily="18" charset="0"/>
                <a:ea typeface="宋体" pitchFamily="2" charset="-122"/>
              </a:rPr>
              <a:t>O(n</a:t>
            </a:r>
            <a:r>
              <a:rPr lang="en-US" altLang="zh-CN" sz="2600" dirty="0">
                <a:latin typeface="Times New Roman" pitchFamily="18" charset="0"/>
                <a:ea typeface="宋体" pitchFamily="2" charset="-122"/>
              </a:rPr>
              <a:t>²</a:t>
            </a:r>
            <a:r>
              <a:rPr lang="en-US" altLang="zh-CN" sz="2600" i="1" dirty="0">
                <a:latin typeface="Times New Roman" pitchFamily="18" charset="0"/>
                <a:ea typeface="宋体" pitchFamily="2" charset="-122"/>
              </a:rPr>
              <a:t>)</a:t>
            </a:r>
            <a:r>
              <a:rPr lang="en-US" altLang="zh-CN" sz="2600" dirty="0">
                <a:latin typeface="Times New Roman" pitchFamily="18" charset="0"/>
                <a:ea typeface="宋体" pitchFamily="2" charset="-122"/>
              </a:rPr>
              <a:t>, with </a:t>
            </a:r>
            <a:r>
              <a:rPr lang="en-US" altLang="zh-CN" sz="2600" i="1" dirty="0">
                <a:latin typeface="Times New Roman" pitchFamily="18" charset="0"/>
                <a:ea typeface="宋体" pitchFamily="2" charset="-122"/>
              </a:rPr>
              <a:t>c</a:t>
            </a:r>
            <a:r>
              <a:rPr lang="en-US" altLang="zh-CN" sz="2600" dirty="0">
                <a:latin typeface="Times New Roman" pitchFamily="18" charset="0"/>
                <a:ea typeface="宋体" pitchFamily="2" charset="-122"/>
              </a:rPr>
              <a:t>=2 and </a:t>
            </a:r>
            <a:r>
              <a:rPr lang="en-US" altLang="zh-CN" sz="2600" i="1" dirty="0">
                <a:solidFill>
                  <a:srgbClr val="FFFF00"/>
                </a:solidFill>
                <a:latin typeface="Times New Roman" pitchFamily="18" charset="0"/>
                <a:ea typeface="宋体" pitchFamily="2" charset="-122"/>
              </a:rPr>
              <a:t>n</a:t>
            </a:r>
            <a:r>
              <a:rPr lang="en-US" altLang="zh-CN" sz="2600" baseline="-25000" dirty="0">
                <a:solidFill>
                  <a:srgbClr val="FFFF00"/>
                </a:solidFill>
                <a:latin typeface="Times New Roman" pitchFamily="18" charset="0"/>
                <a:ea typeface="宋体" pitchFamily="2" charset="-122"/>
              </a:rPr>
              <a:t>0</a:t>
            </a:r>
            <a:r>
              <a:rPr lang="en-US" altLang="zh-CN" sz="2600" dirty="0">
                <a:latin typeface="Times New Roman" pitchFamily="18" charset="0"/>
                <a:ea typeface="宋体" pitchFamily="2" charset="-122"/>
              </a:rPr>
              <a:t> =0.</a:t>
            </a:r>
          </a:p>
          <a:p>
            <a:pPr lvl="1" eaLnBrk="1" hangingPunct="1">
              <a:lnSpc>
                <a:spcPct val="80000"/>
              </a:lnSpc>
              <a:buFontTx/>
              <a:buNone/>
              <a:defRPr/>
            </a:pPr>
            <a:endParaRPr lang="en-US" altLang="zh-CN" sz="2600" dirty="0">
              <a:latin typeface="Times New Roman" pitchFamily="18" charset="0"/>
              <a:ea typeface="宋体" pitchFamily="2" charset="-122"/>
            </a:endParaRPr>
          </a:p>
          <a:p>
            <a:pPr lvl="1" eaLnBrk="1" hangingPunct="1">
              <a:lnSpc>
                <a:spcPct val="80000"/>
              </a:lnSpc>
              <a:defRPr/>
            </a:pPr>
            <a:r>
              <a:rPr lang="en-US" altLang="zh-CN" sz="2600" dirty="0">
                <a:latin typeface="Times New Roman" pitchFamily="18" charset="0"/>
                <a:ea typeface="宋体" pitchFamily="2" charset="-122"/>
              </a:rPr>
              <a:t>Examples of functions in </a:t>
            </a:r>
            <a:r>
              <a:rPr lang="en-US" altLang="zh-CN" sz="2600" i="1" dirty="0">
                <a:latin typeface="Times New Roman" pitchFamily="18" charset="0"/>
                <a:ea typeface="宋体" pitchFamily="2" charset="-122"/>
              </a:rPr>
              <a:t>O(n</a:t>
            </a:r>
            <a:r>
              <a:rPr lang="en-US" altLang="zh-CN" sz="2600" dirty="0">
                <a:latin typeface="Times New Roman" pitchFamily="18" charset="0"/>
                <a:ea typeface="宋体" pitchFamily="2" charset="-122"/>
              </a:rPr>
              <a:t>²</a:t>
            </a:r>
            <a:r>
              <a:rPr lang="en-US" altLang="zh-CN" sz="2600" i="1" dirty="0">
                <a:latin typeface="Times New Roman" pitchFamily="18" charset="0"/>
                <a:ea typeface="宋体" pitchFamily="2" charset="-122"/>
              </a:rPr>
              <a:t>)</a:t>
            </a:r>
            <a:r>
              <a:rPr lang="en-US" altLang="zh-CN" sz="2600" dirty="0">
                <a:latin typeface="Times New Roman" pitchFamily="18" charset="0"/>
                <a:ea typeface="宋体" pitchFamily="2" charset="-122"/>
              </a:rPr>
              <a:t>:</a:t>
            </a:r>
          </a:p>
          <a:p>
            <a:pPr lvl="1" eaLnBrk="1" hangingPunct="1">
              <a:lnSpc>
                <a:spcPct val="80000"/>
              </a:lnSpc>
              <a:buFontTx/>
              <a:buNone/>
              <a:defRPr/>
            </a:pPr>
            <a:r>
              <a:rPr lang="en-US" altLang="zh-CN" sz="2600" i="1" dirty="0">
                <a:latin typeface="Times New Roman" pitchFamily="18" charset="0"/>
                <a:ea typeface="宋体" pitchFamily="2" charset="-122"/>
              </a:rPr>
              <a:t>			n</a:t>
            </a:r>
            <a:r>
              <a:rPr lang="en-US" altLang="zh-CN" sz="2600" dirty="0">
                <a:latin typeface="Times New Roman" pitchFamily="18" charset="0"/>
                <a:ea typeface="宋体" pitchFamily="2" charset="-122"/>
              </a:rPr>
              <a:t>²,   </a:t>
            </a:r>
            <a:r>
              <a:rPr lang="en-US" altLang="zh-CN" sz="2600" i="1" dirty="0">
                <a:latin typeface="Times New Roman" pitchFamily="18" charset="0"/>
                <a:ea typeface="宋体" pitchFamily="2" charset="-122"/>
              </a:rPr>
              <a:t>n</a:t>
            </a:r>
            <a:r>
              <a:rPr lang="en-US" altLang="zh-CN" sz="2600" dirty="0">
                <a:latin typeface="Times New Roman" pitchFamily="18" charset="0"/>
                <a:ea typeface="宋体" pitchFamily="2" charset="-122"/>
              </a:rPr>
              <a:t>² + </a:t>
            </a:r>
            <a:r>
              <a:rPr lang="en-US" altLang="zh-CN" sz="2600" i="1" dirty="0">
                <a:latin typeface="Times New Roman" pitchFamily="18" charset="0"/>
                <a:ea typeface="宋体" pitchFamily="2" charset="-122"/>
              </a:rPr>
              <a:t>n,    n</a:t>
            </a:r>
            <a:r>
              <a:rPr lang="en-US" altLang="zh-CN" sz="2600" dirty="0">
                <a:latin typeface="Times New Roman" pitchFamily="18" charset="0"/>
                <a:ea typeface="宋体" pitchFamily="2" charset="-122"/>
              </a:rPr>
              <a:t>² + 1000</a:t>
            </a:r>
            <a:r>
              <a:rPr lang="en-US" altLang="zh-CN" sz="2600" i="1" dirty="0">
                <a:latin typeface="Times New Roman" pitchFamily="18" charset="0"/>
                <a:ea typeface="宋体" pitchFamily="2" charset="-122"/>
              </a:rPr>
              <a:t>n,    </a:t>
            </a:r>
            <a:r>
              <a:rPr lang="en-US" altLang="zh-CN" sz="2600" dirty="0">
                <a:latin typeface="Times New Roman" pitchFamily="18" charset="0"/>
                <a:ea typeface="宋体" pitchFamily="2" charset="-122"/>
              </a:rPr>
              <a:t>1000</a:t>
            </a:r>
            <a:r>
              <a:rPr lang="en-US" altLang="zh-CN" sz="2600" i="1" dirty="0">
                <a:latin typeface="Times New Roman" pitchFamily="18" charset="0"/>
                <a:ea typeface="宋体" pitchFamily="2" charset="-122"/>
              </a:rPr>
              <a:t>n</a:t>
            </a:r>
            <a:r>
              <a:rPr lang="en-US" altLang="zh-CN" sz="2600" dirty="0">
                <a:latin typeface="Times New Roman" pitchFamily="18" charset="0"/>
                <a:ea typeface="宋体" pitchFamily="2" charset="-122"/>
              </a:rPr>
              <a:t>² + 1000</a:t>
            </a:r>
            <a:r>
              <a:rPr lang="en-US" altLang="zh-CN" sz="2600" i="1" dirty="0">
                <a:latin typeface="Times New Roman" pitchFamily="18" charset="0"/>
                <a:ea typeface="宋体" pitchFamily="2" charset="-122"/>
              </a:rPr>
              <a:t>n</a:t>
            </a:r>
          </a:p>
          <a:p>
            <a:pPr lvl="1" eaLnBrk="1" hangingPunct="1">
              <a:lnSpc>
                <a:spcPct val="80000"/>
              </a:lnSpc>
              <a:buFontTx/>
              <a:buNone/>
              <a:defRPr/>
            </a:pPr>
            <a:r>
              <a:rPr lang="en-US" altLang="zh-CN" sz="2600" dirty="0">
                <a:latin typeface="Times New Roman" pitchFamily="18" charset="0"/>
                <a:ea typeface="宋体" pitchFamily="2" charset="-122"/>
              </a:rPr>
              <a:t>	</a:t>
            </a:r>
            <a:r>
              <a:rPr lang="en-US" altLang="zh-CN" sz="2600" dirty="0">
                <a:solidFill>
                  <a:srgbClr val="FFFF00"/>
                </a:solidFill>
                <a:latin typeface="Times New Roman" pitchFamily="18" charset="0"/>
                <a:ea typeface="宋体" pitchFamily="2" charset="-122"/>
              </a:rPr>
              <a:t>Also</a:t>
            </a:r>
            <a:r>
              <a:rPr lang="en-US" altLang="zh-CN" sz="2600" dirty="0">
                <a:latin typeface="Times New Roman" pitchFamily="18" charset="0"/>
                <a:ea typeface="宋体" pitchFamily="2" charset="-122"/>
              </a:rPr>
              <a:t>,</a:t>
            </a:r>
          </a:p>
          <a:p>
            <a:pPr lvl="1" eaLnBrk="1" hangingPunct="1">
              <a:lnSpc>
                <a:spcPct val="80000"/>
              </a:lnSpc>
              <a:buFontTx/>
              <a:buNone/>
              <a:defRPr/>
            </a:pPr>
            <a:r>
              <a:rPr lang="en-US" altLang="zh-CN" sz="2600" i="1" dirty="0">
                <a:latin typeface="Times New Roman" pitchFamily="18" charset="0"/>
                <a:ea typeface="宋体" pitchFamily="2" charset="-122"/>
              </a:rPr>
              <a:t>			n,     n/</a:t>
            </a:r>
            <a:r>
              <a:rPr lang="en-US" altLang="zh-CN" sz="2600" dirty="0">
                <a:latin typeface="Times New Roman" pitchFamily="18" charset="0"/>
                <a:ea typeface="宋体" pitchFamily="2" charset="-122"/>
              </a:rPr>
              <a:t>1000,      n</a:t>
            </a:r>
            <a:r>
              <a:rPr lang="en-US" altLang="zh-CN" sz="2600" baseline="30000" dirty="0">
                <a:latin typeface="Times New Roman" pitchFamily="18" charset="0"/>
                <a:ea typeface="宋体" pitchFamily="2" charset="-122"/>
              </a:rPr>
              <a:t>1.9999</a:t>
            </a:r>
            <a:r>
              <a:rPr lang="en-US" altLang="zh-CN" sz="2600" dirty="0">
                <a:latin typeface="Times New Roman" pitchFamily="18" charset="0"/>
                <a:ea typeface="宋体" pitchFamily="2" charset="-122"/>
              </a:rPr>
              <a:t> ,     </a:t>
            </a:r>
            <a:r>
              <a:rPr lang="en-US" altLang="zh-CN" sz="2600" i="1" dirty="0">
                <a:latin typeface="Times New Roman" pitchFamily="18" charset="0"/>
                <a:ea typeface="宋体" pitchFamily="2" charset="-122"/>
              </a:rPr>
              <a:t>n</a:t>
            </a:r>
            <a:r>
              <a:rPr lang="en-US" altLang="zh-CN" sz="2600" dirty="0">
                <a:latin typeface="Times New Roman" pitchFamily="18" charset="0"/>
                <a:ea typeface="宋体" pitchFamily="2" charset="-122"/>
              </a:rPr>
              <a:t>²</a:t>
            </a:r>
            <a:r>
              <a:rPr lang="en-US" altLang="zh-CN" sz="2600" i="1" dirty="0">
                <a:latin typeface="Times New Roman" pitchFamily="18" charset="0"/>
                <a:ea typeface="宋体" pitchFamily="2" charset="-122"/>
              </a:rPr>
              <a:t>/ </a:t>
            </a:r>
            <a:r>
              <a:rPr lang="en-US" altLang="zh-CN" sz="2600" dirty="0" err="1">
                <a:latin typeface="Times New Roman" pitchFamily="18" charset="0"/>
                <a:ea typeface="宋体" pitchFamily="2" charset="-122"/>
              </a:rPr>
              <a:t>lg</a:t>
            </a:r>
            <a:r>
              <a:rPr lang="en-US" altLang="zh-CN" sz="2600" dirty="0">
                <a:latin typeface="Times New Roman" pitchFamily="18" charset="0"/>
                <a:ea typeface="宋体" pitchFamily="2" charset="-122"/>
              </a:rPr>
              <a:t> </a:t>
            </a:r>
            <a:r>
              <a:rPr lang="en-US" altLang="zh-CN" sz="2600" dirty="0" err="1">
                <a:latin typeface="Times New Roman" pitchFamily="18" charset="0"/>
                <a:ea typeface="宋体" pitchFamily="2" charset="-122"/>
              </a:rPr>
              <a:t>lg</a:t>
            </a:r>
            <a:r>
              <a:rPr lang="en-US" altLang="zh-CN" sz="2600" dirty="0">
                <a:latin typeface="Times New Roman" pitchFamily="18" charset="0"/>
                <a:ea typeface="宋体" pitchFamily="2" charset="-122"/>
              </a:rPr>
              <a:t> </a:t>
            </a:r>
            <a:r>
              <a:rPr lang="en-US" altLang="zh-CN" sz="2600" dirty="0" err="1">
                <a:latin typeface="Times New Roman" pitchFamily="18" charset="0"/>
                <a:ea typeface="宋体" pitchFamily="2" charset="-122"/>
              </a:rPr>
              <a:t>lg</a:t>
            </a:r>
            <a:r>
              <a:rPr lang="en-US" altLang="zh-CN" sz="2600" dirty="0">
                <a:latin typeface="Times New Roman" pitchFamily="18" charset="0"/>
                <a:ea typeface="宋体" pitchFamily="2" charset="-122"/>
              </a:rPr>
              <a:t> </a:t>
            </a:r>
            <a:r>
              <a:rPr lang="en-US" altLang="zh-CN" sz="2600" i="1" dirty="0">
                <a:latin typeface="Times New Roman" pitchFamily="18" charset="0"/>
                <a:ea typeface="宋体" pitchFamily="2" charset="-122"/>
              </a:rPr>
              <a:t>n</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a:extLst>
              <a:ext uri="{FF2B5EF4-FFF2-40B4-BE49-F238E27FC236}">
                <a16:creationId xmlns:a16="http://schemas.microsoft.com/office/drawing/2014/main" id="{8A2BE9FF-3446-4D98-B568-71503CCCC381}"/>
              </a:ext>
            </a:extLst>
          </p:cNvPr>
          <p:cNvSpPr>
            <a:spLocks noGrp="1" noChangeArrowheads="1"/>
          </p:cNvSpPr>
          <p:nvPr>
            <p:ph type="body" idx="1"/>
          </p:nvPr>
        </p:nvSpPr>
        <p:spPr>
          <a:xfrm>
            <a:off x="228600" y="1371600"/>
            <a:ext cx="8686800" cy="5181600"/>
          </a:xfrm>
        </p:spPr>
        <p:txBody>
          <a:bodyPr/>
          <a:lstStyle/>
          <a:p>
            <a:pPr eaLnBrk="1" hangingPunct="1">
              <a:defRPr/>
            </a:pPr>
            <a:r>
              <a:rPr lang="en-US" altLang="zh-CN" sz="2600" dirty="0">
                <a:latin typeface="Times New Roman" pitchFamily="18" charset="0"/>
                <a:ea typeface="宋体" pitchFamily="2" charset="-122"/>
              </a:rPr>
              <a:t>In literature, O-notation is sometimes used informally to describe asymptotically tight bounds, however, distinguishing </a:t>
            </a:r>
            <a:r>
              <a:rPr lang="en-US" altLang="zh-CN" sz="2600" i="1" u="sng" dirty="0">
                <a:solidFill>
                  <a:srgbClr val="FFFF00"/>
                </a:solidFill>
                <a:latin typeface="Times New Roman" pitchFamily="18" charset="0"/>
                <a:ea typeface="宋体" pitchFamily="2" charset="-122"/>
              </a:rPr>
              <a:t>asymptotic upper bound</a:t>
            </a:r>
            <a:r>
              <a:rPr lang="en-US" altLang="zh-CN" sz="2600" dirty="0">
                <a:latin typeface="Times New Roman" pitchFamily="18" charset="0"/>
                <a:ea typeface="宋体" pitchFamily="2" charset="-122"/>
              </a:rPr>
              <a:t> from </a:t>
            </a:r>
            <a:r>
              <a:rPr lang="en-US" altLang="zh-CN" sz="2600" i="1" u="sng" dirty="0">
                <a:solidFill>
                  <a:srgbClr val="FFFF00"/>
                </a:solidFill>
                <a:latin typeface="Times New Roman" pitchFamily="18" charset="0"/>
                <a:ea typeface="宋体" pitchFamily="2" charset="-122"/>
              </a:rPr>
              <a:t>asymptotically tight bound</a:t>
            </a:r>
            <a:r>
              <a:rPr lang="en-US" altLang="zh-CN" sz="2600" dirty="0">
                <a:latin typeface="Times New Roman" pitchFamily="18" charset="0"/>
                <a:ea typeface="宋体" pitchFamily="2" charset="-122"/>
              </a:rPr>
              <a:t> has now become standards in literature.</a:t>
            </a:r>
          </a:p>
          <a:p>
            <a:pPr eaLnBrk="1" hangingPunct="1">
              <a:defRPr/>
            </a:pPr>
            <a:r>
              <a:rPr lang="en-US" altLang="zh-CN" sz="2600" dirty="0">
                <a:latin typeface="Times New Roman" pitchFamily="18" charset="0"/>
                <a:ea typeface="宋体" pitchFamily="2" charset="-122"/>
              </a:rPr>
              <a:t>Since O-notation describes an </a:t>
            </a:r>
            <a:r>
              <a:rPr lang="en-US" altLang="zh-CN" sz="2600" i="1" dirty="0">
                <a:solidFill>
                  <a:srgbClr val="FFFF00"/>
                </a:solidFill>
                <a:latin typeface="Times New Roman" pitchFamily="18" charset="0"/>
                <a:ea typeface="宋体" pitchFamily="2" charset="-122"/>
              </a:rPr>
              <a:t>upper bound</a:t>
            </a:r>
            <a:r>
              <a:rPr lang="en-US" altLang="zh-CN" sz="2600" dirty="0">
                <a:latin typeface="Times New Roman" pitchFamily="18" charset="0"/>
                <a:ea typeface="宋体" pitchFamily="2" charset="-122"/>
              </a:rPr>
              <a:t>, when we use it to bound the </a:t>
            </a:r>
            <a:r>
              <a:rPr lang="en-US" altLang="zh-CN" sz="2600" i="1" dirty="0">
                <a:solidFill>
                  <a:srgbClr val="FFFF00"/>
                </a:solidFill>
                <a:latin typeface="Times New Roman" pitchFamily="18" charset="0"/>
                <a:ea typeface="宋体" pitchFamily="2" charset="-122"/>
              </a:rPr>
              <a:t>worst-case running time</a:t>
            </a:r>
            <a:r>
              <a:rPr lang="en-US" altLang="zh-CN" sz="2600" dirty="0">
                <a:latin typeface="Times New Roman" pitchFamily="18" charset="0"/>
                <a:ea typeface="宋体" pitchFamily="2" charset="-122"/>
              </a:rPr>
              <a:t> of an algorithm, we have a bound on the running time of the algorithms </a:t>
            </a:r>
            <a:r>
              <a:rPr lang="en-US" altLang="zh-CN" sz="2600" i="1" dirty="0">
                <a:solidFill>
                  <a:srgbClr val="FFFF00"/>
                </a:solidFill>
                <a:latin typeface="Times New Roman" pitchFamily="18" charset="0"/>
                <a:ea typeface="宋体" pitchFamily="2" charset="-122"/>
              </a:rPr>
              <a:t>on every input</a:t>
            </a:r>
            <a:r>
              <a:rPr lang="en-US" altLang="zh-CN" sz="2600" dirty="0">
                <a:latin typeface="Times New Roman" pitchFamily="18" charset="0"/>
                <a:ea typeface="宋体" pitchFamily="2" charset="-122"/>
              </a:rPr>
              <a:t>, but </a:t>
            </a:r>
            <a:r>
              <a:rPr lang="en-US" altLang="zh-CN" sz="2600" i="1" dirty="0">
                <a:latin typeface="Times New Roman" pitchFamily="18" charset="0"/>
                <a:ea typeface="宋体" pitchFamily="2" charset="-122"/>
                <a:sym typeface="Symbol" pitchFamily="18" charset="2"/>
              </a:rPr>
              <a:t></a:t>
            </a:r>
            <a:r>
              <a:rPr lang="en-US" altLang="zh-CN" sz="2600" dirty="0">
                <a:latin typeface="Times New Roman" pitchFamily="18" charset="0"/>
                <a:ea typeface="宋体" pitchFamily="2" charset="-122"/>
              </a:rPr>
              <a:t> -notation</a:t>
            </a:r>
            <a:r>
              <a:rPr lang="en-US" altLang="zh-CN" dirty="0">
                <a:latin typeface="Times New Roman" pitchFamily="18" charset="0"/>
                <a:ea typeface="宋体" pitchFamily="2" charset="-122"/>
              </a:rPr>
              <a:t> </a:t>
            </a:r>
            <a:r>
              <a:rPr lang="en-US" altLang="zh-CN" sz="2600" dirty="0">
                <a:latin typeface="Times New Roman" pitchFamily="18" charset="0"/>
                <a:ea typeface="宋体" pitchFamily="2" charset="-122"/>
              </a:rPr>
              <a:t>cannot guarantee this, </a:t>
            </a:r>
            <a:r>
              <a:rPr lang="en-US" altLang="zh-CN" sz="2600" i="1" u="sng" dirty="0">
                <a:solidFill>
                  <a:srgbClr val="FFFF00"/>
                </a:solidFill>
                <a:latin typeface="Times New Roman" pitchFamily="18" charset="0"/>
                <a:ea typeface="宋体" pitchFamily="2" charset="-122"/>
              </a:rPr>
              <a:t>n=O(n</a:t>
            </a:r>
            <a:r>
              <a:rPr lang="en-US" altLang="zh-CN" sz="2600" i="1" u="sng" baseline="30000" dirty="0">
                <a:solidFill>
                  <a:srgbClr val="FFFF00"/>
                </a:solidFill>
                <a:latin typeface="Times New Roman" pitchFamily="18" charset="0"/>
                <a:ea typeface="宋体" pitchFamily="2" charset="-122"/>
              </a:rPr>
              <a:t>2</a:t>
            </a:r>
            <a:r>
              <a:rPr lang="en-US" altLang="zh-CN" sz="2600" i="1" u="sng" dirty="0">
                <a:solidFill>
                  <a:srgbClr val="FFFF00"/>
                </a:solidFill>
                <a:latin typeface="Times New Roman" pitchFamily="18" charset="0"/>
                <a:ea typeface="宋体" pitchFamily="2" charset="-122"/>
              </a:rPr>
              <a:t>).</a:t>
            </a:r>
          </a:p>
          <a:p>
            <a:pPr eaLnBrk="1" hangingPunct="1">
              <a:defRPr/>
            </a:pPr>
            <a:r>
              <a:rPr lang="en-US" altLang="zh-CN" sz="2600" dirty="0">
                <a:latin typeface="Times New Roman" pitchFamily="18" charset="0"/>
                <a:ea typeface="宋体" pitchFamily="2" charset="-122"/>
              </a:rPr>
              <a:t>When we say “the running time is </a:t>
            </a:r>
            <a:r>
              <a:rPr lang="en-US" altLang="zh-CN" sz="2600" i="1" u="sng" dirty="0">
                <a:solidFill>
                  <a:srgbClr val="FFFF00"/>
                </a:solidFill>
                <a:latin typeface="Times New Roman" pitchFamily="18" charset="0"/>
                <a:ea typeface="宋体" pitchFamily="2" charset="-122"/>
              </a:rPr>
              <a:t>O(n</a:t>
            </a:r>
            <a:r>
              <a:rPr lang="en-US" altLang="zh-CN" sz="2600" i="1" u="sng" baseline="30000" dirty="0">
                <a:solidFill>
                  <a:srgbClr val="FFFF00"/>
                </a:solidFill>
                <a:latin typeface="Times New Roman" pitchFamily="18" charset="0"/>
                <a:ea typeface="宋体" pitchFamily="2" charset="-122"/>
              </a:rPr>
              <a:t>2</a:t>
            </a:r>
            <a:r>
              <a:rPr lang="en-US" altLang="zh-CN" sz="2600" i="1" u="sng" dirty="0">
                <a:solidFill>
                  <a:srgbClr val="FFFF00"/>
                </a:solidFill>
                <a:latin typeface="Times New Roman" pitchFamily="18" charset="0"/>
                <a:ea typeface="宋体" pitchFamily="2" charset="-122"/>
              </a:rPr>
              <a:t>)</a:t>
            </a:r>
            <a:r>
              <a:rPr lang="en-US" altLang="zh-CN" sz="2600" dirty="0">
                <a:solidFill>
                  <a:srgbClr val="FFFF00"/>
                </a:solidFill>
                <a:effectLst/>
                <a:latin typeface="Times New Roman" pitchFamily="18" charset="0"/>
                <a:ea typeface="宋体" pitchFamily="2" charset="-122"/>
              </a:rPr>
              <a:t>, </a:t>
            </a:r>
            <a:r>
              <a:rPr lang="en-US" altLang="zh-CN" sz="2600" dirty="0">
                <a:effectLst/>
                <a:latin typeface="Times New Roman" pitchFamily="18" charset="0"/>
                <a:ea typeface="宋体" pitchFamily="2" charset="-122"/>
              </a:rPr>
              <a:t>we mean that there is a function </a:t>
            </a:r>
            <a:r>
              <a:rPr lang="en-US" altLang="zh-CN" sz="2600" i="1" dirty="0">
                <a:solidFill>
                  <a:srgbClr val="FFFF00"/>
                </a:solidFill>
                <a:effectLst/>
                <a:latin typeface="Times New Roman" pitchFamily="18" charset="0"/>
                <a:ea typeface="宋体" pitchFamily="2" charset="-122"/>
              </a:rPr>
              <a:t>f(n)</a:t>
            </a:r>
            <a:r>
              <a:rPr lang="en-US" altLang="zh-CN" sz="2600" dirty="0">
                <a:effectLst/>
                <a:latin typeface="Times New Roman" pitchFamily="18" charset="0"/>
                <a:ea typeface="宋体" pitchFamily="2" charset="-122"/>
              </a:rPr>
              <a:t> that is </a:t>
            </a:r>
            <a:r>
              <a:rPr lang="en-US" altLang="zh-CN" sz="2600" i="1" dirty="0">
                <a:solidFill>
                  <a:srgbClr val="FFFF00"/>
                </a:solidFill>
                <a:latin typeface="Times New Roman" pitchFamily="18" charset="0"/>
                <a:ea typeface="宋体" pitchFamily="2" charset="-122"/>
              </a:rPr>
              <a:t>O(n</a:t>
            </a:r>
            <a:r>
              <a:rPr lang="en-US" altLang="zh-CN" sz="2600" i="1" baseline="30000" dirty="0">
                <a:solidFill>
                  <a:srgbClr val="FFFF00"/>
                </a:solidFill>
                <a:latin typeface="Times New Roman" pitchFamily="18" charset="0"/>
                <a:ea typeface="宋体" pitchFamily="2" charset="-122"/>
              </a:rPr>
              <a:t>2</a:t>
            </a:r>
            <a:r>
              <a:rPr lang="en-US" altLang="zh-CN" sz="2600" i="1" dirty="0">
                <a:solidFill>
                  <a:srgbClr val="FFFF00"/>
                </a:solidFill>
                <a:latin typeface="Times New Roman" pitchFamily="18" charset="0"/>
                <a:ea typeface="宋体" pitchFamily="2" charset="-122"/>
              </a:rPr>
              <a:t>)</a:t>
            </a:r>
            <a:r>
              <a:rPr lang="en-US" altLang="zh-CN" sz="2600" i="1" dirty="0">
                <a:latin typeface="Times New Roman" pitchFamily="18" charset="0"/>
                <a:ea typeface="宋体" pitchFamily="2" charset="-122"/>
              </a:rPr>
              <a:t> </a:t>
            </a:r>
            <a:r>
              <a:rPr lang="en-US" altLang="zh-CN" sz="2600" dirty="0">
                <a:latin typeface="Times New Roman" pitchFamily="18" charset="0"/>
                <a:ea typeface="宋体" pitchFamily="2" charset="-122"/>
              </a:rPr>
              <a:t>such that for </a:t>
            </a:r>
            <a:r>
              <a:rPr lang="en-US" altLang="zh-CN" sz="2600" i="1" dirty="0">
                <a:solidFill>
                  <a:srgbClr val="FFFF00"/>
                </a:solidFill>
                <a:latin typeface="Times New Roman" pitchFamily="18" charset="0"/>
                <a:ea typeface="宋体" pitchFamily="2" charset="-122"/>
              </a:rPr>
              <a:t>any value of n</a:t>
            </a:r>
            <a:r>
              <a:rPr lang="en-US" altLang="zh-CN" sz="2600" dirty="0">
                <a:latin typeface="Times New Roman" pitchFamily="18" charset="0"/>
                <a:ea typeface="宋体" pitchFamily="2" charset="-122"/>
              </a:rPr>
              <a:t>, no matter </a:t>
            </a:r>
            <a:r>
              <a:rPr lang="en-US" altLang="zh-CN" sz="2600" i="1" dirty="0">
                <a:solidFill>
                  <a:srgbClr val="FFFF00"/>
                </a:solidFill>
                <a:latin typeface="Times New Roman" pitchFamily="18" charset="0"/>
                <a:ea typeface="宋体" pitchFamily="2" charset="-122"/>
              </a:rPr>
              <a:t>what particular input</a:t>
            </a:r>
            <a:r>
              <a:rPr lang="en-US" altLang="zh-CN" sz="2600" dirty="0">
                <a:latin typeface="Times New Roman" pitchFamily="18" charset="0"/>
                <a:ea typeface="宋体" pitchFamily="2" charset="-122"/>
              </a:rPr>
              <a:t> of size n is chosen, the running time on that input is </a:t>
            </a:r>
            <a:r>
              <a:rPr lang="en-US" altLang="zh-CN" sz="2600" i="1" dirty="0">
                <a:solidFill>
                  <a:srgbClr val="FFFF00"/>
                </a:solidFill>
                <a:latin typeface="Times New Roman" pitchFamily="18" charset="0"/>
                <a:ea typeface="宋体" pitchFamily="2" charset="-122"/>
              </a:rPr>
              <a:t>bounded from above</a:t>
            </a:r>
            <a:r>
              <a:rPr lang="en-US" altLang="zh-CN" sz="2600" dirty="0">
                <a:latin typeface="Times New Roman" pitchFamily="18" charset="0"/>
                <a:ea typeface="宋体" pitchFamily="2" charset="-122"/>
              </a:rPr>
              <a:t> by the value f(n)</a:t>
            </a:r>
            <a:endParaRPr lang="en-US" altLang="zh-CN" sz="2600" dirty="0">
              <a:solidFill>
                <a:srgbClr val="FFFF00"/>
              </a:solidFill>
              <a:latin typeface="Times New Roman" pitchFamily="18" charset="0"/>
              <a:ea typeface="宋体" pitchFamily="2" charset="-122"/>
            </a:endParaRPr>
          </a:p>
        </p:txBody>
      </p:sp>
      <p:sp>
        <p:nvSpPr>
          <p:cNvPr id="54276" name="Rectangle 4">
            <a:extLst>
              <a:ext uri="{FF2B5EF4-FFF2-40B4-BE49-F238E27FC236}">
                <a16:creationId xmlns:a16="http://schemas.microsoft.com/office/drawing/2014/main" id="{9A4B5EE6-3D8B-48DA-8539-98DED0FE8CD6}"/>
              </a:ext>
            </a:extLst>
          </p:cNvPr>
          <p:cNvSpPr>
            <a:spLocks noGrp="1" noChangeArrowheads="1"/>
          </p:cNvSpPr>
          <p:nvPr>
            <p:ph type="title"/>
          </p:nvPr>
        </p:nvSpPr>
        <p:spPr>
          <a:xfrm>
            <a:off x="457200" y="152400"/>
            <a:ext cx="8229600" cy="1143000"/>
          </a:xfrm>
        </p:spPr>
        <p:txBody>
          <a:bodyPr/>
          <a:lstStyle/>
          <a:p>
            <a:pPr eaLnBrk="1" hangingPunct="1">
              <a:defRPr/>
            </a:pPr>
            <a:r>
              <a:rPr lang="en-US" altLang="zh-CN" b="1">
                <a:latin typeface="Comic Sans MS" pitchFamily="66" charset="0"/>
                <a:ea typeface="宋体" pitchFamily="2" charset="-122"/>
              </a:rPr>
              <a:t>O-Notation(2)</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checkerboard(across)">
                                      <p:cBhvr>
                                        <p:cTn id="7" dur="500"/>
                                        <p:tgtEl>
                                          <p:spTgt spid="542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4275">
                                            <p:txEl>
                                              <p:pRg st="1" end="1"/>
                                            </p:txEl>
                                          </p:spTgt>
                                        </p:tgtEl>
                                        <p:attrNameLst>
                                          <p:attrName>style.visibility</p:attrName>
                                        </p:attrNameLst>
                                      </p:cBhvr>
                                      <p:to>
                                        <p:strVal val="visible"/>
                                      </p:to>
                                    </p:set>
                                    <p:animEffect transition="in" filter="checkerboard(across)">
                                      <p:cBhvr>
                                        <p:cTn id="12" dur="500"/>
                                        <p:tgtEl>
                                          <p:spTgt spid="542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4275">
                                            <p:txEl>
                                              <p:pRg st="2" end="2"/>
                                            </p:txEl>
                                          </p:spTgt>
                                        </p:tgtEl>
                                        <p:attrNameLst>
                                          <p:attrName>style.visibility</p:attrName>
                                        </p:attrNameLst>
                                      </p:cBhvr>
                                      <p:to>
                                        <p:strVal val="visible"/>
                                      </p:to>
                                    </p:set>
                                    <p:animEffect transition="in" filter="checkerboard(across)">
                                      <p:cBhvr>
                                        <p:cTn id="17" dur="500"/>
                                        <p:tgtEl>
                                          <p:spTgt spid="542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3BE01F2-4ED1-49BA-809D-E4615D7A9DFE}"/>
              </a:ext>
            </a:extLst>
          </p:cNvPr>
          <p:cNvSpPr>
            <a:spLocks noGrp="1" noChangeArrowheads="1"/>
          </p:cNvSpPr>
          <p:nvPr>
            <p:ph type="body" idx="1"/>
          </p:nvPr>
        </p:nvSpPr>
        <p:spPr>
          <a:xfrm>
            <a:off x="228600" y="1447800"/>
            <a:ext cx="8458200" cy="2895600"/>
          </a:xfrm>
        </p:spPr>
        <p:txBody>
          <a:bodyPr/>
          <a:lstStyle/>
          <a:p>
            <a:pPr eaLnBrk="1" hangingPunct="1">
              <a:lnSpc>
                <a:spcPct val="90000"/>
              </a:lnSpc>
              <a:defRPr/>
            </a:pPr>
            <a:r>
              <a:rPr lang="en-US" altLang="zh-CN" sz="3000">
                <a:latin typeface="Times New Roman" pitchFamily="18" charset="0"/>
                <a:ea typeface="宋体" pitchFamily="2" charset="-122"/>
              </a:rPr>
              <a:t>Just as O-notation provides an asymptotic upper bound on a function, </a:t>
            </a:r>
            <a:r>
              <a:rPr lang="en-US" altLang="zh-CN" sz="3000" b="1" i="1">
                <a:solidFill>
                  <a:srgbClr val="FFFF00"/>
                </a:solidFill>
                <a:latin typeface="Times New Roman" pitchFamily="18" charset="0"/>
                <a:ea typeface="宋体" pitchFamily="2" charset="-122"/>
                <a:sym typeface="Symbol" pitchFamily="18" charset="2"/>
              </a:rPr>
              <a:t></a:t>
            </a:r>
            <a:r>
              <a:rPr lang="en-US" altLang="zh-CN" sz="3000">
                <a:latin typeface="Times New Roman" pitchFamily="18" charset="0"/>
                <a:ea typeface="宋体" pitchFamily="2" charset="-122"/>
              </a:rPr>
              <a:t> -notation provides an asymptotic lower bound.</a:t>
            </a:r>
            <a:endParaRPr lang="en-US" altLang="zh-CN" sz="3000" i="1" u="sng">
              <a:solidFill>
                <a:srgbClr val="FFFF00"/>
              </a:solidFill>
              <a:latin typeface="Times New Roman" pitchFamily="18" charset="0"/>
              <a:ea typeface="宋体" pitchFamily="2" charset="-122"/>
            </a:endParaRPr>
          </a:p>
          <a:p>
            <a:pPr eaLnBrk="1" hangingPunct="1">
              <a:lnSpc>
                <a:spcPct val="90000"/>
              </a:lnSpc>
              <a:defRPr/>
            </a:pPr>
            <a:r>
              <a:rPr lang="en-US" altLang="zh-CN" sz="2800">
                <a:latin typeface="Times New Roman" pitchFamily="18" charset="0"/>
                <a:ea typeface="宋体" pitchFamily="2" charset="-122"/>
              </a:rPr>
              <a:t>The intuition behind </a:t>
            </a:r>
            <a:r>
              <a:rPr lang="en-US" altLang="zh-CN" sz="3000" b="1" i="1">
                <a:solidFill>
                  <a:srgbClr val="FFFF00"/>
                </a:solidFill>
                <a:latin typeface="Times New Roman" pitchFamily="18" charset="0"/>
                <a:ea typeface="宋体" pitchFamily="2" charset="-122"/>
                <a:sym typeface="Symbol" pitchFamily="18" charset="2"/>
              </a:rPr>
              <a:t>-</a:t>
            </a:r>
            <a:r>
              <a:rPr lang="en-US" altLang="zh-CN" sz="3000">
                <a:latin typeface="Times New Roman" pitchFamily="18" charset="0"/>
                <a:ea typeface="宋体" pitchFamily="2" charset="-122"/>
                <a:sym typeface="Symbol" pitchFamily="18" charset="2"/>
              </a:rPr>
              <a:t>notation is shown in Fig.3.1(c)</a:t>
            </a:r>
            <a:r>
              <a:rPr lang="en-US" altLang="zh-CN" sz="2800">
                <a:latin typeface="Times New Roman" pitchFamily="18" charset="0"/>
                <a:ea typeface="宋体" pitchFamily="2" charset="-122"/>
              </a:rPr>
              <a:t> When we have only an </a:t>
            </a:r>
            <a:r>
              <a:rPr lang="en-US" altLang="zh-CN" sz="2800" i="1">
                <a:solidFill>
                  <a:srgbClr val="FFFF00"/>
                </a:solidFill>
                <a:latin typeface="Times New Roman" pitchFamily="18" charset="0"/>
                <a:ea typeface="宋体" pitchFamily="2" charset="-122"/>
              </a:rPr>
              <a:t>asymptotic lower bound</a:t>
            </a:r>
            <a:r>
              <a:rPr lang="en-US" altLang="zh-CN" sz="2800">
                <a:latin typeface="Times New Roman" pitchFamily="18" charset="0"/>
                <a:ea typeface="宋体" pitchFamily="2" charset="-122"/>
              </a:rPr>
              <a:t>, we use </a:t>
            </a:r>
            <a:r>
              <a:rPr lang="en-US" altLang="zh-CN" sz="3000" b="1" i="1">
                <a:solidFill>
                  <a:srgbClr val="FFFF00"/>
                </a:solidFill>
                <a:latin typeface="Times New Roman" pitchFamily="18" charset="0"/>
                <a:ea typeface="宋体" pitchFamily="2" charset="-122"/>
                <a:sym typeface="Symbol" pitchFamily="18" charset="2"/>
              </a:rPr>
              <a:t></a:t>
            </a:r>
            <a:r>
              <a:rPr lang="en-US" altLang="zh-CN" sz="2800" i="1">
                <a:solidFill>
                  <a:srgbClr val="FFFF00"/>
                </a:solidFill>
                <a:latin typeface="Times New Roman" pitchFamily="18" charset="0"/>
                <a:ea typeface="宋体" pitchFamily="2" charset="-122"/>
              </a:rPr>
              <a:t> -notation</a:t>
            </a:r>
            <a:r>
              <a:rPr lang="en-US" altLang="zh-CN" sz="2800" i="1">
                <a:latin typeface="Times New Roman" pitchFamily="18" charset="0"/>
                <a:ea typeface="宋体" pitchFamily="2" charset="-122"/>
              </a:rPr>
              <a:t>.</a:t>
            </a:r>
          </a:p>
        </p:txBody>
      </p:sp>
      <p:sp>
        <p:nvSpPr>
          <p:cNvPr id="58371" name="Rectangle 3">
            <a:extLst>
              <a:ext uri="{FF2B5EF4-FFF2-40B4-BE49-F238E27FC236}">
                <a16:creationId xmlns:a16="http://schemas.microsoft.com/office/drawing/2014/main" id="{ECDD66B9-9B72-475D-93E7-E86FB4B9E8F4}"/>
              </a:ext>
            </a:extLst>
          </p:cNvPr>
          <p:cNvSpPr>
            <a:spLocks noGrp="1" noChangeArrowheads="1"/>
          </p:cNvSpPr>
          <p:nvPr>
            <p:ph type="title"/>
          </p:nvPr>
        </p:nvSpPr>
        <p:spPr/>
        <p:txBody>
          <a:bodyPr/>
          <a:lstStyle/>
          <a:p>
            <a:pPr eaLnBrk="1" hangingPunct="1">
              <a:defRPr/>
            </a:pPr>
            <a:r>
              <a:rPr lang="en-US" altLang="zh-CN" b="1">
                <a:latin typeface="Comic Sans MS" pitchFamily="66" charset="0"/>
                <a:ea typeface="宋体" pitchFamily="2" charset="-122"/>
              </a:rPr>
              <a:t>Asymptotic Notation(3)</a:t>
            </a:r>
          </a:p>
        </p:txBody>
      </p:sp>
      <p:grpSp>
        <p:nvGrpSpPr>
          <p:cNvPr id="2" name="Group 4">
            <a:extLst>
              <a:ext uri="{FF2B5EF4-FFF2-40B4-BE49-F238E27FC236}">
                <a16:creationId xmlns:a16="http://schemas.microsoft.com/office/drawing/2014/main" id="{4F07270E-02A1-4306-ACC7-B8025268965A}"/>
              </a:ext>
            </a:extLst>
          </p:cNvPr>
          <p:cNvGrpSpPr>
            <a:grpSpLocks/>
          </p:cNvGrpSpPr>
          <p:nvPr/>
        </p:nvGrpSpPr>
        <p:grpSpPr bwMode="auto">
          <a:xfrm>
            <a:off x="609600" y="4343400"/>
            <a:ext cx="2971800" cy="977900"/>
            <a:chOff x="1152" y="3552"/>
            <a:chExt cx="1872" cy="616"/>
          </a:xfrm>
        </p:grpSpPr>
        <p:sp>
          <p:nvSpPr>
            <p:cNvPr id="27661" name="Rectangle 5">
              <a:extLst>
                <a:ext uri="{FF2B5EF4-FFF2-40B4-BE49-F238E27FC236}">
                  <a16:creationId xmlns:a16="http://schemas.microsoft.com/office/drawing/2014/main" id="{3FDA1F61-FB40-442D-B1FC-A102EC680A5F}"/>
                </a:ext>
              </a:extLst>
            </p:cNvPr>
            <p:cNvSpPr>
              <a:spLocks noChangeArrowheads="1"/>
            </p:cNvSpPr>
            <p:nvPr/>
          </p:nvSpPr>
          <p:spPr bwMode="auto">
            <a:xfrm>
              <a:off x="1152" y="3552"/>
              <a:ext cx="1872" cy="616"/>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27662" name="Object 6">
              <a:extLst>
                <a:ext uri="{FF2B5EF4-FFF2-40B4-BE49-F238E27FC236}">
                  <a16:creationId xmlns:a16="http://schemas.microsoft.com/office/drawing/2014/main" id="{C00C5999-9274-4ADC-B521-B5C81AD4C238}"/>
                </a:ext>
              </a:extLst>
            </p:cNvPr>
            <p:cNvGraphicFramePr>
              <a:graphicFrameLocks noChangeAspect="1"/>
            </p:cNvGraphicFramePr>
            <p:nvPr/>
          </p:nvGraphicFramePr>
          <p:xfrm>
            <a:off x="1248" y="3696"/>
            <a:ext cx="1680" cy="365"/>
          </p:xfrm>
          <a:graphic>
            <a:graphicData uri="http://schemas.openxmlformats.org/presentationml/2006/ole">
              <mc:AlternateContent xmlns:mc="http://schemas.openxmlformats.org/markup-compatibility/2006">
                <mc:Choice xmlns:v="urn:schemas-microsoft-com:vml" Requires="v">
                  <p:oleObj spid="_x0000_s27675" name="Equation" r:id="rId7" imgW="990170" imgH="203112" progId="Equation.DSMT4">
                    <p:embed/>
                  </p:oleObj>
                </mc:Choice>
                <mc:Fallback>
                  <p:oleObj name="Equation" r:id="rId7" imgW="990170" imgH="203112"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8" y="3696"/>
                          <a:ext cx="168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17">
            <a:extLst>
              <a:ext uri="{FF2B5EF4-FFF2-40B4-BE49-F238E27FC236}">
                <a16:creationId xmlns:a16="http://schemas.microsoft.com/office/drawing/2014/main" id="{94C39E6C-129E-4F30-88A3-B989989B8664}"/>
              </a:ext>
            </a:extLst>
          </p:cNvPr>
          <p:cNvGrpSpPr>
            <a:grpSpLocks/>
          </p:cNvGrpSpPr>
          <p:nvPr/>
        </p:nvGrpSpPr>
        <p:grpSpPr bwMode="auto">
          <a:xfrm>
            <a:off x="4724400" y="4114800"/>
            <a:ext cx="3276600" cy="1371600"/>
            <a:chOff x="2976" y="2592"/>
            <a:chExt cx="2064" cy="864"/>
          </a:xfrm>
        </p:grpSpPr>
        <p:sp>
          <p:nvSpPr>
            <p:cNvPr id="27659" name="Rectangle 9">
              <a:extLst>
                <a:ext uri="{FF2B5EF4-FFF2-40B4-BE49-F238E27FC236}">
                  <a16:creationId xmlns:a16="http://schemas.microsoft.com/office/drawing/2014/main" id="{88A35C4F-2BF4-4E89-B638-18FB3B3AEBFD}"/>
                </a:ext>
              </a:extLst>
            </p:cNvPr>
            <p:cNvSpPr>
              <a:spLocks noChangeArrowheads="1"/>
            </p:cNvSpPr>
            <p:nvPr/>
          </p:nvSpPr>
          <p:spPr bwMode="auto">
            <a:xfrm>
              <a:off x="2976" y="2592"/>
              <a:ext cx="2064" cy="864"/>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27660" name="Object 10">
              <a:extLst>
                <a:ext uri="{FF2B5EF4-FFF2-40B4-BE49-F238E27FC236}">
                  <a16:creationId xmlns:a16="http://schemas.microsoft.com/office/drawing/2014/main" id="{D983FB51-8E4A-4F6D-B81E-3C398192B46C}"/>
                </a:ext>
              </a:extLst>
            </p:cNvPr>
            <p:cNvGraphicFramePr>
              <a:graphicFrameLocks noChangeAspect="1"/>
            </p:cNvGraphicFramePr>
            <p:nvPr/>
          </p:nvGraphicFramePr>
          <p:xfrm>
            <a:off x="3072" y="2640"/>
            <a:ext cx="1872" cy="801"/>
          </p:xfrm>
          <a:graphic>
            <a:graphicData uri="http://schemas.openxmlformats.org/presentationml/2006/ole">
              <mc:AlternateContent xmlns:mc="http://schemas.openxmlformats.org/markup-compatibility/2006">
                <mc:Choice xmlns:v="urn:schemas-microsoft-com:vml" Requires="v">
                  <p:oleObj spid="_x0000_s27676" name="Equation" r:id="rId9" imgW="990170" imgH="431613" progId="Equation.DSMT4">
                    <p:embed/>
                  </p:oleObj>
                </mc:Choice>
                <mc:Fallback>
                  <p:oleObj name="Equation" r:id="rId9" imgW="990170" imgH="431613"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72" y="2640"/>
                          <a:ext cx="1872" cy="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8379" name="AutoShape 11">
            <a:extLst>
              <a:ext uri="{FF2B5EF4-FFF2-40B4-BE49-F238E27FC236}">
                <a16:creationId xmlns:a16="http://schemas.microsoft.com/office/drawing/2014/main" id="{615C4218-3FC3-4F77-8DC8-540EE40A6F58}"/>
              </a:ext>
            </a:extLst>
          </p:cNvPr>
          <p:cNvSpPr>
            <a:spLocks noChangeArrowheads="1"/>
          </p:cNvSpPr>
          <p:nvPr/>
        </p:nvSpPr>
        <p:spPr bwMode="auto">
          <a:xfrm>
            <a:off x="3810000" y="4648200"/>
            <a:ext cx="762000" cy="533400"/>
          </a:xfrm>
          <a:prstGeom prst="leftRightArrow">
            <a:avLst>
              <a:gd name="adj1" fmla="val 50000"/>
              <a:gd name="adj2" fmla="val 28571"/>
            </a:avLst>
          </a:prstGeom>
          <a:solidFill>
            <a:srgbClr val="FFFF00"/>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58380" name="AutoShape 12">
            <a:extLst>
              <a:ext uri="{FF2B5EF4-FFF2-40B4-BE49-F238E27FC236}">
                <a16:creationId xmlns:a16="http://schemas.microsoft.com/office/drawing/2014/main" id="{90E74E2F-79A7-4F54-8379-E0CA0DC24497}"/>
              </a:ext>
            </a:extLst>
          </p:cNvPr>
          <p:cNvSpPr>
            <a:spLocks noChangeArrowheads="1"/>
          </p:cNvSpPr>
          <p:nvPr/>
        </p:nvSpPr>
        <p:spPr bwMode="auto">
          <a:xfrm rot="5400000">
            <a:off x="8077200" y="4572000"/>
            <a:ext cx="990600" cy="9906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17694720 60000 65536"/>
              <a:gd name="T11" fmla="*/ 5898240 60000 65536"/>
              <a:gd name="T12" fmla="*/ 5898240 60000 65536"/>
              <a:gd name="T13" fmla="*/ 5898240 60000 65536"/>
              <a:gd name="T14" fmla="*/ 0 60000 65536"/>
              <a:gd name="T15" fmla="*/ 0 w 21600"/>
              <a:gd name="T16" fmla="*/ 8310 h 21600"/>
              <a:gd name="T17" fmla="*/ 611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lnTo>
                  <a:pt x="15662" y="14285"/>
                </a:lnTo>
                <a:close/>
              </a:path>
            </a:pathLst>
          </a:custGeom>
          <a:solidFill>
            <a:srgbClr val="FFCC00"/>
          </a:solidFill>
          <a:ln w="9525">
            <a:solidFill>
              <a:schemeClr val="tx1"/>
            </a:solidFill>
            <a:miter lim="800000"/>
            <a:headEnd/>
            <a:tailEnd/>
          </a:ln>
        </p:spPr>
        <p:txBody>
          <a:bodyPr wrap="none" anchor="ctr"/>
          <a:lstStyle/>
          <a:p>
            <a:endParaRPr lang="zh-CN" altLang="en-US"/>
          </a:p>
        </p:txBody>
      </p:sp>
      <p:grpSp>
        <p:nvGrpSpPr>
          <p:cNvPr id="4" name="Group 16">
            <a:extLst>
              <a:ext uri="{FF2B5EF4-FFF2-40B4-BE49-F238E27FC236}">
                <a16:creationId xmlns:a16="http://schemas.microsoft.com/office/drawing/2014/main" id="{B117C0E0-BB79-418F-BC4C-841FACF415E9}"/>
              </a:ext>
            </a:extLst>
          </p:cNvPr>
          <p:cNvGrpSpPr>
            <a:grpSpLocks/>
          </p:cNvGrpSpPr>
          <p:nvPr/>
        </p:nvGrpSpPr>
        <p:grpSpPr bwMode="auto">
          <a:xfrm>
            <a:off x="1828800" y="5562600"/>
            <a:ext cx="4572000" cy="1376363"/>
            <a:chOff x="1152" y="3504"/>
            <a:chExt cx="2880" cy="867"/>
          </a:xfrm>
        </p:grpSpPr>
        <p:sp>
          <p:nvSpPr>
            <p:cNvPr id="27657" name="Rectangle 14">
              <a:extLst>
                <a:ext uri="{FF2B5EF4-FFF2-40B4-BE49-F238E27FC236}">
                  <a16:creationId xmlns:a16="http://schemas.microsoft.com/office/drawing/2014/main" id="{05BC5147-07E7-4F59-96C4-2739BBD56AD0}"/>
                </a:ext>
              </a:extLst>
            </p:cNvPr>
            <p:cNvSpPr>
              <a:spLocks noChangeArrowheads="1"/>
            </p:cNvSpPr>
            <p:nvPr/>
          </p:nvSpPr>
          <p:spPr bwMode="auto">
            <a:xfrm>
              <a:off x="1152" y="3552"/>
              <a:ext cx="2880" cy="768"/>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27658" name="Object 15">
              <a:extLst>
                <a:ext uri="{FF2B5EF4-FFF2-40B4-BE49-F238E27FC236}">
                  <a16:creationId xmlns:a16="http://schemas.microsoft.com/office/drawing/2014/main" id="{A429F544-28FF-4D3D-9657-B6CD0D306480}"/>
                </a:ext>
              </a:extLst>
            </p:cNvPr>
            <p:cNvGraphicFramePr>
              <a:graphicFrameLocks noChangeAspect="1"/>
            </p:cNvGraphicFramePr>
            <p:nvPr/>
          </p:nvGraphicFramePr>
          <p:xfrm>
            <a:off x="1632" y="3504"/>
            <a:ext cx="2175" cy="867"/>
          </p:xfrm>
          <a:graphic>
            <a:graphicData uri="http://schemas.openxmlformats.org/presentationml/2006/ole">
              <mc:AlternateContent xmlns:mc="http://schemas.openxmlformats.org/markup-compatibility/2006">
                <mc:Choice xmlns:v="urn:schemas-microsoft-com:vml" Requires="v">
                  <p:oleObj spid="_x0000_s27677" name="Equation" r:id="rId11" imgW="1282700" imgH="482600" progId="Equation.DSMT4">
                    <p:embed/>
                  </p:oleObj>
                </mc:Choice>
                <mc:Fallback>
                  <p:oleObj name="Equation" r:id="rId11" imgW="1282700" imgH="482600" progId="Equation.DSMT4">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32" y="3504"/>
                          <a:ext cx="2175" cy="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8370">
                                            <p:txEl>
                                              <p:pRg st="0" end="0"/>
                                            </p:txEl>
                                          </p:spTgt>
                                        </p:tgtEl>
                                        <p:attrNameLst>
                                          <p:attrName>style.visibility</p:attrName>
                                        </p:attrNameLst>
                                      </p:cBhvr>
                                      <p:to>
                                        <p:strVal val="visible"/>
                                      </p:to>
                                    </p:set>
                                    <p:animEffect transition="in" filter="checkerboard(across)">
                                      <p:cBhvr>
                                        <p:cTn id="7" dur="500"/>
                                        <p:tgtEl>
                                          <p:spTgt spid="583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8370">
                                            <p:txEl>
                                              <p:pRg st="1" end="1"/>
                                            </p:txEl>
                                          </p:spTgt>
                                        </p:tgtEl>
                                        <p:attrNameLst>
                                          <p:attrName>style.visibility</p:attrName>
                                        </p:attrNameLst>
                                      </p:cBhvr>
                                      <p:to>
                                        <p:strVal val="visible"/>
                                      </p:to>
                                    </p:set>
                                    <p:animEffect transition="in" filter="checkerboard(across)">
                                      <p:cBhvr>
                                        <p:cTn id="12" dur="500"/>
                                        <p:tgtEl>
                                          <p:spTgt spid="5837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8379"/>
                                        </p:tgtEl>
                                        <p:attrNameLst>
                                          <p:attrName>style.visibility</p:attrName>
                                        </p:attrNameLst>
                                      </p:cBhvr>
                                      <p:to>
                                        <p:strVal val="visible"/>
                                      </p:to>
                                    </p:set>
                                    <p:animEffect transition="in" filter="checkerboard(across)">
                                      <p:cBhvr>
                                        <p:cTn id="22" dur="500"/>
                                        <p:tgtEl>
                                          <p:spTgt spid="583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checkerboard(across)">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58380"/>
                                        </p:tgtEl>
                                        <p:attrNameLst>
                                          <p:attrName>style.visibility</p:attrName>
                                        </p:attrNameLst>
                                      </p:cBhvr>
                                      <p:to>
                                        <p:strVal val="visible"/>
                                      </p:to>
                                    </p:set>
                                    <p:animEffect transition="in" filter="checkerboard(across)">
                                      <p:cBhvr>
                                        <p:cTn id="32" dur="500"/>
                                        <p:tgtEl>
                                          <p:spTgt spid="5838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checkerboard(across)">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build="p"/>
      <p:bldP spid="5837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AAB377B-981A-4763-B311-9EC948E52B80}"/>
              </a:ext>
            </a:extLst>
          </p:cNvPr>
          <p:cNvSpPr>
            <a:spLocks noGrp="1" noChangeArrowheads="1"/>
          </p:cNvSpPr>
          <p:nvPr>
            <p:ph type="title"/>
          </p:nvPr>
        </p:nvSpPr>
        <p:spPr>
          <a:xfrm>
            <a:off x="457200" y="381000"/>
            <a:ext cx="8001000" cy="838200"/>
          </a:xfrm>
        </p:spPr>
        <p:txBody>
          <a:bodyPr/>
          <a:lstStyle/>
          <a:p>
            <a:pPr eaLnBrk="1" hangingPunct="1">
              <a:defRPr/>
            </a:pPr>
            <a:r>
              <a:rPr lang="en-US" altLang="zh-CN" sz="4000">
                <a:solidFill>
                  <a:schemeClr val="tx1"/>
                </a:solidFill>
                <a:ea typeface="宋体" pitchFamily="2" charset="-122"/>
                <a:sym typeface="Symbol" pitchFamily="18" charset="2"/>
              </a:rPr>
              <a:t>-</a:t>
            </a:r>
            <a:r>
              <a:rPr lang="en-US" altLang="zh-CN">
                <a:solidFill>
                  <a:schemeClr val="tx1"/>
                </a:solidFill>
                <a:latin typeface="Comic Sans MS" pitchFamily="66" charset="0"/>
                <a:ea typeface="宋体" pitchFamily="2" charset="-122"/>
                <a:sym typeface="Symbol" pitchFamily="18" charset="2"/>
              </a:rPr>
              <a:t>notation(1)</a:t>
            </a:r>
          </a:p>
        </p:txBody>
      </p:sp>
      <p:sp>
        <p:nvSpPr>
          <p:cNvPr id="17411" name="Rectangle 3">
            <a:extLst>
              <a:ext uri="{FF2B5EF4-FFF2-40B4-BE49-F238E27FC236}">
                <a16:creationId xmlns:a16="http://schemas.microsoft.com/office/drawing/2014/main" id="{6F378E1D-35BE-4A10-8B1F-27FD9B0E4463}"/>
              </a:ext>
            </a:extLst>
          </p:cNvPr>
          <p:cNvSpPr>
            <a:spLocks noGrp="1" noChangeArrowheads="1"/>
          </p:cNvSpPr>
          <p:nvPr>
            <p:ph type="body" idx="1"/>
          </p:nvPr>
        </p:nvSpPr>
        <p:spPr>
          <a:xfrm>
            <a:off x="228600" y="1371600"/>
            <a:ext cx="8763000" cy="5181600"/>
          </a:xfrm>
        </p:spPr>
        <p:txBody>
          <a:bodyPr/>
          <a:lstStyle/>
          <a:p>
            <a:pPr lvl="1" eaLnBrk="1" hangingPunct="1">
              <a:lnSpc>
                <a:spcPct val="80000"/>
              </a:lnSpc>
              <a:defRPr/>
            </a:pPr>
            <a:r>
              <a:rPr lang="en-US" altLang="zh-CN" sz="2600" b="1" i="1" dirty="0">
                <a:solidFill>
                  <a:srgbClr val="FFFF00"/>
                </a:solidFill>
                <a:ea typeface="宋体" pitchFamily="2" charset="-122"/>
                <a:sym typeface="Symbol" pitchFamily="18" charset="2"/>
              </a:rPr>
              <a:t> </a:t>
            </a:r>
            <a:r>
              <a:rPr lang="en-US" altLang="zh-CN" sz="2600" b="1" i="1" dirty="0">
                <a:solidFill>
                  <a:srgbClr val="FFFF00"/>
                </a:solidFill>
                <a:latin typeface="Times New Roman" pitchFamily="18" charset="0"/>
                <a:ea typeface="宋体" pitchFamily="2" charset="-122"/>
              </a:rPr>
              <a:t>(g(n))</a:t>
            </a:r>
            <a:r>
              <a:rPr lang="en-US" altLang="zh-CN" sz="2600" i="1" dirty="0">
                <a:latin typeface="Times New Roman" pitchFamily="18" charset="0"/>
                <a:ea typeface="宋体" pitchFamily="2" charset="-122"/>
              </a:rPr>
              <a:t> </a:t>
            </a:r>
            <a:r>
              <a:rPr lang="en-US" altLang="zh-CN" sz="2600" dirty="0">
                <a:latin typeface="Times New Roman" pitchFamily="18" charset="0"/>
                <a:ea typeface="宋体" pitchFamily="2" charset="-122"/>
              </a:rPr>
              <a:t>= {</a:t>
            </a:r>
            <a:r>
              <a:rPr lang="en-US" altLang="zh-CN" sz="2600" b="1" i="1" dirty="0">
                <a:solidFill>
                  <a:srgbClr val="99FF66"/>
                </a:solidFill>
                <a:latin typeface="Times New Roman" pitchFamily="18" charset="0"/>
                <a:ea typeface="宋体" pitchFamily="2" charset="-122"/>
              </a:rPr>
              <a:t>f (n)</a:t>
            </a:r>
            <a:r>
              <a:rPr lang="en-US" altLang="zh-CN" sz="2600" i="1" dirty="0">
                <a:latin typeface="Times New Roman" pitchFamily="18" charset="0"/>
                <a:ea typeface="宋体" pitchFamily="2" charset="-122"/>
              </a:rPr>
              <a:t> </a:t>
            </a:r>
            <a:r>
              <a:rPr lang="en-US" altLang="zh-CN" sz="2600" dirty="0">
                <a:latin typeface="Times New Roman" pitchFamily="18" charset="0"/>
                <a:ea typeface="宋体" pitchFamily="2" charset="-122"/>
              </a:rPr>
              <a:t>: there exist </a:t>
            </a:r>
            <a:r>
              <a:rPr lang="en-US" altLang="zh-CN" sz="2600" dirty="0">
                <a:solidFill>
                  <a:srgbClr val="FFFF00"/>
                </a:solidFill>
                <a:latin typeface="Times New Roman" pitchFamily="18" charset="0"/>
                <a:ea typeface="宋体" pitchFamily="2" charset="-122"/>
              </a:rPr>
              <a:t>positive</a:t>
            </a:r>
            <a:r>
              <a:rPr lang="en-US" altLang="zh-CN" sz="2600" dirty="0">
                <a:latin typeface="Times New Roman" pitchFamily="18" charset="0"/>
                <a:ea typeface="宋体" pitchFamily="2" charset="-122"/>
              </a:rPr>
              <a:t> constants </a:t>
            </a:r>
            <a:r>
              <a:rPr lang="en-US" altLang="zh-CN" sz="2600" i="1" dirty="0">
                <a:solidFill>
                  <a:srgbClr val="FFFF00"/>
                </a:solidFill>
                <a:latin typeface="Times New Roman" pitchFamily="18" charset="0"/>
                <a:ea typeface="宋体" pitchFamily="2" charset="-122"/>
              </a:rPr>
              <a:t>c</a:t>
            </a:r>
            <a:r>
              <a:rPr lang="en-US" altLang="zh-CN" sz="2600" i="1" dirty="0">
                <a:solidFill>
                  <a:srgbClr val="99FF66"/>
                </a:solidFill>
                <a:latin typeface="Times New Roman" pitchFamily="18" charset="0"/>
                <a:ea typeface="宋体" pitchFamily="2" charset="-122"/>
              </a:rPr>
              <a:t> </a:t>
            </a:r>
            <a:r>
              <a:rPr lang="en-US" altLang="zh-CN" sz="2600" i="1" dirty="0">
                <a:latin typeface="Times New Roman" pitchFamily="18" charset="0"/>
                <a:ea typeface="宋体" pitchFamily="2" charset="-122"/>
              </a:rPr>
              <a:t> </a:t>
            </a:r>
            <a:r>
              <a:rPr lang="en-US" altLang="zh-CN" sz="2600" dirty="0">
                <a:latin typeface="Times New Roman" pitchFamily="18" charset="0"/>
                <a:ea typeface="宋体" pitchFamily="2" charset="-122"/>
              </a:rPr>
              <a:t>and </a:t>
            </a:r>
            <a:r>
              <a:rPr lang="en-US" altLang="zh-CN" sz="2600" i="1" dirty="0">
                <a:solidFill>
                  <a:srgbClr val="FFFF00"/>
                </a:solidFill>
                <a:latin typeface="Times New Roman" pitchFamily="18" charset="0"/>
                <a:ea typeface="宋体" pitchFamily="2" charset="-122"/>
              </a:rPr>
              <a:t>n</a:t>
            </a:r>
            <a:r>
              <a:rPr lang="en-US" altLang="zh-CN" sz="2600" baseline="-25000" dirty="0">
                <a:solidFill>
                  <a:srgbClr val="FFFF00"/>
                </a:solidFill>
                <a:latin typeface="Times New Roman" pitchFamily="18" charset="0"/>
                <a:ea typeface="宋体" pitchFamily="2" charset="-122"/>
              </a:rPr>
              <a:t>0</a:t>
            </a:r>
            <a:r>
              <a:rPr lang="en-US" altLang="zh-CN" sz="2600" dirty="0">
                <a:solidFill>
                  <a:srgbClr val="99FF66"/>
                </a:solidFill>
                <a:latin typeface="Times New Roman" pitchFamily="18" charset="0"/>
                <a:ea typeface="宋体" pitchFamily="2" charset="-122"/>
              </a:rPr>
              <a:t>  </a:t>
            </a:r>
          </a:p>
          <a:p>
            <a:pPr lvl="1" eaLnBrk="1" hangingPunct="1">
              <a:lnSpc>
                <a:spcPct val="80000"/>
              </a:lnSpc>
              <a:buFontTx/>
              <a:buNone/>
              <a:defRPr/>
            </a:pPr>
            <a:r>
              <a:rPr lang="en-US" altLang="zh-CN" sz="2600" dirty="0">
                <a:latin typeface="Times New Roman" pitchFamily="18" charset="0"/>
                <a:ea typeface="宋体" pitchFamily="2" charset="-122"/>
              </a:rPr>
              <a:t>			such that  </a:t>
            </a:r>
            <a:r>
              <a:rPr lang="en-US" altLang="zh-CN" sz="2600" i="1" dirty="0">
                <a:solidFill>
                  <a:srgbClr val="99FF66"/>
                </a:solidFill>
                <a:latin typeface="Times New Roman" pitchFamily="18" charset="0"/>
                <a:ea typeface="宋体" pitchFamily="2" charset="-122"/>
              </a:rPr>
              <a:t>0 ≤ c g(n)</a:t>
            </a:r>
            <a:r>
              <a:rPr lang="en-US" altLang="zh-CN" sz="2600" i="1" dirty="0">
                <a:solidFill>
                  <a:srgbClr val="CC3300"/>
                </a:solidFill>
                <a:latin typeface="Times New Roman" pitchFamily="18" charset="0"/>
                <a:ea typeface="宋体" pitchFamily="2" charset="-122"/>
              </a:rPr>
              <a:t> </a:t>
            </a:r>
            <a:r>
              <a:rPr lang="en-US" altLang="zh-CN" sz="2600" i="1" dirty="0">
                <a:solidFill>
                  <a:srgbClr val="FF0000"/>
                </a:solidFill>
                <a:latin typeface="Times New Roman" pitchFamily="18" charset="0"/>
                <a:ea typeface="宋体" pitchFamily="2" charset="-122"/>
              </a:rPr>
              <a:t>≤ </a:t>
            </a:r>
            <a:r>
              <a:rPr lang="en-US" altLang="zh-CN" sz="2600" i="1" dirty="0">
                <a:solidFill>
                  <a:srgbClr val="008000"/>
                </a:solidFill>
                <a:latin typeface="Times New Roman" pitchFamily="18" charset="0"/>
                <a:ea typeface="宋体" pitchFamily="2" charset="-122"/>
              </a:rPr>
              <a:t> </a:t>
            </a:r>
            <a:r>
              <a:rPr lang="en-US" altLang="zh-CN" sz="2600" i="1" dirty="0">
                <a:solidFill>
                  <a:srgbClr val="99FF66"/>
                </a:solidFill>
                <a:latin typeface="Times New Roman" pitchFamily="18" charset="0"/>
                <a:ea typeface="宋体" pitchFamily="2" charset="-122"/>
              </a:rPr>
              <a:t>f(n)</a:t>
            </a:r>
            <a:r>
              <a:rPr lang="en-US" altLang="zh-CN" sz="2600" i="1" dirty="0">
                <a:latin typeface="Times New Roman" pitchFamily="18" charset="0"/>
                <a:ea typeface="宋体" pitchFamily="2" charset="-122"/>
              </a:rPr>
              <a:t>  </a:t>
            </a:r>
            <a:r>
              <a:rPr lang="en-US" altLang="zh-CN" sz="2600" dirty="0">
                <a:latin typeface="Times New Roman" pitchFamily="18" charset="0"/>
                <a:ea typeface="宋体" pitchFamily="2" charset="-122"/>
              </a:rPr>
              <a:t>for all </a:t>
            </a:r>
            <a:r>
              <a:rPr lang="en-US" altLang="zh-CN" sz="2600" i="1" dirty="0">
                <a:solidFill>
                  <a:srgbClr val="99FF66"/>
                </a:solidFill>
                <a:latin typeface="Times New Roman" pitchFamily="18" charset="0"/>
                <a:ea typeface="宋体" pitchFamily="2" charset="-122"/>
              </a:rPr>
              <a:t>n </a:t>
            </a:r>
            <a:r>
              <a:rPr lang="en-US" altLang="zh-CN" sz="2600" dirty="0">
                <a:solidFill>
                  <a:srgbClr val="99FF66"/>
                </a:solidFill>
                <a:latin typeface="Times New Roman" pitchFamily="18" charset="0"/>
                <a:ea typeface="宋体" pitchFamily="2" charset="-122"/>
              </a:rPr>
              <a:t>≥ </a:t>
            </a:r>
            <a:r>
              <a:rPr lang="en-US" altLang="zh-CN" sz="2600" i="1" dirty="0">
                <a:solidFill>
                  <a:srgbClr val="FFFF00"/>
                </a:solidFill>
                <a:latin typeface="Times New Roman" pitchFamily="18" charset="0"/>
                <a:ea typeface="宋体" pitchFamily="2" charset="-122"/>
              </a:rPr>
              <a:t>n</a:t>
            </a:r>
            <a:r>
              <a:rPr lang="en-US" altLang="zh-CN" sz="2600" baseline="-25000" dirty="0">
                <a:solidFill>
                  <a:srgbClr val="FFFF00"/>
                </a:solidFill>
                <a:latin typeface="Times New Roman" pitchFamily="18" charset="0"/>
                <a:ea typeface="宋体" pitchFamily="2" charset="-122"/>
              </a:rPr>
              <a:t>0</a:t>
            </a:r>
            <a:r>
              <a:rPr lang="en-US" altLang="zh-CN" sz="2600" dirty="0">
                <a:latin typeface="Times New Roman" pitchFamily="18" charset="0"/>
                <a:ea typeface="宋体" pitchFamily="2" charset="-122"/>
              </a:rPr>
              <a:t>} </a:t>
            </a:r>
            <a:r>
              <a:rPr lang="en-US" altLang="zh-CN" sz="2600" i="1" dirty="0">
                <a:latin typeface="Times New Roman" pitchFamily="18" charset="0"/>
                <a:ea typeface="宋体" pitchFamily="2" charset="-122"/>
              </a:rPr>
              <a:t>.</a:t>
            </a:r>
          </a:p>
          <a:p>
            <a:pPr lvl="1" eaLnBrk="1" hangingPunct="1">
              <a:lnSpc>
                <a:spcPct val="80000"/>
              </a:lnSpc>
              <a:buFontTx/>
              <a:buNone/>
              <a:defRPr/>
            </a:pPr>
            <a:r>
              <a:rPr lang="en-US" altLang="zh-CN" sz="2600" i="1" dirty="0">
                <a:solidFill>
                  <a:srgbClr val="FFFF00"/>
                </a:solidFill>
                <a:latin typeface="Times New Roman" pitchFamily="18" charset="0"/>
                <a:ea typeface="宋体" pitchFamily="2" charset="-122"/>
              </a:rPr>
              <a:t>        g(n)</a:t>
            </a:r>
            <a:r>
              <a:rPr lang="en-US" altLang="zh-CN" sz="2600" i="1" dirty="0">
                <a:latin typeface="Times New Roman" pitchFamily="18" charset="0"/>
                <a:ea typeface="宋体" pitchFamily="2" charset="-122"/>
              </a:rPr>
              <a:t> </a:t>
            </a:r>
            <a:r>
              <a:rPr lang="en-US" altLang="zh-CN" sz="2600" dirty="0">
                <a:latin typeface="Times New Roman" pitchFamily="18" charset="0"/>
                <a:ea typeface="宋体" pitchFamily="2" charset="-122"/>
              </a:rPr>
              <a:t>is an </a:t>
            </a:r>
            <a:r>
              <a:rPr lang="en-US" altLang="zh-CN" sz="2600" b="1" i="1" dirty="0">
                <a:solidFill>
                  <a:srgbClr val="FFFF00"/>
                </a:solidFill>
                <a:latin typeface="Times New Roman" pitchFamily="18" charset="0"/>
                <a:ea typeface="宋体" pitchFamily="2" charset="-122"/>
              </a:rPr>
              <a:t>asymptotic lower bound</a:t>
            </a:r>
            <a:r>
              <a:rPr lang="en-US" altLang="zh-CN" sz="2600" b="1" i="1" dirty="0">
                <a:latin typeface="Times New Roman" pitchFamily="18" charset="0"/>
                <a:ea typeface="宋体" pitchFamily="2" charset="-122"/>
              </a:rPr>
              <a:t> </a:t>
            </a:r>
            <a:r>
              <a:rPr lang="en-US" altLang="zh-CN" sz="2600" dirty="0">
                <a:latin typeface="Times New Roman" pitchFamily="18" charset="0"/>
                <a:ea typeface="宋体" pitchFamily="2" charset="-122"/>
              </a:rPr>
              <a:t>for </a:t>
            </a:r>
            <a:r>
              <a:rPr lang="en-US" altLang="zh-CN" sz="2600" i="1" dirty="0">
                <a:latin typeface="Times New Roman" pitchFamily="18" charset="0"/>
                <a:ea typeface="宋体" pitchFamily="2" charset="-122"/>
              </a:rPr>
              <a:t>f(n)</a:t>
            </a:r>
            <a:r>
              <a:rPr lang="en-US" altLang="zh-CN" sz="2600" dirty="0">
                <a:latin typeface="Times New Roman" pitchFamily="18" charset="0"/>
                <a:ea typeface="宋体" pitchFamily="2" charset="-122"/>
              </a:rPr>
              <a:t>.</a:t>
            </a:r>
          </a:p>
          <a:p>
            <a:pPr lvl="1" eaLnBrk="1" hangingPunct="1">
              <a:lnSpc>
                <a:spcPct val="80000"/>
              </a:lnSpc>
              <a:buFontTx/>
              <a:buNone/>
              <a:defRPr/>
            </a:pPr>
            <a:endParaRPr lang="en-US" altLang="zh-CN" sz="2600" dirty="0">
              <a:latin typeface="Times New Roman" pitchFamily="18" charset="0"/>
              <a:ea typeface="宋体" pitchFamily="2" charset="-122"/>
            </a:endParaRPr>
          </a:p>
          <a:p>
            <a:pPr lvl="1" eaLnBrk="1" hangingPunct="1">
              <a:lnSpc>
                <a:spcPct val="80000"/>
              </a:lnSpc>
              <a:defRPr/>
            </a:pPr>
            <a:r>
              <a:rPr lang="en-US" altLang="zh-CN" sz="2600" b="1" i="1" dirty="0">
                <a:solidFill>
                  <a:srgbClr val="FFFF00"/>
                </a:solidFill>
                <a:latin typeface="Times New Roman" pitchFamily="18" charset="0"/>
                <a:ea typeface="宋体" pitchFamily="2" charset="-122"/>
              </a:rPr>
              <a:t>Example:</a:t>
            </a:r>
            <a:r>
              <a:rPr lang="en-US" altLang="zh-CN" sz="2600" b="1" i="1" dirty="0">
                <a:latin typeface="Times New Roman" pitchFamily="18" charset="0"/>
                <a:ea typeface="宋体" pitchFamily="2" charset="-122"/>
              </a:rPr>
              <a:t>   </a:t>
            </a:r>
          </a:p>
          <a:p>
            <a:pPr lvl="1" eaLnBrk="1" hangingPunct="1">
              <a:lnSpc>
                <a:spcPct val="80000"/>
              </a:lnSpc>
              <a:buFontTx/>
              <a:buNone/>
              <a:defRPr/>
            </a:pPr>
            <a:r>
              <a:rPr lang="en-US" altLang="zh-CN" sz="2600" dirty="0">
                <a:latin typeface="Times New Roman" pitchFamily="18" charset="0"/>
                <a:ea typeface="宋体" pitchFamily="2" charset="-122"/>
              </a:rPr>
              <a:t>			</a:t>
            </a:r>
            <a:r>
              <a:rPr lang="en-US" altLang="zh-CN" sz="2600" dirty="0">
                <a:latin typeface="Times New Roman" pitchFamily="18" charset="0"/>
                <a:ea typeface="宋体" pitchFamily="2" charset="-122"/>
                <a:sym typeface="Symbol" pitchFamily="18" charset="2"/>
              </a:rPr>
              <a:t></a:t>
            </a:r>
            <a:r>
              <a:rPr lang="en-US" altLang="zh-CN" sz="2600" i="1" dirty="0">
                <a:latin typeface="Times New Roman" pitchFamily="18" charset="0"/>
                <a:ea typeface="宋体" pitchFamily="2" charset="-122"/>
              </a:rPr>
              <a:t>n</a:t>
            </a:r>
            <a:r>
              <a:rPr lang="en-US" altLang="zh-CN" sz="2600" dirty="0">
                <a:latin typeface="Times New Roman" pitchFamily="18" charset="0"/>
                <a:ea typeface="宋体" pitchFamily="2" charset="-122"/>
              </a:rPr>
              <a:t> = </a:t>
            </a:r>
            <a:r>
              <a:rPr lang="en-US" altLang="zh-CN" sz="2600" i="1" dirty="0">
                <a:latin typeface="Times New Roman" pitchFamily="18" charset="0"/>
                <a:ea typeface="宋体" pitchFamily="2" charset="-122"/>
                <a:sym typeface="Symbol" pitchFamily="18" charset="2"/>
              </a:rPr>
              <a:t></a:t>
            </a:r>
            <a:r>
              <a:rPr lang="en-US" altLang="zh-CN" sz="2600" i="1" dirty="0">
                <a:latin typeface="Times New Roman" pitchFamily="18" charset="0"/>
                <a:ea typeface="宋体" pitchFamily="2" charset="-122"/>
              </a:rPr>
              <a:t>(</a:t>
            </a:r>
            <a:r>
              <a:rPr lang="en-US" altLang="zh-CN" sz="2600" i="1" dirty="0" err="1">
                <a:latin typeface="Times New Roman" pitchFamily="18" charset="0"/>
                <a:ea typeface="宋体" pitchFamily="2" charset="-122"/>
              </a:rPr>
              <a:t>lg</a:t>
            </a:r>
            <a:r>
              <a:rPr lang="en-US" altLang="zh-CN" sz="2600" i="1" dirty="0">
                <a:latin typeface="Times New Roman" pitchFamily="18" charset="0"/>
                <a:ea typeface="宋体" pitchFamily="2" charset="-122"/>
              </a:rPr>
              <a:t> n)</a:t>
            </a:r>
            <a:r>
              <a:rPr lang="en-US" altLang="zh-CN" sz="2600" dirty="0">
                <a:latin typeface="Times New Roman" pitchFamily="18" charset="0"/>
                <a:ea typeface="宋体" pitchFamily="2" charset="-122"/>
              </a:rPr>
              <a:t>, with </a:t>
            </a:r>
            <a:r>
              <a:rPr lang="en-US" altLang="zh-CN" sz="2600" i="1" dirty="0">
                <a:latin typeface="Times New Roman" pitchFamily="18" charset="0"/>
                <a:ea typeface="宋体" pitchFamily="2" charset="-122"/>
              </a:rPr>
              <a:t>c</a:t>
            </a:r>
            <a:r>
              <a:rPr lang="en-US" altLang="zh-CN" sz="2600" dirty="0">
                <a:latin typeface="Times New Roman" pitchFamily="18" charset="0"/>
                <a:ea typeface="宋体" pitchFamily="2" charset="-122"/>
              </a:rPr>
              <a:t>=1 and </a:t>
            </a:r>
            <a:r>
              <a:rPr lang="en-US" altLang="zh-CN" sz="2600" i="1" dirty="0">
                <a:solidFill>
                  <a:srgbClr val="FFFF00"/>
                </a:solidFill>
                <a:latin typeface="Times New Roman" pitchFamily="18" charset="0"/>
                <a:ea typeface="宋体" pitchFamily="2" charset="-122"/>
              </a:rPr>
              <a:t>n</a:t>
            </a:r>
            <a:r>
              <a:rPr lang="en-US" altLang="zh-CN" sz="2600" baseline="-25000" dirty="0">
                <a:solidFill>
                  <a:srgbClr val="FFFF00"/>
                </a:solidFill>
                <a:latin typeface="Times New Roman" pitchFamily="18" charset="0"/>
                <a:ea typeface="宋体" pitchFamily="2" charset="-122"/>
              </a:rPr>
              <a:t>0</a:t>
            </a:r>
            <a:r>
              <a:rPr lang="en-US" altLang="zh-CN" sz="2600" dirty="0">
                <a:latin typeface="Times New Roman" pitchFamily="18" charset="0"/>
                <a:ea typeface="宋体" pitchFamily="2" charset="-122"/>
              </a:rPr>
              <a:t> =</a:t>
            </a:r>
            <a:r>
              <a:rPr lang="en-US" altLang="zh-CN" sz="2600" i="1" dirty="0">
                <a:latin typeface="Times New Roman" pitchFamily="18" charset="0"/>
                <a:ea typeface="宋体" pitchFamily="2" charset="-122"/>
              </a:rPr>
              <a:t>16</a:t>
            </a:r>
            <a:r>
              <a:rPr lang="en-US" altLang="zh-CN" sz="2600" dirty="0">
                <a:latin typeface="Times New Roman" pitchFamily="18" charset="0"/>
                <a:ea typeface="宋体" pitchFamily="2" charset="-122"/>
              </a:rPr>
              <a:t>.</a:t>
            </a:r>
          </a:p>
          <a:p>
            <a:pPr lvl="1" eaLnBrk="1" hangingPunct="1">
              <a:lnSpc>
                <a:spcPct val="80000"/>
              </a:lnSpc>
              <a:buFontTx/>
              <a:buNone/>
              <a:defRPr/>
            </a:pPr>
            <a:endParaRPr lang="en-US" altLang="zh-CN" sz="2600" dirty="0">
              <a:latin typeface="Times New Roman" pitchFamily="18" charset="0"/>
              <a:ea typeface="宋体" pitchFamily="2" charset="-122"/>
            </a:endParaRPr>
          </a:p>
          <a:p>
            <a:pPr lvl="1" eaLnBrk="1" hangingPunct="1">
              <a:lnSpc>
                <a:spcPct val="80000"/>
              </a:lnSpc>
              <a:defRPr/>
            </a:pPr>
            <a:r>
              <a:rPr lang="en-US" altLang="zh-CN" sz="2600" dirty="0">
                <a:solidFill>
                  <a:srgbClr val="FFFF00"/>
                </a:solidFill>
                <a:latin typeface="Times New Roman" pitchFamily="18" charset="0"/>
                <a:ea typeface="宋体" pitchFamily="2" charset="-122"/>
              </a:rPr>
              <a:t>Examples of functions in </a:t>
            </a:r>
            <a:r>
              <a:rPr lang="en-US" altLang="zh-CN" sz="2600" i="1" dirty="0">
                <a:solidFill>
                  <a:srgbClr val="FFFF00"/>
                </a:solidFill>
                <a:latin typeface="Times New Roman" pitchFamily="18" charset="0"/>
                <a:ea typeface="宋体" pitchFamily="2" charset="-122"/>
                <a:sym typeface="Symbol" pitchFamily="18" charset="2"/>
              </a:rPr>
              <a:t></a:t>
            </a:r>
            <a:r>
              <a:rPr lang="en-US" altLang="zh-CN" sz="2600" i="1" dirty="0">
                <a:solidFill>
                  <a:srgbClr val="FFFF00"/>
                </a:solidFill>
                <a:latin typeface="Times New Roman" pitchFamily="18" charset="0"/>
                <a:ea typeface="宋体" pitchFamily="2" charset="-122"/>
              </a:rPr>
              <a:t>(n</a:t>
            </a:r>
            <a:r>
              <a:rPr lang="en-US" altLang="zh-CN" sz="2600" dirty="0">
                <a:solidFill>
                  <a:srgbClr val="FFFF00"/>
                </a:solidFill>
                <a:latin typeface="Times New Roman" pitchFamily="18" charset="0"/>
                <a:ea typeface="宋体" pitchFamily="2" charset="-122"/>
                <a:cs typeface="Arial" charset="0"/>
              </a:rPr>
              <a:t>²</a:t>
            </a:r>
            <a:r>
              <a:rPr lang="en-US" altLang="zh-CN" sz="2600" i="1" dirty="0">
                <a:solidFill>
                  <a:srgbClr val="FFFF00"/>
                </a:solidFill>
                <a:latin typeface="Times New Roman" pitchFamily="18" charset="0"/>
                <a:ea typeface="宋体" pitchFamily="2" charset="-122"/>
              </a:rPr>
              <a:t>)</a:t>
            </a:r>
            <a:r>
              <a:rPr lang="en-US" altLang="zh-CN" sz="2600" dirty="0">
                <a:solidFill>
                  <a:srgbClr val="FFFF00"/>
                </a:solidFill>
                <a:latin typeface="Times New Roman" pitchFamily="18" charset="0"/>
                <a:ea typeface="宋体" pitchFamily="2" charset="-122"/>
              </a:rPr>
              <a:t>:</a:t>
            </a:r>
          </a:p>
          <a:p>
            <a:pPr lvl="1" eaLnBrk="1" hangingPunct="1">
              <a:lnSpc>
                <a:spcPct val="80000"/>
              </a:lnSpc>
              <a:buFontTx/>
              <a:buNone/>
              <a:defRPr/>
            </a:pPr>
            <a:r>
              <a:rPr lang="en-US" altLang="zh-CN" sz="2600" i="1" dirty="0">
                <a:latin typeface="Times New Roman" pitchFamily="18" charset="0"/>
                <a:ea typeface="宋体" pitchFamily="2" charset="-122"/>
              </a:rPr>
              <a:t>			n</a:t>
            </a:r>
            <a:r>
              <a:rPr lang="en-US" altLang="zh-CN" sz="2600" dirty="0">
                <a:latin typeface="Times New Roman" pitchFamily="18" charset="0"/>
                <a:ea typeface="宋体" pitchFamily="2" charset="-122"/>
              </a:rPr>
              <a:t>²,   </a:t>
            </a:r>
            <a:r>
              <a:rPr lang="en-US" altLang="zh-CN" sz="2600" i="1" dirty="0">
                <a:latin typeface="Times New Roman" pitchFamily="18" charset="0"/>
                <a:ea typeface="宋体" pitchFamily="2" charset="-122"/>
              </a:rPr>
              <a:t>n</a:t>
            </a:r>
            <a:r>
              <a:rPr lang="en-US" altLang="zh-CN" sz="2600" dirty="0">
                <a:latin typeface="Times New Roman" pitchFamily="18" charset="0"/>
                <a:ea typeface="宋体" pitchFamily="2" charset="-122"/>
              </a:rPr>
              <a:t>² + </a:t>
            </a:r>
            <a:r>
              <a:rPr lang="en-US" altLang="zh-CN" sz="2600" i="1" dirty="0">
                <a:latin typeface="Times New Roman" pitchFamily="18" charset="0"/>
                <a:ea typeface="宋体" pitchFamily="2" charset="-122"/>
              </a:rPr>
              <a:t>n,    n</a:t>
            </a:r>
            <a:r>
              <a:rPr lang="en-US" altLang="zh-CN" sz="2600" dirty="0">
                <a:latin typeface="Times New Roman" pitchFamily="18" charset="0"/>
                <a:ea typeface="宋体" pitchFamily="2" charset="-122"/>
              </a:rPr>
              <a:t>² - </a:t>
            </a:r>
            <a:r>
              <a:rPr lang="en-US" altLang="zh-CN" sz="2600" i="1" dirty="0">
                <a:latin typeface="Times New Roman" pitchFamily="18" charset="0"/>
                <a:ea typeface="宋体" pitchFamily="2" charset="-122"/>
              </a:rPr>
              <a:t>n,</a:t>
            </a:r>
            <a:r>
              <a:rPr lang="en-US" altLang="zh-CN" sz="2600" dirty="0">
                <a:latin typeface="Times New Roman" pitchFamily="18" charset="0"/>
                <a:ea typeface="宋体" pitchFamily="2" charset="-122"/>
              </a:rPr>
              <a:t>   1000</a:t>
            </a:r>
            <a:r>
              <a:rPr lang="en-US" altLang="zh-CN" sz="2600" i="1" dirty="0">
                <a:latin typeface="Times New Roman" pitchFamily="18" charset="0"/>
                <a:ea typeface="宋体" pitchFamily="2" charset="-122"/>
              </a:rPr>
              <a:t>n</a:t>
            </a:r>
            <a:r>
              <a:rPr lang="en-US" altLang="zh-CN" sz="2600" dirty="0">
                <a:latin typeface="Times New Roman" pitchFamily="18" charset="0"/>
                <a:ea typeface="宋体" pitchFamily="2" charset="-122"/>
              </a:rPr>
              <a:t>² + 1000</a:t>
            </a:r>
            <a:r>
              <a:rPr lang="en-US" altLang="zh-CN" sz="2600" i="1" dirty="0">
                <a:latin typeface="Times New Roman" pitchFamily="18" charset="0"/>
                <a:ea typeface="宋体" pitchFamily="2" charset="-122"/>
              </a:rPr>
              <a:t>n, </a:t>
            </a:r>
          </a:p>
          <a:p>
            <a:pPr lvl="1" eaLnBrk="1" hangingPunct="1">
              <a:lnSpc>
                <a:spcPct val="80000"/>
              </a:lnSpc>
              <a:buFontTx/>
              <a:buNone/>
              <a:defRPr/>
            </a:pPr>
            <a:r>
              <a:rPr lang="en-US" altLang="zh-CN" sz="2600" dirty="0">
                <a:latin typeface="Times New Roman" pitchFamily="18" charset="0"/>
                <a:ea typeface="宋体" pitchFamily="2" charset="-122"/>
              </a:rPr>
              <a:t>			1000</a:t>
            </a:r>
            <a:r>
              <a:rPr lang="en-US" altLang="zh-CN" sz="2600" i="1" dirty="0">
                <a:latin typeface="Times New Roman" pitchFamily="18" charset="0"/>
                <a:ea typeface="宋体" pitchFamily="2" charset="-122"/>
              </a:rPr>
              <a:t>n</a:t>
            </a:r>
            <a:r>
              <a:rPr lang="en-US" altLang="zh-CN" sz="2600" dirty="0">
                <a:latin typeface="Times New Roman" pitchFamily="18" charset="0"/>
                <a:ea typeface="宋体" pitchFamily="2" charset="-122"/>
              </a:rPr>
              <a:t>² - 1000</a:t>
            </a:r>
            <a:r>
              <a:rPr lang="en-US" altLang="zh-CN" sz="2600" i="1" dirty="0">
                <a:latin typeface="Times New Roman" pitchFamily="18" charset="0"/>
                <a:ea typeface="宋体" pitchFamily="2" charset="-122"/>
              </a:rPr>
              <a:t>n,   </a:t>
            </a:r>
          </a:p>
          <a:p>
            <a:pPr lvl="1" eaLnBrk="1" hangingPunct="1">
              <a:lnSpc>
                <a:spcPct val="80000"/>
              </a:lnSpc>
              <a:buFontTx/>
              <a:buNone/>
              <a:defRPr/>
            </a:pPr>
            <a:r>
              <a:rPr lang="en-US" altLang="zh-CN" sz="2600" dirty="0">
                <a:solidFill>
                  <a:srgbClr val="FFFF00"/>
                </a:solidFill>
                <a:latin typeface="Times New Roman" pitchFamily="18" charset="0"/>
                <a:ea typeface="宋体" pitchFamily="2" charset="-122"/>
              </a:rPr>
              <a:t>	Also,</a:t>
            </a:r>
          </a:p>
          <a:p>
            <a:pPr lvl="1" eaLnBrk="1" hangingPunct="1">
              <a:lnSpc>
                <a:spcPct val="80000"/>
              </a:lnSpc>
              <a:buFontTx/>
              <a:buNone/>
              <a:defRPr/>
            </a:pPr>
            <a:r>
              <a:rPr lang="en-US" altLang="zh-CN" sz="2600" i="1" dirty="0">
                <a:latin typeface="Times New Roman" pitchFamily="18" charset="0"/>
                <a:ea typeface="宋体" pitchFamily="2" charset="-122"/>
              </a:rPr>
              <a:t>			n³,      n </a:t>
            </a:r>
            <a:r>
              <a:rPr lang="en-US" altLang="zh-CN" sz="2600" i="1" baseline="30000" dirty="0">
                <a:latin typeface="Times New Roman" pitchFamily="18" charset="0"/>
                <a:ea typeface="宋体" pitchFamily="2" charset="-122"/>
              </a:rPr>
              <a:t>2.0000</a:t>
            </a:r>
            <a:r>
              <a:rPr lang="en-US" altLang="zh-CN" sz="2600" i="1" dirty="0">
                <a:latin typeface="Times New Roman" pitchFamily="18" charset="0"/>
                <a:ea typeface="宋体" pitchFamily="2" charset="-122"/>
              </a:rPr>
              <a:t>   </a:t>
            </a:r>
            <a:r>
              <a:rPr lang="en-US" altLang="zh-CN" sz="2600" dirty="0">
                <a:latin typeface="Times New Roman" pitchFamily="18" charset="0"/>
                <a:ea typeface="宋体" pitchFamily="2" charset="-122"/>
              </a:rPr>
              <a:t>,     </a:t>
            </a:r>
            <a:r>
              <a:rPr lang="en-US" altLang="zh-CN" sz="2600" i="1" dirty="0">
                <a:latin typeface="Times New Roman" pitchFamily="18" charset="0"/>
                <a:ea typeface="宋体" pitchFamily="2" charset="-122"/>
              </a:rPr>
              <a:t>n</a:t>
            </a:r>
            <a:r>
              <a:rPr lang="en-US" altLang="zh-CN" sz="2600" dirty="0">
                <a:latin typeface="Times New Roman" pitchFamily="18" charset="0"/>
                <a:ea typeface="宋体" pitchFamily="2" charset="-122"/>
              </a:rPr>
              <a:t>²</a:t>
            </a:r>
            <a:r>
              <a:rPr lang="en-US" altLang="zh-CN" sz="2600" i="1" dirty="0">
                <a:latin typeface="Times New Roman" pitchFamily="18" charset="0"/>
                <a:ea typeface="宋体" pitchFamily="2" charset="-122"/>
              </a:rPr>
              <a:t> </a:t>
            </a:r>
            <a:r>
              <a:rPr lang="en-US" altLang="zh-CN" sz="2600" dirty="0" err="1">
                <a:latin typeface="Times New Roman" pitchFamily="18" charset="0"/>
                <a:ea typeface="宋体" pitchFamily="2" charset="-122"/>
              </a:rPr>
              <a:t>lg</a:t>
            </a:r>
            <a:r>
              <a:rPr lang="en-US" altLang="zh-CN" sz="2600" dirty="0">
                <a:latin typeface="Times New Roman" pitchFamily="18" charset="0"/>
                <a:ea typeface="宋体" pitchFamily="2" charset="-122"/>
              </a:rPr>
              <a:t> </a:t>
            </a:r>
            <a:r>
              <a:rPr lang="en-US" altLang="zh-CN" sz="2600" dirty="0" err="1">
                <a:latin typeface="Times New Roman" pitchFamily="18" charset="0"/>
                <a:ea typeface="宋体" pitchFamily="2" charset="-122"/>
              </a:rPr>
              <a:t>lg</a:t>
            </a:r>
            <a:r>
              <a:rPr lang="en-US" altLang="zh-CN" sz="2600" dirty="0">
                <a:latin typeface="Times New Roman" pitchFamily="18" charset="0"/>
                <a:ea typeface="宋体" pitchFamily="2" charset="-122"/>
              </a:rPr>
              <a:t> </a:t>
            </a:r>
            <a:r>
              <a:rPr lang="en-US" altLang="zh-CN" sz="2600" dirty="0" err="1">
                <a:latin typeface="Times New Roman" pitchFamily="18" charset="0"/>
                <a:ea typeface="宋体" pitchFamily="2" charset="-122"/>
              </a:rPr>
              <a:t>lg</a:t>
            </a:r>
            <a:r>
              <a:rPr lang="en-US" altLang="zh-CN" sz="2600" dirty="0">
                <a:latin typeface="Times New Roman" pitchFamily="18" charset="0"/>
                <a:ea typeface="宋体" pitchFamily="2" charset="-122"/>
              </a:rPr>
              <a:t> </a:t>
            </a:r>
            <a:r>
              <a:rPr lang="en-US" altLang="zh-CN" sz="2600" i="1" dirty="0">
                <a:latin typeface="Times New Roman" pitchFamily="18" charset="0"/>
                <a:ea typeface="宋体" pitchFamily="2" charset="-122"/>
              </a:rPr>
              <a:t>n,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checkerboard(across)">
                                      <p:cBhvr>
                                        <p:cTn id="7" dur="500"/>
                                        <p:tgtEl>
                                          <p:spTgt spid="17411">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7411">
                                            <p:txEl>
                                              <p:pRg st="1" end="1"/>
                                            </p:txEl>
                                          </p:spTgt>
                                        </p:tgtEl>
                                        <p:attrNameLst>
                                          <p:attrName>style.visibility</p:attrName>
                                        </p:attrNameLst>
                                      </p:cBhvr>
                                      <p:to>
                                        <p:strVal val="visible"/>
                                      </p:to>
                                    </p:set>
                                    <p:animEffect transition="in" filter="checkerboard(across)">
                                      <p:cBhvr>
                                        <p:cTn id="10" dur="500"/>
                                        <p:tgtEl>
                                          <p:spTgt spid="17411">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7411">
                                            <p:txEl>
                                              <p:pRg st="2" end="2"/>
                                            </p:txEl>
                                          </p:spTgt>
                                        </p:tgtEl>
                                        <p:attrNameLst>
                                          <p:attrName>style.visibility</p:attrName>
                                        </p:attrNameLst>
                                      </p:cBhvr>
                                      <p:to>
                                        <p:strVal val="visible"/>
                                      </p:to>
                                    </p:set>
                                    <p:animEffect transition="in" filter="checkerboard(across)">
                                      <p:cBhvr>
                                        <p:cTn id="13" dur="500"/>
                                        <p:tgtEl>
                                          <p:spTgt spid="17411">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7411">
                                            <p:txEl>
                                              <p:pRg st="4" end="4"/>
                                            </p:txEl>
                                          </p:spTgt>
                                        </p:tgtEl>
                                        <p:attrNameLst>
                                          <p:attrName>style.visibility</p:attrName>
                                        </p:attrNameLst>
                                      </p:cBhvr>
                                      <p:to>
                                        <p:strVal val="visible"/>
                                      </p:to>
                                    </p:set>
                                    <p:animEffect transition="in" filter="checkerboard(across)">
                                      <p:cBhvr>
                                        <p:cTn id="16" dur="500"/>
                                        <p:tgtEl>
                                          <p:spTgt spid="17411">
                                            <p:txEl>
                                              <p:pRg st="4" end="4"/>
                                            </p:txEl>
                                          </p:spTgt>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17411">
                                            <p:txEl>
                                              <p:pRg st="5" end="5"/>
                                            </p:txEl>
                                          </p:spTgt>
                                        </p:tgtEl>
                                        <p:attrNameLst>
                                          <p:attrName>style.visibility</p:attrName>
                                        </p:attrNameLst>
                                      </p:cBhvr>
                                      <p:to>
                                        <p:strVal val="visible"/>
                                      </p:to>
                                    </p:set>
                                    <p:animEffect transition="in" filter="checkerboard(across)">
                                      <p:cBhvr>
                                        <p:cTn id="19" dur="500"/>
                                        <p:tgtEl>
                                          <p:spTgt spid="17411">
                                            <p:txEl>
                                              <p:pRg st="5" end="5"/>
                                            </p:txEl>
                                          </p:spTgt>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17411">
                                            <p:txEl>
                                              <p:pRg st="7" end="7"/>
                                            </p:txEl>
                                          </p:spTgt>
                                        </p:tgtEl>
                                        <p:attrNameLst>
                                          <p:attrName>style.visibility</p:attrName>
                                        </p:attrNameLst>
                                      </p:cBhvr>
                                      <p:to>
                                        <p:strVal val="visible"/>
                                      </p:to>
                                    </p:set>
                                    <p:animEffect transition="in" filter="checkerboard(across)">
                                      <p:cBhvr>
                                        <p:cTn id="22" dur="500"/>
                                        <p:tgtEl>
                                          <p:spTgt spid="17411">
                                            <p:txEl>
                                              <p:pRg st="7" end="7"/>
                                            </p:txEl>
                                          </p:spTgt>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17411">
                                            <p:txEl>
                                              <p:pRg st="8" end="8"/>
                                            </p:txEl>
                                          </p:spTgt>
                                        </p:tgtEl>
                                        <p:attrNameLst>
                                          <p:attrName>style.visibility</p:attrName>
                                        </p:attrNameLst>
                                      </p:cBhvr>
                                      <p:to>
                                        <p:strVal val="visible"/>
                                      </p:to>
                                    </p:set>
                                    <p:animEffect transition="in" filter="checkerboard(across)">
                                      <p:cBhvr>
                                        <p:cTn id="25" dur="500"/>
                                        <p:tgtEl>
                                          <p:spTgt spid="17411">
                                            <p:txEl>
                                              <p:pRg st="8" end="8"/>
                                            </p:txEl>
                                          </p:spTgt>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17411">
                                            <p:txEl>
                                              <p:pRg st="9" end="9"/>
                                            </p:txEl>
                                          </p:spTgt>
                                        </p:tgtEl>
                                        <p:attrNameLst>
                                          <p:attrName>style.visibility</p:attrName>
                                        </p:attrNameLst>
                                      </p:cBhvr>
                                      <p:to>
                                        <p:strVal val="visible"/>
                                      </p:to>
                                    </p:set>
                                    <p:animEffect transition="in" filter="checkerboard(across)">
                                      <p:cBhvr>
                                        <p:cTn id="28" dur="500"/>
                                        <p:tgtEl>
                                          <p:spTgt spid="17411">
                                            <p:txEl>
                                              <p:pRg st="9" end="9"/>
                                            </p:txEl>
                                          </p:spTgt>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7411">
                                            <p:txEl>
                                              <p:pRg st="10" end="10"/>
                                            </p:txEl>
                                          </p:spTgt>
                                        </p:tgtEl>
                                        <p:attrNameLst>
                                          <p:attrName>style.visibility</p:attrName>
                                        </p:attrNameLst>
                                      </p:cBhvr>
                                      <p:to>
                                        <p:strVal val="visible"/>
                                      </p:to>
                                    </p:set>
                                    <p:animEffect transition="in" filter="checkerboard(across)">
                                      <p:cBhvr>
                                        <p:cTn id="31" dur="500"/>
                                        <p:tgtEl>
                                          <p:spTgt spid="17411">
                                            <p:txEl>
                                              <p:pRg st="10" end="10"/>
                                            </p:txEl>
                                          </p:spTgt>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7411">
                                            <p:txEl>
                                              <p:pRg st="11" end="11"/>
                                            </p:txEl>
                                          </p:spTgt>
                                        </p:tgtEl>
                                        <p:attrNameLst>
                                          <p:attrName>style.visibility</p:attrName>
                                        </p:attrNameLst>
                                      </p:cBhvr>
                                      <p:to>
                                        <p:strVal val="visible"/>
                                      </p:to>
                                    </p:set>
                                    <p:animEffect transition="in" filter="checkerboard(across)">
                                      <p:cBhvr>
                                        <p:cTn id="34" dur="500"/>
                                        <p:tgtEl>
                                          <p:spTgt spid="1741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a:extLst>
              <a:ext uri="{FF2B5EF4-FFF2-40B4-BE49-F238E27FC236}">
                <a16:creationId xmlns:a16="http://schemas.microsoft.com/office/drawing/2014/main" id="{CC3F1E80-E48F-443F-AD5D-2FF93BC8A68C}"/>
              </a:ext>
            </a:extLst>
          </p:cNvPr>
          <p:cNvSpPr txBox="1">
            <a:spLocks noChangeArrowheads="1"/>
          </p:cNvSpPr>
          <p:nvPr/>
        </p:nvSpPr>
        <p:spPr bwMode="auto">
          <a:xfrm flipV="1">
            <a:off x="0" y="-80963"/>
            <a:ext cx="9144000"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eaLnBrk="1" hangingPunct="1">
              <a:spcBef>
                <a:spcPct val="50000"/>
              </a:spcBef>
              <a:buClrTx/>
              <a:buSzTx/>
              <a:buFontTx/>
              <a:buNone/>
            </a:pPr>
            <a:endParaRPr lang="zh-CN" altLang="en-US" sz="2400">
              <a:latin typeface="Times New Roman" panose="02020603050405020304" pitchFamily="18" charset="0"/>
              <a:ea typeface="宋体" panose="02010600030101010101" pitchFamily="2" charset="-122"/>
            </a:endParaRPr>
          </a:p>
        </p:txBody>
      </p:sp>
      <p:pic>
        <p:nvPicPr>
          <p:cNvPr id="31747" name="Picture 4" descr="fig3-1">
            <a:extLst>
              <a:ext uri="{FF2B5EF4-FFF2-40B4-BE49-F238E27FC236}">
                <a16:creationId xmlns:a16="http://schemas.microsoft.com/office/drawing/2014/main" id="{27212E5F-5EF2-44FE-BB56-C08F526AAA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609600"/>
            <a:ext cx="8839200" cy="563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3E7E6CB4-19F5-4F49-BF46-AFE79953A2E7}"/>
              </a:ext>
            </a:extLst>
          </p:cNvPr>
          <p:cNvSpPr>
            <a:spLocks noGrp="1" noChangeArrowheads="1"/>
          </p:cNvSpPr>
          <p:nvPr>
            <p:ph type="title"/>
          </p:nvPr>
        </p:nvSpPr>
        <p:spPr>
          <a:xfrm>
            <a:off x="457200" y="76200"/>
            <a:ext cx="8229600" cy="1143000"/>
          </a:xfrm>
        </p:spPr>
        <p:txBody>
          <a:bodyPr/>
          <a:lstStyle/>
          <a:p>
            <a:pPr eaLnBrk="1" hangingPunct="1">
              <a:defRPr/>
            </a:pPr>
            <a:r>
              <a:rPr lang="en-US" altLang="zh-CN" dirty="0">
                <a:solidFill>
                  <a:schemeClr val="tx1"/>
                </a:solidFill>
                <a:ea typeface="宋体" pitchFamily="2" charset="-122"/>
                <a:sym typeface="Symbol" pitchFamily="18" charset="2"/>
              </a:rPr>
              <a:t>-</a:t>
            </a:r>
            <a:r>
              <a:rPr lang="en-US" altLang="zh-CN" sz="4800" dirty="0">
                <a:solidFill>
                  <a:schemeClr val="tx1"/>
                </a:solidFill>
                <a:latin typeface="Comic Sans MS" pitchFamily="66" charset="0"/>
                <a:ea typeface="宋体" pitchFamily="2" charset="-122"/>
                <a:sym typeface="Symbol" pitchFamily="18" charset="2"/>
              </a:rPr>
              <a:t>notation(2)</a:t>
            </a:r>
            <a:endParaRPr lang="zh-CN" altLang="en-US" sz="4800" dirty="0">
              <a:solidFill>
                <a:schemeClr val="tx1"/>
              </a:solidFill>
              <a:latin typeface="Comic Sans MS" pitchFamily="66" charset="0"/>
              <a:ea typeface="宋体" pitchFamily="2" charset="-122"/>
              <a:sym typeface="Symbol" pitchFamily="18" charset="2"/>
            </a:endParaRPr>
          </a:p>
        </p:txBody>
      </p:sp>
      <p:sp>
        <p:nvSpPr>
          <p:cNvPr id="60419" name="Rectangle 3">
            <a:extLst>
              <a:ext uri="{FF2B5EF4-FFF2-40B4-BE49-F238E27FC236}">
                <a16:creationId xmlns:a16="http://schemas.microsoft.com/office/drawing/2014/main" id="{6213D45D-4427-44DB-BF25-1DFA8292CA8E}"/>
              </a:ext>
            </a:extLst>
          </p:cNvPr>
          <p:cNvSpPr>
            <a:spLocks noGrp="1" noChangeArrowheads="1"/>
          </p:cNvSpPr>
          <p:nvPr>
            <p:ph type="body" idx="1"/>
          </p:nvPr>
        </p:nvSpPr>
        <p:spPr>
          <a:xfrm>
            <a:off x="0" y="1295400"/>
            <a:ext cx="9220200" cy="5257800"/>
          </a:xfrm>
        </p:spPr>
        <p:txBody>
          <a:bodyPr/>
          <a:lstStyle/>
          <a:p>
            <a:pPr eaLnBrk="1" hangingPunct="1">
              <a:defRPr/>
            </a:pPr>
            <a:r>
              <a:rPr lang="en-US" altLang="zh-CN" sz="2800" dirty="0">
                <a:latin typeface="Times New Roman" pitchFamily="18" charset="0"/>
                <a:ea typeface="宋体" pitchFamily="2" charset="-122"/>
              </a:rPr>
              <a:t>Since </a:t>
            </a:r>
            <a:r>
              <a:rPr lang="en-US" altLang="zh-CN" sz="2800" dirty="0">
                <a:latin typeface="Times New Roman" pitchFamily="18" charset="0"/>
                <a:ea typeface="宋体" pitchFamily="2" charset="-122"/>
                <a:sym typeface="Symbol" pitchFamily="18" charset="2"/>
              </a:rPr>
              <a:t>-notation describe a </a:t>
            </a:r>
            <a:r>
              <a:rPr lang="en-US" altLang="zh-CN" sz="2800" i="1" dirty="0">
                <a:solidFill>
                  <a:srgbClr val="FFFF00"/>
                </a:solidFill>
                <a:latin typeface="Times New Roman" pitchFamily="18" charset="0"/>
                <a:ea typeface="宋体" pitchFamily="2" charset="-122"/>
                <a:sym typeface="Symbol" pitchFamily="18" charset="2"/>
              </a:rPr>
              <a:t>lower bound</a:t>
            </a:r>
            <a:r>
              <a:rPr lang="en-US" altLang="zh-CN" sz="2800" dirty="0">
                <a:latin typeface="Times New Roman" pitchFamily="18" charset="0"/>
                <a:ea typeface="宋体" pitchFamily="2" charset="-122"/>
                <a:sym typeface="Symbol" pitchFamily="18" charset="2"/>
              </a:rPr>
              <a:t>, when we use it to bound the </a:t>
            </a:r>
            <a:r>
              <a:rPr lang="en-US" altLang="zh-CN" sz="2800" i="1" dirty="0">
                <a:solidFill>
                  <a:srgbClr val="FFFF00"/>
                </a:solidFill>
                <a:effectLst/>
                <a:latin typeface="Times New Roman" pitchFamily="18" charset="0"/>
                <a:ea typeface="宋体" pitchFamily="2" charset="-122"/>
                <a:sym typeface="Symbol" pitchFamily="18" charset="2"/>
              </a:rPr>
              <a:t>best –case running time</a:t>
            </a:r>
            <a:r>
              <a:rPr lang="en-US" altLang="zh-CN" sz="2800" dirty="0">
                <a:latin typeface="Times New Roman" pitchFamily="18" charset="0"/>
                <a:ea typeface="宋体" pitchFamily="2" charset="-122"/>
                <a:sym typeface="Symbol" pitchFamily="18" charset="2"/>
              </a:rPr>
              <a:t> of an algorithm, by implication we also bound the running time of the algorithm </a:t>
            </a:r>
            <a:r>
              <a:rPr lang="en-US" altLang="zh-CN" sz="2800" i="1" dirty="0">
                <a:solidFill>
                  <a:srgbClr val="FFFF00"/>
                </a:solidFill>
                <a:latin typeface="Times New Roman" pitchFamily="18" charset="0"/>
                <a:ea typeface="宋体" pitchFamily="2" charset="-122"/>
                <a:sym typeface="Symbol" pitchFamily="18" charset="2"/>
              </a:rPr>
              <a:t>on arbitrary input</a:t>
            </a:r>
            <a:r>
              <a:rPr lang="en-US" altLang="zh-CN" sz="2800" dirty="0">
                <a:latin typeface="Times New Roman" pitchFamily="18" charset="0"/>
                <a:ea typeface="宋体" pitchFamily="2" charset="-122"/>
                <a:sym typeface="Symbol" pitchFamily="18" charset="2"/>
              </a:rPr>
              <a:t> as well. (e.g. insertion sort: </a:t>
            </a:r>
            <a:r>
              <a:rPr lang="en-US" altLang="zh-CN" sz="2800" i="1" dirty="0">
                <a:latin typeface="Times New Roman" pitchFamily="18" charset="0"/>
                <a:ea typeface="宋体" pitchFamily="2" charset="-122"/>
                <a:sym typeface="Symbol" pitchFamily="18" charset="2"/>
              </a:rPr>
              <a:t>(n)</a:t>
            </a:r>
            <a:r>
              <a:rPr lang="en-US" altLang="zh-CN" sz="2800" dirty="0">
                <a:latin typeface="Times New Roman" pitchFamily="18" charset="0"/>
                <a:ea typeface="宋体" pitchFamily="2" charset="-122"/>
                <a:sym typeface="Symbol" pitchFamily="18" charset="2"/>
              </a:rPr>
              <a:t>)</a:t>
            </a:r>
          </a:p>
          <a:p>
            <a:pPr eaLnBrk="1" hangingPunct="1">
              <a:defRPr/>
            </a:pPr>
            <a:r>
              <a:rPr lang="en-US" altLang="zh-CN" sz="2800" dirty="0">
                <a:latin typeface="Times New Roman" pitchFamily="18" charset="0"/>
                <a:ea typeface="宋体" pitchFamily="2" charset="-122"/>
                <a:sym typeface="Symbol" pitchFamily="18" charset="2"/>
              </a:rPr>
              <a:t>For </a:t>
            </a:r>
            <a:r>
              <a:rPr lang="en-US" altLang="zh-CN" sz="2800" i="1" dirty="0">
                <a:solidFill>
                  <a:srgbClr val="FFFF00"/>
                </a:solidFill>
                <a:latin typeface="Times New Roman" pitchFamily="18" charset="0"/>
                <a:ea typeface="宋体" pitchFamily="2" charset="-122"/>
                <a:sym typeface="Symbol" pitchFamily="18" charset="2"/>
              </a:rPr>
              <a:t>insertion sort</a:t>
            </a:r>
            <a:r>
              <a:rPr lang="en-US" altLang="zh-CN" sz="2800" dirty="0">
                <a:latin typeface="Times New Roman" pitchFamily="18" charset="0"/>
                <a:ea typeface="宋体" pitchFamily="2" charset="-122"/>
                <a:sym typeface="Symbol" pitchFamily="18" charset="2"/>
              </a:rPr>
              <a:t>, its running time falls between </a:t>
            </a:r>
            <a:r>
              <a:rPr lang="en-US" altLang="zh-CN" sz="2800" i="1" dirty="0">
                <a:solidFill>
                  <a:srgbClr val="FFFF00"/>
                </a:solidFill>
                <a:effectLst/>
                <a:latin typeface="Times New Roman" pitchFamily="18" charset="0"/>
                <a:ea typeface="宋体" pitchFamily="2" charset="-122"/>
                <a:sym typeface="Symbol" pitchFamily="18" charset="2"/>
              </a:rPr>
              <a:t>(n)</a:t>
            </a:r>
            <a:r>
              <a:rPr lang="en-US" altLang="zh-CN" sz="2800" i="1" dirty="0">
                <a:latin typeface="Times New Roman" pitchFamily="18" charset="0"/>
                <a:ea typeface="宋体" pitchFamily="2" charset="-122"/>
                <a:sym typeface="Symbol" pitchFamily="18" charset="2"/>
              </a:rPr>
              <a:t> and </a:t>
            </a:r>
            <a:r>
              <a:rPr lang="en-US" altLang="zh-CN" sz="2800" i="1" dirty="0">
                <a:solidFill>
                  <a:srgbClr val="FFFF00"/>
                </a:solidFill>
                <a:latin typeface="Times New Roman" pitchFamily="18" charset="0"/>
                <a:ea typeface="宋体" pitchFamily="2" charset="-122"/>
                <a:sym typeface="Symbol" pitchFamily="18" charset="2"/>
              </a:rPr>
              <a:t>O(n</a:t>
            </a:r>
            <a:r>
              <a:rPr lang="en-US" altLang="zh-CN" sz="2800" i="1" baseline="30000" dirty="0">
                <a:solidFill>
                  <a:srgbClr val="FFFF00"/>
                </a:solidFill>
                <a:latin typeface="Times New Roman" pitchFamily="18" charset="0"/>
                <a:ea typeface="宋体" pitchFamily="2" charset="-122"/>
                <a:sym typeface="Symbol" pitchFamily="18" charset="2"/>
              </a:rPr>
              <a:t>2</a:t>
            </a:r>
            <a:r>
              <a:rPr lang="en-US" altLang="zh-CN" sz="2800" i="1" dirty="0">
                <a:solidFill>
                  <a:srgbClr val="FFFF00"/>
                </a:solidFill>
                <a:latin typeface="Times New Roman" pitchFamily="18" charset="0"/>
                <a:ea typeface="宋体" pitchFamily="2" charset="-122"/>
                <a:sym typeface="Symbol" pitchFamily="18" charset="2"/>
              </a:rPr>
              <a:t>),</a:t>
            </a:r>
            <a:r>
              <a:rPr lang="en-US" altLang="zh-CN" sz="2800" i="1" dirty="0">
                <a:latin typeface="Times New Roman" pitchFamily="18" charset="0"/>
                <a:ea typeface="宋体" pitchFamily="2" charset="-122"/>
                <a:sym typeface="Symbol" pitchFamily="18" charset="2"/>
              </a:rPr>
              <a:t> </a:t>
            </a:r>
            <a:r>
              <a:rPr lang="en-US" altLang="zh-CN" sz="2800" dirty="0">
                <a:latin typeface="Times New Roman" pitchFamily="18" charset="0"/>
                <a:ea typeface="宋体" pitchFamily="2" charset="-122"/>
                <a:sym typeface="Symbol" pitchFamily="18" charset="2"/>
              </a:rPr>
              <a:t>moreover, these bound are </a:t>
            </a:r>
            <a:r>
              <a:rPr lang="en-US" altLang="zh-CN" sz="2800" i="1" dirty="0">
                <a:solidFill>
                  <a:srgbClr val="FFFF00"/>
                </a:solidFill>
                <a:latin typeface="Times New Roman" pitchFamily="18" charset="0"/>
                <a:ea typeface="宋体" pitchFamily="2" charset="-122"/>
                <a:sym typeface="Symbol" pitchFamily="18" charset="2"/>
              </a:rPr>
              <a:t>asymptotically</a:t>
            </a:r>
            <a:r>
              <a:rPr lang="en-US" altLang="zh-CN" sz="2800" dirty="0">
                <a:latin typeface="Times New Roman" pitchFamily="18" charset="0"/>
                <a:ea typeface="宋体" pitchFamily="2" charset="-122"/>
                <a:sym typeface="Symbol" pitchFamily="18" charset="2"/>
              </a:rPr>
              <a:t> </a:t>
            </a:r>
            <a:r>
              <a:rPr lang="en-US" altLang="zh-CN" sz="2800" i="1" u="sng" dirty="0">
                <a:solidFill>
                  <a:srgbClr val="FFFF00"/>
                </a:solidFill>
                <a:latin typeface="Times New Roman" pitchFamily="18" charset="0"/>
                <a:ea typeface="宋体" pitchFamily="2" charset="-122"/>
                <a:sym typeface="Symbol" pitchFamily="18" charset="2"/>
              </a:rPr>
              <a:t>as tight as possible</a:t>
            </a:r>
            <a:r>
              <a:rPr lang="en-US" altLang="zh-CN" sz="2800" dirty="0">
                <a:latin typeface="Times New Roman" pitchFamily="18" charset="0"/>
                <a:ea typeface="宋体" pitchFamily="2" charset="-122"/>
                <a:sym typeface="Symbol" pitchFamily="18" charset="2"/>
              </a:rPr>
              <a:t>.</a:t>
            </a:r>
          </a:p>
          <a:p>
            <a:pPr eaLnBrk="1" hangingPunct="1">
              <a:defRPr/>
            </a:pPr>
            <a:r>
              <a:rPr lang="en-US" altLang="zh-CN" sz="2800" dirty="0">
                <a:latin typeface="Times New Roman" pitchFamily="18" charset="0"/>
                <a:ea typeface="宋体" pitchFamily="2" charset="-122"/>
                <a:sym typeface="Symbol" pitchFamily="18" charset="2"/>
              </a:rPr>
              <a:t>When we say that the running time of an algorithm is </a:t>
            </a:r>
            <a:r>
              <a:rPr lang="en-US" altLang="zh-CN" sz="2800" i="1" dirty="0">
                <a:latin typeface="Times New Roman" pitchFamily="18" charset="0"/>
                <a:ea typeface="宋体" pitchFamily="2" charset="-122"/>
                <a:sym typeface="Symbol" pitchFamily="18" charset="2"/>
              </a:rPr>
              <a:t>(g(n)), </a:t>
            </a:r>
            <a:r>
              <a:rPr lang="en-US" altLang="zh-CN" sz="2800" dirty="0">
                <a:latin typeface="Times New Roman" pitchFamily="18" charset="0"/>
                <a:ea typeface="宋体" pitchFamily="2" charset="-122"/>
                <a:sym typeface="Symbol" pitchFamily="18" charset="2"/>
              </a:rPr>
              <a:t>we mean that </a:t>
            </a:r>
            <a:r>
              <a:rPr lang="en-US" altLang="zh-CN" sz="2800" i="1" dirty="0">
                <a:solidFill>
                  <a:srgbClr val="FFFF00"/>
                </a:solidFill>
                <a:latin typeface="Times New Roman" pitchFamily="18" charset="0"/>
                <a:ea typeface="宋体" pitchFamily="2" charset="-122"/>
                <a:sym typeface="Symbol" pitchFamily="18" charset="2"/>
              </a:rPr>
              <a:t>no matter what particular input</a:t>
            </a:r>
            <a:r>
              <a:rPr lang="en-US" altLang="zh-CN" sz="2800" dirty="0">
                <a:latin typeface="Times New Roman" pitchFamily="18" charset="0"/>
                <a:ea typeface="宋体" pitchFamily="2" charset="-122"/>
                <a:sym typeface="Symbol" pitchFamily="18" charset="2"/>
              </a:rPr>
              <a:t> of size </a:t>
            </a:r>
            <a:r>
              <a:rPr lang="en-US" altLang="zh-CN" sz="2800" i="1" dirty="0">
                <a:solidFill>
                  <a:srgbClr val="FFFF00"/>
                </a:solidFill>
                <a:latin typeface="Times New Roman" pitchFamily="18" charset="0"/>
                <a:ea typeface="宋体" pitchFamily="2" charset="-122"/>
                <a:sym typeface="Symbol" pitchFamily="18" charset="2"/>
              </a:rPr>
              <a:t>n</a:t>
            </a:r>
            <a:r>
              <a:rPr lang="en-US" altLang="zh-CN" sz="2800" dirty="0">
                <a:latin typeface="Times New Roman" pitchFamily="18" charset="0"/>
                <a:ea typeface="宋体" pitchFamily="2" charset="-122"/>
                <a:sym typeface="Symbol" pitchFamily="18" charset="2"/>
              </a:rPr>
              <a:t> is chosen for each value of</a:t>
            </a:r>
            <a:r>
              <a:rPr lang="en-US" altLang="zh-CN" sz="2800" i="1" dirty="0">
                <a:solidFill>
                  <a:srgbClr val="FFFF00"/>
                </a:solidFill>
                <a:latin typeface="Times New Roman" pitchFamily="18" charset="0"/>
                <a:ea typeface="宋体" pitchFamily="2" charset="-122"/>
                <a:sym typeface="Symbol" pitchFamily="18" charset="2"/>
              </a:rPr>
              <a:t> n</a:t>
            </a:r>
            <a:r>
              <a:rPr lang="en-US" altLang="zh-CN" sz="2800" dirty="0">
                <a:latin typeface="Times New Roman" pitchFamily="18" charset="0"/>
                <a:ea typeface="宋体" pitchFamily="2" charset="-122"/>
                <a:sym typeface="Symbol" pitchFamily="18" charset="2"/>
              </a:rPr>
              <a:t>, the running time on that input is </a:t>
            </a:r>
            <a:r>
              <a:rPr lang="en-US" altLang="zh-CN" sz="2800" b="1" i="1" u="sng" dirty="0">
                <a:solidFill>
                  <a:srgbClr val="FFFF00"/>
                </a:solidFill>
                <a:latin typeface="Times New Roman" pitchFamily="18" charset="0"/>
                <a:ea typeface="宋体" pitchFamily="2" charset="-122"/>
                <a:sym typeface="Symbol" pitchFamily="18" charset="2"/>
              </a:rPr>
              <a:t>at least</a:t>
            </a:r>
            <a:r>
              <a:rPr lang="en-US" altLang="zh-CN" sz="2800" dirty="0">
                <a:latin typeface="Times New Roman" pitchFamily="18" charset="0"/>
                <a:ea typeface="宋体" pitchFamily="2" charset="-122"/>
                <a:sym typeface="Symbol" pitchFamily="18" charset="2"/>
              </a:rPr>
              <a:t> a </a:t>
            </a:r>
            <a:r>
              <a:rPr lang="en-US" altLang="zh-CN" sz="2800" i="1" dirty="0">
                <a:solidFill>
                  <a:srgbClr val="FFFF00"/>
                </a:solidFill>
                <a:latin typeface="Times New Roman" pitchFamily="18" charset="0"/>
                <a:ea typeface="宋体" pitchFamily="2" charset="-122"/>
                <a:sym typeface="Symbol" pitchFamily="18" charset="2"/>
              </a:rPr>
              <a:t>constant times</a:t>
            </a:r>
            <a:r>
              <a:rPr lang="en-US" altLang="zh-CN" sz="2800" dirty="0">
                <a:latin typeface="Times New Roman" pitchFamily="18" charset="0"/>
                <a:ea typeface="宋体" pitchFamily="2" charset="-122"/>
                <a:sym typeface="Symbol" pitchFamily="18" charset="2"/>
              </a:rPr>
              <a:t> </a:t>
            </a:r>
            <a:r>
              <a:rPr lang="en-US" altLang="zh-CN" sz="2800" i="1" dirty="0">
                <a:solidFill>
                  <a:srgbClr val="FFFF00"/>
                </a:solidFill>
                <a:latin typeface="Times New Roman" pitchFamily="18" charset="0"/>
                <a:ea typeface="宋体" pitchFamily="2" charset="-122"/>
                <a:sym typeface="Symbol" pitchFamily="18" charset="2"/>
              </a:rPr>
              <a:t>g(n)</a:t>
            </a:r>
            <a:r>
              <a:rPr lang="en-US" altLang="zh-CN" sz="2800" dirty="0">
                <a:latin typeface="Times New Roman" pitchFamily="18" charset="0"/>
                <a:ea typeface="宋体" pitchFamily="2" charset="-122"/>
                <a:sym typeface="Symbol" pitchFamily="18" charset="2"/>
              </a:rPr>
              <a:t>, for </a:t>
            </a:r>
            <a:r>
              <a:rPr lang="en-US" altLang="zh-CN" sz="2800" i="1" u="sng" dirty="0">
                <a:solidFill>
                  <a:srgbClr val="FFFF00"/>
                </a:solidFill>
                <a:latin typeface="Times New Roman" pitchFamily="18" charset="0"/>
                <a:ea typeface="宋体" pitchFamily="2" charset="-122"/>
                <a:sym typeface="Symbol" pitchFamily="18" charset="2"/>
              </a:rPr>
              <a:t>sufficiently large 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checkerboard(across)">
                                      <p:cBhvr>
                                        <p:cTn id="7" dur="500"/>
                                        <p:tgtEl>
                                          <p:spTgt spid="604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checkerboard(across)">
                                      <p:cBhvr>
                                        <p:cTn id="12" dur="500"/>
                                        <p:tgtEl>
                                          <p:spTgt spid="604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0419">
                                            <p:txEl>
                                              <p:pRg st="2" end="2"/>
                                            </p:txEl>
                                          </p:spTgt>
                                        </p:tgtEl>
                                        <p:attrNameLst>
                                          <p:attrName>style.visibility</p:attrName>
                                        </p:attrNameLst>
                                      </p:cBhvr>
                                      <p:to>
                                        <p:strVal val="visible"/>
                                      </p:to>
                                    </p:set>
                                    <p:animEffect transition="in" filter="checkerboard(across)">
                                      <p:cBhvr>
                                        <p:cTn id="17" dur="500"/>
                                        <p:tgtEl>
                                          <p:spTgt spid="604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BE87FF-3CC8-4172-9FF9-1E1DB5755D23}"/>
              </a:ext>
            </a:extLst>
          </p:cNvPr>
          <p:cNvSpPr>
            <a:spLocks noGrp="1"/>
          </p:cNvSpPr>
          <p:nvPr>
            <p:ph type="title"/>
          </p:nvPr>
        </p:nvSpPr>
        <p:spPr>
          <a:xfrm>
            <a:off x="838200" y="152400"/>
            <a:ext cx="7086600" cy="1295400"/>
          </a:xfrm>
        </p:spPr>
        <p:txBody>
          <a:bodyPr/>
          <a:lstStyle/>
          <a:p>
            <a:pPr>
              <a:defRPr/>
            </a:pPr>
            <a:r>
              <a:rPr lang="en-US" altLang="zh-CN" dirty="0">
                <a:latin typeface="Comic Sans MS" panose="030F0702030302020204" pitchFamily="66" charset="0"/>
                <a:ea typeface="宋体" panose="02010600030101010101" pitchFamily="2" charset="-122"/>
              </a:rPr>
              <a:t>Worst-case Running Time: O vs. </a:t>
            </a:r>
            <a:r>
              <a:rPr lang="el-GR" altLang="zh-CN" dirty="0">
                <a:latin typeface="Times New Roman" panose="02020603050405020304" pitchFamily="18" charset="0"/>
                <a:cs typeface="Times New Roman" panose="02020603050405020304" pitchFamily="18" charset="0"/>
              </a:rPr>
              <a:t>Θ</a:t>
            </a:r>
            <a:endParaRPr lang="zh-CN" altLang="en-US" dirty="0">
              <a:latin typeface="Comic Sans MS" panose="030F0702030302020204" pitchFamily="66" charset="0"/>
              <a:ea typeface="宋体" panose="02010600030101010101" pitchFamily="2" charset="-122"/>
            </a:endParaRPr>
          </a:p>
        </p:txBody>
      </p:sp>
      <p:sp>
        <p:nvSpPr>
          <p:cNvPr id="3" name="内容占位符 2">
            <a:extLst>
              <a:ext uri="{FF2B5EF4-FFF2-40B4-BE49-F238E27FC236}">
                <a16:creationId xmlns:a16="http://schemas.microsoft.com/office/drawing/2014/main" id="{52BB3CF2-1B17-4181-8853-4CF6A72F7CEF}"/>
              </a:ext>
            </a:extLst>
          </p:cNvPr>
          <p:cNvSpPr>
            <a:spLocks noGrp="1" noRot="1" noChangeAspect="1" noMove="1" noResize="1" noEditPoints="1" noAdjustHandles="1" noChangeArrowheads="1" noChangeShapeType="1" noTextEdit="1"/>
          </p:cNvSpPr>
          <p:nvPr>
            <p:ph idx="1"/>
          </p:nvPr>
        </p:nvSpPr>
        <p:spPr>
          <a:xfrm>
            <a:off x="152400" y="1676400"/>
            <a:ext cx="8763000" cy="5029200"/>
          </a:xfrm>
          <a:blipFill rotWithShape="0">
            <a:blip r:embed="rId2"/>
            <a:stretch>
              <a:fillRect t="-1212" r="-1391" b="-1333"/>
            </a:stretch>
          </a:blipFill>
        </p:spPr>
        <p:txBody>
          <a:bodyPr/>
          <a:lstStyle/>
          <a:p>
            <a:pPr>
              <a:defRPr/>
            </a:pPr>
            <a:r>
              <a:rPr lang="zh-CN" altLang="en-US">
                <a:noFill/>
              </a:rPr>
              <a:t> </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E4BB60C-FDAD-418D-A4EC-46275804C081}"/>
              </a:ext>
            </a:extLst>
          </p:cNvPr>
          <p:cNvSpPr>
            <a:spLocks noGrp="1"/>
          </p:cNvSpPr>
          <p:nvPr>
            <p:ph idx="1"/>
          </p:nvPr>
        </p:nvSpPr>
        <p:spPr>
          <a:xfrm>
            <a:off x="381000" y="1752600"/>
            <a:ext cx="8229600" cy="4530725"/>
          </a:xfrm>
        </p:spPr>
        <p:txBody>
          <a:bodyPr/>
          <a:lstStyle/>
          <a:p>
            <a:r>
              <a:rPr lang="en-US" altLang="zh-CN" dirty="0">
                <a:effectLst/>
              </a:rPr>
              <a:t>How about the asymptotic efficiency of merge sort? Since merge sort runs in Θ(n lg n) time in all cases, we can just say that its running time is Θ(n lg n) without specifying worst-case, best-case, or any other case. </a:t>
            </a:r>
            <a:endParaRPr lang="zh-CN" altLang="en-US" dirty="0"/>
          </a:p>
        </p:txBody>
      </p:sp>
      <p:sp>
        <p:nvSpPr>
          <p:cNvPr id="4" name="标题 1">
            <a:extLst>
              <a:ext uri="{FF2B5EF4-FFF2-40B4-BE49-F238E27FC236}">
                <a16:creationId xmlns:a16="http://schemas.microsoft.com/office/drawing/2014/main" id="{5624E4B0-8F9F-49CE-B0BD-4F465F974983}"/>
              </a:ext>
            </a:extLst>
          </p:cNvPr>
          <p:cNvSpPr>
            <a:spLocks noGrp="1"/>
          </p:cNvSpPr>
          <p:nvPr>
            <p:ph type="title"/>
          </p:nvPr>
        </p:nvSpPr>
        <p:spPr>
          <a:xfrm>
            <a:off x="838200" y="152400"/>
            <a:ext cx="7086600" cy="1295400"/>
          </a:xfrm>
        </p:spPr>
        <p:txBody>
          <a:bodyPr/>
          <a:lstStyle/>
          <a:p>
            <a:pPr>
              <a:defRPr/>
            </a:pPr>
            <a:r>
              <a:rPr lang="en-US" altLang="zh-CN" dirty="0">
                <a:latin typeface="Comic Sans MS" panose="030F0702030302020204" pitchFamily="66" charset="0"/>
                <a:ea typeface="宋体" panose="02010600030101010101" pitchFamily="2" charset="-122"/>
              </a:rPr>
              <a:t>Asymptotic Efficiency of Merge Sort</a:t>
            </a:r>
            <a:endParaRPr lang="zh-CN" altLang="en-US" dirty="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65262338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477F8EB9-1CB7-4566-BC14-B60E1FC52E96}"/>
              </a:ext>
            </a:extLst>
          </p:cNvPr>
          <p:cNvSpPr>
            <a:spLocks noGrp="1" noChangeArrowheads="1"/>
          </p:cNvSpPr>
          <p:nvPr>
            <p:ph type="title"/>
          </p:nvPr>
        </p:nvSpPr>
        <p:spPr/>
        <p:txBody>
          <a:bodyPr/>
          <a:lstStyle/>
          <a:p>
            <a:pPr eaLnBrk="1" hangingPunct="1">
              <a:defRPr/>
            </a:pPr>
            <a:r>
              <a:rPr lang="en-US" altLang="zh-CN" sz="3600">
                <a:latin typeface="Comic Sans MS" pitchFamily="66" charset="0"/>
                <a:ea typeface="宋体" pitchFamily="2" charset="-122"/>
              </a:rPr>
              <a:t>Asymptotic notation in Equations and inequalities</a:t>
            </a:r>
          </a:p>
        </p:txBody>
      </p:sp>
      <p:grpSp>
        <p:nvGrpSpPr>
          <p:cNvPr id="2" name="Group 20">
            <a:extLst>
              <a:ext uri="{FF2B5EF4-FFF2-40B4-BE49-F238E27FC236}">
                <a16:creationId xmlns:a16="http://schemas.microsoft.com/office/drawing/2014/main" id="{2978D884-E47E-41AF-98A8-325566AF61D2}"/>
              </a:ext>
            </a:extLst>
          </p:cNvPr>
          <p:cNvGrpSpPr>
            <a:grpSpLocks/>
          </p:cNvGrpSpPr>
          <p:nvPr/>
        </p:nvGrpSpPr>
        <p:grpSpPr bwMode="auto">
          <a:xfrm>
            <a:off x="152400" y="1981200"/>
            <a:ext cx="4038600" cy="609600"/>
            <a:chOff x="96" y="1248"/>
            <a:chExt cx="2544" cy="384"/>
          </a:xfrm>
        </p:grpSpPr>
        <p:sp>
          <p:nvSpPr>
            <p:cNvPr id="36880" name="Rectangle 4">
              <a:extLst>
                <a:ext uri="{FF2B5EF4-FFF2-40B4-BE49-F238E27FC236}">
                  <a16:creationId xmlns:a16="http://schemas.microsoft.com/office/drawing/2014/main" id="{06EA4A6A-5E75-4878-B826-7484467C6B5A}"/>
                </a:ext>
              </a:extLst>
            </p:cNvPr>
            <p:cNvSpPr>
              <a:spLocks noChangeArrowheads="1"/>
            </p:cNvSpPr>
            <p:nvPr/>
          </p:nvSpPr>
          <p:spPr bwMode="auto">
            <a:xfrm>
              <a:off x="96" y="1248"/>
              <a:ext cx="2544" cy="384"/>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36881" name="Object 5">
              <a:extLst>
                <a:ext uri="{FF2B5EF4-FFF2-40B4-BE49-F238E27FC236}">
                  <a16:creationId xmlns:a16="http://schemas.microsoft.com/office/drawing/2014/main" id="{CC55CA70-D7F7-46E6-BA6D-F04EB58AF7FE}"/>
                </a:ext>
              </a:extLst>
            </p:cNvPr>
            <p:cNvGraphicFramePr>
              <a:graphicFrameLocks noChangeAspect="1"/>
            </p:cNvGraphicFramePr>
            <p:nvPr/>
          </p:nvGraphicFramePr>
          <p:xfrm>
            <a:off x="192" y="1248"/>
            <a:ext cx="2344" cy="346"/>
          </p:xfrm>
          <a:graphic>
            <a:graphicData uri="http://schemas.openxmlformats.org/presentationml/2006/ole">
              <mc:AlternateContent xmlns:mc="http://schemas.openxmlformats.org/markup-compatibility/2006">
                <mc:Choice xmlns:v="urn:schemas-microsoft-com:vml" Requires="v">
                  <p:oleObj spid="_x0000_s36894" name="Equation" r:id="rId7" imgW="1549400" imgH="228600" progId="Equation.DSMT4">
                    <p:embed/>
                  </p:oleObj>
                </mc:Choice>
                <mc:Fallback>
                  <p:oleObj name="Equation" r:id="rId7" imgW="1549400" imgH="228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 y="1248"/>
                          <a:ext cx="2344" cy="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21">
            <a:extLst>
              <a:ext uri="{FF2B5EF4-FFF2-40B4-BE49-F238E27FC236}">
                <a16:creationId xmlns:a16="http://schemas.microsoft.com/office/drawing/2014/main" id="{34803039-C7FA-49D0-9012-3E162BECA497}"/>
              </a:ext>
            </a:extLst>
          </p:cNvPr>
          <p:cNvGrpSpPr>
            <a:grpSpLocks/>
          </p:cNvGrpSpPr>
          <p:nvPr/>
        </p:nvGrpSpPr>
        <p:grpSpPr bwMode="auto">
          <a:xfrm>
            <a:off x="5257800" y="1981200"/>
            <a:ext cx="3505200" cy="609600"/>
            <a:chOff x="3312" y="1248"/>
            <a:chExt cx="2208" cy="384"/>
          </a:xfrm>
        </p:grpSpPr>
        <p:sp>
          <p:nvSpPr>
            <p:cNvPr id="36878" name="Rectangle 6">
              <a:extLst>
                <a:ext uri="{FF2B5EF4-FFF2-40B4-BE49-F238E27FC236}">
                  <a16:creationId xmlns:a16="http://schemas.microsoft.com/office/drawing/2014/main" id="{4CFAB95C-0BDC-44A9-8BB1-945A78199184}"/>
                </a:ext>
              </a:extLst>
            </p:cNvPr>
            <p:cNvSpPr>
              <a:spLocks noChangeArrowheads="1"/>
            </p:cNvSpPr>
            <p:nvPr/>
          </p:nvSpPr>
          <p:spPr bwMode="auto">
            <a:xfrm>
              <a:off x="3312" y="1248"/>
              <a:ext cx="2208" cy="384"/>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36879" name="Object 7">
              <a:extLst>
                <a:ext uri="{FF2B5EF4-FFF2-40B4-BE49-F238E27FC236}">
                  <a16:creationId xmlns:a16="http://schemas.microsoft.com/office/drawing/2014/main" id="{885AB170-20BA-4247-BEC6-519AA04A79BE}"/>
                </a:ext>
              </a:extLst>
            </p:cNvPr>
            <p:cNvGraphicFramePr>
              <a:graphicFrameLocks noChangeAspect="1"/>
            </p:cNvGraphicFramePr>
            <p:nvPr/>
          </p:nvGraphicFramePr>
          <p:xfrm>
            <a:off x="3460" y="1296"/>
            <a:ext cx="1964" cy="328"/>
          </p:xfrm>
          <a:graphic>
            <a:graphicData uri="http://schemas.openxmlformats.org/presentationml/2006/ole">
              <mc:AlternateContent xmlns:mc="http://schemas.openxmlformats.org/markup-compatibility/2006">
                <mc:Choice xmlns:v="urn:schemas-microsoft-com:vml" Requires="v">
                  <p:oleObj spid="_x0000_s36895" name="Equation" r:id="rId9" imgW="1536700" imgH="228600" progId="Equation.DSMT4">
                    <p:embed/>
                  </p:oleObj>
                </mc:Choice>
                <mc:Fallback>
                  <p:oleObj name="Equation" r:id="rId9" imgW="1536700" imgH="2286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60" y="1296"/>
                          <a:ext cx="1964"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2473" name="AutoShape 9">
            <a:extLst>
              <a:ext uri="{FF2B5EF4-FFF2-40B4-BE49-F238E27FC236}">
                <a16:creationId xmlns:a16="http://schemas.microsoft.com/office/drawing/2014/main" id="{4939243D-4408-4466-BDE6-9D183BD2B5F1}"/>
              </a:ext>
            </a:extLst>
          </p:cNvPr>
          <p:cNvSpPr>
            <a:spLocks noChangeArrowheads="1"/>
          </p:cNvSpPr>
          <p:nvPr/>
        </p:nvSpPr>
        <p:spPr bwMode="auto">
          <a:xfrm>
            <a:off x="4419600" y="2133600"/>
            <a:ext cx="685800" cy="381000"/>
          </a:xfrm>
          <a:prstGeom prst="rightArrow">
            <a:avLst>
              <a:gd name="adj1" fmla="val 50000"/>
              <a:gd name="adj2" fmla="val 45000"/>
            </a:avLst>
          </a:prstGeom>
          <a:solidFill>
            <a:srgbClr val="FFFF00"/>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62475" name="Oval 11">
            <a:extLst>
              <a:ext uri="{FF2B5EF4-FFF2-40B4-BE49-F238E27FC236}">
                <a16:creationId xmlns:a16="http://schemas.microsoft.com/office/drawing/2014/main" id="{E97E034A-89F9-47F8-AB2D-2E1EC7D9FDE9}"/>
              </a:ext>
            </a:extLst>
          </p:cNvPr>
          <p:cNvSpPr>
            <a:spLocks noChangeArrowheads="1"/>
          </p:cNvSpPr>
          <p:nvPr/>
        </p:nvSpPr>
        <p:spPr bwMode="auto">
          <a:xfrm>
            <a:off x="7924800" y="1905000"/>
            <a:ext cx="609600" cy="9144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62476" name="Oval 12">
            <a:extLst>
              <a:ext uri="{FF2B5EF4-FFF2-40B4-BE49-F238E27FC236}">
                <a16:creationId xmlns:a16="http://schemas.microsoft.com/office/drawing/2014/main" id="{303D2033-9DCB-4B00-A5CE-EC20F06571E7}"/>
              </a:ext>
            </a:extLst>
          </p:cNvPr>
          <p:cNvSpPr>
            <a:spLocks noChangeArrowheads="1"/>
          </p:cNvSpPr>
          <p:nvPr/>
        </p:nvSpPr>
        <p:spPr bwMode="auto">
          <a:xfrm>
            <a:off x="3124200" y="1828800"/>
            <a:ext cx="914400" cy="9144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62478" name="AutoShape 14">
            <a:extLst>
              <a:ext uri="{FF2B5EF4-FFF2-40B4-BE49-F238E27FC236}">
                <a16:creationId xmlns:a16="http://schemas.microsoft.com/office/drawing/2014/main" id="{5370CCAF-E6EC-4CAC-8680-739F5BEAB34C}"/>
              </a:ext>
            </a:extLst>
          </p:cNvPr>
          <p:cNvSpPr>
            <a:spLocks noChangeArrowheads="1"/>
          </p:cNvSpPr>
          <p:nvPr/>
        </p:nvSpPr>
        <p:spPr bwMode="auto">
          <a:xfrm>
            <a:off x="3810000" y="2743200"/>
            <a:ext cx="5105400" cy="609600"/>
          </a:xfrm>
          <a:prstGeom prst="curvedUpArrow">
            <a:avLst>
              <a:gd name="adj1" fmla="val 167500"/>
              <a:gd name="adj2" fmla="val 335000"/>
              <a:gd name="adj3" fmla="val 33333"/>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pSp>
        <p:nvGrpSpPr>
          <p:cNvPr id="4" name="Group 18">
            <a:extLst>
              <a:ext uri="{FF2B5EF4-FFF2-40B4-BE49-F238E27FC236}">
                <a16:creationId xmlns:a16="http://schemas.microsoft.com/office/drawing/2014/main" id="{C3D31C08-C822-4FEA-B267-36D96C0C96C5}"/>
              </a:ext>
            </a:extLst>
          </p:cNvPr>
          <p:cNvGrpSpPr>
            <a:grpSpLocks/>
          </p:cNvGrpSpPr>
          <p:nvPr/>
        </p:nvGrpSpPr>
        <p:grpSpPr bwMode="auto">
          <a:xfrm>
            <a:off x="76200" y="3717925"/>
            <a:ext cx="3124200" cy="625475"/>
            <a:chOff x="192" y="2160"/>
            <a:chExt cx="1968" cy="394"/>
          </a:xfrm>
        </p:grpSpPr>
        <p:sp>
          <p:nvSpPr>
            <p:cNvPr id="36876" name="Rectangle 15">
              <a:extLst>
                <a:ext uri="{FF2B5EF4-FFF2-40B4-BE49-F238E27FC236}">
                  <a16:creationId xmlns:a16="http://schemas.microsoft.com/office/drawing/2014/main" id="{9765CEC2-44A8-4EE7-AD48-BDBD7849D07E}"/>
                </a:ext>
              </a:extLst>
            </p:cNvPr>
            <p:cNvSpPr>
              <a:spLocks noChangeArrowheads="1"/>
            </p:cNvSpPr>
            <p:nvPr/>
          </p:nvSpPr>
          <p:spPr bwMode="auto">
            <a:xfrm>
              <a:off x="192" y="2160"/>
              <a:ext cx="1968" cy="384"/>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36877" name="Object 16">
              <a:extLst>
                <a:ext uri="{FF2B5EF4-FFF2-40B4-BE49-F238E27FC236}">
                  <a16:creationId xmlns:a16="http://schemas.microsoft.com/office/drawing/2014/main" id="{CA6BC12F-1376-444F-AE62-FC727FE89AFC}"/>
                </a:ext>
              </a:extLst>
            </p:cNvPr>
            <p:cNvGraphicFramePr>
              <a:graphicFrameLocks noChangeAspect="1"/>
            </p:cNvGraphicFramePr>
            <p:nvPr/>
          </p:nvGraphicFramePr>
          <p:xfrm>
            <a:off x="288" y="2208"/>
            <a:ext cx="1844" cy="346"/>
          </p:xfrm>
          <a:graphic>
            <a:graphicData uri="http://schemas.openxmlformats.org/presentationml/2006/ole">
              <mc:AlternateContent xmlns:mc="http://schemas.openxmlformats.org/markup-compatibility/2006">
                <mc:Choice xmlns:v="urn:schemas-microsoft-com:vml" Requires="v">
                  <p:oleObj spid="_x0000_s36896" name="Equation" r:id="rId11" imgW="1219200" imgH="228600" progId="Equation.DSMT4">
                    <p:embed/>
                  </p:oleObj>
                </mc:Choice>
                <mc:Fallback>
                  <p:oleObj name="Equation" r:id="rId11" imgW="1219200" imgH="228600" progId="Equation.DSMT4">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8" y="2208"/>
                          <a:ext cx="1844" cy="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2481" name="AutoShape 17">
            <a:extLst>
              <a:ext uri="{FF2B5EF4-FFF2-40B4-BE49-F238E27FC236}">
                <a16:creationId xmlns:a16="http://schemas.microsoft.com/office/drawing/2014/main" id="{5B50A2D3-B5B2-4374-8C96-33AA2E50DB5D}"/>
              </a:ext>
            </a:extLst>
          </p:cNvPr>
          <p:cNvSpPr>
            <a:spLocks noChangeArrowheads="1"/>
          </p:cNvSpPr>
          <p:nvPr/>
        </p:nvSpPr>
        <p:spPr bwMode="auto">
          <a:xfrm>
            <a:off x="3352800" y="3810000"/>
            <a:ext cx="685800" cy="381000"/>
          </a:xfrm>
          <a:prstGeom prst="rightArrow">
            <a:avLst>
              <a:gd name="adj1" fmla="val 50000"/>
              <a:gd name="adj2" fmla="val 45000"/>
            </a:avLst>
          </a:prstGeom>
          <a:solidFill>
            <a:srgbClr val="FFFF00"/>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62483" name="Text Box 19">
            <a:extLst>
              <a:ext uri="{FF2B5EF4-FFF2-40B4-BE49-F238E27FC236}">
                <a16:creationId xmlns:a16="http://schemas.microsoft.com/office/drawing/2014/main" id="{EF21C341-3BD1-4EEB-B10F-6C918FD45F63}"/>
              </a:ext>
            </a:extLst>
          </p:cNvPr>
          <p:cNvSpPr txBox="1">
            <a:spLocks noChangeArrowheads="1"/>
          </p:cNvSpPr>
          <p:nvPr/>
        </p:nvSpPr>
        <p:spPr bwMode="auto">
          <a:xfrm>
            <a:off x="4114800" y="3429000"/>
            <a:ext cx="51816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50000"/>
              </a:spcBef>
              <a:buClrTx/>
              <a:buSzTx/>
              <a:buFontTx/>
              <a:buNone/>
            </a:pPr>
            <a:r>
              <a:rPr lang="en-US" altLang="zh-CN" sz="2400">
                <a:latin typeface="Times New Roman" panose="02020603050405020304" pitchFamily="18" charset="0"/>
                <a:ea typeface="宋体" panose="02010600030101010101" pitchFamily="2" charset="-122"/>
              </a:rPr>
              <a:t>No matter how the </a:t>
            </a:r>
            <a:r>
              <a:rPr lang="en-US" altLang="zh-CN" sz="2400" i="1">
                <a:solidFill>
                  <a:srgbClr val="FFFF00"/>
                </a:solidFill>
                <a:latin typeface="Times New Roman" panose="02020603050405020304" pitchFamily="18" charset="0"/>
                <a:ea typeface="宋体" panose="02010600030101010101" pitchFamily="2" charset="-122"/>
              </a:rPr>
              <a:t>anonymous</a:t>
            </a:r>
            <a:r>
              <a:rPr lang="en-US" altLang="zh-CN" sz="2400">
                <a:latin typeface="Times New Roman" panose="02020603050405020304" pitchFamily="18" charset="0"/>
                <a:ea typeface="宋体" panose="02010600030101010101" pitchFamily="2" charset="-122"/>
              </a:rPr>
              <a:t> functions are chosen on the </a:t>
            </a:r>
            <a:r>
              <a:rPr lang="en-US" altLang="zh-CN" sz="2400" b="1" i="1" u="sng">
                <a:solidFill>
                  <a:srgbClr val="FFFF00"/>
                </a:solidFill>
                <a:latin typeface="Times New Roman" panose="02020603050405020304" pitchFamily="18" charset="0"/>
                <a:ea typeface="宋体" panose="02010600030101010101" pitchFamily="2" charset="-122"/>
              </a:rPr>
              <a:t>left of the equal sign</a:t>
            </a:r>
            <a:r>
              <a:rPr lang="en-US" altLang="zh-CN" sz="2400">
                <a:latin typeface="Times New Roman" panose="02020603050405020304" pitchFamily="18" charset="0"/>
                <a:ea typeface="宋体" panose="02010600030101010101" pitchFamily="2" charset="-122"/>
              </a:rPr>
              <a:t>, </a:t>
            </a:r>
            <a:r>
              <a:rPr lang="en-US" altLang="zh-CN" sz="2400" i="1">
                <a:solidFill>
                  <a:srgbClr val="FFFF00"/>
                </a:solidFill>
                <a:latin typeface="Times New Roman" panose="02020603050405020304" pitchFamily="18" charset="0"/>
                <a:ea typeface="宋体" panose="02010600030101010101" pitchFamily="2" charset="-122"/>
              </a:rPr>
              <a:t>there is a way</a:t>
            </a:r>
            <a:r>
              <a:rPr lang="en-US" altLang="zh-CN" sz="2400">
                <a:latin typeface="Times New Roman" panose="02020603050405020304" pitchFamily="18" charset="0"/>
                <a:ea typeface="宋体" panose="02010600030101010101" pitchFamily="2" charset="-122"/>
              </a:rPr>
              <a:t> to choose the anonymous </a:t>
            </a:r>
            <a:r>
              <a:rPr lang="en-US" altLang="zh-CN" sz="2400" i="1">
                <a:solidFill>
                  <a:srgbClr val="FFFF00"/>
                </a:solidFill>
                <a:latin typeface="Times New Roman" panose="02020603050405020304" pitchFamily="18" charset="0"/>
                <a:ea typeface="宋体" panose="02010600030101010101" pitchFamily="2" charset="-122"/>
              </a:rPr>
              <a:t>functions</a:t>
            </a:r>
            <a:r>
              <a:rPr lang="en-US" altLang="zh-CN" sz="2400">
                <a:latin typeface="Times New Roman" panose="02020603050405020304" pitchFamily="18" charset="0"/>
                <a:ea typeface="宋体" panose="02010600030101010101" pitchFamily="2" charset="-122"/>
              </a:rPr>
              <a:t> on the right of the equal sign to make the equation </a:t>
            </a:r>
            <a:r>
              <a:rPr lang="en-US" altLang="zh-CN" sz="2400" b="1" i="1">
                <a:solidFill>
                  <a:srgbClr val="FFFF00"/>
                </a:solidFill>
                <a:latin typeface="Times New Roman" panose="02020603050405020304" pitchFamily="18" charset="0"/>
                <a:ea typeface="宋体" panose="02010600030101010101" pitchFamily="2" charset="-122"/>
              </a:rPr>
              <a:t>valid</a:t>
            </a:r>
            <a:r>
              <a:rPr lang="en-US" altLang="zh-CN" sz="2400">
                <a:latin typeface="Times New Roman" panose="02020603050405020304" pitchFamily="18" charset="0"/>
                <a:ea typeface="宋体" panose="02010600030101010101"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2473"/>
                                        </p:tgtEl>
                                        <p:attrNameLst>
                                          <p:attrName>style.visibility</p:attrName>
                                        </p:attrNameLst>
                                      </p:cBhvr>
                                      <p:to>
                                        <p:strVal val="visible"/>
                                      </p:to>
                                    </p:set>
                                    <p:animEffect transition="in" filter="checkerboard(across)">
                                      <p:cBhvr>
                                        <p:cTn id="12" dur="500"/>
                                        <p:tgtEl>
                                          <p:spTgt spid="624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heckerboard(across)">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2476"/>
                                        </p:tgtEl>
                                        <p:attrNameLst>
                                          <p:attrName>style.visibility</p:attrName>
                                        </p:attrNameLst>
                                      </p:cBhvr>
                                      <p:to>
                                        <p:strVal val="visible"/>
                                      </p:to>
                                    </p:set>
                                    <p:animEffect transition="in" filter="checkerboard(across)">
                                      <p:cBhvr>
                                        <p:cTn id="22" dur="500"/>
                                        <p:tgtEl>
                                          <p:spTgt spid="624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62475"/>
                                        </p:tgtEl>
                                        <p:attrNameLst>
                                          <p:attrName>style.visibility</p:attrName>
                                        </p:attrNameLst>
                                      </p:cBhvr>
                                      <p:to>
                                        <p:strVal val="visible"/>
                                      </p:to>
                                    </p:set>
                                    <p:animEffect transition="in" filter="checkerboard(across)">
                                      <p:cBhvr>
                                        <p:cTn id="27" dur="500"/>
                                        <p:tgtEl>
                                          <p:spTgt spid="6247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62478"/>
                                        </p:tgtEl>
                                        <p:attrNameLst>
                                          <p:attrName>style.visibility</p:attrName>
                                        </p:attrNameLst>
                                      </p:cBhvr>
                                      <p:to>
                                        <p:strVal val="visible"/>
                                      </p:to>
                                    </p:set>
                                    <p:animEffect transition="in" filter="checkerboard(across)">
                                      <p:cBhvr>
                                        <p:cTn id="32" dur="500"/>
                                        <p:tgtEl>
                                          <p:spTgt spid="6247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checkerboard(across)">
                                      <p:cBhvr>
                                        <p:cTn id="37" dur="500"/>
                                        <p:tgtEl>
                                          <p:spTgt spid="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62481"/>
                                        </p:tgtEl>
                                        <p:attrNameLst>
                                          <p:attrName>style.visibility</p:attrName>
                                        </p:attrNameLst>
                                      </p:cBhvr>
                                      <p:to>
                                        <p:strVal val="visible"/>
                                      </p:to>
                                    </p:set>
                                    <p:animEffect transition="in" filter="checkerboard(across)">
                                      <p:cBhvr>
                                        <p:cTn id="42" dur="500"/>
                                        <p:tgtEl>
                                          <p:spTgt spid="6248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62483"/>
                                        </p:tgtEl>
                                        <p:attrNameLst>
                                          <p:attrName>style.visibility</p:attrName>
                                        </p:attrNameLst>
                                      </p:cBhvr>
                                      <p:to>
                                        <p:strVal val="visible"/>
                                      </p:to>
                                    </p:set>
                                    <p:animEffect transition="in" filter="checkerboard(across)">
                                      <p:cBhvr>
                                        <p:cTn id="47" dur="500"/>
                                        <p:tgtEl>
                                          <p:spTgt spid="62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3" grpId="0" animBg="1"/>
      <p:bldP spid="62475" grpId="0" animBg="1"/>
      <p:bldP spid="62476" grpId="0" animBg="1"/>
      <p:bldP spid="62478" grpId="0" animBg="1"/>
      <p:bldP spid="62481" grpId="0" animBg="1"/>
      <p:bldP spid="6248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8B5C600E-6F5E-4BA4-8F14-776FB0819509}"/>
              </a:ext>
            </a:extLst>
          </p:cNvPr>
          <p:cNvSpPr>
            <a:spLocks noGrp="1" noChangeArrowheads="1"/>
          </p:cNvSpPr>
          <p:nvPr>
            <p:ph type="body" idx="1"/>
          </p:nvPr>
        </p:nvSpPr>
        <p:spPr>
          <a:xfrm>
            <a:off x="76200" y="1676400"/>
            <a:ext cx="8991600" cy="2286000"/>
          </a:xfrm>
        </p:spPr>
        <p:txBody>
          <a:bodyPr/>
          <a:lstStyle/>
          <a:p>
            <a:pPr marL="609600" indent="-609600" eaLnBrk="1" hangingPunct="1">
              <a:lnSpc>
                <a:spcPct val="90000"/>
              </a:lnSpc>
              <a:defRPr/>
            </a:pPr>
            <a:r>
              <a:rPr lang="en-US" altLang="zh-CN" sz="2600" b="1" i="1">
                <a:solidFill>
                  <a:srgbClr val="FFFF00"/>
                </a:solidFill>
                <a:latin typeface="Times New Roman" pitchFamily="18" charset="0"/>
                <a:ea typeface="宋体" pitchFamily="2" charset="-122"/>
              </a:rPr>
              <a:t>O</a:t>
            </a:r>
            <a:r>
              <a:rPr lang="en-US" altLang="zh-CN" sz="2600" b="1" i="1">
                <a:solidFill>
                  <a:srgbClr val="FFFF00"/>
                </a:solidFill>
                <a:latin typeface="Times New Roman" pitchFamily="18" charset="0"/>
                <a:ea typeface="宋体" pitchFamily="2" charset="-122"/>
                <a:sym typeface="Symbol" pitchFamily="18" charset="2"/>
              </a:rPr>
              <a:t>-notation</a:t>
            </a:r>
            <a:r>
              <a:rPr lang="en-US" altLang="zh-CN" sz="2600">
                <a:latin typeface="Times New Roman" pitchFamily="18" charset="0"/>
                <a:ea typeface="宋体" pitchFamily="2" charset="-122"/>
                <a:sym typeface="Symbol" pitchFamily="18" charset="2"/>
              </a:rPr>
              <a:t> may or may not be asymptotically tight</a:t>
            </a:r>
          </a:p>
          <a:p>
            <a:pPr marL="609600" indent="-609600" eaLnBrk="1" hangingPunct="1">
              <a:lnSpc>
                <a:spcPct val="90000"/>
              </a:lnSpc>
              <a:defRPr/>
            </a:pPr>
            <a:r>
              <a:rPr lang="en-US" altLang="zh-CN" sz="2600">
                <a:latin typeface="Times New Roman" pitchFamily="18" charset="0"/>
                <a:ea typeface="宋体" pitchFamily="2" charset="-122"/>
                <a:sym typeface="Symbol" pitchFamily="18" charset="2"/>
              </a:rPr>
              <a:t>We use </a:t>
            </a:r>
            <a:r>
              <a:rPr lang="en-US" altLang="zh-CN" sz="2600" i="1">
                <a:latin typeface="Times New Roman" pitchFamily="18" charset="0"/>
                <a:ea typeface="宋体" pitchFamily="2" charset="-122"/>
                <a:sym typeface="Symbol" pitchFamily="18" charset="2"/>
              </a:rPr>
              <a:t>o-notation</a:t>
            </a:r>
            <a:r>
              <a:rPr lang="en-US" altLang="zh-CN" sz="2600">
                <a:latin typeface="Times New Roman" pitchFamily="18" charset="0"/>
                <a:ea typeface="宋体" pitchFamily="2" charset="-122"/>
                <a:sym typeface="Symbol" pitchFamily="18" charset="2"/>
              </a:rPr>
              <a:t> to denote an upper bound that is </a:t>
            </a:r>
            <a:r>
              <a:rPr lang="en-US" altLang="zh-CN" sz="2600" i="1">
                <a:solidFill>
                  <a:srgbClr val="FFFF00"/>
                </a:solidFill>
                <a:latin typeface="Times New Roman" pitchFamily="18" charset="0"/>
                <a:ea typeface="宋体" pitchFamily="2" charset="-122"/>
                <a:sym typeface="Symbol" pitchFamily="18" charset="2"/>
              </a:rPr>
              <a:t>not asymptotically tight</a:t>
            </a:r>
            <a:endParaRPr lang="en-US" altLang="zh-CN" sz="2600">
              <a:ea typeface="宋体" pitchFamily="2" charset="-122"/>
            </a:endParaRPr>
          </a:p>
          <a:p>
            <a:pPr marL="1371600" lvl="2" indent="-457200" eaLnBrk="1" hangingPunct="1">
              <a:lnSpc>
                <a:spcPct val="90000"/>
              </a:lnSpc>
              <a:buFont typeface="Symbol" pitchFamily="18" charset="2"/>
              <a:buNone/>
              <a:defRPr/>
            </a:pPr>
            <a:r>
              <a:rPr lang="en-US" altLang="zh-CN" sz="2200" b="1" i="1">
                <a:solidFill>
                  <a:srgbClr val="FFFF00"/>
                </a:solidFill>
                <a:latin typeface="Times New Roman" pitchFamily="18" charset="0"/>
                <a:ea typeface="宋体" pitchFamily="2" charset="-122"/>
              </a:rPr>
              <a:t>o(g(n))</a:t>
            </a:r>
            <a:r>
              <a:rPr lang="en-US" altLang="zh-CN" sz="2200" i="1">
                <a:latin typeface="Times New Roman" pitchFamily="18" charset="0"/>
                <a:ea typeface="宋体" pitchFamily="2" charset="-122"/>
              </a:rPr>
              <a:t> </a:t>
            </a:r>
            <a:r>
              <a:rPr lang="en-US" altLang="zh-CN" sz="2200">
                <a:latin typeface="Times New Roman" pitchFamily="18" charset="0"/>
                <a:ea typeface="宋体" pitchFamily="2" charset="-122"/>
              </a:rPr>
              <a:t>= {</a:t>
            </a:r>
            <a:r>
              <a:rPr lang="en-US" altLang="zh-CN" sz="2200" b="1" i="1">
                <a:solidFill>
                  <a:srgbClr val="FFFF00"/>
                </a:solidFill>
                <a:latin typeface="Times New Roman" pitchFamily="18" charset="0"/>
                <a:ea typeface="宋体" pitchFamily="2" charset="-122"/>
              </a:rPr>
              <a:t>f (n)</a:t>
            </a:r>
            <a:r>
              <a:rPr lang="en-US" altLang="zh-CN" sz="2200" i="1">
                <a:latin typeface="Times New Roman" pitchFamily="18" charset="0"/>
                <a:ea typeface="宋体" pitchFamily="2" charset="-122"/>
              </a:rPr>
              <a:t> </a:t>
            </a:r>
            <a:r>
              <a:rPr lang="en-US" altLang="zh-CN" sz="2200">
                <a:latin typeface="Times New Roman" pitchFamily="18" charset="0"/>
                <a:ea typeface="宋体" pitchFamily="2" charset="-122"/>
              </a:rPr>
              <a:t>: for </a:t>
            </a:r>
            <a:r>
              <a:rPr lang="en-US" altLang="zh-CN" sz="2200" i="1" u="sng">
                <a:solidFill>
                  <a:srgbClr val="FFFF00"/>
                </a:solidFill>
                <a:latin typeface="Times New Roman" pitchFamily="18" charset="0"/>
                <a:ea typeface="宋体" pitchFamily="2" charset="-122"/>
              </a:rPr>
              <a:t>all constants c &gt; 0</a:t>
            </a:r>
            <a:r>
              <a:rPr lang="en-US" altLang="zh-CN" sz="2200" i="1">
                <a:latin typeface="Times New Roman" pitchFamily="18" charset="0"/>
                <a:ea typeface="宋体" pitchFamily="2" charset="-122"/>
              </a:rPr>
              <a:t>,  </a:t>
            </a:r>
            <a:r>
              <a:rPr lang="en-US" altLang="zh-CN" sz="2200">
                <a:latin typeface="Times New Roman" pitchFamily="18" charset="0"/>
                <a:ea typeface="宋体" pitchFamily="2" charset="-122"/>
              </a:rPr>
              <a:t>there exist a constant n</a:t>
            </a:r>
            <a:r>
              <a:rPr lang="en-US" altLang="zh-CN" sz="2200" baseline="-25000">
                <a:latin typeface="Times New Roman" pitchFamily="18" charset="0"/>
                <a:ea typeface="宋体" pitchFamily="2" charset="-122"/>
              </a:rPr>
              <a:t>0</a:t>
            </a:r>
            <a:r>
              <a:rPr lang="en-US" altLang="zh-CN" sz="2200">
                <a:solidFill>
                  <a:srgbClr val="99FF66"/>
                </a:solidFill>
                <a:latin typeface="Times New Roman" pitchFamily="18" charset="0"/>
                <a:ea typeface="宋体" pitchFamily="2" charset="-122"/>
              </a:rPr>
              <a:t>&gt; 0</a:t>
            </a:r>
            <a:r>
              <a:rPr lang="en-US" altLang="zh-CN" sz="2200">
                <a:latin typeface="Times New Roman" pitchFamily="18" charset="0"/>
                <a:ea typeface="宋体" pitchFamily="2" charset="-122"/>
              </a:rPr>
              <a:t> such that  </a:t>
            </a:r>
            <a:r>
              <a:rPr lang="en-US" altLang="zh-CN" sz="2200" i="1">
                <a:solidFill>
                  <a:srgbClr val="99FF66"/>
                </a:solidFill>
                <a:latin typeface="Times New Roman" pitchFamily="18" charset="0"/>
                <a:ea typeface="宋体" pitchFamily="2" charset="-122"/>
              </a:rPr>
              <a:t>0 ≤  f(n)</a:t>
            </a:r>
            <a:r>
              <a:rPr lang="en-US" altLang="zh-CN" sz="2200" i="1">
                <a:solidFill>
                  <a:srgbClr val="008000"/>
                </a:solidFill>
                <a:latin typeface="Times New Roman" pitchFamily="18" charset="0"/>
                <a:ea typeface="宋体" pitchFamily="2" charset="-122"/>
              </a:rPr>
              <a:t> </a:t>
            </a:r>
            <a:r>
              <a:rPr lang="en-US" altLang="zh-CN" sz="2200" b="1">
                <a:solidFill>
                  <a:srgbClr val="CC3300"/>
                </a:solidFill>
                <a:latin typeface="Times New Roman" pitchFamily="18" charset="0"/>
                <a:ea typeface="宋体" pitchFamily="2" charset="-122"/>
              </a:rPr>
              <a:t>&lt; </a:t>
            </a:r>
            <a:r>
              <a:rPr lang="en-US" altLang="zh-CN" sz="2200" i="1">
                <a:solidFill>
                  <a:srgbClr val="99FF66"/>
                </a:solidFill>
                <a:latin typeface="Times New Roman" pitchFamily="18" charset="0"/>
                <a:ea typeface="宋体" pitchFamily="2" charset="-122"/>
              </a:rPr>
              <a:t>cg(n)</a:t>
            </a:r>
            <a:r>
              <a:rPr lang="en-US" altLang="zh-CN" sz="2200" i="1">
                <a:latin typeface="Times New Roman" pitchFamily="18" charset="0"/>
                <a:ea typeface="宋体" pitchFamily="2" charset="-122"/>
              </a:rPr>
              <a:t> </a:t>
            </a:r>
            <a:r>
              <a:rPr lang="en-US" altLang="zh-CN" sz="2200">
                <a:latin typeface="Times New Roman" pitchFamily="18" charset="0"/>
                <a:ea typeface="宋体" pitchFamily="2" charset="-122"/>
              </a:rPr>
              <a:t>for all </a:t>
            </a:r>
            <a:r>
              <a:rPr lang="en-US" altLang="zh-CN" sz="2200" i="1">
                <a:solidFill>
                  <a:srgbClr val="99FF66"/>
                </a:solidFill>
                <a:latin typeface="Times New Roman" pitchFamily="18" charset="0"/>
                <a:ea typeface="宋体" pitchFamily="2" charset="-122"/>
              </a:rPr>
              <a:t>n </a:t>
            </a:r>
            <a:r>
              <a:rPr lang="en-US" altLang="zh-CN" sz="2200">
                <a:solidFill>
                  <a:srgbClr val="99FF66"/>
                </a:solidFill>
                <a:latin typeface="Times New Roman" pitchFamily="18" charset="0"/>
                <a:ea typeface="宋体" pitchFamily="2" charset="-122"/>
              </a:rPr>
              <a:t>≥</a:t>
            </a:r>
            <a:r>
              <a:rPr lang="en-US" altLang="zh-CN" sz="1800">
                <a:solidFill>
                  <a:srgbClr val="99FF66"/>
                </a:solidFill>
                <a:ea typeface="宋体" pitchFamily="2" charset="-122"/>
              </a:rPr>
              <a:t> </a:t>
            </a:r>
            <a:r>
              <a:rPr lang="en-US" altLang="zh-CN" sz="1800" i="1">
                <a:solidFill>
                  <a:srgbClr val="99FF66"/>
                </a:solidFill>
                <a:ea typeface="宋体" pitchFamily="2" charset="-122"/>
              </a:rPr>
              <a:t>n</a:t>
            </a:r>
            <a:r>
              <a:rPr lang="en-US" altLang="zh-CN" sz="1000">
                <a:solidFill>
                  <a:srgbClr val="99FF66"/>
                </a:solidFill>
                <a:ea typeface="宋体" pitchFamily="2" charset="-122"/>
              </a:rPr>
              <a:t>0</a:t>
            </a:r>
            <a:r>
              <a:rPr lang="en-US" altLang="zh-CN" sz="1800">
                <a:ea typeface="宋体" pitchFamily="2" charset="-122"/>
              </a:rPr>
              <a:t>}</a:t>
            </a:r>
            <a:endParaRPr lang="en-US" altLang="zh-CN" sz="2000">
              <a:latin typeface="Times New Roman" pitchFamily="18" charset="0"/>
              <a:ea typeface="宋体" pitchFamily="2" charset="-122"/>
            </a:endParaRPr>
          </a:p>
        </p:txBody>
      </p:sp>
      <p:sp>
        <p:nvSpPr>
          <p:cNvPr id="20494" name="Rectangle 14">
            <a:extLst>
              <a:ext uri="{FF2B5EF4-FFF2-40B4-BE49-F238E27FC236}">
                <a16:creationId xmlns:a16="http://schemas.microsoft.com/office/drawing/2014/main" id="{5A2CA793-E164-47F5-9D20-F06B35FB3732}"/>
              </a:ext>
            </a:extLst>
          </p:cNvPr>
          <p:cNvSpPr>
            <a:spLocks noGrp="1" noChangeArrowheads="1"/>
          </p:cNvSpPr>
          <p:nvPr>
            <p:ph type="title"/>
          </p:nvPr>
        </p:nvSpPr>
        <p:spPr/>
        <p:txBody>
          <a:bodyPr/>
          <a:lstStyle/>
          <a:p>
            <a:pPr eaLnBrk="1" hangingPunct="1">
              <a:defRPr/>
            </a:pPr>
            <a:r>
              <a:rPr lang="en-US" altLang="zh-CN" b="1">
                <a:latin typeface="Comic Sans MS" pitchFamily="66" charset="0"/>
                <a:ea typeface="宋体" pitchFamily="2" charset="-122"/>
              </a:rPr>
              <a:t>Asymptotic Notation(4)</a:t>
            </a:r>
          </a:p>
        </p:txBody>
      </p:sp>
      <p:sp>
        <p:nvSpPr>
          <p:cNvPr id="20496" name="Rectangle 16">
            <a:extLst>
              <a:ext uri="{FF2B5EF4-FFF2-40B4-BE49-F238E27FC236}">
                <a16:creationId xmlns:a16="http://schemas.microsoft.com/office/drawing/2014/main" id="{5A3C4026-0191-4983-BC7D-28DE4709E6EE}"/>
              </a:ext>
            </a:extLst>
          </p:cNvPr>
          <p:cNvSpPr>
            <a:spLocks noChangeArrowheads="1"/>
          </p:cNvSpPr>
          <p:nvPr/>
        </p:nvSpPr>
        <p:spPr bwMode="auto">
          <a:xfrm>
            <a:off x="76200" y="3733800"/>
            <a:ext cx="8458200" cy="1447800"/>
          </a:xfrm>
          <a:prstGeom prst="rect">
            <a:avLst/>
          </a:prstGeom>
          <a:noFill/>
          <a:ln w="9525">
            <a:noFill/>
            <a:miter lim="800000"/>
            <a:headEnd/>
            <a:tailEnd/>
          </a:ln>
          <a:effectLst/>
        </p:spPr>
        <p:txBody>
          <a:bodyPr/>
          <a:lstStyle/>
          <a:p>
            <a:pPr marL="609600" indent="-609600" eaLnBrk="1" hangingPunct="1">
              <a:lnSpc>
                <a:spcPct val="90000"/>
              </a:lnSpc>
              <a:spcBef>
                <a:spcPct val="20000"/>
              </a:spcBef>
              <a:buClr>
                <a:schemeClr val="hlink"/>
              </a:buClr>
              <a:buSzPct val="90000"/>
              <a:buFont typeface="Wingdings" pitchFamily="2" charset="2"/>
              <a:buBlip>
                <a:blip r:embed="rId4"/>
              </a:buBlip>
              <a:defRPr/>
            </a:pPr>
            <a:r>
              <a:rPr lang="en-US" altLang="zh-CN" sz="2600" b="1" i="1">
                <a:effectLst>
                  <a:outerShdw blurRad="38100" dist="38100" dir="2700000" algn="tl">
                    <a:srgbClr val="000000"/>
                  </a:outerShdw>
                </a:effectLst>
                <a:latin typeface="Times New Roman" pitchFamily="18" charset="0"/>
                <a:ea typeface="宋体" pitchFamily="2" charset="-122"/>
              </a:rPr>
              <a:t>Example: </a:t>
            </a:r>
            <a:r>
              <a:rPr lang="en-US" altLang="zh-CN" sz="2600" i="1">
                <a:effectLst>
                  <a:outerShdw blurRad="38100" dist="38100" dir="2700000" algn="tl">
                    <a:srgbClr val="000000"/>
                  </a:outerShdw>
                </a:effectLst>
                <a:latin typeface="Times New Roman" pitchFamily="18" charset="0"/>
                <a:ea typeface="宋体" pitchFamily="2" charset="-122"/>
              </a:rPr>
              <a:t>2n=o(n</a:t>
            </a:r>
            <a:r>
              <a:rPr lang="en-US" altLang="zh-CN" sz="2600" i="1" baseline="30000">
                <a:effectLst>
                  <a:outerShdw blurRad="38100" dist="38100" dir="2700000" algn="tl">
                    <a:srgbClr val="000000"/>
                  </a:outerShdw>
                </a:effectLst>
                <a:latin typeface="Times New Roman" pitchFamily="18" charset="0"/>
                <a:ea typeface="宋体" pitchFamily="2" charset="-122"/>
              </a:rPr>
              <a:t>2</a:t>
            </a:r>
            <a:r>
              <a:rPr lang="en-US" altLang="zh-CN" sz="2600" i="1">
                <a:effectLst>
                  <a:outerShdw blurRad="38100" dist="38100" dir="2700000" algn="tl">
                    <a:srgbClr val="000000"/>
                  </a:outerShdw>
                </a:effectLst>
                <a:latin typeface="Times New Roman" pitchFamily="18" charset="0"/>
                <a:ea typeface="宋体" pitchFamily="2" charset="-122"/>
              </a:rPr>
              <a:t>), but 2n</a:t>
            </a:r>
            <a:r>
              <a:rPr lang="en-US" altLang="zh-CN" sz="2600" i="1" baseline="30000">
                <a:effectLst>
                  <a:outerShdw blurRad="38100" dist="38100" dir="2700000" algn="tl">
                    <a:srgbClr val="000000"/>
                  </a:outerShdw>
                </a:effectLst>
                <a:latin typeface="Times New Roman" pitchFamily="18" charset="0"/>
                <a:ea typeface="宋体" pitchFamily="2" charset="-122"/>
              </a:rPr>
              <a:t>2</a:t>
            </a:r>
            <a:r>
              <a:rPr lang="en-US" altLang="zh-CN" sz="2600" i="1">
                <a:effectLst>
                  <a:outerShdw blurRad="38100" dist="38100" dir="2700000" algn="tl">
                    <a:srgbClr val="000000"/>
                  </a:outerShdw>
                </a:effectLst>
                <a:latin typeface="Times New Roman" pitchFamily="18" charset="0"/>
                <a:ea typeface="宋体" pitchFamily="2" charset="-122"/>
              </a:rPr>
              <a:t>≠o(n</a:t>
            </a:r>
            <a:r>
              <a:rPr lang="en-US" altLang="zh-CN" sz="2600" i="1" baseline="30000">
                <a:effectLst>
                  <a:outerShdw blurRad="38100" dist="38100" dir="2700000" algn="tl">
                    <a:srgbClr val="000000"/>
                  </a:outerShdw>
                </a:effectLst>
                <a:latin typeface="Times New Roman" pitchFamily="18" charset="0"/>
                <a:ea typeface="宋体" pitchFamily="2" charset="-122"/>
              </a:rPr>
              <a:t>2</a:t>
            </a:r>
            <a:r>
              <a:rPr lang="en-US" altLang="zh-CN" sz="2600" i="1">
                <a:effectLst>
                  <a:outerShdw blurRad="38100" dist="38100" dir="2700000" algn="tl">
                    <a:srgbClr val="000000"/>
                  </a:outerShdw>
                </a:effectLst>
                <a:latin typeface="Times New Roman" pitchFamily="18" charset="0"/>
                <a:ea typeface="宋体" pitchFamily="2" charset="-122"/>
              </a:rPr>
              <a:t>)</a:t>
            </a:r>
          </a:p>
          <a:p>
            <a:pPr marL="609600" indent="-609600" eaLnBrk="1" hangingPunct="1">
              <a:spcBef>
                <a:spcPct val="20000"/>
              </a:spcBef>
              <a:buClr>
                <a:schemeClr val="hlink"/>
              </a:buClr>
              <a:buSzPct val="90000"/>
              <a:buFont typeface="Wingdings" pitchFamily="2" charset="2"/>
              <a:buNone/>
              <a:defRPr/>
            </a:pPr>
            <a:r>
              <a:rPr lang="en-US" altLang="zh-CN" sz="2400">
                <a:effectLst>
                  <a:outerShdw blurRad="38100" dist="38100" dir="2700000" algn="tl">
                    <a:srgbClr val="000000"/>
                  </a:outerShdw>
                </a:effectLst>
                <a:latin typeface="Times New Roman" pitchFamily="18" charset="0"/>
                <a:ea typeface="宋体" pitchFamily="2" charset="-122"/>
              </a:rPr>
              <a:t>	             </a:t>
            </a:r>
            <a:r>
              <a:rPr lang="en-US" altLang="zh-CN" sz="2400" i="1">
                <a:effectLst>
                  <a:outerShdw blurRad="38100" dist="38100" dir="2700000" algn="tl">
                    <a:srgbClr val="000000"/>
                  </a:outerShdw>
                </a:effectLst>
                <a:latin typeface="Times New Roman" pitchFamily="18" charset="0"/>
                <a:ea typeface="宋体" pitchFamily="2" charset="-122"/>
              </a:rPr>
              <a:t>1.9999n = o(</a:t>
            </a:r>
            <a:r>
              <a:rPr lang="en-US" altLang="zh-CN" sz="2600" i="1">
                <a:effectLst>
                  <a:outerShdw blurRad="38100" dist="38100" dir="2700000" algn="tl">
                    <a:srgbClr val="000000"/>
                  </a:outerShdw>
                </a:effectLst>
                <a:latin typeface="Times New Roman" pitchFamily="18" charset="0"/>
                <a:ea typeface="宋体" pitchFamily="2" charset="-122"/>
              </a:rPr>
              <a:t>n</a:t>
            </a:r>
            <a:r>
              <a:rPr lang="en-US" altLang="zh-CN" sz="2600" i="1" baseline="30000">
                <a:effectLst>
                  <a:outerShdw blurRad="38100" dist="38100" dir="2700000" algn="tl">
                    <a:srgbClr val="000000"/>
                  </a:outerShdw>
                </a:effectLst>
                <a:latin typeface="Times New Roman" pitchFamily="18" charset="0"/>
                <a:ea typeface="宋体" pitchFamily="2" charset="-122"/>
              </a:rPr>
              <a:t>2</a:t>
            </a:r>
            <a:r>
              <a:rPr lang="en-US" altLang="zh-CN" sz="2400" i="1">
                <a:effectLst>
                  <a:outerShdw blurRad="38100" dist="38100" dir="2700000" algn="tl">
                    <a:srgbClr val="000000"/>
                  </a:outerShdw>
                </a:effectLst>
                <a:latin typeface="Times New Roman" pitchFamily="18" charset="0"/>
                <a:ea typeface="宋体" pitchFamily="2" charset="-122"/>
              </a:rPr>
              <a:t>) </a:t>
            </a:r>
            <a:r>
              <a:rPr lang="en-US" altLang="zh-CN" sz="2400">
                <a:effectLst>
                  <a:outerShdw blurRad="38100" dist="38100" dir="2700000" algn="tl">
                    <a:srgbClr val="000000"/>
                  </a:outerShdw>
                </a:effectLst>
                <a:latin typeface="Times New Roman" pitchFamily="18" charset="0"/>
                <a:ea typeface="宋体" pitchFamily="2" charset="-122"/>
              </a:rPr>
              <a:t>,	</a:t>
            </a:r>
            <a:r>
              <a:rPr lang="en-US" altLang="zh-CN" sz="2400" i="1">
                <a:effectLst>
                  <a:outerShdw blurRad="38100" dist="38100" dir="2700000" algn="tl">
                    <a:srgbClr val="000000"/>
                  </a:outerShdw>
                </a:effectLst>
                <a:latin typeface="Times New Roman" pitchFamily="18" charset="0"/>
                <a:ea typeface="宋体" pitchFamily="2" charset="-122"/>
              </a:rPr>
              <a:t>n²</a:t>
            </a:r>
            <a:r>
              <a:rPr lang="en-US" altLang="zh-CN" sz="2400">
                <a:effectLst>
                  <a:outerShdw blurRad="38100" dist="38100" dir="2700000" algn="tl">
                    <a:srgbClr val="000000"/>
                  </a:outerShdw>
                </a:effectLst>
                <a:latin typeface="Times New Roman" pitchFamily="18" charset="0"/>
                <a:ea typeface="宋体" pitchFamily="2" charset="-122"/>
                <a:sym typeface="Symbol" pitchFamily="18" charset="2"/>
              </a:rPr>
              <a:t>  / </a:t>
            </a:r>
            <a:r>
              <a:rPr lang="en-US" altLang="zh-CN" sz="2400" i="1">
                <a:effectLst>
                  <a:outerShdw blurRad="38100" dist="38100" dir="2700000" algn="tl">
                    <a:srgbClr val="000000"/>
                  </a:outerShdw>
                </a:effectLst>
                <a:latin typeface="Times New Roman" pitchFamily="18" charset="0"/>
                <a:ea typeface="宋体" pitchFamily="2" charset="-122"/>
                <a:sym typeface="Symbol" pitchFamily="18" charset="2"/>
              </a:rPr>
              <a:t>lg</a:t>
            </a:r>
            <a:r>
              <a:rPr lang="en-US" altLang="zh-CN" sz="2400">
                <a:effectLst>
                  <a:outerShdw blurRad="38100" dist="38100" dir="2700000" algn="tl">
                    <a:srgbClr val="000000"/>
                  </a:outerShdw>
                </a:effectLst>
                <a:latin typeface="Times New Roman" pitchFamily="18" charset="0"/>
                <a:ea typeface="宋体" pitchFamily="2" charset="-122"/>
                <a:sym typeface="Symbol" pitchFamily="18" charset="2"/>
              </a:rPr>
              <a:t> </a:t>
            </a:r>
            <a:r>
              <a:rPr lang="en-US" altLang="zh-CN" sz="2400" i="1">
                <a:effectLst>
                  <a:outerShdw blurRad="38100" dist="38100" dir="2700000" algn="tl">
                    <a:srgbClr val="000000"/>
                  </a:outerShdw>
                </a:effectLst>
                <a:latin typeface="Times New Roman" pitchFamily="18" charset="0"/>
                <a:ea typeface="宋体" pitchFamily="2" charset="-122"/>
              </a:rPr>
              <a:t>n </a:t>
            </a:r>
            <a:r>
              <a:rPr lang="en-US" altLang="zh-CN" sz="2400">
                <a:effectLst>
                  <a:outerShdw blurRad="38100" dist="38100" dir="2700000" algn="tl">
                    <a:srgbClr val="000000"/>
                  </a:outerShdw>
                </a:effectLst>
                <a:latin typeface="Times New Roman" pitchFamily="18" charset="0"/>
                <a:ea typeface="宋体" pitchFamily="2" charset="-122"/>
              </a:rPr>
              <a:t>= </a:t>
            </a:r>
            <a:r>
              <a:rPr lang="en-US" altLang="zh-CN" sz="2400" i="1">
                <a:effectLst>
                  <a:outerShdw blurRad="38100" dist="38100" dir="2700000" algn="tl">
                    <a:srgbClr val="000000"/>
                  </a:outerShdw>
                </a:effectLst>
                <a:latin typeface="Times New Roman" pitchFamily="18" charset="0"/>
                <a:ea typeface="宋体" pitchFamily="2" charset="-122"/>
                <a:sym typeface="Symbol" pitchFamily="18" charset="2"/>
              </a:rPr>
              <a:t></a:t>
            </a:r>
            <a:r>
              <a:rPr lang="en-US" altLang="zh-CN" sz="2400" i="1">
                <a:effectLst>
                  <a:outerShdw blurRad="38100" dist="38100" dir="2700000" algn="tl">
                    <a:srgbClr val="000000"/>
                  </a:outerShdw>
                </a:effectLst>
                <a:latin typeface="Times New Roman" pitchFamily="18" charset="0"/>
                <a:ea typeface="宋体" pitchFamily="2" charset="-122"/>
              </a:rPr>
              <a:t>(n²)</a:t>
            </a:r>
            <a:r>
              <a:rPr lang="en-US" altLang="zh-CN" sz="2400">
                <a:effectLst>
                  <a:outerShdw blurRad="38100" dist="38100" dir="2700000" algn="tl">
                    <a:srgbClr val="000000"/>
                  </a:outerShdw>
                </a:effectLst>
                <a:latin typeface="Times New Roman" pitchFamily="18" charset="0"/>
                <a:ea typeface="宋体" pitchFamily="2" charset="-122"/>
              </a:rPr>
              <a:t>,   </a:t>
            </a:r>
          </a:p>
          <a:p>
            <a:pPr marL="990600" lvl="1" indent="-533400" eaLnBrk="1" hangingPunct="1">
              <a:spcBef>
                <a:spcPct val="20000"/>
              </a:spcBef>
              <a:defRPr/>
            </a:pPr>
            <a:r>
              <a:rPr lang="en-US" altLang="zh-CN" sz="2400">
                <a:effectLst>
                  <a:outerShdw blurRad="38100" dist="38100" dir="2700000" algn="tl">
                    <a:srgbClr val="000000"/>
                  </a:outerShdw>
                </a:effectLst>
                <a:latin typeface="Times New Roman" pitchFamily="18" charset="0"/>
                <a:ea typeface="宋体" pitchFamily="2" charset="-122"/>
              </a:rPr>
              <a:t>           </a:t>
            </a:r>
            <a:r>
              <a:rPr lang="en-US" altLang="zh-CN" sz="2400" i="1">
                <a:effectLst>
                  <a:outerShdw blurRad="38100" dist="38100" dir="2700000" algn="tl">
                    <a:srgbClr val="000000"/>
                  </a:outerShdw>
                </a:effectLst>
                <a:latin typeface="Times New Roman" pitchFamily="18" charset="0"/>
                <a:ea typeface="宋体" pitchFamily="2" charset="-122"/>
              </a:rPr>
              <a:t>n²</a:t>
            </a:r>
            <a:r>
              <a:rPr lang="en-US" altLang="zh-CN" sz="2400">
                <a:effectLst>
                  <a:outerShdw blurRad="38100" dist="38100" dir="2700000" algn="tl">
                    <a:srgbClr val="000000"/>
                  </a:outerShdw>
                </a:effectLst>
                <a:latin typeface="Times New Roman" pitchFamily="18" charset="0"/>
                <a:ea typeface="宋体" pitchFamily="2" charset="-122"/>
                <a:sym typeface="Symbol" pitchFamily="18" charset="2"/>
              </a:rPr>
              <a:t> </a:t>
            </a:r>
            <a:r>
              <a:rPr lang="en-US" altLang="zh-CN" sz="2400">
                <a:effectLst>
                  <a:outerShdw blurRad="38100" dist="38100" dir="2700000" algn="tl">
                    <a:srgbClr val="000000"/>
                  </a:outerShdw>
                </a:effectLst>
                <a:latin typeface="Times New Roman" pitchFamily="18" charset="0"/>
                <a:ea typeface="宋体" pitchFamily="2" charset="-122"/>
              </a:rPr>
              <a:t> </a:t>
            </a:r>
            <a:r>
              <a:rPr lang="en-US" altLang="zh-CN" sz="2400" i="1">
                <a:effectLst>
                  <a:outerShdw blurRad="38100" dist="38100" dir="2700000" algn="tl">
                    <a:srgbClr val="000000"/>
                  </a:outerShdw>
                </a:effectLst>
                <a:latin typeface="Times New Roman" pitchFamily="18" charset="0"/>
                <a:ea typeface="宋体" pitchFamily="2" charset="-122"/>
                <a:sym typeface="Symbol" pitchFamily="18" charset="2"/>
              </a:rPr>
              <a:t></a:t>
            </a:r>
            <a:r>
              <a:rPr lang="en-US" altLang="zh-CN" sz="2400" i="1">
                <a:effectLst>
                  <a:outerShdw blurRad="38100" dist="38100" dir="2700000" algn="tl">
                    <a:srgbClr val="000000"/>
                  </a:outerShdw>
                </a:effectLst>
                <a:latin typeface="Times New Roman" pitchFamily="18" charset="0"/>
                <a:ea typeface="宋体" pitchFamily="2" charset="-122"/>
              </a:rPr>
              <a:t>(n²), </a:t>
            </a:r>
            <a:r>
              <a:rPr lang="en-US" altLang="zh-CN" sz="2400">
                <a:effectLst>
                  <a:outerShdw blurRad="38100" dist="38100" dir="2700000" algn="tl">
                    <a:srgbClr val="000000"/>
                  </a:outerShdw>
                </a:effectLst>
                <a:latin typeface="Times New Roman" pitchFamily="18" charset="0"/>
                <a:ea typeface="宋体" pitchFamily="2" charset="-122"/>
              </a:rPr>
              <a:t>	</a:t>
            </a:r>
            <a:r>
              <a:rPr lang="en-US" altLang="zh-CN" sz="2400" i="1">
                <a:effectLst>
                  <a:outerShdw blurRad="38100" dist="38100" dir="2700000" algn="tl">
                    <a:srgbClr val="000000"/>
                  </a:outerShdw>
                </a:effectLst>
                <a:latin typeface="Times New Roman" pitchFamily="18" charset="0"/>
                <a:ea typeface="宋体" pitchFamily="2" charset="-122"/>
              </a:rPr>
              <a:t>n²/1000</a:t>
            </a:r>
            <a:r>
              <a:rPr lang="en-US" altLang="zh-CN" sz="2400">
                <a:effectLst>
                  <a:outerShdw blurRad="38100" dist="38100" dir="2700000" algn="tl">
                    <a:srgbClr val="000000"/>
                  </a:outerShdw>
                </a:effectLst>
                <a:latin typeface="Times New Roman" pitchFamily="18" charset="0"/>
                <a:ea typeface="宋体" pitchFamily="2" charset="-122"/>
                <a:sym typeface="Symbol" pitchFamily="18" charset="2"/>
              </a:rPr>
              <a:t> </a:t>
            </a:r>
            <a:r>
              <a:rPr lang="en-US" altLang="zh-CN" sz="2400">
                <a:effectLst>
                  <a:outerShdw blurRad="38100" dist="38100" dir="2700000" algn="tl">
                    <a:srgbClr val="000000"/>
                  </a:outerShdw>
                </a:effectLst>
                <a:latin typeface="Times New Roman" pitchFamily="18" charset="0"/>
                <a:ea typeface="宋体" pitchFamily="2" charset="-122"/>
              </a:rPr>
              <a:t> </a:t>
            </a:r>
            <a:r>
              <a:rPr lang="en-US" altLang="zh-CN" sz="2400" i="1">
                <a:effectLst>
                  <a:outerShdw blurRad="38100" dist="38100" dir="2700000" algn="tl">
                    <a:srgbClr val="000000"/>
                  </a:outerShdw>
                </a:effectLst>
                <a:latin typeface="Times New Roman" pitchFamily="18" charset="0"/>
                <a:ea typeface="宋体" pitchFamily="2" charset="-122"/>
                <a:sym typeface="Symbol" pitchFamily="18" charset="2"/>
              </a:rPr>
              <a:t></a:t>
            </a:r>
            <a:r>
              <a:rPr lang="en-US" altLang="zh-CN" sz="2400" i="1">
                <a:effectLst>
                  <a:outerShdw blurRad="38100" dist="38100" dir="2700000" algn="tl">
                    <a:srgbClr val="000000"/>
                  </a:outerShdw>
                </a:effectLst>
                <a:latin typeface="Times New Roman" pitchFamily="18" charset="0"/>
                <a:ea typeface="宋体" pitchFamily="2" charset="-122"/>
              </a:rPr>
              <a:t>(n²)</a:t>
            </a:r>
          </a:p>
        </p:txBody>
      </p:sp>
      <p:grpSp>
        <p:nvGrpSpPr>
          <p:cNvPr id="2" name="Group 19">
            <a:extLst>
              <a:ext uri="{FF2B5EF4-FFF2-40B4-BE49-F238E27FC236}">
                <a16:creationId xmlns:a16="http://schemas.microsoft.com/office/drawing/2014/main" id="{BF9342E1-C612-489F-BB4D-7FB8BF057227}"/>
              </a:ext>
            </a:extLst>
          </p:cNvPr>
          <p:cNvGrpSpPr>
            <a:grpSpLocks/>
          </p:cNvGrpSpPr>
          <p:nvPr/>
        </p:nvGrpSpPr>
        <p:grpSpPr bwMode="auto">
          <a:xfrm>
            <a:off x="228600" y="5257800"/>
            <a:ext cx="2819400" cy="1295400"/>
            <a:chOff x="384" y="3312"/>
            <a:chExt cx="1776" cy="816"/>
          </a:xfrm>
        </p:grpSpPr>
        <p:sp>
          <p:nvSpPr>
            <p:cNvPr id="38924" name="Rectangle 17">
              <a:extLst>
                <a:ext uri="{FF2B5EF4-FFF2-40B4-BE49-F238E27FC236}">
                  <a16:creationId xmlns:a16="http://schemas.microsoft.com/office/drawing/2014/main" id="{60D57FAD-EB2F-4474-AC30-82EBB52FFADC}"/>
                </a:ext>
              </a:extLst>
            </p:cNvPr>
            <p:cNvSpPr>
              <a:spLocks noChangeArrowheads="1"/>
            </p:cNvSpPr>
            <p:nvPr/>
          </p:nvSpPr>
          <p:spPr bwMode="auto">
            <a:xfrm>
              <a:off x="384" y="3312"/>
              <a:ext cx="1776" cy="816"/>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38925" name="Object 18">
              <a:extLst>
                <a:ext uri="{FF2B5EF4-FFF2-40B4-BE49-F238E27FC236}">
                  <a16:creationId xmlns:a16="http://schemas.microsoft.com/office/drawing/2014/main" id="{029E19D8-96D6-4BE4-AE1D-06E6DD82BAB2}"/>
                </a:ext>
              </a:extLst>
            </p:cNvPr>
            <p:cNvGraphicFramePr>
              <a:graphicFrameLocks noChangeAspect="1"/>
            </p:cNvGraphicFramePr>
            <p:nvPr/>
          </p:nvGraphicFramePr>
          <p:xfrm>
            <a:off x="480" y="3360"/>
            <a:ext cx="1536" cy="720"/>
          </p:xfrm>
          <a:graphic>
            <a:graphicData uri="http://schemas.openxmlformats.org/presentationml/2006/ole">
              <mc:AlternateContent xmlns:mc="http://schemas.openxmlformats.org/markup-compatibility/2006">
                <mc:Choice xmlns:v="urn:schemas-microsoft-com:vml" Requires="v">
                  <p:oleObj spid="_x0000_s38934" name="Equation" r:id="rId7" imgW="990170" imgH="431613" progId="Equation.DSMT4">
                    <p:embed/>
                  </p:oleObj>
                </mc:Choice>
                <mc:Fallback>
                  <p:oleObj name="Equation" r:id="rId7" imgW="990170" imgH="431613" progId="Equation.DSMT4">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0" y="3360"/>
                          <a:ext cx="1536"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0500" name="AutoShape 20">
            <a:extLst>
              <a:ext uri="{FF2B5EF4-FFF2-40B4-BE49-F238E27FC236}">
                <a16:creationId xmlns:a16="http://schemas.microsoft.com/office/drawing/2014/main" id="{95EFF4C7-877A-41DF-A6C3-33D1F904F893}"/>
              </a:ext>
            </a:extLst>
          </p:cNvPr>
          <p:cNvSpPr>
            <a:spLocks noChangeArrowheads="1"/>
          </p:cNvSpPr>
          <p:nvPr/>
        </p:nvSpPr>
        <p:spPr bwMode="auto">
          <a:xfrm>
            <a:off x="3200400" y="5715000"/>
            <a:ext cx="914400" cy="533400"/>
          </a:xfrm>
          <a:prstGeom prst="rightArrow">
            <a:avLst>
              <a:gd name="adj1" fmla="val 50000"/>
              <a:gd name="adj2" fmla="val 42857"/>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pSp>
        <p:nvGrpSpPr>
          <p:cNvPr id="3" name="Group 27">
            <a:extLst>
              <a:ext uri="{FF2B5EF4-FFF2-40B4-BE49-F238E27FC236}">
                <a16:creationId xmlns:a16="http://schemas.microsoft.com/office/drawing/2014/main" id="{27ADF576-3F35-4E1C-A4FE-1403FCF184CC}"/>
              </a:ext>
            </a:extLst>
          </p:cNvPr>
          <p:cNvGrpSpPr>
            <a:grpSpLocks/>
          </p:cNvGrpSpPr>
          <p:nvPr/>
        </p:nvGrpSpPr>
        <p:grpSpPr bwMode="auto">
          <a:xfrm>
            <a:off x="4343400" y="5257800"/>
            <a:ext cx="4800600" cy="1295400"/>
            <a:chOff x="2736" y="3312"/>
            <a:chExt cx="3024" cy="816"/>
          </a:xfrm>
        </p:grpSpPr>
        <p:sp>
          <p:nvSpPr>
            <p:cNvPr id="38922" name="Rectangle 22">
              <a:extLst>
                <a:ext uri="{FF2B5EF4-FFF2-40B4-BE49-F238E27FC236}">
                  <a16:creationId xmlns:a16="http://schemas.microsoft.com/office/drawing/2014/main" id="{6CB991B5-F4E3-4CBB-B18D-40F971C820C5}"/>
                </a:ext>
              </a:extLst>
            </p:cNvPr>
            <p:cNvSpPr>
              <a:spLocks noChangeArrowheads="1"/>
            </p:cNvSpPr>
            <p:nvPr/>
          </p:nvSpPr>
          <p:spPr bwMode="auto">
            <a:xfrm>
              <a:off x="2736" y="3312"/>
              <a:ext cx="3024" cy="816"/>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38923" name="Object 23">
              <a:extLst>
                <a:ext uri="{FF2B5EF4-FFF2-40B4-BE49-F238E27FC236}">
                  <a16:creationId xmlns:a16="http://schemas.microsoft.com/office/drawing/2014/main" id="{D03C59E1-AB4F-42C2-BBAF-A11B85253AF3}"/>
                </a:ext>
              </a:extLst>
            </p:cNvPr>
            <p:cNvGraphicFramePr>
              <a:graphicFrameLocks noChangeAspect="1"/>
            </p:cNvGraphicFramePr>
            <p:nvPr/>
          </p:nvGraphicFramePr>
          <p:xfrm>
            <a:off x="2832" y="3414"/>
            <a:ext cx="2928" cy="618"/>
          </p:xfrm>
          <a:graphic>
            <a:graphicData uri="http://schemas.openxmlformats.org/presentationml/2006/ole">
              <mc:AlternateContent xmlns:mc="http://schemas.openxmlformats.org/markup-compatibility/2006">
                <mc:Choice xmlns:v="urn:schemas-microsoft-com:vml" Requires="v">
                  <p:oleObj spid="_x0000_s38935" name="Equation" r:id="rId9" imgW="2184400" imgH="457200" progId="Equation.DSMT4">
                    <p:embed/>
                  </p:oleObj>
                </mc:Choice>
                <mc:Fallback>
                  <p:oleObj name="Equation" r:id="rId9" imgW="2184400" imgH="457200" progId="Equation.DSMT4">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32" y="3414"/>
                          <a:ext cx="2928" cy="6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0504" name="Oval 24">
            <a:extLst>
              <a:ext uri="{FF2B5EF4-FFF2-40B4-BE49-F238E27FC236}">
                <a16:creationId xmlns:a16="http://schemas.microsoft.com/office/drawing/2014/main" id="{A234E57B-146A-461E-997A-73AF76366C08}"/>
              </a:ext>
            </a:extLst>
          </p:cNvPr>
          <p:cNvSpPr>
            <a:spLocks noChangeArrowheads="1"/>
          </p:cNvSpPr>
          <p:nvPr/>
        </p:nvSpPr>
        <p:spPr bwMode="auto">
          <a:xfrm>
            <a:off x="4343400" y="5334000"/>
            <a:ext cx="381000" cy="5334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20506" name="Oval 26">
            <a:extLst>
              <a:ext uri="{FF2B5EF4-FFF2-40B4-BE49-F238E27FC236}">
                <a16:creationId xmlns:a16="http://schemas.microsoft.com/office/drawing/2014/main" id="{FF76E301-5477-4C46-B7FD-C18F3D986BAB}"/>
              </a:ext>
            </a:extLst>
          </p:cNvPr>
          <p:cNvSpPr>
            <a:spLocks noChangeArrowheads="1"/>
          </p:cNvSpPr>
          <p:nvPr/>
        </p:nvSpPr>
        <p:spPr bwMode="auto">
          <a:xfrm>
            <a:off x="4419600" y="5943600"/>
            <a:ext cx="381000" cy="5334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checkerboard(across)">
                                      <p:cBhvr>
                                        <p:cTn id="7" dur="500"/>
                                        <p:tgtEl>
                                          <p:spTgt spid="204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checkerboard(across)">
                                      <p:cBhvr>
                                        <p:cTn id="12" dur="500"/>
                                        <p:tgtEl>
                                          <p:spTgt spid="20483">
                                            <p:txEl>
                                              <p:pRg st="1" end="1"/>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Effect transition="in" filter="checkerboard(across)">
                                      <p:cBhvr>
                                        <p:cTn id="15" dur="500"/>
                                        <p:tgtEl>
                                          <p:spTgt spid="2048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20496"/>
                                        </p:tgtEl>
                                        <p:attrNameLst>
                                          <p:attrName>style.visibility</p:attrName>
                                        </p:attrNameLst>
                                      </p:cBhvr>
                                      <p:to>
                                        <p:strVal val="visible"/>
                                      </p:to>
                                    </p:set>
                                    <p:animEffect transition="in" filter="checkerboard(across)">
                                      <p:cBhvr>
                                        <p:cTn id="20" dur="500"/>
                                        <p:tgtEl>
                                          <p:spTgt spid="2049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checkerboard(across)">
                                      <p:cBhvr>
                                        <p:cTn id="25" dur="500"/>
                                        <p:tgtEl>
                                          <p:spTgt spid="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20500"/>
                                        </p:tgtEl>
                                        <p:attrNameLst>
                                          <p:attrName>style.visibility</p:attrName>
                                        </p:attrNameLst>
                                      </p:cBhvr>
                                      <p:to>
                                        <p:strVal val="visible"/>
                                      </p:to>
                                    </p:set>
                                    <p:animEffect transition="in" filter="checkerboard(across)">
                                      <p:cBhvr>
                                        <p:cTn id="30" dur="500"/>
                                        <p:tgtEl>
                                          <p:spTgt spid="2050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checkerboard(across)">
                                      <p:cBhvr>
                                        <p:cTn id="35" dur="500"/>
                                        <p:tgtEl>
                                          <p:spTgt spid="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20504"/>
                                        </p:tgtEl>
                                        <p:attrNameLst>
                                          <p:attrName>style.visibility</p:attrName>
                                        </p:attrNameLst>
                                      </p:cBhvr>
                                      <p:to>
                                        <p:strVal val="visible"/>
                                      </p:to>
                                    </p:set>
                                    <p:animEffect transition="in" filter="checkerboard(across)">
                                      <p:cBhvr>
                                        <p:cTn id="40" dur="500"/>
                                        <p:tgtEl>
                                          <p:spTgt spid="2050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20506"/>
                                        </p:tgtEl>
                                        <p:attrNameLst>
                                          <p:attrName>style.visibility</p:attrName>
                                        </p:attrNameLst>
                                      </p:cBhvr>
                                      <p:to>
                                        <p:strVal val="visible"/>
                                      </p:to>
                                    </p:set>
                                    <p:animEffect transition="in" filter="checkerboard(across)">
                                      <p:cBhvr>
                                        <p:cTn id="45" dur="500"/>
                                        <p:tgtEl>
                                          <p:spTgt spid="20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P spid="20496" grpId="0"/>
      <p:bldP spid="20500" grpId="0" animBg="1"/>
      <p:bldP spid="20504" grpId="0" animBg="1"/>
      <p:bldP spid="2050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06C2D059-8DAF-4F7F-A82E-CD639D97652E}"/>
              </a:ext>
            </a:extLst>
          </p:cNvPr>
          <p:cNvSpPr>
            <a:spLocks noGrp="1" noChangeArrowheads="1"/>
          </p:cNvSpPr>
          <p:nvPr>
            <p:ph type="title"/>
          </p:nvPr>
        </p:nvSpPr>
        <p:spPr/>
        <p:txBody>
          <a:bodyPr/>
          <a:lstStyle/>
          <a:p>
            <a:pPr eaLnBrk="1" hangingPunct="1">
              <a:defRPr/>
            </a:pPr>
            <a:r>
              <a:rPr lang="en-US" altLang="zh-CN">
                <a:latin typeface="Comic Sans MS" pitchFamily="66" charset="0"/>
                <a:ea typeface="宋体" pitchFamily="2" charset="-122"/>
              </a:rPr>
              <a:t>o-notation</a:t>
            </a:r>
          </a:p>
        </p:txBody>
      </p:sp>
      <p:sp>
        <p:nvSpPr>
          <p:cNvPr id="67587" name="Rectangle 3">
            <a:extLst>
              <a:ext uri="{FF2B5EF4-FFF2-40B4-BE49-F238E27FC236}">
                <a16:creationId xmlns:a16="http://schemas.microsoft.com/office/drawing/2014/main" id="{1B18659F-D749-429D-AEAB-61BF9CDF861C}"/>
              </a:ext>
            </a:extLst>
          </p:cNvPr>
          <p:cNvSpPr>
            <a:spLocks noGrp="1" noChangeArrowheads="1"/>
          </p:cNvSpPr>
          <p:nvPr>
            <p:ph type="body" idx="1"/>
          </p:nvPr>
        </p:nvSpPr>
        <p:spPr>
          <a:xfrm>
            <a:off x="457200" y="1600200"/>
            <a:ext cx="7924800" cy="1600200"/>
          </a:xfrm>
        </p:spPr>
        <p:txBody>
          <a:bodyPr/>
          <a:lstStyle/>
          <a:p>
            <a:pPr eaLnBrk="1" hangingPunct="1">
              <a:defRPr/>
            </a:pPr>
            <a:r>
              <a:rPr lang="en-US" altLang="zh-CN" sz="3000">
                <a:latin typeface="Times New Roman" pitchFamily="18" charset="0"/>
                <a:ea typeface="宋体" pitchFamily="2" charset="-122"/>
              </a:rPr>
              <a:t>Intuitively, in the o-notation, the function </a:t>
            </a:r>
            <a:r>
              <a:rPr lang="en-US" altLang="zh-CN" sz="3000" i="1">
                <a:solidFill>
                  <a:srgbClr val="FFFF00"/>
                </a:solidFill>
                <a:latin typeface="Times New Roman" pitchFamily="18" charset="0"/>
                <a:ea typeface="宋体" pitchFamily="2" charset="-122"/>
              </a:rPr>
              <a:t>f(n)</a:t>
            </a:r>
            <a:r>
              <a:rPr lang="en-US" altLang="zh-CN" sz="3000">
                <a:latin typeface="Times New Roman" pitchFamily="18" charset="0"/>
                <a:ea typeface="宋体" pitchFamily="2" charset="-122"/>
              </a:rPr>
              <a:t> becomes </a:t>
            </a:r>
            <a:r>
              <a:rPr lang="en-US" altLang="zh-CN" sz="3000" i="1">
                <a:solidFill>
                  <a:srgbClr val="FFFF00"/>
                </a:solidFill>
                <a:latin typeface="Times New Roman" pitchFamily="18" charset="0"/>
                <a:ea typeface="宋体" pitchFamily="2" charset="-122"/>
              </a:rPr>
              <a:t>insignificant</a:t>
            </a:r>
            <a:r>
              <a:rPr lang="en-US" altLang="zh-CN" sz="3000">
                <a:latin typeface="Times New Roman" pitchFamily="18" charset="0"/>
                <a:ea typeface="宋体" pitchFamily="2" charset="-122"/>
              </a:rPr>
              <a:t> relative to </a:t>
            </a:r>
            <a:r>
              <a:rPr lang="en-US" altLang="zh-CN" sz="3000" i="1">
                <a:solidFill>
                  <a:srgbClr val="FFFF00"/>
                </a:solidFill>
                <a:latin typeface="Times New Roman" pitchFamily="18" charset="0"/>
                <a:ea typeface="宋体" pitchFamily="2" charset="-122"/>
              </a:rPr>
              <a:t>g(n)</a:t>
            </a:r>
            <a:r>
              <a:rPr lang="en-US" altLang="zh-CN" sz="3000">
                <a:latin typeface="Times New Roman" pitchFamily="18" charset="0"/>
                <a:ea typeface="宋体" pitchFamily="2" charset="-122"/>
              </a:rPr>
              <a:t> as n approaches </a:t>
            </a:r>
            <a:r>
              <a:rPr lang="en-US" altLang="zh-CN" sz="3000" i="1">
                <a:solidFill>
                  <a:srgbClr val="FFFF00"/>
                </a:solidFill>
                <a:latin typeface="Times New Roman" pitchFamily="18" charset="0"/>
                <a:ea typeface="宋体" pitchFamily="2" charset="-122"/>
              </a:rPr>
              <a:t>infinity</a:t>
            </a:r>
            <a:r>
              <a:rPr lang="en-US" altLang="zh-CN" sz="3000">
                <a:latin typeface="Times New Roman" pitchFamily="18" charset="0"/>
                <a:ea typeface="宋体" pitchFamily="2" charset="-122"/>
              </a:rPr>
              <a:t>, like</a:t>
            </a:r>
          </a:p>
        </p:txBody>
      </p:sp>
      <p:sp>
        <p:nvSpPr>
          <p:cNvPr id="67588" name="Rectangle 4">
            <a:extLst>
              <a:ext uri="{FF2B5EF4-FFF2-40B4-BE49-F238E27FC236}">
                <a16:creationId xmlns:a16="http://schemas.microsoft.com/office/drawing/2014/main" id="{4760D186-714A-48A2-B92B-1FDCDE605A16}"/>
              </a:ext>
            </a:extLst>
          </p:cNvPr>
          <p:cNvSpPr>
            <a:spLocks noChangeArrowheads="1"/>
          </p:cNvSpPr>
          <p:nvPr/>
        </p:nvSpPr>
        <p:spPr bwMode="auto">
          <a:xfrm>
            <a:off x="685800" y="3581400"/>
            <a:ext cx="5029200" cy="1447800"/>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67589" name="Object 5">
            <a:extLst>
              <a:ext uri="{FF2B5EF4-FFF2-40B4-BE49-F238E27FC236}">
                <a16:creationId xmlns:a16="http://schemas.microsoft.com/office/drawing/2014/main" id="{AE3896FE-47D0-4FFE-A07D-39C079CF3307}"/>
              </a:ext>
            </a:extLst>
          </p:cNvPr>
          <p:cNvGraphicFramePr>
            <a:graphicFrameLocks noChangeAspect="1"/>
          </p:cNvGraphicFramePr>
          <p:nvPr/>
        </p:nvGraphicFramePr>
        <p:xfrm>
          <a:off x="1066800" y="3657600"/>
          <a:ext cx="3962400" cy="1127125"/>
        </p:xfrm>
        <a:graphic>
          <a:graphicData uri="http://schemas.openxmlformats.org/presentationml/2006/ole">
            <mc:AlternateContent xmlns:mc="http://schemas.openxmlformats.org/markup-compatibility/2006">
              <mc:Choice xmlns:v="urn:schemas-microsoft-com:vml" Requires="v">
                <p:oleObj spid="_x0000_s40970" name="Equation" r:id="rId7" imgW="1473200" imgH="419100" progId="Equation.DSMT4">
                  <p:embed/>
                </p:oleObj>
              </mc:Choice>
              <mc:Fallback>
                <p:oleObj name="Equation" r:id="rId7" imgW="1473200" imgH="4191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3657600"/>
                        <a:ext cx="3962400" cy="112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Effect transition="in" filter="checkerboard(across)">
                                      <p:cBhvr>
                                        <p:cTn id="7" dur="500"/>
                                        <p:tgtEl>
                                          <p:spTgt spid="675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67589"/>
                                        </p:tgtEl>
                                        <p:attrNameLst>
                                          <p:attrName>style.visibility</p:attrName>
                                        </p:attrNameLst>
                                      </p:cBhvr>
                                      <p:to>
                                        <p:strVal val="visible"/>
                                      </p:to>
                                    </p:set>
                                    <p:animEffect transition="in" filter="checkerboard(across)">
                                      <p:cBhvr>
                                        <p:cTn id="12" dur="500"/>
                                        <p:tgtEl>
                                          <p:spTgt spid="67589"/>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67588"/>
                                        </p:tgtEl>
                                        <p:attrNameLst>
                                          <p:attrName>style.visibility</p:attrName>
                                        </p:attrNameLst>
                                      </p:cBhvr>
                                      <p:to>
                                        <p:strVal val="visible"/>
                                      </p:to>
                                    </p:set>
                                    <p:animEffect transition="in" filter="checkerboard(across)">
                                      <p:cBhvr>
                                        <p:cTn id="15" dur="500"/>
                                        <p:tgtEl>
                                          <p:spTgt spid="67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P spid="6758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a:extLst>
              <a:ext uri="{FF2B5EF4-FFF2-40B4-BE49-F238E27FC236}">
                <a16:creationId xmlns:a16="http://schemas.microsoft.com/office/drawing/2014/main" id="{03BA6910-F071-4189-9C1D-68916D35C21E}"/>
              </a:ext>
            </a:extLst>
          </p:cNvPr>
          <p:cNvSpPr>
            <a:spLocks noGrp="1" noChangeArrowheads="1"/>
          </p:cNvSpPr>
          <p:nvPr>
            <p:ph type="body" idx="1"/>
          </p:nvPr>
        </p:nvSpPr>
        <p:spPr>
          <a:xfrm>
            <a:off x="228600" y="1524000"/>
            <a:ext cx="8915400" cy="3505200"/>
          </a:xfrm>
        </p:spPr>
        <p:txBody>
          <a:bodyPr/>
          <a:lstStyle/>
          <a:p>
            <a:pPr eaLnBrk="1" hangingPunct="1">
              <a:defRPr/>
            </a:pPr>
            <a:r>
              <a:rPr lang="en-US" altLang="zh-CN" b="1" i="1">
                <a:solidFill>
                  <a:srgbClr val="FFFF00"/>
                </a:solidFill>
                <a:ea typeface="宋体" pitchFamily="2" charset="-122"/>
              </a:rPr>
              <a:t> </a:t>
            </a:r>
            <a:r>
              <a:rPr lang="en-US" altLang="zh-CN" sz="3000">
                <a:latin typeface="Times New Roman" pitchFamily="18" charset="0"/>
                <a:ea typeface="宋体" pitchFamily="2" charset="-122"/>
              </a:rPr>
              <a:t>We use </a:t>
            </a:r>
            <a:r>
              <a:rPr lang="en-US" altLang="zh-CN" sz="3000" b="1" i="1">
                <a:latin typeface="Times New Roman" pitchFamily="18" charset="0"/>
                <a:ea typeface="宋体" pitchFamily="2" charset="-122"/>
                <a:sym typeface="Symbol" pitchFamily="18" charset="2"/>
              </a:rPr>
              <a:t></a:t>
            </a:r>
            <a:r>
              <a:rPr lang="en-US" altLang="zh-CN" sz="3000">
                <a:latin typeface="Times New Roman" pitchFamily="18" charset="0"/>
                <a:ea typeface="宋体" pitchFamily="2" charset="-122"/>
                <a:sym typeface="Symbol" pitchFamily="18" charset="2"/>
              </a:rPr>
              <a:t>-notation to denote a </a:t>
            </a:r>
            <a:r>
              <a:rPr lang="en-US" altLang="zh-CN" sz="3000" i="1">
                <a:solidFill>
                  <a:srgbClr val="FFFF00"/>
                </a:solidFill>
                <a:latin typeface="Times New Roman" pitchFamily="18" charset="0"/>
                <a:ea typeface="宋体" pitchFamily="2" charset="-122"/>
                <a:sym typeface="Symbol" pitchFamily="18" charset="2"/>
              </a:rPr>
              <a:t>lower bound</a:t>
            </a:r>
            <a:r>
              <a:rPr lang="en-US" altLang="zh-CN" sz="3000">
                <a:latin typeface="Times New Roman" pitchFamily="18" charset="0"/>
                <a:ea typeface="宋体" pitchFamily="2" charset="-122"/>
                <a:sym typeface="Symbol" pitchFamily="18" charset="2"/>
              </a:rPr>
              <a:t> that is </a:t>
            </a:r>
            <a:r>
              <a:rPr lang="en-US" altLang="zh-CN" sz="3000" i="1">
                <a:solidFill>
                  <a:srgbClr val="FFFF00"/>
                </a:solidFill>
                <a:latin typeface="Times New Roman" pitchFamily="18" charset="0"/>
                <a:ea typeface="宋体" pitchFamily="2" charset="-122"/>
                <a:sym typeface="Symbol" pitchFamily="18" charset="2"/>
              </a:rPr>
              <a:t>not asymptotically tight.</a:t>
            </a:r>
            <a:r>
              <a:rPr lang="en-US" altLang="zh-CN" sz="3000">
                <a:latin typeface="Times New Roman" pitchFamily="18" charset="0"/>
                <a:ea typeface="宋体" pitchFamily="2" charset="-122"/>
                <a:sym typeface="Symbol" pitchFamily="18" charset="2"/>
              </a:rPr>
              <a:t> </a:t>
            </a:r>
          </a:p>
          <a:p>
            <a:pPr eaLnBrk="1" hangingPunct="1">
              <a:defRPr/>
            </a:pPr>
            <a:r>
              <a:rPr lang="en-US" altLang="zh-CN" sz="3000">
                <a:latin typeface="Times New Roman" pitchFamily="18" charset="0"/>
                <a:ea typeface="宋体" pitchFamily="2" charset="-122"/>
                <a:sym typeface="Symbol" pitchFamily="18" charset="2"/>
              </a:rPr>
              <a:t>By analogy, </a:t>
            </a:r>
            <a:r>
              <a:rPr lang="en-US" altLang="zh-CN" sz="3000" b="1" i="1">
                <a:latin typeface="Times New Roman" pitchFamily="18" charset="0"/>
                <a:ea typeface="宋体" pitchFamily="2" charset="-122"/>
                <a:sym typeface="Symbol" pitchFamily="18" charset="2"/>
              </a:rPr>
              <a:t></a:t>
            </a:r>
            <a:r>
              <a:rPr lang="en-US" altLang="zh-CN" sz="3000">
                <a:latin typeface="Times New Roman" pitchFamily="18" charset="0"/>
                <a:ea typeface="宋体" pitchFamily="2" charset="-122"/>
                <a:sym typeface="Symbol" pitchFamily="18" charset="2"/>
              </a:rPr>
              <a:t>-notation  is to </a:t>
            </a:r>
            <a:r>
              <a:rPr lang="en-US" altLang="zh-CN" sz="3000" i="1">
                <a:latin typeface="Times New Roman" pitchFamily="18" charset="0"/>
                <a:ea typeface="宋体" pitchFamily="2" charset="-122"/>
                <a:sym typeface="Symbol" pitchFamily="18" charset="2"/>
              </a:rPr>
              <a:t>-</a:t>
            </a:r>
            <a:r>
              <a:rPr lang="en-US" altLang="zh-CN" sz="3000">
                <a:latin typeface="Times New Roman" pitchFamily="18" charset="0"/>
                <a:ea typeface="宋体" pitchFamily="2" charset="-122"/>
                <a:sym typeface="Symbol" pitchFamily="18" charset="2"/>
              </a:rPr>
              <a:t>notation as o-notation to O-notation</a:t>
            </a:r>
          </a:p>
          <a:p>
            <a:pPr eaLnBrk="1" hangingPunct="1">
              <a:defRPr/>
            </a:pPr>
            <a:r>
              <a:rPr lang="en-US" altLang="zh-CN" sz="3000">
                <a:latin typeface="Times New Roman" pitchFamily="18" charset="0"/>
                <a:ea typeface="宋体" pitchFamily="2" charset="-122"/>
                <a:sym typeface="Symbol" pitchFamily="18" charset="2"/>
              </a:rPr>
              <a:t>Definition</a:t>
            </a:r>
          </a:p>
          <a:p>
            <a:pPr lvl="1" eaLnBrk="1" hangingPunct="1">
              <a:defRPr/>
            </a:pPr>
            <a:r>
              <a:rPr lang="en-US" altLang="zh-CN" sz="2500">
                <a:latin typeface="Times New Roman" pitchFamily="18" charset="0"/>
                <a:ea typeface="宋体" pitchFamily="2" charset="-122"/>
                <a:sym typeface="Symbol" pitchFamily="18" charset="2"/>
              </a:rPr>
              <a:t> </a:t>
            </a:r>
            <a:r>
              <a:rPr lang="en-US" altLang="zh-CN" sz="2600" b="1" i="1">
                <a:solidFill>
                  <a:srgbClr val="FFFF00"/>
                </a:solidFill>
                <a:latin typeface="Times New Roman" pitchFamily="18" charset="0"/>
                <a:ea typeface="宋体" pitchFamily="2" charset="-122"/>
                <a:sym typeface="Symbol" pitchFamily="18" charset="2"/>
              </a:rPr>
              <a:t></a:t>
            </a:r>
            <a:r>
              <a:rPr lang="en-US" altLang="zh-CN" sz="2600" b="1" i="1">
                <a:solidFill>
                  <a:srgbClr val="FFFF00"/>
                </a:solidFill>
                <a:latin typeface="Times New Roman" pitchFamily="18" charset="0"/>
                <a:ea typeface="宋体" pitchFamily="2" charset="-122"/>
              </a:rPr>
              <a:t>(g(n))</a:t>
            </a:r>
            <a:r>
              <a:rPr lang="en-US" altLang="zh-CN" sz="2600" i="1">
                <a:latin typeface="Times New Roman" pitchFamily="18" charset="0"/>
                <a:ea typeface="宋体" pitchFamily="2" charset="-122"/>
              </a:rPr>
              <a:t> </a:t>
            </a:r>
            <a:r>
              <a:rPr lang="en-US" altLang="zh-CN" sz="2600">
                <a:latin typeface="Times New Roman" pitchFamily="18" charset="0"/>
                <a:ea typeface="宋体" pitchFamily="2" charset="-122"/>
              </a:rPr>
              <a:t>= {</a:t>
            </a:r>
            <a:r>
              <a:rPr lang="en-US" altLang="zh-CN" sz="2600" b="1" i="1">
                <a:solidFill>
                  <a:srgbClr val="99FF66"/>
                </a:solidFill>
                <a:latin typeface="Times New Roman" pitchFamily="18" charset="0"/>
                <a:ea typeface="宋体" pitchFamily="2" charset="-122"/>
              </a:rPr>
              <a:t>f (n)</a:t>
            </a:r>
            <a:r>
              <a:rPr lang="en-US" altLang="zh-CN" sz="2600" i="1">
                <a:latin typeface="Times New Roman" pitchFamily="18" charset="0"/>
                <a:ea typeface="宋体" pitchFamily="2" charset="-122"/>
              </a:rPr>
              <a:t> </a:t>
            </a:r>
            <a:r>
              <a:rPr lang="en-US" altLang="zh-CN" sz="2600">
                <a:latin typeface="Times New Roman" pitchFamily="18" charset="0"/>
                <a:ea typeface="宋体" pitchFamily="2" charset="-122"/>
              </a:rPr>
              <a:t>: </a:t>
            </a:r>
            <a:r>
              <a:rPr lang="en-US" altLang="zh-CN" sz="2600" i="1" u="sng">
                <a:solidFill>
                  <a:srgbClr val="FFFF00"/>
                </a:solidFill>
                <a:latin typeface="Times New Roman" pitchFamily="18" charset="0"/>
                <a:ea typeface="宋体" pitchFamily="2" charset="-122"/>
              </a:rPr>
              <a:t>for all constants c &gt; 0</a:t>
            </a:r>
            <a:r>
              <a:rPr lang="en-US" altLang="zh-CN" sz="2600" i="1">
                <a:latin typeface="Times New Roman" pitchFamily="18" charset="0"/>
                <a:ea typeface="宋体" pitchFamily="2" charset="-122"/>
              </a:rPr>
              <a:t>,  </a:t>
            </a:r>
            <a:r>
              <a:rPr lang="en-US" altLang="zh-CN" sz="2600">
                <a:latin typeface="Times New Roman" pitchFamily="18" charset="0"/>
                <a:ea typeface="宋体" pitchFamily="2" charset="-122"/>
              </a:rPr>
              <a:t>there exist a constant </a:t>
            </a:r>
            <a:r>
              <a:rPr lang="en-US" altLang="zh-CN" sz="2600" i="1">
                <a:solidFill>
                  <a:srgbClr val="99FF66"/>
                </a:solidFill>
                <a:latin typeface="Times New Roman" pitchFamily="18" charset="0"/>
                <a:ea typeface="宋体" pitchFamily="2" charset="-122"/>
              </a:rPr>
              <a:t>n</a:t>
            </a:r>
            <a:r>
              <a:rPr lang="en-US" altLang="zh-CN" sz="2600" baseline="-25000">
                <a:solidFill>
                  <a:srgbClr val="99FF66"/>
                </a:solidFill>
                <a:latin typeface="Times New Roman" pitchFamily="18" charset="0"/>
                <a:ea typeface="宋体" pitchFamily="2" charset="-122"/>
              </a:rPr>
              <a:t>0</a:t>
            </a:r>
            <a:r>
              <a:rPr lang="en-US" altLang="zh-CN" sz="2600">
                <a:solidFill>
                  <a:srgbClr val="99FF66"/>
                </a:solidFill>
                <a:latin typeface="Times New Roman" pitchFamily="18" charset="0"/>
                <a:ea typeface="宋体" pitchFamily="2" charset="-122"/>
              </a:rPr>
              <a:t> &gt; 0</a:t>
            </a:r>
            <a:r>
              <a:rPr lang="en-US" altLang="zh-CN" sz="2600">
                <a:latin typeface="Times New Roman" pitchFamily="18" charset="0"/>
                <a:ea typeface="宋体" pitchFamily="2" charset="-122"/>
              </a:rPr>
              <a:t> such that  </a:t>
            </a:r>
            <a:r>
              <a:rPr lang="en-US" altLang="zh-CN" sz="2600" i="1">
                <a:solidFill>
                  <a:srgbClr val="99FF66"/>
                </a:solidFill>
                <a:latin typeface="Times New Roman" pitchFamily="18" charset="0"/>
                <a:ea typeface="宋体" pitchFamily="2" charset="-122"/>
              </a:rPr>
              <a:t>0 ≤  cg(n)</a:t>
            </a:r>
            <a:r>
              <a:rPr lang="en-US" altLang="zh-CN" sz="2600" i="1">
                <a:solidFill>
                  <a:srgbClr val="FF0000"/>
                </a:solidFill>
                <a:latin typeface="Times New Roman" pitchFamily="18" charset="0"/>
                <a:ea typeface="宋体" pitchFamily="2" charset="-122"/>
              </a:rPr>
              <a:t> </a:t>
            </a:r>
            <a:r>
              <a:rPr lang="en-US" altLang="zh-CN" sz="2600" b="1">
                <a:solidFill>
                  <a:srgbClr val="FF0000"/>
                </a:solidFill>
                <a:latin typeface="Times New Roman" pitchFamily="18" charset="0"/>
                <a:ea typeface="宋体" pitchFamily="2" charset="-122"/>
              </a:rPr>
              <a:t>&lt;</a:t>
            </a:r>
            <a:r>
              <a:rPr lang="en-US" altLang="zh-CN" sz="2600" i="1">
                <a:solidFill>
                  <a:srgbClr val="008000"/>
                </a:solidFill>
                <a:latin typeface="Times New Roman" pitchFamily="18" charset="0"/>
                <a:ea typeface="宋体" pitchFamily="2" charset="-122"/>
              </a:rPr>
              <a:t> </a:t>
            </a:r>
            <a:r>
              <a:rPr lang="en-US" altLang="zh-CN" sz="2600" i="1">
                <a:solidFill>
                  <a:srgbClr val="99FF66"/>
                </a:solidFill>
                <a:latin typeface="Times New Roman" pitchFamily="18" charset="0"/>
                <a:ea typeface="宋体" pitchFamily="2" charset="-122"/>
              </a:rPr>
              <a:t>f(n)</a:t>
            </a:r>
            <a:r>
              <a:rPr lang="en-US" altLang="zh-CN" sz="2600" i="1">
                <a:latin typeface="Times New Roman" pitchFamily="18" charset="0"/>
                <a:ea typeface="宋体" pitchFamily="2" charset="-122"/>
              </a:rPr>
              <a:t> </a:t>
            </a:r>
            <a:r>
              <a:rPr lang="en-US" altLang="zh-CN" sz="2600">
                <a:latin typeface="Times New Roman" pitchFamily="18" charset="0"/>
                <a:ea typeface="宋体" pitchFamily="2" charset="-122"/>
              </a:rPr>
              <a:t>for all </a:t>
            </a:r>
            <a:r>
              <a:rPr lang="en-US" altLang="zh-CN" sz="2600" i="1">
                <a:solidFill>
                  <a:srgbClr val="99FF66"/>
                </a:solidFill>
                <a:latin typeface="Times New Roman" pitchFamily="18" charset="0"/>
                <a:ea typeface="宋体" pitchFamily="2" charset="-122"/>
              </a:rPr>
              <a:t>n </a:t>
            </a:r>
            <a:r>
              <a:rPr lang="en-US" altLang="zh-CN" sz="2600">
                <a:solidFill>
                  <a:srgbClr val="99FF66"/>
                </a:solidFill>
                <a:latin typeface="Times New Roman" pitchFamily="18" charset="0"/>
                <a:ea typeface="宋体" pitchFamily="2" charset="-122"/>
              </a:rPr>
              <a:t>≥ </a:t>
            </a:r>
            <a:r>
              <a:rPr lang="en-US" altLang="zh-CN" sz="2600" i="1">
                <a:solidFill>
                  <a:srgbClr val="99FF66"/>
                </a:solidFill>
                <a:latin typeface="Times New Roman" pitchFamily="18" charset="0"/>
                <a:ea typeface="宋体" pitchFamily="2" charset="-122"/>
              </a:rPr>
              <a:t>n</a:t>
            </a:r>
            <a:r>
              <a:rPr lang="en-US" altLang="zh-CN" sz="2600">
                <a:solidFill>
                  <a:srgbClr val="99FF66"/>
                </a:solidFill>
                <a:latin typeface="Times New Roman" pitchFamily="18" charset="0"/>
                <a:ea typeface="宋体" pitchFamily="2" charset="-122"/>
              </a:rPr>
              <a:t>0</a:t>
            </a:r>
            <a:r>
              <a:rPr lang="en-US" altLang="zh-CN" sz="2600">
                <a:latin typeface="Times New Roman" pitchFamily="18" charset="0"/>
                <a:ea typeface="宋体" pitchFamily="2" charset="-122"/>
              </a:rPr>
              <a:t>}</a:t>
            </a:r>
          </a:p>
        </p:txBody>
      </p:sp>
      <p:sp>
        <p:nvSpPr>
          <p:cNvPr id="65541" name="Rectangle 5">
            <a:extLst>
              <a:ext uri="{FF2B5EF4-FFF2-40B4-BE49-F238E27FC236}">
                <a16:creationId xmlns:a16="http://schemas.microsoft.com/office/drawing/2014/main" id="{3C24909F-2F69-4FEA-B106-5500DF6D75C4}"/>
              </a:ext>
            </a:extLst>
          </p:cNvPr>
          <p:cNvSpPr>
            <a:spLocks noGrp="1" noChangeArrowheads="1"/>
          </p:cNvSpPr>
          <p:nvPr>
            <p:ph type="title"/>
          </p:nvPr>
        </p:nvSpPr>
        <p:spPr/>
        <p:txBody>
          <a:bodyPr/>
          <a:lstStyle/>
          <a:p>
            <a:pPr eaLnBrk="1" hangingPunct="1">
              <a:defRPr/>
            </a:pPr>
            <a:r>
              <a:rPr lang="en-US" altLang="zh-CN" b="1">
                <a:latin typeface="Comic Sans MS" pitchFamily="66" charset="0"/>
                <a:ea typeface="宋体" pitchFamily="2" charset="-122"/>
              </a:rPr>
              <a:t>Asymptotic Notation(5)</a:t>
            </a:r>
          </a:p>
        </p:txBody>
      </p:sp>
      <p:grpSp>
        <p:nvGrpSpPr>
          <p:cNvPr id="2" name="Group 14">
            <a:extLst>
              <a:ext uri="{FF2B5EF4-FFF2-40B4-BE49-F238E27FC236}">
                <a16:creationId xmlns:a16="http://schemas.microsoft.com/office/drawing/2014/main" id="{29BB038F-74D9-4BCA-9B75-03FA77E28CFA}"/>
              </a:ext>
            </a:extLst>
          </p:cNvPr>
          <p:cNvGrpSpPr>
            <a:grpSpLocks/>
          </p:cNvGrpSpPr>
          <p:nvPr/>
        </p:nvGrpSpPr>
        <p:grpSpPr bwMode="auto">
          <a:xfrm>
            <a:off x="838200" y="5029200"/>
            <a:ext cx="4648200" cy="609600"/>
            <a:chOff x="528" y="3168"/>
            <a:chExt cx="2928" cy="384"/>
          </a:xfrm>
        </p:grpSpPr>
        <p:sp>
          <p:nvSpPr>
            <p:cNvPr id="43020" name="Rectangle 6">
              <a:extLst>
                <a:ext uri="{FF2B5EF4-FFF2-40B4-BE49-F238E27FC236}">
                  <a16:creationId xmlns:a16="http://schemas.microsoft.com/office/drawing/2014/main" id="{7ED6BC1B-9DA4-4153-B7EF-DC7B57DBEA05}"/>
                </a:ext>
              </a:extLst>
            </p:cNvPr>
            <p:cNvSpPr>
              <a:spLocks noChangeArrowheads="1"/>
            </p:cNvSpPr>
            <p:nvPr/>
          </p:nvSpPr>
          <p:spPr bwMode="auto">
            <a:xfrm>
              <a:off x="528" y="3168"/>
              <a:ext cx="2928" cy="384"/>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43021" name="Object 7">
              <a:extLst>
                <a:ext uri="{FF2B5EF4-FFF2-40B4-BE49-F238E27FC236}">
                  <a16:creationId xmlns:a16="http://schemas.microsoft.com/office/drawing/2014/main" id="{E8BF01A0-9F42-481E-A25C-DBD70FE32FE9}"/>
                </a:ext>
              </a:extLst>
            </p:cNvPr>
            <p:cNvGraphicFramePr>
              <a:graphicFrameLocks noChangeAspect="1"/>
            </p:cNvGraphicFramePr>
            <p:nvPr/>
          </p:nvGraphicFramePr>
          <p:xfrm>
            <a:off x="528" y="3216"/>
            <a:ext cx="2928" cy="310"/>
          </p:xfrm>
          <a:graphic>
            <a:graphicData uri="http://schemas.openxmlformats.org/presentationml/2006/ole">
              <mc:AlternateContent xmlns:mc="http://schemas.openxmlformats.org/markup-compatibility/2006">
                <mc:Choice xmlns:v="urn:schemas-microsoft-com:vml" Requires="v">
                  <p:oleObj spid="_x0000_s43034" name="Equation" r:id="rId7" imgW="2108200" imgH="203200" progId="Equation.DSMT4">
                    <p:embed/>
                  </p:oleObj>
                </mc:Choice>
                <mc:Fallback>
                  <p:oleObj name="Equation" r:id="rId7" imgW="2108200" imgH="2032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8" y="3216"/>
                          <a:ext cx="2928"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15">
            <a:extLst>
              <a:ext uri="{FF2B5EF4-FFF2-40B4-BE49-F238E27FC236}">
                <a16:creationId xmlns:a16="http://schemas.microsoft.com/office/drawing/2014/main" id="{223CCE78-3762-44E4-A5AD-2436F494E0BD}"/>
              </a:ext>
            </a:extLst>
          </p:cNvPr>
          <p:cNvGrpSpPr>
            <a:grpSpLocks/>
          </p:cNvGrpSpPr>
          <p:nvPr/>
        </p:nvGrpSpPr>
        <p:grpSpPr bwMode="auto">
          <a:xfrm>
            <a:off x="762000" y="5791200"/>
            <a:ext cx="4800600" cy="762000"/>
            <a:chOff x="480" y="3648"/>
            <a:chExt cx="3024" cy="480"/>
          </a:xfrm>
        </p:grpSpPr>
        <p:sp>
          <p:nvSpPr>
            <p:cNvPr id="43018" name="Rectangle 8">
              <a:extLst>
                <a:ext uri="{FF2B5EF4-FFF2-40B4-BE49-F238E27FC236}">
                  <a16:creationId xmlns:a16="http://schemas.microsoft.com/office/drawing/2014/main" id="{59DBA3DA-5F29-4EB2-9292-088925F8530C}"/>
                </a:ext>
              </a:extLst>
            </p:cNvPr>
            <p:cNvSpPr>
              <a:spLocks noChangeArrowheads="1"/>
            </p:cNvSpPr>
            <p:nvPr/>
          </p:nvSpPr>
          <p:spPr bwMode="auto">
            <a:xfrm>
              <a:off x="480" y="3648"/>
              <a:ext cx="2976" cy="480"/>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43019" name="Object 9">
              <a:extLst>
                <a:ext uri="{FF2B5EF4-FFF2-40B4-BE49-F238E27FC236}">
                  <a16:creationId xmlns:a16="http://schemas.microsoft.com/office/drawing/2014/main" id="{EA05944F-FFF4-4E95-AF19-D3E1ED992078}"/>
                </a:ext>
              </a:extLst>
            </p:cNvPr>
            <p:cNvGraphicFramePr>
              <a:graphicFrameLocks noChangeAspect="1"/>
            </p:cNvGraphicFramePr>
            <p:nvPr/>
          </p:nvGraphicFramePr>
          <p:xfrm>
            <a:off x="672" y="3648"/>
            <a:ext cx="2832" cy="480"/>
          </p:xfrm>
          <a:graphic>
            <a:graphicData uri="http://schemas.openxmlformats.org/presentationml/2006/ole">
              <mc:AlternateContent xmlns:mc="http://schemas.openxmlformats.org/markup-compatibility/2006">
                <mc:Choice xmlns:v="urn:schemas-microsoft-com:vml" Requires="v">
                  <p:oleObj spid="_x0000_s43035" name="Equation" r:id="rId9" imgW="1511300" imgH="419100" progId="Equation.DSMT4">
                    <p:embed/>
                  </p:oleObj>
                </mc:Choice>
                <mc:Fallback>
                  <p:oleObj name="Equation" r:id="rId9" imgW="1511300" imgH="4191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2" y="3648"/>
                          <a:ext cx="2832"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5547" name="AutoShape 11">
            <a:extLst>
              <a:ext uri="{FF2B5EF4-FFF2-40B4-BE49-F238E27FC236}">
                <a16:creationId xmlns:a16="http://schemas.microsoft.com/office/drawing/2014/main" id="{AC8F783F-BD4E-4FA4-8750-F4B4DB2EEE56}"/>
              </a:ext>
            </a:extLst>
          </p:cNvPr>
          <p:cNvSpPr>
            <a:spLocks noChangeArrowheads="1"/>
          </p:cNvSpPr>
          <p:nvPr/>
        </p:nvSpPr>
        <p:spPr bwMode="auto">
          <a:xfrm>
            <a:off x="5791200" y="5562600"/>
            <a:ext cx="533400" cy="533400"/>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pSp>
        <p:nvGrpSpPr>
          <p:cNvPr id="4" name="Group 16">
            <a:extLst>
              <a:ext uri="{FF2B5EF4-FFF2-40B4-BE49-F238E27FC236}">
                <a16:creationId xmlns:a16="http://schemas.microsoft.com/office/drawing/2014/main" id="{9DD2745C-2A93-425D-B0D7-4C34EAEC4487}"/>
              </a:ext>
            </a:extLst>
          </p:cNvPr>
          <p:cNvGrpSpPr>
            <a:grpSpLocks/>
          </p:cNvGrpSpPr>
          <p:nvPr/>
        </p:nvGrpSpPr>
        <p:grpSpPr bwMode="auto">
          <a:xfrm>
            <a:off x="6629400" y="5334000"/>
            <a:ext cx="2209800" cy="1287463"/>
            <a:chOff x="4176" y="3360"/>
            <a:chExt cx="1392" cy="811"/>
          </a:xfrm>
        </p:grpSpPr>
        <p:sp>
          <p:nvSpPr>
            <p:cNvPr id="43016" name="Rectangle 12">
              <a:extLst>
                <a:ext uri="{FF2B5EF4-FFF2-40B4-BE49-F238E27FC236}">
                  <a16:creationId xmlns:a16="http://schemas.microsoft.com/office/drawing/2014/main" id="{C4D9FB83-BAAE-45D3-8009-DF1592106CCC}"/>
                </a:ext>
              </a:extLst>
            </p:cNvPr>
            <p:cNvSpPr>
              <a:spLocks noChangeArrowheads="1"/>
            </p:cNvSpPr>
            <p:nvPr/>
          </p:nvSpPr>
          <p:spPr bwMode="auto">
            <a:xfrm>
              <a:off x="4176" y="3360"/>
              <a:ext cx="1392" cy="768"/>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43017" name="Object 13">
              <a:extLst>
                <a:ext uri="{FF2B5EF4-FFF2-40B4-BE49-F238E27FC236}">
                  <a16:creationId xmlns:a16="http://schemas.microsoft.com/office/drawing/2014/main" id="{921B1BEF-E48A-4F19-A515-97C65AA9AF09}"/>
                </a:ext>
              </a:extLst>
            </p:cNvPr>
            <p:cNvGraphicFramePr>
              <a:graphicFrameLocks noChangeAspect="1"/>
            </p:cNvGraphicFramePr>
            <p:nvPr/>
          </p:nvGraphicFramePr>
          <p:xfrm>
            <a:off x="4272" y="3360"/>
            <a:ext cx="1200" cy="811"/>
          </p:xfrm>
          <a:graphic>
            <a:graphicData uri="http://schemas.openxmlformats.org/presentationml/2006/ole">
              <mc:AlternateContent xmlns:mc="http://schemas.openxmlformats.org/markup-compatibility/2006">
                <mc:Choice xmlns:v="urn:schemas-microsoft-com:vml" Requires="v">
                  <p:oleObj spid="_x0000_s43036" name="Equation" r:id="rId11" imgW="876300" imgH="482600" progId="Equation.DSMT4">
                    <p:embed/>
                  </p:oleObj>
                </mc:Choice>
                <mc:Fallback>
                  <p:oleObj name="Equation" r:id="rId11" imgW="876300" imgH="482600"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72" y="3360"/>
                          <a:ext cx="1200" cy="8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checkerboard(across)">
                                      <p:cBhvr>
                                        <p:cTn id="7" dur="500"/>
                                        <p:tgtEl>
                                          <p:spTgt spid="65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checkerboard(across)">
                                      <p:cBhvr>
                                        <p:cTn id="12" dur="500"/>
                                        <p:tgtEl>
                                          <p:spTgt spid="65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5539">
                                            <p:txEl>
                                              <p:pRg st="2" end="2"/>
                                            </p:txEl>
                                          </p:spTgt>
                                        </p:tgtEl>
                                        <p:attrNameLst>
                                          <p:attrName>style.visibility</p:attrName>
                                        </p:attrNameLst>
                                      </p:cBhvr>
                                      <p:to>
                                        <p:strVal val="visible"/>
                                      </p:to>
                                    </p:set>
                                    <p:animEffect transition="in" filter="checkerboard(across)">
                                      <p:cBhvr>
                                        <p:cTn id="17" dur="500"/>
                                        <p:tgtEl>
                                          <p:spTgt spid="65539">
                                            <p:txEl>
                                              <p:pRg st="2" end="2"/>
                                            </p:txEl>
                                          </p:spTgt>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65539">
                                            <p:txEl>
                                              <p:pRg st="3" end="3"/>
                                            </p:txEl>
                                          </p:spTgt>
                                        </p:tgtEl>
                                        <p:attrNameLst>
                                          <p:attrName>style.visibility</p:attrName>
                                        </p:attrNameLst>
                                      </p:cBhvr>
                                      <p:to>
                                        <p:strVal val="visible"/>
                                      </p:to>
                                    </p:set>
                                    <p:animEffect transition="in" filter="checkerboard(across)">
                                      <p:cBhvr>
                                        <p:cTn id="20" dur="500"/>
                                        <p:tgtEl>
                                          <p:spTgt spid="65539">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checkerboard(across)">
                                      <p:cBhvr>
                                        <p:cTn id="25" dur="500"/>
                                        <p:tgtEl>
                                          <p:spTgt spid="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checkerboard(across)">
                                      <p:cBhvr>
                                        <p:cTn id="30" dur="500"/>
                                        <p:tgtEl>
                                          <p:spTgt spid="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65547"/>
                                        </p:tgtEl>
                                        <p:attrNameLst>
                                          <p:attrName>style.visibility</p:attrName>
                                        </p:attrNameLst>
                                      </p:cBhvr>
                                      <p:to>
                                        <p:strVal val="visible"/>
                                      </p:to>
                                    </p:set>
                                    <p:animEffect transition="in" filter="checkerboard(across)">
                                      <p:cBhvr>
                                        <p:cTn id="35" dur="500"/>
                                        <p:tgtEl>
                                          <p:spTgt spid="6554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checkerboard(across)">
                                      <p:cBhvr>
                                        <p:cTn id="4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P spid="6554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F8F154BF-954B-4B08-8122-9F752906B23C}"/>
              </a:ext>
            </a:extLst>
          </p:cNvPr>
          <p:cNvSpPr>
            <a:spLocks noGrp="1" noChangeArrowheads="1"/>
          </p:cNvSpPr>
          <p:nvPr>
            <p:ph type="title"/>
          </p:nvPr>
        </p:nvSpPr>
        <p:spPr>
          <a:xfrm>
            <a:off x="685800" y="304800"/>
            <a:ext cx="7772400" cy="685800"/>
          </a:xfrm>
        </p:spPr>
        <p:txBody>
          <a:bodyPr/>
          <a:lstStyle/>
          <a:p>
            <a:pPr eaLnBrk="1" hangingPunct="1">
              <a:defRPr/>
            </a:pPr>
            <a:r>
              <a:rPr lang="en-US" altLang="zh-CN" b="1">
                <a:latin typeface="Comic Sans MS" pitchFamily="66" charset="0"/>
                <a:ea typeface="宋体" pitchFamily="2" charset="-122"/>
              </a:rPr>
              <a:t>Growth of functions</a:t>
            </a:r>
          </a:p>
        </p:txBody>
      </p:sp>
      <p:sp>
        <p:nvSpPr>
          <p:cNvPr id="13316" name="Rectangle 4">
            <a:extLst>
              <a:ext uri="{FF2B5EF4-FFF2-40B4-BE49-F238E27FC236}">
                <a16:creationId xmlns:a16="http://schemas.microsoft.com/office/drawing/2014/main" id="{9BD89957-3378-4CA8-8DF8-70E4C93C079C}"/>
              </a:ext>
            </a:extLst>
          </p:cNvPr>
          <p:cNvSpPr>
            <a:spLocks noChangeArrowheads="1"/>
          </p:cNvSpPr>
          <p:nvPr/>
        </p:nvSpPr>
        <p:spPr bwMode="auto">
          <a:xfrm>
            <a:off x="457200" y="1295400"/>
            <a:ext cx="85344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defRPr>
            </a:lvl9pPr>
          </a:lstStyle>
          <a:p>
            <a:pPr eaLnBrk="1" hangingPunct="1"/>
            <a:r>
              <a:rPr lang="en-US" altLang="zh-CN" sz="3000">
                <a:latin typeface="Times New Roman" panose="02020603050405020304" pitchFamily="18" charset="0"/>
                <a:ea typeface="宋体" panose="02010600030101010101" pitchFamily="2" charset="-122"/>
              </a:rPr>
              <a:t>A way to describe behavior of functions </a:t>
            </a:r>
            <a:r>
              <a:rPr lang="en-US" altLang="zh-CN" sz="3000" i="1">
                <a:latin typeface="Times New Roman" panose="02020603050405020304" pitchFamily="18" charset="0"/>
                <a:ea typeface="宋体" panose="02010600030101010101" pitchFamily="2" charset="-122"/>
              </a:rPr>
              <a:t>in the limit</a:t>
            </a:r>
            <a:r>
              <a:rPr lang="en-US" altLang="zh-CN" sz="3000">
                <a:latin typeface="Times New Roman" panose="02020603050405020304" pitchFamily="18" charset="0"/>
                <a:ea typeface="宋体" panose="02010600030101010101" pitchFamily="2" charset="-122"/>
              </a:rPr>
              <a:t>  	 	--  </a:t>
            </a:r>
            <a:r>
              <a:rPr lang="en-US" altLang="zh-CN" sz="3000" b="1" i="1">
                <a:solidFill>
                  <a:srgbClr val="FFFF00"/>
                </a:solidFill>
                <a:latin typeface="Times New Roman" panose="02020603050405020304" pitchFamily="18" charset="0"/>
                <a:ea typeface="宋体" panose="02010600030101010101" pitchFamily="2" charset="-122"/>
              </a:rPr>
              <a:t>asymptotic </a:t>
            </a:r>
            <a:r>
              <a:rPr lang="en-US" altLang="zh-CN" sz="3000">
                <a:solidFill>
                  <a:srgbClr val="FFFF00"/>
                </a:solidFill>
                <a:latin typeface="Times New Roman" panose="02020603050405020304" pitchFamily="18" charset="0"/>
                <a:ea typeface="宋体" panose="02010600030101010101" pitchFamily="2" charset="-122"/>
              </a:rPr>
              <a:t>efficiency</a:t>
            </a:r>
          </a:p>
          <a:p>
            <a:pPr eaLnBrk="1" hangingPunct="1"/>
            <a:r>
              <a:rPr lang="en-US" altLang="zh-CN" sz="3000">
                <a:solidFill>
                  <a:srgbClr val="FFFF00"/>
                </a:solidFill>
                <a:latin typeface="Times New Roman" panose="02020603050405020304" pitchFamily="18" charset="0"/>
                <a:ea typeface="宋体" panose="02010600030101010101" pitchFamily="2" charset="-122"/>
              </a:rPr>
              <a:t>G</a:t>
            </a:r>
            <a:r>
              <a:rPr lang="en-US" altLang="zh-CN" sz="3000" i="1">
                <a:solidFill>
                  <a:srgbClr val="FFFF00"/>
                </a:solidFill>
                <a:latin typeface="Times New Roman" panose="02020603050405020304" pitchFamily="18" charset="0"/>
                <a:ea typeface="宋体" panose="02010600030101010101" pitchFamily="2" charset="-122"/>
              </a:rPr>
              <a:t>rowth</a:t>
            </a:r>
            <a:r>
              <a:rPr lang="en-US" altLang="zh-CN" sz="3000" i="1">
                <a:latin typeface="Times New Roman" panose="02020603050405020304" pitchFamily="18" charset="0"/>
                <a:ea typeface="宋体" panose="02010600030101010101" pitchFamily="2" charset="-122"/>
              </a:rPr>
              <a:t> </a:t>
            </a:r>
            <a:r>
              <a:rPr lang="en-US" altLang="zh-CN" sz="3000">
                <a:latin typeface="Times New Roman" panose="02020603050405020304" pitchFamily="18" charset="0"/>
                <a:ea typeface="宋体" panose="02010600030101010101" pitchFamily="2" charset="-122"/>
              </a:rPr>
              <a:t>of functions</a:t>
            </a:r>
          </a:p>
          <a:p>
            <a:pPr eaLnBrk="1" hangingPunct="1"/>
            <a:r>
              <a:rPr lang="en-US" altLang="zh-CN" sz="3000">
                <a:latin typeface="Times New Roman" panose="02020603050405020304" pitchFamily="18" charset="0"/>
                <a:ea typeface="宋体" panose="02010600030101010101" pitchFamily="2" charset="-122"/>
              </a:rPr>
              <a:t>Focus on what’s important by abstracting away low-order terms and constant factors.</a:t>
            </a:r>
          </a:p>
          <a:p>
            <a:pPr eaLnBrk="1" hangingPunct="1"/>
            <a:r>
              <a:rPr lang="en-US" altLang="zh-CN" sz="3000">
                <a:latin typeface="Times New Roman" panose="02020603050405020304" pitchFamily="18" charset="0"/>
                <a:ea typeface="宋体" panose="02010600030101010101" pitchFamily="2" charset="-122"/>
              </a:rPr>
              <a:t>How to indicate running times of algorithms?</a:t>
            </a:r>
          </a:p>
          <a:p>
            <a:pPr eaLnBrk="1" hangingPunct="1"/>
            <a:r>
              <a:rPr lang="en-US" altLang="zh-CN" sz="3000">
                <a:latin typeface="Times New Roman" panose="02020603050405020304" pitchFamily="18" charset="0"/>
                <a:ea typeface="宋体" panose="02010600030101010101" pitchFamily="2" charset="-122"/>
              </a:rPr>
              <a:t>A way to compare “sizes” of functions:</a:t>
            </a:r>
          </a:p>
          <a:p>
            <a:pPr eaLnBrk="1" hangingPunct="1">
              <a:buFont typeface="Wingdings" panose="05000000000000000000" pitchFamily="2" charset="2"/>
              <a:buNone/>
            </a:pPr>
            <a:r>
              <a:rPr lang="en-US" altLang="zh-CN" sz="3000" i="1">
                <a:ea typeface="宋体" panose="02010600030101010101" pitchFamily="2" charset="-122"/>
              </a:rPr>
              <a:t>	</a:t>
            </a:r>
            <a:r>
              <a:rPr lang="en-US" altLang="zh-CN" sz="3000" b="1" i="1">
                <a:solidFill>
                  <a:srgbClr val="FFFF00"/>
                </a:solidFill>
                <a:latin typeface="Times New Roman" panose="02020603050405020304" pitchFamily="18" charset="0"/>
                <a:ea typeface="宋体" panose="02010600030101010101" pitchFamily="2" charset="-122"/>
              </a:rPr>
              <a:t>O </a:t>
            </a:r>
            <a:r>
              <a:rPr lang="en-US" altLang="zh-CN" sz="3000" i="1">
                <a:solidFill>
                  <a:srgbClr val="FFFF00"/>
                </a:solidFill>
                <a:latin typeface="Times New Roman" panose="02020603050405020304" pitchFamily="18" charset="0"/>
                <a:ea typeface="宋体" panose="02010600030101010101" pitchFamily="2" charset="-122"/>
                <a:sym typeface="Symbol" panose="05050102010706020507" pitchFamily="18" charset="2"/>
              </a:rPr>
              <a:t></a:t>
            </a:r>
            <a:r>
              <a:rPr lang="en-US" altLang="zh-CN" sz="3000">
                <a:solidFill>
                  <a:srgbClr val="FFFF00"/>
                </a:solidFill>
                <a:latin typeface="Times New Roman" panose="02020603050405020304" pitchFamily="18" charset="0"/>
                <a:ea typeface="宋体" panose="02010600030101010101" pitchFamily="2" charset="-122"/>
              </a:rPr>
              <a:t> </a:t>
            </a:r>
            <a:r>
              <a:rPr lang="en-US" altLang="zh-CN" sz="3000" b="1">
                <a:solidFill>
                  <a:srgbClr val="FFFF00"/>
                </a:solidFill>
                <a:latin typeface="Times New Roman" panose="02020603050405020304" pitchFamily="18" charset="0"/>
                <a:ea typeface="宋体" panose="02010600030101010101" pitchFamily="2" charset="-122"/>
              </a:rPr>
              <a:t>≤</a:t>
            </a:r>
            <a:r>
              <a:rPr lang="en-US" altLang="zh-CN" sz="3000">
                <a:solidFill>
                  <a:srgbClr val="FFFF00"/>
                </a:solidFill>
                <a:latin typeface="Times New Roman" panose="02020603050405020304" pitchFamily="18" charset="0"/>
                <a:ea typeface="宋体" panose="02010600030101010101" pitchFamily="2" charset="-122"/>
              </a:rPr>
              <a:t>	</a:t>
            </a:r>
            <a:r>
              <a:rPr lang="en-US" altLang="zh-CN" sz="3000">
                <a:latin typeface="Times New Roman" panose="02020603050405020304" pitchFamily="18" charset="0"/>
                <a:ea typeface="宋体" panose="02010600030101010101" pitchFamily="2" charset="-122"/>
              </a:rPr>
              <a:t>		</a:t>
            </a:r>
            <a:r>
              <a:rPr lang="en-US" altLang="zh-CN" sz="3000" b="1">
                <a:solidFill>
                  <a:srgbClr val="FFFF00"/>
                </a:solidFill>
                <a:latin typeface="Times New Roman" panose="02020603050405020304" pitchFamily="18" charset="0"/>
                <a:ea typeface="宋体" panose="02010600030101010101" pitchFamily="2" charset="-122"/>
                <a:sym typeface="Symbol" panose="05050102010706020507" pitchFamily="18" charset="2"/>
              </a:rPr>
              <a:t></a:t>
            </a:r>
            <a:r>
              <a:rPr lang="en-US" altLang="zh-CN" sz="3000">
                <a:solidFill>
                  <a:srgbClr val="FFFF00"/>
                </a:solidFill>
                <a:latin typeface="Times New Roman" panose="02020603050405020304" pitchFamily="18" charset="0"/>
                <a:ea typeface="宋体" panose="02010600030101010101" pitchFamily="2" charset="-122"/>
                <a:sym typeface="Symbol" panose="05050102010706020507" pitchFamily="18" charset="2"/>
              </a:rPr>
              <a:t> </a:t>
            </a:r>
            <a:r>
              <a:rPr lang="en-US" altLang="zh-CN" sz="3000" i="1">
                <a:solidFill>
                  <a:srgbClr val="FFFF00"/>
                </a:solidFill>
                <a:latin typeface="Times New Roman" panose="02020603050405020304" pitchFamily="18" charset="0"/>
                <a:ea typeface="宋体" panose="02010600030101010101" pitchFamily="2" charset="-122"/>
                <a:sym typeface="Symbol" panose="05050102010706020507" pitchFamily="18" charset="2"/>
              </a:rPr>
              <a:t></a:t>
            </a:r>
            <a:r>
              <a:rPr lang="en-US" altLang="zh-CN" sz="3000">
                <a:solidFill>
                  <a:srgbClr val="FFFF00"/>
                </a:solidFill>
                <a:latin typeface="Times New Roman" panose="02020603050405020304" pitchFamily="18" charset="0"/>
                <a:ea typeface="宋体" panose="02010600030101010101" pitchFamily="2" charset="-122"/>
              </a:rPr>
              <a:t> </a:t>
            </a:r>
            <a:r>
              <a:rPr lang="en-US" altLang="zh-CN" sz="3000" b="1">
                <a:solidFill>
                  <a:srgbClr val="FFFF00"/>
                </a:solidFill>
                <a:latin typeface="Times New Roman" panose="02020603050405020304" pitchFamily="18" charset="0"/>
                <a:ea typeface="宋体" panose="02010600030101010101" pitchFamily="2" charset="-122"/>
              </a:rPr>
              <a:t>≥</a:t>
            </a:r>
          </a:p>
          <a:p>
            <a:pPr eaLnBrk="1" hangingPunct="1">
              <a:buFont typeface="Wingdings" panose="05000000000000000000" pitchFamily="2" charset="2"/>
              <a:buNone/>
            </a:pPr>
            <a:r>
              <a:rPr lang="en-US" altLang="zh-CN" sz="3000">
                <a:latin typeface="Times New Roman" panose="02020603050405020304" pitchFamily="18" charset="0"/>
                <a:ea typeface="宋体" panose="02010600030101010101" pitchFamily="2" charset="-122"/>
              </a:rPr>
              <a:t>	              </a:t>
            </a:r>
            <a:r>
              <a:rPr lang="en-US" altLang="zh-CN" sz="3000" b="1">
                <a:latin typeface="Times New Roman" panose="02020603050405020304" pitchFamily="18" charset="0"/>
                <a:ea typeface="宋体" panose="02010600030101010101" pitchFamily="2" charset="-122"/>
                <a:sym typeface="Symbol" panose="05050102010706020507" pitchFamily="18" charset="2"/>
              </a:rPr>
              <a:t></a:t>
            </a:r>
            <a:r>
              <a:rPr lang="en-US" altLang="zh-CN" sz="3000">
                <a:latin typeface="Times New Roman" panose="02020603050405020304" pitchFamily="18" charset="0"/>
                <a:ea typeface="宋体" panose="02010600030101010101" pitchFamily="2" charset="-122"/>
                <a:sym typeface="Symbol" panose="05050102010706020507" pitchFamily="18" charset="2"/>
              </a:rPr>
              <a:t> </a:t>
            </a:r>
            <a:r>
              <a:rPr lang="en-US" altLang="zh-CN" sz="3000" i="1">
                <a:latin typeface="Times New Roman" panose="02020603050405020304" pitchFamily="18" charset="0"/>
                <a:ea typeface="宋体" panose="02010600030101010101" pitchFamily="2" charset="-122"/>
                <a:sym typeface="Symbol" panose="05050102010706020507" pitchFamily="18" charset="2"/>
              </a:rPr>
              <a:t></a:t>
            </a:r>
            <a:r>
              <a:rPr lang="en-US" altLang="zh-CN" sz="3000">
                <a:latin typeface="Times New Roman" panose="02020603050405020304" pitchFamily="18" charset="0"/>
                <a:ea typeface="宋体" panose="02010600030101010101" pitchFamily="2" charset="-122"/>
              </a:rPr>
              <a:t> = </a:t>
            </a:r>
          </a:p>
          <a:p>
            <a:pPr eaLnBrk="1" hangingPunct="1">
              <a:buFont typeface="Wingdings" panose="05000000000000000000" pitchFamily="2" charset="2"/>
              <a:buNone/>
            </a:pPr>
            <a:r>
              <a:rPr lang="en-US" altLang="zh-CN" sz="3000">
                <a:latin typeface="Times New Roman" panose="02020603050405020304" pitchFamily="18" charset="0"/>
                <a:ea typeface="宋体" panose="02010600030101010101" pitchFamily="2" charset="-122"/>
              </a:rPr>
              <a:t>	</a:t>
            </a:r>
            <a:r>
              <a:rPr lang="en-US" altLang="zh-CN" sz="3000" b="1" i="1">
                <a:solidFill>
                  <a:srgbClr val="FFFF00"/>
                </a:solidFill>
                <a:latin typeface="Times New Roman" panose="02020603050405020304" pitchFamily="18" charset="0"/>
                <a:ea typeface="宋体" panose="02010600030101010101" pitchFamily="2" charset="-122"/>
              </a:rPr>
              <a:t>o</a:t>
            </a:r>
            <a:r>
              <a:rPr lang="en-US" altLang="zh-CN" sz="3000" i="1">
                <a:solidFill>
                  <a:srgbClr val="FFFF00"/>
                </a:solidFill>
                <a:latin typeface="Times New Roman" panose="02020603050405020304" pitchFamily="18" charset="0"/>
                <a:ea typeface="宋体" panose="02010600030101010101" pitchFamily="2" charset="-122"/>
              </a:rPr>
              <a:t> </a:t>
            </a:r>
            <a:r>
              <a:rPr lang="en-US" altLang="zh-CN" sz="3000" i="1">
                <a:solidFill>
                  <a:srgbClr val="FFFF00"/>
                </a:solidFill>
                <a:latin typeface="Times New Roman" panose="02020603050405020304" pitchFamily="18" charset="0"/>
                <a:ea typeface="宋体" panose="02010600030101010101" pitchFamily="2" charset="-122"/>
                <a:sym typeface="Symbol" panose="05050102010706020507" pitchFamily="18" charset="2"/>
              </a:rPr>
              <a:t></a:t>
            </a:r>
            <a:r>
              <a:rPr lang="en-US" altLang="zh-CN" sz="3000">
                <a:solidFill>
                  <a:srgbClr val="FFFF00"/>
                </a:solidFill>
                <a:latin typeface="Times New Roman" panose="02020603050405020304" pitchFamily="18" charset="0"/>
                <a:ea typeface="宋体" panose="02010600030101010101" pitchFamily="2" charset="-122"/>
              </a:rPr>
              <a:t> </a:t>
            </a:r>
            <a:r>
              <a:rPr lang="en-US" altLang="zh-CN" sz="3000" b="1">
                <a:solidFill>
                  <a:srgbClr val="FFFF00"/>
                </a:solidFill>
                <a:latin typeface="Times New Roman" panose="02020603050405020304" pitchFamily="18" charset="0"/>
                <a:ea typeface="宋体" panose="02010600030101010101" pitchFamily="2" charset="-122"/>
              </a:rPr>
              <a:t>&lt;</a:t>
            </a:r>
            <a:r>
              <a:rPr lang="en-US" altLang="zh-CN" sz="3000" i="1">
                <a:solidFill>
                  <a:srgbClr val="FFFF00"/>
                </a:solidFill>
                <a:latin typeface="Times New Roman" panose="02020603050405020304" pitchFamily="18" charset="0"/>
                <a:ea typeface="宋体" panose="02010600030101010101" pitchFamily="2" charset="-122"/>
              </a:rPr>
              <a:t>	</a:t>
            </a:r>
            <a:r>
              <a:rPr lang="en-US" altLang="zh-CN" sz="3000" i="1">
                <a:latin typeface="Times New Roman" panose="02020603050405020304" pitchFamily="18" charset="0"/>
                <a:ea typeface="宋体" panose="02010600030101010101" pitchFamily="2" charset="-122"/>
              </a:rPr>
              <a:t>		</a:t>
            </a:r>
            <a:r>
              <a:rPr lang="en-US" altLang="zh-CN" sz="3000" b="1" i="1">
                <a:solidFill>
                  <a:srgbClr val="FFFF00"/>
                </a:solidFill>
                <a:latin typeface="Times New Roman" panose="02020603050405020304" pitchFamily="18" charset="0"/>
                <a:ea typeface="宋体" panose="02010600030101010101" pitchFamily="2" charset="-122"/>
              </a:rPr>
              <a:t>ω</a:t>
            </a:r>
            <a:r>
              <a:rPr lang="en-US" altLang="zh-CN" sz="3000" i="1">
                <a:solidFill>
                  <a:srgbClr val="FFFF00"/>
                </a:solidFill>
                <a:latin typeface="Times New Roman" panose="02020603050405020304" pitchFamily="18" charset="0"/>
                <a:ea typeface="宋体" panose="02010600030101010101" pitchFamily="2" charset="-122"/>
              </a:rPr>
              <a:t> </a:t>
            </a:r>
            <a:r>
              <a:rPr lang="en-US" altLang="zh-CN" sz="3000" i="1">
                <a:solidFill>
                  <a:srgbClr val="FFFF00"/>
                </a:solidFill>
                <a:latin typeface="Times New Roman" panose="02020603050405020304" pitchFamily="18" charset="0"/>
                <a:ea typeface="宋体" panose="02010600030101010101" pitchFamily="2" charset="-122"/>
                <a:sym typeface="Symbol" panose="05050102010706020507" pitchFamily="18" charset="2"/>
              </a:rPr>
              <a:t></a:t>
            </a:r>
            <a:r>
              <a:rPr lang="en-US" altLang="zh-CN" sz="3000">
                <a:solidFill>
                  <a:srgbClr val="FFFF00"/>
                </a:solidFill>
                <a:latin typeface="Times New Roman" panose="02020603050405020304" pitchFamily="18" charset="0"/>
                <a:ea typeface="宋体" panose="02010600030101010101" pitchFamily="2" charset="-122"/>
              </a:rPr>
              <a:t> </a:t>
            </a:r>
            <a:r>
              <a:rPr lang="en-US" altLang="zh-CN" sz="3000" b="1">
                <a:solidFill>
                  <a:srgbClr val="FFFF00"/>
                </a:solidFill>
                <a:latin typeface="Times New Roman" panose="02020603050405020304" pitchFamily="18" charset="0"/>
                <a:ea typeface="宋体" panose="02010600030101010101" pitchFamily="2" charset="-122"/>
              </a:rPr>
              <a:t>&gt;</a:t>
            </a:r>
            <a:endParaRPr lang="en-US" altLang="zh-CN" sz="300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316">
                                            <p:txEl>
                                              <p:pRg st="0" end="0"/>
                                            </p:txEl>
                                          </p:spTgt>
                                        </p:tgtEl>
                                        <p:attrNameLst>
                                          <p:attrName>style.visibility</p:attrName>
                                        </p:attrNameLst>
                                      </p:cBhvr>
                                      <p:to>
                                        <p:strVal val="visible"/>
                                      </p:to>
                                    </p:set>
                                    <p:animEffect transition="in" filter="checkerboard(across)">
                                      <p:cBhvr>
                                        <p:cTn id="7" dur="500"/>
                                        <p:tgtEl>
                                          <p:spTgt spid="1331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3316">
                                            <p:txEl>
                                              <p:pRg st="1" end="1"/>
                                            </p:txEl>
                                          </p:spTgt>
                                        </p:tgtEl>
                                        <p:attrNameLst>
                                          <p:attrName>style.visibility</p:attrName>
                                        </p:attrNameLst>
                                      </p:cBhvr>
                                      <p:to>
                                        <p:strVal val="visible"/>
                                      </p:to>
                                    </p:set>
                                    <p:animEffect transition="in" filter="checkerboard(across)">
                                      <p:cBhvr>
                                        <p:cTn id="12" dur="500"/>
                                        <p:tgtEl>
                                          <p:spTgt spid="1331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3316">
                                            <p:txEl>
                                              <p:pRg st="2" end="2"/>
                                            </p:txEl>
                                          </p:spTgt>
                                        </p:tgtEl>
                                        <p:attrNameLst>
                                          <p:attrName>style.visibility</p:attrName>
                                        </p:attrNameLst>
                                      </p:cBhvr>
                                      <p:to>
                                        <p:strVal val="visible"/>
                                      </p:to>
                                    </p:set>
                                    <p:animEffect transition="in" filter="checkerboard(across)">
                                      <p:cBhvr>
                                        <p:cTn id="17" dur="500"/>
                                        <p:tgtEl>
                                          <p:spTgt spid="1331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3316">
                                            <p:txEl>
                                              <p:pRg st="3" end="3"/>
                                            </p:txEl>
                                          </p:spTgt>
                                        </p:tgtEl>
                                        <p:attrNameLst>
                                          <p:attrName>style.visibility</p:attrName>
                                        </p:attrNameLst>
                                      </p:cBhvr>
                                      <p:to>
                                        <p:strVal val="visible"/>
                                      </p:to>
                                    </p:set>
                                    <p:animEffect transition="in" filter="checkerboard(across)">
                                      <p:cBhvr>
                                        <p:cTn id="22" dur="500"/>
                                        <p:tgtEl>
                                          <p:spTgt spid="1331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3316">
                                            <p:txEl>
                                              <p:pRg st="4" end="4"/>
                                            </p:txEl>
                                          </p:spTgt>
                                        </p:tgtEl>
                                        <p:attrNameLst>
                                          <p:attrName>style.visibility</p:attrName>
                                        </p:attrNameLst>
                                      </p:cBhvr>
                                      <p:to>
                                        <p:strVal val="visible"/>
                                      </p:to>
                                    </p:set>
                                    <p:animEffect transition="in" filter="checkerboard(across)">
                                      <p:cBhvr>
                                        <p:cTn id="27" dur="500"/>
                                        <p:tgtEl>
                                          <p:spTgt spid="1331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3316">
                                            <p:txEl>
                                              <p:pRg st="5" end="5"/>
                                            </p:txEl>
                                          </p:spTgt>
                                        </p:tgtEl>
                                        <p:attrNameLst>
                                          <p:attrName>style.visibility</p:attrName>
                                        </p:attrNameLst>
                                      </p:cBhvr>
                                      <p:to>
                                        <p:strVal val="visible"/>
                                      </p:to>
                                    </p:set>
                                    <p:animEffect transition="in" filter="checkerboard(across)">
                                      <p:cBhvr>
                                        <p:cTn id="32" dur="500"/>
                                        <p:tgtEl>
                                          <p:spTgt spid="13316">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3316">
                                            <p:txEl>
                                              <p:pRg st="6" end="6"/>
                                            </p:txEl>
                                          </p:spTgt>
                                        </p:tgtEl>
                                        <p:attrNameLst>
                                          <p:attrName>style.visibility</p:attrName>
                                        </p:attrNameLst>
                                      </p:cBhvr>
                                      <p:to>
                                        <p:strVal val="visible"/>
                                      </p:to>
                                    </p:set>
                                    <p:animEffect transition="in" filter="checkerboard(across)">
                                      <p:cBhvr>
                                        <p:cTn id="37" dur="500"/>
                                        <p:tgtEl>
                                          <p:spTgt spid="13316">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3316">
                                            <p:txEl>
                                              <p:pRg st="7" end="7"/>
                                            </p:txEl>
                                          </p:spTgt>
                                        </p:tgtEl>
                                        <p:attrNameLst>
                                          <p:attrName>style.visibility</p:attrName>
                                        </p:attrNameLst>
                                      </p:cBhvr>
                                      <p:to>
                                        <p:strVal val="visible"/>
                                      </p:to>
                                    </p:set>
                                    <p:animEffect transition="in" filter="checkerboard(across)">
                                      <p:cBhvr>
                                        <p:cTn id="42" dur="500"/>
                                        <p:tgtEl>
                                          <p:spTgt spid="1331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9DF316E4-4578-40A5-BE91-30AA755BB056}"/>
              </a:ext>
            </a:extLst>
          </p:cNvPr>
          <p:cNvSpPr>
            <a:spLocks noGrp="1" noChangeArrowheads="1"/>
          </p:cNvSpPr>
          <p:nvPr>
            <p:ph type="title"/>
          </p:nvPr>
        </p:nvSpPr>
        <p:spPr>
          <a:xfrm>
            <a:off x="685800" y="76200"/>
            <a:ext cx="7620000" cy="914400"/>
          </a:xfrm>
        </p:spPr>
        <p:txBody>
          <a:bodyPr/>
          <a:lstStyle/>
          <a:p>
            <a:pPr eaLnBrk="1" hangingPunct="1">
              <a:defRPr/>
            </a:pPr>
            <a:r>
              <a:rPr lang="en-US" altLang="zh-CN" b="1">
                <a:latin typeface="Comic Sans MS" pitchFamily="66" charset="0"/>
                <a:ea typeface="宋体" pitchFamily="2" charset="-122"/>
              </a:rPr>
              <a:t>Comparisons of Functions</a:t>
            </a:r>
          </a:p>
        </p:txBody>
      </p:sp>
      <p:sp>
        <p:nvSpPr>
          <p:cNvPr id="47107" name="Rectangle 3">
            <a:extLst>
              <a:ext uri="{FF2B5EF4-FFF2-40B4-BE49-F238E27FC236}">
                <a16:creationId xmlns:a16="http://schemas.microsoft.com/office/drawing/2014/main" id="{E808CCF7-60F9-40A9-9954-6FA001237C26}"/>
              </a:ext>
            </a:extLst>
          </p:cNvPr>
          <p:cNvSpPr>
            <a:spLocks noGrp="1" noChangeArrowheads="1"/>
          </p:cNvSpPr>
          <p:nvPr>
            <p:ph type="body" idx="1"/>
          </p:nvPr>
        </p:nvSpPr>
        <p:spPr>
          <a:xfrm>
            <a:off x="304800" y="1066800"/>
            <a:ext cx="8077200" cy="5791200"/>
          </a:xfrm>
        </p:spPr>
        <p:txBody>
          <a:bodyPr/>
          <a:lstStyle/>
          <a:p>
            <a:pPr eaLnBrk="1" hangingPunct="1">
              <a:lnSpc>
                <a:spcPct val="80000"/>
              </a:lnSpc>
            </a:pPr>
            <a:r>
              <a:rPr lang="en-US" altLang="zh-CN" sz="2600">
                <a:effectLst/>
                <a:ea typeface="宋体" panose="02010600030101010101" pitchFamily="2" charset="-122"/>
              </a:rPr>
              <a:t>Related Properties:</a:t>
            </a:r>
          </a:p>
          <a:p>
            <a:pPr lvl="1" eaLnBrk="1" hangingPunct="1">
              <a:lnSpc>
                <a:spcPct val="80000"/>
              </a:lnSpc>
            </a:pPr>
            <a:r>
              <a:rPr lang="en-US" altLang="zh-CN" sz="2400" b="1" i="1">
                <a:solidFill>
                  <a:schemeClr val="hlink"/>
                </a:solidFill>
                <a:effectLst/>
                <a:latin typeface="Times New Roman" panose="02020603050405020304" pitchFamily="18" charset="0"/>
                <a:ea typeface="宋体" panose="02010600030101010101" pitchFamily="2" charset="-122"/>
              </a:rPr>
              <a:t>Transitivity:</a:t>
            </a:r>
          </a:p>
          <a:p>
            <a:pPr eaLnBrk="1" hangingPunct="1">
              <a:lnSpc>
                <a:spcPct val="80000"/>
              </a:lnSpc>
              <a:buFont typeface="Wingdings" panose="05000000000000000000" pitchFamily="2" charset="2"/>
              <a:buNone/>
            </a:pPr>
            <a:r>
              <a:rPr lang="en-US" altLang="zh-CN" sz="2400" i="1">
                <a:effectLst/>
                <a:latin typeface="Times New Roman" panose="02020603050405020304" pitchFamily="18" charset="0"/>
                <a:ea typeface="宋体" panose="02010600030101010101" pitchFamily="2" charset="-122"/>
              </a:rPr>
              <a:t>		</a:t>
            </a:r>
            <a:r>
              <a:rPr lang="en-US" altLang="zh-CN" sz="2400" i="1">
                <a:solidFill>
                  <a:srgbClr val="FFFF00"/>
                </a:solidFill>
                <a:effectLst/>
                <a:latin typeface="Times New Roman" panose="02020603050405020304" pitchFamily="18" charset="0"/>
                <a:ea typeface="宋体" panose="02010600030101010101" pitchFamily="2" charset="-122"/>
              </a:rPr>
              <a:t>f (n) </a:t>
            </a:r>
            <a:r>
              <a:rPr lang="en-US" altLang="zh-CN" sz="2400">
                <a:solidFill>
                  <a:srgbClr val="FFFF00"/>
                </a:solidFill>
                <a:effectLst/>
                <a:latin typeface="Times New Roman" panose="02020603050405020304" pitchFamily="18" charset="0"/>
                <a:ea typeface="宋体" panose="02010600030101010101" pitchFamily="2" charset="-122"/>
              </a:rPr>
              <a:t>= </a:t>
            </a:r>
            <a:r>
              <a:rPr lang="en-US" altLang="zh-CN" sz="2400">
                <a:solidFill>
                  <a:srgbClr val="FFFF00"/>
                </a:solidFill>
                <a:effectLst/>
                <a:latin typeface="Times New Roman" panose="02020603050405020304" pitchFamily="18" charset="0"/>
                <a:ea typeface="宋体" panose="02010600030101010101" pitchFamily="2" charset="-122"/>
                <a:sym typeface="Symbol" panose="05050102010706020507" pitchFamily="18" charset="2"/>
              </a:rPr>
              <a:t></a:t>
            </a:r>
            <a:r>
              <a:rPr lang="en-US" altLang="zh-CN" sz="2400" i="1">
                <a:solidFill>
                  <a:srgbClr val="FFFF00"/>
                </a:solidFill>
                <a:effectLst/>
                <a:latin typeface="Times New Roman" panose="02020603050405020304" pitchFamily="18" charset="0"/>
                <a:ea typeface="宋体" panose="02010600030101010101" pitchFamily="2" charset="-122"/>
              </a:rPr>
              <a:t>(g(n)) </a:t>
            </a:r>
            <a:r>
              <a:rPr lang="en-US" altLang="zh-CN" sz="2400">
                <a:solidFill>
                  <a:srgbClr val="FFFF00"/>
                </a:solidFill>
                <a:effectLst/>
                <a:latin typeface="Times New Roman" panose="02020603050405020304" pitchFamily="18" charset="0"/>
                <a:ea typeface="宋体" panose="02010600030101010101" pitchFamily="2" charset="-122"/>
              </a:rPr>
              <a:t>and </a:t>
            </a:r>
            <a:r>
              <a:rPr lang="en-US" altLang="zh-CN" sz="2400" i="1">
                <a:solidFill>
                  <a:srgbClr val="FFFF00"/>
                </a:solidFill>
                <a:effectLst/>
                <a:latin typeface="Times New Roman" panose="02020603050405020304" pitchFamily="18" charset="0"/>
                <a:ea typeface="宋体" panose="02010600030101010101" pitchFamily="2" charset="-122"/>
              </a:rPr>
              <a:t>g(n) </a:t>
            </a:r>
            <a:r>
              <a:rPr lang="en-US" altLang="zh-CN" sz="2400">
                <a:solidFill>
                  <a:srgbClr val="FFFF00"/>
                </a:solidFill>
                <a:effectLst/>
                <a:latin typeface="Times New Roman" panose="02020603050405020304" pitchFamily="18" charset="0"/>
                <a:ea typeface="宋体" panose="02010600030101010101" pitchFamily="2" charset="-122"/>
              </a:rPr>
              <a:t>= </a:t>
            </a:r>
            <a:r>
              <a:rPr lang="en-US" altLang="zh-CN" sz="2400">
                <a:solidFill>
                  <a:srgbClr val="FFFF00"/>
                </a:solidFill>
                <a:effectLst/>
                <a:latin typeface="Times New Roman" panose="02020603050405020304" pitchFamily="18" charset="0"/>
                <a:ea typeface="宋体" panose="02010600030101010101" pitchFamily="2" charset="-122"/>
                <a:sym typeface="Symbol" panose="05050102010706020507" pitchFamily="18" charset="2"/>
              </a:rPr>
              <a:t></a:t>
            </a:r>
            <a:r>
              <a:rPr lang="en-US" altLang="zh-CN" sz="2400" i="1">
                <a:solidFill>
                  <a:srgbClr val="FFFF00"/>
                </a:solidFill>
                <a:effectLst/>
                <a:latin typeface="Times New Roman" panose="02020603050405020304" pitchFamily="18" charset="0"/>
                <a:ea typeface="宋体" panose="02010600030101010101" pitchFamily="2" charset="-122"/>
              </a:rPr>
              <a:t>(h(n))</a:t>
            </a:r>
            <a:r>
              <a:rPr lang="en-US" altLang="zh-CN" sz="2400">
                <a:solidFill>
                  <a:srgbClr val="FFFF00"/>
                </a:solidFill>
                <a:effectLst/>
                <a:latin typeface="Times New Roman" panose="02020603050405020304" pitchFamily="18" charset="0"/>
                <a:ea typeface="宋体" panose="02010600030101010101" pitchFamily="2" charset="-122"/>
              </a:rPr>
              <a:t>⇒ </a:t>
            </a:r>
            <a:r>
              <a:rPr lang="en-US" altLang="zh-CN" sz="2400" b="1" i="1">
                <a:solidFill>
                  <a:srgbClr val="FFFF00"/>
                </a:solidFill>
                <a:effectLst/>
                <a:latin typeface="Times New Roman" panose="02020603050405020304" pitchFamily="18" charset="0"/>
                <a:ea typeface="宋体" panose="02010600030101010101" pitchFamily="2" charset="-122"/>
              </a:rPr>
              <a:t>f (n) </a:t>
            </a:r>
            <a:r>
              <a:rPr lang="en-US" altLang="zh-CN" sz="2400" b="1">
                <a:solidFill>
                  <a:srgbClr val="FFFF00"/>
                </a:solidFill>
                <a:effectLst/>
                <a:latin typeface="Times New Roman" panose="02020603050405020304" pitchFamily="18" charset="0"/>
                <a:ea typeface="宋体" panose="02010600030101010101" pitchFamily="2" charset="-122"/>
              </a:rPr>
              <a:t>= </a:t>
            </a:r>
            <a:r>
              <a:rPr lang="en-US" altLang="zh-CN" sz="2400" b="1">
                <a:solidFill>
                  <a:srgbClr val="FFFF00"/>
                </a:solidFill>
                <a:effectLst/>
                <a:latin typeface="Times New Roman" panose="02020603050405020304" pitchFamily="18" charset="0"/>
                <a:ea typeface="宋体" panose="02010600030101010101" pitchFamily="2" charset="-122"/>
                <a:sym typeface="Symbol" panose="05050102010706020507" pitchFamily="18" charset="2"/>
              </a:rPr>
              <a:t></a:t>
            </a:r>
            <a:r>
              <a:rPr lang="en-US" altLang="zh-CN" sz="2400" b="1" i="1">
                <a:solidFill>
                  <a:srgbClr val="FFFF00"/>
                </a:solidFill>
                <a:effectLst/>
                <a:latin typeface="Times New Roman" panose="02020603050405020304" pitchFamily="18" charset="0"/>
                <a:ea typeface="宋体" panose="02010600030101010101" pitchFamily="2" charset="-122"/>
              </a:rPr>
              <a:t>(h(n))</a:t>
            </a:r>
            <a:r>
              <a:rPr lang="en-US" altLang="zh-CN" sz="2400" b="1">
                <a:solidFill>
                  <a:srgbClr val="FFFF00"/>
                </a:solidFill>
                <a:effectLst/>
                <a:latin typeface="Times New Roman" panose="02020603050405020304" pitchFamily="18" charset="0"/>
                <a:ea typeface="宋体" panose="02010600030101010101" pitchFamily="2" charset="-122"/>
              </a:rPr>
              <a:t>.</a:t>
            </a:r>
          </a:p>
          <a:p>
            <a:pPr eaLnBrk="1" hangingPunct="1">
              <a:lnSpc>
                <a:spcPct val="80000"/>
              </a:lnSpc>
              <a:buFont typeface="Wingdings" panose="05000000000000000000" pitchFamily="2" charset="2"/>
              <a:buNone/>
            </a:pPr>
            <a:r>
              <a:rPr lang="en-US" altLang="zh-CN" sz="2400">
                <a:effectLst/>
                <a:latin typeface="Times New Roman" panose="02020603050405020304" pitchFamily="18" charset="0"/>
                <a:ea typeface="宋体" panose="02010600030101010101" pitchFamily="2" charset="-122"/>
              </a:rPr>
              <a:t>		Same for </a:t>
            </a:r>
            <a:r>
              <a:rPr lang="en-US" altLang="zh-CN" sz="2400" i="1">
                <a:effectLst/>
                <a:latin typeface="Times New Roman" panose="02020603050405020304" pitchFamily="18" charset="0"/>
                <a:ea typeface="宋体" panose="02010600030101010101" pitchFamily="2" charset="-122"/>
              </a:rPr>
              <a:t>O, </a:t>
            </a:r>
            <a:r>
              <a:rPr lang="en-US" altLang="zh-CN" sz="2400" i="1">
                <a:effectLst/>
                <a:latin typeface="Times New Roman" panose="02020603050405020304" pitchFamily="18" charset="0"/>
                <a:ea typeface="宋体" panose="02010600030101010101" pitchFamily="2" charset="-122"/>
                <a:sym typeface="Symbol" panose="05050102010706020507" pitchFamily="18" charset="2"/>
              </a:rPr>
              <a:t>,</a:t>
            </a:r>
            <a:r>
              <a:rPr lang="en-US" altLang="zh-CN" sz="2400" i="1">
                <a:effectLst/>
                <a:latin typeface="Times New Roman" panose="02020603050405020304" pitchFamily="18" charset="0"/>
                <a:ea typeface="宋体" panose="02010600030101010101" pitchFamily="2" charset="-122"/>
              </a:rPr>
              <a:t> o, </a:t>
            </a:r>
            <a:r>
              <a:rPr lang="en-US" altLang="zh-CN" sz="2400">
                <a:effectLst/>
                <a:latin typeface="Times New Roman" panose="02020603050405020304" pitchFamily="18" charset="0"/>
                <a:ea typeface="宋体" panose="02010600030101010101" pitchFamily="2" charset="-122"/>
              </a:rPr>
              <a:t>and </a:t>
            </a:r>
            <a:r>
              <a:rPr lang="en-US" altLang="zh-CN" sz="2400" i="1">
                <a:effectLst/>
                <a:latin typeface="Times New Roman" panose="02020603050405020304" pitchFamily="18" charset="0"/>
                <a:ea typeface="宋体" panose="02010600030101010101" pitchFamily="2" charset="-122"/>
              </a:rPr>
              <a:t>ω</a:t>
            </a:r>
            <a:r>
              <a:rPr lang="en-US" altLang="zh-CN" sz="2400">
                <a:effectLst/>
                <a:latin typeface="Times New Roman" panose="02020603050405020304" pitchFamily="18" charset="0"/>
                <a:ea typeface="宋体" panose="02010600030101010101" pitchFamily="2" charset="-122"/>
              </a:rPr>
              <a:t>.</a:t>
            </a:r>
          </a:p>
          <a:p>
            <a:pPr lvl="1" eaLnBrk="1" hangingPunct="1">
              <a:lnSpc>
                <a:spcPct val="80000"/>
              </a:lnSpc>
            </a:pPr>
            <a:r>
              <a:rPr lang="en-US" altLang="zh-CN" sz="2400" b="1" i="1">
                <a:solidFill>
                  <a:schemeClr val="hlink"/>
                </a:solidFill>
                <a:effectLst/>
                <a:latin typeface="Times New Roman" panose="02020603050405020304" pitchFamily="18" charset="0"/>
                <a:ea typeface="宋体" panose="02010600030101010101" pitchFamily="2" charset="-122"/>
              </a:rPr>
              <a:t>Reflexivity:</a:t>
            </a:r>
          </a:p>
          <a:p>
            <a:pPr eaLnBrk="1" hangingPunct="1">
              <a:lnSpc>
                <a:spcPct val="80000"/>
              </a:lnSpc>
              <a:buFont typeface="Wingdings" panose="05000000000000000000" pitchFamily="2" charset="2"/>
              <a:buNone/>
            </a:pPr>
            <a:r>
              <a:rPr lang="en-US" altLang="zh-CN" sz="2400" i="1">
                <a:effectLst/>
                <a:latin typeface="Times New Roman" panose="02020603050405020304" pitchFamily="18" charset="0"/>
                <a:ea typeface="宋体" panose="02010600030101010101" pitchFamily="2" charset="-122"/>
              </a:rPr>
              <a:t>	</a:t>
            </a:r>
            <a:r>
              <a:rPr lang="en-US" altLang="zh-CN" sz="2400" i="1">
                <a:solidFill>
                  <a:srgbClr val="99FF66"/>
                </a:solidFill>
                <a:effectLst/>
                <a:latin typeface="Times New Roman" panose="02020603050405020304" pitchFamily="18" charset="0"/>
                <a:ea typeface="宋体" panose="02010600030101010101" pitchFamily="2" charset="-122"/>
              </a:rPr>
              <a:t>	</a:t>
            </a:r>
            <a:r>
              <a:rPr lang="en-US" altLang="zh-CN" sz="2400" b="1" i="1">
                <a:solidFill>
                  <a:srgbClr val="FFFF00"/>
                </a:solidFill>
                <a:effectLst/>
                <a:latin typeface="Times New Roman" panose="02020603050405020304" pitchFamily="18" charset="0"/>
                <a:ea typeface="宋体" panose="02010600030101010101" pitchFamily="2" charset="-122"/>
              </a:rPr>
              <a:t>f (n) </a:t>
            </a:r>
            <a:r>
              <a:rPr lang="en-US" altLang="zh-CN" sz="2400" b="1">
                <a:solidFill>
                  <a:srgbClr val="FFFF00"/>
                </a:solidFill>
                <a:effectLst/>
                <a:latin typeface="Times New Roman" panose="02020603050405020304" pitchFamily="18" charset="0"/>
                <a:ea typeface="宋体" panose="02010600030101010101" pitchFamily="2" charset="-122"/>
              </a:rPr>
              <a:t>= </a:t>
            </a:r>
            <a:r>
              <a:rPr lang="en-US" altLang="zh-CN" sz="2400" b="1">
                <a:solidFill>
                  <a:srgbClr val="FFFF00"/>
                </a:solidFill>
                <a:effectLst/>
                <a:latin typeface="Times New Roman" panose="02020603050405020304" pitchFamily="18" charset="0"/>
                <a:ea typeface="宋体" panose="02010600030101010101" pitchFamily="2" charset="-122"/>
                <a:sym typeface="Symbol" panose="05050102010706020507" pitchFamily="18" charset="2"/>
              </a:rPr>
              <a:t></a:t>
            </a:r>
            <a:r>
              <a:rPr lang="en-US" altLang="zh-CN" sz="2400" b="1" i="1">
                <a:solidFill>
                  <a:srgbClr val="FFFF00"/>
                </a:solidFill>
                <a:effectLst/>
                <a:latin typeface="Times New Roman" panose="02020603050405020304" pitchFamily="18" charset="0"/>
                <a:ea typeface="宋体" panose="02010600030101010101" pitchFamily="2" charset="-122"/>
              </a:rPr>
              <a:t>( f (n))</a:t>
            </a:r>
            <a:r>
              <a:rPr lang="en-US" altLang="zh-CN" sz="2400" b="1">
                <a:solidFill>
                  <a:srgbClr val="FFFF00"/>
                </a:solidFill>
                <a:effectLst/>
                <a:latin typeface="Times New Roman" panose="02020603050405020304" pitchFamily="18" charset="0"/>
                <a:ea typeface="宋体" panose="02010600030101010101" pitchFamily="2" charset="-122"/>
              </a:rPr>
              <a:t>.</a:t>
            </a:r>
          </a:p>
          <a:p>
            <a:pPr eaLnBrk="1" hangingPunct="1">
              <a:lnSpc>
                <a:spcPct val="80000"/>
              </a:lnSpc>
              <a:buFont typeface="Wingdings" panose="05000000000000000000" pitchFamily="2" charset="2"/>
              <a:buNone/>
            </a:pPr>
            <a:r>
              <a:rPr lang="en-US" altLang="zh-CN" sz="2400">
                <a:effectLst/>
                <a:latin typeface="Times New Roman" panose="02020603050405020304" pitchFamily="18" charset="0"/>
                <a:ea typeface="宋体" panose="02010600030101010101" pitchFamily="2" charset="-122"/>
              </a:rPr>
              <a:t>		Same for </a:t>
            </a:r>
            <a:r>
              <a:rPr lang="en-US" altLang="zh-CN" sz="2400" i="1">
                <a:effectLst/>
                <a:latin typeface="Times New Roman" panose="02020603050405020304" pitchFamily="18" charset="0"/>
                <a:ea typeface="宋体" panose="02010600030101010101" pitchFamily="2" charset="-122"/>
              </a:rPr>
              <a:t>O </a:t>
            </a:r>
            <a:r>
              <a:rPr lang="en-US" altLang="zh-CN" sz="2400">
                <a:effectLst/>
                <a:latin typeface="Times New Roman" panose="02020603050405020304" pitchFamily="18" charset="0"/>
                <a:ea typeface="宋体" panose="02010600030101010101" pitchFamily="2" charset="-122"/>
              </a:rPr>
              <a:t>and </a:t>
            </a:r>
            <a:r>
              <a:rPr lang="en-US" altLang="zh-CN" sz="2400" i="1">
                <a:effectLst/>
                <a:latin typeface="Times New Roman" panose="02020603050405020304" pitchFamily="18" charset="0"/>
                <a:ea typeface="宋体" panose="02010600030101010101" pitchFamily="2" charset="-122"/>
                <a:sym typeface="Symbol" panose="05050102010706020507" pitchFamily="18" charset="2"/>
              </a:rPr>
              <a:t></a:t>
            </a:r>
            <a:r>
              <a:rPr lang="en-US" altLang="zh-CN" sz="2400">
                <a:effectLst/>
                <a:latin typeface="Times New Roman" panose="02020603050405020304" pitchFamily="18" charset="0"/>
                <a:ea typeface="宋体" panose="02010600030101010101" pitchFamily="2" charset="-122"/>
              </a:rPr>
              <a:t>.</a:t>
            </a:r>
          </a:p>
          <a:p>
            <a:pPr lvl="1" eaLnBrk="1" hangingPunct="1">
              <a:lnSpc>
                <a:spcPct val="80000"/>
              </a:lnSpc>
            </a:pPr>
            <a:r>
              <a:rPr lang="en-US" altLang="zh-CN" sz="2400" b="1" i="1">
                <a:solidFill>
                  <a:schemeClr val="hlink"/>
                </a:solidFill>
                <a:effectLst/>
                <a:latin typeface="Times New Roman" panose="02020603050405020304" pitchFamily="18" charset="0"/>
                <a:ea typeface="宋体" panose="02010600030101010101" pitchFamily="2" charset="-122"/>
              </a:rPr>
              <a:t>Symmetry</a:t>
            </a:r>
            <a:r>
              <a:rPr lang="en-US" altLang="zh-CN" sz="2400" i="1">
                <a:solidFill>
                  <a:schemeClr val="hlink"/>
                </a:solidFill>
                <a:effectLst/>
                <a:latin typeface="Times New Roman" panose="02020603050405020304" pitchFamily="18" charset="0"/>
                <a:ea typeface="宋体" panose="02010600030101010101" pitchFamily="2" charset="-122"/>
              </a:rPr>
              <a:t>:</a:t>
            </a:r>
          </a:p>
          <a:p>
            <a:pPr eaLnBrk="1" hangingPunct="1">
              <a:lnSpc>
                <a:spcPct val="80000"/>
              </a:lnSpc>
              <a:buFont typeface="Wingdings" panose="05000000000000000000" pitchFamily="2" charset="2"/>
              <a:buNone/>
            </a:pPr>
            <a:r>
              <a:rPr lang="en-US" altLang="zh-CN" sz="2400" i="1">
                <a:effectLst/>
                <a:latin typeface="Times New Roman" panose="02020603050405020304" pitchFamily="18" charset="0"/>
                <a:ea typeface="宋体" panose="02010600030101010101" pitchFamily="2" charset="-122"/>
              </a:rPr>
              <a:t>	</a:t>
            </a:r>
            <a:r>
              <a:rPr lang="en-US" altLang="zh-CN" sz="2400" i="1">
                <a:solidFill>
                  <a:srgbClr val="99FF66"/>
                </a:solidFill>
                <a:effectLst/>
                <a:latin typeface="Times New Roman" panose="02020603050405020304" pitchFamily="18" charset="0"/>
                <a:ea typeface="宋体" panose="02010600030101010101" pitchFamily="2" charset="-122"/>
              </a:rPr>
              <a:t>	</a:t>
            </a:r>
            <a:r>
              <a:rPr lang="en-US" altLang="zh-CN" sz="2400" b="1" i="1">
                <a:solidFill>
                  <a:srgbClr val="FFFF00"/>
                </a:solidFill>
                <a:effectLst/>
                <a:latin typeface="Times New Roman" panose="02020603050405020304" pitchFamily="18" charset="0"/>
                <a:ea typeface="宋体" panose="02010600030101010101" pitchFamily="2" charset="-122"/>
              </a:rPr>
              <a:t>f (n) </a:t>
            </a:r>
            <a:r>
              <a:rPr lang="en-US" altLang="zh-CN" sz="2400" b="1">
                <a:solidFill>
                  <a:srgbClr val="FFFF00"/>
                </a:solidFill>
                <a:effectLst/>
                <a:latin typeface="Times New Roman" panose="02020603050405020304" pitchFamily="18" charset="0"/>
                <a:ea typeface="宋体" panose="02010600030101010101" pitchFamily="2" charset="-122"/>
              </a:rPr>
              <a:t>= </a:t>
            </a:r>
            <a:r>
              <a:rPr lang="en-US" altLang="zh-CN" sz="2400" b="1">
                <a:solidFill>
                  <a:srgbClr val="FFFF00"/>
                </a:solidFill>
                <a:effectLst/>
                <a:latin typeface="Times New Roman" panose="02020603050405020304" pitchFamily="18" charset="0"/>
                <a:ea typeface="宋体" panose="02010600030101010101" pitchFamily="2" charset="-122"/>
                <a:sym typeface="Symbol" panose="05050102010706020507" pitchFamily="18" charset="2"/>
              </a:rPr>
              <a:t></a:t>
            </a:r>
            <a:r>
              <a:rPr lang="en-US" altLang="zh-CN" sz="2400" b="1" i="1">
                <a:solidFill>
                  <a:srgbClr val="FFFF00"/>
                </a:solidFill>
                <a:effectLst/>
                <a:latin typeface="Times New Roman" panose="02020603050405020304" pitchFamily="18" charset="0"/>
                <a:ea typeface="宋体" panose="02010600030101010101" pitchFamily="2" charset="-122"/>
              </a:rPr>
              <a:t>(g(n))</a:t>
            </a:r>
            <a:r>
              <a:rPr lang="en-US" altLang="zh-CN" sz="2400" i="1">
                <a:solidFill>
                  <a:srgbClr val="FFFF00"/>
                </a:solidFill>
                <a:effectLst/>
                <a:latin typeface="Times New Roman" panose="02020603050405020304" pitchFamily="18" charset="0"/>
                <a:ea typeface="宋体" panose="02010600030101010101" pitchFamily="2" charset="-122"/>
              </a:rPr>
              <a:t> </a:t>
            </a:r>
            <a:r>
              <a:rPr lang="en-US" altLang="zh-CN" sz="2400">
                <a:solidFill>
                  <a:srgbClr val="FFFF00"/>
                </a:solidFill>
                <a:effectLst/>
                <a:latin typeface="Times New Roman" panose="02020603050405020304" pitchFamily="18" charset="0"/>
                <a:ea typeface="宋体" panose="02010600030101010101" pitchFamily="2" charset="-122"/>
              </a:rPr>
              <a:t>if and only if </a:t>
            </a:r>
            <a:r>
              <a:rPr lang="en-US" altLang="zh-CN" sz="2400" b="1" i="1">
                <a:solidFill>
                  <a:srgbClr val="FFFF00"/>
                </a:solidFill>
                <a:effectLst/>
                <a:latin typeface="Times New Roman" panose="02020603050405020304" pitchFamily="18" charset="0"/>
                <a:ea typeface="宋体" panose="02010600030101010101" pitchFamily="2" charset="-122"/>
              </a:rPr>
              <a:t>g(n) </a:t>
            </a:r>
            <a:r>
              <a:rPr lang="en-US" altLang="zh-CN" sz="2400" b="1">
                <a:solidFill>
                  <a:srgbClr val="FFFF00"/>
                </a:solidFill>
                <a:effectLst/>
                <a:latin typeface="Times New Roman" panose="02020603050405020304" pitchFamily="18" charset="0"/>
                <a:ea typeface="宋体" panose="02010600030101010101" pitchFamily="2" charset="-122"/>
              </a:rPr>
              <a:t>= </a:t>
            </a:r>
            <a:r>
              <a:rPr lang="en-US" altLang="zh-CN" sz="2400" b="1">
                <a:solidFill>
                  <a:srgbClr val="FFFF00"/>
                </a:solidFill>
                <a:effectLst/>
                <a:latin typeface="Times New Roman" panose="02020603050405020304" pitchFamily="18" charset="0"/>
                <a:ea typeface="宋体" panose="02010600030101010101" pitchFamily="2" charset="-122"/>
                <a:sym typeface="Symbol" panose="05050102010706020507" pitchFamily="18" charset="2"/>
              </a:rPr>
              <a:t></a:t>
            </a:r>
            <a:r>
              <a:rPr lang="en-US" altLang="zh-CN" sz="2400" b="1" i="1">
                <a:solidFill>
                  <a:srgbClr val="FFFF00"/>
                </a:solidFill>
                <a:effectLst/>
                <a:latin typeface="Times New Roman" panose="02020603050405020304" pitchFamily="18" charset="0"/>
                <a:ea typeface="宋体" panose="02010600030101010101" pitchFamily="2" charset="-122"/>
              </a:rPr>
              <a:t>( f (n))</a:t>
            </a:r>
            <a:r>
              <a:rPr lang="en-US" altLang="zh-CN" sz="2400" b="1">
                <a:solidFill>
                  <a:srgbClr val="FFFF00"/>
                </a:solidFill>
                <a:effectLst/>
                <a:latin typeface="Times New Roman" panose="02020603050405020304" pitchFamily="18" charset="0"/>
                <a:ea typeface="宋体" panose="02010600030101010101" pitchFamily="2" charset="-122"/>
              </a:rPr>
              <a:t>.</a:t>
            </a:r>
          </a:p>
          <a:p>
            <a:pPr lvl="1" eaLnBrk="1" hangingPunct="1">
              <a:lnSpc>
                <a:spcPct val="80000"/>
              </a:lnSpc>
            </a:pPr>
            <a:r>
              <a:rPr lang="en-US" altLang="zh-CN" sz="2400" b="1" i="1">
                <a:solidFill>
                  <a:schemeClr val="hlink"/>
                </a:solidFill>
                <a:effectLst/>
                <a:latin typeface="Times New Roman" panose="02020603050405020304" pitchFamily="18" charset="0"/>
                <a:ea typeface="宋体" panose="02010600030101010101" pitchFamily="2" charset="-122"/>
              </a:rPr>
              <a:t>Transpose symmetry</a:t>
            </a:r>
            <a:r>
              <a:rPr lang="en-US" altLang="zh-CN" sz="2400" i="1">
                <a:solidFill>
                  <a:schemeClr val="hlink"/>
                </a:solidFill>
                <a:effectLst/>
                <a:latin typeface="Times New Roman" panose="02020603050405020304" pitchFamily="18" charset="0"/>
                <a:ea typeface="宋体" panose="02010600030101010101" pitchFamily="2" charset="-122"/>
              </a:rPr>
              <a:t>:</a:t>
            </a:r>
          </a:p>
          <a:p>
            <a:pPr eaLnBrk="1" hangingPunct="1">
              <a:lnSpc>
                <a:spcPct val="80000"/>
              </a:lnSpc>
              <a:buFont typeface="Wingdings" panose="05000000000000000000" pitchFamily="2" charset="2"/>
              <a:buNone/>
            </a:pPr>
            <a:r>
              <a:rPr lang="en-US" altLang="zh-CN" sz="2400" i="1">
                <a:effectLst/>
                <a:latin typeface="Times New Roman" panose="02020603050405020304" pitchFamily="18" charset="0"/>
                <a:ea typeface="宋体" panose="02010600030101010101" pitchFamily="2" charset="-122"/>
              </a:rPr>
              <a:t>		</a:t>
            </a:r>
            <a:r>
              <a:rPr lang="en-US" altLang="zh-CN" sz="2400" b="1" i="1">
                <a:solidFill>
                  <a:srgbClr val="FFFF00"/>
                </a:solidFill>
                <a:effectLst/>
                <a:latin typeface="Times New Roman" panose="02020603050405020304" pitchFamily="18" charset="0"/>
                <a:ea typeface="宋体" panose="02010600030101010101" pitchFamily="2" charset="-122"/>
              </a:rPr>
              <a:t>f (n) </a:t>
            </a:r>
            <a:r>
              <a:rPr lang="en-US" altLang="zh-CN" sz="2400" b="1">
                <a:solidFill>
                  <a:srgbClr val="FFFF00"/>
                </a:solidFill>
                <a:effectLst/>
                <a:latin typeface="Times New Roman" panose="02020603050405020304" pitchFamily="18" charset="0"/>
                <a:ea typeface="宋体" panose="02010600030101010101" pitchFamily="2" charset="-122"/>
              </a:rPr>
              <a:t>= </a:t>
            </a:r>
            <a:r>
              <a:rPr lang="en-US" altLang="zh-CN" sz="2400" b="1" i="1">
                <a:solidFill>
                  <a:srgbClr val="FFFF00"/>
                </a:solidFill>
                <a:effectLst/>
                <a:latin typeface="Times New Roman" panose="02020603050405020304" pitchFamily="18" charset="0"/>
                <a:ea typeface="宋体" panose="02010600030101010101" pitchFamily="2" charset="-122"/>
              </a:rPr>
              <a:t>O(g(n))</a:t>
            </a:r>
            <a:r>
              <a:rPr lang="en-US" altLang="zh-CN" sz="2400" i="1">
                <a:solidFill>
                  <a:srgbClr val="FFFF00"/>
                </a:solidFill>
                <a:effectLst/>
                <a:latin typeface="Times New Roman" panose="02020603050405020304" pitchFamily="18" charset="0"/>
                <a:ea typeface="宋体" panose="02010600030101010101" pitchFamily="2" charset="-122"/>
              </a:rPr>
              <a:t> </a:t>
            </a:r>
            <a:r>
              <a:rPr lang="en-US" altLang="zh-CN" sz="2400">
                <a:solidFill>
                  <a:srgbClr val="FFFF00"/>
                </a:solidFill>
                <a:effectLst/>
                <a:latin typeface="Times New Roman" panose="02020603050405020304" pitchFamily="18" charset="0"/>
                <a:ea typeface="宋体" panose="02010600030101010101" pitchFamily="2" charset="-122"/>
              </a:rPr>
              <a:t>if and only if </a:t>
            </a:r>
            <a:r>
              <a:rPr lang="en-US" altLang="zh-CN" sz="2400" b="1" i="1">
                <a:solidFill>
                  <a:srgbClr val="FFFF00"/>
                </a:solidFill>
                <a:effectLst/>
                <a:latin typeface="Times New Roman" panose="02020603050405020304" pitchFamily="18" charset="0"/>
                <a:ea typeface="宋体" panose="02010600030101010101" pitchFamily="2" charset="-122"/>
              </a:rPr>
              <a:t>g(n) </a:t>
            </a:r>
            <a:r>
              <a:rPr lang="en-US" altLang="zh-CN" sz="2400" b="1">
                <a:solidFill>
                  <a:srgbClr val="FFFF00"/>
                </a:solidFill>
                <a:effectLst/>
                <a:latin typeface="Times New Roman" panose="02020603050405020304" pitchFamily="18" charset="0"/>
                <a:ea typeface="宋体" panose="02010600030101010101" pitchFamily="2" charset="-122"/>
              </a:rPr>
              <a:t>= </a:t>
            </a:r>
            <a:r>
              <a:rPr lang="en-US" altLang="zh-CN" sz="2400" b="1" i="1">
                <a:solidFill>
                  <a:srgbClr val="FFFF00"/>
                </a:solidFill>
                <a:effectLst/>
                <a:latin typeface="Times New Roman" panose="02020603050405020304" pitchFamily="18" charset="0"/>
                <a:ea typeface="宋体" panose="02010600030101010101" pitchFamily="2" charset="-122"/>
                <a:sym typeface="Symbol" panose="05050102010706020507" pitchFamily="18" charset="2"/>
              </a:rPr>
              <a:t></a:t>
            </a:r>
            <a:r>
              <a:rPr lang="en-US" altLang="zh-CN" sz="2400" b="1" i="1">
                <a:solidFill>
                  <a:srgbClr val="FFFF00"/>
                </a:solidFill>
                <a:effectLst/>
                <a:latin typeface="Times New Roman" panose="02020603050405020304" pitchFamily="18" charset="0"/>
                <a:ea typeface="宋体" panose="02010600030101010101" pitchFamily="2" charset="-122"/>
              </a:rPr>
              <a:t>( f (n))</a:t>
            </a:r>
            <a:r>
              <a:rPr lang="en-US" altLang="zh-CN" sz="2400" b="1">
                <a:solidFill>
                  <a:srgbClr val="FFFF00"/>
                </a:solidFill>
                <a:effectLst/>
                <a:latin typeface="Times New Roman" panose="02020603050405020304" pitchFamily="18" charset="0"/>
                <a:ea typeface="宋体" panose="02010600030101010101" pitchFamily="2" charset="-122"/>
              </a:rPr>
              <a:t>.</a:t>
            </a:r>
          </a:p>
          <a:p>
            <a:pPr eaLnBrk="1" hangingPunct="1">
              <a:lnSpc>
                <a:spcPct val="80000"/>
              </a:lnSpc>
              <a:buFont typeface="Wingdings" panose="05000000000000000000" pitchFamily="2" charset="2"/>
              <a:buNone/>
            </a:pPr>
            <a:r>
              <a:rPr lang="en-US" altLang="zh-CN" sz="2400" i="1">
                <a:solidFill>
                  <a:srgbClr val="FFFF00"/>
                </a:solidFill>
                <a:effectLst/>
                <a:latin typeface="Times New Roman" panose="02020603050405020304" pitchFamily="18" charset="0"/>
                <a:ea typeface="宋体" panose="02010600030101010101" pitchFamily="2" charset="-122"/>
              </a:rPr>
              <a:t>		</a:t>
            </a:r>
            <a:r>
              <a:rPr lang="en-US" altLang="zh-CN" sz="2400" b="1" i="1">
                <a:solidFill>
                  <a:srgbClr val="FFFF00"/>
                </a:solidFill>
                <a:effectLst/>
                <a:latin typeface="Times New Roman" panose="02020603050405020304" pitchFamily="18" charset="0"/>
                <a:ea typeface="宋体" panose="02010600030101010101" pitchFamily="2" charset="-122"/>
              </a:rPr>
              <a:t>f (n) </a:t>
            </a:r>
            <a:r>
              <a:rPr lang="en-US" altLang="zh-CN" sz="2400" b="1">
                <a:solidFill>
                  <a:srgbClr val="FFFF00"/>
                </a:solidFill>
                <a:effectLst/>
                <a:latin typeface="Times New Roman" panose="02020603050405020304" pitchFamily="18" charset="0"/>
                <a:ea typeface="宋体" panose="02010600030101010101" pitchFamily="2" charset="-122"/>
              </a:rPr>
              <a:t>= </a:t>
            </a:r>
            <a:r>
              <a:rPr lang="en-US" altLang="zh-CN" sz="2400" b="1" i="1">
                <a:solidFill>
                  <a:srgbClr val="FFFF00"/>
                </a:solidFill>
                <a:effectLst/>
                <a:latin typeface="Times New Roman" panose="02020603050405020304" pitchFamily="18" charset="0"/>
                <a:ea typeface="宋体" panose="02010600030101010101" pitchFamily="2" charset="-122"/>
              </a:rPr>
              <a:t>ω(g(n))</a:t>
            </a:r>
            <a:r>
              <a:rPr lang="en-US" altLang="zh-CN" sz="2400" i="1">
                <a:solidFill>
                  <a:srgbClr val="FFFF00"/>
                </a:solidFill>
                <a:effectLst/>
                <a:latin typeface="Times New Roman" panose="02020603050405020304" pitchFamily="18" charset="0"/>
                <a:ea typeface="宋体" panose="02010600030101010101" pitchFamily="2" charset="-122"/>
              </a:rPr>
              <a:t> </a:t>
            </a:r>
            <a:r>
              <a:rPr lang="en-US" altLang="zh-CN" sz="2400">
                <a:solidFill>
                  <a:srgbClr val="FFFF00"/>
                </a:solidFill>
                <a:effectLst/>
                <a:latin typeface="Times New Roman" panose="02020603050405020304" pitchFamily="18" charset="0"/>
                <a:ea typeface="宋体" panose="02010600030101010101" pitchFamily="2" charset="-122"/>
              </a:rPr>
              <a:t>if and only if </a:t>
            </a:r>
            <a:r>
              <a:rPr lang="en-US" altLang="zh-CN" sz="2400" b="1" i="1">
                <a:solidFill>
                  <a:srgbClr val="FFFF00"/>
                </a:solidFill>
                <a:effectLst/>
                <a:latin typeface="Times New Roman" panose="02020603050405020304" pitchFamily="18" charset="0"/>
                <a:ea typeface="宋体" panose="02010600030101010101" pitchFamily="2" charset="-122"/>
              </a:rPr>
              <a:t>g(n) </a:t>
            </a:r>
            <a:r>
              <a:rPr lang="en-US" altLang="zh-CN" sz="2400" b="1">
                <a:solidFill>
                  <a:srgbClr val="FFFF00"/>
                </a:solidFill>
                <a:effectLst/>
                <a:latin typeface="Times New Roman" panose="02020603050405020304" pitchFamily="18" charset="0"/>
                <a:ea typeface="宋体" panose="02010600030101010101" pitchFamily="2" charset="-122"/>
              </a:rPr>
              <a:t>= </a:t>
            </a:r>
            <a:r>
              <a:rPr lang="en-US" altLang="zh-CN" sz="2400" b="1" i="1">
                <a:solidFill>
                  <a:srgbClr val="FFFF00"/>
                </a:solidFill>
                <a:effectLst/>
                <a:latin typeface="Times New Roman" panose="02020603050405020304" pitchFamily="18" charset="0"/>
                <a:ea typeface="宋体" panose="02010600030101010101" pitchFamily="2" charset="-122"/>
              </a:rPr>
              <a:t>ω( f (n))</a:t>
            </a:r>
            <a:r>
              <a:rPr lang="en-US" altLang="zh-CN" sz="2400" b="1">
                <a:solidFill>
                  <a:srgbClr val="FFFF00"/>
                </a:solidFill>
                <a:effectLst/>
                <a:latin typeface="Times New Roman" panose="02020603050405020304" pitchFamily="18" charset="0"/>
                <a:ea typeface="宋体" panose="02010600030101010101" pitchFamily="2" charset="-122"/>
              </a:rPr>
              <a:t>.</a:t>
            </a:r>
          </a:p>
          <a:p>
            <a:pPr eaLnBrk="1" hangingPunct="1">
              <a:lnSpc>
                <a:spcPct val="80000"/>
              </a:lnSpc>
            </a:pPr>
            <a:r>
              <a:rPr lang="en-US" altLang="zh-CN" sz="2600">
                <a:effectLst/>
                <a:ea typeface="宋体" panose="02010600030101010101" pitchFamily="2" charset="-122"/>
                <a:sym typeface="Symbol" panose="05050102010706020507" pitchFamily="18" charset="2"/>
              </a:rPr>
              <a:t>Comparisons:</a:t>
            </a:r>
          </a:p>
          <a:p>
            <a:pPr lvl="1" eaLnBrk="1" hangingPunct="1">
              <a:lnSpc>
                <a:spcPct val="80000"/>
              </a:lnSpc>
            </a:pPr>
            <a:r>
              <a:rPr lang="en-US" altLang="zh-CN" sz="2400" i="1">
                <a:solidFill>
                  <a:srgbClr val="99FF66"/>
                </a:solidFill>
                <a:effectLst/>
                <a:latin typeface="Times New Roman" panose="02020603050405020304" pitchFamily="18" charset="0"/>
                <a:ea typeface="宋体" panose="02010600030101010101" pitchFamily="2" charset="-122"/>
              </a:rPr>
              <a:t>f (n)</a:t>
            </a:r>
            <a:r>
              <a:rPr lang="en-US" altLang="zh-CN" sz="2400" i="1">
                <a:effectLst/>
                <a:latin typeface="Times New Roman" panose="02020603050405020304" pitchFamily="18" charset="0"/>
                <a:ea typeface="宋体" panose="02010600030101010101" pitchFamily="2" charset="-122"/>
              </a:rPr>
              <a:t> </a:t>
            </a:r>
            <a:r>
              <a:rPr lang="en-US" altLang="zh-CN" sz="2400">
                <a:effectLst/>
                <a:latin typeface="Times New Roman" panose="02020603050405020304" pitchFamily="18" charset="0"/>
                <a:ea typeface="宋体" panose="02010600030101010101" pitchFamily="2" charset="-122"/>
              </a:rPr>
              <a:t>is </a:t>
            </a:r>
            <a:r>
              <a:rPr lang="en-US" altLang="zh-CN" sz="2400" b="1" i="1">
                <a:solidFill>
                  <a:srgbClr val="FFFF00"/>
                </a:solidFill>
                <a:effectLst/>
                <a:latin typeface="Times New Roman" panose="02020603050405020304" pitchFamily="18" charset="0"/>
                <a:ea typeface="宋体" panose="02010600030101010101" pitchFamily="2" charset="-122"/>
              </a:rPr>
              <a:t>asymptotically smaller</a:t>
            </a:r>
            <a:r>
              <a:rPr lang="en-US" altLang="zh-CN" sz="2400" b="1" i="1">
                <a:effectLst/>
                <a:latin typeface="Times New Roman" panose="02020603050405020304" pitchFamily="18" charset="0"/>
                <a:ea typeface="宋体" panose="02010600030101010101" pitchFamily="2" charset="-122"/>
              </a:rPr>
              <a:t> </a:t>
            </a:r>
            <a:r>
              <a:rPr lang="en-US" altLang="zh-CN" sz="2400">
                <a:solidFill>
                  <a:srgbClr val="99FF66"/>
                </a:solidFill>
                <a:effectLst/>
                <a:latin typeface="Times New Roman" panose="02020603050405020304" pitchFamily="18" charset="0"/>
                <a:ea typeface="宋体" panose="02010600030101010101" pitchFamily="2" charset="-122"/>
              </a:rPr>
              <a:t>than </a:t>
            </a:r>
            <a:r>
              <a:rPr lang="en-US" altLang="zh-CN" sz="2400" i="1">
                <a:solidFill>
                  <a:srgbClr val="99FF66"/>
                </a:solidFill>
                <a:effectLst/>
                <a:latin typeface="Times New Roman" panose="02020603050405020304" pitchFamily="18" charset="0"/>
                <a:ea typeface="宋体" panose="02010600030101010101" pitchFamily="2" charset="-122"/>
              </a:rPr>
              <a:t>g(n)</a:t>
            </a:r>
            <a:r>
              <a:rPr lang="en-US" altLang="zh-CN" sz="2400" i="1">
                <a:effectLst/>
                <a:latin typeface="Times New Roman" panose="02020603050405020304" pitchFamily="18" charset="0"/>
                <a:ea typeface="宋体" panose="02010600030101010101" pitchFamily="2" charset="-122"/>
              </a:rPr>
              <a:t> </a:t>
            </a:r>
            <a:r>
              <a:rPr lang="en-US" altLang="zh-CN" sz="2400">
                <a:effectLst/>
                <a:latin typeface="Times New Roman" panose="02020603050405020304" pitchFamily="18" charset="0"/>
                <a:ea typeface="宋体" panose="02010600030101010101" pitchFamily="2" charset="-122"/>
              </a:rPr>
              <a:t>if </a:t>
            </a:r>
            <a:r>
              <a:rPr lang="en-US" altLang="zh-CN" sz="2400" i="1">
                <a:solidFill>
                  <a:srgbClr val="99FF66"/>
                </a:solidFill>
                <a:effectLst/>
                <a:latin typeface="Times New Roman" panose="02020603050405020304" pitchFamily="18" charset="0"/>
                <a:ea typeface="宋体" panose="02010600030101010101" pitchFamily="2" charset="-122"/>
              </a:rPr>
              <a:t>f (n) </a:t>
            </a:r>
            <a:r>
              <a:rPr lang="en-US" altLang="zh-CN" sz="2400">
                <a:solidFill>
                  <a:srgbClr val="99FF66"/>
                </a:solidFill>
                <a:effectLst/>
                <a:latin typeface="Times New Roman" panose="02020603050405020304" pitchFamily="18" charset="0"/>
                <a:ea typeface="宋体" panose="02010600030101010101" pitchFamily="2" charset="-122"/>
              </a:rPr>
              <a:t>= </a:t>
            </a:r>
            <a:r>
              <a:rPr lang="en-US" altLang="zh-CN" sz="2400" i="1">
                <a:solidFill>
                  <a:srgbClr val="99FF66"/>
                </a:solidFill>
                <a:effectLst/>
                <a:latin typeface="Times New Roman" panose="02020603050405020304" pitchFamily="18" charset="0"/>
                <a:ea typeface="宋体" panose="02010600030101010101" pitchFamily="2" charset="-122"/>
              </a:rPr>
              <a:t>o(g(n))</a:t>
            </a:r>
            <a:r>
              <a:rPr lang="en-US" altLang="zh-CN" sz="2400">
                <a:solidFill>
                  <a:srgbClr val="99FF66"/>
                </a:solidFill>
                <a:effectLst/>
                <a:latin typeface="Times New Roman" panose="02020603050405020304" pitchFamily="18" charset="0"/>
                <a:ea typeface="宋体" panose="02010600030101010101" pitchFamily="2" charset="-122"/>
              </a:rPr>
              <a:t>.</a:t>
            </a:r>
          </a:p>
          <a:p>
            <a:pPr lvl="1" eaLnBrk="1" hangingPunct="1">
              <a:lnSpc>
                <a:spcPct val="80000"/>
              </a:lnSpc>
            </a:pPr>
            <a:r>
              <a:rPr lang="en-US" altLang="zh-CN" sz="2400" i="1">
                <a:solidFill>
                  <a:srgbClr val="99FF66"/>
                </a:solidFill>
                <a:effectLst/>
                <a:latin typeface="Times New Roman" panose="02020603050405020304" pitchFamily="18" charset="0"/>
                <a:ea typeface="宋体" panose="02010600030101010101" pitchFamily="2" charset="-122"/>
              </a:rPr>
              <a:t>f (n)</a:t>
            </a:r>
            <a:r>
              <a:rPr lang="en-US" altLang="zh-CN" sz="2400" i="1">
                <a:effectLst/>
                <a:latin typeface="Times New Roman" panose="02020603050405020304" pitchFamily="18" charset="0"/>
                <a:ea typeface="宋体" panose="02010600030101010101" pitchFamily="2" charset="-122"/>
              </a:rPr>
              <a:t> </a:t>
            </a:r>
            <a:r>
              <a:rPr lang="en-US" altLang="zh-CN" sz="2400">
                <a:effectLst/>
                <a:latin typeface="Times New Roman" panose="02020603050405020304" pitchFamily="18" charset="0"/>
                <a:ea typeface="宋体" panose="02010600030101010101" pitchFamily="2" charset="-122"/>
              </a:rPr>
              <a:t>is </a:t>
            </a:r>
            <a:r>
              <a:rPr lang="en-US" altLang="zh-CN" sz="2400" b="1" i="1">
                <a:solidFill>
                  <a:srgbClr val="FFFF00"/>
                </a:solidFill>
                <a:effectLst/>
                <a:latin typeface="Times New Roman" panose="02020603050405020304" pitchFamily="18" charset="0"/>
                <a:ea typeface="宋体" panose="02010600030101010101" pitchFamily="2" charset="-122"/>
              </a:rPr>
              <a:t>asymptotically larger</a:t>
            </a:r>
            <a:r>
              <a:rPr lang="en-US" altLang="zh-CN" sz="2400" b="1" i="1">
                <a:effectLst/>
                <a:latin typeface="Times New Roman" panose="02020603050405020304" pitchFamily="18" charset="0"/>
                <a:ea typeface="宋体" panose="02010600030101010101" pitchFamily="2" charset="-122"/>
              </a:rPr>
              <a:t> </a:t>
            </a:r>
            <a:r>
              <a:rPr lang="en-US" altLang="zh-CN" sz="2400">
                <a:solidFill>
                  <a:srgbClr val="99FF66"/>
                </a:solidFill>
                <a:effectLst/>
                <a:latin typeface="Times New Roman" panose="02020603050405020304" pitchFamily="18" charset="0"/>
                <a:ea typeface="宋体" panose="02010600030101010101" pitchFamily="2" charset="-122"/>
              </a:rPr>
              <a:t>than </a:t>
            </a:r>
            <a:r>
              <a:rPr lang="en-US" altLang="zh-CN" sz="2400" i="1">
                <a:solidFill>
                  <a:srgbClr val="99FF66"/>
                </a:solidFill>
                <a:effectLst/>
                <a:latin typeface="Times New Roman" panose="02020603050405020304" pitchFamily="18" charset="0"/>
                <a:ea typeface="宋体" panose="02010600030101010101" pitchFamily="2" charset="-122"/>
              </a:rPr>
              <a:t>g(n) </a:t>
            </a:r>
            <a:r>
              <a:rPr lang="en-US" altLang="zh-CN" sz="2400">
                <a:solidFill>
                  <a:srgbClr val="99FF66"/>
                </a:solidFill>
                <a:effectLst/>
                <a:latin typeface="Times New Roman" panose="02020603050405020304" pitchFamily="18" charset="0"/>
                <a:ea typeface="宋体" panose="02010600030101010101" pitchFamily="2" charset="-122"/>
              </a:rPr>
              <a:t>if </a:t>
            </a:r>
            <a:r>
              <a:rPr lang="en-US" altLang="zh-CN" sz="2400" i="1">
                <a:solidFill>
                  <a:srgbClr val="99FF66"/>
                </a:solidFill>
                <a:effectLst/>
                <a:latin typeface="Times New Roman" panose="02020603050405020304" pitchFamily="18" charset="0"/>
                <a:ea typeface="宋体" panose="02010600030101010101" pitchFamily="2" charset="-122"/>
              </a:rPr>
              <a:t>f (n) </a:t>
            </a:r>
            <a:r>
              <a:rPr lang="en-US" altLang="zh-CN" sz="2400">
                <a:solidFill>
                  <a:srgbClr val="99FF66"/>
                </a:solidFill>
                <a:effectLst/>
                <a:latin typeface="Times New Roman" panose="02020603050405020304" pitchFamily="18" charset="0"/>
                <a:ea typeface="宋体" panose="02010600030101010101" pitchFamily="2" charset="-122"/>
              </a:rPr>
              <a:t>= </a:t>
            </a:r>
            <a:r>
              <a:rPr lang="en-US" altLang="zh-CN" sz="2400" i="1">
                <a:solidFill>
                  <a:srgbClr val="99FF66"/>
                </a:solidFill>
                <a:effectLst/>
                <a:latin typeface="Times New Roman" panose="02020603050405020304" pitchFamily="18" charset="0"/>
                <a:ea typeface="宋体" panose="02010600030101010101" pitchFamily="2" charset="-122"/>
              </a:rPr>
              <a:t>ω(g(n))</a:t>
            </a:r>
            <a:r>
              <a:rPr lang="en-US" altLang="zh-CN" sz="2400">
                <a:solidFill>
                  <a:srgbClr val="99FF66"/>
                </a:solidFill>
                <a:effectLst/>
                <a:latin typeface="Times New Roman" panose="02020603050405020304" pitchFamily="18" charset="0"/>
                <a:ea typeface="宋体" panose="02010600030101010101" pitchFamily="2" charset="-122"/>
              </a:rPr>
              <a:t>.</a:t>
            </a:r>
          </a:p>
          <a:p>
            <a:pPr lvl="1" eaLnBrk="1" hangingPunct="1">
              <a:lnSpc>
                <a:spcPct val="80000"/>
              </a:lnSpc>
              <a:buFontTx/>
              <a:buNone/>
            </a:pPr>
            <a:endParaRPr lang="zh-CN" altLang="en-US" sz="2400">
              <a:solidFill>
                <a:srgbClr val="99FF66"/>
              </a:solidFill>
              <a:effectLst/>
              <a:latin typeface="Times New Roman" panose="02020603050405020304" pitchFamily="18" charset="0"/>
              <a:ea typeface="宋体" panose="0201060003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a:extLst>
              <a:ext uri="{FF2B5EF4-FFF2-40B4-BE49-F238E27FC236}">
                <a16:creationId xmlns:a16="http://schemas.microsoft.com/office/drawing/2014/main" id="{4DA0266B-4EC2-4A83-AF5B-592F8EB77E5A}"/>
              </a:ext>
            </a:extLst>
          </p:cNvPr>
          <p:cNvSpPr>
            <a:spLocks noGrp="1" noChangeArrowheads="1"/>
          </p:cNvSpPr>
          <p:nvPr>
            <p:ph type="title"/>
          </p:nvPr>
        </p:nvSpPr>
        <p:spPr>
          <a:xfrm>
            <a:off x="228600" y="0"/>
            <a:ext cx="8458200" cy="1447800"/>
          </a:xfrm>
        </p:spPr>
        <p:txBody>
          <a:bodyPr/>
          <a:lstStyle/>
          <a:p>
            <a:pPr eaLnBrk="1" hangingPunct="1">
              <a:defRPr/>
            </a:pPr>
            <a:r>
              <a:rPr lang="en-US" altLang="zh-CN" sz="4000" b="1">
                <a:latin typeface="Comic Sans MS" pitchFamily="66" charset="0"/>
                <a:ea typeface="宋体" pitchFamily="2" charset="-122"/>
              </a:rPr>
              <a:t>Standard notations and common functions (1)</a:t>
            </a:r>
          </a:p>
        </p:txBody>
      </p:sp>
      <p:sp>
        <p:nvSpPr>
          <p:cNvPr id="25603" name="Rectangle 1027">
            <a:extLst>
              <a:ext uri="{FF2B5EF4-FFF2-40B4-BE49-F238E27FC236}">
                <a16:creationId xmlns:a16="http://schemas.microsoft.com/office/drawing/2014/main" id="{4B5D8C60-D6AE-406A-A564-09E42201BEFE}"/>
              </a:ext>
            </a:extLst>
          </p:cNvPr>
          <p:cNvSpPr>
            <a:spLocks noGrp="1" noChangeArrowheads="1"/>
          </p:cNvSpPr>
          <p:nvPr>
            <p:ph type="body" idx="1"/>
          </p:nvPr>
        </p:nvSpPr>
        <p:spPr>
          <a:xfrm>
            <a:off x="228600" y="1371600"/>
            <a:ext cx="8534400" cy="5486400"/>
          </a:xfrm>
        </p:spPr>
        <p:txBody>
          <a:bodyPr/>
          <a:lstStyle/>
          <a:p>
            <a:pPr eaLnBrk="1" hangingPunct="1">
              <a:lnSpc>
                <a:spcPct val="90000"/>
              </a:lnSpc>
              <a:defRPr/>
            </a:pPr>
            <a:r>
              <a:rPr lang="en-US" altLang="zh-CN" sz="2800">
                <a:ea typeface="宋体" pitchFamily="2" charset="-122"/>
              </a:rPr>
              <a:t>Monotonicity:</a:t>
            </a:r>
          </a:p>
          <a:p>
            <a:pPr lvl="1" eaLnBrk="1" hangingPunct="1">
              <a:lnSpc>
                <a:spcPct val="90000"/>
              </a:lnSpc>
              <a:defRPr/>
            </a:pPr>
            <a:r>
              <a:rPr lang="en-US" altLang="zh-CN" sz="2400" i="1">
                <a:latin typeface="Times New Roman" pitchFamily="18" charset="0"/>
                <a:ea typeface="宋体" pitchFamily="2" charset="-122"/>
              </a:rPr>
              <a:t>f (n) </a:t>
            </a:r>
            <a:r>
              <a:rPr lang="en-US" altLang="zh-CN" sz="2400">
                <a:latin typeface="Times New Roman" pitchFamily="18" charset="0"/>
                <a:ea typeface="宋体" pitchFamily="2" charset="-122"/>
              </a:rPr>
              <a:t>is </a:t>
            </a:r>
            <a:r>
              <a:rPr lang="en-US" altLang="zh-CN" sz="2400" b="1" i="1">
                <a:solidFill>
                  <a:schemeClr val="hlink"/>
                </a:solidFill>
                <a:latin typeface="Times New Roman" pitchFamily="18" charset="0"/>
                <a:ea typeface="宋体" pitchFamily="2" charset="-122"/>
              </a:rPr>
              <a:t>monotonically increasing</a:t>
            </a:r>
            <a:r>
              <a:rPr lang="en-US" altLang="zh-CN" sz="2400" b="1" i="1">
                <a:latin typeface="Times New Roman" pitchFamily="18" charset="0"/>
                <a:ea typeface="宋体" pitchFamily="2" charset="-122"/>
              </a:rPr>
              <a:t> </a:t>
            </a:r>
            <a:r>
              <a:rPr lang="en-US" altLang="zh-CN" sz="2400">
                <a:latin typeface="Times New Roman" pitchFamily="18" charset="0"/>
                <a:ea typeface="宋体" pitchFamily="2" charset="-122"/>
              </a:rPr>
              <a:t>if </a:t>
            </a:r>
            <a:r>
              <a:rPr lang="en-US" altLang="zh-CN" sz="2400" i="1">
                <a:solidFill>
                  <a:srgbClr val="99FF66"/>
                </a:solidFill>
                <a:effectLst/>
                <a:latin typeface="Times New Roman" pitchFamily="18" charset="0"/>
                <a:ea typeface="宋体" pitchFamily="2" charset="-122"/>
              </a:rPr>
              <a:t>m </a:t>
            </a:r>
            <a:r>
              <a:rPr lang="en-US" altLang="zh-CN" sz="2400">
                <a:solidFill>
                  <a:srgbClr val="99FF66"/>
                </a:solidFill>
                <a:effectLst/>
                <a:latin typeface="Times New Roman" pitchFamily="18" charset="0"/>
                <a:ea typeface="宋体" pitchFamily="2" charset="-122"/>
              </a:rPr>
              <a:t>≤ </a:t>
            </a:r>
            <a:r>
              <a:rPr lang="en-US" altLang="zh-CN" sz="2400" i="1">
                <a:solidFill>
                  <a:srgbClr val="99FF66"/>
                </a:solidFill>
                <a:effectLst/>
                <a:latin typeface="Times New Roman" pitchFamily="18" charset="0"/>
                <a:ea typeface="宋体" pitchFamily="2" charset="-122"/>
              </a:rPr>
              <a:t>n </a:t>
            </a:r>
            <a:r>
              <a:rPr lang="en-US" altLang="zh-CN" sz="2400">
                <a:solidFill>
                  <a:srgbClr val="99FF66"/>
                </a:solidFill>
                <a:effectLst/>
                <a:latin typeface="Times New Roman" pitchFamily="18" charset="0"/>
                <a:ea typeface="宋体" pitchFamily="2" charset="-122"/>
              </a:rPr>
              <a:t>⇒ </a:t>
            </a:r>
            <a:r>
              <a:rPr lang="en-US" altLang="zh-CN" sz="2400" i="1">
                <a:solidFill>
                  <a:srgbClr val="99FF66"/>
                </a:solidFill>
                <a:effectLst/>
                <a:latin typeface="Times New Roman" pitchFamily="18" charset="0"/>
                <a:ea typeface="宋体" pitchFamily="2" charset="-122"/>
              </a:rPr>
              <a:t>f (m) </a:t>
            </a:r>
            <a:r>
              <a:rPr lang="en-US" altLang="zh-CN" sz="2400">
                <a:solidFill>
                  <a:srgbClr val="99FF66"/>
                </a:solidFill>
                <a:effectLst/>
                <a:latin typeface="Times New Roman" pitchFamily="18" charset="0"/>
                <a:ea typeface="宋体" pitchFamily="2" charset="-122"/>
              </a:rPr>
              <a:t>≤ </a:t>
            </a:r>
            <a:r>
              <a:rPr lang="en-US" altLang="zh-CN" sz="2400" i="1">
                <a:solidFill>
                  <a:srgbClr val="99FF66"/>
                </a:solidFill>
                <a:effectLst/>
                <a:latin typeface="Times New Roman" pitchFamily="18" charset="0"/>
                <a:ea typeface="宋体" pitchFamily="2" charset="-122"/>
              </a:rPr>
              <a:t>f (n)</a:t>
            </a:r>
            <a:r>
              <a:rPr lang="en-US" altLang="zh-CN" sz="2400">
                <a:solidFill>
                  <a:srgbClr val="99FF66"/>
                </a:solidFill>
                <a:effectLst/>
                <a:latin typeface="Times New Roman" pitchFamily="18" charset="0"/>
                <a:ea typeface="宋体" pitchFamily="2" charset="-122"/>
              </a:rPr>
              <a:t>.</a:t>
            </a:r>
          </a:p>
          <a:p>
            <a:pPr lvl="1" eaLnBrk="1" hangingPunct="1">
              <a:lnSpc>
                <a:spcPct val="90000"/>
              </a:lnSpc>
              <a:defRPr/>
            </a:pPr>
            <a:r>
              <a:rPr lang="en-US" altLang="zh-CN" sz="2400" i="1">
                <a:latin typeface="Times New Roman" pitchFamily="18" charset="0"/>
                <a:ea typeface="宋体" pitchFamily="2" charset="-122"/>
              </a:rPr>
              <a:t>f (n) </a:t>
            </a:r>
            <a:r>
              <a:rPr lang="en-US" altLang="zh-CN" sz="2400">
                <a:latin typeface="Times New Roman" pitchFamily="18" charset="0"/>
                <a:ea typeface="宋体" pitchFamily="2" charset="-122"/>
              </a:rPr>
              <a:t>is </a:t>
            </a:r>
            <a:r>
              <a:rPr lang="en-US" altLang="zh-CN" sz="2400" b="1" i="1">
                <a:solidFill>
                  <a:schemeClr val="hlink"/>
                </a:solidFill>
                <a:latin typeface="Times New Roman" pitchFamily="18" charset="0"/>
                <a:ea typeface="宋体" pitchFamily="2" charset="-122"/>
              </a:rPr>
              <a:t>monotonically decreasing</a:t>
            </a:r>
            <a:r>
              <a:rPr lang="en-US" altLang="zh-CN" sz="2400" b="1" i="1">
                <a:latin typeface="Times New Roman" pitchFamily="18" charset="0"/>
                <a:ea typeface="宋体" pitchFamily="2" charset="-122"/>
              </a:rPr>
              <a:t> </a:t>
            </a:r>
            <a:r>
              <a:rPr lang="en-US" altLang="zh-CN" sz="2400">
                <a:latin typeface="Times New Roman" pitchFamily="18" charset="0"/>
                <a:ea typeface="宋体" pitchFamily="2" charset="-122"/>
              </a:rPr>
              <a:t>if </a:t>
            </a:r>
            <a:r>
              <a:rPr lang="en-US" altLang="zh-CN" sz="2400" i="1">
                <a:solidFill>
                  <a:srgbClr val="99FF66"/>
                </a:solidFill>
                <a:effectLst/>
                <a:latin typeface="Times New Roman" pitchFamily="18" charset="0"/>
                <a:ea typeface="宋体" pitchFamily="2" charset="-122"/>
              </a:rPr>
              <a:t>m </a:t>
            </a:r>
            <a:r>
              <a:rPr lang="en-US" altLang="zh-CN" sz="2400">
                <a:solidFill>
                  <a:srgbClr val="99FF66"/>
                </a:solidFill>
                <a:effectLst/>
                <a:latin typeface="Times New Roman" pitchFamily="18" charset="0"/>
                <a:ea typeface="宋体" pitchFamily="2" charset="-122"/>
                <a:sym typeface="Symbol" pitchFamily="18" charset="2"/>
              </a:rPr>
              <a:t></a:t>
            </a:r>
            <a:r>
              <a:rPr lang="en-US" altLang="zh-CN" sz="2400">
                <a:solidFill>
                  <a:srgbClr val="99FF66"/>
                </a:solidFill>
                <a:effectLst/>
                <a:latin typeface="Times New Roman" pitchFamily="18" charset="0"/>
                <a:ea typeface="宋体" pitchFamily="2" charset="-122"/>
              </a:rPr>
              <a:t> </a:t>
            </a:r>
            <a:r>
              <a:rPr lang="en-US" altLang="zh-CN" sz="2400" i="1">
                <a:solidFill>
                  <a:srgbClr val="99FF66"/>
                </a:solidFill>
                <a:effectLst/>
                <a:latin typeface="Times New Roman" pitchFamily="18" charset="0"/>
                <a:ea typeface="宋体" pitchFamily="2" charset="-122"/>
              </a:rPr>
              <a:t>n </a:t>
            </a:r>
            <a:r>
              <a:rPr lang="en-US" altLang="zh-CN" sz="2400">
                <a:solidFill>
                  <a:srgbClr val="99FF66"/>
                </a:solidFill>
                <a:effectLst/>
                <a:latin typeface="Times New Roman" pitchFamily="18" charset="0"/>
                <a:ea typeface="宋体" pitchFamily="2" charset="-122"/>
              </a:rPr>
              <a:t>⇒ </a:t>
            </a:r>
            <a:r>
              <a:rPr lang="en-US" altLang="zh-CN" sz="2400" i="1">
                <a:solidFill>
                  <a:srgbClr val="99FF66"/>
                </a:solidFill>
                <a:effectLst/>
                <a:latin typeface="Times New Roman" pitchFamily="18" charset="0"/>
                <a:ea typeface="宋体" pitchFamily="2" charset="-122"/>
              </a:rPr>
              <a:t>f (m) </a:t>
            </a:r>
            <a:r>
              <a:rPr lang="en-US" altLang="zh-CN" sz="2400">
                <a:solidFill>
                  <a:srgbClr val="99FF66"/>
                </a:solidFill>
                <a:effectLst/>
                <a:latin typeface="Times New Roman" pitchFamily="18" charset="0"/>
                <a:ea typeface="宋体" pitchFamily="2" charset="-122"/>
              </a:rPr>
              <a:t>≥ </a:t>
            </a:r>
            <a:r>
              <a:rPr lang="en-US" altLang="zh-CN" sz="2400" i="1">
                <a:solidFill>
                  <a:srgbClr val="99FF66"/>
                </a:solidFill>
                <a:effectLst/>
                <a:latin typeface="Times New Roman" pitchFamily="18" charset="0"/>
                <a:ea typeface="宋体" pitchFamily="2" charset="-122"/>
              </a:rPr>
              <a:t>f (n)</a:t>
            </a:r>
            <a:r>
              <a:rPr lang="en-US" altLang="zh-CN" sz="2400">
                <a:solidFill>
                  <a:srgbClr val="99FF66"/>
                </a:solidFill>
                <a:effectLst/>
                <a:latin typeface="Times New Roman" pitchFamily="18" charset="0"/>
                <a:ea typeface="宋体" pitchFamily="2" charset="-122"/>
              </a:rPr>
              <a:t>.</a:t>
            </a:r>
          </a:p>
          <a:p>
            <a:pPr lvl="1" eaLnBrk="1" hangingPunct="1">
              <a:lnSpc>
                <a:spcPct val="90000"/>
              </a:lnSpc>
              <a:defRPr/>
            </a:pPr>
            <a:r>
              <a:rPr lang="en-US" altLang="zh-CN" sz="2400" i="1">
                <a:latin typeface="Times New Roman" pitchFamily="18" charset="0"/>
                <a:ea typeface="宋体" pitchFamily="2" charset="-122"/>
              </a:rPr>
              <a:t>f (n) </a:t>
            </a:r>
            <a:r>
              <a:rPr lang="en-US" altLang="zh-CN" sz="2400">
                <a:latin typeface="Times New Roman" pitchFamily="18" charset="0"/>
                <a:ea typeface="宋体" pitchFamily="2" charset="-122"/>
              </a:rPr>
              <a:t>is </a:t>
            </a:r>
            <a:r>
              <a:rPr lang="en-US" altLang="zh-CN" sz="2400" b="1" i="1">
                <a:solidFill>
                  <a:schemeClr val="hlink"/>
                </a:solidFill>
                <a:latin typeface="Times New Roman" pitchFamily="18" charset="0"/>
                <a:ea typeface="宋体" pitchFamily="2" charset="-122"/>
              </a:rPr>
              <a:t>strictly increasing</a:t>
            </a:r>
            <a:r>
              <a:rPr lang="en-US" altLang="zh-CN" sz="2400" b="1" i="1">
                <a:latin typeface="Times New Roman" pitchFamily="18" charset="0"/>
                <a:ea typeface="宋体" pitchFamily="2" charset="-122"/>
              </a:rPr>
              <a:t> </a:t>
            </a:r>
            <a:r>
              <a:rPr lang="en-US" altLang="zh-CN" sz="2400">
                <a:latin typeface="Times New Roman" pitchFamily="18" charset="0"/>
                <a:ea typeface="宋体" pitchFamily="2" charset="-122"/>
              </a:rPr>
              <a:t>if </a:t>
            </a:r>
            <a:r>
              <a:rPr lang="en-US" altLang="zh-CN" sz="2400" i="1">
                <a:solidFill>
                  <a:srgbClr val="99FF66"/>
                </a:solidFill>
                <a:effectLst/>
                <a:latin typeface="Times New Roman" pitchFamily="18" charset="0"/>
                <a:ea typeface="宋体" pitchFamily="2" charset="-122"/>
              </a:rPr>
              <a:t>m &lt; n </a:t>
            </a:r>
            <a:r>
              <a:rPr lang="en-US" altLang="zh-CN" sz="2400">
                <a:solidFill>
                  <a:srgbClr val="99FF66"/>
                </a:solidFill>
                <a:effectLst/>
                <a:latin typeface="Times New Roman" pitchFamily="18" charset="0"/>
                <a:ea typeface="宋体" pitchFamily="2" charset="-122"/>
              </a:rPr>
              <a:t>⇒ </a:t>
            </a:r>
            <a:r>
              <a:rPr lang="en-US" altLang="zh-CN" sz="2400" i="1">
                <a:solidFill>
                  <a:srgbClr val="99FF66"/>
                </a:solidFill>
                <a:effectLst/>
                <a:latin typeface="Times New Roman" pitchFamily="18" charset="0"/>
                <a:ea typeface="宋体" pitchFamily="2" charset="-122"/>
              </a:rPr>
              <a:t>f (m) &lt; f (n)</a:t>
            </a:r>
            <a:r>
              <a:rPr lang="en-US" altLang="zh-CN" sz="2400">
                <a:solidFill>
                  <a:srgbClr val="99FF66"/>
                </a:solidFill>
                <a:effectLst/>
                <a:latin typeface="Times New Roman" pitchFamily="18" charset="0"/>
                <a:ea typeface="宋体" pitchFamily="2" charset="-122"/>
              </a:rPr>
              <a:t>.</a:t>
            </a:r>
          </a:p>
          <a:p>
            <a:pPr lvl="1" eaLnBrk="1" hangingPunct="1">
              <a:lnSpc>
                <a:spcPct val="90000"/>
              </a:lnSpc>
              <a:defRPr/>
            </a:pPr>
            <a:r>
              <a:rPr lang="en-US" altLang="zh-CN" sz="2400">
                <a:latin typeface="Times New Roman" pitchFamily="18" charset="0"/>
                <a:ea typeface="宋体" pitchFamily="2" charset="-122"/>
              </a:rPr>
              <a:t> </a:t>
            </a:r>
            <a:r>
              <a:rPr lang="en-US" altLang="zh-CN" sz="2400" i="1">
                <a:latin typeface="Times New Roman" pitchFamily="18" charset="0"/>
                <a:ea typeface="宋体" pitchFamily="2" charset="-122"/>
              </a:rPr>
              <a:t>f (n) </a:t>
            </a:r>
            <a:r>
              <a:rPr lang="en-US" altLang="zh-CN" sz="2400">
                <a:latin typeface="Times New Roman" pitchFamily="18" charset="0"/>
                <a:ea typeface="宋体" pitchFamily="2" charset="-122"/>
              </a:rPr>
              <a:t>is </a:t>
            </a:r>
            <a:r>
              <a:rPr lang="en-US" altLang="zh-CN" sz="2400" b="1" i="1">
                <a:solidFill>
                  <a:schemeClr val="hlink"/>
                </a:solidFill>
                <a:latin typeface="Times New Roman" pitchFamily="18" charset="0"/>
                <a:ea typeface="宋体" pitchFamily="2" charset="-122"/>
              </a:rPr>
              <a:t>strictly decreasing</a:t>
            </a:r>
            <a:r>
              <a:rPr lang="en-US" altLang="zh-CN" sz="2400" b="1" i="1">
                <a:latin typeface="Times New Roman" pitchFamily="18" charset="0"/>
                <a:ea typeface="宋体" pitchFamily="2" charset="-122"/>
              </a:rPr>
              <a:t> </a:t>
            </a:r>
            <a:r>
              <a:rPr lang="en-US" altLang="zh-CN" sz="2400">
                <a:latin typeface="Times New Roman" pitchFamily="18" charset="0"/>
                <a:ea typeface="宋体" pitchFamily="2" charset="-122"/>
              </a:rPr>
              <a:t>if </a:t>
            </a:r>
            <a:r>
              <a:rPr lang="en-US" altLang="zh-CN" sz="2400" i="1">
                <a:solidFill>
                  <a:srgbClr val="99FF66"/>
                </a:solidFill>
                <a:effectLst/>
                <a:latin typeface="Times New Roman" pitchFamily="18" charset="0"/>
                <a:ea typeface="宋体" pitchFamily="2" charset="-122"/>
              </a:rPr>
              <a:t>m </a:t>
            </a:r>
            <a:r>
              <a:rPr lang="en-US" altLang="zh-CN" sz="2400" i="1">
                <a:solidFill>
                  <a:srgbClr val="99FF66"/>
                </a:solidFill>
                <a:effectLst/>
                <a:latin typeface="Times New Roman" pitchFamily="18" charset="0"/>
                <a:ea typeface="宋体" pitchFamily="2" charset="-122"/>
                <a:sym typeface="Symbol" pitchFamily="18" charset="2"/>
              </a:rPr>
              <a:t></a:t>
            </a:r>
            <a:r>
              <a:rPr lang="en-US" altLang="zh-CN" sz="2400" i="1">
                <a:solidFill>
                  <a:srgbClr val="99FF66"/>
                </a:solidFill>
                <a:effectLst/>
                <a:latin typeface="Times New Roman" pitchFamily="18" charset="0"/>
                <a:ea typeface="宋体" pitchFamily="2" charset="-122"/>
              </a:rPr>
              <a:t> n </a:t>
            </a:r>
            <a:r>
              <a:rPr lang="en-US" altLang="zh-CN" sz="2400">
                <a:solidFill>
                  <a:srgbClr val="99FF66"/>
                </a:solidFill>
                <a:effectLst/>
                <a:latin typeface="Times New Roman" pitchFamily="18" charset="0"/>
                <a:ea typeface="宋体" pitchFamily="2" charset="-122"/>
              </a:rPr>
              <a:t>⇒ </a:t>
            </a:r>
            <a:r>
              <a:rPr lang="en-US" altLang="zh-CN" sz="2400" i="1">
                <a:solidFill>
                  <a:srgbClr val="99FF66"/>
                </a:solidFill>
                <a:effectLst/>
                <a:latin typeface="Times New Roman" pitchFamily="18" charset="0"/>
                <a:ea typeface="宋体" pitchFamily="2" charset="-122"/>
              </a:rPr>
              <a:t>f (m) &gt; f (n)</a:t>
            </a:r>
            <a:r>
              <a:rPr lang="en-US" altLang="zh-CN" sz="2400">
                <a:solidFill>
                  <a:srgbClr val="99FF66"/>
                </a:solidFill>
                <a:effectLst/>
                <a:latin typeface="Times New Roman" pitchFamily="18" charset="0"/>
                <a:ea typeface="宋体" pitchFamily="2" charset="-122"/>
              </a:rPr>
              <a:t>.</a:t>
            </a:r>
          </a:p>
          <a:p>
            <a:pPr lvl="1" eaLnBrk="1" hangingPunct="1">
              <a:lnSpc>
                <a:spcPct val="90000"/>
              </a:lnSpc>
              <a:buFontTx/>
              <a:buNone/>
              <a:defRPr/>
            </a:pPr>
            <a:endParaRPr lang="en-US" altLang="zh-CN" sz="2400">
              <a:solidFill>
                <a:srgbClr val="99FF66"/>
              </a:solidFill>
              <a:effectLst/>
              <a:latin typeface="Times New Roman" pitchFamily="18" charset="0"/>
              <a:ea typeface="宋体" pitchFamily="2" charset="-122"/>
            </a:endParaRPr>
          </a:p>
          <a:p>
            <a:pPr eaLnBrk="1" hangingPunct="1">
              <a:lnSpc>
                <a:spcPct val="90000"/>
              </a:lnSpc>
              <a:defRPr/>
            </a:pPr>
            <a:r>
              <a:rPr lang="en-US" altLang="zh-CN" sz="2800">
                <a:latin typeface="Times New Roman" pitchFamily="18" charset="0"/>
                <a:ea typeface="宋体" pitchFamily="2" charset="-122"/>
              </a:rPr>
              <a:t>Floor and Ceilings:   </a:t>
            </a:r>
            <a:r>
              <a:rPr lang="en-US" altLang="zh-CN" sz="2800" i="1">
                <a:latin typeface="Times New Roman" pitchFamily="18" charset="0"/>
                <a:ea typeface="宋体" pitchFamily="2" charset="-122"/>
              </a:rPr>
              <a:t>x – 1</a:t>
            </a:r>
            <a:r>
              <a:rPr lang="en-US" altLang="zh-CN" sz="2800">
                <a:latin typeface="Times New Roman" pitchFamily="18" charset="0"/>
                <a:ea typeface="宋体" pitchFamily="2" charset="-122"/>
              </a:rPr>
              <a:t> &lt; </a:t>
            </a:r>
            <a:r>
              <a:rPr lang="en-US" altLang="zh-CN" sz="2800">
                <a:latin typeface="Times New Roman" pitchFamily="18" charset="0"/>
                <a:ea typeface="宋体" pitchFamily="2" charset="-122"/>
                <a:sym typeface="Symbol" pitchFamily="18" charset="2"/>
              </a:rPr>
              <a:t> </a:t>
            </a:r>
            <a:r>
              <a:rPr lang="en-US" altLang="zh-CN" sz="2800" i="1">
                <a:latin typeface="Times New Roman" pitchFamily="18" charset="0"/>
                <a:ea typeface="宋体" pitchFamily="2" charset="-122"/>
                <a:sym typeface="Symbol" pitchFamily="18" charset="2"/>
              </a:rPr>
              <a:t>x</a:t>
            </a:r>
            <a:r>
              <a:rPr lang="en-US" altLang="zh-CN" sz="2800">
                <a:latin typeface="Times New Roman" pitchFamily="18" charset="0"/>
                <a:ea typeface="宋体" pitchFamily="2" charset="-122"/>
                <a:sym typeface="Symbol" pitchFamily="18" charset="2"/>
              </a:rPr>
              <a:t>   </a:t>
            </a:r>
            <a:r>
              <a:rPr lang="en-US" altLang="zh-CN" sz="2800" i="1">
                <a:latin typeface="Times New Roman" pitchFamily="18" charset="0"/>
                <a:ea typeface="宋体" pitchFamily="2" charset="-122"/>
                <a:sym typeface="Symbol" pitchFamily="18" charset="2"/>
              </a:rPr>
              <a:t>x</a:t>
            </a:r>
            <a:r>
              <a:rPr lang="en-US" altLang="zh-CN" sz="2800">
                <a:latin typeface="Times New Roman" pitchFamily="18" charset="0"/>
                <a:ea typeface="宋体" pitchFamily="2" charset="-122"/>
                <a:sym typeface="Symbol" pitchFamily="18" charset="2"/>
              </a:rPr>
              <a:t>   </a:t>
            </a:r>
            <a:r>
              <a:rPr lang="en-US" altLang="zh-CN" sz="2800" i="1">
                <a:latin typeface="Times New Roman" pitchFamily="18" charset="0"/>
                <a:ea typeface="宋体" pitchFamily="2" charset="-122"/>
                <a:sym typeface="Symbol" pitchFamily="18" charset="2"/>
              </a:rPr>
              <a:t>x</a:t>
            </a:r>
            <a:r>
              <a:rPr lang="en-US" altLang="zh-CN" sz="2800">
                <a:latin typeface="Times New Roman" pitchFamily="18" charset="0"/>
                <a:ea typeface="宋体" pitchFamily="2" charset="-122"/>
                <a:sym typeface="Symbol" pitchFamily="18" charset="2"/>
              </a:rPr>
              <a:t>  &lt; </a:t>
            </a:r>
            <a:r>
              <a:rPr lang="en-US" altLang="zh-CN" sz="2800" i="1">
                <a:latin typeface="Times New Roman" pitchFamily="18" charset="0"/>
                <a:ea typeface="宋体" pitchFamily="2" charset="-122"/>
                <a:sym typeface="Symbol" pitchFamily="18" charset="2"/>
              </a:rPr>
              <a:t>x+1</a:t>
            </a:r>
          </a:p>
          <a:p>
            <a:pPr eaLnBrk="1" hangingPunct="1">
              <a:lnSpc>
                <a:spcPct val="90000"/>
              </a:lnSpc>
              <a:defRPr/>
            </a:pPr>
            <a:r>
              <a:rPr lang="en-US" altLang="zh-CN" sz="2800">
                <a:latin typeface="Times New Roman" pitchFamily="18" charset="0"/>
                <a:ea typeface="宋体" pitchFamily="2" charset="-122"/>
                <a:sym typeface="Symbol" pitchFamily="18" charset="2"/>
              </a:rPr>
              <a:t>Modular arithmetic</a:t>
            </a:r>
            <a:r>
              <a:rPr lang="en-US" altLang="zh-CN" sz="2800">
                <a:latin typeface="Times New Roman" pitchFamily="18" charset="0"/>
                <a:ea typeface="宋体" pitchFamily="2" charset="-122"/>
              </a:rPr>
              <a:t>:   </a:t>
            </a:r>
            <a:r>
              <a:rPr lang="en-US" altLang="zh-CN" sz="2800" i="1">
                <a:latin typeface="Times New Roman" pitchFamily="18" charset="0"/>
                <a:ea typeface="宋体" pitchFamily="2" charset="-122"/>
              </a:rPr>
              <a:t>a mod n = a - </a:t>
            </a:r>
            <a:r>
              <a:rPr lang="en-US" altLang="zh-CN" sz="2800">
                <a:latin typeface="Times New Roman" pitchFamily="18" charset="0"/>
                <a:ea typeface="宋体" pitchFamily="2" charset="-122"/>
                <a:sym typeface="Symbol" pitchFamily="18" charset="2"/>
              </a:rPr>
              <a:t></a:t>
            </a:r>
            <a:r>
              <a:rPr lang="en-US" altLang="zh-CN" sz="2800" i="1">
                <a:latin typeface="Times New Roman" pitchFamily="18" charset="0"/>
                <a:ea typeface="宋体" pitchFamily="2" charset="-122"/>
                <a:sym typeface="Symbol" pitchFamily="18" charset="2"/>
              </a:rPr>
              <a:t>a/n</a:t>
            </a:r>
            <a:r>
              <a:rPr lang="en-US" altLang="zh-CN" sz="2800">
                <a:latin typeface="Times New Roman" pitchFamily="18" charset="0"/>
                <a:ea typeface="宋体" pitchFamily="2" charset="-122"/>
                <a:sym typeface="Symbol" pitchFamily="18" charset="2"/>
              </a:rPr>
              <a:t> </a:t>
            </a:r>
            <a:r>
              <a:rPr lang="en-US" altLang="zh-CN" sz="2800" i="1">
                <a:latin typeface="Times New Roman" pitchFamily="18" charset="0"/>
                <a:ea typeface="宋体" pitchFamily="2" charset="-122"/>
                <a:sym typeface="Symbol" pitchFamily="18" charset="2"/>
              </a:rPr>
              <a:t>n</a:t>
            </a:r>
          </a:p>
          <a:p>
            <a:pPr eaLnBrk="1" hangingPunct="1">
              <a:lnSpc>
                <a:spcPct val="90000"/>
              </a:lnSpc>
              <a:defRPr/>
            </a:pPr>
            <a:r>
              <a:rPr lang="en-US" altLang="zh-CN" sz="2800">
                <a:latin typeface="Times New Roman" pitchFamily="18" charset="0"/>
                <a:ea typeface="宋体" pitchFamily="2" charset="-122"/>
                <a:sym typeface="Symbol" pitchFamily="18" charset="2"/>
              </a:rPr>
              <a:t>Polynomials:</a:t>
            </a:r>
          </a:p>
          <a:p>
            <a:pPr eaLnBrk="1" hangingPunct="1">
              <a:lnSpc>
                <a:spcPct val="90000"/>
              </a:lnSpc>
              <a:buFont typeface="Wingdings" panose="05000000000000000000" pitchFamily="2" charset="2"/>
              <a:buNone/>
              <a:defRPr/>
            </a:pPr>
            <a:r>
              <a:rPr lang="en-US" altLang="zh-CN" sz="2800">
                <a:latin typeface="Times New Roman" pitchFamily="18" charset="0"/>
                <a:ea typeface="宋体" pitchFamily="2" charset="-122"/>
                <a:sym typeface="Symbol" pitchFamily="18" charset="2"/>
              </a:rPr>
              <a:t>	</a:t>
            </a:r>
          </a:p>
          <a:p>
            <a:pPr eaLnBrk="1" hangingPunct="1">
              <a:lnSpc>
                <a:spcPct val="90000"/>
              </a:lnSpc>
              <a:defRPr/>
            </a:pPr>
            <a:r>
              <a:rPr lang="en-US" altLang="zh-CN" sz="2800">
                <a:latin typeface="Times New Roman" pitchFamily="18" charset="0"/>
                <a:ea typeface="宋体" pitchFamily="2" charset="-122"/>
              </a:rPr>
              <a:t>Exponentials:</a:t>
            </a:r>
          </a:p>
          <a:p>
            <a:pPr eaLnBrk="1" hangingPunct="1">
              <a:lnSpc>
                <a:spcPct val="90000"/>
              </a:lnSpc>
              <a:buFont typeface="Wingdings" panose="05000000000000000000" pitchFamily="2" charset="2"/>
              <a:buNone/>
              <a:defRPr/>
            </a:pPr>
            <a:endParaRPr lang="en-US" altLang="zh-CN" sz="2400">
              <a:ea typeface="宋体" pitchFamily="2" charset="-122"/>
              <a:sym typeface="Symbol" pitchFamily="18" charset="2"/>
            </a:endParaRPr>
          </a:p>
        </p:txBody>
      </p:sp>
      <p:sp>
        <p:nvSpPr>
          <p:cNvPr id="49156" name="Rectangle 1029">
            <a:extLst>
              <a:ext uri="{FF2B5EF4-FFF2-40B4-BE49-F238E27FC236}">
                <a16:creationId xmlns:a16="http://schemas.microsoft.com/office/drawing/2014/main" id="{5E679288-EBB7-4DA7-B00E-86061FC88830}"/>
              </a:ext>
            </a:extLst>
          </p:cNvPr>
          <p:cNvSpPr>
            <a:spLocks noChangeArrowheads="1"/>
          </p:cNvSpPr>
          <p:nvPr/>
        </p:nvSpPr>
        <p:spPr bwMode="auto">
          <a:xfrm>
            <a:off x="2667000" y="4800600"/>
            <a:ext cx="5410200" cy="838200"/>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49157" name="Object 1030">
            <a:extLst>
              <a:ext uri="{FF2B5EF4-FFF2-40B4-BE49-F238E27FC236}">
                <a16:creationId xmlns:a16="http://schemas.microsoft.com/office/drawing/2014/main" id="{175694AB-249A-4C19-A215-04DC969E7C64}"/>
              </a:ext>
            </a:extLst>
          </p:cNvPr>
          <p:cNvGraphicFramePr>
            <a:graphicFrameLocks noChangeAspect="1"/>
          </p:cNvGraphicFramePr>
          <p:nvPr/>
        </p:nvGraphicFramePr>
        <p:xfrm>
          <a:off x="2819400" y="4800600"/>
          <a:ext cx="3606800" cy="906463"/>
        </p:xfrm>
        <a:graphic>
          <a:graphicData uri="http://schemas.openxmlformats.org/presentationml/2006/ole">
            <mc:AlternateContent xmlns:mc="http://schemas.openxmlformats.org/markup-compatibility/2006">
              <mc:Choice xmlns:v="urn:schemas-microsoft-com:vml" Requires="v">
                <p:oleObj spid="_x0000_s49168" name="Equation" r:id="rId7" imgW="1333500" imgH="431800" progId="Equation.DSMT4">
                  <p:embed/>
                </p:oleObj>
              </mc:Choice>
              <mc:Fallback>
                <p:oleObj name="Equation" r:id="rId7" imgW="1333500" imgH="431800" progId="Equation.DSMT4">
                  <p:embed/>
                  <p:pic>
                    <p:nvPicPr>
                      <p:cNvPr id="0" name="Object 10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4800600"/>
                        <a:ext cx="3606800"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58" name="Rectangle 1031">
            <a:extLst>
              <a:ext uri="{FF2B5EF4-FFF2-40B4-BE49-F238E27FC236}">
                <a16:creationId xmlns:a16="http://schemas.microsoft.com/office/drawing/2014/main" id="{41D13B22-9AED-4B8F-BF40-09F01ECB269C}"/>
              </a:ext>
            </a:extLst>
          </p:cNvPr>
          <p:cNvSpPr>
            <a:spLocks noChangeArrowheads="1"/>
          </p:cNvSpPr>
          <p:nvPr/>
        </p:nvSpPr>
        <p:spPr bwMode="auto">
          <a:xfrm>
            <a:off x="2667000" y="5943600"/>
            <a:ext cx="6248400" cy="838200"/>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49159" name="Object 1032">
            <a:extLst>
              <a:ext uri="{FF2B5EF4-FFF2-40B4-BE49-F238E27FC236}">
                <a16:creationId xmlns:a16="http://schemas.microsoft.com/office/drawing/2014/main" id="{6631ED99-15A4-4218-B317-3C2990377C31}"/>
              </a:ext>
            </a:extLst>
          </p:cNvPr>
          <p:cNvGraphicFramePr>
            <a:graphicFrameLocks noChangeAspect="1"/>
          </p:cNvGraphicFramePr>
          <p:nvPr/>
        </p:nvGraphicFramePr>
        <p:xfrm>
          <a:off x="2895600" y="6019800"/>
          <a:ext cx="5722938" cy="609600"/>
        </p:xfrm>
        <a:graphic>
          <a:graphicData uri="http://schemas.openxmlformats.org/presentationml/2006/ole">
            <mc:AlternateContent xmlns:mc="http://schemas.openxmlformats.org/markup-compatibility/2006">
              <mc:Choice xmlns:v="urn:schemas-microsoft-com:vml" Requires="v">
                <p:oleObj spid="_x0000_s49169" name="Equation" r:id="rId9" imgW="2832100" imgH="228600" progId="Equation.DSMT4">
                  <p:embed/>
                </p:oleObj>
              </mc:Choice>
              <mc:Fallback>
                <p:oleObj name="Equation" r:id="rId9" imgW="2832100" imgH="228600" progId="Equation.DSMT4">
                  <p:embed/>
                  <p:pic>
                    <p:nvPicPr>
                      <p:cNvPr id="0" name="Object 10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95600" y="6019800"/>
                        <a:ext cx="5722938"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4">
            <a:extLst>
              <a:ext uri="{FF2B5EF4-FFF2-40B4-BE49-F238E27FC236}">
                <a16:creationId xmlns:a16="http://schemas.microsoft.com/office/drawing/2014/main" id="{413A3A15-B17B-44FE-BFB4-2E9A68115C08}"/>
              </a:ext>
            </a:extLst>
          </p:cNvPr>
          <p:cNvSpPr>
            <a:spLocks noGrp="1" noChangeArrowheads="1"/>
          </p:cNvSpPr>
          <p:nvPr>
            <p:ph type="title"/>
          </p:nvPr>
        </p:nvSpPr>
        <p:spPr/>
        <p:txBody>
          <a:bodyPr/>
          <a:lstStyle/>
          <a:p>
            <a:pPr eaLnBrk="1" hangingPunct="1">
              <a:defRPr/>
            </a:pPr>
            <a:r>
              <a:rPr lang="en-US" altLang="zh-CN" b="1">
                <a:latin typeface="Comic Sans MS" pitchFamily="66" charset="0"/>
                <a:ea typeface="宋体" pitchFamily="2" charset="-122"/>
              </a:rPr>
              <a:t>Standard notations and common functions (2)</a:t>
            </a:r>
          </a:p>
        </p:txBody>
      </p:sp>
      <p:sp>
        <p:nvSpPr>
          <p:cNvPr id="69635" name="Rectangle 3">
            <a:extLst>
              <a:ext uri="{FF2B5EF4-FFF2-40B4-BE49-F238E27FC236}">
                <a16:creationId xmlns:a16="http://schemas.microsoft.com/office/drawing/2014/main" id="{BE060952-2891-45EC-95AC-821B9A72D84F}"/>
              </a:ext>
            </a:extLst>
          </p:cNvPr>
          <p:cNvSpPr>
            <a:spLocks noGrp="1" noChangeArrowheads="1"/>
          </p:cNvSpPr>
          <p:nvPr>
            <p:ph type="body" sz="half" idx="1"/>
          </p:nvPr>
        </p:nvSpPr>
        <p:spPr>
          <a:xfrm>
            <a:off x="228600" y="1676400"/>
            <a:ext cx="8534400" cy="1371600"/>
          </a:xfrm>
        </p:spPr>
        <p:txBody>
          <a:bodyPr/>
          <a:lstStyle/>
          <a:p>
            <a:pPr eaLnBrk="1" hangingPunct="1">
              <a:defRPr/>
            </a:pPr>
            <a:r>
              <a:rPr lang="en-US" altLang="zh-CN" sz="2800" dirty="0">
                <a:latin typeface="Times New Roman" pitchFamily="18" charset="0"/>
                <a:ea typeface="宋体" pitchFamily="2" charset="-122"/>
              </a:rPr>
              <a:t> Any </a:t>
            </a:r>
            <a:r>
              <a:rPr lang="en-US" altLang="zh-CN" sz="2800" i="1" dirty="0">
                <a:solidFill>
                  <a:srgbClr val="FFFF00"/>
                </a:solidFill>
                <a:latin typeface="Times New Roman" pitchFamily="18" charset="0"/>
                <a:ea typeface="宋体" pitchFamily="2" charset="-122"/>
              </a:rPr>
              <a:t>exponential</a:t>
            </a:r>
            <a:r>
              <a:rPr lang="en-US" altLang="zh-CN" sz="2800" dirty="0">
                <a:latin typeface="Times New Roman" pitchFamily="18" charset="0"/>
                <a:ea typeface="宋体" pitchFamily="2" charset="-122"/>
              </a:rPr>
              <a:t> function with a base </a:t>
            </a:r>
            <a:r>
              <a:rPr lang="en-US" altLang="zh-CN" sz="2800" i="1" u="sng" dirty="0">
                <a:solidFill>
                  <a:srgbClr val="FFFF00"/>
                </a:solidFill>
                <a:latin typeface="Times New Roman" pitchFamily="18" charset="0"/>
                <a:ea typeface="宋体" pitchFamily="2" charset="-122"/>
              </a:rPr>
              <a:t>strictly greater than 1</a:t>
            </a:r>
            <a:r>
              <a:rPr lang="en-US" altLang="zh-CN" sz="2800" dirty="0">
                <a:latin typeface="Times New Roman" pitchFamily="18" charset="0"/>
                <a:ea typeface="宋体" pitchFamily="2" charset="-122"/>
              </a:rPr>
              <a:t> grows faster than any </a:t>
            </a:r>
            <a:r>
              <a:rPr lang="en-US" altLang="zh-CN" sz="2800" i="1" dirty="0">
                <a:effectLst/>
                <a:latin typeface="Times New Roman" pitchFamily="18" charset="0"/>
                <a:ea typeface="宋体" pitchFamily="2" charset="-122"/>
              </a:rPr>
              <a:t>polynomial</a:t>
            </a:r>
            <a:r>
              <a:rPr lang="en-US" altLang="zh-CN" sz="2800" dirty="0">
                <a:latin typeface="Times New Roman" pitchFamily="18" charset="0"/>
                <a:ea typeface="宋体" pitchFamily="2" charset="-122"/>
              </a:rPr>
              <a:t> function</a:t>
            </a:r>
          </a:p>
        </p:txBody>
      </p:sp>
      <p:grpSp>
        <p:nvGrpSpPr>
          <p:cNvPr id="2" name="Group 16">
            <a:extLst>
              <a:ext uri="{FF2B5EF4-FFF2-40B4-BE49-F238E27FC236}">
                <a16:creationId xmlns:a16="http://schemas.microsoft.com/office/drawing/2014/main" id="{1C075D27-B83A-43BF-9157-15B45CC9C110}"/>
              </a:ext>
            </a:extLst>
          </p:cNvPr>
          <p:cNvGrpSpPr>
            <a:grpSpLocks/>
          </p:cNvGrpSpPr>
          <p:nvPr/>
        </p:nvGrpSpPr>
        <p:grpSpPr bwMode="auto">
          <a:xfrm>
            <a:off x="838200" y="2667000"/>
            <a:ext cx="6019800" cy="814388"/>
            <a:chOff x="528" y="1680"/>
            <a:chExt cx="3792" cy="513"/>
          </a:xfrm>
        </p:grpSpPr>
        <p:sp>
          <p:nvSpPr>
            <p:cNvPr id="51212" name="Rectangle 5">
              <a:extLst>
                <a:ext uri="{FF2B5EF4-FFF2-40B4-BE49-F238E27FC236}">
                  <a16:creationId xmlns:a16="http://schemas.microsoft.com/office/drawing/2014/main" id="{998CAEAB-4415-4FF4-940B-99C47FC77565}"/>
                </a:ext>
              </a:extLst>
            </p:cNvPr>
            <p:cNvSpPr>
              <a:spLocks noChangeArrowheads="1"/>
            </p:cNvSpPr>
            <p:nvPr/>
          </p:nvSpPr>
          <p:spPr bwMode="auto">
            <a:xfrm>
              <a:off x="528" y="1728"/>
              <a:ext cx="3792" cy="432"/>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51213" name="Object 6">
              <a:extLst>
                <a:ext uri="{FF2B5EF4-FFF2-40B4-BE49-F238E27FC236}">
                  <a16:creationId xmlns:a16="http://schemas.microsoft.com/office/drawing/2014/main" id="{7AF95418-B1B9-46BC-9110-F4FB83622700}"/>
                </a:ext>
              </a:extLst>
            </p:cNvPr>
            <p:cNvGraphicFramePr>
              <a:graphicFrameLocks noChangeAspect="1"/>
            </p:cNvGraphicFramePr>
            <p:nvPr/>
          </p:nvGraphicFramePr>
          <p:xfrm>
            <a:off x="912" y="1680"/>
            <a:ext cx="3072" cy="513"/>
          </p:xfrm>
          <a:graphic>
            <a:graphicData uri="http://schemas.openxmlformats.org/presentationml/2006/ole">
              <mc:AlternateContent xmlns:mc="http://schemas.openxmlformats.org/markup-compatibility/2006">
                <mc:Choice xmlns:v="urn:schemas-microsoft-com:vml" Requires="v">
                  <p:oleObj spid="_x0000_s51226" name="Equation" r:id="rId7" imgW="1841500" imgH="419100" progId="Equation.DSMT4">
                    <p:embed/>
                  </p:oleObj>
                </mc:Choice>
                <mc:Fallback>
                  <p:oleObj name="Equation" r:id="rId7" imgW="1841500" imgH="4191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2" y="1680"/>
                          <a:ext cx="3072" cy="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17">
            <a:extLst>
              <a:ext uri="{FF2B5EF4-FFF2-40B4-BE49-F238E27FC236}">
                <a16:creationId xmlns:a16="http://schemas.microsoft.com/office/drawing/2014/main" id="{1EB387AE-9009-4003-86E2-061B9CF96D06}"/>
              </a:ext>
            </a:extLst>
          </p:cNvPr>
          <p:cNvGrpSpPr>
            <a:grpSpLocks/>
          </p:cNvGrpSpPr>
          <p:nvPr/>
        </p:nvGrpSpPr>
        <p:grpSpPr bwMode="auto">
          <a:xfrm>
            <a:off x="838200" y="3505200"/>
            <a:ext cx="6629400" cy="762000"/>
            <a:chOff x="528" y="2208"/>
            <a:chExt cx="4176" cy="480"/>
          </a:xfrm>
        </p:grpSpPr>
        <p:sp>
          <p:nvSpPr>
            <p:cNvPr id="51210" name="Rectangle 7">
              <a:extLst>
                <a:ext uri="{FF2B5EF4-FFF2-40B4-BE49-F238E27FC236}">
                  <a16:creationId xmlns:a16="http://schemas.microsoft.com/office/drawing/2014/main" id="{AAA46FB2-D1CA-4F77-A28B-5E10EA55E57C}"/>
                </a:ext>
              </a:extLst>
            </p:cNvPr>
            <p:cNvSpPr>
              <a:spLocks noChangeArrowheads="1"/>
            </p:cNvSpPr>
            <p:nvPr/>
          </p:nvSpPr>
          <p:spPr bwMode="auto">
            <a:xfrm>
              <a:off x="528" y="2256"/>
              <a:ext cx="4176" cy="432"/>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51211" name="Object 8">
              <a:extLst>
                <a:ext uri="{FF2B5EF4-FFF2-40B4-BE49-F238E27FC236}">
                  <a16:creationId xmlns:a16="http://schemas.microsoft.com/office/drawing/2014/main" id="{2F42D2C7-0781-45FA-8F16-52CF2AB73031}"/>
                </a:ext>
              </a:extLst>
            </p:cNvPr>
            <p:cNvGraphicFramePr>
              <a:graphicFrameLocks noChangeAspect="1"/>
            </p:cNvGraphicFramePr>
            <p:nvPr/>
          </p:nvGraphicFramePr>
          <p:xfrm>
            <a:off x="672" y="2208"/>
            <a:ext cx="3792" cy="477"/>
          </p:xfrm>
          <a:graphic>
            <a:graphicData uri="http://schemas.openxmlformats.org/presentationml/2006/ole">
              <mc:AlternateContent xmlns:mc="http://schemas.openxmlformats.org/markup-compatibility/2006">
                <mc:Choice xmlns:v="urn:schemas-microsoft-com:vml" Requires="v">
                  <p:oleObj spid="_x0000_s51227" name="Equation" r:id="rId9" imgW="3263900" imgH="444500" progId="Equation.DSMT4">
                    <p:embed/>
                  </p:oleObj>
                </mc:Choice>
                <mc:Fallback>
                  <p:oleObj name="Equation" r:id="rId9" imgW="3263900" imgH="4445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2" y="2208"/>
                          <a:ext cx="3792" cy="4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9642" name="Rectangle 10">
            <a:extLst>
              <a:ext uri="{FF2B5EF4-FFF2-40B4-BE49-F238E27FC236}">
                <a16:creationId xmlns:a16="http://schemas.microsoft.com/office/drawing/2014/main" id="{59ED5E8B-AE79-4BFB-B6F4-E4D48026EA67}"/>
              </a:ext>
            </a:extLst>
          </p:cNvPr>
          <p:cNvSpPr>
            <a:spLocks noChangeArrowheads="1"/>
          </p:cNvSpPr>
          <p:nvPr/>
        </p:nvSpPr>
        <p:spPr bwMode="auto">
          <a:xfrm>
            <a:off x="381000" y="4495800"/>
            <a:ext cx="8686800" cy="1295400"/>
          </a:xfrm>
          <a:prstGeom prst="rect">
            <a:avLst/>
          </a:prstGeom>
          <a:noFill/>
          <a:ln w="9525">
            <a:noFill/>
            <a:miter lim="800000"/>
            <a:headEnd/>
            <a:tailEnd/>
          </a:ln>
          <a:effectLst/>
        </p:spPr>
        <p:txBody>
          <a:bodyPr/>
          <a:lstStyle/>
          <a:p>
            <a:pPr marL="342900" indent="-342900" eaLnBrk="1" hangingPunct="1">
              <a:spcBef>
                <a:spcPct val="20000"/>
              </a:spcBef>
              <a:buClr>
                <a:schemeClr val="hlink"/>
              </a:buClr>
              <a:buSzPct val="90000"/>
              <a:buFont typeface="Wingdings" pitchFamily="2" charset="2"/>
              <a:buBlip>
                <a:blip r:embed="rId4"/>
              </a:buBlip>
              <a:defRPr/>
            </a:pPr>
            <a:r>
              <a:rPr lang="en-US" altLang="zh-CN" sz="2600" dirty="0">
                <a:effectLst>
                  <a:outerShdw blurRad="38100" dist="38100" dir="2700000" algn="tl">
                    <a:srgbClr val="000000"/>
                  </a:outerShdw>
                </a:effectLst>
                <a:latin typeface="Times New Roman" pitchFamily="18" charset="0"/>
                <a:ea typeface="宋体" pitchFamily="2" charset="-122"/>
              </a:rPr>
              <a:t> Logarithms</a:t>
            </a:r>
          </a:p>
          <a:p>
            <a:pPr marL="342900" indent="-342900" eaLnBrk="1" hangingPunct="1">
              <a:spcBef>
                <a:spcPct val="20000"/>
              </a:spcBef>
              <a:buClr>
                <a:schemeClr val="hlink"/>
              </a:buClr>
              <a:buSzPct val="90000"/>
              <a:buFont typeface="Wingdings" pitchFamily="2" charset="2"/>
              <a:buNone/>
              <a:defRPr/>
            </a:pPr>
            <a:r>
              <a:rPr lang="en-US" altLang="zh-CN" sz="2600" dirty="0">
                <a:effectLst>
                  <a:outerShdw blurRad="38100" dist="38100" dir="2700000" algn="tl">
                    <a:srgbClr val="000000"/>
                  </a:outerShdw>
                </a:effectLst>
                <a:latin typeface="Times New Roman" pitchFamily="18" charset="0"/>
                <a:ea typeface="宋体" pitchFamily="2" charset="-122"/>
              </a:rPr>
              <a:t>Any positive </a:t>
            </a:r>
            <a:r>
              <a:rPr lang="en-US" altLang="zh-CN" sz="2600" i="1" u="sng" dirty="0">
                <a:solidFill>
                  <a:srgbClr val="FFFF00"/>
                </a:solidFill>
                <a:effectLst>
                  <a:outerShdw blurRad="38100" dist="38100" dir="2700000" algn="tl">
                    <a:srgbClr val="000000"/>
                  </a:outerShdw>
                </a:effectLst>
                <a:latin typeface="Times New Roman" pitchFamily="18" charset="0"/>
                <a:ea typeface="宋体" pitchFamily="2" charset="-122"/>
              </a:rPr>
              <a:t>polynomial</a:t>
            </a:r>
            <a:r>
              <a:rPr lang="en-US" altLang="zh-CN" sz="2600" dirty="0">
                <a:effectLst>
                  <a:outerShdw blurRad="38100" dist="38100" dir="2700000" algn="tl">
                    <a:srgbClr val="000000"/>
                  </a:outerShdw>
                </a:effectLst>
                <a:latin typeface="Times New Roman" pitchFamily="18" charset="0"/>
                <a:ea typeface="宋体" pitchFamily="2" charset="-122"/>
              </a:rPr>
              <a:t> function grows </a:t>
            </a:r>
            <a:r>
              <a:rPr lang="en-US" altLang="zh-CN" sz="2600" b="1" i="1" dirty="0">
                <a:solidFill>
                  <a:srgbClr val="FFFF00"/>
                </a:solidFill>
                <a:effectLst>
                  <a:outerShdw blurRad="38100" dist="38100" dir="2700000" algn="tl">
                    <a:srgbClr val="000000"/>
                  </a:outerShdw>
                </a:effectLst>
                <a:latin typeface="Times New Roman" pitchFamily="18" charset="0"/>
                <a:ea typeface="宋体" pitchFamily="2" charset="-122"/>
              </a:rPr>
              <a:t>faster </a:t>
            </a:r>
            <a:r>
              <a:rPr lang="en-US" altLang="zh-CN" sz="2600" dirty="0">
                <a:effectLst>
                  <a:outerShdw blurRad="38100" dist="38100" dir="2700000" algn="tl">
                    <a:srgbClr val="000000"/>
                  </a:outerShdw>
                </a:effectLst>
                <a:latin typeface="Times New Roman" pitchFamily="18" charset="0"/>
                <a:ea typeface="宋体" pitchFamily="2" charset="-122"/>
              </a:rPr>
              <a:t>than any </a:t>
            </a:r>
            <a:r>
              <a:rPr lang="en-US" altLang="zh-CN" sz="2600" i="1" u="sng" dirty="0">
                <a:solidFill>
                  <a:srgbClr val="FFFF00"/>
                </a:solidFill>
                <a:latin typeface="Times New Roman" pitchFamily="18" charset="0"/>
                <a:ea typeface="宋体" pitchFamily="2" charset="-122"/>
              </a:rPr>
              <a:t>poly-logarithmic</a:t>
            </a:r>
            <a:r>
              <a:rPr lang="en-US" altLang="zh-CN" sz="2600" dirty="0">
                <a:effectLst>
                  <a:outerShdw blurRad="38100" dist="38100" dir="2700000" algn="tl">
                    <a:srgbClr val="000000"/>
                  </a:outerShdw>
                </a:effectLst>
                <a:latin typeface="Times New Roman" pitchFamily="18" charset="0"/>
                <a:ea typeface="宋体" pitchFamily="2" charset="-122"/>
              </a:rPr>
              <a:t> function</a:t>
            </a:r>
          </a:p>
        </p:txBody>
      </p:sp>
      <p:grpSp>
        <p:nvGrpSpPr>
          <p:cNvPr id="4" name="Group 18">
            <a:extLst>
              <a:ext uri="{FF2B5EF4-FFF2-40B4-BE49-F238E27FC236}">
                <a16:creationId xmlns:a16="http://schemas.microsoft.com/office/drawing/2014/main" id="{7D03F63C-1F39-47C9-BDB7-C5814657AB01}"/>
              </a:ext>
            </a:extLst>
          </p:cNvPr>
          <p:cNvGrpSpPr>
            <a:grpSpLocks/>
          </p:cNvGrpSpPr>
          <p:nvPr/>
        </p:nvGrpSpPr>
        <p:grpSpPr bwMode="auto">
          <a:xfrm>
            <a:off x="2133600" y="5867400"/>
            <a:ext cx="6172200" cy="914400"/>
            <a:chOff x="1680" y="3696"/>
            <a:chExt cx="3888" cy="576"/>
          </a:xfrm>
        </p:grpSpPr>
        <p:sp>
          <p:nvSpPr>
            <p:cNvPr id="51208" name="Rectangle 13">
              <a:extLst>
                <a:ext uri="{FF2B5EF4-FFF2-40B4-BE49-F238E27FC236}">
                  <a16:creationId xmlns:a16="http://schemas.microsoft.com/office/drawing/2014/main" id="{B7C99A13-16CD-4BA6-8C1C-FF2F8F015640}"/>
                </a:ext>
              </a:extLst>
            </p:cNvPr>
            <p:cNvSpPr>
              <a:spLocks noChangeArrowheads="1"/>
            </p:cNvSpPr>
            <p:nvPr/>
          </p:nvSpPr>
          <p:spPr bwMode="auto">
            <a:xfrm>
              <a:off x="1680" y="3696"/>
              <a:ext cx="3888" cy="576"/>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51209" name="Object 14">
              <a:extLst>
                <a:ext uri="{FF2B5EF4-FFF2-40B4-BE49-F238E27FC236}">
                  <a16:creationId xmlns:a16="http://schemas.microsoft.com/office/drawing/2014/main" id="{82E28203-554E-49C4-B0DA-EEFCE2CD33BA}"/>
                </a:ext>
              </a:extLst>
            </p:cNvPr>
            <p:cNvGraphicFramePr>
              <a:graphicFrameLocks noChangeAspect="1"/>
            </p:cNvGraphicFramePr>
            <p:nvPr/>
          </p:nvGraphicFramePr>
          <p:xfrm>
            <a:off x="1968" y="3715"/>
            <a:ext cx="3360" cy="513"/>
          </p:xfrm>
          <a:graphic>
            <a:graphicData uri="http://schemas.openxmlformats.org/presentationml/2006/ole">
              <mc:AlternateContent xmlns:mc="http://schemas.openxmlformats.org/markup-compatibility/2006">
                <mc:Choice xmlns:v="urn:schemas-microsoft-com:vml" Requires="v">
                  <p:oleObj spid="_x0000_s51228" name="Equation" r:id="rId11" imgW="2463800" imgH="419100" progId="Equation.DSMT4">
                    <p:embed/>
                  </p:oleObj>
                </mc:Choice>
                <mc:Fallback>
                  <p:oleObj name="Equation" r:id="rId11" imgW="2463800" imgH="41910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68" y="3715"/>
                          <a:ext cx="3360" cy="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Effect transition="in" filter="checkerboard(across)">
                                      <p:cBhvr>
                                        <p:cTn id="7" dur="500"/>
                                        <p:tgtEl>
                                          <p:spTgt spid="696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heckerboard(across)">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9642"/>
                                        </p:tgtEl>
                                        <p:attrNameLst>
                                          <p:attrName>style.visibility</p:attrName>
                                        </p:attrNameLst>
                                      </p:cBhvr>
                                      <p:to>
                                        <p:strVal val="visible"/>
                                      </p:to>
                                    </p:set>
                                    <p:animEffect transition="in" filter="checkerboard(across)">
                                      <p:cBhvr>
                                        <p:cTn id="22" dur="500"/>
                                        <p:tgtEl>
                                          <p:spTgt spid="696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checkerboard(across)">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P spid="6964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a:extLst>
              <a:ext uri="{FF2B5EF4-FFF2-40B4-BE49-F238E27FC236}">
                <a16:creationId xmlns:a16="http://schemas.microsoft.com/office/drawing/2014/main" id="{52ED034C-4A0C-4825-8584-322E053B24E2}"/>
              </a:ext>
            </a:extLst>
          </p:cNvPr>
          <p:cNvSpPr>
            <a:spLocks noGrp="1" noChangeArrowheads="1"/>
          </p:cNvSpPr>
          <p:nvPr>
            <p:ph type="body" idx="1"/>
          </p:nvPr>
        </p:nvSpPr>
        <p:spPr>
          <a:xfrm>
            <a:off x="457200" y="1600200"/>
            <a:ext cx="8229600" cy="762000"/>
          </a:xfrm>
        </p:spPr>
        <p:txBody>
          <a:bodyPr/>
          <a:lstStyle/>
          <a:p>
            <a:pPr eaLnBrk="1" hangingPunct="1">
              <a:defRPr/>
            </a:pPr>
            <a:r>
              <a:rPr lang="en-US" altLang="zh-CN">
                <a:ea typeface="宋体" pitchFamily="2" charset="-122"/>
              </a:rPr>
              <a:t>Factorial (n!)</a:t>
            </a:r>
          </a:p>
        </p:txBody>
      </p:sp>
      <p:sp>
        <p:nvSpPr>
          <p:cNvPr id="72708" name="Rectangle 4">
            <a:extLst>
              <a:ext uri="{FF2B5EF4-FFF2-40B4-BE49-F238E27FC236}">
                <a16:creationId xmlns:a16="http://schemas.microsoft.com/office/drawing/2014/main" id="{1384A335-53C8-42A5-8322-F7B0E03115D0}"/>
              </a:ext>
            </a:extLst>
          </p:cNvPr>
          <p:cNvSpPr>
            <a:spLocks noGrp="1" noChangeArrowheads="1"/>
          </p:cNvSpPr>
          <p:nvPr>
            <p:ph type="title"/>
          </p:nvPr>
        </p:nvSpPr>
        <p:spPr/>
        <p:txBody>
          <a:bodyPr/>
          <a:lstStyle/>
          <a:p>
            <a:pPr eaLnBrk="1" hangingPunct="1">
              <a:defRPr/>
            </a:pPr>
            <a:r>
              <a:rPr lang="en-US" altLang="zh-CN" b="1" dirty="0">
                <a:latin typeface="Comic Sans MS" pitchFamily="66" charset="0"/>
                <a:ea typeface="宋体" pitchFamily="2" charset="-122"/>
              </a:rPr>
              <a:t>Standard notations and common functions</a:t>
            </a:r>
            <a:r>
              <a:rPr lang="en-US" altLang="zh-CN" b="1" dirty="0">
                <a:ea typeface="宋体" pitchFamily="2" charset="-122"/>
              </a:rPr>
              <a:t> (3)</a:t>
            </a:r>
          </a:p>
        </p:txBody>
      </p:sp>
      <p:grpSp>
        <p:nvGrpSpPr>
          <p:cNvPr id="2" name="Group 8">
            <a:extLst>
              <a:ext uri="{FF2B5EF4-FFF2-40B4-BE49-F238E27FC236}">
                <a16:creationId xmlns:a16="http://schemas.microsoft.com/office/drawing/2014/main" id="{C9183B04-3DDE-443B-818B-4FB0EB8E689B}"/>
              </a:ext>
            </a:extLst>
          </p:cNvPr>
          <p:cNvGrpSpPr>
            <a:grpSpLocks/>
          </p:cNvGrpSpPr>
          <p:nvPr/>
        </p:nvGrpSpPr>
        <p:grpSpPr bwMode="auto">
          <a:xfrm>
            <a:off x="1295400" y="2209800"/>
            <a:ext cx="4114800" cy="1066800"/>
            <a:chOff x="816" y="1392"/>
            <a:chExt cx="2592" cy="672"/>
          </a:xfrm>
        </p:grpSpPr>
        <p:sp>
          <p:nvSpPr>
            <p:cNvPr id="53262" name="Rectangle 5">
              <a:extLst>
                <a:ext uri="{FF2B5EF4-FFF2-40B4-BE49-F238E27FC236}">
                  <a16:creationId xmlns:a16="http://schemas.microsoft.com/office/drawing/2014/main" id="{4CA8A490-41D9-4E82-9041-34520BABC482}"/>
                </a:ext>
              </a:extLst>
            </p:cNvPr>
            <p:cNvSpPr>
              <a:spLocks noChangeArrowheads="1"/>
            </p:cNvSpPr>
            <p:nvPr/>
          </p:nvSpPr>
          <p:spPr bwMode="auto">
            <a:xfrm>
              <a:off x="816" y="1392"/>
              <a:ext cx="2592" cy="672"/>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53263" name="Object 6">
              <a:extLst>
                <a:ext uri="{FF2B5EF4-FFF2-40B4-BE49-F238E27FC236}">
                  <a16:creationId xmlns:a16="http://schemas.microsoft.com/office/drawing/2014/main" id="{504ECDD7-3A0D-4505-A0F2-947D08A65998}"/>
                </a:ext>
              </a:extLst>
            </p:cNvPr>
            <p:cNvGraphicFramePr>
              <a:graphicFrameLocks noChangeAspect="1"/>
            </p:cNvGraphicFramePr>
            <p:nvPr/>
          </p:nvGraphicFramePr>
          <p:xfrm>
            <a:off x="912" y="1413"/>
            <a:ext cx="2352" cy="603"/>
          </p:xfrm>
          <a:graphic>
            <a:graphicData uri="http://schemas.openxmlformats.org/presentationml/2006/ole">
              <mc:AlternateContent xmlns:mc="http://schemas.openxmlformats.org/markup-compatibility/2006">
                <mc:Choice xmlns:v="urn:schemas-microsoft-com:vml" Requires="v">
                  <p:oleObj spid="_x0000_s53276" name="Equation" r:id="rId7" imgW="1676400" imgH="482600" progId="Equation.DSMT4">
                    <p:embed/>
                  </p:oleObj>
                </mc:Choice>
                <mc:Fallback>
                  <p:oleObj name="Equation" r:id="rId7" imgW="1676400" imgH="4826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2" y="1413"/>
                          <a:ext cx="2352" cy="6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2711" name="Rectangle 7">
            <a:extLst>
              <a:ext uri="{FF2B5EF4-FFF2-40B4-BE49-F238E27FC236}">
                <a16:creationId xmlns:a16="http://schemas.microsoft.com/office/drawing/2014/main" id="{2F9E4ECF-05BD-407D-A648-7DE8AAD8A390}"/>
              </a:ext>
            </a:extLst>
          </p:cNvPr>
          <p:cNvSpPr>
            <a:spLocks noChangeArrowheads="1"/>
          </p:cNvSpPr>
          <p:nvPr/>
        </p:nvSpPr>
        <p:spPr bwMode="auto">
          <a:xfrm>
            <a:off x="533400" y="3429000"/>
            <a:ext cx="8229600" cy="762000"/>
          </a:xfrm>
          <a:prstGeom prst="rect">
            <a:avLst/>
          </a:prstGeom>
          <a:noFill/>
          <a:ln w="9525">
            <a:noFill/>
            <a:miter lim="800000"/>
            <a:headEnd/>
            <a:tailEnd/>
          </a:ln>
          <a:effectLst/>
        </p:spPr>
        <p:txBody>
          <a:bodyPr/>
          <a:lstStyle/>
          <a:p>
            <a:pPr marL="342900" indent="-342900" eaLnBrk="1" hangingPunct="1">
              <a:spcBef>
                <a:spcPct val="20000"/>
              </a:spcBef>
              <a:buClr>
                <a:schemeClr val="hlink"/>
              </a:buClr>
              <a:buSzPct val="90000"/>
              <a:buFont typeface="Wingdings" pitchFamily="2" charset="2"/>
              <a:buBlip>
                <a:blip r:embed="rId4"/>
              </a:buBlip>
              <a:defRPr/>
            </a:pPr>
            <a:r>
              <a:rPr lang="en-US" altLang="zh-CN" sz="3200">
                <a:effectLst>
                  <a:outerShdw blurRad="38100" dist="38100" dir="2700000" algn="tl">
                    <a:srgbClr val="000000"/>
                  </a:outerShdw>
                </a:effectLst>
                <a:latin typeface="Arial" charset="0"/>
                <a:ea typeface="宋体" pitchFamily="2" charset="-122"/>
              </a:rPr>
              <a:t>Function iteration</a:t>
            </a:r>
          </a:p>
        </p:txBody>
      </p:sp>
      <p:grpSp>
        <p:nvGrpSpPr>
          <p:cNvPr id="3" name="Group 16">
            <a:extLst>
              <a:ext uri="{FF2B5EF4-FFF2-40B4-BE49-F238E27FC236}">
                <a16:creationId xmlns:a16="http://schemas.microsoft.com/office/drawing/2014/main" id="{4018D3F5-EC6D-42E9-BCA7-D9392BB0F7A4}"/>
              </a:ext>
            </a:extLst>
          </p:cNvPr>
          <p:cNvGrpSpPr>
            <a:grpSpLocks/>
          </p:cNvGrpSpPr>
          <p:nvPr/>
        </p:nvGrpSpPr>
        <p:grpSpPr bwMode="auto">
          <a:xfrm>
            <a:off x="838200" y="4267200"/>
            <a:ext cx="4267200" cy="1066800"/>
            <a:chOff x="528" y="2688"/>
            <a:chExt cx="2688" cy="672"/>
          </a:xfrm>
        </p:grpSpPr>
        <p:sp>
          <p:nvSpPr>
            <p:cNvPr id="53260" name="Rectangle 9">
              <a:extLst>
                <a:ext uri="{FF2B5EF4-FFF2-40B4-BE49-F238E27FC236}">
                  <a16:creationId xmlns:a16="http://schemas.microsoft.com/office/drawing/2014/main" id="{8344C424-35C1-4DB1-8495-8B61E953777D}"/>
                </a:ext>
              </a:extLst>
            </p:cNvPr>
            <p:cNvSpPr>
              <a:spLocks noChangeArrowheads="1"/>
            </p:cNvSpPr>
            <p:nvPr/>
          </p:nvSpPr>
          <p:spPr bwMode="auto">
            <a:xfrm>
              <a:off x="528" y="2688"/>
              <a:ext cx="2688" cy="672"/>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53261" name="Object 10">
              <a:extLst>
                <a:ext uri="{FF2B5EF4-FFF2-40B4-BE49-F238E27FC236}">
                  <a16:creationId xmlns:a16="http://schemas.microsoft.com/office/drawing/2014/main" id="{BE96413D-8227-4E62-ABEB-B4491D035FDF}"/>
                </a:ext>
              </a:extLst>
            </p:cNvPr>
            <p:cNvGraphicFramePr>
              <a:graphicFrameLocks noChangeAspect="1"/>
            </p:cNvGraphicFramePr>
            <p:nvPr/>
          </p:nvGraphicFramePr>
          <p:xfrm>
            <a:off x="528" y="2715"/>
            <a:ext cx="2688" cy="597"/>
          </p:xfrm>
          <a:graphic>
            <a:graphicData uri="http://schemas.openxmlformats.org/presentationml/2006/ole">
              <mc:AlternateContent xmlns:mc="http://schemas.openxmlformats.org/markup-compatibility/2006">
                <mc:Choice xmlns:v="urn:schemas-microsoft-com:vml" Requires="v">
                  <p:oleObj spid="_x0000_s53277" name="Equation" r:id="rId9" imgW="2400300" imgH="533400" progId="Equation.DSMT4">
                    <p:embed/>
                  </p:oleObj>
                </mc:Choice>
                <mc:Fallback>
                  <p:oleObj name="Equation" r:id="rId9" imgW="2400300" imgH="5334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8" y="2715"/>
                          <a:ext cx="2688" cy="5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2715" name="AutoShape 11">
            <a:extLst>
              <a:ext uri="{FF2B5EF4-FFF2-40B4-BE49-F238E27FC236}">
                <a16:creationId xmlns:a16="http://schemas.microsoft.com/office/drawing/2014/main" id="{C6B8644C-08DC-4512-A2F6-FBAD4B87B23C}"/>
              </a:ext>
            </a:extLst>
          </p:cNvPr>
          <p:cNvSpPr>
            <a:spLocks noChangeArrowheads="1"/>
          </p:cNvSpPr>
          <p:nvPr/>
        </p:nvSpPr>
        <p:spPr bwMode="auto">
          <a:xfrm>
            <a:off x="5181600" y="4648200"/>
            <a:ext cx="457200" cy="381000"/>
          </a:xfrm>
          <a:prstGeom prst="rightArrow">
            <a:avLst>
              <a:gd name="adj1" fmla="val 50000"/>
              <a:gd name="adj2" fmla="val 30000"/>
            </a:avLst>
          </a:prstGeom>
          <a:solidFill>
            <a:srgbClr val="FFFF00"/>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72716" name="Text Box 12">
            <a:extLst>
              <a:ext uri="{FF2B5EF4-FFF2-40B4-BE49-F238E27FC236}">
                <a16:creationId xmlns:a16="http://schemas.microsoft.com/office/drawing/2014/main" id="{5D1A5AB5-4697-46B8-AB25-EE03D0035649}"/>
              </a:ext>
            </a:extLst>
          </p:cNvPr>
          <p:cNvSpPr txBox="1">
            <a:spLocks noChangeArrowheads="1"/>
          </p:cNvSpPr>
          <p:nvPr/>
        </p:nvSpPr>
        <p:spPr bwMode="auto">
          <a:xfrm>
            <a:off x="5943600" y="4419600"/>
            <a:ext cx="32004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50000"/>
              </a:spcBef>
              <a:buClrTx/>
              <a:buSzTx/>
              <a:buFontTx/>
              <a:buNone/>
            </a:pPr>
            <a:r>
              <a:rPr lang="en-US" altLang="zh-CN" sz="2600">
                <a:latin typeface="Times New Roman" panose="02020603050405020304" pitchFamily="18" charset="0"/>
                <a:ea typeface="宋体" panose="02010600030101010101" pitchFamily="2" charset="-122"/>
              </a:rPr>
              <a:t>The iterated algorithm is a very slowly growing function</a:t>
            </a:r>
          </a:p>
        </p:txBody>
      </p:sp>
      <p:sp>
        <p:nvSpPr>
          <p:cNvPr id="72719" name="Rectangle 15">
            <a:extLst>
              <a:ext uri="{FF2B5EF4-FFF2-40B4-BE49-F238E27FC236}">
                <a16:creationId xmlns:a16="http://schemas.microsoft.com/office/drawing/2014/main" id="{9242CA7F-A591-44B9-B652-AB608E04435F}"/>
              </a:ext>
            </a:extLst>
          </p:cNvPr>
          <p:cNvSpPr>
            <a:spLocks noChangeArrowheads="1"/>
          </p:cNvSpPr>
          <p:nvPr/>
        </p:nvSpPr>
        <p:spPr bwMode="auto">
          <a:xfrm>
            <a:off x="609600" y="5943600"/>
            <a:ext cx="4038600" cy="762000"/>
          </a:xfrm>
          <a:prstGeom prst="rect">
            <a:avLst/>
          </a:prstGeom>
          <a:noFill/>
          <a:ln w="9525">
            <a:noFill/>
            <a:miter lim="800000"/>
            <a:headEnd/>
            <a:tailEnd/>
          </a:ln>
          <a:effectLst/>
        </p:spPr>
        <p:txBody>
          <a:bodyPr/>
          <a:lstStyle/>
          <a:p>
            <a:pPr marL="342900" indent="-342900" eaLnBrk="1" hangingPunct="1">
              <a:spcBef>
                <a:spcPct val="20000"/>
              </a:spcBef>
              <a:buClr>
                <a:schemeClr val="hlink"/>
              </a:buClr>
              <a:buSzPct val="90000"/>
              <a:buFont typeface="Wingdings" pitchFamily="2" charset="2"/>
              <a:buBlip>
                <a:blip r:embed="rId4"/>
              </a:buBlip>
              <a:defRPr/>
            </a:pPr>
            <a:r>
              <a:rPr lang="en-US" altLang="zh-CN" sz="3200" dirty="0">
                <a:effectLst>
                  <a:outerShdw blurRad="38100" dist="38100" dir="2700000" algn="tl">
                    <a:srgbClr val="000000"/>
                  </a:outerShdw>
                </a:effectLst>
                <a:latin typeface="Arial" charset="0"/>
                <a:ea typeface="宋体" pitchFamily="2" charset="-122"/>
              </a:rPr>
              <a:t>Fibonacci numbers</a:t>
            </a:r>
          </a:p>
        </p:txBody>
      </p:sp>
      <p:sp>
        <p:nvSpPr>
          <p:cNvPr id="53258" name="Rectangle 17">
            <a:extLst>
              <a:ext uri="{FF2B5EF4-FFF2-40B4-BE49-F238E27FC236}">
                <a16:creationId xmlns:a16="http://schemas.microsoft.com/office/drawing/2014/main" id="{D8381E30-216D-4843-A02C-C71A6EAB9119}"/>
              </a:ext>
            </a:extLst>
          </p:cNvPr>
          <p:cNvSpPr>
            <a:spLocks noChangeArrowheads="1"/>
          </p:cNvSpPr>
          <p:nvPr/>
        </p:nvSpPr>
        <p:spPr bwMode="auto">
          <a:xfrm>
            <a:off x="5334000" y="5791200"/>
            <a:ext cx="3733800" cy="990600"/>
          </a:xfrm>
          <a:prstGeom prst="rect">
            <a:avLst/>
          </a:prstGeom>
          <a:solidFill>
            <a:srgbClr val="99CCFF"/>
          </a:solidFill>
          <a:ln w="9525">
            <a:solidFill>
              <a:schemeClr val="tx1"/>
            </a:solidFill>
            <a:miter lim="800000"/>
            <a:headEnd/>
            <a:tailEnd/>
          </a:ln>
        </p:spPr>
        <p:txBody>
          <a:bodyPr wrap="none" anchor="ct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graphicFrame>
        <p:nvGraphicFramePr>
          <p:cNvPr id="53259" name="Object 18">
            <a:extLst>
              <a:ext uri="{FF2B5EF4-FFF2-40B4-BE49-F238E27FC236}">
                <a16:creationId xmlns:a16="http://schemas.microsoft.com/office/drawing/2014/main" id="{D51B7B5D-02E3-4AA6-8CC7-C68F1255E998}"/>
              </a:ext>
            </a:extLst>
          </p:cNvPr>
          <p:cNvGraphicFramePr>
            <a:graphicFrameLocks noChangeAspect="1"/>
          </p:cNvGraphicFramePr>
          <p:nvPr/>
        </p:nvGraphicFramePr>
        <p:xfrm>
          <a:off x="5867400" y="5943600"/>
          <a:ext cx="2895600" cy="892175"/>
        </p:xfrm>
        <a:graphic>
          <a:graphicData uri="http://schemas.openxmlformats.org/presentationml/2006/ole">
            <mc:AlternateContent xmlns:mc="http://schemas.openxmlformats.org/markup-compatibility/2006">
              <mc:Choice xmlns:v="urn:schemas-microsoft-com:vml" Requires="v">
                <p:oleObj spid="_x0000_s53278" name="Equation" r:id="rId11" imgW="1282700" imgH="457200" progId="Equation.DSMT4">
                  <p:embed/>
                </p:oleObj>
              </mc:Choice>
              <mc:Fallback>
                <p:oleObj name="Equation" r:id="rId11" imgW="1282700" imgH="457200" progId="Equation.DSMT4">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67400" y="5943600"/>
                        <a:ext cx="2895600"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椭圆 3">
            <a:extLst>
              <a:ext uri="{FF2B5EF4-FFF2-40B4-BE49-F238E27FC236}">
                <a16:creationId xmlns:a16="http://schemas.microsoft.com/office/drawing/2014/main" id="{91BDCF29-D57D-4434-8DF9-B1D56404B95A}"/>
              </a:ext>
            </a:extLst>
          </p:cNvPr>
          <p:cNvSpPr/>
          <p:nvPr/>
        </p:nvSpPr>
        <p:spPr bwMode="auto">
          <a:xfrm>
            <a:off x="782782" y="4783932"/>
            <a:ext cx="817418" cy="457200"/>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animEffect transition="in" filter="checkerboard(across)">
                                      <p:cBhvr>
                                        <p:cTn id="7" dur="500"/>
                                        <p:tgtEl>
                                          <p:spTgt spid="727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2711"/>
                                        </p:tgtEl>
                                        <p:attrNameLst>
                                          <p:attrName>style.visibility</p:attrName>
                                        </p:attrNameLst>
                                      </p:cBhvr>
                                      <p:to>
                                        <p:strVal val="visible"/>
                                      </p:to>
                                    </p:set>
                                    <p:animEffect transition="in" filter="checkerboard(across)">
                                      <p:cBhvr>
                                        <p:cTn id="17" dur="500"/>
                                        <p:tgtEl>
                                          <p:spTgt spid="727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checkerboard(across)">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72715"/>
                                        </p:tgtEl>
                                        <p:attrNameLst>
                                          <p:attrName>style.visibility</p:attrName>
                                        </p:attrNameLst>
                                      </p:cBhvr>
                                      <p:to>
                                        <p:strVal val="visible"/>
                                      </p:to>
                                    </p:set>
                                    <p:animEffect transition="in" filter="checkerboard(across)">
                                      <p:cBhvr>
                                        <p:cTn id="27" dur="500"/>
                                        <p:tgtEl>
                                          <p:spTgt spid="727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72716">
                                            <p:txEl>
                                              <p:pRg st="0" end="0"/>
                                            </p:txEl>
                                          </p:spTgt>
                                        </p:tgtEl>
                                        <p:attrNameLst>
                                          <p:attrName>style.visibility</p:attrName>
                                        </p:attrNameLst>
                                      </p:cBhvr>
                                      <p:to>
                                        <p:strVal val="visible"/>
                                      </p:to>
                                    </p:set>
                                    <p:animEffect transition="in" filter="checkerboard(across)">
                                      <p:cBhvr>
                                        <p:cTn id="32" dur="500"/>
                                        <p:tgtEl>
                                          <p:spTgt spid="72716">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72719"/>
                                        </p:tgtEl>
                                        <p:attrNameLst>
                                          <p:attrName>style.visibility</p:attrName>
                                        </p:attrNameLst>
                                      </p:cBhvr>
                                      <p:to>
                                        <p:strVal val="visible"/>
                                      </p:to>
                                    </p:set>
                                    <p:animEffect transition="in" filter="checkerboard(across)">
                                      <p:cBhvr>
                                        <p:cTn id="37" dur="500"/>
                                        <p:tgtEl>
                                          <p:spTgt spid="727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p:bldP spid="72711" grpId="0"/>
      <p:bldP spid="72715" grpId="0" animBg="1"/>
      <p:bldP spid="7271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56DCB5-3D50-411C-8729-CF591EDA0A45}"/>
              </a:ext>
            </a:extLst>
          </p:cNvPr>
          <p:cNvSpPr>
            <a:spLocks noGrp="1"/>
          </p:cNvSpPr>
          <p:nvPr>
            <p:ph type="title"/>
          </p:nvPr>
        </p:nvSpPr>
        <p:spPr>
          <a:xfrm>
            <a:off x="304800" y="228600"/>
            <a:ext cx="8229600" cy="1143000"/>
          </a:xfrm>
        </p:spPr>
        <p:txBody>
          <a:bodyPr/>
          <a:lstStyle/>
          <a:p>
            <a:pPr>
              <a:defRPr/>
            </a:pPr>
            <a:r>
              <a:rPr lang="en-US" altLang="zh-CN">
                <a:latin typeface="Comic Sans MS" panose="030F0702030302020204" pitchFamily="66" charset="0"/>
                <a:ea typeface="宋体" panose="02010600030101010101" pitchFamily="2" charset="-122"/>
              </a:rPr>
              <a:t>Running time (1)</a:t>
            </a:r>
            <a:endParaRPr lang="zh-CN" altLang="en-US">
              <a:latin typeface="Comic Sans MS" panose="030F0702030302020204" pitchFamily="66" charset="0"/>
              <a:ea typeface="宋体" panose="02010600030101010101" pitchFamily="2" charset="-122"/>
            </a:endParaRPr>
          </a:p>
        </p:txBody>
      </p:sp>
      <p:sp>
        <p:nvSpPr>
          <p:cNvPr id="3" name="内容占位符 2">
            <a:extLst>
              <a:ext uri="{FF2B5EF4-FFF2-40B4-BE49-F238E27FC236}">
                <a16:creationId xmlns:a16="http://schemas.microsoft.com/office/drawing/2014/main" id="{2C25ECC1-6066-4254-8907-7216DE2EA2E4}"/>
              </a:ext>
            </a:extLst>
          </p:cNvPr>
          <p:cNvSpPr>
            <a:spLocks noGrp="1"/>
          </p:cNvSpPr>
          <p:nvPr>
            <p:ph idx="1"/>
          </p:nvPr>
        </p:nvSpPr>
        <p:spPr>
          <a:xfrm>
            <a:off x="152400" y="1371600"/>
            <a:ext cx="8686800" cy="5257800"/>
          </a:xfrm>
        </p:spPr>
        <p:txBody>
          <a:bodyPr/>
          <a:lstStyle/>
          <a:p>
            <a:pPr>
              <a:defRPr/>
            </a:pPr>
            <a:r>
              <a:rPr lang="en-US" altLang="zh-CN">
                <a:ea typeface="宋体" panose="02010600030101010101" pitchFamily="2" charset="-122"/>
              </a:rPr>
              <a:t> Linear time</a:t>
            </a:r>
            <a:r>
              <a:rPr lang="en-US" altLang="zh-CN" sz="2400">
                <a:ea typeface="宋体" panose="02010600030101010101" pitchFamily="2" charset="-122"/>
              </a:rPr>
              <a:t>:  O(n)</a:t>
            </a:r>
          </a:p>
          <a:p>
            <a:pPr lvl="1">
              <a:buFont typeface="Wingdings" panose="05000000000000000000" pitchFamily="2" charset="2"/>
              <a:buChar char="ü"/>
              <a:defRPr/>
            </a:pPr>
            <a:r>
              <a:rPr lang="en-US" altLang="zh-CN" sz="2400">
                <a:ea typeface="宋体" panose="02010600030101010101" pitchFamily="2" charset="-122"/>
              </a:rPr>
              <a:t> One-pass to all numbers</a:t>
            </a:r>
          </a:p>
          <a:p>
            <a:pPr lvl="1">
              <a:buFont typeface="Wingdings" panose="05000000000000000000" pitchFamily="2" charset="2"/>
              <a:buChar char="ü"/>
              <a:defRPr/>
            </a:pPr>
            <a:r>
              <a:rPr lang="en-US" altLang="zh-CN" sz="2400">
                <a:ea typeface="宋体" panose="02010600030101010101" pitchFamily="2" charset="-122"/>
              </a:rPr>
              <a:t> Constant time to process each number</a:t>
            </a:r>
          </a:p>
          <a:p>
            <a:pPr lvl="1">
              <a:buFont typeface="Wingdings" panose="05000000000000000000" pitchFamily="2" charset="2"/>
              <a:buChar char="ü"/>
              <a:defRPr/>
            </a:pPr>
            <a:r>
              <a:rPr lang="en-US" altLang="zh-CN" sz="2400">
                <a:ea typeface="宋体" panose="02010600030101010101" pitchFamily="2" charset="-122"/>
              </a:rPr>
              <a:t> E.g. compute the maximum, merge two sorted array</a:t>
            </a:r>
          </a:p>
          <a:p>
            <a:pPr>
              <a:defRPr/>
            </a:pPr>
            <a:r>
              <a:rPr lang="en-US" altLang="zh-CN">
                <a:ea typeface="宋体" panose="02010600030101010101" pitchFamily="2" charset="-122"/>
              </a:rPr>
              <a:t> O(nlogn) time</a:t>
            </a:r>
          </a:p>
          <a:p>
            <a:pPr lvl="1">
              <a:buFont typeface="Wingdings" panose="05000000000000000000" pitchFamily="2" charset="2"/>
              <a:buChar char="ü"/>
              <a:defRPr/>
            </a:pPr>
            <a:r>
              <a:rPr lang="en-US" altLang="zh-CN">
                <a:ea typeface="宋体" panose="02010600030101010101" pitchFamily="2" charset="-122"/>
              </a:rPr>
              <a:t> </a:t>
            </a:r>
            <a:r>
              <a:rPr lang="en-US" altLang="zh-CN" sz="2400">
                <a:ea typeface="宋体" panose="02010600030101010101" pitchFamily="2" charset="-122"/>
              </a:rPr>
              <a:t>Divide-and-Conquer</a:t>
            </a:r>
          </a:p>
          <a:p>
            <a:pPr lvl="1">
              <a:buFont typeface="Wingdings" panose="05000000000000000000" pitchFamily="2" charset="2"/>
              <a:buChar char="ü"/>
              <a:defRPr/>
            </a:pPr>
            <a:r>
              <a:rPr lang="en-US" altLang="zh-CN" sz="2400">
                <a:ea typeface="宋体" panose="02010600030101010101" pitchFamily="2" charset="-122"/>
              </a:rPr>
              <a:t> merge: O(n)</a:t>
            </a:r>
          </a:p>
          <a:p>
            <a:pPr>
              <a:defRPr/>
            </a:pPr>
            <a:r>
              <a:rPr lang="en-US" altLang="zh-CN">
                <a:ea typeface="宋体" panose="02010600030101010101" pitchFamily="2" charset="-122"/>
              </a:rPr>
              <a:t> Quardratic: O(n</a:t>
            </a:r>
            <a:r>
              <a:rPr lang="en-US" altLang="zh-CN" baseline="30000">
                <a:ea typeface="宋体" panose="02010600030101010101" pitchFamily="2" charset="-122"/>
              </a:rPr>
              <a:t>2</a:t>
            </a:r>
            <a:r>
              <a:rPr lang="en-US" altLang="zh-CN">
                <a:ea typeface="宋体" panose="02010600030101010101" pitchFamily="2" charset="-122"/>
              </a:rPr>
              <a:t>)</a:t>
            </a:r>
          </a:p>
          <a:p>
            <a:pPr lvl="1">
              <a:buFont typeface="Wingdings" panose="05000000000000000000" pitchFamily="2" charset="2"/>
              <a:buChar char="ü"/>
              <a:defRPr/>
            </a:pPr>
            <a:r>
              <a:rPr lang="en-US" altLang="zh-CN">
                <a:ea typeface="宋体" panose="02010600030101010101" pitchFamily="2" charset="-122"/>
              </a:rPr>
              <a:t> </a:t>
            </a:r>
            <a:r>
              <a:rPr lang="en-US" altLang="zh-CN" sz="2400">
                <a:ea typeface="宋体" panose="02010600030101010101" pitchFamily="2" charset="-122"/>
              </a:rPr>
              <a:t>Nested loop </a:t>
            </a:r>
          </a:p>
          <a:p>
            <a:pPr lvl="1">
              <a:buFont typeface="Wingdings" panose="05000000000000000000" pitchFamily="2" charset="2"/>
              <a:buChar char="ü"/>
              <a:defRPr/>
            </a:pPr>
            <a:r>
              <a:rPr lang="en-US" altLang="zh-CN" sz="2400">
                <a:ea typeface="宋体" panose="02010600030101010101" pitchFamily="2" charset="-122"/>
              </a:rPr>
              <a:t> search for all pairs of numbers of input n</a:t>
            </a:r>
            <a:endParaRPr lang="zh-CN" altLang="en-US" sz="2400">
              <a:ea typeface="宋体" panose="02010600030101010101"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C55FACD-C3AC-449F-A1B8-5725ABEF26F4}"/>
              </a:ext>
            </a:extLst>
          </p:cNvPr>
          <p:cNvSpPr>
            <a:spLocks noGrp="1"/>
          </p:cNvSpPr>
          <p:nvPr>
            <p:ph idx="1"/>
          </p:nvPr>
        </p:nvSpPr>
        <p:spPr>
          <a:xfrm>
            <a:off x="152400" y="762000"/>
            <a:ext cx="8763000" cy="5638800"/>
          </a:xfrm>
        </p:spPr>
        <p:txBody>
          <a:bodyPr/>
          <a:lstStyle/>
          <a:p>
            <a:pPr>
              <a:defRPr/>
            </a:pPr>
            <a:r>
              <a:rPr lang="en-US" altLang="zh-CN">
                <a:ea typeface="宋体" panose="02010600030101010101" pitchFamily="2" charset="-122"/>
              </a:rPr>
              <a:t>Cubic time</a:t>
            </a:r>
          </a:p>
          <a:p>
            <a:pPr lvl="1">
              <a:buFont typeface="Wingdings" panose="05000000000000000000" pitchFamily="2" charset="2"/>
              <a:buChar char="ü"/>
              <a:defRPr/>
            </a:pPr>
            <a:r>
              <a:rPr lang="en-US" altLang="zh-CN">
                <a:ea typeface="宋体" panose="02010600030101010101" pitchFamily="2" charset="-122"/>
              </a:rPr>
              <a:t> </a:t>
            </a:r>
            <a:r>
              <a:rPr lang="en-US" altLang="zh-CN" sz="2400">
                <a:ea typeface="宋体" panose="02010600030101010101" pitchFamily="2" charset="-122"/>
              </a:rPr>
              <a:t>3-level nested loop</a:t>
            </a:r>
          </a:p>
          <a:p>
            <a:pPr lvl="1">
              <a:buFont typeface="Wingdings" panose="05000000000000000000" pitchFamily="2" charset="2"/>
              <a:buChar char="ü"/>
              <a:defRPr/>
            </a:pPr>
            <a:r>
              <a:rPr lang="en-US" altLang="zh-CN" sz="2400">
                <a:ea typeface="宋体" panose="02010600030101010101" pitchFamily="2" charset="-122"/>
              </a:rPr>
              <a:t> For a series of n Set Si, find whether some pair of these sets is disjoint</a:t>
            </a:r>
            <a:r>
              <a:rPr lang="en-US" altLang="zh-CN">
                <a:ea typeface="宋体" panose="02010600030101010101" pitchFamily="2" charset="-122"/>
              </a:rPr>
              <a:t> </a:t>
            </a:r>
          </a:p>
          <a:p>
            <a:pPr>
              <a:defRPr/>
            </a:pPr>
            <a:r>
              <a:rPr lang="en-US" altLang="zh-CN">
                <a:ea typeface="宋体" panose="02010600030101010101" pitchFamily="2" charset="-122"/>
              </a:rPr>
              <a:t>O(n</a:t>
            </a:r>
            <a:r>
              <a:rPr lang="en-US" altLang="zh-CN" baseline="30000">
                <a:ea typeface="宋体" panose="02010600030101010101" pitchFamily="2" charset="-122"/>
              </a:rPr>
              <a:t>k</a:t>
            </a:r>
            <a:r>
              <a:rPr lang="en-US" altLang="zh-CN">
                <a:ea typeface="宋体" panose="02010600030101010101" pitchFamily="2" charset="-122"/>
              </a:rPr>
              <a:t>) time</a:t>
            </a:r>
          </a:p>
          <a:p>
            <a:pPr lvl="1">
              <a:buFont typeface="Wingdings" panose="05000000000000000000" pitchFamily="2" charset="2"/>
              <a:buChar char="ü"/>
              <a:defRPr/>
            </a:pPr>
            <a:r>
              <a:rPr lang="en-US" altLang="zh-CN" sz="2400">
                <a:ea typeface="宋体" panose="02010600030101010101" pitchFamily="2" charset="-122"/>
              </a:rPr>
              <a:t> Finding independent set in a graph (no two nodes are connected by an edge)</a:t>
            </a:r>
          </a:p>
          <a:p>
            <a:pPr lvl="1">
              <a:buFont typeface="Wingdings" panose="05000000000000000000" pitchFamily="2" charset="2"/>
              <a:buChar char="ü"/>
              <a:defRPr/>
            </a:pPr>
            <a:r>
              <a:rPr lang="en-US" altLang="zh-CN" sz="2400">
                <a:ea typeface="宋体" panose="02010600030101010101" pitchFamily="2" charset="-122"/>
              </a:rPr>
              <a:t> Given k, whether the graph G has an independent set of size k. O(k</a:t>
            </a:r>
            <a:r>
              <a:rPr lang="en-US" altLang="zh-CN" sz="2400" baseline="30000">
                <a:ea typeface="宋体" panose="02010600030101010101" pitchFamily="2" charset="-122"/>
              </a:rPr>
              <a:t>2</a:t>
            </a:r>
            <a:r>
              <a:rPr lang="en-US" altLang="zh-CN" sz="2400">
                <a:ea typeface="宋体" panose="02010600030101010101" pitchFamily="2" charset="-122"/>
              </a:rPr>
              <a:t>n</a:t>
            </a:r>
            <a:r>
              <a:rPr lang="en-US" altLang="zh-CN" sz="2400" baseline="30000">
                <a:ea typeface="宋体" panose="02010600030101010101" pitchFamily="2" charset="-122"/>
              </a:rPr>
              <a:t>k</a:t>
            </a:r>
            <a:r>
              <a:rPr lang="en-US" altLang="zh-CN" sz="2400">
                <a:ea typeface="宋体" panose="02010600030101010101" pitchFamily="2" charset="-122"/>
              </a:rPr>
              <a:t>)</a:t>
            </a:r>
          </a:p>
          <a:p>
            <a:pPr>
              <a:buFont typeface="Wingdings" panose="05000000000000000000" pitchFamily="2" charset="2"/>
              <a:buChar char="n"/>
              <a:defRPr/>
            </a:pPr>
            <a:r>
              <a:rPr lang="en-US" altLang="zh-CN">
                <a:ea typeface="宋体" panose="02010600030101010101" pitchFamily="2" charset="-122"/>
              </a:rPr>
              <a:t>  Beyond polynomial time O(2</a:t>
            </a:r>
            <a:r>
              <a:rPr lang="en-US" altLang="zh-CN" baseline="30000">
                <a:ea typeface="宋体" panose="02010600030101010101" pitchFamily="2" charset="-122"/>
              </a:rPr>
              <a:t>n</a:t>
            </a:r>
            <a:r>
              <a:rPr lang="en-US" altLang="zh-CN">
                <a:ea typeface="宋体" panose="02010600030101010101" pitchFamily="2" charset="-122"/>
              </a:rPr>
              <a:t>) and n!</a:t>
            </a:r>
          </a:p>
          <a:p>
            <a:pPr lvl="1">
              <a:buFont typeface="Wingdings" panose="05000000000000000000" pitchFamily="2" charset="2"/>
              <a:buChar char="ü"/>
              <a:defRPr/>
            </a:pPr>
            <a:r>
              <a:rPr lang="en-US" altLang="zh-CN" sz="2400">
                <a:ea typeface="宋体" panose="02010600030101010101" pitchFamily="2" charset="-122"/>
              </a:rPr>
              <a:t> Find an independent set of maximum size</a:t>
            </a:r>
          </a:p>
          <a:p>
            <a:pPr lvl="1">
              <a:buFont typeface="Wingdings" panose="05000000000000000000" pitchFamily="2" charset="2"/>
              <a:buChar char="ü"/>
              <a:defRPr/>
            </a:pPr>
            <a:r>
              <a:rPr lang="en-US" altLang="zh-CN" sz="2400">
                <a:ea typeface="宋体" panose="02010600030101010101" pitchFamily="2" charset="-122"/>
              </a:rPr>
              <a:t> Search for all subset of a set of n</a:t>
            </a:r>
          </a:p>
          <a:p>
            <a:pPr lvl="1">
              <a:buFont typeface="Wingdings" panose="05000000000000000000" pitchFamily="2" charset="2"/>
              <a:buChar char="ü"/>
              <a:defRPr/>
            </a:pPr>
            <a:r>
              <a:rPr lang="en-US" altLang="zh-CN" sz="2400">
                <a:ea typeface="宋体" panose="02010600030101010101" pitchFamily="2" charset="-122"/>
              </a:rPr>
              <a:t>Match up n items with n other items</a:t>
            </a:r>
          </a:p>
          <a:p>
            <a:pPr lvl="1">
              <a:buFont typeface="Wingdings" panose="05000000000000000000" pitchFamily="2" charset="2"/>
              <a:buChar char="ü"/>
              <a:defRPr/>
            </a:pPr>
            <a:endParaRPr lang="en-US" altLang="zh-CN" sz="2400">
              <a:ea typeface="宋体" panose="02010600030101010101" pitchFamily="2" charset="-122"/>
            </a:endParaRPr>
          </a:p>
          <a:p>
            <a:pPr>
              <a:buFont typeface="Wingdings" panose="05000000000000000000" pitchFamily="2" charset="2"/>
              <a:buNone/>
              <a:defRPr/>
            </a:pPr>
            <a:endParaRPr lang="zh-CN" altLang="en-US">
              <a:ea typeface="宋体" panose="02010600030101010101" pitchFamily="2" charset="-122"/>
            </a:endParaRPr>
          </a:p>
        </p:txBody>
      </p:sp>
      <p:sp>
        <p:nvSpPr>
          <p:cNvPr id="4" name="标题 1">
            <a:extLst>
              <a:ext uri="{FF2B5EF4-FFF2-40B4-BE49-F238E27FC236}">
                <a16:creationId xmlns:a16="http://schemas.microsoft.com/office/drawing/2014/main" id="{4FF9FB07-6070-4B0C-AF5E-3AA3C9DE8F12}"/>
              </a:ext>
            </a:extLst>
          </p:cNvPr>
          <p:cNvSpPr>
            <a:spLocks noGrp="1"/>
          </p:cNvSpPr>
          <p:nvPr>
            <p:ph type="title"/>
          </p:nvPr>
        </p:nvSpPr>
        <p:spPr>
          <a:xfrm>
            <a:off x="304800" y="0"/>
            <a:ext cx="8229600" cy="1143000"/>
          </a:xfrm>
        </p:spPr>
        <p:txBody>
          <a:bodyPr/>
          <a:lstStyle/>
          <a:p>
            <a:pPr>
              <a:defRPr/>
            </a:pPr>
            <a:r>
              <a:rPr lang="en-US" altLang="zh-CN">
                <a:latin typeface="Comic Sans MS" panose="030F0702030302020204" pitchFamily="66" charset="0"/>
                <a:ea typeface="宋体" panose="02010600030101010101" pitchFamily="2" charset="-122"/>
              </a:rPr>
              <a:t>Running time (2)</a:t>
            </a:r>
            <a:endParaRPr lang="zh-CN" altLang="en-US">
              <a:latin typeface="Comic Sans MS" panose="030F0702030302020204" pitchFamily="66" charset="0"/>
              <a:ea typeface="宋体" panose="02010600030101010101" pitchFamily="2" charset="-122"/>
            </a:endParaRPr>
          </a:p>
        </p:txBody>
      </p:sp>
    </p:spTree>
  </p:cSld>
  <p:clrMapOvr>
    <a:masterClrMapping/>
  </p:clrMapOvr>
  <p:transition/>
</p:sld>
</file>

<file path=ppt/theme/theme1.xml><?xml version="1.0" encoding="utf-8"?>
<a:theme xmlns:a="http://schemas.openxmlformats.org/drawingml/2006/main" name="Beam">
  <a:themeElements>
    <a:clrScheme name="Beam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fontScheme name="Beam">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eam 1">
        <a:dk1>
          <a:srgbClr val="1A006C"/>
        </a:dk1>
        <a:lt1>
          <a:srgbClr val="FFFFFF"/>
        </a:lt1>
        <a:dk2>
          <a:srgbClr val="000066"/>
        </a:dk2>
        <a:lt2>
          <a:srgbClr val="CCCCFF"/>
        </a:lt2>
        <a:accent1>
          <a:srgbClr val="0099CC"/>
        </a:accent1>
        <a:accent2>
          <a:srgbClr val="6600CC"/>
        </a:accent2>
        <a:accent3>
          <a:srgbClr val="AAAAB8"/>
        </a:accent3>
        <a:accent4>
          <a:srgbClr val="DADADA"/>
        </a:accent4>
        <a:accent5>
          <a:srgbClr val="AACAE2"/>
        </a:accent5>
        <a:accent6>
          <a:srgbClr val="5C00B9"/>
        </a:accent6>
        <a:hlink>
          <a:srgbClr val="9999FF"/>
        </a:hlink>
        <a:folHlink>
          <a:srgbClr val="33CCCC"/>
        </a:folHlink>
      </a:clrScheme>
      <a:clrMap bg1="dk2" tx1="lt1" bg2="dk1" tx2="lt2" accent1="accent1" accent2="accent2" accent3="accent3" accent4="accent4" accent5="accent5" accent6="accent6" hlink="hlink" folHlink="folHlink"/>
    </a:extraClrScheme>
    <a:extraClrScheme>
      <a:clrScheme name="Beam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clrMap bg1="dk2" tx1="lt1" bg2="dk1" tx2="lt2" accent1="accent1" accent2="accent2" accent3="accent3" accent4="accent4" accent5="accent5" accent6="accent6" hlink="hlink" folHlink="folHlink"/>
    </a:extraClrScheme>
    <a:extraClrScheme>
      <a:clrScheme name="Beam 3">
        <a:dk1>
          <a:srgbClr val="3F4873"/>
        </a:dk1>
        <a:lt1>
          <a:srgbClr val="FFFFFF"/>
        </a:lt1>
        <a:dk2>
          <a:srgbClr val="4F598D"/>
        </a:dk2>
        <a:lt2>
          <a:srgbClr val="CCECFF"/>
        </a:lt2>
        <a:accent1>
          <a:srgbClr val="0099CC"/>
        </a:accent1>
        <a:accent2>
          <a:srgbClr val="4C8470"/>
        </a:accent2>
        <a:accent3>
          <a:srgbClr val="B2B5C5"/>
        </a:accent3>
        <a:accent4>
          <a:srgbClr val="DADADA"/>
        </a:accent4>
        <a:accent5>
          <a:srgbClr val="AACAE2"/>
        </a:accent5>
        <a:accent6>
          <a:srgbClr val="447765"/>
        </a:accent6>
        <a:hlink>
          <a:srgbClr val="99CC00"/>
        </a:hlink>
        <a:folHlink>
          <a:srgbClr val="96A4C8"/>
        </a:folHlink>
      </a:clrScheme>
      <a:clrMap bg1="dk2" tx1="lt1" bg2="dk1" tx2="lt2" accent1="accent1" accent2="accent2" accent3="accent3" accent4="accent4" accent5="accent5" accent6="accent6" hlink="hlink" folHlink="folHlink"/>
    </a:extraClrScheme>
    <a:extraClrScheme>
      <a:clrScheme name="Beam 4">
        <a:dk1>
          <a:srgbClr val="006E6B"/>
        </a:dk1>
        <a:lt1>
          <a:srgbClr val="FFFFFF"/>
        </a:lt1>
        <a:dk2>
          <a:srgbClr val="008080"/>
        </a:dk2>
        <a:lt2>
          <a:srgbClr val="E2EFCD"/>
        </a:lt2>
        <a:accent1>
          <a:srgbClr val="33CCCC"/>
        </a:accent1>
        <a:accent2>
          <a:srgbClr val="6352B8"/>
        </a:accent2>
        <a:accent3>
          <a:srgbClr val="AAC0C0"/>
        </a:accent3>
        <a:accent4>
          <a:srgbClr val="DADADA"/>
        </a:accent4>
        <a:accent5>
          <a:srgbClr val="ADE2E2"/>
        </a:accent5>
        <a:accent6>
          <a:srgbClr val="5949A6"/>
        </a:accent6>
        <a:hlink>
          <a:srgbClr val="CCFFFF"/>
        </a:hlink>
        <a:folHlink>
          <a:srgbClr val="99CCFF"/>
        </a:folHlink>
      </a:clrScheme>
      <a:clrMap bg1="dk2" tx1="lt1" bg2="dk1" tx2="lt2" accent1="accent1" accent2="accent2" accent3="accent3" accent4="accent4" accent5="accent5" accent6="accent6" hlink="hlink" folHlink="folHlink"/>
    </a:extraClrScheme>
    <a:extraClrScheme>
      <a:clrScheme name="Beam 5">
        <a:dk1>
          <a:srgbClr val="48562C"/>
        </a:dk1>
        <a:lt1>
          <a:srgbClr val="FFFFFF"/>
        </a:lt1>
        <a:dk2>
          <a:srgbClr val="546434"/>
        </a:dk2>
        <a:lt2>
          <a:srgbClr val="FFFFCC"/>
        </a:lt2>
        <a:accent1>
          <a:srgbClr val="7B8A6E"/>
        </a:accent1>
        <a:accent2>
          <a:srgbClr val="527C3A"/>
        </a:accent2>
        <a:accent3>
          <a:srgbClr val="B3B8AE"/>
        </a:accent3>
        <a:accent4>
          <a:srgbClr val="DADADA"/>
        </a:accent4>
        <a:accent5>
          <a:srgbClr val="BFC4BA"/>
        </a:accent5>
        <a:accent6>
          <a:srgbClr val="497034"/>
        </a:accent6>
        <a:hlink>
          <a:srgbClr val="55B55E"/>
        </a:hlink>
        <a:folHlink>
          <a:srgbClr val="85B3B1"/>
        </a:folHlink>
      </a:clrScheme>
      <a:clrMap bg1="dk2" tx1="lt1" bg2="dk1" tx2="lt2" accent1="accent1" accent2="accent2" accent3="accent3" accent4="accent4" accent5="accent5" accent6="accent6" hlink="hlink" folHlink="folHlink"/>
    </a:extraClrScheme>
    <a:extraClrScheme>
      <a:clrScheme name="Beam 6">
        <a:dk1>
          <a:srgbClr val="96B29E"/>
        </a:dk1>
        <a:lt1>
          <a:srgbClr val="FFFFFF"/>
        </a:lt1>
        <a:dk2>
          <a:srgbClr val="A5BDAC"/>
        </a:dk2>
        <a:lt2>
          <a:srgbClr val="FFFFCC"/>
        </a:lt2>
        <a:accent1>
          <a:srgbClr val="4E8880"/>
        </a:accent1>
        <a:accent2>
          <a:srgbClr val="2F71B9"/>
        </a:accent2>
        <a:accent3>
          <a:srgbClr val="CFDBD2"/>
        </a:accent3>
        <a:accent4>
          <a:srgbClr val="DADADA"/>
        </a:accent4>
        <a:accent5>
          <a:srgbClr val="B2C3C0"/>
        </a:accent5>
        <a:accent6>
          <a:srgbClr val="2A66A7"/>
        </a:accent6>
        <a:hlink>
          <a:srgbClr val="9DC0E7"/>
        </a:hlink>
        <a:folHlink>
          <a:srgbClr val="54CA89"/>
        </a:folHlink>
      </a:clrScheme>
      <a:clrMap bg1="dk2" tx1="lt1" bg2="dk1" tx2="lt2" accent1="accent1" accent2="accent2" accent3="accent3" accent4="accent4" accent5="accent5" accent6="accent6" hlink="hlink" folHlink="folHlink"/>
    </a:extraClrScheme>
    <a:extraClrScheme>
      <a:clrScheme name="Beam 7">
        <a:dk1>
          <a:srgbClr val="D49C00"/>
        </a:dk1>
        <a:lt1>
          <a:srgbClr val="FFFFFF"/>
        </a:lt1>
        <a:dk2>
          <a:srgbClr val="CC9900"/>
        </a:dk2>
        <a:lt2>
          <a:srgbClr val="CEBD40"/>
        </a:lt2>
        <a:accent1>
          <a:srgbClr val="CC6600"/>
        </a:accent1>
        <a:accent2>
          <a:srgbClr val="808000"/>
        </a:accent2>
        <a:accent3>
          <a:srgbClr val="E2CAAA"/>
        </a:accent3>
        <a:accent4>
          <a:srgbClr val="DADADA"/>
        </a:accent4>
        <a:accent5>
          <a:srgbClr val="E2B8AA"/>
        </a:accent5>
        <a:accent6>
          <a:srgbClr val="737300"/>
        </a:accent6>
        <a:hlink>
          <a:srgbClr val="FF9900"/>
        </a:hlink>
        <a:folHlink>
          <a:srgbClr val="FFFF99"/>
        </a:folHlink>
      </a:clrScheme>
      <a:clrMap bg1="dk2" tx1="lt1" bg2="dk1" tx2="lt2" accent1="accent1" accent2="accent2" accent3="accent3" accent4="accent4" accent5="accent5" accent6="accent6" hlink="hlink" folHlink="folHlink"/>
    </a:extraClrScheme>
    <a:extraClrScheme>
      <a:clrScheme name="Beam 8">
        <a:dk1>
          <a:srgbClr val="881700"/>
        </a:dk1>
        <a:lt1>
          <a:srgbClr val="FAF9E6"/>
        </a:lt1>
        <a:dk2>
          <a:srgbClr val="990000"/>
        </a:dk2>
        <a:lt2>
          <a:srgbClr val="EADC78"/>
        </a:lt2>
        <a:accent1>
          <a:srgbClr val="FF6600"/>
        </a:accent1>
        <a:accent2>
          <a:srgbClr val="B86D52"/>
        </a:accent2>
        <a:accent3>
          <a:srgbClr val="CAAAAA"/>
        </a:accent3>
        <a:accent4>
          <a:srgbClr val="D6D5C4"/>
        </a:accent4>
        <a:accent5>
          <a:srgbClr val="FFB8AA"/>
        </a:accent5>
        <a:accent6>
          <a:srgbClr val="A66249"/>
        </a:accent6>
        <a:hlink>
          <a:srgbClr val="D78D15"/>
        </a:hlink>
        <a:folHlink>
          <a:srgbClr val="C6B37E"/>
        </a:folHlink>
      </a:clrScheme>
      <a:clrMap bg1="dk2" tx1="lt1" bg2="dk1" tx2="lt2" accent1="accent1" accent2="accent2" accent3="accent3" accent4="accent4" accent5="accent5" accent6="accent6" hlink="hlink" folHlink="folHlink"/>
    </a:extraClrScheme>
    <a:extraClrScheme>
      <a:clrScheme name="Beam 9">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5CC98"/>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Beam</Template>
  <TotalTime>4764</TotalTime>
  <Words>2201</Words>
  <Application>Microsoft Office PowerPoint</Application>
  <PresentationFormat>全屏显示(4:3)</PresentationFormat>
  <Paragraphs>183</Paragraphs>
  <Slides>28</Slides>
  <Notes>24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28</vt:i4>
      </vt:variant>
    </vt:vector>
  </HeadingPairs>
  <TitlesOfParts>
    <vt:vector size="37" baseType="lpstr">
      <vt:lpstr>宋体</vt:lpstr>
      <vt:lpstr>Arial</vt:lpstr>
      <vt:lpstr>Comic Sans MS</vt:lpstr>
      <vt:lpstr>Symbol</vt:lpstr>
      <vt:lpstr>Times New Roman</vt:lpstr>
      <vt:lpstr>Verdana</vt:lpstr>
      <vt:lpstr>Wingdings</vt:lpstr>
      <vt:lpstr>Beam</vt:lpstr>
      <vt:lpstr>Equation</vt:lpstr>
      <vt:lpstr>Chapter 3.  Growth of Functions</vt:lpstr>
      <vt:lpstr>Outline</vt:lpstr>
      <vt:lpstr>Asymptotic Notation(1)</vt:lpstr>
      <vt:lpstr>Asymptotic Notation</vt:lpstr>
      <vt:lpstr>PowerPoint 演示文稿</vt:lpstr>
      <vt:lpstr>-notation</vt:lpstr>
      <vt:lpstr>Continue</vt:lpstr>
      <vt:lpstr>Asymptotic Notation(2)</vt:lpstr>
      <vt:lpstr>PowerPoint 演示文稿</vt:lpstr>
      <vt:lpstr>O-Notation(1)</vt:lpstr>
      <vt:lpstr>O-Notation(2)</vt:lpstr>
      <vt:lpstr>Asymptotic Notation(3)</vt:lpstr>
      <vt:lpstr>-notation(1)</vt:lpstr>
      <vt:lpstr>PowerPoint 演示文稿</vt:lpstr>
      <vt:lpstr>-notation(2)</vt:lpstr>
      <vt:lpstr>Worst-case Running Time: O vs. Θ</vt:lpstr>
      <vt:lpstr>Asymptotic Efficiency of Merge Sort</vt:lpstr>
      <vt:lpstr>Asymptotic notation in Equations and inequalities</vt:lpstr>
      <vt:lpstr>Asymptotic Notation(4)</vt:lpstr>
      <vt:lpstr>o-notation</vt:lpstr>
      <vt:lpstr>Asymptotic Notation(5)</vt:lpstr>
      <vt:lpstr>Growth of functions</vt:lpstr>
      <vt:lpstr>Comparisons of Functions</vt:lpstr>
      <vt:lpstr>Standard notations and common functions (1)</vt:lpstr>
      <vt:lpstr>Standard notations and common functions (2)</vt:lpstr>
      <vt:lpstr>Standard notations and common functions (3)</vt:lpstr>
      <vt:lpstr>Running time (1)</vt:lpstr>
      <vt:lpstr>Running time (2)</vt:lpstr>
    </vt:vector>
  </TitlesOfParts>
  <Company>The McGraw-Hill Companies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Algorithms Second Edition by</dc:title>
  <dc:creator>Phil Meek</dc:creator>
  <cp:lastModifiedBy>86137</cp:lastModifiedBy>
  <cp:revision>133</cp:revision>
  <dcterms:created xsi:type="dcterms:W3CDTF">2002-02-16T17:54:02Z</dcterms:created>
  <dcterms:modified xsi:type="dcterms:W3CDTF">2025-02-27T14:26:25Z</dcterms:modified>
</cp:coreProperties>
</file>
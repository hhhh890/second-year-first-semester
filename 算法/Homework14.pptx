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"/>
  </p:notesMasterIdLst>
  <p:sldIdLst>
    <p:sldId id="30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19F73-21D7-4C11-B1C5-8372945EAA82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391EC-8D41-4CA8-8A82-8E2AE64050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84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AAC84AB9-5C2E-4A0E-A283-A9C616BAA4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ea typeface="굴림" panose="020B0600000101010101" pitchFamily="34" charset="-127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54434F-6F6D-44DE-AF0D-D7B36C1172C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EAD88EF3-C841-44C3-AB25-F545D05733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E4F4AA25-C910-4568-842C-61C9DEF52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3E820911-EA32-47C3-BF83-05E97297BFB9}"/>
              </a:ext>
            </a:extLst>
          </p:cNvPr>
          <p:cNvGrpSpPr>
            <a:grpSpLocks/>
          </p:cNvGrpSpPr>
          <p:nvPr/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266F686C-B686-43E0-848D-CE2A8C1FD7D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54B9F21A-7922-4412-8E63-F3AB3D040AA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53A2CE79-22B5-4567-B810-802595AF471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663817DE-3831-41D3-B699-94A6B133BB7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95A0CE52-B1DC-45B1-91EA-625A7B876B0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800"/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3C866A10-5EB9-43D9-A3A3-1E7EB30A34A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36ED214D-3152-4B96-9159-6F974CB9C95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C7239942-C298-4403-932A-B42EE18006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655 h 1906"/>
                <a:gd name="T4" fmla="*/ 5776 w 5740"/>
                <a:gd name="T5" fmla="*/ 1655 h 1906"/>
                <a:gd name="T6" fmla="*/ 5776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530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36726"/>
            <a:ext cx="103632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5530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D4DFD708-B41F-45D6-8BB8-8AAF6ECE2AC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2484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262AAA7E-05D0-4E07-AB1E-4879655A63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5157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92051B6D-B1AD-40FF-B38B-B63EE4B937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54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D51B74-76F7-4704-A7FC-8F37811F55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067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C2A11A-687F-417F-B3A6-D45AF7E99A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18A93C9-2EFE-42B4-A5DE-5A19F16087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60D01-AF26-4EB3-972B-E459794CDF2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1C48DEAC-5F40-40F4-8392-A24DDBB4008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18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AC92EF9-6786-4232-B83F-97854C1967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FA6A012-2225-4F72-A13C-C4EF3F61658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F48D9-3282-46D6-BA43-11E3DC9E12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47BB87E-C5D5-4263-9C85-7DD3547FC29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1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2FA921-657E-4FAB-BF54-4EB964265F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A5F5D1-BA5D-4A93-B3A2-C7E0EA65A9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09230-0A98-4B06-926A-57E0B834FA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E150032-25ED-4710-8464-16C275C0236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47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6032B3B-2B47-4DBF-B09E-4EBA141F61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E020744-FB5C-452C-97CB-148A001E93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1ABAE-D65E-407D-A96F-01D3285E71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DD01163F-F41A-40B8-9A0D-C77CE23862C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404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0B0C45-1ED9-4985-80E3-C08EB07B4E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D6D0F-0AB9-48D4-8A6C-BD0769EF2A3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FFBBA-2DA2-46A9-99E7-27B24E3B57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A82C97E2-A784-4DF5-8DD4-A051B1FB18D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994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9438E82-AE59-4EF8-828F-0326BE9CEB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B287B3-7DA0-4011-BA63-6C25ADB174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1D08D-4AC4-4631-A631-72223008DE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953E63F1-ED69-4D5B-86B2-0F5BC3CF951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8714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9E8D5E-4A0F-466C-9441-C90A676A89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F39E29-24AB-4C3C-98B3-1CA3F464B00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09D83-8EF5-4326-ACE9-CBFD991F9CF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E054BB98-4E3D-4A8C-95B1-38BFB1BB72D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37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D39E22-7F30-4780-931C-9D8F1155D9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326B64-5D3F-4588-928E-0ECFA192F0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6F406-ACE1-419C-8CCD-CB88E438511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3320CA61-9A39-4257-A2BE-AC2FB2FF174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825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F4455F3-1609-4429-B4C3-0B4A14DBAA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470226-F44B-4143-8D7E-782A15EF3A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D57E0-0959-4FD4-BCAB-CC6F73B728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2089775-1229-4537-8FE0-5EF4D95F646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134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5B9F4E2-41DB-4051-A885-69A4CB99E9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1C5C883-4E7E-45CB-A2FA-E7EFDEB051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7FDDF-24F2-4ADF-B040-99AE2E3464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185D212-33D2-4DDE-B804-AA490B5405F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8296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13FBEB-24AB-4122-8D37-3D87AF4C3E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6C5A420-C912-4D7E-BA6C-4389EF0EDD4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FDD0F-08E9-41A2-BCBB-ED5BFA65BB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21903F84-9AD6-4A62-9278-0E3A193304B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19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1092455-2B71-4D3C-856C-B842CAA940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5157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AC8C574-A9AE-46D5-93DE-8FAC9E60A0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713432B-4A94-4CBF-84B9-CF2FAEDC49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8E8C5C95-9364-4F6A-B061-539FC9187B31}"/>
              </a:ext>
            </a:extLst>
          </p:cNvPr>
          <p:cNvGrpSpPr>
            <a:grpSpLocks/>
          </p:cNvGrpSpPr>
          <p:nvPr/>
        </p:nvGrpSpPr>
        <p:grpSpPr bwMode="auto">
          <a:xfrm>
            <a:off x="1" y="1"/>
            <a:ext cx="12187767" cy="6850063"/>
            <a:chOff x="0" y="0"/>
            <a:chExt cx="5758" cy="4315"/>
          </a:xfrm>
        </p:grpSpPr>
        <p:grpSp>
          <p:nvGrpSpPr>
            <p:cNvPr id="1032" name="Group 5">
              <a:extLst>
                <a:ext uri="{FF2B5EF4-FFF2-40B4-BE49-F238E27FC236}">
                  <a16:creationId xmlns:a16="http://schemas.microsoft.com/office/drawing/2014/main" id="{CC14B6A2-C95D-4CB5-AB70-B4E11185736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4278" name="Freeform 6">
                <a:extLst>
                  <a:ext uri="{FF2B5EF4-FFF2-40B4-BE49-F238E27FC236}">
                    <a16:creationId xmlns:a16="http://schemas.microsoft.com/office/drawing/2014/main" id="{409BEE15-DACE-4B76-B1CA-0ADA6D5A483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54279" name="Freeform 7">
                <a:extLst>
                  <a:ext uri="{FF2B5EF4-FFF2-40B4-BE49-F238E27FC236}">
                    <a16:creationId xmlns:a16="http://schemas.microsoft.com/office/drawing/2014/main" id="{33E0E630-86A1-4347-981C-55B9F64EF96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54280" name="Freeform 8">
                <a:extLst>
                  <a:ext uri="{FF2B5EF4-FFF2-40B4-BE49-F238E27FC236}">
                    <a16:creationId xmlns:a16="http://schemas.microsoft.com/office/drawing/2014/main" id="{7F0C3A75-2DA6-4FC3-B732-B3A7F4A57DC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27EC8C82-E1D1-4713-8435-FDDE81274C5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800"/>
              </a:p>
            </p:txBody>
          </p:sp>
          <p:sp>
            <p:nvSpPr>
              <p:cNvPr id="54282" name="Freeform 10">
                <a:extLst>
                  <a:ext uri="{FF2B5EF4-FFF2-40B4-BE49-F238E27FC236}">
                    <a16:creationId xmlns:a16="http://schemas.microsoft.com/office/drawing/2014/main" id="{74BAF4D7-4D61-4B8E-9440-AC28B4E5AE5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  <p:sp>
          <p:nvSpPr>
            <p:cNvPr id="54283" name="Freeform 11">
              <a:extLst>
                <a:ext uri="{FF2B5EF4-FFF2-40B4-BE49-F238E27FC236}">
                  <a16:creationId xmlns:a16="http://schemas.microsoft.com/office/drawing/2014/main" id="{45303089-21A5-4D07-B57F-BDC205E209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4" name="Freeform 12">
              <a:extLst>
                <a:ext uri="{FF2B5EF4-FFF2-40B4-BE49-F238E27FC236}">
                  <a16:creationId xmlns:a16="http://schemas.microsoft.com/office/drawing/2014/main" id="{ECD65C58-DF8B-46C1-BB41-49BEDDB14F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655 h 1906"/>
                <a:gd name="T4" fmla="*/ 5776 w 5740"/>
                <a:gd name="T5" fmla="*/ 1655 h 1906"/>
                <a:gd name="T6" fmla="*/ 5776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4285" name="Rectangle 13">
            <a:extLst>
              <a:ext uri="{FF2B5EF4-FFF2-40B4-BE49-F238E27FC236}">
                <a16:creationId xmlns:a16="http://schemas.microsoft.com/office/drawing/2014/main" id="{C626B76A-AF29-4AD7-8B77-9895B257D4A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54286" name="Rectangle 14">
            <a:extLst>
              <a:ext uri="{FF2B5EF4-FFF2-40B4-BE49-F238E27FC236}">
                <a16:creationId xmlns:a16="http://schemas.microsoft.com/office/drawing/2014/main" id="{D2786F27-E43E-463A-A868-BE2AD6B77B7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87" name="Rectangle 15">
            <a:extLst>
              <a:ext uri="{FF2B5EF4-FFF2-40B4-BE49-F238E27FC236}">
                <a16:creationId xmlns:a16="http://schemas.microsoft.com/office/drawing/2014/main" id="{54876B90-38B6-4CA5-99FD-882AD685A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194659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CEB8573-2F40-48BC-AC7D-753434B1A48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41004" y="253372"/>
            <a:ext cx="10972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Comic Sans MS" pitchFamily="66" charset="0"/>
                <a:ea typeface="宋体" pitchFamily="2" charset="-122"/>
              </a:rPr>
              <a:t>Homework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E8854A3-475B-4FBC-8263-F42FFFE87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028" y="1617921"/>
            <a:ext cx="11359116" cy="5045149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22.3-8</a:t>
            </a:r>
            <a:r>
              <a:rPr lang="zh-CN" altLang="en-US" dirty="0">
                <a:ea typeface="宋体" pitchFamily="2" charset="-122"/>
              </a:rPr>
              <a:t>，</a:t>
            </a:r>
            <a:r>
              <a:rPr lang="en-US" altLang="zh-CN" dirty="0">
                <a:ea typeface="宋体" pitchFamily="2" charset="-122"/>
              </a:rPr>
              <a:t>22.5-4</a:t>
            </a:r>
          </a:p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23.1-6,  23-3</a:t>
            </a:r>
            <a:r>
              <a:rPr lang="zh-CN" altLang="en-US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a)</a:t>
            </a:r>
          </a:p>
          <a:p>
            <a:pPr marL="0" indent="0" eaLnBrk="1" hangingPunct="1"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eaLnBrk="1" hangingPunct="1">
              <a:defRPr/>
            </a:pPr>
            <a:endParaRPr lang="en-US" altLang="zh-CN" dirty="0">
              <a:ea typeface="宋体" pitchFamily="2" charset="-122"/>
            </a:endParaRPr>
          </a:p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</a:p>
          <a:p>
            <a:pPr eaLnBrk="1" hangingPunct="1">
              <a:defRPr/>
            </a:pPr>
            <a:r>
              <a:rPr lang="en-US" altLang="zh-CN" dirty="0">
                <a:ea typeface="宋体" pitchFamily="2" charset="-122"/>
              </a:rPr>
              <a:t>Let G=(V, E) be an undirected graph with cost </a:t>
            </a:r>
            <a:r>
              <a:rPr lang="en-US" altLang="zh-CN" dirty="0" err="1">
                <a:solidFill>
                  <a:srgbClr val="FFFF00"/>
                </a:solidFill>
                <a:ea typeface="宋体" pitchFamily="2" charset="-122"/>
              </a:rPr>
              <a:t>c</a:t>
            </a:r>
            <a:r>
              <a:rPr lang="en-US" altLang="zh-CN" baseline="-25000" dirty="0" err="1">
                <a:solidFill>
                  <a:srgbClr val="FFFF00"/>
                </a:solidFill>
                <a:ea typeface="宋体" pitchFamily="2" charset="-122"/>
              </a:rPr>
              <a:t>e</a:t>
            </a:r>
            <a:r>
              <a:rPr lang="en-US" altLang="zh-CN" dirty="0">
                <a:ea typeface="宋体" pitchFamily="2" charset="-122"/>
              </a:rPr>
              <a:t>&gt;0 on each edge and you are given a minimum spanning tree T in G. Now assume that a new edge (v, w) is added to G with cost c. Please given an efficient algorithm to test if T remains a MST in G.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CC544D2-EE73-48EA-9316-663620443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605" y="1634977"/>
            <a:ext cx="8188583" cy="2830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  <a:ea typeface="굴림" pitchFamily="34" charset="-127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77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굴림</vt:lpstr>
      <vt:lpstr>等线</vt:lpstr>
      <vt:lpstr>宋体</vt:lpstr>
      <vt:lpstr>Arial</vt:lpstr>
      <vt:lpstr>Comic Sans MS</vt:lpstr>
      <vt:lpstr>Garamond</vt:lpstr>
      <vt:lpstr>Times New Roman</vt:lpstr>
      <vt:lpstr>Wingdings</vt:lpstr>
      <vt:lpstr>1_Stream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</dc:title>
  <dc:creator>86137</dc:creator>
  <cp:lastModifiedBy>86137</cp:lastModifiedBy>
  <cp:revision>6</cp:revision>
  <dcterms:created xsi:type="dcterms:W3CDTF">2024-05-29T02:32:28Z</dcterms:created>
  <dcterms:modified xsi:type="dcterms:W3CDTF">2025-05-30T01:04:19Z</dcterms:modified>
</cp:coreProperties>
</file>
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3" r:id="rId3"/>
    <p:sldId id="264" r:id="rId4"/>
    <p:sldId id="347" r:id="rId6"/>
    <p:sldId id="336" r:id="rId7"/>
    <p:sldId id="348" r:id="rId8"/>
    <p:sldId id="346" r:id="rId9"/>
    <p:sldId id="266" r:id="rId10"/>
    <p:sldId id="262" r:id="rId11"/>
    <p:sldId id="308" r:id="rId12"/>
    <p:sldId id="309" r:id="rId13"/>
    <p:sldId id="338" r:id="rId14"/>
    <p:sldId id="339" r:id="rId15"/>
    <p:sldId id="340" r:id="rId16"/>
    <p:sldId id="310" r:id="rId17"/>
    <p:sldId id="311" r:id="rId18"/>
    <p:sldId id="341" r:id="rId19"/>
    <p:sldId id="312" r:id="rId20"/>
    <p:sldId id="315" r:id="rId21"/>
    <p:sldId id="316" r:id="rId22"/>
    <p:sldId id="317" r:id="rId23"/>
    <p:sldId id="313" r:id="rId24"/>
    <p:sldId id="343" r:id="rId25"/>
    <p:sldId id="314" r:id="rId26"/>
    <p:sldId id="344" r:id="rId27"/>
    <p:sldId id="318" r:id="rId28"/>
    <p:sldId id="345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gs" Target="tags/tag29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钢条切割问题中，每种长度 i 的钢条最多只能生产 l_i 个，证明最优子结构性质不再成立。</a:t>
            </a:r>
            <a:endParaRPr lang="zh-CN" altLang="en-US"/>
          </a:p>
          <a:p>
            <a:r>
              <a:rPr lang="zh-CN" altLang="en-US"/>
              <a:t>若 n 的最优解中包含一段长度为 i 的钢条，则剩余部分 \(n-i\) 的切割方案也必须是长度为 \(n-i\) 钢条的最优解。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最长递增子序列（LIS）的 O (n²) 算法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原 OPTIMAL-BST 算法会预计算并维护一个 w[i,j] 表，现在改成：</a:t>
            </a:r>
            <a:endParaRPr lang="zh-CN" altLang="en-US"/>
          </a:p>
          <a:p>
            <a:r>
              <a:rPr lang="zh-CN" altLang="en-US"/>
              <a:t>不维护 w[i,j] 表，每次用到 w(i,j) 时直接用公式 (15.12) 现场计算，</a:t>
            </a:r>
            <a:r>
              <a:rPr lang="zh-CN" altLang="en-US" b="1"/>
              <a:t>问对算法的渐近时间复杂度有什么影响。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买卖股票的最佳时机</a:t>
            </a:r>
            <a:endParaRPr lang="zh-CN" altLang="en-US"/>
          </a:p>
          <a:p>
            <a:r>
              <a:rPr lang="zh-CN" altLang="en-US"/>
              <a:t>给定一个数组 prices ，它的第 i 个元素 prices[i] 表示一支给定股票</a:t>
            </a:r>
            <a:r>
              <a:rPr lang="zh-CN" altLang="en-US" b="1"/>
              <a:t>第 i 天的价格。</a:t>
            </a:r>
            <a:endParaRPr lang="zh-CN" altLang="en-US" b="1"/>
          </a:p>
          <a:p>
            <a:r>
              <a:rPr lang="zh-CN" altLang="en-US"/>
              <a:t>你只能选择 某一天 买入这只股票，并选择在 未来的某一个不同的日子 卖出该股票。设计一个算法来计算你所能</a:t>
            </a:r>
            <a:r>
              <a:rPr lang="zh-CN" altLang="en-US" b="1"/>
              <a:t>获取的最大利润。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返回你可以从这笔交易中获取的最大利润。如果你不能获取任何利润，返回 0 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/>
              <a:t>找最优间距了。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因为股票就买卖一次，那么贪心的想法很自然就是</a:t>
            </a:r>
            <a:r>
              <a:rPr lang="zh-CN" altLang="en-US" b="1"/>
              <a:t>取最左最小值，取最右最大值</a:t>
            </a:r>
            <a:r>
              <a:rPr lang="zh-CN" altLang="en-US"/>
              <a:t>，那么得到的</a:t>
            </a:r>
            <a:r>
              <a:rPr lang="zh-CN" altLang="en-US" b="1"/>
              <a:t>差值就是最大利润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本题中只能买卖一次，持有股票之后哪还有现金呢？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很多同学把“持有”和“买入”没区分清楚。</a:t>
            </a:r>
            <a:endParaRPr lang="zh-CN" altLang="en-US"/>
          </a:p>
          <a:p>
            <a:r>
              <a:rPr lang="zh-CN" altLang="en-US">
                <a:sym typeface="+mn-ea"/>
              </a:rPr>
              <a:t>确定遍历顺序</a:t>
            </a:r>
            <a:endParaRPr lang="zh-CN" altLang="en-US"/>
          </a:p>
          <a:p>
            <a:r>
              <a:rPr lang="zh-CN" altLang="en-US">
                <a:sym typeface="+mn-ea"/>
              </a:rPr>
              <a:t>从递推公式可以看出</a:t>
            </a:r>
            <a:r>
              <a:rPr lang="zh-CN" altLang="en-US" b="1">
                <a:sym typeface="+mn-ea"/>
              </a:rPr>
              <a:t>dp[i]都是由dp[i - 1]推导出来的，那么一定是从前向后遍历。</a:t>
            </a:r>
            <a:endParaRPr lang="zh-CN" altLang="en-US" b="1">
              <a:sym typeface="+mn-ea"/>
            </a:endParaRPr>
          </a:p>
          <a:p>
            <a:endParaRPr lang="zh-CN" altLang="en-US"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/>
              <a:t>允许多笔交易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贪心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那么第i天持有股票即dp[i][0]，如果是第i天买入股票，所得现金就是昨天不持有股票的所得现金 减去 今天的股票价格 即：dp[i - 1][1] - prices[i]。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你最多可以完成 两笔 交易。</a:t>
            </a:r>
            <a:endParaRPr lang="zh-CN" altLang="en-US"/>
          </a:p>
          <a:p>
            <a:r>
              <a:rPr lang="zh-CN" altLang="en-US"/>
              <a:t>关键在于至多买卖两次，这意味着可以</a:t>
            </a:r>
            <a:r>
              <a:rPr lang="zh-CN" altLang="en-US" b="1"/>
              <a:t>买卖一次</a:t>
            </a:r>
            <a:r>
              <a:rPr lang="zh-CN" altLang="en-US"/>
              <a:t>，可以</a:t>
            </a:r>
            <a:r>
              <a:rPr lang="zh-CN" altLang="en-US" b="1"/>
              <a:t>买卖两次，也</a:t>
            </a:r>
            <a:r>
              <a:rPr lang="zh-CN" altLang="en-US"/>
              <a:t>可以</a:t>
            </a:r>
            <a:r>
              <a:rPr lang="zh-CN" altLang="en-US" b="1"/>
              <a:t>不买卖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zh-CN" altLang="en-US"/>
              <a:t>状态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第二次买入依赖于第一次卖出的状态，其实相当于第0天第一次买入了，第一次卖出了，然后再买入一次（第二次买入），那么现在手头上没有现金，只要买入，现金就做相应的减少。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大家可以看到红色框为最后两次卖出的状态</a:t>
            </a:r>
            <a:endParaRPr lang="zh-CN" altLang="en-US"/>
          </a:p>
          <a:p>
            <a:r>
              <a:rPr lang="zh-CN" altLang="en-US"/>
              <a:t>现在最大的时候一定是卖出的状态，而两次卖出的状态现金最大一定是最后一次卖出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7EEEC-3688-4CB8-AAA6-890D0423EB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43BBC-5E57-4CF9-81E9-C0EBC27648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tags" Target="../tags/tag4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tags" Target="../tags/tag9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image" Target="../media/image13.png"/><Relationship Id="rId7" Type="http://schemas.openxmlformats.org/officeDocument/2006/relationships/tags" Target="../tags/tag13.xml"/><Relationship Id="rId6" Type="http://schemas.openxmlformats.org/officeDocument/2006/relationships/image" Target="../media/image12.png"/><Relationship Id="rId5" Type="http://schemas.openxmlformats.org/officeDocument/2006/relationships/tags" Target="../tags/tag12.xml"/><Relationship Id="rId4" Type="http://schemas.openxmlformats.org/officeDocument/2006/relationships/image" Target="../media/image11.png"/><Relationship Id="rId3" Type="http://schemas.openxmlformats.org/officeDocument/2006/relationships/tags" Target="../tags/tag11.xml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png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eetcode.cn/problems/best-time-to-buy-and-sell-stock/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tags" Target="../tags/tag16.xml"/><Relationship Id="rId2" Type="http://schemas.openxmlformats.org/officeDocument/2006/relationships/image" Target="../media/image19.png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tags" Target="../tags/tag18.xml"/><Relationship Id="rId2" Type="http://schemas.openxmlformats.org/officeDocument/2006/relationships/image" Target="../media/image21.png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eetcode.cn/problems/best-time-to-buy-and-sell-stock-ii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tags" Target="../tags/tag20.xml"/><Relationship Id="rId2" Type="http://schemas.openxmlformats.org/officeDocument/2006/relationships/image" Target="../media/image24.png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tags" Target="../tags/tag2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eetcode.cn/problems/best-time-to-buy-and-sell-stock-iii/" TargetMode="Externa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tags" Target="../tags/tag22.xml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png"/><Relationship Id="rId3" Type="http://schemas.openxmlformats.org/officeDocument/2006/relationships/tags" Target="../tags/tag24.xml"/><Relationship Id="rId2" Type="http://schemas.openxmlformats.org/officeDocument/2006/relationships/image" Target="../media/image35.png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4.png"/><Relationship Id="rId6" Type="http://schemas.openxmlformats.org/officeDocument/2006/relationships/tags" Target="../tags/tag27.xml"/><Relationship Id="rId5" Type="http://schemas.openxmlformats.org/officeDocument/2006/relationships/image" Target="../media/image43.png"/><Relationship Id="rId4" Type="http://schemas.openxmlformats.org/officeDocument/2006/relationships/tags" Target="../tags/tag26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34387" y="2275367"/>
            <a:ext cx="1036142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Part 1</a:t>
            </a:r>
            <a:r>
              <a:rPr lang="zh-CN" altLang="en-US" sz="6000" dirty="0"/>
              <a:t>：</a:t>
            </a:r>
            <a:r>
              <a:rPr lang="en-US" altLang="zh-CN" sz="6000" dirty="0"/>
              <a:t>Homework-12</a:t>
            </a:r>
            <a:r>
              <a:rPr lang="zh-CN" altLang="en-US" sz="6000" dirty="0"/>
              <a:t>讲解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4655" y="250825"/>
            <a:ext cx="7549515" cy="15582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4655" y="1670050"/>
            <a:ext cx="1031875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标准钢条切割的最优子结构：</a:t>
            </a:r>
            <a:endParaRPr lang="zh-CN" altLang="en-US"/>
          </a:p>
          <a:p>
            <a:r>
              <a:rPr lang="zh-CN" altLang="en-US"/>
              <a:t>若长度为 n 的钢条的最优切割方案是 n = i + (n-i)，则 (n-i) 的部分必须也是最优的。</a:t>
            </a:r>
            <a:endParaRPr lang="zh-CN" altLang="en-US"/>
          </a:p>
          <a:p>
            <a:r>
              <a:rPr lang="zh-CN" altLang="en-US"/>
              <a:t>这个性质成立的前提是：</a:t>
            </a:r>
            <a:r>
              <a:rPr lang="zh-CN" altLang="en-US" b="1"/>
              <a:t>子问题之间相互独立，父问题的选择不会影响子问题的可用资源。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现在加上了数量限制 l_i，这个性质会被破坏。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2445" y="3327400"/>
            <a:ext cx="79178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带数量限制后，</a:t>
            </a:r>
            <a:r>
              <a:rPr lang="zh-CN" altLang="en-US" b="1"/>
              <a:t>子问题不再独立，父问题的选择会改变子问题的可用资源（配额）</a:t>
            </a:r>
            <a:r>
              <a:rPr lang="zh-CN" altLang="en-US"/>
              <a:t>，因此最优子结构不再成立，标准的动态规划解法无法直接使用，需要改为带状态（记录剩余配额）的 DP，复杂度会显著上升。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9230" y="365125"/>
            <a:ext cx="4010025" cy="3981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65675" y="446405"/>
            <a:ext cx="7191375" cy="3543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14010" y="4163695"/>
            <a:ext cx="6148705" cy="23279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5600" y="4679950"/>
            <a:ext cx="4876800" cy="1490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添加长度上限后，原来的最优子结构性质（仅依赖剩余长度）不再成立。正确的子问题必须同时包含剩余长度和剩余限额信息，此时最优子结构仍存在，但状态空间更复杂。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980" y="0"/>
            <a:ext cx="8772525" cy="971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4950" y="1506220"/>
            <a:ext cx="57277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  <a:p>
            <a:r>
              <a:rPr lang="zh-CN" altLang="en-US"/>
              <a:t>动态规划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定义子问题</a:t>
            </a:r>
            <a:endParaRPr lang="zh-CN" altLang="en-US"/>
          </a:p>
          <a:p>
            <a:r>
              <a:rPr lang="zh-CN" altLang="en-US"/>
              <a:t>L[i]：以 A[i] 结尾的最长递增子序列的长度。</a:t>
            </a:r>
            <a:endParaRPr lang="zh-CN" altLang="en-US"/>
          </a:p>
          <a:p>
            <a:r>
              <a:rPr lang="zh-CN" altLang="en-US"/>
              <a:t>目标：求 max(L[1..n])。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状态转移方程</a:t>
            </a:r>
            <a:endParaRPr lang="zh-CN" altLang="en-US"/>
          </a:p>
          <a:p>
            <a:r>
              <a:rPr lang="zh-CN" altLang="en-US"/>
              <a:t>初始：L[i] = 1（每个元素本身就是长度为 1 的子序列）。</a:t>
            </a:r>
            <a:endParaRPr lang="zh-CN" altLang="en-US"/>
          </a:p>
          <a:p>
            <a:r>
              <a:rPr lang="zh-CN" altLang="en-US"/>
              <a:t>对于每个 i，遍历 j &lt; i：</a:t>
            </a:r>
            <a:endParaRPr lang="zh-CN" altLang="en-US"/>
          </a:p>
          <a:p>
            <a:r>
              <a:rPr lang="zh-CN" altLang="en-US"/>
              <a:t>若 A[j] &lt; A[i]，则 L[i] = max(L[i], L[j] + 1)。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位置i的最长升序子序列等于j从0到i-1各个位置的最长升序子序列 + 1 的最大值。</a:t>
            </a:r>
            <a:endParaRPr lang="zh-CN" altLang="en-US" b="1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76010" y="1777365"/>
            <a:ext cx="5935980" cy="4462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2720" y="115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最长</a:t>
            </a:r>
            <a:r>
              <a:rPr lang="zh-CN" altLang="en-US" b="1"/>
              <a:t>连续</a:t>
            </a:r>
            <a:r>
              <a:rPr lang="zh-CN" altLang="en-US"/>
              <a:t>递增序列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3840" y="59118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因为本题要求连续递增子序列，所以就只要比较nums[i]与nums[i - 1]，而不用去比较nums[j]与nums[i] （j是在0到i之间遍历）。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既然不用j了，那么也不用两层for循环，本题一层for循环就行，比较nums[i] 和 nums[i - 1]。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2720" y="2391410"/>
            <a:ext cx="3843655" cy="12312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71855" y="3233420"/>
            <a:ext cx="4170045" cy="34417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223760" y="337820"/>
            <a:ext cx="4968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贪心</a:t>
            </a:r>
            <a:endParaRPr lang="zh-CN" altLang="en-US"/>
          </a:p>
          <a:p>
            <a:r>
              <a:rPr lang="zh-CN" altLang="en-US"/>
              <a:t>这道题目也可以用贪心来做，也就是遇到nums[i] &gt; nums[i - 1]的情况，count就++，否则count为1，记录count的最大值就可以了。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57440" y="2237740"/>
            <a:ext cx="4500880" cy="4325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1335" y="1863090"/>
            <a:ext cx="6162675" cy="638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1335" y="109855"/>
            <a:ext cx="8629650" cy="1581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8020" y="2673350"/>
            <a:ext cx="4800600" cy="200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26175" y="2968625"/>
            <a:ext cx="5429250" cy="1714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49600" y="5041265"/>
            <a:ext cx="5648325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98382" y="2413337"/>
            <a:ext cx="62891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Part 3</a:t>
            </a:r>
            <a:r>
              <a:rPr lang="zh-CN" altLang="en-US" sz="6000" dirty="0"/>
              <a:t>：习题补充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8445" y="66040"/>
            <a:ext cx="10797540" cy="889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sz="4400" dirty="0">
                <a:sym typeface="+mn-lt"/>
              </a:rPr>
              <a:t>Question1: </a:t>
            </a:r>
            <a:r>
              <a:rPr lang="en-US" altLang="zh-CN" sz="4400" b="1" dirty="0">
                <a:hlinkClick r:id="rId1"/>
              </a:rPr>
              <a:t>Best Time to Buy and Sell Stock</a:t>
            </a:r>
            <a:endParaRPr lang="en-US" altLang="zh-CN" sz="4400" b="1" dirty="0"/>
          </a:p>
          <a:p>
            <a:r>
              <a:rPr lang="en-US" altLang="zh-CN" sz="4400" dirty="0">
                <a:sym typeface="+mn-lt"/>
              </a:rPr>
              <a:t> </a:t>
            </a:r>
            <a:endParaRPr lang="zh-CN" altLang="en-US" sz="4400" dirty="0"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8642" y="835587"/>
            <a:ext cx="11933358" cy="170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Description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You are given an array prices where prices[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] is the price of a given stock on the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ith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day.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You want to maximize your profit by choosing a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single day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to buy one stock and choosing a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different day in the future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to sell that stock.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Returned Value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Return the maximum profit you can achieve from this transaction. If you cannot achieve any profit, return 0.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8121" y="2690336"/>
            <a:ext cx="10651697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Example 1: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Input: prices = [7,1,5,3,6,4]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Output: 5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Explanation: Buy on day 2 (price = 1) and sell on day 5 (price = 6), profit = 6-1 = 5.Note that buying on day 2 and selling on day 1 is not allowed because you must buy before you sell.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Example 2: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Input: prices = [7,6,4,3,1]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Output: 0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Explanation: In this case, no transactions are done and the max profit = 0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8644" y="66146"/>
            <a:ext cx="5535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Answer</a:t>
            </a:r>
            <a:endParaRPr lang="zh-CN" altLang="en-US" dirty="0"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8644" y="98947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b="1" dirty="0">
                <a:latin typeface="Helvetica" panose="020B0604020202020204" pitchFamily="34" charset="0"/>
              </a:rPr>
              <a:t>方法一：暴力法</a:t>
            </a:r>
            <a:endParaRPr lang="zh-CN" altLang="en-US" b="1" i="0" dirty="0">
              <a:effectLst/>
              <a:latin typeface="Helvetica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890" y="1440239"/>
            <a:ext cx="5101979" cy="27345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44" y="4546259"/>
            <a:ext cx="4495702" cy="13222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11725" y="14732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找出给定数组中两个数字之间的最大差值（即，最大利润）。此外，第二个数字（卖出价格）必须大于第一个数字（买入价格）。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4873" y="436572"/>
            <a:ext cx="11480800" cy="170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方法三：贪心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66700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天的最大收益只需要知道前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天的最低点就可以算出来了。而第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天以前（包括第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天）的最低点和前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i-1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天的最低点有关，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66700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表示截止到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，价格的最低点，初始化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[0]=prices[0]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，动态转移方程：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min(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[i-1],prices[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266700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得到了前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天的最低点以后，只需要维护一个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用来保存最大收益就可以了，代码如下：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3084" y="2203486"/>
            <a:ext cx="4751885" cy="28759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41" y="2278416"/>
            <a:ext cx="6152929" cy="287590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03895" y="52888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复杂度分析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时间复杂度：O(n)，只需要遍历一次。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空间复杂度：O(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)，只使用了常数个变量。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29960" y="5288888"/>
            <a:ext cx="47518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复杂度分析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时间复杂度：O(n)，只需要遍历一次。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空间复杂度：O(1)，只使用了常数个变量。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9380" y="825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266700"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方法三：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动态规划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551815"/>
            <a:ext cx="673862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确定dp数组（dp table）以及下标的含义</a:t>
            </a:r>
            <a:endParaRPr lang="zh-CN" altLang="en-US"/>
          </a:p>
          <a:p>
            <a:r>
              <a:rPr lang="zh-CN" altLang="en-US"/>
              <a:t>dp[i][0] 表示</a:t>
            </a:r>
            <a:r>
              <a:rPr lang="zh-CN" altLang="en-US" b="1"/>
              <a:t>第i天持有</a:t>
            </a:r>
            <a:r>
              <a:rPr lang="zh-CN" altLang="en-US"/>
              <a:t>股票所得</a:t>
            </a:r>
            <a:r>
              <a:rPr lang="zh-CN" altLang="en-US" b="1"/>
              <a:t>最多</a:t>
            </a:r>
            <a:r>
              <a:rPr lang="zh-CN" altLang="en-US"/>
              <a:t>现金，</a:t>
            </a:r>
            <a:endParaRPr lang="zh-CN" altLang="en-US"/>
          </a:p>
          <a:p>
            <a:r>
              <a:rPr lang="zh-CN" altLang="en-US"/>
              <a:t>开始现金是0，那么加入第i天买入股票现金就是 -prices[i]， 这是一个负数。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dp[i][1] 表示</a:t>
            </a:r>
            <a:r>
              <a:rPr lang="zh-CN" altLang="en-US" b="1"/>
              <a:t>第i天不持有</a:t>
            </a:r>
            <a:r>
              <a:rPr lang="zh-CN" altLang="en-US"/>
              <a:t>股票所得最多现金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</a:t>
            </a:r>
            <a:r>
              <a:rPr lang="zh-CN" altLang="en-US">
                <a:solidFill>
                  <a:srgbClr val="FF0000"/>
                </a:solidFill>
              </a:rPr>
              <a:t>持有”不代表就是当天“买入”！也有可能是昨天就买入了，今天保持持有的状态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 b="1"/>
              <a:t>确定递推公式</a:t>
            </a:r>
            <a:endParaRPr lang="zh-CN" altLang="en-US" b="1"/>
          </a:p>
          <a:p>
            <a:r>
              <a:rPr lang="zh-CN" altLang="en-US"/>
              <a:t>如果</a:t>
            </a:r>
            <a:r>
              <a:rPr lang="zh-CN" altLang="en-US" b="1"/>
              <a:t>第i天持有股票即dp[i][0]</a:t>
            </a:r>
            <a:r>
              <a:rPr lang="zh-CN" altLang="en-US"/>
              <a:t>， 那么可以由两个状态推出来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第i-1天就持有股票，那么就保持现状，所得现金就是昨天持有股票的所得现金 即：dp[i - 1][0]</a:t>
            </a:r>
            <a:endParaRPr lang="zh-CN" altLang="en-US"/>
          </a:p>
          <a:p>
            <a:r>
              <a:rPr lang="zh-CN" altLang="en-US"/>
              <a:t>第i天买入股票，所得现金就是买入今天的股票后所得现金即：-prices[i]</a:t>
            </a:r>
            <a:endParaRPr lang="zh-CN" altLang="en-US"/>
          </a:p>
          <a:p>
            <a:r>
              <a:rPr lang="zh-CN" altLang="en-US"/>
              <a:t>那么</a:t>
            </a:r>
            <a:r>
              <a:rPr lang="zh-CN" altLang="en-US" b="1"/>
              <a:t>dp[i][0]应该选所得现金最大</a:t>
            </a:r>
            <a:r>
              <a:rPr lang="zh-CN" altLang="en-US"/>
              <a:t>的，所以</a:t>
            </a:r>
            <a:endParaRPr lang="zh-CN" altLang="en-US"/>
          </a:p>
          <a:p>
            <a:r>
              <a:rPr lang="zh-CN" altLang="en-US"/>
              <a:t>dp[i][0] = max(dp[i - 1][0], -prices[i]);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38620" y="3696335"/>
            <a:ext cx="545338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dp数组如何初始化</a:t>
            </a:r>
            <a:endParaRPr lang="zh-CN" altLang="en-US" b="1"/>
          </a:p>
          <a:p>
            <a:r>
              <a:rPr lang="zh-CN" altLang="en-US">
                <a:sym typeface="+mn-ea"/>
              </a:rPr>
              <a:t>dp[i][0] = max(dp[i - 1][0], -prices[i]); 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和 dp[i][1] = max(dp[i - 1][1], prices[i] + dp[i - 1][0]);</a:t>
            </a:r>
            <a:endParaRPr lang="zh-CN" altLang="en-US"/>
          </a:p>
          <a:p>
            <a:r>
              <a:rPr lang="zh-CN" altLang="en-US">
                <a:sym typeface="+mn-ea"/>
              </a:rPr>
              <a:t>其基础都是要从dp[0][0]和dp[0][1]推导出来。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那么dp[0][0]表示第0天持有股票，此时的持有股票就一定是买入股票了，因为不可能有前一天推出来，所以dp[0][0] -= prices[0];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dp[0][1]表示第0天不持有股票，不持有股票那么现金就是0，所以dp[0][1] = 0;</a:t>
            </a:r>
            <a:endParaRPr lang="zh-CN" altLang="en-US"/>
          </a:p>
          <a:p>
            <a:endParaRPr lang="zh-CN" altLang="en-US"/>
          </a:p>
          <a:p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62445" y="258445"/>
            <a:ext cx="525208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如果</a:t>
            </a:r>
            <a:r>
              <a:rPr lang="zh-CN" altLang="en-US" b="1">
                <a:sym typeface="+mn-ea"/>
              </a:rPr>
              <a:t>第i天不持有股票即dp[i][1]</a:t>
            </a:r>
            <a:r>
              <a:rPr lang="zh-CN" altLang="en-US">
                <a:sym typeface="+mn-ea"/>
              </a:rPr>
              <a:t>， 也可以由两个状态推出来</a:t>
            </a:r>
            <a:endParaRPr lang="zh-CN" altLang="en-US"/>
          </a:p>
          <a:p>
            <a:r>
              <a:rPr lang="zh-CN" altLang="en-US">
                <a:sym typeface="+mn-ea"/>
              </a:rPr>
              <a:t>第i-1天就不持有股票，那么就保持现状，所得现金就是昨天不持有股票的所得现金 即：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dp[i - 1][1]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 b="1">
                <a:sym typeface="+mn-ea"/>
              </a:rPr>
              <a:t>第i天卖出股票</a:t>
            </a:r>
            <a:r>
              <a:rPr lang="zh-CN" altLang="en-US">
                <a:sym typeface="+mn-ea"/>
              </a:rPr>
              <a:t>，所得现金就是按照今天股票价格卖出后所得现金即：prices[i] + dp[i - 1][0]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同样dp[i][1]取最大的，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dp[i][1] = max(dp[i - 1][1], prices[i] + dp[i - 1][0]);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265045" cy="52495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31720" y="114300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dp[5][1]就是最终结果。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为什么不是dp[5][0]呢？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因为本题中不持有股票状态所得金钱一定比持有股票状态得到的多！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60240" y="1751330"/>
            <a:ext cx="6864985" cy="5043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1465" y="212090"/>
            <a:ext cx="6362700" cy="1628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1465" y="1931035"/>
            <a:ext cx="8453755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8643" y="66146"/>
            <a:ext cx="107972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sz="4400" dirty="0">
                <a:sym typeface="+mn-lt"/>
              </a:rPr>
              <a:t>Question2: </a:t>
            </a:r>
            <a:r>
              <a:rPr lang="en-US" altLang="zh-CN" sz="4400" b="1" dirty="0">
                <a:hlinkClick r:id="rId1"/>
              </a:rPr>
              <a:t>Best Time to Buy and Sell Stock II</a:t>
            </a:r>
            <a:endParaRPr lang="en-US" altLang="zh-CN" sz="4400" b="1" dirty="0"/>
          </a:p>
          <a:p>
            <a:endParaRPr lang="en-US" altLang="zh-CN" sz="4400" b="1" dirty="0"/>
          </a:p>
          <a:p>
            <a:r>
              <a:rPr lang="en-US" altLang="zh-CN" sz="4400" dirty="0">
                <a:sym typeface="+mn-lt"/>
              </a:rPr>
              <a:t> </a:t>
            </a:r>
            <a:endParaRPr lang="zh-CN" altLang="en-US" sz="4400" dirty="0"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8642" y="835587"/>
            <a:ext cx="11933358" cy="170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Description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You are given an array prices where prices[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] is the price of a given stock on the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ith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day.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On each day, you may decide to buy and/or sell the stock. You can only hold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at most one share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of the stock at any time. However, you can buy it then immediately sell it on the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same day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Returned Value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Return the maximum profit you can achieve from this transaction.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1248" y="2357826"/>
            <a:ext cx="11344425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Example 1: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Input: prices = [7,1,5,3,6,4]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Output: 7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Explanation: Buy on day 2 (price = 1) and sell on day 3 (price = 5), profit = 5-1 = 4.Then buy on day 4 (price = 3) and sell on day 5 (price = 6), profit = 6-3 = 3.Total profit is 4 + 3 = 7.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Example 2: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Input: prices = [7,6,4,3,1]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Output: 0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Explanation: There is no way to make a positive profit, so we never buy the stock to achieve the maximum profit of 0.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2116" y="989476"/>
            <a:ext cx="1163124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>
              <a:spcBef>
                <a:spcPts val="6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方法一：暴力搜索（超时）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66700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根据题意：由于不限制交易次数，在每一天，就可以根据当前是否持有股票选择相应的操作。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8644" y="66146"/>
            <a:ext cx="5535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Answer</a:t>
            </a:r>
            <a:endParaRPr lang="zh-CN" altLang="en-US" dirty="0">
              <a:sym typeface="+mn-lt"/>
            </a:endParaRPr>
          </a:p>
        </p:txBody>
      </p:sp>
      <p:pic>
        <p:nvPicPr>
          <p:cNvPr id="3074" name="Picture 2" descr="imag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231" y="1712751"/>
            <a:ext cx="7241309" cy="382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7630" y="1263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ym typeface="+mn-ea"/>
              </a:rPr>
              <a:t>贪心</a:t>
            </a:r>
            <a:endParaRPr lang="zh-CN" altLang="en-US" sz="2400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3200" y="751840"/>
            <a:ext cx="8046085" cy="4594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这道题目可能我们只会想，选一个低的买入，再选个高的卖，再选一个低的买入.....循环反复。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如果想到其实最终利润是可以分解的，那么本题就很容易了！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如何分解呢？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假如第 0 天买入，第 3 天卖出，那么利润为：prices[3] - prices[0]。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相当于(prices[3] - prices[2]) + (prices[2] - prices[1]) + (prices[1] - prices[0])。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此时就是把</a:t>
            </a:r>
            <a:r>
              <a:rPr lang="zh-CN" altLang="en-US" b="1"/>
              <a:t>利润分解为每天为单位的维度</a:t>
            </a:r>
            <a:r>
              <a:rPr lang="zh-CN" altLang="en-US"/>
              <a:t>，而不是从 0 天到第 3 天整体去考虑！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那么根据 prices 可以得到每天的利润序列：(prices[i] - prices[i - 1]).....(prices[1] - prices[0])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69455" y="1276985"/>
            <a:ext cx="5122545" cy="1534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4035" y="4955540"/>
            <a:ext cx="8058150" cy="6762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8315" y="578040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局部最优：收集每天的正利润，全局最优：求得最大利润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局部最优可以推出全局最优，找不出反例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87" y="118575"/>
            <a:ext cx="8963896" cy="616381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24727" y="3048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贪心思想：把可能跨越多天的买卖都化解成相邻两天的买卖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881" y="4230473"/>
            <a:ext cx="4733196" cy="25370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" y="179"/>
            <a:ext cx="7774727" cy="64031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73630" y="21971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dp[i][0] 表示第i天持有股票所得现金。</a:t>
            </a:r>
            <a:endParaRPr lang="zh-CN" altLang="en-US"/>
          </a:p>
          <a:p>
            <a:r>
              <a:rPr lang="zh-CN" altLang="en-US"/>
              <a:t>dp[i][1] 表示第i天不持有股票所得最多现金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303770" y="127635"/>
            <a:ext cx="481203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如果第i天持有股票即dp[i][0]</a:t>
            </a:r>
            <a:r>
              <a:rPr lang="zh-CN" altLang="en-US"/>
              <a:t>， 那么可以由两个状态推出来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第i-1天就持有股票，那么就保持现状，所得现金就是昨天持有股票的所得现金 即：</a:t>
            </a:r>
            <a:endParaRPr lang="zh-CN" altLang="en-US"/>
          </a:p>
          <a:p>
            <a:r>
              <a:rPr lang="zh-CN" altLang="en-US"/>
              <a:t>dp[i - 1][0]</a:t>
            </a:r>
            <a:endParaRPr lang="zh-CN" altLang="en-US"/>
          </a:p>
          <a:p>
            <a:r>
              <a:rPr lang="zh-CN" altLang="en-US"/>
              <a:t>第i天买入股票，所得现金就是昨天不持有股票的所得现金减去 今天的股票价格 即：</a:t>
            </a:r>
            <a:endParaRPr lang="zh-CN" altLang="en-US"/>
          </a:p>
          <a:p>
            <a:r>
              <a:rPr lang="zh-CN" altLang="en-US" b="1"/>
              <a:t>dp[i - 1][1] - prices[i]</a:t>
            </a:r>
            <a:endParaRPr lang="zh-CN" altLang="en-US" b="1"/>
          </a:p>
          <a:p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</a:rPr>
              <a:t>唯一不同的地方，</a:t>
            </a:r>
            <a:r>
              <a:rPr lang="zh-CN" altLang="en-US" b="1"/>
              <a:t>就是推导dp[i][0]的时候，第i天买入股票的情况</a:t>
            </a:r>
            <a:endParaRPr lang="zh-CN" altLang="en-US" b="1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7303770" y="3844290"/>
            <a:ext cx="474789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第i天不持有股票即dp[i][1]的情况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第i-1天就不持有股票，那么就保持现状，所得现金就是昨天不持有股票的所得现金 即：dp[i - 1][1]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第i天卖出股票，所得现金就是按照今天股票价格卖出后所得现金即：prices[i] + dp[i - 1][0]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895" y="95146"/>
            <a:ext cx="7194920" cy="210195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95" y="2270009"/>
            <a:ext cx="5019158" cy="450353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458" y="2501852"/>
            <a:ext cx="5686801" cy="9349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16575" y="3827780"/>
            <a:ext cx="6124575" cy="11880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8643" y="66146"/>
            <a:ext cx="107972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sz="4400" dirty="0">
                <a:sym typeface="+mn-lt"/>
              </a:rPr>
              <a:t>Question3: </a:t>
            </a:r>
            <a:r>
              <a:rPr lang="en-US" altLang="zh-CN" sz="4400" b="1" dirty="0">
                <a:hlinkClick r:id="rId1"/>
              </a:rPr>
              <a:t>Best Time to Buy and Sell Stock III</a:t>
            </a:r>
            <a:endParaRPr lang="en-US" altLang="zh-CN" sz="4400" b="1" dirty="0"/>
          </a:p>
          <a:p>
            <a:endParaRPr lang="en-US" altLang="zh-CN" sz="4400" b="1" dirty="0"/>
          </a:p>
          <a:p>
            <a:endParaRPr lang="en-US" altLang="zh-CN" sz="4400" b="1" dirty="0"/>
          </a:p>
          <a:p>
            <a:r>
              <a:rPr lang="en-US" altLang="zh-CN" sz="4400" dirty="0">
                <a:sym typeface="+mn-lt"/>
              </a:rPr>
              <a:t> </a:t>
            </a:r>
            <a:endParaRPr lang="zh-CN" altLang="en-US" sz="4400" dirty="0"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8642" y="835587"/>
            <a:ext cx="11933358" cy="586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Description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You are given an array prices where prices[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] is the price of a given stock on the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ith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day.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Find the maximum profit you can achieve. You may complete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at most two transactions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Note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You may not engage in multiple transactions simultaneously (i.e., you must sell the stock before you buy again).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Returned Value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Return the maximum profit you can achieve from this transaction.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	Example 1: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Input: prices = [1,2,3,4,5]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Output: 4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Explanation: Buy on day 1 (price = 1) and sell on day 5 (price = 5), profit = 5-1 = 4.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Note that you cannot buy on day 1, buy on day 2 and sell them later, as you are engaging multiple transactions at the same time.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You must sell before buying again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	Example 2: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Input: prices = [7,6,4,3,1]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Output: 0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26670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Explanation: In this case, no transaction is done, i.e. max profit = 0.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2667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8644" y="66146"/>
            <a:ext cx="5535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Answer</a:t>
            </a:r>
            <a:endParaRPr lang="zh-CN" altLang="en-US" dirty="0"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644" y="926971"/>
            <a:ext cx="8159120" cy="5533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15885" y="1257300"/>
            <a:ext cx="4238625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900545" cy="51581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00545" y="79375"/>
            <a:ext cx="5056505" cy="16630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56450" y="1990090"/>
            <a:ext cx="48844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此时还没有买入，怎么就卖出呢？ 其实大家可以理解当天买入，当天卖出，所以dp[0][2] = 0;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50430" y="2967990"/>
            <a:ext cx="47904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所以第二次买入操作，初始化为：</a:t>
            </a:r>
            <a:endParaRPr lang="zh-CN" altLang="en-US"/>
          </a:p>
          <a:p>
            <a:r>
              <a:rPr lang="zh-CN" altLang="en-US"/>
              <a:t>dp[0][3] = -prices[0];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同理第二次卖出初始化dp[0][4] = 0;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91" y="151576"/>
            <a:ext cx="8272774" cy="50651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1" y="5249575"/>
            <a:ext cx="7429882" cy="10922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7955" y="511175"/>
            <a:ext cx="5822315" cy="50755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70270" y="74168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如果第一次卖出已经是最大值了，那么我们可以在当天立刻买入再立刻卖出。所以dp[4][4]已经包含了dp[4][2]的情况。也就是说第二次卖出手里所剩的钱一定是最多的。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所以最终最大利润是dp[4][4]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04" y="260610"/>
            <a:ext cx="7526950" cy="14445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4" y="1785863"/>
            <a:ext cx="4553184" cy="33783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4" y="5310061"/>
            <a:ext cx="3972512" cy="9525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34075" y="1704975"/>
            <a:ext cx="5351780" cy="37458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847080" y="5821680"/>
            <a:ext cx="2647950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74295" y="0"/>
            <a:ext cx="6210300" cy="58578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5449</Words>
  <Application>WPS 演示</Application>
  <PresentationFormat>宽屏</PresentationFormat>
  <Paragraphs>218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Agency FB</vt:lpstr>
      <vt:lpstr>微软雅黑</vt:lpstr>
      <vt:lpstr>Helvetica</vt:lpstr>
      <vt:lpstr>等线</vt:lpstr>
      <vt:lpstr>Arial Unicode MS</vt:lpstr>
      <vt:lpstr>等线 Light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Jiannuan</dc:creator>
  <cp:lastModifiedBy>坏坏、L</cp:lastModifiedBy>
  <cp:revision>23</cp:revision>
  <dcterms:created xsi:type="dcterms:W3CDTF">2024-05-21T08:41:00Z</dcterms:created>
  <dcterms:modified xsi:type="dcterms:W3CDTF">2026-06-01T06:34:34Z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A73A12589DD34DC0B000A9308D4B2A53_12</vt:lpwstr>
  </property>
  <property fmtid="{D5CDD505-2E9C-101B-9397-08002B2CF9AE}" pid="3" name="KSOProductBuildVer">
    <vt:lpwstr>2052-12.1.0.16120</vt:lpwstr>
  </property>
</Properties>
</file>
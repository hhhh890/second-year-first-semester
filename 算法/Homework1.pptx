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99" r:id="rId2"/>
    <p:sldId id="30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" y="4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43DDC-CFD1-4925-9A32-B3845BE7B1B2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705EB-F6F0-4B74-9C86-757E58D2A0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648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38E0A838-85F0-4DCE-A8E7-77E0041B44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5F419A-A5B7-40F6-9385-D03E3D0CE12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5900D9E1-C6D0-4E8B-A4CC-E5641F21CA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26BD4DE3-2EC3-4CB7-9CAC-FB89940BF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nput: integer n</a:t>
            </a:r>
            <a:endParaRPr lang="zh-CN" altLang="zh-CN"/>
          </a:p>
          <a:p>
            <a:r>
              <a:rPr lang="en-US" altLang="zh-CN"/>
              <a:t>Output: number of line 5 that is executed</a:t>
            </a:r>
            <a:endParaRPr lang="zh-CN" altLang="zh-CN"/>
          </a:p>
          <a:p>
            <a:r>
              <a:rPr lang="en-US" altLang="zh-CN"/>
              <a:t>count=0</a:t>
            </a:r>
            <a:endParaRPr lang="zh-CN" altLang="zh-CN"/>
          </a:p>
          <a:p>
            <a:r>
              <a:rPr lang="en-US" altLang="zh-CN"/>
              <a:t>for i=1 to n</a:t>
            </a:r>
            <a:endParaRPr lang="zh-CN" altLang="zh-CN"/>
          </a:p>
          <a:p>
            <a:r>
              <a:rPr lang="en-US" altLang="zh-CN"/>
              <a:t>  m=[n/i]</a:t>
            </a:r>
            <a:endParaRPr lang="zh-CN" altLang="zh-CN"/>
          </a:p>
          <a:p>
            <a:r>
              <a:rPr lang="en-US" altLang="zh-CN"/>
              <a:t>  for j=1 to m</a:t>
            </a:r>
            <a:endParaRPr lang="zh-CN" altLang="zh-CN"/>
          </a:p>
          <a:p>
            <a:r>
              <a:rPr lang="en-US" altLang="zh-CN"/>
              <a:t>   count=count+1`</a:t>
            </a:r>
            <a:endParaRPr lang="zh-CN" altLang="zh-CN"/>
          </a:p>
          <a:p>
            <a:r>
              <a:rPr lang="en-US" altLang="zh-CN"/>
              <a:t>  end for</a:t>
            </a:r>
            <a:endParaRPr lang="zh-CN" altLang="zh-CN"/>
          </a:p>
          <a:p>
            <a:r>
              <a:rPr lang="en-US" altLang="zh-CN"/>
              <a:t>end for</a:t>
            </a:r>
            <a:endParaRPr lang="zh-CN" altLang="zh-CN"/>
          </a:p>
          <a:p>
            <a:r>
              <a:rPr lang="en-US" altLang="zh-CN"/>
              <a:t>return count</a:t>
            </a:r>
            <a:endParaRPr lang="zh-CN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1C3A8B3B-AD87-45A2-8FC2-962C31C229C6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2805DEB4-8B38-4E08-B8F9-BD4D10B3AC3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CCDE6FDF-BFCB-42B1-8977-0B32C53D737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9703B4B-A234-40D1-97BC-F8B3C3F1936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D7C0F23-8961-4C66-8840-ED6C16000FA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0 w 1722"/>
                <a:gd name="T1" fmla="*/ 60 h 66"/>
                <a:gd name="T2" fmla="*/ 1710 w 1722"/>
                <a:gd name="T3" fmla="*/ 54 h 66"/>
                <a:gd name="T4" fmla="*/ 0 w 1722"/>
                <a:gd name="T5" fmla="*/ 0 h 66"/>
                <a:gd name="T6" fmla="*/ 0 w 1722"/>
                <a:gd name="T7" fmla="*/ 42 h 66"/>
                <a:gd name="T8" fmla="*/ 1710 w 1722"/>
                <a:gd name="T9" fmla="*/ 60 h 66"/>
                <a:gd name="T10" fmla="*/ 1710 w 1722"/>
                <a:gd name="T11" fmla="*/ 6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E38DB5A0-DBED-4FD8-855D-9C862B34581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8A3C6DB1-4C56-4F60-A8E8-83D31E1DBEC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9 w 975"/>
                <a:gd name="T1" fmla="*/ 48 h 101"/>
                <a:gd name="T2" fmla="*/ 969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9 w 975"/>
                <a:gd name="T9" fmla="*/ 48 h 101"/>
                <a:gd name="T10" fmla="*/ 969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504AA12-D6A6-4848-AAEC-28C3C117FBD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2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29 w 2141"/>
                <a:gd name="T7" fmla="*/ 0 h 198"/>
                <a:gd name="T8" fmla="*/ 212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DFA148CA-3390-4864-BA03-07931206717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16B1AA71-7059-4FE5-88ED-6DE9212CEE5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64 w 2517"/>
                <a:gd name="T1" fmla="*/ 276 h 276"/>
                <a:gd name="T2" fmla="*/ 2499 w 2517"/>
                <a:gd name="T3" fmla="*/ 204 h 276"/>
                <a:gd name="T4" fmla="*/ 2242 w 2517"/>
                <a:gd name="T5" fmla="*/ 0 h 276"/>
                <a:gd name="T6" fmla="*/ 0 w 2517"/>
                <a:gd name="T7" fmla="*/ 276 h 276"/>
                <a:gd name="T8" fmla="*/ 2164 w 2517"/>
                <a:gd name="T9" fmla="*/ 276 h 276"/>
                <a:gd name="T10" fmla="*/ 2164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311FFCBD-1FE5-4E8F-BE56-EBE451EF180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63DF3D61-6D2E-4062-8FFE-43B5C1CF3FF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3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3 w 729"/>
                <a:gd name="T7" fmla="*/ 240 h 240"/>
                <a:gd name="T8" fmla="*/ 723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D7F8E364-7650-4262-955A-6847F07CED3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B4A46362-C2B7-4A6F-8F75-5EB56385BE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3 w 729"/>
                <a:gd name="T1" fmla="*/ 318 h 318"/>
                <a:gd name="T2" fmla="*/ 723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3 w 729"/>
                <a:gd name="T9" fmla="*/ 318 h 318"/>
                <a:gd name="T10" fmla="*/ 723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EDC53C95-DA2E-4795-8B82-5041D5AB967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5313C150-9C22-447B-9A59-FDE61F0E07A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2E2B314E-9454-4151-AD24-8CE6E0E26EE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4F06B59-BA0F-4D2E-A9EB-6C800357C78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A94BD2CE-CAF8-4341-8DEE-AD07109421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38EC48F2-753A-4AA3-B4F7-087AD610103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C40FE88E-D103-4283-8D60-C57B22F6238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825894EE-EC5D-401F-B508-629C4A6776E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80E5E0C0-676C-41AE-B3B7-71085A4DE6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9F218C11-F83B-4760-81B8-D8E678B771D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B1810AF-586A-40DC-8D2C-CD8DC541E22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8AA851CC-6E4C-47EF-BC77-C48D700EF36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4F72AA40-6DB0-4027-9D60-E8282DD9CE0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6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6F180E19-24FF-48ED-BD4B-4E9B955ED4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06F0ED8E-EA8E-4208-81C0-CB92F0641C6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E7B90210-62BB-4DED-B078-E51369CE666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8B62AFAE-0FD4-4644-8F12-4DBCAEB2EDF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231D173B-C563-4F5C-918F-11ED29DC67D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26AE940F-68C6-423C-B973-F3CF8A32444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F3E6E87D-26EE-48D3-B7A9-6DCA42154D2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81C44F21-EE1B-4D34-9222-C26BF7860BF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6A6121A2-365C-4369-8907-061554DD3CF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4BC58E79-8F69-4B85-9D84-88C63901640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grpSp>
          <p:nvGrpSpPr>
            <p:cNvPr id="41" name="Group 39">
              <a:extLst>
                <a:ext uri="{FF2B5EF4-FFF2-40B4-BE49-F238E27FC236}">
                  <a16:creationId xmlns:a16="http://schemas.microsoft.com/office/drawing/2014/main" id="{7C489E4F-666E-4ECB-BA10-785D9B116A9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>
                <a:extLst>
                  <a:ext uri="{FF2B5EF4-FFF2-40B4-BE49-F238E27FC236}">
                    <a16:creationId xmlns:a16="http://schemas.microsoft.com/office/drawing/2014/main" id="{EA23213A-ABF9-452D-A1D6-51DA056219D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43" name="Freeform 41">
                <a:extLst>
                  <a:ext uri="{FF2B5EF4-FFF2-40B4-BE49-F238E27FC236}">
                    <a16:creationId xmlns:a16="http://schemas.microsoft.com/office/drawing/2014/main" id="{0FE60A99-789B-46F6-820F-A0E553AABEF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</p:grpSp>
      </p:grpSp>
      <p:sp>
        <p:nvSpPr>
          <p:cNvPr id="27690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1600200"/>
            <a:ext cx="109728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27691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4" name="Rectangle 44">
            <a:extLst>
              <a:ext uri="{FF2B5EF4-FFF2-40B4-BE49-F238E27FC236}">
                <a16:creationId xmlns:a16="http://schemas.microsoft.com/office/drawing/2014/main" id="{92CFF85B-5DF3-463C-87A3-68BBD21C7F0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>
            <a:extLst>
              <a:ext uri="{FF2B5EF4-FFF2-40B4-BE49-F238E27FC236}">
                <a16:creationId xmlns:a16="http://schemas.microsoft.com/office/drawing/2014/main" id="{DA21294E-7351-4CC3-838E-2DEB9460E3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70762CD2-664C-48F9-B7D3-2C22E4DDDB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EA99E-D664-4A80-A51B-8B9756DFAE3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5905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2FC1BD44-8F35-4898-A6D0-AE858AA080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93910B54-DEB1-4D92-9195-2642499795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2C5B4BFA-7C03-4B7E-A5CB-178566AE66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56510-FFC3-4D8A-812C-2E336DB046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056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E190DAFE-9185-4158-9D63-A9FD99B163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536F02DC-F276-4991-A368-56821112B3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F4CDF811-FD20-4642-852A-346B3AA00B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50539E-A21E-4DA4-86BE-FA6EB29D25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5084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360D9F46-D232-4C4D-87FA-AAF9850754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F4D77CCB-6FA9-486F-A6FA-D33168C74A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D6597BAD-8735-4BE1-9CA1-184F75067B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8DC6D4-CC32-4EA1-8DB2-3A2B07852A6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906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4">
            <a:extLst>
              <a:ext uri="{FF2B5EF4-FFF2-40B4-BE49-F238E27FC236}">
                <a16:creationId xmlns:a16="http://schemas.microsoft.com/office/drawing/2014/main" id="{48767A9D-B589-4682-AEA1-861C7FAC3D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>
            <a:extLst>
              <a:ext uri="{FF2B5EF4-FFF2-40B4-BE49-F238E27FC236}">
                <a16:creationId xmlns:a16="http://schemas.microsoft.com/office/drawing/2014/main" id="{AAC48A6C-20FF-4E6D-B1CE-6147F27EE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>
            <a:extLst>
              <a:ext uri="{FF2B5EF4-FFF2-40B4-BE49-F238E27FC236}">
                <a16:creationId xmlns:a16="http://schemas.microsoft.com/office/drawing/2014/main" id="{96A4B55A-FEB5-442D-A0C3-0677DB2652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806B0-D743-42C9-93E6-5DFA101F61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6862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4">
            <a:extLst>
              <a:ext uri="{FF2B5EF4-FFF2-40B4-BE49-F238E27FC236}">
                <a16:creationId xmlns:a16="http://schemas.microsoft.com/office/drawing/2014/main" id="{56514800-39E7-4EE3-8FAE-D552E165C3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>
            <a:extLst>
              <a:ext uri="{FF2B5EF4-FFF2-40B4-BE49-F238E27FC236}">
                <a16:creationId xmlns:a16="http://schemas.microsoft.com/office/drawing/2014/main" id="{C51786E9-C3FD-42A0-BF0E-3B7C33E61B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>
            <a:extLst>
              <a:ext uri="{FF2B5EF4-FFF2-40B4-BE49-F238E27FC236}">
                <a16:creationId xmlns:a16="http://schemas.microsoft.com/office/drawing/2014/main" id="{4AF25122-AF0A-49A4-B0C6-022FDE911C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8E5F86-E176-4EF8-9A52-3A5537FF6C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4031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F53B2C06-1A54-4FF9-8039-21835B6720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>
            <a:extLst>
              <a:ext uri="{FF2B5EF4-FFF2-40B4-BE49-F238E27FC236}">
                <a16:creationId xmlns:a16="http://schemas.microsoft.com/office/drawing/2014/main" id="{CE790964-EC1A-4E6B-A8CC-51508327B2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>
            <a:extLst>
              <a:ext uri="{FF2B5EF4-FFF2-40B4-BE49-F238E27FC236}">
                <a16:creationId xmlns:a16="http://schemas.microsoft.com/office/drawing/2014/main" id="{DE67D790-D7DD-488E-9263-CEA420C7D2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1508CE-C29A-49CD-B51D-A2160493E85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4520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8EBC4EB6-BDCD-437A-8274-9BA4E673CB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7B09575C-BB61-4BF3-82D6-4F1B941D76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4740BDB3-4981-428E-B3E6-210D001143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7FC304-2191-4865-B739-F653C71382B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42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4">
            <a:extLst>
              <a:ext uri="{FF2B5EF4-FFF2-40B4-BE49-F238E27FC236}">
                <a16:creationId xmlns:a16="http://schemas.microsoft.com/office/drawing/2014/main" id="{C6A341BA-D7DE-4D92-BA9D-F72F858301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>
            <a:extLst>
              <a:ext uri="{FF2B5EF4-FFF2-40B4-BE49-F238E27FC236}">
                <a16:creationId xmlns:a16="http://schemas.microsoft.com/office/drawing/2014/main" id="{0ECAEEC7-6BE2-4E2B-B163-879B35A64A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>
            <a:extLst>
              <a:ext uri="{FF2B5EF4-FFF2-40B4-BE49-F238E27FC236}">
                <a16:creationId xmlns:a16="http://schemas.microsoft.com/office/drawing/2014/main" id="{1890FF52-D989-474A-849E-6A827DF65F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D2DD08-6300-4782-94B7-1565C28D9C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355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3F0B7FD0-8A47-4AD9-B10D-038EB8F4EC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A9D0BE11-D8EF-4F40-AD66-75B24C62B4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1914DC5A-DBC0-4358-9021-7C1DDCDE15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1AA750-1939-4013-9B90-86668972018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612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D2238B4E-8A65-449E-81BA-4DCD3A4850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864D7428-2F7E-4015-A3A2-60BA332A03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>
            <a:extLst>
              <a:ext uri="{FF2B5EF4-FFF2-40B4-BE49-F238E27FC236}">
                <a16:creationId xmlns:a16="http://schemas.microsoft.com/office/drawing/2014/main" id="{60495F61-4C34-402E-9D06-2FC386DD4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2924AC-12A3-463C-8676-9448435422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2126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58"/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F76164FF-869B-43C1-88E7-8B5B4FA9F689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12192000" cy="6856413"/>
            <a:chOff x="0" y="0"/>
            <a:chExt cx="5760" cy="4319"/>
          </a:xfrm>
        </p:grpSpPr>
        <p:sp>
          <p:nvSpPr>
            <p:cNvPr id="26627" name="Freeform 3">
              <a:extLst>
                <a:ext uri="{FF2B5EF4-FFF2-40B4-BE49-F238E27FC236}">
                  <a16:creationId xmlns:a16="http://schemas.microsoft.com/office/drawing/2014/main" id="{AA43379E-EAAB-4C57-BB9C-88162147C9A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28" name="Freeform 4">
              <a:extLst>
                <a:ext uri="{FF2B5EF4-FFF2-40B4-BE49-F238E27FC236}">
                  <a16:creationId xmlns:a16="http://schemas.microsoft.com/office/drawing/2014/main" id="{2B991888-BC52-40DB-92AA-C951B3E3FD4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29" name="Freeform 5">
              <a:extLst>
                <a:ext uri="{FF2B5EF4-FFF2-40B4-BE49-F238E27FC236}">
                  <a16:creationId xmlns:a16="http://schemas.microsoft.com/office/drawing/2014/main" id="{86368F28-B740-4468-B96F-24EE1923F5D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5" name="Freeform 6">
              <a:extLst>
                <a:ext uri="{FF2B5EF4-FFF2-40B4-BE49-F238E27FC236}">
                  <a16:creationId xmlns:a16="http://schemas.microsoft.com/office/drawing/2014/main" id="{949743C6-2B26-4B93-B2AB-19C08F00CB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0 w 1722"/>
                <a:gd name="T1" fmla="*/ 60 h 66"/>
                <a:gd name="T2" fmla="*/ 1710 w 1722"/>
                <a:gd name="T3" fmla="*/ 54 h 66"/>
                <a:gd name="T4" fmla="*/ 0 w 1722"/>
                <a:gd name="T5" fmla="*/ 0 h 66"/>
                <a:gd name="T6" fmla="*/ 0 w 1722"/>
                <a:gd name="T7" fmla="*/ 42 h 66"/>
                <a:gd name="T8" fmla="*/ 1710 w 1722"/>
                <a:gd name="T9" fmla="*/ 60 h 66"/>
                <a:gd name="T10" fmla="*/ 1710 w 1722"/>
                <a:gd name="T11" fmla="*/ 6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31" name="Freeform 7">
              <a:extLst>
                <a:ext uri="{FF2B5EF4-FFF2-40B4-BE49-F238E27FC236}">
                  <a16:creationId xmlns:a16="http://schemas.microsoft.com/office/drawing/2014/main" id="{371034FA-244B-4224-A8C4-3F51FD87FF5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37" name="Freeform 8">
              <a:extLst>
                <a:ext uri="{FF2B5EF4-FFF2-40B4-BE49-F238E27FC236}">
                  <a16:creationId xmlns:a16="http://schemas.microsoft.com/office/drawing/2014/main" id="{EC5BA705-A115-40BC-A112-0D58F41DC24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9 w 975"/>
                <a:gd name="T1" fmla="*/ 48 h 101"/>
                <a:gd name="T2" fmla="*/ 969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9 w 975"/>
                <a:gd name="T9" fmla="*/ 48 h 101"/>
                <a:gd name="T10" fmla="*/ 969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38" name="Freeform 9">
              <a:extLst>
                <a:ext uri="{FF2B5EF4-FFF2-40B4-BE49-F238E27FC236}">
                  <a16:creationId xmlns:a16="http://schemas.microsoft.com/office/drawing/2014/main" id="{A25AB1B1-AF22-4195-80E1-1BED070B79C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2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29 w 2141"/>
                <a:gd name="T7" fmla="*/ 0 h 198"/>
                <a:gd name="T8" fmla="*/ 212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34" name="Freeform 10">
              <a:extLst>
                <a:ext uri="{FF2B5EF4-FFF2-40B4-BE49-F238E27FC236}">
                  <a16:creationId xmlns:a16="http://schemas.microsoft.com/office/drawing/2014/main" id="{2FEDC09B-C189-4B27-ACB1-78C30DBF4D0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0" name="Freeform 11">
              <a:extLst>
                <a:ext uri="{FF2B5EF4-FFF2-40B4-BE49-F238E27FC236}">
                  <a16:creationId xmlns:a16="http://schemas.microsoft.com/office/drawing/2014/main" id="{D33146E7-F9DE-43F3-AD4F-6B6E7F70CC8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64 w 2517"/>
                <a:gd name="T1" fmla="*/ 276 h 276"/>
                <a:gd name="T2" fmla="*/ 2499 w 2517"/>
                <a:gd name="T3" fmla="*/ 204 h 276"/>
                <a:gd name="T4" fmla="*/ 2242 w 2517"/>
                <a:gd name="T5" fmla="*/ 0 h 276"/>
                <a:gd name="T6" fmla="*/ 0 w 2517"/>
                <a:gd name="T7" fmla="*/ 276 h 276"/>
                <a:gd name="T8" fmla="*/ 2164 w 2517"/>
                <a:gd name="T9" fmla="*/ 276 h 276"/>
                <a:gd name="T10" fmla="*/ 2164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36" name="Freeform 12">
              <a:extLst>
                <a:ext uri="{FF2B5EF4-FFF2-40B4-BE49-F238E27FC236}">
                  <a16:creationId xmlns:a16="http://schemas.microsoft.com/office/drawing/2014/main" id="{197AD0AB-EEE3-4986-967B-E0682A1CC1E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2" name="Freeform 13">
              <a:extLst>
                <a:ext uri="{FF2B5EF4-FFF2-40B4-BE49-F238E27FC236}">
                  <a16:creationId xmlns:a16="http://schemas.microsoft.com/office/drawing/2014/main" id="{00CC66BA-CE65-48B9-9D2C-06D28485895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3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3 w 729"/>
                <a:gd name="T7" fmla="*/ 240 h 240"/>
                <a:gd name="T8" fmla="*/ 723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38" name="Freeform 14">
              <a:extLst>
                <a:ext uri="{FF2B5EF4-FFF2-40B4-BE49-F238E27FC236}">
                  <a16:creationId xmlns:a16="http://schemas.microsoft.com/office/drawing/2014/main" id="{31B5BCC8-B3CC-4542-894B-2D422727B83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4" name="Freeform 15">
              <a:extLst>
                <a:ext uri="{FF2B5EF4-FFF2-40B4-BE49-F238E27FC236}">
                  <a16:creationId xmlns:a16="http://schemas.microsoft.com/office/drawing/2014/main" id="{D0BC89B6-2BB2-418A-AB81-149649E7ABF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3 w 729"/>
                <a:gd name="T1" fmla="*/ 318 h 318"/>
                <a:gd name="T2" fmla="*/ 723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3 w 729"/>
                <a:gd name="T9" fmla="*/ 318 h 318"/>
                <a:gd name="T10" fmla="*/ 723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40" name="Freeform 16">
              <a:extLst>
                <a:ext uri="{FF2B5EF4-FFF2-40B4-BE49-F238E27FC236}">
                  <a16:creationId xmlns:a16="http://schemas.microsoft.com/office/drawing/2014/main" id="{465C716E-B855-4609-A92E-52437EA73B7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41" name="Freeform 17">
              <a:extLst>
                <a:ext uri="{FF2B5EF4-FFF2-40B4-BE49-F238E27FC236}">
                  <a16:creationId xmlns:a16="http://schemas.microsoft.com/office/drawing/2014/main" id="{9FF687A2-28A8-4A3E-83E5-1FC136BCFC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42" name="Freeform 18">
              <a:extLst>
                <a:ext uri="{FF2B5EF4-FFF2-40B4-BE49-F238E27FC236}">
                  <a16:creationId xmlns:a16="http://schemas.microsoft.com/office/drawing/2014/main" id="{6D32C02E-9245-4C7B-8432-EC9FBB04199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48" name="Freeform 19">
              <a:extLst>
                <a:ext uri="{FF2B5EF4-FFF2-40B4-BE49-F238E27FC236}">
                  <a16:creationId xmlns:a16="http://schemas.microsoft.com/office/drawing/2014/main" id="{0BB77C25-AFEB-4EE8-8944-302EDF0E03F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44" name="Freeform 20">
              <a:extLst>
                <a:ext uri="{FF2B5EF4-FFF2-40B4-BE49-F238E27FC236}">
                  <a16:creationId xmlns:a16="http://schemas.microsoft.com/office/drawing/2014/main" id="{C53EEB4D-E0DB-4B0B-8744-D34F57ECDEE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0" name="Freeform 21">
              <a:extLst>
                <a:ext uri="{FF2B5EF4-FFF2-40B4-BE49-F238E27FC236}">
                  <a16:creationId xmlns:a16="http://schemas.microsoft.com/office/drawing/2014/main" id="{952A41B3-9F2A-4050-8FE2-E92E8DD80DE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46" name="Freeform 22">
              <a:extLst>
                <a:ext uri="{FF2B5EF4-FFF2-40B4-BE49-F238E27FC236}">
                  <a16:creationId xmlns:a16="http://schemas.microsoft.com/office/drawing/2014/main" id="{E43A23EA-627A-415B-82B8-D4F1A4CDD35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47" name="Freeform 23">
              <a:extLst>
                <a:ext uri="{FF2B5EF4-FFF2-40B4-BE49-F238E27FC236}">
                  <a16:creationId xmlns:a16="http://schemas.microsoft.com/office/drawing/2014/main" id="{37919F34-AF93-442C-AB38-341DD56F588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48" name="Freeform 24">
              <a:extLst>
                <a:ext uri="{FF2B5EF4-FFF2-40B4-BE49-F238E27FC236}">
                  <a16:creationId xmlns:a16="http://schemas.microsoft.com/office/drawing/2014/main" id="{6EC02D51-8C6E-4EFB-8699-BCED1E104BA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4" name="Freeform 25">
              <a:extLst>
                <a:ext uri="{FF2B5EF4-FFF2-40B4-BE49-F238E27FC236}">
                  <a16:creationId xmlns:a16="http://schemas.microsoft.com/office/drawing/2014/main" id="{4C01F396-3AF4-4071-A25C-AB697CC8874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50" name="Freeform 26">
              <a:extLst>
                <a:ext uri="{FF2B5EF4-FFF2-40B4-BE49-F238E27FC236}">
                  <a16:creationId xmlns:a16="http://schemas.microsoft.com/office/drawing/2014/main" id="{10A9AEFD-3978-4988-B005-38C6CFAC67B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51" name="Freeform 27">
              <a:extLst>
                <a:ext uri="{FF2B5EF4-FFF2-40B4-BE49-F238E27FC236}">
                  <a16:creationId xmlns:a16="http://schemas.microsoft.com/office/drawing/2014/main" id="{1758348A-EB8C-4FB3-919E-60E64B9F697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7" name="Freeform 28">
              <a:extLst>
                <a:ext uri="{FF2B5EF4-FFF2-40B4-BE49-F238E27FC236}">
                  <a16:creationId xmlns:a16="http://schemas.microsoft.com/office/drawing/2014/main" id="{9DFC8B2E-1DBE-4CD7-A0BB-89A705FF5D1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6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53" name="Freeform 29">
              <a:extLst>
                <a:ext uri="{FF2B5EF4-FFF2-40B4-BE49-F238E27FC236}">
                  <a16:creationId xmlns:a16="http://schemas.microsoft.com/office/drawing/2014/main" id="{703A5162-D9F9-41B6-A0D1-03B0E8A28E8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1059" name="Freeform 30">
              <a:extLst>
                <a:ext uri="{FF2B5EF4-FFF2-40B4-BE49-F238E27FC236}">
                  <a16:creationId xmlns:a16="http://schemas.microsoft.com/office/drawing/2014/main" id="{3A61A2B2-F109-480A-8DCC-2E940AF3C67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26655" name="Freeform 31">
              <a:extLst>
                <a:ext uri="{FF2B5EF4-FFF2-40B4-BE49-F238E27FC236}">
                  <a16:creationId xmlns:a16="http://schemas.microsoft.com/office/drawing/2014/main" id="{0901536E-D978-4574-B9F4-D48E91D2707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56" name="Freeform 32">
              <a:extLst>
                <a:ext uri="{FF2B5EF4-FFF2-40B4-BE49-F238E27FC236}">
                  <a16:creationId xmlns:a16="http://schemas.microsoft.com/office/drawing/2014/main" id="{B161B86C-0296-42BE-9C25-EA5496446A6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57" name="Freeform 33">
              <a:extLst>
                <a:ext uri="{FF2B5EF4-FFF2-40B4-BE49-F238E27FC236}">
                  <a16:creationId xmlns:a16="http://schemas.microsoft.com/office/drawing/2014/main" id="{73A135C5-CA5B-409F-9470-977510D34EC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58" name="Freeform 34">
              <a:extLst>
                <a:ext uri="{FF2B5EF4-FFF2-40B4-BE49-F238E27FC236}">
                  <a16:creationId xmlns:a16="http://schemas.microsoft.com/office/drawing/2014/main" id="{28DC2EF2-24E7-4E1E-B4B3-3D161BF9F08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59" name="Freeform 35">
              <a:extLst>
                <a:ext uri="{FF2B5EF4-FFF2-40B4-BE49-F238E27FC236}">
                  <a16:creationId xmlns:a16="http://schemas.microsoft.com/office/drawing/2014/main" id="{AFB3F5E3-5EBA-4F36-A405-9151E5F9078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60" name="Freeform 36">
              <a:extLst>
                <a:ext uri="{FF2B5EF4-FFF2-40B4-BE49-F238E27FC236}">
                  <a16:creationId xmlns:a16="http://schemas.microsoft.com/office/drawing/2014/main" id="{F7DC9B55-9E2F-48CE-8C7F-7E03C6BFAE6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61" name="Freeform 37">
              <a:extLst>
                <a:ext uri="{FF2B5EF4-FFF2-40B4-BE49-F238E27FC236}">
                  <a16:creationId xmlns:a16="http://schemas.microsoft.com/office/drawing/2014/main" id="{1123058A-6BFF-4285-8026-B977F60AB7B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6662" name="Freeform 38">
              <a:extLst>
                <a:ext uri="{FF2B5EF4-FFF2-40B4-BE49-F238E27FC236}">
                  <a16:creationId xmlns:a16="http://schemas.microsoft.com/office/drawing/2014/main" id="{70BE5F52-3E11-40ED-8381-AFD80942B19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 sz="1800"/>
            </a:p>
          </p:txBody>
        </p:sp>
        <p:grpSp>
          <p:nvGrpSpPr>
            <p:cNvPr id="1068" name="Group 39">
              <a:extLst>
                <a:ext uri="{FF2B5EF4-FFF2-40B4-BE49-F238E27FC236}">
                  <a16:creationId xmlns:a16="http://schemas.microsoft.com/office/drawing/2014/main" id="{D88FD95D-8406-47B1-86F1-614026EA87C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26664" name="Freeform 40">
                <a:extLst>
                  <a:ext uri="{FF2B5EF4-FFF2-40B4-BE49-F238E27FC236}">
                    <a16:creationId xmlns:a16="http://schemas.microsoft.com/office/drawing/2014/main" id="{08DFB46A-3F60-4BE0-BDFC-5AB3702FD0E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  <p:sp>
            <p:nvSpPr>
              <p:cNvPr id="26665" name="Freeform 41">
                <a:extLst>
                  <a:ext uri="{FF2B5EF4-FFF2-40B4-BE49-F238E27FC236}">
                    <a16:creationId xmlns:a16="http://schemas.microsoft.com/office/drawing/2014/main" id="{9752BF94-0AAA-4ECA-966A-3EB6B1D44BD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1800"/>
              </a:p>
            </p:txBody>
          </p:sp>
        </p:grpSp>
      </p:grpSp>
      <p:sp>
        <p:nvSpPr>
          <p:cNvPr id="26666" name="Rectangle 42">
            <a:extLst>
              <a:ext uri="{FF2B5EF4-FFF2-40B4-BE49-F238E27FC236}">
                <a16:creationId xmlns:a16="http://schemas.microsoft.com/office/drawing/2014/main" id="{E7B697AA-1791-4190-A031-2B027144C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26667" name="Rectangle 43">
            <a:extLst>
              <a:ext uri="{FF2B5EF4-FFF2-40B4-BE49-F238E27FC236}">
                <a16:creationId xmlns:a16="http://schemas.microsoft.com/office/drawing/2014/main" id="{F972B420-BC19-4D5C-8969-5B853E590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6668" name="Rectangle 44">
            <a:extLst>
              <a:ext uri="{FF2B5EF4-FFF2-40B4-BE49-F238E27FC236}">
                <a16:creationId xmlns:a16="http://schemas.microsoft.com/office/drawing/2014/main" id="{F8FFAC41-467F-4A42-86E4-995EF02CE8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69" name="Rectangle 45">
            <a:extLst>
              <a:ext uri="{FF2B5EF4-FFF2-40B4-BE49-F238E27FC236}">
                <a16:creationId xmlns:a16="http://schemas.microsoft.com/office/drawing/2014/main" id="{2AA89782-1E05-4B38-9A9C-531D315499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70" name="Rectangle 46">
            <a:extLst>
              <a:ext uri="{FF2B5EF4-FFF2-40B4-BE49-F238E27FC236}">
                <a16:creationId xmlns:a16="http://schemas.microsoft.com/office/drawing/2014/main" id="{BDD3A799-A3A0-425B-A8A2-D7A4197F66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10701C3-3228-4668-8F90-3BDA47AB7AB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716072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5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B285AE9D-929A-46D6-871C-B00F131C5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Comic Sans MS" pitchFamily="66" charset="0"/>
                <a:ea typeface="宋体" pitchFamily="2" charset="-122"/>
              </a:rPr>
              <a:t>Homework on chap2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AF638FF9-6CA9-4D8F-B8D3-8575DDD57C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0200" y="1371600"/>
            <a:ext cx="8991600" cy="5334000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AutoNum type="arabicPeriod"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Exercise 2.3-5</a:t>
            </a:r>
          </a:p>
          <a:p>
            <a:pPr marL="514350" indent="-514350" eaLnBrk="1" hangingPunct="1">
              <a:buFont typeface="Wingdings" panose="05000000000000000000" pitchFamily="2" charset="2"/>
              <a:buAutoNum type="arabicPeriod"/>
              <a:defRPr/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 Design an algorithm to compute </a:t>
            </a:r>
            <a:r>
              <a:rPr lang="en-US" altLang="zh-CN" sz="2800" b="1" dirty="0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Fibonacci numbers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 pseudo code. Give an analysis for the time complexity of your algorithm.</a:t>
            </a:r>
          </a:p>
          <a:p>
            <a:pPr marL="0" indent="0" eaLnBrk="1" hangingPunct="1">
              <a:buNone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 </a:t>
            </a:r>
          </a:p>
          <a:p>
            <a:pPr eaLnBrk="1" hangingPunct="1">
              <a:defRPr/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defRPr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8852" name="Rectangle 8">
            <a:extLst>
              <a:ext uri="{FF2B5EF4-FFF2-40B4-BE49-F238E27FC236}">
                <a16:creationId xmlns:a16="http://schemas.microsoft.com/office/drawing/2014/main" id="{9FDCBBA7-FC31-4BFF-85EA-1D968ABC7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8EE27E-8AA7-40E4-9E7E-DB1F10A302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5891" y="5395191"/>
            <a:ext cx="8835736" cy="136189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129A279-0B88-4F70-9A3F-0B2DB23655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4946" y="1908560"/>
            <a:ext cx="8304068" cy="213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B6C14-0FAD-45CC-8BC5-B79A31FEE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>
                <a:ea typeface="宋体" panose="02010600030101010101" pitchFamily="2" charset="-122"/>
              </a:rPr>
              <a:t>Homework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5724D8-87EF-42FC-82C8-4161D4128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anose="02010600030101010101" pitchFamily="2" charset="-122"/>
              </a:rPr>
              <a:t>Answer the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following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problem and justify your answer.</a:t>
            </a:r>
          </a:p>
          <a:p>
            <a:pPr>
              <a:defRPr/>
            </a:pP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80900" name="图片 1">
            <a:extLst>
              <a:ext uri="{FF2B5EF4-FFF2-40B4-BE49-F238E27FC236}">
                <a16:creationId xmlns:a16="http://schemas.microsoft.com/office/drawing/2014/main" id="{5D97E8D6-71FC-41DD-BA89-C7A4BB1E2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799" y="2341562"/>
            <a:ext cx="6062981" cy="378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E78C3A6-5136-46E3-A8CB-400C139EAEC4}"/>
              </a:ext>
            </a:extLst>
          </p:cNvPr>
          <p:cNvCxnSpPr>
            <a:cxnSpLocks/>
          </p:cNvCxnSpPr>
          <p:nvPr/>
        </p:nvCxnSpPr>
        <p:spPr bwMode="auto">
          <a:xfrm>
            <a:off x="3675245" y="3030747"/>
            <a:ext cx="350193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92</Words>
  <Application>Microsoft Office PowerPoint</Application>
  <PresentationFormat>宽屏</PresentationFormat>
  <Paragraphs>24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宋体</vt:lpstr>
      <vt:lpstr>Arial</vt:lpstr>
      <vt:lpstr>Comic Sans MS</vt:lpstr>
      <vt:lpstr>Times New Roman</vt:lpstr>
      <vt:lpstr>Wingdings</vt:lpstr>
      <vt:lpstr>Beam</vt:lpstr>
      <vt:lpstr>Homework on chap2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</dc:title>
  <dc:creator>admin</dc:creator>
  <cp:lastModifiedBy>86137</cp:lastModifiedBy>
  <cp:revision>9</cp:revision>
  <dcterms:created xsi:type="dcterms:W3CDTF">2020-02-28T08:02:37Z</dcterms:created>
  <dcterms:modified xsi:type="dcterms:W3CDTF">2025-02-21T13:11:31Z</dcterms:modified>
</cp:coreProperties>
</file>
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</p:sldMasterIdLst>
  <p:notesMasterIdLst>
    <p:notesMasterId r:id="rId6"/>
  </p:notesMasterIdLst>
  <p:sldIdLst>
    <p:sldId id="285" r:id="rId4"/>
    <p:sldId id="28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94387-AE24-47E5-8A14-5F35080583E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6AB32-9087-4281-ADAB-54FCA100FC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8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43BE50CE-5A96-4090-8E8C-B0AEE23665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2D13FE-D940-464E-BDF7-4D41D0E5FD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3BA469E6-79C2-4990-A1CD-14E108C52F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22E6350-BD86-4E43-BC1A-947EC1F89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039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F8028-D5C5-4AA9-AF04-4A998E864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A47505-B5EE-44FA-A64E-B5C104676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25BDD-9944-4204-8AE4-B45A4563A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F8D1AE-828A-42AF-AE61-2CAEA964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D36FA-2E3F-4D59-8BF0-BF1C521D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80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10AEF-CB27-41BC-A709-186C6A3E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385300-CDE2-42A5-B164-7E87FC12A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0A507-37C6-46A2-A68A-474A48A4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B117A-AA00-45CF-B406-02E9AF6B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7C18D3-4563-400C-B548-5A02F57E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04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B0B58-CE66-42B5-887C-F75121B5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9044F9-C38B-4216-9139-DED70240B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B09F2-2111-4997-BD15-101E1539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48740-E4E3-442F-B767-E0CB228E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E17989-D625-4248-A1D1-20EDB1D4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513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381F3-2D13-4D90-BBB4-8650ED75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E44BF-FE11-4406-9032-08B1A76B5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CD0CDE-D6D0-48FB-98D9-0D33321E2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C914DA-4D1D-4454-A436-FEB7D54A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5D855A-6626-4B38-9FF6-F02D2BA2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8FD960-F350-4AED-9D10-BC0CCB39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91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7F994-BEAD-420D-A346-C1857A71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78520A-478F-43B8-9F78-05B7FDFED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2D73F6-FD0E-4CC8-8270-4B8EBDD50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890CB8-71FC-4BEA-B5A9-4FB62D574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B7F8BB-B8F7-4318-88C4-4AFDA7F4E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AB8C44-EA31-4C18-A190-01C6A517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9AAFA8-E70B-4566-AF58-BBD2D149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62B64D-ADFD-4DD9-9B12-3A88340B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712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E18EE-B4DF-4309-8571-B8D03F63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605C0D-1EB7-4903-9467-B535C5E5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F4DF0F-0F22-4994-B1E2-4FC2BB4A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B5E4D-D7D6-47E7-B404-0BBBE265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51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59C0E2-2279-493F-BFEB-FEAF372E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4A5C15-4AE4-4F2C-A1D9-7E2E4B0F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C9A6A5-17DC-4D5B-81F2-2A36D5804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866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0FB740-C727-4F64-A740-6D48BAEE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447ED-9701-4DD7-A0F8-54C27EA04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7540EE-3AF8-4EDF-916C-2D8F0F013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E03D8E-1612-497F-94A8-D9E2AE36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35E72E-A82F-44A0-A240-45D038D6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428D70-B9F9-4C75-913C-6C50A010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877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D1681-225A-41A0-965B-27603FA3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D6D00F-33FB-46DD-898F-4F2F105E9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CC557D-ED7B-4126-89BE-DD9CBE602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C46E09-FCA5-4B32-8C73-87AFEC5B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9DF3D0-E4FC-4E48-B90F-7934A82D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AE4ADB-9ADF-45A8-A388-96920552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65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86666-5A89-4057-B701-E91EA2D7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90606B-CBC7-4253-A9BC-65597DEFC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AEF6D1-22CD-4D93-9D9D-D13FB8EA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3476A7-6DCB-4EB9-ADBE-3DA59866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F5217-C54E-4307-8F01-9E087212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90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DB7441-A11D-478B-9668-8844A753B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956721-D13F-4EAA-A287-F4F5F3353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9C497-F40A-4004-9E67-7E7F22EC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9CCB3-166D-4F75-BA8E-AC17F8B34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ADE76-4AFF-44EA-B960-D187E2D0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036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34BF445E-9987-4D26-9828-A6530728699B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B14621A-0094-498E-AD40-B67FF0D5AB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D1EEDCAC-8CC1-4041-91F0-D228FC2040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9F6269D-BEBA-4E1F-A200-10FBEA52B0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7DB5985-6027-42BE-809A-FB955A4238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4 w 1722"/>
                <a:gd name="T1" fmla="*/ 62 h 66"/>
                <a:gd name="T2" fmla="*/ 1714 w 1722"/>
                <a:gd name="T3" fmla="*/ 56 h 66"/>
                <a:gd name="T4" fmla="*/ 0 w 1722"/>
                <a:gd name="T5" fmla="*/ 0 h 66"/>
                <a:gd name="T6" fmla="*/ 0 w 1722"/>
                <a:gd name="T7" fmla="*/ 44 h 66"/>
                <a:gd name="T8" fmla="*/ 1714 w 1722"/>
                <a:gd name="T9" fmla="*/ 62 h 66"/>
                <a:gd name="T10" fmla="*/ 1714 w 1722"/>
                <a:gd name="T11" fmla="*/ 62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A225108-EE87-49E4-B2B8-C858663A4FC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B303BDCF-5CAC-4DCE-9978-0553C90075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1 w 975"/>
                <a:gd name="T1" fmla="*/ 48 h 101"/>
                <a:gd name="T2" fmla="*/ 971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1 w 975"/>
                <a:gd name="T9" fmla="*/ 48 h 101"/>
                <a:gd name="T10" fmla="*/ 971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0F3DD78-EE2E-4E9B-A709-AB1643539F2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3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3 w 2141"/>
                <a:gd name="T7" fmla="*/ 0 h 198"/>
                <a:gd name="T8" fmla="*/ 2133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676C303-87F7-45EC-9344-1119C77E098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D751DBE-7921-494F-9D0D-95AF538E269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0 w 2517"/>
                <a:gd name="T1" fmla="*/ 276 h 276"/>
                <a:gd name="T2" fmla="*/ 2505 w 2517"/>
                <a:gd name="T3" fmla="*/ 204 h 276"/>
                <a:gd name="T4" fmla="*/ 2248 w 2517"/>
                <a:gd name="T5" fmla="*/ 0 h 276"/>
                <a:gd name="T6" fmla="*/ 0 w 2517"/>
                <a:gd name="T7" fmla="*/ 276 h 276"/>
                <a:gd name="T8" fmla="*/ 2170 w 2517"/>
                <a:gd name="T9" fmla="*/ 276 h 276"/>
                <a:gd name="T10" fmla="*/ 2170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AFBB9D21-F473-493F-96F4-1AC153AA220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9E234CEB-FA3E-4761-9C51-3D6B83B6C79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5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5 w 729"/>
                <a:gd name="T7" fmla="*/ 240 h 240"/>
                <a:gd name="T8" fmla="*/ 725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99583746-7100-4FB4-BD68-0FD506DD75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077B52CE-850F-4A8D-9005-B090B57913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5 w 729"/>
                <a:gd name="T1" fmla="*/ 318 h 318"/>
                <a:gd name="T2" fmla="*/ 725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5 w 729"/>
                <a:gd name="T9" fmla="*/ 318 h 318"/>
                <a:gd name="T10" fmla="*/ 725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D714551-A14B-4E2B-84EE-AC18E2C28FC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AC306965-023A-4E74-916F-AB2CAC7657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3CA8768A-5DAA-42BB-A043-98826693B4C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7EE58130-2F35-485D-BE88-518EE53F323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75E52FE-FA41-4B42-975A-65623417D8C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AEE528C-6D22-4AB5-9CA2-9F0F564B427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6D85C29-5364-4632-B59F-F5EF17279B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9E610DB3-246B-4DE6-8796-EF28C69912C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DE71BE66-713E-4D25-8028-048C275B3BD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E30DA8C2-977E-427B-9A50-682C5CA2FFA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C2170E25-239E-47B5-BBF7-2AA7D23DB26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A797917B-F7B3-40DB-B5A0-CBB389924D0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69A1BA15-D7FF-4023-844E-023D457D51B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8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5CB30FC2-903D-4AEB-A81A-1B96D2A335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20DF12F7-F011-4CA3-A88D-766E482912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95627C5E-793B-4F81-95F5-3C5A1DEED3A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1F8926DB-8E2D-41DF-ADEC-B769E9935F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882B4DB8-B182-4804-A3E4-EE8A5B7DF0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91506055-B95F-4CD8-B62E-807F48A2B22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333E1A40-6766-42B7-9F86-5852A074CBC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2A94E565-CFDB-44D4-97E5-92C27C0F3E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9B7180DA-CC1F-48C3-9671-3552A5D1F5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EE868309-1CE0-4EA5-8E21-80CD302BF62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4CE03490-A6E3-4F99-BF78-D1725D7CA03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8549FA86-8E49-49BA-85FF-FB9830677BC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28C87342-1B30-44D0-89DA-E82553A07D7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</p:grpSp>
      <p:sp>
        <p:nvSpPr>
          <p:cNvPr id="3281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00200"/>
            <a:ext cx="109728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281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463141A9-6D25-4CD1-B797-95427B84107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F95EDF23-2C81-4F37-A13A-D6C912262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F58DA61C-585B-486C-A9CA-6101A7C9E1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3AE62-DFE5-490D-A11F-C212F2E0F4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1259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E41B24C0-2140-4D10-A735-9E45E8F70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7AEA8633-106E-4BA8-B2B6-951677B37B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A0DBEF70-E857-4EC8-8C6C-E1A0095B99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A631F-2E8B-44B9-8B07-7BB124BB0DF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888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BAAEB628-BD92-463A-9689-EBB2EB709F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6C2266A6-C484-4F6B-9A74-7740DF6E08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1CA9BC21-C2D8-4E56-8B17-78C0295891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85A21-5A9E-49B5-B51B-484966D021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7196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58BDC8FA-BFEB-4341-BB48-1AEB2A0279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40D525A7-F334-46FC-AF58-872BE32082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8C64F3F6-F749-448F-8AFB-AA307F3E6B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6E514-9AEC-4D40-885D-D218A77E17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2303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4BC5412F-284C-42FD-AB27-47077EAEA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0F217BF9-3447-4A2C-8A8F-1C47AECCB3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B7590B22-B052-4040-8FFF-01186579CF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5676D-B627-4655-8539-523BBD5F8F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3019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87BA7EFD-AFC8-41A3-9F99-8251B5649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69C545C3-3A55-4B4A-AA9D-F50D8A8F41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>
            <a:extLst>
              <a:ext uri="{FF2B5EF4-FFF2-40B4-BE49-F238E27FC236}">
                <a16:creationId xmlns:a16="http://schemas.microsoft.com/office/drawing/2014/main" id="{278C2A46-8294-4FDF-8F83-EE4FD3597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9307C-D971-44E9-8944-BE791F3BDC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2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98EAF05C-5301-4DF9-B8E0-9E263CD87D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>
            <a:extLst>
              <a:ext uri="{FF2B5EF4-FFF2-40B4-BE49-F238E27FC236}">
                <a16:creationId xmlns:a16="http://schemas.microsoft.com/office/drawing/2014/main" id="{9E0B1964-330F-4A37-8A88-BF58AFCA5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>
            <a:extLst>
              <a:ext uri="{FF2B5EF4-FFF2-40B4-BE49-F238E27FC236}">
                <a16:creationId xmlns:a16="http://schemas.microsoft.com/office/drawing/2014/main" id="{FCFD32EC-76AC-4F41-8A82-21058279BD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82212-77B2-492F-8D04-4BF048D07A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28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241E7A79-B3EF-4D1C-86E3-25491694C1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29A6ADCA-C349-4810-AB38-955D7347FE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DA29688B-BE89-48FF-A02A-87AEDB390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A3106-6B89-47FA-B3A6-EBC4E304EB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6240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2B86CAAE-7426-46DC-99F6-61C40065AD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FE1FCF0C-5655-47B7-A8C7-BD58682CAF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E86AF5E1-149B-4782-82DA-3A025AE2F0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2D9C9B-B499-4E4D-9F1C-0CD21C3D66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646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2C941441-A030-42FD-9438-30FC0EF906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B72060FB-4E92-4F53-AA2C-BDF89B6CC5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C6F99350-60F9-465E-BE48-D2E78982F8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F43CF-1874-4060-B6CE-3FBD83E174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9918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96390F03-5A5C-454C-8C59-B9DD2B5AC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0CBBF216-E948-4599-8074-A5E2E7AB30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9FF7CB5D-5A9B-4D69-8387-9155C6CFB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4897C-D0C9-437E-865D-AEFCB0DB7A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0445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C3A8B3B-AD87-45A2-8FC2-962C31C229C6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805DEB4-8B38-4E08-B8F9-BD4D10B3AC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CCDE6FDF-BFCB-42B1-8977-0B32C53D73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9703B4B-A234-40D1-97BC-F8B3C3F193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D7C0F23-8961-4C66-8840-ED6C16000F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E38DB5A0-DBED-4FD8-855D-9C862B3458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8A3C6DB1-4C56-4F60-A8E8-83D31E1DBEC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504AA12-D6A6-4848-AAEC-28C3C117FB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DFA148CA-3390-4864-BA03-07931206717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6B1AA71-7059-4FE5-88ED-6DE9212CEE5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311FFCBD-1FE5-4E8F-BE56-EBE451EF180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63DF3D61-6D2E-4062-8FFE-43B5C1CF3F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D7F8E364-7650-4262-955A-6847F07CED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4A46362-C2B7-4A6F-8F75-5EB56385BE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DC53C95-DA2E-4795-8B82-5041D5AB96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313C150-9C22-447B-9A59-FDE61F0E07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E2B314E-9454-4151-AD24-8CE6E0E26E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4F06B59-BA0F-4D2E-A9EB-6C800357C7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A94BD2CE-CAF8-4341-8DEE-AD07109421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38EC48F2-753A-4AA3-B4F7-087AD61010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40FE88E-D103-4283-8D60-C57B22F6238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825894EE-EC5D-401F-B508-629C4A6776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0E5E0C0-676C-41AE-B3B7-71085A4DE6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9F218C11-F83B-4760-81B8-D8E678B771D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B1810AF-586A-40DC-8D2C-CD8DC541E2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AA851CC-6E4C-47EF-BC77-C48D700EF3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4F72AA40-6DB0-4027-9D60-E8282DD9CE0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6F180E19-24FF-48ED-BD4B-4E9B955ED4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06F0ED8E-EA8E-4208-81C0-CB92F0641C6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E7B90210-62BB-4DED-B078-E51369CE66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8B62AFAE-0FD4-4644-8F12-4DBCAEB2ED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231D173B-C563-4F5C-918F-11ED29DC67D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26AE940F-68C6-423C-B973-F3CF8A3244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F3E6E87D-26EE-48D3-B7A9-6DCA42154D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81C44F21-EE1B-4D34-9222-C26BF7860BF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6A6121A2-365C-4369-8907-061554DD3C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4BC58E79-8F69-4B85-9D84-88C63901640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7C489E4F-666E-4ECB-BA10-785D9B116A9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EA23213A-ABF9-452D-A1D6-51DA056219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0FE60A99-789B-46F6-820F-A0E553AABEF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</p:grpSp>
      <p:sp>
        <p:nvSpPr>
          <p:cNvPr id="2769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00200"/>
            <a:ext cx="109728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2769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92CFF85B-5DF3-463C-87A3-68BBD21C7F0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DA21294E-7351-4CC3-838E-2DEB9460E3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70762CD2-664C-48F9-B7D3-2C22E4DDDB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EA99E-D664-4A80-A51B-8B9756DFAE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8477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2FC1BD44-8F35-4898-A6D0-AE858AA08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93910B54-DEB1-4D92-9195-2642499795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2C5B4BFA-7C03-4B7E-A5CB-178566AE66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56510-FFC3-4D8A-812C-2E336DB046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28124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E190DAFE-9185-4158-9D63-A9FD99B163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536F02DC-F276-4991-A368-56821112B3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F4CDF811-FD20-4642-852A-346B3AA00B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0539E-A21E-4DA4-86BE-FA6EB29D25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46484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360D9F46-D232-4C4D-87FA-AAF9850754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F4D77CCB-6FA9-486F-A6FA-D33168C74A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D6597BAD-8735-4BE1-9CA1-184F75067B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DC6D4-CC32-4EA1-8DB2-3A2B07852A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2980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48767A9D-B589-4682-AEA1-861C7FAC3D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AAC48A6C-20FF-4E6D-B1CE-6147F27EE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96A4B55A-FEB5-442D-A0C3-0677DB265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806B0-D743-42C9-93E6-5DFA101F61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971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56514800-39E7-4EE3-8FAE-D552E165C3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C51786E9-C3FD-42A0-BF0E-3B7C33E61B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>
            <a:extLst>
              <a:ext uri="{FF2B5EF4-FFF2-40B4-BE49-F238E27FC236}">
                <a16:creationId xmlns:a16="http://schemas.microsoft.com/office/drawing/2014/main" id="{4AF25122-AF0A-49A4-B0C6-022FDE911C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E5F86-E176-4EF8-9A52-3A5537FF6C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0566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F53B2C06-1A54-4FF9-8039-21835B6720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>
            <a:extLst>
              <a:ext uri="{FF2B5EF4-FFF2-40B4-BE49-F238E27FC236}">
                <a16:creationId xmlns:a16="http://schemas.microsoft.com/office/drawing/2014/main" id="{CE790964-EC1A-4E6B-A8CC-51508327B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>
            <a:extLst>
              <a:ext uri="{FF2B5EF4-FFF2-40B4-BE49-F238E27FC236}">
                <a16:creationId xmlns:a16="http://schemas.microsoft.com/office/drawing/2014/main" id="{DE67D790-D7DD-488E-9263-CEA420C7D2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508CE-C29A-49CD-B51D-A2160493E8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60384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8EBC4EB6-BDCD-437A-8274-9BA4E673CB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7B09575C-BB61-4BF3-82D6-4F1B941D76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4740BDB3-4981-428E-B3E6-210D00114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FC304-2191-4865-B739-F653C71382B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99943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C6A341BA-D7DE-4D92-BA9D-F72F858301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0ECAEEC7-6BE2-4E2B-B163-879B35A64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1890FF52-D989-474A-849E-6A827DF65F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2DD08-6300-4782-94B7-1565C28D9C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29154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3F0B7FD0-8A47-4AD9-B10D-038EB8F4EC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A9D0BE11-D8EF-4F40-AD66-75B24C62B4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1914DC5A-DBC0-4358-9021-7C1DDCDE15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AA750-1939-4013-9B90-8666897201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10494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D2238B4E-8A65-449E-81BA-4DCD3A4850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864D7428-2F7E-4015-A3A2-60BA332A03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60495F61-4C34-402E-9D06-2FC386DD4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924AC-12A3-463C-8676-9448435422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84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701CA8-43CE-4EED-B018-1CD99565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95BF9-0657-4051-A235-A0A3C6E83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C56576-6F55-49C8-81A7-51E2F298D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B40E-4CBB-48DE-9B15-D875005437EB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3D5647-26FB-4F14-9B10-9BA82BD52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B0093-C0A8-45D3-AAD8-C6A2BC393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BD93A-1E6F-43C6-8E52-6DB3FE430B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11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AE318E2-523D-4E2A-987C-099BEACEEC78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31747" name="Freeform 3">
              <a:extLst>
                <a:ext uri="{FF2B5EF4-FFF2-40B4-BE49-F238E27FC236}">
                  <a16:creationId xmlns:a16="http://schemas.microsoft.com/office/drawing/2014/main" id="{34471DA9-BCAA-4E63-8092-FE0DD64D0D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48" name="Freeform 4">
              <a:extLst>
                <a:ext uri="{FF2B5EF4-FFF2-40B4-BE49-F238E27FC236}">
                  <a16:creationId xmlns:a16="http://schemas.microsoft.com/office/drawing/2014/main" id="{1E72CB0E-EF43-4ADF-9D08-48C27A2618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49" name="Freeform 5">
              <a:extLst>
                <a:ext uri="{FF2B5EF4-FFF2-40B4-BE49-F238E27FC236}">
                  <a16:creationId xmlns:a16="http://schemas.microsoft.com/office/drawing/2014/main" id="{A537E454-845C-466A-8CD1-318F489FBE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5A3229A8-2777-47BA-8757-543B213677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4 w 1722"/>
                <a:gd name="T1" fmla="*/ 62 h 66"/>
                <a:gd name="T2" fmla="*/ 1714 w 1722"/>
                <a:gd name="T3" fmla="*/ 56 h 66"/>
                <a:gd name="T4" fmla="*/ 0 w 1722"/>
                <a:gd name="T5" fmla="*/ 0 h 66"/>
                <a:gd name="T6" fmla="*/ 0 w 1722"/>
                <a:gd name="T7" fmla="*/ 44 h 66"/>
                <a:gd name="T8" fmla="*/ 1714 w 1722"/>
                <a:gd name="T9" fmla="*/ 62 h 66"/>
                <a:gd name="T10" fmla="*/ 1714 w 1722"/>
                <a:gd name="T11" fmla="*/ 62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1" name="Freeform 7">
              <a:extLst>
                <a:ext uri="{FF2B5EF4-FFF2-40B4-BE49-F238E27FC236}">
                  <a16:creationId xmlns:a16="http://schemas.microsoft.com/office/drawing/2014/main" id="{432D875A-8148-47C1-9B86-619BDE4A26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7" name="Freeform 8">
              <a:extLst>
                <a:ext uri="{FF2B5EF4-FFF2-40B4-BE49-F238E27FC236}">
                  <a16:creationId xmlns:a16="http://schemas.microsoft.com/office/drawing/2014/main" id="{C64710F3-437A-40A9-8510-B2E55A8C74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1 w 975"/>
                <a:gd name="T1" fmla="*/ 48 h 101"/>
                <a:gd name="T2" fmla="*/ 971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1 w 975"/>
                <a:gd name="T9" fmla="*/ 48 h 101"/>
                <a:gd name="T10" fmla="*/ 971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2640B72B-FC9E-4500-89FA-063AB3E4F19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3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3 w 2141"/>
                <a:gd name="T7" fmla="*/ 0 h 198"/>
                <a:gd name="T8" fmla="*/ 2133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4" name="Freeform 10">
              <a:extLst>
                <a:ext uri="{FF2B5EF4-FFF2-40B4-BE49-F238E27FC236}">
                  <a16:creationId xmlns:a16="http://schemas.microsoft.com/office/drawing/2014/main" id="{B1AA9DDD-46AA-4D88-AED1-C81F0EDDAD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59C723BF-8AF2-4893-95BD-724686F0A3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70 w 2517"/>
                <a:gd name="T1" fmla="*/ 276 h 276"/>
                <a:gd name="T2" fmla="*/ 2505 w 2517"/>
                <a:gd name="T3" fmla="*/ 204 h 276"/>
                <a:gd name="T4" fmla="*/ 2248 w 2517"/>
                <a:gd name="T5" fmla="*/ 0 h 276"/>
                <a:gd name="T6" fmla="*/ 0 w 2517"/>
                <a:gd name="T7" fmla="*/ 276 h 276"/>
                <a:gd name="T8" fmla="*/ 2170 w 2517"/>
                <a:gd name="T9" fmla="*/ 276 h 276"/>
                <a:gd name="T10" fmla="*/ 2170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6" name="Freeform 12">
              <a:extLst>
                <a:ext uri="{FF2B5EF4-FFF2-40B4-BE49-F238E27FC236}">
                  <a16:creationId xmlns:a16="http://schemas.microsoft.com/office/drawing/2014/main" id="{7AFC8B89-2390-48E6-8820-5001C0B5123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9A966C31-1848-4702-B784-B6CDB730ED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5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5 w 729"/>
                <a:gd name="T7" fmla="*/ 240 h 240"/>
                <a:gd name="T8" fmla="*/ 725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58" name="Freeform 14">
              <a:extLst>
                <a:ext uri="{FF2B5EF4-FFF2-40B4-BE49-F238E27FC236}">
                  <a16:creationId xmlns:a16="http://schemas.microsoft.com/office/drawing/2014/main" id="{674CF114-A816-41E9-B0AC-33271A79691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4F8E5661-3AF5-45EF-A998-E302AF13DE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5 w 729"/>
                <a:gd name="T1" fmla="*/ 318 h 318"/>
                <a:gd name="T2" fmla="*/ 725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5 w 729"/>
                <a:gd name="T9" fmla="*/ 318 h 318"/>
                <a:gd name="T10" fmla="*/ 725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60" name="Freeform 16">
              <a:extLst>
                <a:ext uri="{FF2B5EF4-FFF2-40B4-BE49-F238E27FC236}">
                  <a16:creationId xmlns:a16="http://schemas.microsoft.com/office/drawing/2014/main" id="{0C5C0FFB-624C-425A-89CA-CD2A9E1C65A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61" name="Freeform 17">
              <a:extLst>
                <a:ext uri="{FF2B5EF4-FFF2-40B4-BE49-F238E27FC236}">
                  <a16:creationId xmlns:a16="http://schemas.microsoft.com/office/drawing/2014/main" id="{40E5CBC9-6E36-4754-8C24-C1AB776C4F7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62" name="Freeform 18">
              <a:extLst>
                <a:ext uri="{FF2B5EF4-FFF2-40B4-BE49-F238E27FC236}">
                  <a16:creationId xmlns:a16="http://schemas.microsoft.com/office/drawing/2014/main" id="{2385C500-718E-49E9-8E26-109769AF3C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84340286-BB96-4FB8-AA23-48A4B66BAF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64" name="Freeform 20">
              <a:extLst>
                <a:ext uri="{FF2B5EF4-FFF2-40B4-BE49-F238E27FC236}">
                  <a16:creationId xmlns:a16="http://schemas.microsoft.com/office/drawing/2014/main" id="{677C942D-3800-44B2-85D9-0441F8B39E5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535E5B8A-3E3B-447D-A541-9B7E890710C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66" name="Freeform 22">
              <a:extLst>
                <a:ext uri="{FF2B5EF4-FFF2-40B4-BE49-F238E27FC236}">
                  <a16:creationId xmlns:a16="http://schemas.microsoft.com/office/drawing/2014/main" id="{9B739F1C-E313-4142-B92C-58C3DF20A25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67" name="Freeform 23">
              <a:extLst>
                <a:ext uri="{FF2B5EF4-FFF2-40B4-BE49-F238E27FC236}">
                  <a16:creationId xmlns:a16="http://schemas.microsoft.com/office/drawing/2014/main" id="{7DCEB8D5-C328-44A5-9E5E-40E8562844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68" name="Freeform 24">
              <a:extLst>
                <a:ext uri="{FF2B5EF4-FFF2-40B4-BE49-F238E27FC236}">
                  <a16:creationId xmlns:a16="http://schemas.microsoft.com/office/drawing/2014/main" id="{A5CEC81A-51FE-4A2B-B9CF-1764C2E6027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A4A50150-2900-4BC0-8A3A-924EE1CDD8F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70" name="Freeform 26">
              <a:extLst>
                <a:ext uri="{FF2B5EF4-FFF2-40B4-BE49-F238E27FC236}">
                  <a16:creationId xmlns:a16="http://schemas.microsoft.com/office/drawing/2014/main" id="{7369D2DD-2225-471F-8CE5-3D20951BAC4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71" name="Freeform 27">
              <a:extLst>
                <a:ext uri="{FF2B5EF4-FFF2-40B4-BE49-F238E27FC236}">
                  <a16:creationId xmlns:a16="http://schemas.microsoft.com/office/drawing/2014/main" id="{0C600794-3C43-4031-B65E-BD6EF2690DF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D06871CB-0DC8-42F8-9F9C-6BA4AA703A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8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73" name="Freeform 29">
              <a:extLst>
                <a:ext uri="{FF2B5EF4-FFF2-40B4-BE49-F238E27FC236}">
                  <a16:creationId xmlns:a16="http://schemas.microsoft.com/office/drawing/2014/main" id="{0A34763F-AA73-44AA-A069-D86C7822E55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F84AFC98-8DE6-4140-9883-DF0F89EBFD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775" name="Freeform 31">
              <a:extLst>
                <a:ext uri="{FF2B5EF4-FFF2-40B4-BE49-F238E27FC236}">
                  <a16:creationId xmlns:a16="http://schemas.microsoft.com/office/drawing/2014/main" id="{00EC2D1A-BB79-4269-B45B-2BD10E841CD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76" name="Freeform 32">
              <a:extLst>
                <a:ext uri="{FF2B5EF4-FFF2-40B4-BE49-F238E27FC236}">
                  <a16:creationId xmlns:a16="http://schemas.microsoft.com/office/drawing/2014/main" id="{DC87EABE-BFF7-4DEB-9872-AFBD1D5606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77" name="Freeform 33">
              <a:extLst>
                <a:ext uri="{FF2B5EF4-FFF2-40B4-BE49-F238E27FC236}">
                  <a16:creationId xmlns:a16="http://schemas.microsoft.com/office/drawing/2014/main" id="{84A4EA11-5DB1-476E-A394-1AAF0F9BDF9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78" name="Freeform 34">
              <a:extLst>
                <a:ext uri="{FF2B5EF4-FFF2-40B4-BE49-F238E27FC236}">
                  <a16:creationId xmlns:a16="http://schemas.microsoft.com/office/drawing/2014/main" id="{6DABD017-973C-4AE6-957D-5F0AE443B6F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79" name="Freeform 35">
              <a:extLst>
                <a:ext uri="{FF2B5EF4-FFF2-40B4-BE49-F238E27FC236}">
                  <a16:creationId xmlns:a16="http://schemas.microsoft.com/office/drawing/2014/main" id="{A401FECC-1B9D-4BC6-8D76-961E0CFC669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80" name="Freeform 36">
              <a:extLst>
                <a:ext uri="{FF2B5EF4-FFF2-40B4-BE49-F238E27FC236}">
                  <a16:creationId xmlns:a16="http://schemas.microsoft.com/office/drawing/2014/main" id="{A031EC2F-D6AC-4142-B2F7-8DC20E4EBB9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81" name="Freeform 37">
              <a:extLst>
                <a:ext uri="{FF2B5EF4-FFF2-40B4-BE49-F238E27FC236}">
                  <a16:creationId xmlns:a16="http://schemas.microsoft.com/office/drawing/2014/main" id="{072524FB-C2DC-49EF-9F2A-13812762F0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1782" name="Freeform 38">
              <a:extLst>
                <a:ext uri="{FF2B5EF4-FFF2-40B4-BE49-F238E27FC236}">
                  <a16:creationId xmlns:a16="http://schemas.microsoft.com/office/drawing/2014/main" id="{B711FBD3-4795-40DA-B473-4B528046A1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grpSp>
          <p:nvGrpSpPr>
            <p:cNvPr id="1068" name="Group 39">
              <a:extLst>
                <a:ext uri="{FF2B5EF4-FFF2-40B4-BE49-F238E27FC236}">
                  <a16:creationId xmlns:a16="http://schemas.microsoft.com/office/drawing/2014/main" id="{77945F9D-6ABB-42DB-8D0F-A9C20316446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31784" name="Freeform 40">
                <a:extLst>
                  <a:ext uri="{FF2B5EF4-FFF2-40B4-BE49-F238E27FC236}">
                    <a16:creationId xmlns:a16="http://schemas.microsoft.com/office/drawing/2014/main" id="{616DB34B-CF50-4894-97E7-39D096B6B9B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31785" name="Freeform 41">
                <a:extLst>
                  <a:ext uri="{FF2B5EF4-FFF2-40B4-BE49-F238E27FC236}">
                    <a16:creationId xmlns:a16="http://schemas.microsoft.com/office/drawing/2014/main" id="{0EF75AD1-9C9C-4092-8966-799DF4A30A8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</p:grpSp>
      <p:sp>
        <p:nvSpPr>
          <p:cNvPr id="31786" name="Rectangle 42">
            <a:extLst>
              <a:ext uri="{FF2B5EF4-FFF2-40B4-BE49-F238E27FC236}">
                <a16:creationId xmlns:a16="http://schemas.microsoft.com/office/drawing/2014/main" id="{8D6B6968-868F-4B5B-95AE-70B5FF9DE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31787" name="Rectangle 43">
            <a:extLst>
              <a:ext uri="{FF2B5EF4-FFF2-40B4-BE49-F238E27FC236}">
                <a16:creationId xmlns:a16="http://schemas.microsoft.com/office/drawing/2014/main" id="{FEE7766E-CA42-472C-ADA8-CAF3A9E5A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1788" name="Rectangle 44">
            <a:extLst>
              <a:ext uri="{FF2B5EF4-FFF2-40B4-BE49-F238E27FC236}">
                <a16:creationId xmlns:a16="http://schemas.microsoft.com/office/drawing/2014/main" id="{FDB3F81D-376A-4DD5-88DE-09E5A18723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89" name="Rectangle 45">
            <a:extLst>
              <a:ext uri="{FF2B5EF4-FFF2-40B4-BE49-F238E27FC236}">
                <a16:creationId xmlns:a16="http://schemas.microsoft.com/office/drawing/2014/main" id="{85844B14-C74E-4EFB-8375-DE4945BB11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90" name="Rectangle 46">
            <a:extLst>
              <a:ext uri="{FF2B5EF4-FFF2-40B4-BE49-F238E27FC236}">
                <a16:creationId xmlns:a16="http://schemas.microsoft.com/office/drawing/2014/main" id="{3F8EFFE2-8950-4ACF-9428-E9B0F50178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8F9978A-59D3-44FD-8A0D-321FDD67DA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77101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76164FF-869B-43C1-88E7-8B5B4FA9F689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26627" name="Freeform 3">
              <a:extLst>
                <a:ext uri="{FF2B5EF4-FFF2-40B4-BE49-F238E27FC236}">
                  <a16:creationId xmlns:a16="http://schemas.microsoft.com/office/drawing/2014/main" id="{AA43379E-EAAB-4C57-BB9C-88162147C9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28" name="Freeform 4">
              <a:extLst>
                <a:ext uri="{FF2B5EF4-FFF2-40B4-BE49-F238E27FC236}">
                  <a16:creationId xmlns:a16="http://schemas.microsoft.com/office/drawing/2014/main" id="{2B991888-BC52-40DB-92AA-C951B3E3FD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29" name="Freeform 5">
              <a:extLst>
                <a:ext uri="{FF2B5EF4-FFF2-40B4-BE49-F238E27FC236}">
                  <a16:creationId xmlns:a16="http://schemas.microsoft.com/office/drawing/2014/main" id="{86368F28-B740-4468-B96F-24EE1923F5D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949743C6-2B26-4B93-B2AB-19C08F00CB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1" name="Freeform 7">
              <a:extLst>
                <a:ext uri="{FF2B5EF4-FFF2-40B4-BE49-F238E27FC236}">
                  <a16:creationId xmlns:a16="http://schemas.microsoft.com/office/drawing/2014/main" id="{371034FA-244B-4224-A8C4-3F51FD87FF5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7" name="Freeform 8">
              <a:extLst>
                <a:ext uri="{FF2B5EF4-FFF2-40B4-BE49-F238E27FC236}">
                  <a16:creationId xmlns:a16="http://schemas.microsoft.com/office/drawing/2014/main" id="{EC5BA705-A115-40BC-A112-0D58F41DC2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A25AB1B1-AF22-4195-80E1-1BED070B79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4" name="Freeform 10">
              <a:extLst>
                <a:ext uri="{FF2B5EF4-FFF2-40B4-BE49-F238E27FC236}">
                  <a16:creationId xmlns:a16="http://schemas.microsoft.com/office/drawing/2014/main" id="{2FEDC09B-C189-4B27-ACB1-78C30DBF4D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D33146E7-F9DE-43F3-AD4F-6B6E7F70CC8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6" name="Freeform 12">
              <a:extLst>
                <a:ext uri="{FF2B5EF4-FFF2-40B4-BE49-F238E27FC236}">
                  <a16:creationId xmlns:a16="http://schemas.microsoft.com/office/drawing/2014/main" id="{197AD0AB-EEE3-4986-967B-E0682A1CC1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00CC66BA-CE65-48B9-9D2C-06D2848589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8" name="Freeform 14">
              <a:extLst>
                <a:ext uri="{FF2B5EF4-FFF2-40B4-BE49-F238E27FC236}">
                  <a16:creationId xmlns:a16="http://schemas.microsoft.com/office/drawing/2014/main" id="{31B5BCC8-B3CC-4542-894B-2D422727B8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D0BC89B6-2BB2-418A-AB81-149649E7AB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40" name="Freeform 16">
              <a:extLst>
                <a:ext uri="{FF2B5EF4-FFF2-40B4-BE49-F238E27FC236}">
                  <a16:creationId xmlns:a16="http://schemas.microsoft.com/office/drawing/2014/main" id="{465C716E-B855-4609-A92E-52437EA73B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1" name="Freeform 17">
              <a:extLst>
                <a:ext uri="{FF2B5EF4-FFF2-40B4-BE49-F238E27FC236}">
                  <a16:creationId xmlns:a16="http://schemas.microsoft.com/office/drawing/2014/main" id="{9FF687A2-28A8-4A3E-83E5-1FC136BCFC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2" name="Freeform 18">
              <a:extLst>
                <a:ext uri="{FF2B5EF4-FFF2-40B4-BE49-F238E27FC236}">
                  <a16:creationId xmlns:a16="http://schemas.microsoft.com/office/drawing/2014/main" id="{6D32C02E-9245-4C7B-8432-EC9FBB0419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0BB77C25-AFEB-4EE8-8944-302EDF0E03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44" name="Freeform 20">
              <a:extLst>
                <a:ext uri="{FF2B5EF4-FFF2-40B4-BE49-F238E27FC236}">
                  <a16:creationId xmlns:a16="http://schemas.microsoft.com/office/drawing/2014/main" id="{C53EEB4D-E0DB-4B0B-8744-D34F57ECDEE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952A41B3-9F2A-4050-8FE2-E92E8DD80D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46" name="Freeform 22">
              <a:extLst>
                <a:ext uri="{FF2B5EF4-FFF2-40B4-BE49-F238E27FC236}">
                  <a16:creationId xmlns:a16="http://schemas.microsoft.com/office/drawing/2014/main" id="{E43A23EA-627A-415B-82B8-D4F1A4CDD35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7" name="Freeform 23">
              <a:extLst>
                <a:ext uri="{FF2B5EF4-FFF2-40B4-BE49-F238E27FC236}">
                  <a16:creationId xmlns:a16="http://schemas.microsoft.com/office/drawing/2014/main" id="{37919F34-AF93-442C-AB38-341DD56F58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8" name="Freeform 24">
              <a:extLst>
                <a:ext uri="{FF2B5EF4-FFF2-40B4-BE49-F238E27FC236}">
                  <a16:creationId xmlns:a16="http://schemas.microsoft.com/office/drawing/2014/main" id="{6EC02D51-8C6E-4EFB-8699-BCED1E104B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4C01F396-3AF4-4071-A25C-AB697CC887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50" name="Freeform 26">
              <a:extLst>
                <a:ext uri="{FF2B5EF4-FFF2-40B4-BE49-F238E27FC236}">
                  <a16:creationId xmlns:a16="http://schemas.microsoft.com/office/drawing/2014/main" id="{10A9AEFD-3978-4988-B005-38C6CFAC67B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1" name="Freeform 27">
              <a:extLst>
                <a:ext uri="{FF2B5EF4-FFF2-40B4-BE49-F238E27FC236}">
                  <a16:creationId xmlns:a16="http://schemas.microsoft.com/office/drawing/2014/main" id="{1758348A-EB8C-4FB3-919E-60E64B9F69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9DFC8B2E-1DBE-4CD7-A0BB-89A705FF5D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53" name="Freeform 29">
              <a:extLst>
                <a:ext uri="{FF2B5EF4-FFF2-40B4-BE49-F238E27FC236}">
                  <a16:creationId xmlns:a16="http://schemas.microsoft.com/office/drawing/2014/main" id="{703A5162-D9F9-41B6-A0D1-03B0E8A28E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3A61A2B2-F109-480A-8DCC-2E940AF3C6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55" name="Freeform 31">
              <a:extLst>
                <a:ext uri="{FF2B5EF4-FFF2-40B4-BE49-F238E27FC236}">
                  <a16:creationId xmlns:a16="http://schemas.microsoft.com/office/drawing/2014/main" id="{0901536E-D978-4574-B9F4-D48E91D270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6" name="Freeform 32">
              <a:extLst>
                <a:ext uri="{FF2B5EF4-FFF2-40B4-BE49-F238E27FC236}">
                  <a16:creationId xmlns:a16="http://schemas.microsoft.com/office/drawing/2014/main" id="{B161B86C-0296-42BE-9C25-EA5496446A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7" name="Freeform 33">
              <a:extLst>
                <a:ext uri="{FF2B5EF4-FFF2-40B4-BE49-F238E27FC236}">
                  <a16:creationId xmlns:a16="http://schemas.microsoft.com/office/drawing/2014/main" id="{73A135C5-CA5B-409F-9470-977510D34E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8" name="Freeform 34">
              <a:extLst>
                <a:ext uri="{FF2B5EF4-FFF2-40B4-BE49-F238E27FC236}">
                  <a16:creationId xmlns:a16="http://schemas.microsoft.com/office/drawing/2014/main" id="{28DC2EF2-24E7-4E1E-B4B3-3D161BF9F08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9" name="Freeform 35">
              <a:extLst>
                <a:ext uri="{FF2B5EF4-FFF2-40B4-BE49-F238E27FC236}">
                  <a16:creationId xmlns:a16="http://schemas.microsoft.com/office/drawing/2014/main" id="{AFB3F5E3-5EBA-4F36-A405-9151E5F907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60" name="Freeform 36">
              <a:extLst>
                <a:ext uri="{FF2B5EF4-FFF2-40B4-BE49-F238E27FC236}">
                  <a16:creationId xmlns:a16="http://schemas.microsoft.com/office/drawing/2014/main" id="{F7DC9B55-9E2F-48CE-8C7F-7E03C6BFAE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61" name="Freeform 37">
              <a:extLst>
                <a:ext uri="{FF2B5EF4-FFF2-40B4-BE49-F238E27FC236}">
                  <a16:creationId xmlns:a16="http://schemas.microsoft.com/office/drawing/2014/main" id="{1123058A-6BFF-4285-8026-B977F60AB7B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62" name="Freeform 38">
              <a:extLst>
                <a:ext uri="{FF2B5EF4-FFF2-40B4-BE49-F238E27FC236}">
                  <a16:creationId xmlns:a16="http://schemas.microsoft.com/office/drawing/2014/main" id="{70BE5F52-3E11-40ED-8381-AFD80942B1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grpSp>
          <p:nvGrpSpPr>
            <p:cNvPr id="1068" name="Group 39">
              <a:extLst>
                <a:ext uri="{FF2B5EF4-FFF2-40B4-BE49-F238E27FC236}">
                  <a16:creationId xmlns:a16="http://schemas.microsoft.com/office/drawing/2014/main" id="{D88FD95D-8406-47B1-86F1-614026EA87C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26664" name="Freeform 40">
                <a:extLst>
                  <a:ext uri="{FF2B5EF4-FFF2-40B4-BE49-F238E27FC236}">
                    <a16:creationId xmlns:a16="http://schemas.microsoft.com/office/drawing/2014/main" id="{08DFB46A-3F60-4BE0-BDFC-5AB3702FD0E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26665" name="Freeform 41">
                <a:extLst>
                  <a:ext uri="{FF2B5EF4-FFF2-40B4-BE49-F238E27FC236}">
                    <a16:creationId xmlns:a16="http://schemas.microsoft.com/office/drawing/2014/main" id="{9752BF94-0AAA-4ECA-966A-3EB6B1D44BD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</p:grpSp>
      <p:sp>
        <p:nvSpPr>
          <p:cNvPr id="26666" name="Rectangle 42">
            <a:extLst>
              <a:ext uri="{FF2B5EF4-FFF2-40B4-BE49-F238E27FC236}">
                <a16:creationId xmlns:a16="http://schemas.microsoft.com/office/drawing/2014/main" id="{E7B697AA-1791-4190-A031-2B027144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6667" name="Rectangle 43">
            <a:extLst>
              <a:ext uri="{FF2B5EF4-FFF2-40B4-BE49-F238E27FC236}">
                <a16:creationId xmlns:a16="http://schemas.microsoft.com/office/drawing/2014/main" id="{F972B420-BC19-4D5C-8969-5B853E590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6668" name="Rectangle 44">
            <a:extLst>
              <a:ext uri="{FF2B5EF4-FFF2-40B4-BE49-F238E27FC236}">
                <a16:creationId xmlns:a16="http://schemas.microsoft.com/office/drawing/2014/main" id="{F8FFAC41-467F-4A42-86E4-995EF02CE8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69" name="Rectangle 45">
            <a:extLst>
              <a:ext uri="{FF2B5EF4-FFF2-40B4-BE49-F238E27FC236}">
                <a16:creationId xmlns:a16="http://schemas.microsoft.com/office/drawing/2014/main" id="{2AA89782-1E05-4B38-9A9C-531D315499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70" name="Rectangle 46">
            <a:extLst>
              <a:ext uri="{FF2B5EF4-FFF2-40B4-BE49-F238E27FC236}">
                <a16:creationId xmlns:a16="http://schemas.microsoft.com/office/drawing/2014/main" id="{BDD3A799-A3A0-425B-A8A2-D7A4197F66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10701C3-3228-4668-8F90-3BDA47AB7A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17538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05230AC-62C8-4361-9EA6-6F4EE0EB3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Comic Sans MS" pitchFamily="66" charset="0"/>
                <a:ea typeface="宋体" pitchFamily="2" charset="-122"/>
              </a:rPr>
              <a:t>Homework on chap 3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A4804-3DF7-4A31-BD3E-A8A31338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3.1-4</a:t>
            </a:r>
            <a:r>
              <a:rPr lang="zh-CN" altLang="en-US" dirty="0"/>
              <a:t>，</a:t>
            </a:r>
            <a:r>
              <a:rPr lang="en-US" altLang="zh-CN" dirty="0"/>
              <a:t>Problem 3-4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Give the asymptotic tight bound of log(n!)</a:t>
            </a:r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22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3F8B7C-A7A6-43BF-807C-F4A3CDF2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4.1-5,4.5-4</a:t>
            </a: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[1…n] is i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ncreasing-ordered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 with all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integer (possibly be negative). Find an algorithm by Divide-and-Conquer to find </a:t>
            </a:r>
            <a:r>
              <a:rPr lang="en-US" altLang="zh-CN" i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altLang="zh-C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worst-case running time of your algorithm should be in O(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FA7459-CA89-4FA2-8C8F-D70E32A37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Comic Sans MS" pitchFamily="66" charset="0"/>
                <a:ea typeface="宋体" pitchFamily="2" charset="-122"/>
              </a:rPr>
              <a:t>Homework on</a:t>
            </a:r>
            <a:r>
              <a:rPr lang="zh-CN" altLang="en-US" dirty="0">
                <a:latin typeface="Comic Sans MS" pitchFamily="66" charset="0"/>
                <a:ea typeface="宋体" pitchFamily="2" charset="-122"/>
              </a:rPr>
              <a:t> </a:t>
            </a:r>
            <a:r>
              <a:rPr lang="en-US" altLang="zh-CN" dirty="0">
                <a:latin typeface="Comic Sans MS" pitchFamily="66" charset="0"/>
                <a:ea typeface="宋体" pitchFamily="2" charset="-122"/>
              </a:rPr>
              <a:t>chap</a:t>
            </a:r>
            <a:r>
              <a:rPr lang="zh-CN" altLang="en-US" dirty="0">
                <a:latin typeface="Comic Sans MS" pitchFamily="66" charset="0"/>
                <a:ea typeface="宋体" pitchFamily="2" charset="-122"/>
              </a:rPr>
              <a:t> </a:t>
            </a:r>
            <a:r>
              <a:rPr lang="en-US" altLang="zh-CN" dirty="0">
                <a:latin typeface="Comic Sans MS" pitchFamily="66" charset="0"/>
                <a:ea typeface="宋体" pitchFamily="2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5291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72</Words>
  <Application>Microsoft Office PowerPoint</Application>
  <PresentationFormat>宽屏</PresentationFormat>
  <Paragraphs>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Comic Sans MS</vt:lpstr>
      <vt:lpstr>Times New Roman</vt:lpstr>
      <vt:lpstr>Wingdings</vt:lpstr>
      <vt:lpstr>Office 主题​​</vt:lpstr>
      <vt:lpstr>1_Beam</vt:lpstr>
      <vt:lpstr>Beam</vt:lpstr>
      <vt:lpstr>Homework on chap 3</vt:lpstr>
      <vt:lpstr>Homework on chap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</dc:title>
  <dc:creator>admin</dc:creator>
  <cp:lastModifiedBy>86137</cp:lastModifiedBy>
  <cp:revision>13</cp:revision>
  <dcterms:created xsi:type="dcterms:W3CDTF">2020-02-28T08:09:01Z</dcterms:created>
  <dcterms:modified xsi:type="dcterms:W3CDTF">2025-02-28T07:31:29Z</dcterms:modified>
</cp:coreProperties>
</file>
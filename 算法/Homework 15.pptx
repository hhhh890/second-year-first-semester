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86" r:id="rId2"/>
    <p:sldId id="28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75" d="100"/>
          <a:sy n="75" d="100"/>
        </p:scale>
        <p:origin x="13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94286-0B2D-4801-9DD4-5F4424DFD155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23100-4E7E-4DAC-9E9A-5A182392D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768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895A4803-7023-4CF9-A723-BAE19F75B3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F893C4-F36F-4058-88DB-12257458F13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300187F5-9934-435D-B87D-D906558B82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1DA57065-CE13-441B-90C3-93387B2B1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C248D498-66E6-4826-BD77-B93503F8C378}"/>
              </a:ext>
            </a:extLst>
          </p:cNvPr>
          <p:cNvGrpSpPr>
            <a:grpSpLocks/>
          </p:cNvGrpSpPr>
          <p:nvPr/>
        </p:nvGrpSpPr>
        <p:grpSpPr bwMode="auto">
          <a:xfrm>
            <a:off x="1" y="1"/>
            <a:ext cx="12187767" cy="6850063"/>
            <a:chOff x="0" y="0"/>
            <a:chExt cx="5758" cy="4315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6737FF6A-7F06-4A22-90A6-A9A65EFED3B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930BDB3D-60BD-4B9C-9152-38EA7920971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B1FCA67A-4153-43E5-9F7A-7AE812889BE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C4B3084C-8DA6-4B3D-BA5C-05214D34C7B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1D477FB1-DFFE-4E31-9D01-D3778F8756B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800"/>
              </a:p>
            </p:txBody>
          </p:sp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8E820975-964D-4660-9BA7-1FDC181C24D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</p:grpSp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687026B-C66F-4D8A-B64D-E1DCF343339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396D6720-D437-49D1-90DF-A3C602ECA53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542 h 1906"/>
                <a:gd name="T4" fmla="*/ 5794 w 5740"/>
                <a:gd name="T5" fmla="*/ 1542 h 1906"/>
                <a:gd name="T6" fmla="*/ 5794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5307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36726"/>
            <a:ext cx="10363200" cy="1920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55308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78466FFA-37CC-4C3F-896E-2F1AFEA310F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2484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68567990-A2F2-48D8-A0B4-C9047F640A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5157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47E19869-EEF4-491B-A7E7-4EDDE0DFAC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5475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513AC-63AD-45CC-9749-6CB61314D5F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449578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9E3E5B9-2EC9-4197-B02A-AF0B2641CA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BFF7F16-FBF0-4DAE-AAB2-9474BA89FB2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AE92DE-5215-4E79-9681-A240A401015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4A0C1BC1-B2ED-4EA3-A3BD-7C2F9FC2E59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370956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B3F6796-8EB6-4464-A985-4BDA887755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17124B8-0C55-47BC-A793-5A79C0FCBD3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D0F64E-312F-483B-815F-AD56AB44A8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6720C18-9BAA-47E0-A904-FFFC90AFF25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114795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CE46862-6FAB-4B7F-806A-94D88B05E7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E3A44E5-B3AB-4B15-B8D9-94D6517FBB8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F1616-F70E-4729-B1FC-F27EE31FF44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53253B9B-33CD-408F-B5EA-E0D27698D74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84074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11139A9-B7F2-4B6C-9D4E-35AB789192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940E057-1750-4F1C-93E4-758B25576B9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6AFD3-0C05-48F5-85C7-4605D99E1A3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E1E29ABF-1996-4812-9E75-F0A1C6678F0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15257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42FE0A-9340-48C6-A499-61CAA4351E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7D714-6852-44EC-8100-1B7A009525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58081-AAF5-412F-ABBD-262B04BEAE3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1B82B2B0-D36F-499D-A958-0198F959597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69456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D41BE95-4504-45CB-9096-2F8566F0D5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53EAF10-25E1-4F0C-99A4-36F14CE0F23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8EB16-5412-4C1E-865F-C9463F85324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13BC6BFB-C70D-4B23-B2EE-0455738FA11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453022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331D04F-A4EB-40BD-A7BD-9951199C86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B609100-DA57-4E82-A14C-4DBCB8308C6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719F12-2295-4EA7-B6A4-2B6E6248FC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92985F4-0E3A-4DE4-AFCD-9695D9BF7D48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647035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521564-5068-41C0-BBA9-3DAAD7F3AC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57A3DD9-FD5F-4B6A-AF59-A342446D0B5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4FC7F-47AF-4151-A1EB-8FC6DDF1C17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6A6C6569-7698-4878-9BAE-BD04709D69F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63799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3CA9F6-D0E4-4859-BA3A-672820A53A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02E51BD-F5AB-4B0E-BDF7-CAECC460C4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EB3ABE-7C7D-45C8-9DE2-A031D1CCA1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8D9A2D5A-74F6-4A3B-A4D7-D13AA3581F3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173734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8E37F7-6DB1-4311-A232-2BB1772F8A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A0E3E86-D09C-46CD-9483-721666B8850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B8618-36D8-4050-8023-362FD4D6E43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2A1E820C-E95A-48EB-B6E8-F4BB7FD1E61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218469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8C379CF4-8A50-40D5-BD35-568FF7960A9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5157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4FF6075-467C-4ABD-9060-B885469F319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8C32DB-E668-4023-BA8C-B731252832C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8D6345D9-7997-452B-92AB-2D9D6B60DCB2}"/>
              </a:ext>
            </a:extLst>
          </p:cNvPr>
          <p:cNvGrpSpPr>
            <a:grpSpLocks/>
          </p:cNvGrpSpPr>
          <p:nvPr/>
        </p:nvGrpSpPr>
        <p:grpSpPr bwMode="auto">
          <a:xfrm>
            <a:off x="1" y="1"/>
            <a:ext cx="12187767" cy="6850063"/>
            <a:chOff x="0" y="0"/>
            <a:chExt cx="5758" cy="4315"/>
          </a:xfrm>
        </p:grpSpPr>
        <p:grpSp>
          <p:nvGrpSpPr>
            <p:cNvPr id="1032" name="Group 5">
              <a:extLst>
                <a:ext uri="{FF2B5EF4-FFF2-40B4-BE49-F238E27FC236}">
                  <a16:creationId xmlns:a16="http://schemas.microsoft.com/office/drawing/2014/main" id="{E4574A98-E902-48ED-8206-97B50BD0ADB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4278" name="Freeform 6">
                <a:extLst>
                  <a:ext uri="{FF2B5EF4-FFF2-40B4-BE49-F238E27FC236}">
                    <a16:creationId xmlns:a16="http://schemas.microsoft.com/office/drawing/2014/main" id="{4B21D070-7710-4768-B1AB-5118B1BF7E6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54279" name="Freeform 7">
                <a:extLst>
                  <a:ext uri="{FF2B5EF4-FFF2-40B4-BE49-F238E27FC236}">
                    <a16:creationId xmlns:a16="http://schemas.microsoft.com/office/drawing/2014/main" id="{FD0012F6-931F-465A-AA5A-3E1865C8FFC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54280" name="Freeform 8">
                <a:extLst>
                  <a:ext uri="{FF2B5EF4-FFF2-40B4-BE49-F238E27FC236}">
                    <a16:creationId xmlns:a16="http://schemas.microsoft.com/office/drawing/2014/main" id="{DC8B0331-8776-4CF3-811A-9BB87AA315B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1038" name="Freeform 9">
                <a:extLst>
                  <a:ext uri="{FF2B5EF4-FFF2-40B4-BE49-F238E27FC236}">
                    <a16:creationId xmlns:a16="http://schemas.microsoft.com/office/drawing/2014/main" id="{7597CB0A-B4F5-4EDF-B961-ACFBC533FE7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800"/>
              </a:p>
            </p:txBody>
          </p:sp>
          <p:sp>
            <p:nvSpPr>
              <p:cNvPr id="54282" name="Freeform 10">
                <a:extLst>
                  <a:ext uri="{FF2B5EF4-FFF2-40B4-BE49-F238E27FC236}">
                    <a16:creationId xmlns:a16="http://schemas.microsoft.com/office/drawing/2014/main" id="{46F89165-7D0C-49A1-80C3-EEF52F0865B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</p:grpSp>
        <p:sp>
          <p:nvSpPr>
            <p:cNvPr id="54283" name="Freeform 11">
              <a:extLst>
                <a:ext uri="{FF2B5EF4-FFF2-40B4-BE49-F238E27FC236}">
                  <a16:creationId xmlns:a16="http://schemas.microsoft.com/office/drawing/2014/main" id="{7B693CD5-AE76-411F-B785-6282A9F2B22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34" name="Freeform 12">
              <a:extLst>
                <a:ext uri="{FF2B5EF4-FFF2-40B4-BE49-F238E27FC236}">
                  <a16:creationId xmlns:a16="http://schemas.microsoft.com/office/drawing/2014/main" id="{02688C11-2134-44A4-82C6-4E77F6B5C12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542 h 1906"/>
                <a:gd name="T4" fmla="*/ 5794 w 5740"/>
                <a:gd name="T5" fmla="*/ 1542 h 1906"/>
                <a:gd name="T6" fmla="*/ 5794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4285" name="Rectangle 13">
            <a:extLst>
              <a:ext uri="{FF2B5EF4-FFF2-40B4-BE49-F238E27FC236}">
                <a16:creationId xmlns:a16="http://schemas.microsoft.com/office/drawing/2014/main" id="{61775040-70FB-44C7-A375-B8EB6EED100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54286" name="Rectangle 14">
            <a:extLst>
              <a:ext uri="{FF2B5EF4-FFF2-40B4-BE49-F238E27FC236}">
                <a16:creationId xmlns:a16="http://schemas.microsoft.com/office/drawing/2014/main" id="{D30B85B2-4DD5-45FE-A24D-1DD007B05CE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87" name="Rectangle 15">
            <a:extLst>
              <a:ext uri="{FF2B5EF4-FFF2-40B4-BE49-F238E27FC236}">
                <a16:creationId xmlns:a16="http://schemas.microsoft.com/office/drawing/2014/main" id="{891E1EC2-320F-4812-9D19-93A202CBAB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125748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31E9D6C6-EADF-47BF-8F8C-35B98799F12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ea typeface="宋体" pitchFamily="2" charset="-122"/>
              </a:rPr>
              <a:t>Homework 15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B1E531-8993-443C-B076-8DDAB8D73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72137"/>
            <a:ext cx="9399181" cy="207597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545B7A3-DF2F-4C5E-B75C-2AEFFDD5C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258003"/>
            <a:ext cx="9746512" cy="181603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0AF8A51-DE30-4C22-9F28-2D6A7C477CD7}"/>
              </a:ext>
            </a:extLst>
          </p:cNvPr>
          <p:cNvSpPr txBox="1"/>
          <p:nvPr/>
        </p:nvSpPr>
        <p:spPr>
          <a:xfrm>
            <a:off x="340242" y="978195"/>
            <a:ext cx="3912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3200" dirty="0"/>
              <a:t> 24.3-4</a:t>
            </a:r>
            <a:r>
              <a:rPr lang="zh-CN" altLang="en-US" sz="3200" dirty="0"/>
              <a:t>， </a:t>
            </a:r>
            <a:r>
              <a:rPr lang="en-US" altLang="zh-CN" sz="3200" dirty="0"/>
              <a:t>24.3-6</a:t>
            </a:r>
            <a:endParaRPr lang="zh-CN" altLang="en-US" sz="32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AAE96-3C17-4E6D-A38C-C50A2910A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on Chap 26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A519D5-D4F0-4214-BEB9-EF5E20AE1EC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3200" dirty="0"/>
              <a:t>26. 2-8, 26.2-12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7437768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  <a:ea typeface="굴림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  <a:ea typeface="굴림" pitchFamily="34" charset="-127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16</Words>
  <Application>Microsoft Office PowerPoint</Application>
  <PresentationFormat>宽屏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굴림</vt:lpstr>
      <vt:lpstr>等线</vt:lpstr>
      <vt:lpstr>宋体</vt:lpstr>
      <vt:lpstr>Arial</vt:lpstr>
      <vt:lpstr>Garamond</vt:lpstr>
      <vt:lpstr>Times New Roman</vt:lpstr>
      <vt:lpstr>Wingdings</vt:lpstr>
      <vt:lpstr>Stream</vt:lpstr>
      <vt:lpstr>Homework 15</vt:lpstr>
      <vt:lpstr>Homework on Chap 26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15</dc:title>
  <dc:creator>86137</dc:creator>
  <cp:lastModifiedBy>王轶彤</cp:lastModifiedBy>
  <cp:revision>6</cp:revision>
  <dcterms:created xsi:type="dcterms:W3CDTF">2024-06-05T02:41:51Z</dcterms:created>
  <dcterms:modified xsi:type="dcterms:W3CDTF">2026-06-11T16:12:29Z</dcterms:modified>
</cp:coreProperties>
</file>
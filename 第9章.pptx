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90"/>
  </p:notesMasterIdLst>
  <p:sldIdLst>
    <p:sldId id="333" r:id="rId2"/>
    <p:sldId id="334" r:id="rId3"/>
    <p:sldId id="335" r:id="rId4"/>
    <p:sldId id="336" r:id="rId5"/>
    <p:sldId id="549" r:id="rId6"/>
    <p:sldId id="550" r:id="rId7"/>
    <p:sldId id="551" r:id="rId8"/>
    <p:sldId id="553" r:id="rId9"/>
    <p:sldId id="554" r:id="rId10"/>
    <p:sldId id="338" r:id="rId11"/>
    <p:sldId id="342" r:id="rId12"/>
    <p:sldId id="343" r:id="rId13"/>
    <p:sldId id="344" r:id="rId14"/>
    <p:sldId id="345" r:id="rId15"/>
    <p:sldId id="346" r:id="rId16"/>
    <p:sldId id="347" r:id="rId17"/>
    <p:sldId id="348" r:id="rId18"/>
    <p:sldId id="349" r:id="rId19"/>
    <p:sldId id="351" r:id="rId20"/>
    <p:sldId id="597" r:id="rId21"/>
    <p:sldId id="353" r:id="rId22"/>
    <p:sldId id="355" r:id="rId23"/>
    <p:sldId id="365" r:id="rId24"/>
    <p:sldId id="366" r:id="rId25"/>
    <p:sldId id="367" r:id="rId26"/>
    <p:sldId id="368" r:id="rId27"/>
    <p:sldId id="369" r:id="rId28"/>
    <p:sldId id="370" r:id="rId29"/>
    <p:sldId id="372" r:id="rId30"/>
    <p:sldId id="379" r:id="rId31"/>
    <p:sldId id="459" r:id="rId32"/>
    <p:sldId id="382" r:id="rId33"/>
    <p:sldId id="381" r:id="rId34"/>
    <p:sldId id="383" r:id="rId35"/>
    <p:sldId id="384" r:id="rId36"/>
    <p:sldId id="385" r:id="rId37"/>
    <p:sldId id="386" r:id="rId38"/>
    <p:sldId id="387" r:id="rId39"/>
    <p:sldId id="388" r:id="rId40"/>
    <p:sldId id="390" r:id="rId41"/>
    <p:sldId id="556" r:id="rId42"/>
    <p:sldId id="583" r:id="rId43"/>
    <p:sldId id="557" r:id="rId44"/>
    <p:sldId id="360" r:id="rId45"/>
    <p:sldId id="392" r:id="rId46"/>
    <p:sldId id="393" r:id="rId47"/>
    <p:sldId id="395" r:id="rId48"/>
    <p:sldId id="396" r:id="rId49"/>
    <p:sldId id="394" r:id="rId50"/>
    <p:sldId id="399" r:id="rId51"/>
    <p:sldId id="400" r:id="rId52"/>
    <p:sldId id="415" r:id="rId53"/>
    <p:sldId id="416" r:id="rId54"/>
    <p:sldId id="417" r:id="rId55"/>
    <p:sldId id="420" r:id="rId56"/>
    <p:sldId id="421" r:id="rId57"/>
    <p:sldId id="422" r:id="rId58"/>
    <p:sldId id="423" r:id="rId59"/>
    <p:sldId id="424" r:id="rId60"/>
    <p:sldId id="425" r:id="rId61"/>
    <p:sldId id="426" r:id="rId62"/>
    <p:sldId id="427" r:id="rId63"/>
    <p:sldId id="428" r:id="rId64"/>
    <p:sldId id="429" r:id="rId65"/>
    <p:sldId id="430" r:id="rId66"/>
    <p:sldId id="432" r:id="rId67"/>
    <p:sldId id="437" r:id="rId68"/>
    <p:sldId id="438" r:id="rId69"/>
    <p:sldId id="571" r:id="rId70"/>
    <p:sldId id="588" r:id="rId71"/>
    <p:sldId id="444" r:id="rId72"/>
    <p:sldId id="461" r:id="rId73"/>
    <p:sldId id="446" r:id="rId74"/>
    <p:sldId id="598" r:id="rId75"/>
    <p:sldId id="447" r:id="rId76"/>
    <p:sldId id="589" r:id="rId77"/>
    <p:sldId id="449" r:id="rId78"/>
    <p:sldId id="451" r:id="rId79"/>
    <p:sldId id="452" r:id="rId80"/>
    <p:sldId id="453" r:id="rId81"/>
    <p:sldId id="454" r:id="rId82"/>
    <p:sldId id="457" r:id="rId83"/>
    <p:sldId id="590" r:id="rId84"/>
    <p:sldId id="591" r:id="rId85"/>
    <p:sldId id="600" r:id="rId86"/>
    <p:sldId id="592" r:id="rId87"/>
    <p:sldId id="593" r:id="rId88"/>
    <p:sldId id="377" r:id="rId89"/>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CC3300"/>
    <a:srgbClr val="0000CC"/>
    <a:srgbClr val="990099"/>
    <a:srgbClr val="66FF33"/>
    <a:srgbClr val="0000FF"/>
    <a:srgbClr val="FF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75" d="100"/>
          <a:sy n="75" d="100"/>
        </p:scale>
        <p:origin x="77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97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9794" name="Rectangle 2">
            <a:extLst>
              <a:ext uri="{FF2B5EF4-FFF2-40B4-BE49-F238E27FC236}">
                <a16:creationId xmlns:a16="http://schemas.microsoft.com/office/drawing/2014/main" id="{392EB77A-3C51-5A87-739A-F31068B6783F}"/>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5" name="Rectangle 3">
            <a:extLst>
              <a:ext uri="{FF2B5EF4-FFF2-40B4-BE49-F238E27FC236}">
                <a16:creationId xmlns:a16="http://schemas.microsoft.com/office/drawing/2014/main" id="{F7AF3DE4-8138-0507-CCA8-117B549ADD12}"/>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ea typeface="+mn-ea"/>
              </a:defRPr>
            </a:lvl1pPr>
          </a:lstStyle>
          <a:p>
            <a:pPr>
              <a:defRPr/>
            </a:pPr>
            <a:endParaRPr lang="en-US" altLang="zh-CN"/>
          </a:p>
        </p:txBody>
      </p:sp>
      <p:sp>
        <p:nvSpPr>
          <p:cNvPr id="4100" name="Rectangle 4">
            <a:extLst>
              <a:ext uri="{FF2B5EF4-FFF2-40B4-BE49-F238E27FC236}">
                <a16:creationId xmlns:a16="http://schemas.microsoft.com/office/drawing/2014/main" id="{4CE55625-AD6B-F871-B7C5-AA14F483253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9797" name="Rectangle 5">
            <a:extLst>
              <a:ext uri="{FF2B5EF4-FFF2-40B4-BE49-F238E27FC236}">
                <a16:creationId xmlns:a16="http://schemas.microsoft.com/office/drawing/2014/main" id="{451C654B-675A-0D33-6131-0B1811710B5C}"/>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89798" name="Rectangle 6">
            <a:extLst>
              <a:ext uri="{FF2B5EF4-FFF2-40B4-BE49-F238E27FC236}">
                <a16:creationId xmlns:a16="http://schemas.microsoft.com/office/drawing/2014/main" id="{08D71EB5-21FA-4AFB-4616-3AC7693BDAD9}"/>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9" name="Rectangle 7">
            <a:extLst>
              <a:ext uri="{FF2B5EF4-FFF2-40B4-BE49-F238E27FC236}">
                <a16:creationId xmlns:a16="http://schemas.microsoft.com/office/drawing/2014/main" id="{E01F8582-A903-0346-53A4-067A1D6ACD8B}"/>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ea typeface="+mn-ea"/>
              </a:defRPr>
            </a:lvl1pPr>
          </a:lstStyle>
          <a:p>
            <a:pPr>
              <a:defRPr/>
            </a:pPr>
            <a:fld id="{93F2FEC5-FE81-44A1-97DD-AACB8B9F614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3F2FEC5-FE81-44A1-97DD-AACB8B9F614F}" type="slidenum">
              <a:rPr lang="en-US" altLang="zh-CN" smtClean="0"/>
              <a:pPr>
                <a:defRPr/>
              </a:pPr>
              <a:t>1</a:t>
            </a:fld>
            <a:endParaRPr lang="en-US" altLang="zh-CN"/>
          </a:p>
        </p:txBody>
      </p:sp>
    </p:spTree>
    <p:extLst>
      <p:ext uri="{BB962C8B-B14F-4D97-AF65-F5344CB8AC3E}">
        <p14:creationId xmlns:p14="http://schemas.microsoft.com/office/powerpoint/2010/main" val="1930870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template &lt;class T&gt; class Element {</a:t>
            </a:r>
          </a:p>
          <a:p>
            <a:r>
              <a:rPr lang="en-US" altLang="zh-CN" dirty="0"/>
              <a:t>public:</a:t>
            </a:r>
          </a:p>
          <a:p>
            <a:r>
              <a:rPr lang="en-US" altLang="zh-CN" dirty="0"/>
              <a:t>    T key;		//</a:t>
            </a:r>
            <a:r>
              <a:rPr lang="zh-CN" altLang="en-US" dirty="0"/>
              <a:t>排序码</a:t>
            </a:r>
          </a:p>
          <a:p>
            <a:r>
              <a:rPr lang="zh-CN" altLang="en-US" dirty="0"/>
              <a:t>    </a:t>
            </a:r>
            <a:r>
              <a:rPr lang="en-US" altLang="zh-CN" dirty="0"/>
              <a:t>field </a:t>
            </a:r>
            <a:r>
              <a:rPr lang="en-US" altLang="zh-CN" dirty="0" err="1"/>
              <a:t>otherdata</a:t>
            </a:r>
            <a:r>
              <a:rPr lang="en-US" altLang="zh-CN" dirty="0"/>
              <a:t>;	//</a:t>
            </a:r>
            <a:r>
              <a:rPr lang="zh-CN" altLang="en-US" dirty="0"/>
              <a:t>其他数据成员</a:t>
            </a:r>
          </a:p>
          <a:p>
            <a:r>
              <a:rPr lang="zh-CN" altLang="en-US" dirty="0"/>
              <a:t>    </a:t>
            </a:r>
            <a:r>
              <a:rPr lang="en-US" altLang="zh-CN" dirty="0"/>
              <a:t>Element&lt;T&gt; &amp; operator = ( Element&lt;T&gt;&amp; x ) </a:t>
            </a:r>
          </a:p>
          <a:p>
            <a:r>
              <a:rPr lang="en-US" altLang="zh-CN" dirty="0"/>
              <a:t>        { key = </a:t>
            </a:r>
            <a:r>
              <a:rPr lang="en-US" altLang="zh-CN" dirty="0" err="1"/>
              <a:t>x.key</a:t>
            </a:r>
            <a:r>
              <a:rPr lang="en-US" altLang="zh-CN" dirty="0"/>
              <a:t>; </a:t>
            </a:r>
            <a:r>
              <a:rPr lang="en-US" altLang="zh-CN" dirty="0" err="1"/>
              <a:t>otherdata</a:t>
            </a:r>
            <a:r>
              <a:rPr lang="en-US" altLang="zh-CN" dirty="0"/>
              <a:t> = </a:t>
            </a:r>
            <a:r>
              <a:rPr lang="en-US" altLang="zh-CN" dirty="0" err="1"/>
              <a:t>x.otherdata</a:t>
            </a:r>
            <a:r>
              <a:rPr lang="en-US" altLang="zh-CN" dirty="0"/>
              <a:t>; return this; }</a:t>
            </a:r>
          </a:p>
          <a:p>
            <a:r>
              <a:rPr lang="en-US" altLang="zh-CN" dirty="0"/>
              <a:t>    bool operator == (Element&lt;T&gt;&amp; x )</a:t>
            </a:r>
          </a:p>
          <a:p>
            <a:r>
              <a:rPr lang="en-US" altLang="zh-CN" dirty="0"/>
              <a:t>        { return key == x-&gt;key; }	 </a:t>
            </a:r>
          </a:p>
          <a:p>
            <a:r>
              <a:rPr lang="en-US" altLang="zh-CN" dirty="0"/>
              <a:t>    bool operator &lt;= (Element&lt;T&gt;&amp; x )</a:t>
            </a:r>
          </a:p>
          <a:p>
            <a:r>
              <a:rPr lang="en-US" altLang="zh-CN" dirty="0"/>
              <a:t>        { return key &lt;= </a:t>
            </a:r>
            <a:r>
              <a:rPr lang="en-US" altLang="zh-CN" dirty="0" err="1"/>
              <a:t>x.key</a:t>
            </a:r>
            <a:r>
              <a:rPr lang="en-US" altLang="zh-CN" dirty="0"/>
              <a:t>; } </a:t>
            </a:r>
          </a:p>
          <a:p>
            <a:r>
              <a:rPr lang="en-US" altLang="zh-CN" dirty="0"/>
              <a:t>    bool operator &gt; (Element&lt;T&gt;&amp; x ) </a:t>
            </a:r>
          </a:p>
          <a:p>
            <a:r>
              <a:rPr lang="en-US" altLang="zh-CN" dirty="0"/>
              <a:t>        { return key &gt; </a:t>
            </a:r>
            <a:r>
              <a:rPr lang="en-US" altLang="zh-CN" dirty="0" err="1"/>
              <a:t>x.key</a:t>
            </a:r>
            <a:r>
              <a:rPr lang="en-US" altLang="zh-CN" dirty="0"/>
              <a:t>; }</a:t>
            </a:r>
          </a:p>
          <a:p>
            <a:r>
              <a:rPr lang="en-US" altLang="zh-CN" dirty="0"/>
              <a:t>    bool operator &lt; (Element&lt;T&gt;&amp; x ) </a:t>
            </a:r>
          </a:p>
          <a:p>
            <a:r>
              <a:rPr lang="en-US" altLang="zh-CN" dirty="0"/>
              <a:t>        { return key &lt; </a:t>
            </a:r>
            <a:r>
              <a:rPr lang="en-US" altLang="zh-CN" dirty="0" err="1"/>
              <a:t>x.key</a:t>
            </a:r>
            <a:r>
              <a:rPr lang="en-US" altLang="zh-CN" dirty="0"/>
              <a:t>; }</a:t>
            </a:r>
          </a:p>
          <a:p>
            <a:r>
              <a:rPr lang="en-US" altLang="zh-CN" dirty="0"/>
              <a:t>}</a:t>
            </a:r>
          </a:p>
          <a:p>
            <a:endParaRPr lang="zh-CN" altLang="en-US" dirty="0"/>
          </a:p>
        </p:txBody>
      </p:sp>
      <p:sp>
        <p:nvSpPr>
          <p:cNvPr id="4" name="灯片编号占位符 3"/>
          <p:cNvSpPr>
            <a:spLocks noGrp="1"/>
          </p:cNvSpPr>
          <p:nvPr>
            <p:ph type="sldNum" sz="quarter" idx="5"/>
          </p:nvPr>
        </p:nvSpPr>
        <p:spPr/>
        <p:txBody>
          <a:bodyPr/>
          <a:lstStyle/>
          <a:p>
            <a:pPr>
              <a:defRPr/>
            </a:pPr>
            <a:fld id="{93F2FEC5-FE81-44A1-97DD-AACB8B9F614F}" type="slidenum">
              <a:rPr lang="en-US" altLang="zh-CN" smtClean="0"/>
              <a:pPr>
                <a:defRPr/>
              </a:pPr>
              <a:t>10</a:t>
            </a:fld>
            <a:endParaRPr lang="en-US" altLang="zh-CN"/>
          </a:p>
        </p:txBody>
      </p:sp>
    </p:spTree>
    <p:extLst>
      <p:ext uri="{BB962C8B-B14F-4D97-AF65-F5344CB8AC3E}">
        <p14:creationId xmlns:p14="http://schemas.microsoft.com/office/powerpoint/2010/main" val="193112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5C92F2-6078-48A0-8BA6-93D1C797965C}" type="slidenum">
              <a:rPr lang="en-US" altLang="zh-CN"/>
              <a:pPr/>
              <a:t>44</a:t>
            </a:fld>
            <a:endParaRPr lang="en-US" altLang="zh-CN"/>
          </a:p>
        </p:txBody>
      </p:sp>
      <p:sp>
        <p:nvSpPr>
          <p:cNvPr id="280578" name="Rectangle 2"/>
          <p:cNvSpPr>
            <a:spLocks noGrp="1" noRot="1" noChangeAspect="1" noChangeArrowheads="1" noTextEdit="1"/>
          </p:cNvSpPr>
          <p:nvPr>
            <p:ph type="sldImg"/>
          </p:nvPr>
        </p:nvSpPr>
        <p:spPr>
          <a:xfrm>
            <a:off x="1143000" y="685800"/>
            <a:ext cx="4572000" cy="3429000"/>
          </a:xfrm>
          <a:ln/>
        </p:spPr>
      </p:sp>
      <p:sp>
        <p:nvSpPr>
          <p:cNvPr id="280579" name="Rectangle 3"/>
          <p:cNvSpPr>
            <a:spLocks noGrp="1" noChangeArrowheads="1"/>
          </p:cNvSpPr>
          <p:nvPr>
            <p:ph type="body" idx="1"/>
          </p:nvPr>
        </p:nvSpPr>
        <p:spPr/>
        <p:txBody>
          <a:bodyPr/>
          <a:lstStyle/>
          <a:p>
            <a:endParaRPr lang="zh-CN" altLang="zh-CN" b="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3F2FEC5-FE81-44A1-97DD-AACB8B9F614F}" type="slidenum">
              <a:rPr lang="en-US" altLang="zh-CN" smtClean="0"/>
              <a:pPr>
                <a:defRPr/>
              </a:pPr>
              <a:t>54</a:t>
            </a:fld>
            <a:endParaRPr lang="en-US" altLang="zh-CN"/>
          </a:p>
        </p:txBody>
      </p:sp>
    </p:spTree>
    <p:extLst>
      <p:ext uri="{BB962C8B-B14F-4D97-AF65-F5344CB8AC3E}">
        <p14:creationId xmlns:p14="http://schemas.microsoft.com/office/powerpoint/2010/main" val="877845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3F2FEC5-FE81-44A1-97DD-AACB8B9F614F}" type="slidenum">
              <a:rPr lang="en-US" altLang="zh-CN" smtClean="0"/>
              <a:pPr>
                <a:defRPr/>
              </a:pPr>
              <a:t>71</a:t>
            </a:fld>
            <a:endParaRPr lang="en-US" altLang="zh-CN"/>
          </a:p>
        </p:txBody>
      </p:sp>
    </p:spTree>
    <p:extLst>
      <p:ext uri="{BB962C8B-B14F-4D97-AF65-F5344CB8AC3E}">
        <p14:creationId xmlns:p14="http://schemas.microsoft.com/office/powerpoint/2010/main" val="2443674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3F2FEC5-FE81-44A1-97DD-AACB8B9F614F}" type="slidenum">
              <a:rPr lang="en-US" altLang="zh-CN" smtClean="0"/>
              <a:pPr>
                <a:defRPr/>
              </a:pPr>
              <a:t>76</a:t>
            </a:fld>
            <a:endParaRPr lang="en-US" altLang="zh-CN"/>
          </a:p>
        </p:txBody>
      </p:sp>
    </p:spTree>
    <p:extLst>
      <p:ext uri="{BB962C8B-B14F-4D97-AF65-F5344CB8AC3E}">
        <p14:creationId xmlns:p14="http://schemas.microsoft.com/office/powerpoint/2010/main" val="844637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ABF84BA-9EC5-44A2-D124-EC0B1E463F66}"/>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B6E0F7C0-3769-E479-D033-92EBEB7DAC0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332DDB78-A0E6-07E8-6302-8CE92BC66879}"/>
              </a:ext>
            </a:extLst>
          </p:cNvPr>
          <p:cNvSpPr>
            <a:spLocks noGrp="1"/>
          </p:cNvSpPr>
          <p:nvPr>
            <p:ph type="sldNum" sz="quarter" idx="12"/>
          </p:nvPr>
        </p:nvSpPr>
        <p:spPr/>
        <p:txBody>
          <a:bodyPr/>
          <a:lstStyle>
            <a:lvl1pPr>
              <a:defRPr/>
            </a:lvl1pPr>
          </a:lstStyle>
          <a:p>
            <a:pPr>
              <a:defRPr/>
            </a:pPr>
            <a:fld id="{5D7A1C71-F086-45E1-87C4-7B7D222DAC01}" type="slidenum">
              <a:rPr lang="en-US" altLang="zh-CN"/>
              <a:pPr>
                <a:defRPr/>
              </a:pPr>
              <a:t>‹#›</a:t>
            </a:fld>
            <a:endParaRPr lang="en-US" altLang="zh-CN"/>
          </a:p>
        </p:txBody>
      </p:sp>
    </p:spTree>
    <p:extLst>
      <p:ext uri="{BB962C8B-B14F-4D97-AF65-F5344CB8AC3E}">
        <p14:creationId xmlns:p14="http://schemas.microsoft.com/office/powerpoint/2010/main" val="3643082182"/>
      </p:ext>
    </p:extLst>
  </p:cSld>
  <p:clrMapOvr>
    <a:masterClrMapping/>
  </p:clrMapOvr>
  <p:transition>
    <p:spli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400"/>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3600"/>
            </a:lvl1pPr>
            <a:lvl2pPr>
              <a:defRPr sz="3200"/>
            </a:lvl2pPr>
            <a:lvl3pPr>
              <a:defRPr sz="2800"/>
            </a:lvl3pPr>
            <a:lvl4pPr>
              <a:defRPr sz="1600"/>
            </a:lvl4pPr>
            <a:lvl5pPr>
              <a:defRPr sz="16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12EB29FD-ABD8-F6A1-C766-BF043596076E}"/>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6C2E22EC-4075-FE56-A3EA-1D3E0E03E434}"/>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2C247E5B-5151-9B70-71E4-E1033C114639}"/>
              </a:ext>
            </a:extLst>
          </p:cNvPr>
          <p:cNvSpPr>
            <a:spLocks noGrp="1"/>
          </p:cNvSpPr>
          <p:nvPr>
            <p:ph type="sldNum" sz="quarter" idx="12"/>
          </p:nvPr>
        </p:nvSpPr>
        <p:spPr/>
        <p:txBody>
          <a:bodyPr/>
          <a:lstStyle>
            <a:lvl1pPr>
              <a:defRPr/>
            </a:lvl1pPr>
          </a:lstStyle>
          <a:p>
            <a:pPr>
              <a:defRPr/>
            </a:pPr>
            <a:fld id="{5F1DCF05-F1E6-414E-BAB4-65AA6A3D43BB}" type="slidenum">
              <a:rPr lang="en-US" altLang="zh-CN"/>
              <a:pPr>
                <a:defRPr/>
              </a:pPr>
              <a:t>‹#›</a:t>
            </a:fld>
            <a:endParaRPr lang="en-US" altLang="zh-CN"/>
          </a:p>
        </p:txBody>
      </p:sp>
    </p:spTree>
    <p:extLst>
      <p:ext uri="{BB962C8B-B14F-4D97-AF65-F5344CB8AC3E}">
        <p14:creationId xmlns:p14="http://schemas.microsoft.com/office/powerpoint/2010/main" val="264742583"/>
      </p:ext>
    </p:extLst>
  </p:cSld>
  <p:clrMapOvr>
    <a:masterClrMapping/>
  </p:clrMapOvr>
  <p:transition>
    <p:spli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25DD729-26D5-42AE-8359-6F4434B7B742}"/>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90A3D199-52B5-24D2-4D6F-122E14D294FD}"/>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89E522E4-A63E-DE4B-A57F-244A59D633F4}"/>
              </a:ext>
            </a:extLst>
          </p:cNvPr>
          <p:cNvSpPr>
            <a:spLocks noGrp="1"/>
          </p:cNvSpPr>
          <p:nvPr>
            <p:ph type="sldNum" sz="quarter" idx="12"/>
          </p:nvPr>
        </p:nvSpPr>
        <p:spPr/>
        <p:txBody>
          <a:bodyPr/>
          <a:lstStyle>
            <a:lvl1pPr>
              <a:defRPr/>
            </a:lvl1pPr>
          </a:lstStyle>
          <a:p>
            <a:pPr>
              <a:defRPr/>
            </a:pPr>
            <a:fld id="{C47A21C1-D11A-482D-B765-859A7563D83B}" type="slidenum">
              <a:rPr lang="en-US" altLang="zh-CN"/>
              <a:pPr>
                <a:defRPr/>
              </a:pPr>
              <a:t>‹#›</a:t>
            </a:fld>
            <a:endParaRPr lang="en-US" altLang="zh-CN"/>
          </a:p>
        </p:txBody>
      </p:sp>
    </p:spTree>
    <p:extLst>
      <p:ext uri="{BB962C8B-B14F-4D97-AF65-F5344CB8AC3E}">
        <p14:creationId xmlns:p14="http://schemas.microsoft.com/office/powerpoint/2010/main" val="2456500752"/>
      </p:ext>
    </p:extLst>
  </p:cSld>
  <p:clrMapOvr>
    <a:masterClrMapping/>
  </p:clrMapOvr>
  <p:transition>
    <p:spli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日期占位符 3">
            <a:extLst>
              <a:ext uri="{FF2B5EF4-FFF2-40B4-BE49-F238E27FC236}">
                <a16:creationId xmlns:a16="http://schemas.microsoft.com/office/drawing/2014/main" id="{F37F0F98-62F6-7178-CAF2-C632DD81B143}"/>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9761EB3C-140B-04C0-9503-CF9D3746D932}"/>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55EFFA65-81B3-83EE-1023-4AC10DCA0150}"/>
              </a:ext>
            </a:extLst>
          </p:cNvPr>
          <p:cNvSpPr>
            <a:spLocks noGrp="1"/>
          </p:cNvSpPr>
          <p:nvPr>
            <p:ph type="sldNum" sz="quarter" idx="12"/>
          </p:nvPr>
        </p:nvSpPr>
        <p:spPr/>
        <p:txBody>
          <a:bodyPr/>
          <a:lstStyle>
            <a:lvl1pPr>
              <a:defRPr/>
            </a:lvl1pPr>
          </a:lstStyle>
          <a:p>
            <a:pPr>
              <a:defRPr/>
            </a:pPr>
            <a:fld id="{4419A8AB-8D02-40DF-A995-49BBB2AC2E08}" type="slidenum">
              <a:rPr lang="en-US" altLang="zh-CN"/>
              <a:pPr>
                <a:defRPr/>
              </a:pPr>
              <a:t>‹#›</a:t>
            </a:fld>
            <a:endParaRPr lang="en-US" altLang="zh-CN"/>
          </a:p>
        </p:txBody>
      </p:sp>
    </p:spTree>
    <p:extLst>
      <p:ext uri="{BB962C8B-B14F-4D97-AF65-F5344CB8AC3E}">
        <p14:creationId xmlns:p14="http://schemas.microsoft.com/office/powerpoint/2010/main" val="1733659467"/>
      </p:ext>
    </p:extLst>
  </p:cSld>
  <p:clrMapOvr>
    <a:masterClrMapping/>
  </p:clrMapOvr>
  <p:transition>
    <p:spli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26A6D12C-3EF3-FC1C-48BC-90B600CB2C3F}"/>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D8F57540-F630-507C-1C48-48A7C92241A5}"/>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F55DADBD-85E0-26D0-2F20-F4A642956FC7}"/>
              </a:ext>
            </a:extLst>
          </p:cNvPr>
          <p:cNvSpPr>
            <a:spLocks noGrp="1"/>
          </p:cNvSpPr>
          <p:nvPr>
            <p:ph type="sldNum" sz="quarter" idx="12"/>
          </p:nvPr>
        </p:nvSpPr>
        <p:spPr/>
        <p:txBody>
          <a:bodyPr/>
          <a:lstStyle>
            <a:lvl1pPr>
              <a:defRPr/>
            </a:lvl1pPr>
          </a:lstStyle>
          <a:p>
            <a:pPr>
              <a:defRPr/>
            </a:pPr>
            <a:fld id="{2C8DCC32-46E2-421E-8B09-8C1128CD5619}" type="slidenum">
              <a:rPr lang="en-US" altLang="zh-CN"/>
              <a:pPr>
                <a:defRPr/>
              </a:pPr>
              <a:t>‹#›</a:t>
            </a:fld>
            <a:endParaRPr lang="en-US" altLang="zh-CN"/>
          </a:p>
        </p:txBody>
      </p:sp>
    </p:spTree>
    <p:extLst>
      <p:ext uri="{BB962C8B-B14F-4D97-AF65-F5344CB8AC3E}">
        <p14:creationId xmlns:p14="http://schemas.microsoft.com/office/powerpoint/2010/main" val="1733432483"/>
      </p:ext>
    </p:extLst>
  </p:cSld>
  <p:clrMapOvr>
    <a:masterClrMapping/>
  </p:clrMapOvr>
  <p:transition>
    <p:spli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vl1pPr>
          </a:lstStyle>
          <a:p>
            <a:r>
              <a:rPr lang="zh-CN" altLang="en-US" dirty="0"/>
              <a:t>单击此处编辑母版标题样式</a:t>
            </a:r>
          </a:p>
        </p:txBody>
      </p:sp>
      <p:sp>
        <p:nvSpPr>
          <p:cNvPr id="3" name="日期占位符 3">
            <a:extLst>
              <a:ext uri="{FF2B5EF4-FFF2-40B4-BE49-F238E27FC236}">
                <a16:creationId xmlns:a16="http://schemas.microsoft.com/office/drawing/2014/main" id="{707787C0-BF89-CDEC-D7B6-8D10DE64C2CD}"/>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3BDA1B91-1554-BA29-B460-08B31B984FF6}"/>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A8C83786-31B0-C68A-B20C-0BD3FB30E63F}"/>
              </a:ext>
            </a:extLst>
          </p:cNvPr>
          <p:cNvSpPr>
            <a:spLocks noGrp="1"/>
          </p:cNvSpPr>
          <p:nvPr>
            <p:ph type="sldNum" sz="quarter" idx="12"/>
          </p:nvPr>
        </p:nvSpPr>
        <p:spPr/>
        <p:txBody>
          <a:bodyPr/>
          <a:lstStyle>
            <a:lvl1pPr>
              <a:defRPr/>
            </a:lvl1pPr>
          </a:lstStyle>
          <a:p>
            <a:pPr>
              <a:defRPr/>
            </a:pPr>
            <a:fld id="{9BDB78BB-1998-4591-9984-25E32120A030}" type="slidenum">
              <a:rPr lang="en-US" altLang="zh-CN"/>
              <a:pPr>
                <a:defRPr/>
              </a:pPr>
              <a:t>‹#›</a:t>
            </a:fld>
            <a:endParaRPr lang="en-US" altLang="zh-CN"/>
          </a:p>
        </p:txBody>
      </p:sp>
    </p:spTree>
    <p:extLst>
      <p:ext uri="{BB962C8B-B14F-4D97-AF65-F5344CB8AC3E}">
        <p14:creationId xmlns:p14="http://schemas.microsoft.com/office/powerpoint/2010/main" val="3798098653"/>
      </p:ext>
    </p:extLst>
  </p:cSld>
  <p:clrMapOvr>
    <a:masterClrMapping/>
  </p:clrMapOvr>
  <p:transition>
    <p:spli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6E0DF8C5-C0C7-4518-B61D-BCF12D3F6566}"/>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650831B6-F394-36B5-CC90-03E136C68986}"/>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712DED46-527D-F27D-31C5-DE4E23E96E2A}"/>
              </a:ext>
            </a:extLst>
          </p:cNvPr>
          <p:cNvSpPr>
            <a:spLocks noGrp="1"/>
          </p:cNvSpPr>
          <p:nvPr>
            <p:ph type="sldNum" sz="quarter" idx="12"/>
          </p:nvPr>
        </p:nvSpPr>
        <p:spPr/>
        <p:txBody>
          <a:bodyPr/>
          <a:lstStyle>
            <a:lvl1pPr>
              <a:defRPr/>
            </a:lvl1pPr>
          </a:lstStyle>
          <a:p>
            <a:pPr>
              <a:defRPr/>
            </a:pPr>
            <a:fld id="{04E4ECFC-90A4-46B6-B7C1-F55F5037C096}" type="slidenum">
              <a:rPr lang="en-US" altLang="zh-CN"/>
              <a:pPr>
                <a:defRPr/>
              </a:pPr>
              <a:t>‹#›</a:t>
            </a:fld>
            <a:endParaRPr lang="en-US" altLang="zh-CN"/>
          </a:p>
        </p:txBody>
      </p:sp>
    </p:spTree>
    <p:extLst>
      <p:ext uri="{BB962C8B-B14F-4D97-AF65-F5344CB8AC3E}">
        <p14:creationId xmlns:p14="http://schemas.microsoft.com/office/powerpoint/2010/main" val="593899626"/>
      </p:ext>
    </p:extLst>
  </p:cSld>
  <p:clrMapOvr>
    <a:masterClrMapping/>
  </p:clrMapOvr>
  <p:transition>
    <p:spli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74E3826D-36FF-0118-8C62-7646A8FAB210}"/>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C827899E-5784-0C52-147E-07FE640C4E36}"/>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4CB61328-DE97-8949-DF3D-CAA022E0CFED}"/>
              </a:ext>
            </a:extLst>
          </p:cNvPr>
          <p:cNvSpPr>
            <a:spLocks noGrp="1"/>
          </p:cNvSpPr>
          <p:nvPr>
            <p:ph type="sldNum" sz="quarter" idx="12"/>
          </p:nvPr>
        </p:nvSpPr>
        <p:spPr/>
        <p:txBody>
          <a:bodyPr/>
          <a:lstStyle>
            <a:lvl1pPr>
              <a:defRPr/>
            </a:lvl1pPr>
          </a:lstStyle>
          <a:p>
            <a:pPr>
              <a:defRPr/>
            </a:pPr>
            <a:fld id="{F2C1F9D8-67F7-4E46-90D0-2B3BCE641BF4}" type="slidenum">
              <a:rPr lang="en-US" altLang="zh-CN"/>
              <a:pPr>
                <a:defRPr/>
              </a:pPr>
              <a:t>‹#›</a:t>
            </a:fld>
            <a:endParaRPr lang="en-US" altLang="zh-CN"/>
          </a:p>
        </p:txBody>
      </p:sp>
    </p:spTree>
    <p:extLst>
      <p:ext uri="{BB962C8B-B14F-4D97-AF65-F5344CB8AC3E}">
        <p14:creationId xmlns:p14="http://schemas.microsoft.com/office/powerpoint/2010/main" val="2661682195"/>
      </p:ext>
    </p:extLst>
  </p:cSld>
  <p:clrMapOvr>
    <a:masterClrMapping/>
  </p:clrMapOvr>
  <p:transition>
    <p:spli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6B20C22-EC7D-F6B9-93D8-17ACA23765ED}"/>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73A091DB-4900-ADEF-1A07-E5A76DE9DC0D}"/>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AE8924F7-1287-8F37-3026-3670B4D67720}"/>
              </a:ext>
            </a:extLst>
          </p:cNvPr>
          <p:cNvSpPr>
            <a:spLocks noGrp="1"/>
          </p:cNvSpPr>
          <p:nvPr>
            <p:ph type="sldNum" sz="quarter" idx="12"/>
          </p:nvPr>
        </p:nvSpPr>
        <p:spPr/>
        <p:txBody>
          <a:bodyPr/>
          <a:lstStyle>
            <a:lvl1pPr>
              <a:defRPr/>
            </a:lvl1pPr>
          </a:lstStyle>
          <a:p>
            <a:pPr>
              <a:defRPr/>
            </a:pPr>
            <a:fld id="{CC37ACE9-62DE-40AC-A088-C4BA69CBD063}" type="slidenum">
              <a:rPr lang="en-US" altLang="zh-CN"/>
              <a:pPr>
                <a:defRPr/>
              </a:pPr>
              <a:t>‹#›</a:t>
            </a:fld>
            <a:endParaRPr lang="en-US" altLang="zh-CN"/>
          </a:p>
        </p:txBody>
      </p:sp>
    </p:spTree>
    <p:extLst>
      <p:ext uri="{BB962C8B-B14F-4D97-AF65-F5344CB8AC3E}">
        <p14:creationId xmlns:p14="http://schemas.microsoft.com/office/powerpoint/2010/main" val="616725369"/>
      </p:ext>
    </p:extLst>
  </p:cSld>
  <p:clrMapOvr>
    <a:masterClrMapping/>
  </p:clrMapOvr>
  <p:transition>
    <p:spli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D294088-CAE5-1A6A-707F-D3E9BE86C72F}"/>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DA0CCB43-106B-DCA3-635F-0B7F6047251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394D7395-4A9F-B9AB-4C28-CCCC84C58B29}"/>
              </a:ext>
            </a:extLst>
          </p:cNvPr>
          <p:cNvSpPr>
            <a:spLocks noGrp="1"/>
          </p:cNvSpPr>
          <p:nvPr>
            <p:ph type="sldNum" sz="quarter" idx="12"/>
          </p:nvPr>
        </p:nvSpPr>
        <p:spPr/>
        <p:txBody>
          <a:bodyPr/>
          <a:lstStyle>
            <a:lvl1pPr>
              <a:defRPr/>
            </a:lvl1pPr>
          </a:lstStyle>
          <a:p>
            <a:pPr>
              <a:defRPr/>
            </a:pPr>
            <a:fld id="{B9DCCF04-D969-467F-AB7E-6BCFC52FDF8F}" type="slidenum">
              <a:rPr lang="en-US" altLang="zh-CN"/>
              <a:pPr>
                <a:defRPr/>
              </a:pPr>
              <a:t>‹#›</a:t>
            </a:fld>
            <a:endParaRPr lang="en-US" altLang="zh-CN"/>
          </a:p>
        </p:txBody>
      </p:sp>
    </p:spTree>
    <p:extLst>
      <p:ext uri="{BB962C8B-B14F-4D97-AF65-F5344CB8AC3E}">
        <p14:creationId xmlns:p14="http://schemas.microsoft.com/office/powerpoint/2010/main" val="1328993787"/>
      </p:ext>
    </p:extLst>
  </p:cSld>
  <p:clrMapOvr>
    <a:masterClrMapping/>
  </p:clrMapOvr>
  <p:transition>
    <p:spli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A36B92D-3ED7-4A9A-22E8-C5B4B51EF99A}"/>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B1965F82-4201-2D20-E045-BB94554242E4}"/>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D6D64DF3-8732-5E73-9A55-389A14FE91D4}"/>
              </a:ext>
            </a:extLst>
          </p:cNvPr>
          <p:cNvSpPr>
            <a:spLocks noGrp="1"/>
          </p:cNvSpPr>
          <p:nvPr>
            <p:ph type="sldNum" sz="quarter" idx="12"/>
          </p:nvPr>
        </p:nvSpPr>
        <p:spPr/>
        <p:txBody>
          <a:bodyPr/>
          <a:lstStyle>
            <a:lvl1pPr>
              <a:defRPr/>
            </a:lvl1pPr>
          </a:lstStyle>
          <a:p>
            <a:pPr>
              <a:defRPr/>
            </a:pPr>
            <a:fld id="{505AA91C-F5B1-4018-9B68-A3FD2ADA8F52}" type="slidenum">
              <a:rPr lang="en-US" altLang="zh-CN"/>
              <a:pPr>
                <a:defRPr/>
              </a:pPr>
              <a:t>‹#›</a:t>
            </a:fld>
            <a:endParaRPr lang="en-US" altLang="zh-CN"/>
          </a:p>
        </p:txBody>
      </p:sp>
    </p:spTree>
    <p:extLst>
      <p:ext uri="{BB962C8B-B14F-4D97-AF65-F5344CB8AC3E}">
        <p14:creationId xmlns:p14="http://schemas.microsoft.com/office/powerpoint/2010/main" val="3454123302"/>
      </p:ext>
    </p:extLst>
  </p:cSld>
  <p:clrMapOvr>
    <a:masterClrMapping/>
  </p:clrMapOvr>
  <p:transition>
    <p:spli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表格占位符 2"/>
          <p:cNvSpPr>
            <a:spLocks noGrp="1"/>
          </p:cNvSpPr>
          <p:nvPr>
            <p:ph type="tbl" idx="1"/>
          </p:nvPr>
        </p:nvSpPr>
        <p:spPr>
          <a:xfrm>
            <a:off x="685800" y="1981200"/>
            <a:ext cx="7772400" cy="4114800"/>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62BFE928-0996-3B74-E646-F5BA5B9D56C0}"/>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9B9464F9-DE81-D0BE-B4FD-053155989692}"/>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9939BF65-AB7E-FE3F-345B-3A9132B02DC9}"/>
              </a:ext>
            </a:extLst>
          </p:cNvPr>
          <p:cNvSpPr>
            <a:spLocks noGrp="1"/>
          </p:cNvSpPr>
          <p:nvPr>
            <p:ph type="sldNum" sz="quarter" idx="12"/>
          </p:nvPr>
        </p:nvSpPr>
        <p:spPr>
          <a:xfrm>
            <a:off x="6553200" y="6248400"/>
            <a:ext cx="1905000" cy="457200"/>
          </a:xfrm>
        </p:spPr>
        <p:txBody>
          <a:bodyPr/>
          <a:lstStyle>
            <a:lvl1pPr>
              <a:defRPr/>
            </a:lvl1pPr>
          </a:lstStyle>
          <a:p>
            <a:pPr>
              <a:defRPr/>
            </a:pPr>
            <a:fld id="{AE19AA7A-5A57-4CC9-A8BC-D1744A0DD061}" type="slidenum">
              <a:rPr lang="en-US" altLang="zh-CN"/>
              <a:pPr>
                <a:defRPr/>
              </a:pPr>
              <a:t>‹#›</a:t>
            </a:fld>
            <a:endParaRPr lang="en-US" altLang="zh-CN"/>
          </a:p>
        </p:txBody>
      </p:sp>
    </p:spTree>
    <p:extLst>
      <p:ext uri="{BB962C8B-B14F-4D97-AF65-F5344CB8AC3E}">
        <p14:creationId xmlns:p14="http://schemas.microsoft.com/office/powerpoint/2010/main" val="4107190435"/>
      </p:ext>
    </p:extLst>
  </p:cSld>
  <p:clrMapOvr>
    <a:masterClrMapping/>
  </p:clrMapOvr>
  <p:transition>
    <p:spli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SmartArt 占位符 2"/>
          <p:cNvSpPr>
            <a:spLocks noGrp="1"/>
          </p:cNvSpPr>
          <p:nvPr>
            <p:ph type="dgm" idx="1"/>
          </p:nvPr>
        </p:nvSpPr>
        <p:spPr>
          <a:xfrm>
            <a:off x="685800" y="1981200"/>
            <a:ext cx="7772400" cy="4114800"/>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191CB0C4-D287-E08B-ADF1-7DA44A301CF3}"/>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E0E32159-9177-2980-998B-9CF1F38D2B2D}"/>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39E056A8-60AA-4622-1455-E8ADC1D060D7}"/>
              </a:ext>
            </a:extLst>
          </p:cNvPr>
          <p:cNvSpPr>
            <a:spLocks noGrp="1"/>
          </p:cNvSpPr>
          <p:nvPr>
            <p:ph type="sldNum" sz="quarter" idx="12"/>
          </p:nvPr>
        </p:nvSpPr>
        <p:spPr>
          <a:xfrm>
            <a:off x="6553200" y="6248400"/>
            <a:ext cx="1905000" cy="457200"/>
          </a:xfrm>
        </p:spPr>
        <p:txBody>
          <a:bodyPr/>
          <a:lstStyle>
            <a:lvl1pPr>
              <a:defRPr/>
            </a:lvl1pPr>
          </a:lstStyle>
          <a:p>
            <a:pPr>
              <a:defRPr/>
            </a:pPr>
            <a:fld id="{2CDF0B43-03AE-4176-96D9-074744A65EE3}" type="slidenum">
              <a:rPr lang="en-US" altLang="zh-CN"/>
              <a:pPr>
                <a:defRPr/>
              </a:pPr>
              <a:t>‹#›</a:t>
            </a:fld>
            <a:endParaRPr lang="en-US" altLang="zh-CN"/>
          </a:p>
        </p:txBody>
      </p:sp>
    </p:spTree>
    <p:extLst>
      <p:ext uri="{BB962C8B-B14F-4D97-AF65-F5344CB8AC3E}">
        <p14:creationId xmlns:p14="http://schemas.microsoft.com/office/powerpoint/2010/main" val="2270330423"/>
      </p:ext>
    </p:extLst>
  </p:cSld>
  <p:clrMapOvr>
    <a:masterClrMapping/>
  </p:clrMapOvr>
  <p:transition>
    <p:spli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02328BAC-C760-C973-8DD2-933E0E6EC2A8}"/>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4F6A25D7-EC4E-476D-EF91-7BC67CD74F6D}"/>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C9EE33A-0F64-EAFE-EEF4-F7DD6ACBF0F0}"/>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5" name="页脚占位符 4">
            <a:extLst>
              <a:ext uri="{FF2B5EF4-FFF2-40B4-BE49-F238E27FC236}">
                <a16:creationId xmlns:a16="http://schemas.microsoft.com/office/drawing/2014/main" id="{64C96CDE-1E26-B4D0-23F3-1B282ADBE8E9}"/>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6" name="灯片编号占位符 5">
            <a:extLst>
              <a:ext uri="{FF2B5EF4-FFF2-40B4-BE49-F238E27FC236}">
                <a16:creationId xmlns:a16="http://schemas.microsoft.com/office/drawing/2014/main" id="{4F97D68C-4012-D111-3BF9-E0F9CFF974D7}"/>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ea typeface="+mn-ea"/>
              </a:defRPr>
            </a:lvl1pPr>
          </a:lstStyle>
          <a:p>
            <a:pPr>
              <a:defRPr/>
            </a:pPr>
            <a:fld id="{01D1C4A4-DDD2-4F1B-B925-8707619D4F1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Lst>
  <p:transition>
    <p:split/>
  </p:transition>
  <p:hf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7.bin"/><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7.bin"/><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5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7.bin"/><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5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7.bin"/><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6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7.bin"/><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10.bin"/><Relationship Id="rId4" Type="http://schemas.openxmlformats.org/officeDocument/2006/relationships/image" Target="../media/image13.png"/></Relationships>
</file>

<file path=ppt/slides/_rels/slide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EF9F0D-6064-4E95-97FF-A0C21EB679BA}"/>
              </a:ext>
            </a:extLst>
          </p:cNvPr>
          <p:cNvSpPr>
            <a:spLocks noGrp="1"/>
          </p:cNvSpPr>
          <p:nvPr>
            <p:ph type="title"/>
          </p:nvPr>
        </p:nvSpPr>
        <p:spPr/>
        <p:txBody>
          <a:bodyPr/>
          <a:lstStyle/>
          <a:p>
            <a:r>
              <a:rPr lang="zh-CN" altLang="en-US" dirty="0"/>
              <a:t>第九章 排序</a:t>
            </a:r>
          </a:p>
        </p:txBody>
      </p:sp>
      <p:sp>
        <p:nvSpPr>
          <p:cNvPr id="4" name="内容占位符 3">
            <a:extLst>
              <a:ext uri="{FF2B5EF4-FFF2-40B4-BE49-F238E27FC236}">
                <a16:creationId xmlns:a16="http://schemas.microsoft.com/office/drawing/2014/main" id="{A58D8949-4885-47E0-A90F-15A4D4639D33}"/>
              </a:ext>
            </a:extLst>
          </p:cNvPr>
          <p:cNvSpPr>
            <a:spLocks noGrp="1"/>
          </p:cNvSpPr>
          <p:nvPr>
            <p:ph idx="1"/>
          </p:nvPr>
        </p:nvSpPr>
        <p:spPr/>
        <p:txBody>
          <a:bodyPr>
            <a:normAutofit/>
          </a:bodyPr>
          <a:lstStyle/>
          <a:p>
            <a:r>
              <a:rPr lang="zh-CN" altLang="en-US" dirty="0"/>
              <a:t>概述</a:t>
            </a:r>
          </a:p>
          <a:p>
            <a:r>
              <a:rPr lang="zh-CN" altLang="en-US" dirty="0"/>
              <a:t>插入排序</a:t>
            </a:r>
          </a:p>
          <a:p>
            <a:r>
              <a:rPr lang="zh-CN" altLang="en-US" dirty="0"/>
              <a:t>快速排序</a:t>
            </a:r>
          </a:p>
          <a:p>
            <a:r>
              <a:rPr lang="zh-CN" altLang="en-US" dirty="0"/>
              <a:t>选择排序</a:t>
            </a:r>
          </a:p>
          <a:p>
            <a:r>
              <a:rPr lang="zh-CN" altLang="en-US" dirty="0"/>
              <a:t>归并排序</a:t>
            </a:r>
          </a:p>
          <a:p>
            <a:r>
              <a:rPr lang="zh-CN" altLang="en-US" dirty="0"/>
              <a:t>基于链表的排序</a:t>
            </a:r>
          </a:p>
          <a:p>
            <a:r>
              <a:rPr lang="zh-CN" altLang="en-US" dirty="0"/>
              <a:t>分配排序</a:t>
            </a:r>
          </a:p>
        </p:txBody>
      </p:sp>
      <p:sp>
        <p:nvSpPr>
          <p:cNvPr id="3" name="灯片编号占位符 2">
            <a:extLst>
              <a:ext uri="{FF2B5EF4-FFF2-40B4-BE49-F238E27FC236}">
                <a16:creationId xmlns:a16="http://schemas.microsoft.com/office/drawing/2014/main" id="{3CE46739-008B-EE1C-A59D-BC697346FAE8}"/>
              </a:ext>
            </a:extLst>
          </p:cNvPr>
          <p:cNvSpPr>
            <a:spLocks noGrp="1"/>
          </p:cNvSpPr>
          <p:nvPr>
            <p:ph type="sldNum" sz="quarter" idx="12"/>
          </p:nvPr>
        </p:nvSpPr>
        <p:spPr/>
        <p:txBody>
          <a:bodyPr/>
          <a:lstStyle/>
          <a:p>
            <a:pPr>
              <a:defRPr/>
            </a:pPr>
            <a:fld id="{5F1DCF05-F1E6-414E-BAB4-65AA6A3D43BB}" type="slidenum">
              <a:rPr lang="en-US" altLang="zh-CN" smtClean="0"/>
              <a:pPr>
                <a:defRPr/>
              </a:pPr>
              <a:t>1</a:t>
            </a:fld>
            <a:endParaRPr lang="en-US" altLang="zh-CN"/>
          </a:p>
        </p:txBody>
      </p:sp>
    </p:spTree>
  </p:cSld>
  <p:clrMapOvr>
    <a:masterClrMapping/>
  </p:clrMapOvr>
  <p:transition>
    <p:spli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a:extLst>
              <a:ext uri="{FF2B5EF4-FFF2-40B4-BE49-F238E27FC236}">
                <a16:creationId xmlns:a16="http://schemas.microsoft.com/office/drawing/2014/main" id="{3F422962-83DA-B6EB-029C-CF55C6899C67}"/>
              </a:ext>
            </a:extLst>
          </p:cNvPr>
          <p:cNvSpPr>
            <a:spLocks noGrp="1" noChangeArrowheads="1"/>
          </p:cNvSpPr>
          <p:nvPr>
            <p:ph type="title"/>
          </p:nvPr>
        </p:nvSpPr>
        <p:spPr>
          <a:xfrm>
            <a:off x="628650" y="365125"/>
            <a:ext cx="8407846" cy="1325563"/>
          </a:xfrm>
        </p:spPr>
        <p:txBody>
          <a:bodyPr/>
          <a:lstStyle/>
          <a:p>
            <a:r>
              <a:rPr lang="en-US" altLang="zh-CN" dirty="0"/>
              <a:t>9.1</a:t>
            </a:r>
            <a:r>
              <a:rPr lang="zh-CN" altLang="en-US" dirty="0"/>
              <a:t> 排序的概念及其算法性能分析</a:t>
            </a:r>
          </a:p>
        </p:txBody>
      </p:sp>
      <p:sp>
        <p:nvSpPr>
          <p:cNvPr id="266243" name="Rectangle 3">
            <a:extLst>
              <a:ext uri="{FF2B5EF4-FFF2-40B4-BE49-F238E27FC236}">
                <a16:creationId xmlns:a16="http://schemas.microsoft.com/office/drawing/2014/main" id="{10677F04-E613-251A-5C0F-ACAB4AD811E6}"/>
              </a:ext>
            </a:extLst>
          </p:cNvPr>
          <p:cNvSpPr>
            <a:spLocks noGrp="1" noChangeArrowheads="1"/>
          </p:cNvSpPr>
          <p:nvPr>
            <p:ph type="body" idx="1"/>
          </p:nvPr>
        </p:nvSpPr>
        <p:spPr/>
        <p:txBody>
          <a:bodyPr>
            <a:normAutofit lnSpcReduction="10000"/>
          </a:bodyPr>
          <a:lstStyle/>
          <a:p>
            <a:r>
              <a:rPr lang="en-US" altLang="zh-CN" dirty="0"/>
              <a:t>9.1.1 </a:t>
            </a:r>
            <a:r>
              <a:rPr lang="zh-CN" altLang="en-US" dirty="0"/>
              <a:t>排序的概念</a:t>
            </a:r>
            <a:endParaRPr lang="en-US" altLang="zh-CN" dirty="0"/>
          </a:p>
          <a:p>
            <a:pPr lvl="1"/>
            <a:r>
              <a:rPr lang="zh-CN" altLang="en-US" dirty="0"/>
              <a:t>排序：将一组杂乱无章的数据按一定的规律顺次排列起来。</a:t>
            </a:r>
            <a:r>
              <a:rPr lang="zh-CN" altLang="en-US" dirty="0">
                <a:sym typeface="Wingdings" pitchFamily="2" charset="2"/>
              </a:rPr>
              <a:t> </a:t>
            </a:r>
          </a:p>
          <a:p>
            <a:pPr lvl="1"/>
            <a:r>
              <a:rPr lang="zh-CN" altLang="en-US" dirty="0"/>
              <a:t>数据表</a:t>
            </a:r>
            <a:r>
              <a:rPr lang="en-US" altLang="zh-CN" dirty="0"/>
              <a:t>(</a:t>
            </a:r>
            <a:r>
              <a:rPr lang="en-US" altLang="zh-CN" dirty="0" err="1"/>
              <a:t>datalist</a:t>
            </a:r>
            <a:r>
              <a:rPr lang="en-US" altLang="zh-CN" dirty="0"/>
              <a:t>)</a:t>
            </a:r>
            <a:r>
              <a:rPr lang="zh-CN" altLang="en-US" dirty="0"/>
              <a:t>：待排序数据元素的有限集合。</a:t>
            </a:r>
          </a:p>
          <a:p>
            <a:pPr lvl="1"/>
            <a:r>
              <a:rPr lang="zh-CN" altLang="en-US" dirty="0"/>
              <a:t>排序码</a:t>
            </a:r>
            <a:r>
              <a:rPr lang="en-US" altLang="zh-CN" dirty="0"/>
              <a:t>(key)</a:t>
            </a:r>
            <a:r>
              <a:rPr lang="zh-CN" altLang="en-US" dirty="0"/>
              <a:t>：通常数据元素有多个属性域，其中有一个属性域可用来区分元素，作为排序依据。该域即为排序码。</a:t>
            </a:r>
            <a:endParaRPr lang="en-US" altLang="zh-CN" dirty="0"/>
          </a:p>
          <a:p>
            <a:pPr lvl="2"/>
            <a:r>
              <a:rPr lang="zh-CN" altLang="en-US" dirty="0"/>
              <a:t>每个数据表用哪个属性域作为排序码，要视具体的应用需要而定。</a:t>
            </a:r>
          </a:p>
        </p:txBody>
      </p:sp>
      <p:sp>
        <p:nvSpPr>
          <p:cNvPr id="2" name="灯片编号占位符 1">
            <a:extLst>
              <a:ext uri="{FF2B5EF4-FFF2-40B4-BE49-F238E27FC236}">
                <a16:creationId xmlns:a16="http://schemas.microsoft.com/office/drawing/2014/main" id="{022FFEAE-B65A-611D-2458-673F0F1CDD86}"/>
              </a:ext>
            </a:extLst>
          </p:cNvPr>
          <p:cNvSpPr>
            <a:spLocks noGrp="1"/>
          </p:cNvSpPr>
          <p:nvPr>
            <p:ph type="sldNum" sz="quarter" idx="12"/>
          </p:nvPr>
        </p:nvSpPr>
        <p:spPr/>
        <p:txBody>
          <a:bodyPr/>
          <a:lstStyle/>
          <a:p>
            <a:pPr>
              <a:defRPr/>
            </a:pPr>
            <a:fld id="{5F1DCF05-F1E6-414E-BAB4-65AA6A3D43BB}" type="slidenum">
              <a:rPr lang="en-US" altLang="zh-CN" smtClean="0"/>
              <a:pPr>
                <a:defRPr/>
              </a:pPr>
              <a:t>2</a:t>
            </a:fld>
            <a:endParaRPr lang="en-US" altLang="zh-CN"/>
          </a:p>
        </p:txBody>
      </p:sp>
    </p:spTree>
  </p:cSld>
  <p:clrMapOvr>
    <a:masterClrMapping/>
  </p:clrMapOvr>
  <p:transition>
    <p:spli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13E428B-1FC3-4ED3-A1DB-D7C652765003}"/>
              </a:ext>
            </a:extLst>
          </p:cNvPr>
          <p:cNvSpPr>
            <a:spLocks noGrp="1"/>
          </p:cNvSpPr>
          <p:nvPr>
            <p:ph type="title"/>
          </p:nvPr>
        </p:nvSpPr>
        <p:spPr/>
        <p:txBody>
          <a:bodyPr/>
          <a:lstStyle/>
          <a:p>
            <a:r>
              <a:rPr lang="zh-CN" altLang="en-US" dirty="0"/>
              <a:t>稳定性、内排序与外排序</a:t>
            </a:r>
          </a:p>
        </p:txBody>
      </p:sp>
      <p:sp>
        <p:nvSpPr>
          <p:cNvPr id="267266" name="Rectangle 2">
            <a:extLst>
              <a:ext uri="{FF2B5EF4-FFF2-40B4-BE49-F238E27FC236}">
                <a16:creationId xmlns:a16="http://schemas.microsoft.com/office/drawing/2014/main" id="{89E86A49-A07B-B2CF-13C5-FC282FE220BE}"/>
              </a:ext>
            </a:extLst>
          </p:cNvPr>
          <p:cNvSpPr>
            <a:spLocks noGrp="1" noChangeArrowheads="1"/>
          </p:cNvSpPr>
          <p:nvPr>
            <p:ph type="body" idx="1"/>
          </p:nvPr>
        </p:nvSpPr>
        <p:spPr/>
        <p:txBody>
          <a:bodyPr>
            <a:normAutofit fontScale="70000" lnSpcReduction="20000"/>
          </a:bodyPr>
          <a:lstStyle/>
          <a:p>
            <a:pPr>
              <a:lnSpc>
                <a:spcPct val="120000"/>
              </a:lnSpc>
            </a:pPr>
            <a:r>
              <a:rPr lang="zh-CN" altLang="en-US" dirty="0"/>
              <a:t>排序算法的稳定性：如果在元素序列中有两 个元素</a:t>
            </a:r>
            <a:r>
              <a:rPr lang="en-US" altLang="zh-CN" dirty="0"/>
              <a:t>r[</a:t>
            </a:r>
            <a:r>
              <a:rPr lang="en-US" altLang="zh-CN" dirty="0" err="1"/>
              <a:t>i</a:t>
            </a:r>
            <a:r>
              <a:rPr lang="en-US" altLang="zh-CN" dirty="0"/>
              <a:t>]</a:t>
            </a:r>
            <a:r>
              <a:rPr lang="zh-CN" altLang="en-US" dirty="0"/>
              <a:t>和</a:t>
            </a:r>
            <a:r>
              <a:rPr lang="en-US" altLang="zh-CN" dirty="0"/>
              <a:t>r[j]</a:t>
            </a:r>
            <a:r>
              <a:rPr lang="zh-CN" altLang="en-US" dirty="0"/>
              <a:t>，它们的排序码 </a:t>
            </a:r>
            <a:r>
              <a:rPr lang="en-US" altLang="zh-CN" dirty="0"/>
              <a:t>k[</a:t>
            </a:r>
            <a:r>
              <a:rPr lang="en-US" altLang="zh-CN" dirty="0" err="1"/>
              <a:t>i</a:t>
            </a:r>
            <a:r>
              <a:rPr lang="en-US" altLang="zh-CN" dirty="0"/>
              <a:t>] == k[j] </a:t>
            </a:r>
            <a:r>
              <a:rPr lang="zh-CN" altLang="en-US" dirty="0"/>
              <a:t>，且在排序之前，元素</a:t>
            </a:r>
            <a:r>
              <a:rPr lang="en-US" altLang="zh-CN" dirty="0"/>
              <a:t>r[</a:t>
            </a:r>
            <a:r>
              <a:rPr lang="en-US" altLang="zh-CN" dirty="0" err="1"/>
              <a:t>i</a:t>
            </a:r>
            <a:r>
              <a:rPr lang="en-US" altLang="zh-CN" dirty="0"/>
              <a:t>]</a:t>
            </a:r>
            <a:r>
              <a:rPr lang="zh-CN" altLang="en-US" dirty="0"/>
              <a:t>排在</a:t>
            </a:r>
            <a:r>
              <a:rPr lang="en-US" altLang="zh-CN" dirty="0"/>
              <a:t>r[j]</a:t>
            </a:r>
            <a:r>
              <a:rPr lang="zh-CN" altLang="en-US" dirty="0"/>
              <a:t>前面。如果在排序之后，元素</a:t>
            </a:r>
            <a:r>
              <a:rPr lang="en-US" altLang="zh-CN" dirty="0"/>
              <a:t>r[</a:t>
            </a:r>
            <a:r>
              <a:rPr lang="en-US" altLang="zh-CN" dirty="0" err="1"/>
              <a:t>i</a:t>
            </a:r>
            <a:r>
              <a:rPr lang="en-US" altLang="zh-CN" dirty="0"/>
              <a:t>]</a:t>
            </a:r>
            <a:r>
              <a:rPr lang="zh-CN" altLang="en-US" dirty="0"/>
              <a:t>仍在元素</a:t>
            </a:r>
            <a:r>
              <a:rPr lang="en-US" altLang="zh-CN" dirty="0"/>
              <a:t>r[j]</a:t>
            </a:r>
            <a:r>
              <a:rPr lang="zh-CN" altLang="en-US" dirty="0"/>
              <a:t>的前面，则称这个排序方法是稳定的，否则称这个排序方法是不稳定的。</a:t>
            </a:r>
          </a:p>
          <a:p>
            <a:pPr>
              <a:lnSpc>
                <a:spcPct val="120000"/>
              </a:lnSpc>
            </a:pPr>
            <a:r>
              <a:rPr lang="zh-CN" altLang="en-US" dirty="0"/>
              <a:t>内排序与外排序：内排序是指在排序期间数据元素全部存放在内存的排序；外排序是指在排序期间全部元素个数太多，不能同时存放在内存，必须根据排序过程的要求，不断在内、外存之间移动的排序。</a:t>
            </a:r>
          </a:p>
        </p:txBody>
      </p:sp>
      <p:sp>
        <p:nvSpPr>
          <p:cNvPr id="2" name="灯片编号占位符 1">
            <a:extLst>
              <a:ext uri="{FF2B5EF4-FFF2-40B4-BE49-F238E27FC236}">
                <a16:creationId xmlns:a16="http://schemas.microsoft.com/office/drawing/2014/main" id="{12AE44A9-0850-5CD4-2E19-DC1268D6315A}"/>
              </a:ext>
            </a:extLst>
          </p:cNvPr>
          <p:cNvSpPr>
            <a:spLocks noGrp="1"/>
          </p:cNvSpPr>
          <p:nvPr>
            <p:ph type="sldNum" sz="quarter" idx="12"/>
          </p:nvPr>
        </p:nvSpPr>
        <p:spPr/>
        <p:txBody>
          <a:bodyPr/>
          <a:lstStyle/>
          <a:p>
            <a:pPr>
              <a:defRPr/>
            </a:pPr>
            <a:fld id="{5F1DCF05-F1E6-414E-BAB4-65AA6A3D43BB}" type="slidenum">
              <a:rPr lang="en-US" altLang="zh-CN" smtClean="0"/>
              <a:pPr>
                <a:defRPr/>
              </a:pPr>
              <a:t>3</a:t>
            </a:fld>
            <a:endParaRPr lang="en-US" altLang="zh-CN"/>
          </a:p>
        </p:txBody>
      </p:sp>
    </p:spTree>
  </p:cSld>
  <p:clrMapOvr>
    <a:masterClrMapping/>
  </p:clrMapOvr>
  <p:transition>
    <p:spli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D43524B-D4F5-4574-9482-61FC29A33169}"/>
              </a:ext>
            </a:extLst>
          </p:cNvPr>
          <p:cNvSpPr>
            <a:spLocks noGrp="1"/>
          </p:cNvSpPr>
          <p:nvPr>
            <p:ph type="title"/>
          </p:nvPr>
        </p:nvSpPr>
        <p:spPr/>
        <p:txBody>
          <a:bodyPr/>
          <a:lstStyle/>
          <a:p>
            <a:r>
              <a:rPr lang="zh-CN" altLang="en-US" dirty="0"/>
              <a:t>评价标准</a:t>
            </a:r>
          </a:p>
        </p:txBody>
      </p:sp>
      <p:sp>
        <p:nvSpPr>
          <p:cNvPr id="268290" name="Rectangle 2">
            <a:extLst>
              <a:ext uri="{FF2B5EF4-FFF2-40B4-BE49-F238E27FC236}">
                <a16:creationId xmlns:a16="http://schemas.microsoft.com/office/drawing/2014/main" id="{B5DA5FC5-DA6F-E54B-E005-EE8DB4A0FECF}"/>
              </a:ext>
            </a:extLst>
          </p:cNvPr>
          <p:cNvSpPr>
            <a:spLocks noGrp="1" noChangeArrowheads="1"/>
          </p:cNvSpPr>
          <p:nvPr>
            <p:ph type="body" idx="1"/>
          </p:nvPr>
        </p:nvSpPr>
        <p:spPr/>
        <p:txBody>
          <a:bodyPr>
            <a:normAutofit fontScale="92500" lnSpcReduction="20000"/>
          </a:bodyPr>
          <a:lstStyle/>
          <a:p>
            <a:pPr>
              <a:lnSpc>
                <a:spcPct val="120000"/>
              </a:lnSpc>
            </a:pPr>
            <a:r>
              <a:rPr lang="zh-CN" altLang="en-US" dirty="0"/>
              <a:t>时间代价：用排序算法执行中的数据比较次数与数据移动次数来衡量。</a:t>
            </a:r>
            <a:endParaRPr lang="en-US" altLang="zh-CN" dirty="0"/>
          </a:p>
          <a:p>
            <a:pPr lvl="1">
              <a:lnSpc>
                <a:spcPct val="120000"/>
              </a:lnSpc>
            </a:pPr>
            <a:r>
              <a:rPr lang="zh-CN" altLang="en-US" dirty="0"/>
              <a:t>是衡量算法好坏的最重要的标志</a:t>
            </a:r>
          </a:p>
          <a:p>
            <a:pPr lvl="1">
              <a:lnSpc>
                <a:spcPct val="120000"/>
              </a:lnSpc>
            </a:pPr>
            <a:r>
              <a:rPr lang="zh-CN" altLang="en-US" dirty="0"/>
              <a:t>可以按平均情况进行估算。</a:t>
            </a:r>
            <a:endParaRPr lang="en-US" altLang="zh-CN" dirty="0"/>
          </a:p>
          <a:p>
            <a:pPr lvl="1">
              <a:lnSpc>
                <a:spcPct val="120000"/>
              </a:lnSpc>
            </a:pPr>
            <a:r>
              <a:rPr lang="zh-CN" altLang="en-US" dirty="0"/>
              <a:t>对于受元素排序码序列初始排列及元素个数影响较大的算法，则按最好情况和最坏情况进行估算。</a:t>
            </a:r>
          </a:p>
          <a:p>
            <a:pPr>
              <a:lnSpc>
                <a:spcPct val="120000"/>
              </a:lnSpc>
            </a:pPr>
            <a:r>
              <a:rPr lang="zh-CN" altLang="en-US" dirty="0"/>
              <a:t>空间代价：算法执行时所需的附加存储</a:t>
            </a:r>
            <a:endParaRPr lang="en-US" altLang="zh-CN" dirty="0"/>
          </a:p>
        </p:txBody>
      </p:sp>
      <p:sp>
        <p:nvSpPr>
          <p:cNvPr id="2" name="灯片编号占位符 1">
            <a:extLst>
              <a:ext uri="{FF2B5EF4-FFF2-40B4-BE49-F238E27FC236}">
                <a16:creationId xmlns:a16="http://schemas.microsoft.com/office/drawing/2014/main" id="{4F5632BE-D9B9-7478-F4C2-97C7DE24F321}"/>
              </a:ext>
            </a:extLst>
          </p:cNvPr>
          <p:cNvSpPr>
            <a:spLocks noGrp="1"/>
          </p:cNvSpPr>
          <p:nvPr>
            <p:ph type="sldNum" sz="quarter" idx="12"/>
          </p:nvPr>
        </p:nvSpPr>
        <p:spPr/>
        <p:txBody>
          <a:bodyPr/>
          <a:lstStyle/>
          <a:p>
            <a:pPr>
              <a:defRPr/>
            </a:pPr>
            <a:fld id="{5F1DCF05-F1E6-414E-BAB4-65AA6A3D43BB}" type="slidenum">
              <a:rPr lang="en-US" altLang="zh-CN" smtClean="0"/>
              <a:pPr>
                <a:defRPr/>
              </a:pPr>
              <a:t>4</a:t>
            </a:fld>
            <a:endParaRPr lang="en-US" altLang="zh-CN"/>
          </a:p>
        </p:txBody>
      </p:sp>
    </p:spTree>
  </p:cSld>
  <p:clrMapOvr>
    <a:masterClrMapping/>
  </p:clrMapOvr>
  <p:transition>
    <p:spli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5B4EF2E-085E-4ACA-9950-8B13A1144DF6}"/>
              </a:ext>
            </a:extLst>
          </p:cNvPr>
          <p:cNvSpPr>
            <a:spLocks noGrp="1"/>
          </p:cNvSpPr>
          <p:nvPr>
            <p:ph type="title"/>
          </p:nvPr>
        </p:nvSpPr>
        <p:spPr/>
        <p:txBody>
          <a:bodyPr>
            <a:normAutofit/>
          </a:bodyPr>
          <a:lstStyle/>
          <a:p>
            <a:r>
              <a:rPr lang="en-US" altLang="zh-CN" dirty="0"/>
              <a:t>9.1.2 </a:t>
            </a:r>
            <a:r>
              <a:rPr lang="zh-CN" altLang="en-US" dirty="0"/>
              <a:t>排序算法的性能评估</a:t>
            </a:r>
          </a:p>
        </p:txBody>
      </p:sp>
      <p:sp>
        <p:nvSpPr>
          <p:cNvPr id="487427" name="Rectangle 3">
            <a:extLst>
              <a:ext uri="{FF2B5EF4-FFF2-40B4-BE49-F238E27FC236}">
                <a16:creationId xmlns:a16="http://schemas.microsoft.com/office/drawing/2014/main" id="{ED081816-DF1F-A8CD-80B0-55DD3FC6C012}"/>
              </a:ext>
            </a:extLst>
          </p:cNvPr>
          <p:cNvSpPr>
            <a:spLocks noGrp="1" noChangeArrowheads="1"/>
          </p:cNvSpPr>
          <p:nvPr>
            <p:ph type="body" idx="1"/>
          </p:nvPr>
        </p:nvSpPr>
        <p:spPr/>
        <p:txBody>
          <a:bodyPr/>
          <a:lstStyle/>
          <a:p>
            <a:r>
              <a:rPr lang="zh-CN" altLang="en-US" dirty="0"/>
              <a:t>以起泡排序 </a:t>
            </a:r>
            <a:r>
              <a:rPr lang="en-US" altLang="zh-CN" dirty="0"/>
              <a:t>(Bubble Sort)</a:t>
            </a:r>
            <a:r>
              <a:rPr lang="zh-CN" altLang="en-US" dirty="0"/>
              <a:t>为例</a:t>
            </a:r>
            <a:endParaRPr lang="en-US" altLang="zh-CN" dirty="0"/>
          </a:p>
          <a:p>
            <a:pPr lvl="1"/>
            <a:r>
              <a:rPr lang="zh-CN" altLang="en-US" dirty="0"/>
              <a:t>冒泡排序算法的基本过程为：</a:t>
            </a:r>
            <a:endParaRPr lang="en-US" altLang="zh-CN" dirty="0"/>
          </a:p>
          <a:p>
            <a:pPr lvl="2"/>
            <a:r>
              <a:rPr lang="zh-CN" altLang="en-US" dirty="0"/>
              <a:t>设待排序元素序列中的元素个数为 </a:t>
            </a:r>
            <a:r>
              <a:rPr lang="en-US" altLang="zh-CN" dirty="0"/>
              <a:t>n</a:t>
            </a:r>
            <a:r>
              <a:rPr lang="zh-CN" altLang="en-US" dirty="0"/>
              <a:t>，则最多冒泡 </a:t>
            </a:r>
            <a:r>
              <a:rPr lang="en-US" altLang="zh-CN" dirty="0"/>
              <a:t>n-1 </a:t>
            </a:r>
            <a:r>
              <a:rPr lang="zh-CN" altLang="en-US" dirty="0"/>
              <a:t>趟，</a:t>
            </a:r>
            <a:r>
              <a:rPr lang="zh-CN" altLang="en-US" dirty="0">
                <a:sym typeface="Symbol" pitchFamily="18" charset="2"/>
              </a:rPr>
              <a:t>在第 </a:t>
            </a:r>
            <a:r>
              <a:rPr lang="en-US" altLang="zh-CN" dirty="0" err="1">
                <a:sym typeface="Symbol" pitchFamily="18" charset="2"/>
              </a:rPr>
              <a:t>i</a:t>
            </a:r>
            <a:r>
              <a:rPr lang="en-US" altLang="zh-CN" dirty="0">
                <a:sym typeface="Symbol" pitchFamily="18" charset="2"/>
              </a:rPr>
              <a:t> </a:t>
            </a:r>
            <a:r>
              <a:rPr lang="zh-CN" altLang="en-US" dirty="0">
                <a:sym typeface="Symbol" pitchFamily="18" charset="2"/>
              </a:rPr>
              <a:t>趟中从后向前</a:t>
            </a:r>
            <a:r>
              <a:rPr lang="zh-CN" altLang="en-US" dirty="0"/>
              <a:t>，</a:t>
            </a:r>
            <a:r>
              <a:rPr lang="en-US" altLang="zh-CN" dirty="0"/>
              <a:t>j = n-1</a:t>
            </a:r>
            <a:r>
              <a:rPr lang="zh-CN" altLang="en-US" dirty="0"/>
              <a:t>，</a:t>
            </a:r>
            <a:r>
              <a:rPr lang="en-US" altLang="zh-CN" dirty="0"/>
              <a:t> n-2</a:t>
            </a:r>
            <a:r>
              <a:rPr lang="zh-CN" altLang="en-US" dirty="0"/>
              <a:t>，</a:t>
            </a:r>
            <a:r>
              <a:rPr lang="en-US" altLang="zh-CN" dirty="0"/>
              <a:t> </a:t>
            </a:r>
            <a:r>
              <a:rPr lang="en-US" altLang="zh-CN" dirty="0">
                <a:sym typeface="Symbol" pitchFamily="18" charset="2"/>
              </a:rPr>
              <a:t></a:t>
            </a:r>
            <a:r>
              <a:rPr lang="zh-CN" altLang="en-US" dirty="0">
                <a:sym typeface="Symbol" pitchFamily="18" charset="2"/>
              </a:rPr>
              <a:t>，</a:t>
            </a:r>
            <a:r>
              <a:rPr lang="en-US" altLang="zh-CN" dirty="0">
                <a:sym typeface="Symbol" pitchFamily="18" charset="2"/>
              </a:rPr>
              <a:t>  </a:t>
            </a:r>
            <a:r>
              <a:rPr lang="en-US" altLang="zh-CN" dirty="0" err="1">
                <a:sym typeface="Symbol" pitchFamily="18" charset="2"/>
              </a:rPr>
              <a:t>i</a:t>
            </a:r>
            <a:r>
              <a:rPr lang="zh-CN" altLang="en-US" dirty="0">
                <a:sym typeface="Symbol" pitchFamily="18" charset="2"/>
              </a:rPr>
              <a:t>，顺次两两</a:t>
            </a:r>
            <a:r>
              <a:rPr lang="zh-CN" altLang="en-US" dirty="0"/>
              <a:t>比较</a:t>
            </a:r>
            <a:r>
              <a:rPr lang="en-US" altLang="zh-CN" dirty="0"/>
              <a:t>V[i-1].key</a:t>
            </a:r>
            <a:r>
              <a:rPr lang="zh-CN" altLang="en-US" dirty="0"/>
              <a:t>和</a:t>
            </a:r>
            <a:r>
              <a:rPr lang="en-US" altLang="zh-CN" dirty="0"/>
              <a:t>V[</a:t>
            </a:r>
            <a:r>
              <a:rPr lang="en-US" altLang="zh-CN" dirty="0" err="1"/>
              <a:t>i</a:t>
            </a:r>
            <a:r>
              <a:rPr lang="en-US" altLang="zh-CN" dirty="0"/>
              <a:t>].key</a:t>
            </a:r>
            <a:r>
              <a:rPr lang="zh-CN" altLang="en-US" dirty="0">
                <a:sym typeface="Symbol" pitchFamily="18" charset="2"/>
              </a:rPr>
              <a:t>。</a:t>
            </a:r>
            <a:r>
              <a:rPr lang="zh-CN" altLang="en-US" dirty="0"/>
              <a:t>如果发生逆序，则交换</a:t>
            </a:r>
            <a:r>
              <a:rPr lang="en-US" altLang="zh-CN" dirty="0"/>
              <a:t>V[i-1]</a:t>
            </a:r>
            <a:r>
              <a:rPr lang="zh-CN" altLang="en-US" dirty="0"/>
              <a:t>和</a:t>
            </a:r>
            <a:r>
              <a:rPr lang="en-US" altLang="zh-CN" dirty="0"/>
              <a:t>V[</a:t>
            </a:r>
            <a:r>
              <a:rPr lang="en-US" altLang="zh-CN" dirty="0" err="1"/>
              <a:t>i</a:t>
            </a:r>
            <a:r>
              <a:rPr lang="en-US" altLang="zh-CN" dirty="0"/>
              <a:t>]</a:t>
            </a:r>
            <a:r>
              <a:rPr lang="zh-CN" altLang="en-US" dirty="0"/>
              <a:t>。（</a:t>
            </a:r>
            <a:r>
              <a:rPr lang="en-US" altLang="zh-CN" dirty="0" err="1"/>
              <a:t>i</a:t>
            </a:r>
            <a:r>
              <a:rPr lang="en-US" altLang="zh-CN" dirty="0"/>
              <a:t> = 1</a:t>
            </a:r>
            <a:r>
              <a:rPr lang="zh-CN" altLang="en-US" dirty="0"/>
              <a:t>，</a:t>
            </a:r>
            <a:r>
              <a:rPr lang="en-US" altLang="zh-CN" dirty="0"/>
              <a:t> 2</a:t>
            </a:r>
            <a:r>
              <a:rPr lang="zh-CN" altLang="en-US" dirty="0"/>
              <a:t>，</a:t>
            </a:r>
            <a:r>
              <a:rPr lang="en-US" altLang="zh-CN" dirty="0"/>
              <a:t> </a:t>
            </a:r>
            <a:r>
              <a:rPr lang="en-US" altLang="zh-CN" dirty="0">
                <a:sym typeface="Symbol" pitchFamily="18" charset="2"/>
              </a:rPr>
              <a:t></a:t>
            </a:r>
            <a:r>
              <a:rPr lang="zh-CN" altLang="en-US" dirty="0">
                <a:sym typeface="Symbol" pitchFamily="18" charset="2"/>
              </a:rPr>
              <a:t>，</a:t>
            </a:r>
            <a:r>
              <a:rPr lang="en-US" altLang="zh-CN" dirty="0">
                <a:sym typeface="Symbol" pitchFamily="18" charset="2"/>
              </a:rPr>
              <a:t> </a:t>
            </a:r>
            <a:r>
              <a:rPr lang="en-US" altLang="zh-CN" dirty="0"/>
              <a:t>n-1</a:t>
            </a:r>
            <a:r>
              <a:rPr lang="zh-CN" altLang="en-US" dirty="0"/>
              <a:t>）。</a:t>
            </a:r>
            <a:endParaRPr lang="en-US" altLang="zh-CN" dirty="0"/>
          </a:p>
        </p:txBody>
      </p:sp>
      <p:sp>
        <p:nvSpPr>
          <p:cNvPr id="2" name="灯片编号占位符 1">
            <a:extLst>
              <a:ext uri="{FF2B5EF4-FFF2-40B4-BE49-F238E27FC236}">
                <a16:creationId xmlns:a16="http://schemas.microsoft.com/office/drawing/2014/main" id="{2C53B6FE-DD43-6706-4791-E74AA35A7870}"/>
              </a:ext>
            </a:extLst>
          </p:cNvPr>
          <p:cNvSpPr>
            <a:spLocks noGrp="1"/>
          </p:cNvSpPr>
          <p:nvPr>
            <p:ph type="sldNum" sz="quarter" idx="12"/>
          </p:nvPr>
        </p:nvSpPr>
        <p:spPr/>
        <p:txBody>
          <a:bodyPr/>
          <a:lstStyle/>
          <a:p>
            <a:pPr>
              <a:defRPr/>
            </a:pPr>
            <a:fld id="{5F1DCF05-F1E6-414E-BAB4-65AA6A3D43BB}" type="slidenum">
              <a:rPr lang="en-US" altLang="zh-CN" smtClean="0"/>
              <a:pPr>
                <a:defRPr/>
              </a:pPr>
              <a:t>5</a:t>
            </a:fld>
            <a:endParaRPr lang="en-US" altLang="zh-CN"/>
          </a:p>
        </p:txBody>
      </p:sp>
    </p:spTree>
  </p:cSld>
  <p:clrMapOvr>
    <a:masterClrMapping/>
  </p:clrMapOvr>
  <p:transition>
    <p:spli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descr="白色大理石">
            <a:extLst>
              <a:ext uri="{FF2B5EF4-FFF2-40B4-BE49-F238E27FC236}">
                <a16:creationId xmlns:a16="http://schemas.microsoft.com/office/drawing/2014/main" id="{FF6FEAC7-2567-0D82-4C11-4FD2F6D9919A}"/>
              </a:ext>
            </a:extLst>
          </p:cNvPr>
          <p:cNvSpPr>
            <a:spLocks noChangeArrowheads="1"/>
          </p:cNvSpPr>
          <p:nvPr/>
        </p:nvSpPr>
        <p:spPr bwMode="auto">
          <a:xfrm>
            <a:off x="609600" y="12192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0243" name="Rectangle 3">
            <a:extLst>
              <a:ext uri="{FF2B5EF4-FFF2-40B4-BE49-F238E27FC236}">
                <a16:creationId xmlns:a16="http://schemas.microsoft.com/office/drawing/2014/main" id="{B39E802C-F602-D965-723C-FCDDC9460404}"/>
              </a:ext>
            </a:extLst>
          </p:cNvPr>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3200" b="1">
              <a:solidFill>
                <a:schemeClr val="tx2"/>
              </a:solidFill>
              <a:latin typeface="Times New Roman" panose="02020603050405020304" pitchFamily="18" charset="0"/>
              <a:ea typeface="宋体" panose="02010600030101010101" pitchFamily="2" charset="-122"/>
            </a:endParaRPr>
          </a:p>
        </p:txBody>
      </p:sp>
      <p:sp>
        <p:nvSpPr>
          <p:cNvPr id="488452" name="AutoShape 4">
            <a:extLst>
              <a:ext uri="{FF2B5EF4-FFF2-40B4-BE49-F238E27FC236}">
                <a16:creationId xmlns:a16="http://schemas.microsoft.com/office/drawing/2014/main" id="{8578DF16-9A15-4643-660D-C2FFECF0EFA9}"/>
              </a:ext>
            </a:extLst>
          </p:cNvPr>
          <p:cNvSpPr>
            <a:spLocks noChangeArrowheads="1"/>
          </p:cNvSpPr>
          <p:nvPr/>
        </p:nvSpPr>
        <p:spPr bwMode="auto">
          <a:xfrm>
            <a:off x="1676400" y="8382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488453" name="AutoShape 5">
            <a:extLst>
              <a:ext uri="{FF2B5EF4-FFF2-40B4-BE49-F238E27FC236}">
                <a16:creationId xmlns:a16="http://schemas.microsoft.com/office/drawing/2014/main" id="{98D72033-A234-D929-BA46-F511B78704A4}"/>
              </a:ext>
            </a:extLst>
          </p:cNvPr>
          <p:cNvSpPr>
            <a:spLocks noChangeArrowheads="1"/>
          </p:cNvSpPr>
          <p:nvPr/>
        </p:nvSpPr>
        <p:spPr bwMode="auto">
          <a:xfrm>
            <a:off x="26670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488454" name="AutoShape 6">
            <a:extLst>
              <a:ext uri="{FF2B5EF4-FFF2-40B4-BE49-F238E27FC236}">
                <a16:creationId xmlns:a16="http://schemas.microsoft.com/office/drawing/2014/main" id="{35D700DF-2B84-90C9-94CC-2CD1727CC673}"/>
              </a:ext>
            </a:extLst>
          </p:cNvPr>
          <p:cNvSpPr>
            <a:spLocks noChangeArrowheads="1"/>
          </p:cNvSpPr>
          <p:nvPr/>
        </p:nvSpPr>
        <p:spPr bwMode="auto">
          <a:xfrm>
            <a:off x="3657600" y="4572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488455" name="AutoShape 7">
            <a:extLst>
              <a:ext uri="{FF2B5EF4-FFF2-40B4-BE49-F238E27FC236}">
                <a16:creationId xmlns:a16="http://schemas.microsoft.com/office/drawing/2014/main" id="{3BEE090C-580A-7C2E-4B59-6733673B0C15}"/>
              </a:ext>
            </a:extLst>
          </p:cNvPr>
          <p:cNvSpPr>
            <a:spLocks noChangeArrowheads="1"/>
          </p:cNvSpPr>
          <p:nvPr/>
        </p:nvSpPr>
        <p:spPr bwMode="auto">
          <a:xfrm>
            <a:off x="46482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488456" name="AutoShape 8">
            <a:extLst>
              <a:ext uri="{FF2B5EF4-FFF2-40B4-BE49-F238E27FC236}">
                <a16:creationId xmlns:a16="http://schemas.microsoft.com/office/drawing/2014/main" id="{1AE581DB-F237-7A32-2505-880F74651A2C}"/>
              </a:ext>
            </a:extLst>
          </p:cNvPr>
          <p:cNvSpPr>
            <a:spLocks noChangeArrowheads="1"/>
          </p:cNvSpPr>
          <p:nvPr/>
        </p:nvSpPr>
        <p:spPr bwMode="auto">
          <a:xfrm>
            <a:off x="5638800" y="9144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488457" name="AutoShape 9">
            <a:extLst>
              <a:ext uri="{FF2B5EF4-FFF2-40B4-BE49-F238E27FC236}">
                <a16:creationId xmlns:a16="http://schemas.microsoft.com/office/drawing/2014/main" id="{24A7AE3F-B790-A702-4A57-5BE4D7CD484F}"/>
              </a:ext>
            </a:extLst>
          </p:cNvPr>
          <p:cNvSpPr>
            <a:spLocks noChangeArrowheads="1"/>
          </p:cNvSpPr>
          <p:nvPr/>
        </p:nvSpPr>
        <p:spPr bwMode="auto">
          <a:xfrm>
            <a:off x="6629400" y="12192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10250" name="Text Box 10">
            <a:extLst>
              <a:ext uri="{FF2B5EF4-FFF2-40B4-BE49-F238E27FC236}">
                <a16:creationId xmlns:a16="http://schemas.microsoft.com/office/drawing/2014/main" id="{13DF4102-23A0-921B-E0C6-4B6CE14393C4}"/>
              </a:ext>
            </a:extLst>
          </p:cNvPr>
          <p:cNvSpPr txBox="1">
            <a:spLocks noChangeArrowheads="1"/>
          </p:cNvSpPr>
          <p:nvPr/>
        </p:nvSpPr>
        <p:spPr bwMode="auto">
          <a:xfrm>
            <a:off x="1752600" y="1676400"/>
            <a:ext cx="528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a:t>
            </a:r>
            <a:endParaRPr kumimoji="1" lang="en-US" altLang="zh-CN" sz="2400">
              <a:latin typeface="Times New Roman" panose="02020603050405020304" pitchFamily="18" charset="0"/>
              <a:ea typeface="宋体" panose="02010600030101010101" pitchFamily="2" charset="-122"/>
            </a:endParaRPr>
          </a:p>
        </p:txBody>
      </p:sp>
      <p:sp>
        <p:nvSpPr>
          <p:cNvPr id="10251" name="AutoShape 11" descr="白色大理石">
            <a:extLst>
              <a:ext uri="{FF2B5EF4-FFF2-40B4-BE49-F238E27FC236}">
                <a16:creationId xmlns:a16="http://schemas.microsoft.com/office/drawing/2014/main" id="{A3E91C94-016C-D4EF-BD9A-79B4680FFDA3}"/>
              </a:ext>
            </a:extLst>
          </p:cNvPr>
          <p:cNvSpPr>
            <a:spLocks noChangeArrowheads="1"/>
          </p:cNvSpPr>
          <p:nvPr/>
        </p:nvSpPr>
        <p:spPr bwMode="auto">
          <a:xfrm>
            <a:off x="533400" y="2895600"/>
            <a:ext cx="7772400" cy="457200"/>
          </a:xfrm>
          <a:prstGeom prst="parallelogram">
            <a:avLst>
              <a:gd name="adj" fmla="val 246028"/>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88460" name="AutoShape 12">
            <a:extLst>
              <a:ext uri="{FF2B5EF4-FFF2-40B4-BE49-F238E27FC236}">
                <a16:creationId xmlns:a16="http://schemas.microsoft.com/office/drawing/2014/main" id="{F31B0CEB-A9B8-7255-33AF-9B0771738313}"/>
              </a:ext>
            </a:extLst>
          </p:cNvPr>
          <p:cNvSpPr>
            <a:spLocks noChangeArrowheads="1"/>
          </p:cNvSpPr>
          <p:nvPr/>
        </p:nvSpPr>
        <p:spPr bwMode="auto">
          <a:xfrm>
            <a:off x="2667000" y="25146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488461" name="AutoShape 13">
            <a:extLst>
              <a:ext uri="{FF2B5EF4-FFF2-40B4-BE49-F238E27FC236}">
                <a16:creationId xmlns:a16="http://schemas.microsoft.com/office/drawing/2014/main" id="{D6014CE8-A15A-92ED-55CB-FCD34BB25DB1}"/>
              </a:ext>
            </a:extLst>
          </p:cNvPr>
          <p:cNvSpPr>
            <a:spLocks noChangeArrowheads="1"/>
          </p:cNvSpPr>
          <p:nvPr/>
        </p:nvSpPr>
        <p:spPr bwMode="auto">
          <a:xfrm>
            <a:off x="5638800" y="2438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488462" name="Text Box 14">
            <a:extLst>
              <a:ext uri="{FF2B5EF4-FFF2-40B4-BE49-F238E27FC236}">
                <a16:creationId xmlns:a16="http://schemas.microsoft.com/office/drawing/2014/main" id="{AF7EC5BC-EB50-4240-2280-38A4D7DB5794}"/>
              </a:ext>
            </a:extLst>
          </p:cNvPr>
          <p:cNvSpPr txBox="1">
            <a:spLocks noChangeArrowheads="1"/>
          </p:cNvSpPr>
          <p:nvPr/>
        </p:nvSpPr>
        <p:spPr bwMode="auto">
          <a:xfrm>
            <a:off x="436563" y="2468563"/>
            <a:ext cx="868362" cy="579437"/>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0255" name="AutoShape 15" descr="白色大理石">
            <a:extLst>
              <a:ext uri="{FF2B5EF4-FFF2-40B4-BE49-F238E27FC236}">
                <a16:creationId xmlns:a16="http://schemas.microsoft.com/office/drawing/2014/main" id="{797F741F-6FA0-B4D6-5420-73DE431D5BB7}"/>
              </a:ext>
            </a:extLst>
          </p:cNvPr>
          <p:cNvSpPr>
            <a:spLocks noChangeArrowheads="1"/>
          </p:cNvSpPr>
          <p:nvPr/>
        </p:nvSpPr>
        <p:spPr bwMode="auto">
          <a:xfrm>
            <a:off x="3124200" y="5715000"/>
            <a:ext cx="5257800" cy="457200"/>
          </a:xfrm>
          <a:prstGeom prst="parallelogram">
            <a:avLst>
              <a:gd name="adj" fmla="val 166431"/>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88464" name="AutoShape 16">
            <a:extLst>
              <a:ext uri="{FF2B5EF4-FFF2-40B4-BE49-F238E27FC236}">
                <a16:creationId xmlns:a16="http://schemas.microsoft.com/office/drawing/2014/main" id="{131CED02-B4B6-813C-DBA4-B84116012202}"/>
              </a:ext>
            </a:extLst>
          </p:cNvPr>
          <p:cNvSpPr>
            <a:spLocks noChangeArrowheads="1"/>
          </p:cNvSpPr>
          <p:nvPr/>
        </p:nvSpPr>
        <p:spPr bwMode="auto">
          <a:xfrm>
            <a:off x="6629400" y="49530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10257" name="AutoShape 17" descr="白色大理石">
            <a:extLst>
              <a:ext uri="{FF2B5EF4-FFF2-40B4-BE49-F238E27FC236}">
                <a16:creationId xmlns:a16="http://schemas.microsoft.com/office/drawing/2014/main" id="{EAD9E5F3-82CF-AEC7-B145-765D523442FC}"/>
              </a:ext>
            </a:extLst>
          </p:cNvPr>
          <p:cNvSpPr>
            <a:spLocks noChangeArrowheads="1"/>
          </p:cNvSpPr>
          <p:nvPr/>
        </p:nvSpPr>
        <p:spPr bwMode="auto">
          <a:xfrm>
            <a:off x="2057400" y="4343400"/>
            <a:ext cx="6248400" cy="457200"/>
          </a:xfrm>
          <a:prstGeom prst="parallelogram">
            <a:avLst>
              <a:gd name="adj" fmla="val 197787"/>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488466" name="AutoShape 18">
            <a:extLst>
              <a:ext uri="{FF2B5EF4-FFF2-40B4-BE49-F238E27FC236}">
                <a16:creationId xmlns:a16="http://schemas.microsoft.com/office/drawing/2014/main" id="{90EF3B9E-9413-7C56-183A-48C6352FE896}"/>
              </a:ext>
            </a:extLst>
          </p:cNvPr>
          <p:cNvSpPr>
            <a:spLocks noChangeArrowheads="1"/>
          </p:cNvSpPr>
          <p:nvPr/>
        </p:nvSpPr>
        <p:spPr bwMode="auto">
          <a:xfrm>
            <a:off x="4648200" y="38862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488467" name="AutoShape 19">
            <a:extLst>
              <a:ext uri="{FF2B5EF4-FFF2-40B4-BE49-F238E27FC236}">
                <a16:creationId xmlns:a16="http://schemas.microsoft.com/office/drawing/2014/main" id="{A8FCC833-DD69-D8BC-E246-1ADCB8504994}"/>
              </a:ext>
            </a:extLst>
          </p:cNvPr>
          <p:cNvSpPr>
            <a:spLocks noChangeArrowheads="1"/>
          </p:cNvSpPr>
          <p:nvPr/>
        </p:nvSpPr>
        <p:spPr bwMode="auto">
          <a:xfrm>
            <a:off x="2667000" y="4038600"/>
            <a:ext cx="533400" cy="685800"/>
          </a:xfrm>
          <a:prstGeom prst="can">
            <a:avLst>
              <a:gd name="adj" fmla="val 32143"/>
            </a:avLst>
          </a:prstGeom>
          <a:gradFill rotWithShape="0">
            <a:gsLst>
              <a:gs pos="0">
                <a:srgbClr val="009900">
                  <a:gamma/>
                  <a:shade val="46275"/>
                  <a:invGamma/>
                </a:srgbClr>
              </a:gs>
              <a:gs pos="50000">
                <a:srgbClr val="009900"/>
              </a:gs>
              <a:gs pos="100000">
                <a:srgbClr val="009900">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16</a:t>
            </a:r>
            <a:endParaRPr lang="en-US" altLang="zh-CN">
              <a:solidFill>
                <a:srgbClr val="FFFFCC"/>
              </a:solidFill>
              <a:effectLst>
                <a:outerShdw blurRad="38100" dist="38100" dir="2700000" algn="tl">
                  <a:srgbClr val="000000"/>
                </a:outerShdw>
              </a:effectLst>
            </a:endParaRPr>
          </a:p>
        </p:txBody>
      </p:sp>
      <p:sp>
        <p:nvSpPr>
          <p:cNvPr id="488468" name="AutoShape 20">
            <a:extLst>
              <a:ext uri="{FF2B5EF4-FFF2-40B4-BE49-F238E27FC236}">
                <a16:creationId xmlns:a16="http://schemas.microsoft.com/office/drawing/2014/main" id="{57636130-5726-C6FE-E242-E05B477FF9E6}"/>
              </a:ext>
            </a:extLst>
          </p:cNvPr>
          <p:cNvSpPr>
            <a:spLocks noChangeArrowheads="1"/>
          </p:cNvSpPr>
          <p:nvPr/>
        </p:nvSpPr>
        <p:spPr bwMode="auto">
          <a:xfrm>
            <a:off x="3657600" y="2438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488469" name="AutoShape 21">
            <a:extLst>
              <a:ext uri="{FF2B5EF4-FFF2-40B4-BE49-F238E27FC236}">
                <a16:creationId xmlns:a16="http://schemas.microsoft.com/office/drawing/2014/main" id="{0123B17E-8534-075C-B831-4309CCCF8A91}"/>
              </a:ext>
            </a:extLst>
          </p:cNvPr>
          <p:cNvSpPr>
            <a:spLocks noChangeArrowheads="1"/>
          </p:cNvSpPr>
          <p:nvPr/>
        </p:nvSpPr>
        <p:spPr bwMode="auto">
          <a:xfrm>
            <a:off x="6629400" y="25908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488470" name="AutoShape 22">
            <a:extLst>
              <a:ext uri="{FF2B5EF4-FFF2-40B4-BE49-F238E27FC236}">
                <a16:creationId xmlns:a16="http://schemas.microsoft.com/office/drawing/2014/main" id="{0E50A7C0-DEE9-D583-5A9D-B2F52B4BC711}"/>
              </a:ext>
            </a:extLst>
          </p:cNvPr>
          <p:cNvSpPr>
            <a:spLocks noChangeArrowheads="1"/>
          </p:cNvSpPr>
          <p:nvPr/>
        </p:nvSpPr>
        <p:spPr bwMode="auto">
          <a:xfrm>
            <a:off x="1676400" y="4343400"/>
            <a:ext cx="533400" cy="381000"/>
          </a:xfrm>
          <a:prstGeom prst="can">
            <a:avLst>
              <a:gd name="adj" fmla="val 25000"/>
            </a:avLst>
          </a:prstGeom>
          <a:gradFill rotWithShape="0">
            <a:gsLst>
              <a:gs pos="0">
                <a:srgbClr val="009900">
                  <a:gamma/>
                  <a:shade val="46275"/>
                  <a:invGamma/>
                </a:srgbClr>
              </a:gs>
              <a:gs pos="50000">
                <a:srgbClr val="009900"/>
              </a:gs>
              <a:gs pos="100000">
                <a:srgbClr val="009900">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08</a:t>
            </a:r>
            <a:endParaRPr lang="en-US" altLang="zh-CN">
              <a:solidFill>
                <a:srgbClr val="FFFFCC"/>
              </a:solidFill>
              <a:effectLst>
                <a:outerShdw blurRad="38100" dist="38100" dir="2700000" algn="tl">
                  <a:srgbClr val="000000"/>
                </a:outerShdw>
              </a:effectLst>
            </a:endParaRPr>
          </a:p>
        </p:txBody>
      </p:sp>
      <p:sp>
        <p:nvSpPr>
          <p:cNvPr id="488471" name="AutoShape 23">
            <a:extLst>
              <a:ext uri="{FF2B5EF4-FFF2-40B4-BE49-F238E27FC236}">
                <a16:creationId xmlns:a16="http://schemas.microsoft.com/office/drawing/2014/main" id="{25B96A3A-E1E7-118C-95C6-AC8966AB08A3}"/>
              </a:ext>
            </a:extLst>
          </p:cNvPr>
          <p:cNvSpPr>
            <a:spLocks noChangeArrowheads="1"/>
          </p:cNvSpPr>
          <p:nvPr/>
        </p:nvSpPr>
        <p:spPr bwMode="auto">
          <a:xfrm>
            <a:off x="4648200" y="21336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488472" name="Text Box 24">
            <a:extLst>
              <a:ext uri="{FF2B5EF4-FFF2-40B4-BE49-F238E27FC236}">
                <a16:creationId xmlns:a16="http://schemas.microsoft.com/office/drawing/2014/main" id="{A724D5F7-860D-ED56-306C-EFB40AA2F441}"/>
              </a:ext>
            </a:extLst>
          </p:cNvPr>
          <p:cNvSpPr txBox="1">
            <a:spLocks noChangeArrowheads="1"/>
          </p:cNvSpPr>
          <p:nvPr/>
        </p:nvSpPr>
        <p:spPr bwMode="auto">
          <a:xfrm>
            <a:off x="7162800" y="3048000"/>
            <a:ext cx="1644650" cy="457200"/>
          </a:xfrm>
          <a:prstGeom prst="rect">
            <a:avLst/>
          </a:prstGeom>
          <a:noFill/>
          <a:ln w="9525">
            <a:noFill/>
            <a:miter lim="800000"/>
            <a:headEnd/>
            <a:tailEnd/>
          </a:ln>
        </p:spPr>
        <p:txBody>
          <a:bodyPr wrap="none">
            <a:spAutoFit/>
          </a:bodyPr>
          <a:lstStyle/>
          <a:p>
            <a:pPr>
              <a:defRPr/>
            </a:pPr>
            <a:r>
              <a:rPr lang="en-US" altLang="zh-CN" b="1" i="1">
                <a:effectLst>
                  <a:outerShdw blurRad="38100" dist="38100" dir="2700000" algn="tl">
                    <a:srgbClr val="C0C0C0"/>
                  </a:outerShdw>
                </a:effectLst>
              </a:rPr>
              <a:t>Exchang</a:t>
            </a:r>
            <a:r>
              <a:rPr lang="en-US" altLang="zh-CN" b="1">
                <a:effectLst>
                  <a:outerShdw blurRad="38100" dist="38100" dir="2700000" algn="tl">
                    <a:srgbClr val="C0C0C0"/>
                  </a:outerShdw>
                </a:effectLst>
              </a:rPr>
              <a:t>=1</a:t>
            </a:r>
          </a:p>
        </p:txBody>
      </p:sp>
      <p:sp>
        <p:nvSpPr>
          <p:cNvPr id="488473" name="AutoShape 25">
            <a:extLst>
              <a:ext uri="{FF2B5EF4-FFF2-40B4-BE49-F238E27FC236}">
                <a16:creationId xmlns:a16="http://schemas.microsoft.com/office/drawing/2014/main" id="{C81DF98C-8C22-AA30-6A90-E0CF1F1208AA}"/>
              </a:ext>
            </a:extLst>
          </p:cNvPr>
          <p:cNvSpPr>
            <a:spLocks noChangeArrowheads="1"/>
          </p:cNvSpPr>
          <p:nvPr/>
        </p:nvSpPr>
        <p:spPr bwMode="auto">
          <a:xfrm>
            <a:off x="1676400" y="2895600"/>
            <a:ext cx="533400" cy="381000"/>
          </a:xfrm>
          <a:prstGeom prst="can">
            <a:avLst>
              <a:gd name="adj" fmla="val 25000"/>
            </a:avLst>
          </a:prstGeom>
          <a:gradFill rotWithShape="0">
            <a:gsLst>
              <a:gs pos="0">
                <a:srgbClr val="009900">
                  <a:gamma/>
                  <a:shade val="46275"/>
                  <a:invGamma/>
                </a:srgbClr>
              </a:gs>
              <a:gs pos="50000">
                <a:srgbClr val="009900"/>
              </a:gs>
              <a:gs pos="100000">
                <a:srgbClr val="009900">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08</a:t>
            </a:r>
            <a:endParaRPr lang="en-US" altLang="zh-CN">
              <a:solidFill>
                <a:srgbClr val="FFFFCC"/>
              </a:solidFill>
              <a:effectLst>
                <a:outerShdw blurRad="38100" dist="38100" dir="2700000" algn="tl">
                  <a:srgbClr val="000000"/>
                </a:outerShdw>
              </a:effectLst>
            </a:endParaRPr>
          </a:p>
        </p:txBody>
      </p:sp>
      <p:sp>
        <p:nvSpPr>
          <p:cNvPr id="10266" name="Line 26">
            <a:extLst>
              <a:ext uri="{FF2B5EF4-FFF2-40B4-BE49-F238E27FC236}">
                <a16:creationId xmlns:a16="http://schemas.microsoft.com/office/drawing/2014/main" id="{22BB0EE6-46D9-AC8F-9BFF-AEB89B7104FC}"/>
              </a:ext>
            </a:extLst>
          </p:cNvPr>
          <p:cNvSpPr>
            <a:spLocks noChangeShapeType="1"/>
          </p:cNvSpPr>
          <p:nvPr/>
        </p:nvSpPr>
        <p:spPr bwMode="auto">
          <a:xfrm>
            <a:off x="6248400" y="3048000"/>
            <a:ext cx="304800" cy="0"/>
          </a:xfrm>
          <a:prstGeom prst="line">
            <a:avLst/>
          </a:prstGeom>
          <a:noFill/>
          <a:ln w="19050">
            <a:solidFill>
              <a:srgbClr val="FF6600"/>
            </a:solidFill>
            <a:round/>
            <a:headEnd type="triangle" w="sm" len="med"/>
            <a:tailEnd type="triangle" w="sm" len="med"/>
          </a:ln>
          <a:effectLst>
            <a:outerShdw dist="35921" dir="2700000" algn="ctr" rotWithShape="0">
              <a:srgbClr val="80808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267" name="Line 27">
            <a:extLst>
              <a:ext uri="{FF2B5EF4-FFF2-40B4-BE49-F238E27FC236}">
                <a16:creationId xmlns:a16="http://schemas.microsoft.com/office/drawing/2014/main" id="{5828548D-95B8-EA8F-5CA1-FF4C652CD7DC}"/>
              </a:ext>
            </a:extLst>
          </p:cNvPr>
          <p:cNvSpPr>
            <a:spLocks noChangeShapeType="1"/>
          </p:cNvSpPr>
          <p:nvPr/>
        </p:nvSpPr>
        <p:spPr bwMode="auto">
          <a:xfrm>
            <a:off x="5257800" y="3048000"/>
            <a:ext cx="304800" cy="0"/>
          </a:xfrm>
          <a:prstGeom prst="line">
            <a:avLst/>
          </a:prstGeom>
          <a:noFill/>
          <a:ln w="19050">
            <a:solidFill>
              <a:srgbClr val="FF6600"/>
            </a:solidFill>
            <a:round/>
            <a:headEnd type="triangle" w="sm" len="med"/>
            <a:tailEnd type="triangle" w="sm" len="med"/>
          </a:ln>
          <a:effectLst>
            <a:outerShdw dist="35921" dir="2700000" algn="ctr" rotWithShape="0">
              <a:srgbClr val="80808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268" name="Line 28">
            <a:extLst>
              <a:ext uri="{FF2B5EF4-FFF2-40B4-BE49-F238E27FC236}">
                <a16:creationId xmlns:a16="http://schemas.microsoft.com/office/drawing/2014/main" id="{AB544CE9-AB37-B7D3-595A-34C1DD6BA8F7}"/>
              </a:ext>
            </a:extLst>
          </p:cNvPr>
          <p:cNvSpPr>
            <a:spLocks noChangeShapeType="1"/>
          </p:cNvSpPr>
          <p:nvPr/>
        </p:nvSpPr>
        <p:spPr bwMode="auto">
          <a:xfrm>
            <a:off x="4267200" y="3048000"/>
            <a:ext cx="304800" cy="0"/>
          </a:xfrm>
          <a:prstGeom prst="line">
            <a:avLst/>
          </a:prstGeom>
          <a:noFill/>
          <a:ln w="19050">
            <a:solidFill>
              <a:srgbClr val="FF6600"/>
            </a:solidFill>
            <a:round/>
            <a:headEnd type="triangle" w="sm" len="med"/>
            <a:tailEnd type="triangle" w="sm" len="med"/>
          </a:ln>
          <a:effectLst>
            <a:outerShdw dist="35921" dir="2700000" algn="ctr" rotWithShape="0">
              <a:srgbClr val="80808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269" name="Line 29">
            <a:extLst>
              <a:ext uri="{FF2B5EF4-FFF2-40B4-BE49-F238E27FC236}">
                <a16:creationId xmlns:a16="http://schemas.microsoft.com/office/drawing/2014/main" id="{E9321938-F8C7-6B99-0519-A02726077BE6}"/>
              </a:ext>
            </a:extLst>
          </p:cNvPr>
          <p:cNvSpPr>
            <a:spLocks noChangeShapeType="1"/>
          </p:cNvSpPr>
          <p:nvPr/>
        </p:nvSpPr>
        <p:spPr bwMode="auto">
          <a:xfrm>
            <a:off x="3276600" y="3048000"/>
            <a:ext cx="304800" cy="0"/>
          </a:xfrm>
          <a:prstGeom prst="line">
            <a:avLst/>
          </a:prstGeom>
          <a:noFill/>
          <a:ln w="19050">
            <a:solidFill>
              <a:srgbClr val="FF6600"/>
            </a:solidFill>
            <a:round/>
            <a:headEnd type="triangle" w="sm" len="med"/>
            <a:tailEnd type="triangle" w="sm" len="med"/>
          </a:ln>
          <a:effectLst>
            <a:outerShdw dist="35921" dir="2700000" algn="ctr" rotWithShape="0">
              <a:srgbClr val="80808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270" name="Line 30">
            <a:extLst>
              <a:ext uri="{FF2B5EF4-FFF2-40B4-BE49-F238E27FC236}">
                <a16:creationId xmlns:a16="http://schemas.microsoft.com/office/drawing/2014/main" id="{B177AD61-0C5C-EA47-1ED7-C62BE98DF676}"/>
              </a:ext>
            </a:extLst>
          </p:cNvPr>
          <p:cNvSpPr>
            <a:spLocks noChangeShapeType="1"/>
          </p:cNvSpPr>
          <p:nvPr/>
        </p:nvSpPr>
        <p:spPr bwMode="auto">
          <a:xfrm>
            <a:off x="2286000" y="3048000"/>
            <a:ext cx="304800" cy="0"/>
          </a:xfrm>
          <a:prstGeom prst="line">
            <a:avLst/>
          </a:prstGeom>
          <a:noFill/>
          <a:ln w="19050">
            <a:solidFill>
              <a:srgbClr val="FF6600"/>
            </a:solidFill>
            <a:round/>
            <a:headEnd type="triangle" w="sm" len="med"/>
            <a:tailEnd type="triangle" w="sm" len="med"/>
          </a:ln>
          <a:effectLst>
            <a:outerShdw dist="35921" dir="2700000" algn="ctr" rotWithShape="0">
              <a:srgbClr val="80808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88479" name="AutoShape 31">
            <a:extLst>
              <a:ext uri="{FF2B5EF4-FFF2-40B4-BE49-F238E27FC236}">
                <a16:creationId xmlns:a16="http://schemas.microsoft.com/office/drawing/2014/main" id="{1167E134-140D-3756-60F1-0C9178AADAE6}"/>
              </a:ext>
            </a:extLst>
          </p:cNvPr>
          <p:cNvSpPr>
            <a:spLocks noChangeArrowheads="1"/>
          </p:cNvSpPr>
          <p:nvPr/>
        </p:nvSpPr>
        <p:spPr bwMode="auto">
          <a:xfrm>
            <a:off x="6629400" y="38862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10272" name="Line 32">
            <a:extLst>
              <a:ext uri="{FF2B5EF4-FFF2-40B4-BE49-F238E27FC236}">
                <a16:creationId xmlns:a16="http://schemas.microsoft.com/office/drawing/2014/main" id="{8EA94166-679A-9AE1-3641-7F2ED7BE58BF}"/>
              </a:ext>
            </a:extLst>
          </p:cNvPr>
          <p:cNvSpPr>
            <a:spLocks noChangeShapeType="1"/>
          </p:cNvSpPr>
          <p:nvPr/>
        </p:nvSpPr>
        <p:spPr bwMode="auto">
          <a:xfrm>
            <a:off x="6248400" y="4495800"/>
            <a:ext cx="304800" cy="0"/>
          </a:xfrm>
          <a:prstGeom prst="line">
            <a:avLst/>
          </a:prstGeom>
          <a:noFill/>
          <a:ln w="19050">
            <a:solidFill>
              <a:srgbClr val="FF6600"/>
            </a:solidFill>
            <a:round/>
            <a:headEnd type="triangle" w="sm" len="med"/>
            <a:tailEnd type="triangle" w="sm" len="med"/>
          </a:ln>
          <a:effectLst>
            <a:outerShdw dist="35921" dir="2700000" algn="ctr" rotWithShape="0">
              <a:srgbClr val="80808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273" name="Line 33">
            <a:extLst>
              <a:ext uri="{FF2B5EF4-FFF2-40B4-BE49-F238E27FC236}">
                <a16:creationId xmlns:a16="http://schemas.microsoft.com/office/drawing/2014/main" id="{9BCB63E2-BBCC-95F8-9701-C9DB78ADA1A3}"/>
              </a:ext>
            </a:extLst>
          </p:cNvPr>
          <p:cNvSpPr>
            <a:spLocks noChangeShapeType="1"/>
          </p:cNvSpPr>
          <p:nvPr/>
        </p:nvSpPr>
        <p:spPr bwMode="auto">
          <a:xfrm>
            <a:off x="5257800" y="4495800"/>
            <a:ext cx="304800" cy="0"/>
          </a:xfrm>
          <a:prstGeom prst="line">
            <a:avLst/>
          </a:prstGeom>
          <a:noFill/>
          <a:ln w="19050">
            <a:solidFill>
              <a:srgbClr val="FF6600"/>
            </a:solidFill>
            <a:round/>
            <a:headEnd type="triangle" w="sm" len="med"/>
            <a:tailEnd type="triangle" w="sm" len="med"/>
          </a:ln>
          <a:effectLst>
            <a:outerShdw dist="35921" dir="2700000" algn="ctr" rotWithShape="0">
              <a:srgbClr val="80808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274" name="Line 34">
            <a:extLst>
              <a:ext uri="{FF2B5EF4-FFF2-40B4-BE49-F238E27FC236}">
                <a16:creationId xmlns:a16="http://schemas.microsoft.com/office/drawing/2014/main" id="{48E5903F-E830-ACA2-D816-0704C26CEE70}"/>
              </a:ext>
            </a:extLst>
          </p:cNvPr>
          <p:cNvSpPr>
            <a:spLocks noChangeShapeType="1"/>
          </p:cNvSpPr>
          <p:nvPr/>
        </p:nvSpPr>
        <p:spPr bwMode="auto">
          <a:xfrm>
            <a:off x="4267200" y="4495800"/>
            <a:ext cx="304800" cy="0"/>
          </a:xfrm>
          <a:prstGeom prst="line">
            <a:avLst/>
          </a:prstGeom>
          <a:noFill/>
          <a:ln w="19050">
            <a:solidFill>
              <a:srgbClr val="FF6600"/>
            </a:solidFill>
            <a:round/>
            <a:headEnd type="triangle" w="sm" len="med"/>
            <a:tailEnd type="triangle" w="sm" len="med"/>
          </a:ln>
          <a:effectLst>
            <a:outerShdw dist="35921" dir="2700000" algn="ctr" rotWithShape="0">
              <a:srgbClr val="80808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275" name="Line 35">
            <a:extLst>
              <a:ext uri="{FF2B5EF4-FFF2-40B4-BE49-F238E27FC236}">
                <a16:creationId xmlns:a16="http://schemas.microsoft.com/office/drawing/2014/main" id="{4CCDC7EE-C3A7-586F-DC1C-E068093F765D}"/>
              </a:ext>
            </a:extLst>
          </p:cNvPr>
          <p:cNvSpPr>
            <a:spLocks noChangeShapeType="1"/>
          </p:cNvSpPr>
          <p:nvPr/>
        </p:nvSpPr>
        <p:spPr bwMode="auto">
          <a:xfrm>
            <a:off x="3276600" y="4495800"/>
            <a:ext cx="304800" cy="0"/>
          </a:xfrm>
          <a:prstGeom prst="line">
            <a:avLst/>
          </a:prstGeom>
          <a:noFill/>
          <a:ln w="19050">
            <a:solidFill>
              <a:srgbClr val="FF6600"/>
            </a:solidFill>
            <a:round/>
            <a:headEnd type="triangle" w="sm" len="med"/>
            <a:tailEnd type="triangle" w="sm" len="med"/>
          </a:ln>
          <a:effectLst>
            <a:outerShdw dist="35921" dir="2700000" algn="ctr" rotWithShape="0">
              <a:srgbClr val="80808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88484" name="AutoShape 36">
            <a:extLst>
              <a:ext uri="{FF2B5EF4-FFF2-40B4-BE49-F238E27FC236}">
                <a16:creationId xmlns:a16="http://schemas.microsoft.com/office/drawing/2014/main" id="{58B314CE-AD86-07B9-454F-4F410E540BFA}"/>
              </a:ext>
            </a:extLst>
          </p:cNvPr>
          <p:cNvSpPr>
            <a:spLocks noChangeArrowheads="1"/>
          </p:cNvSpPr>
          <p:nvPr/>
        </p:nvSpPr>
        <p:spPr bwMode="auto">
          <a:xfrm>
            <a:off x="5638800" y="35814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488485" name="AutoShape 37">
            <a:extLst>
              <a:ext uri="{FF2B5EF4-FFF2-40B4-BE49-F238E27FC236}">
                <a16:creationId xmlns:a16="http://schemas.microsoft.com/office/drawing/2014/main" id="{CFD65C14-D2F4-8BFA-73F6-C3A59E5924DA}"/>
              </a:ext>
            </a:extLst>
          </p:cNvPr>
          <p:cNvSpPr>
            <a:spLocks noChangeArrowheads="1"/>
          </p:cNvSpPr>
          <p:nvPr/>
        </p:nvSpPr>
        <p:spPr bwMode="auto">
          <a:xfrm>
            <a:off x="3657600" y="39624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488486" name="Text Box 38">
            <a:extLst>
              <a:ext uri="{FF2B5EF4-FFF2-40B4-BE49-F238E27FC236}">
                <a16:creationId xmlns:a16="http://schemas.microsoft.com/office/drawing/2014/main" id="{83664BBD-C1E6-E07E-6B9C-AFC5D481BF7D}"/>
              </a:ext>
            </a:extLst>
          </p:cNvPr>
          <p:cNvSpPr txBox="1">
            <a:spLocks noChangeArrowheads="1"/>
          </p:cNvSpPr>
          <p:nvPr/>
        </p:nvSpPr>
        <p:spPr bwMode="auto">
          <a:xfrm>
            <a:off x="7162800" y="4495800"/>
            <a:ext cx="1644650" cy="457200"/>
          </a:xfrm>
          <a:prstGeom prst="rect">
            <a:avLst/>
          </a:prstGeom>
          <a:noFill/>
          <a:ln w="9525">
            <a:noFill/>
            <a:miter lim="800000"/>
            <a:headEnd/>
            <a:tailEnd/>
          </a:ln>
        </p:spPr>
        <p:txBody>
          <a:bodyPr wrap="none">
            <a:spAutoFit/>
          </a:bodyPr>
          <a:lstStyle/>
          <a:p>
            <a:pPr>
              <a:defRPr/>
            </a:pPr>
            <a:r>
              <a:rPr lang="en-US" altLang="zh-CN" b="1" i="1">
                <a:effectLst>
                  <a:outerShdw blurRad="38100" dist="38100" dir="2700000" algn="tl">
                    <a:srgbClr val="C0C0C0"/>
                  </a:outerShdw>
                </a:effectLst>
              </a:rPr>
              <a:t>Exchang</a:t>
            </a:r>
            <a:r>
              <a:rPr lang="en-US" altLang="zh-CN" b="1">
                <a:effectLst>
                  <a:outerShdw blurRad="38100" dist="38100" dir="2700000" algn="tl">
                    <a:srgbClr val="C0C0C0"/>
                  </a:outerShdw>
                </a:effectLst>
              </a:rPr>
              <a:t>=1</a:t>
            </a:r>
          </a:p>
        </p:txBody>
      </p:sp>
      <p:sp>
        <p:nvSpPr>
          <p:cNvPr id="488487" name="Text Box 39">
            <a:extLst>
              <a:ext uri="{FF2B5EF4-FFF2-40B4-BE49-F238E27FC236}">
                <a16:creationId xmlns:a16="http://schemas.microsoft.com/office/drawing/2014/main" id="{71B79D14-6C5F-9549-C3E6-0A38A480C3A5}"/>
              </a:ext>
            </a:extLst>
          </p:cNvPr>
          <p:cNvSpPr txBox="1">
            <a:spLocks noChangeArrowheads="1"/>
          </p:cNvSpPr>
          <p:nvPr/>
        </p:nvSpPr>
        <p:spPr bwMode="auto">
          <a:xfrm>
            <a:off x="457200" y="3886200"/>
            <a:ext cx="868363" cy="579438"/>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488488" name="Text Box 40">
            <a:extLst>
              <a:ext uri="{FF2B5EF4-FFF2-40B4-BE49-F238E27FC236}">
                <a16:creationId xmlns:a16="http://schemas.microsoft.com/office/drawing/2014/main" id="{7F09153A-0234-4E9E-3F6D-0D318F23AC98}"/>
              </a:ext>
            </a:extLst>
          </p:cNvPr>
          <p:cNvSpPr txBox="1">
            <a:spLocks noChangeArrowheads="1"/>
          </p:cNvSpPr>
          <p:nvPr/>
        </p:nvSpPr>
        <p:spPr bwMode="auto">
          <a:xfrm>
            <a:off x="457200" y="5287963"/>
            <a:ext cx="868363" cy="579437"/>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488489" name="AutoShape 41">
            <a:extLst>
              <a:ext uri="{FF2B5EF4-FFF2-40B4-BE49-F238E27FC236}">
                <a16:creationId xmlns:a16="http://schemas.microsoft.com/office/drawing/2014/main" id="{BFE94CCD-BE75-2417-ADAE-623EB2E3E968}"/>
              </a:ext>
            </a:extLst>
          </p:cNvPr>
          <p:cNvSpPr>
            <a:spLocks noChangeArrowheads="1"/>
          </p:cNvSpPr>
          <p:nvPr/>
        </p:nvSpPr>
        <p:spPr bwMode="auto">
          <a:xfrm>
            <a:off x="1676400" y="5715000"/>
            <a:ext cx="533400" cy="381000"/>
          </a:xfrm>
          <a:prstGeom prst="can">
            <a:avLst>
              <a:gd name="adj" fmla="val 25000"/>
            </a:avLst>
          </a:prstGeom>
          <a:gradFill rotWithShape="0">
            <a:gsLst>
              <a:gs pos="0">
                <a:srgbClr val="009900">
                  <a:gamma/>
                  <a:shade val="46275"/>
                  <a:invGamma/>
                </a:srgbClr>
              </a:gs>
              <a:gs pos="50000">
                <a:srgbClr val="009900"/>
              </a:gs>
              <a:gs pos="100000">
                <a:srgbClr val="009900">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08</a:t>
            </a:r>
            <a:endParaRPr lang="en-US" altLang="zh-CN">
              <a:solidFill>
                <a:srgbClr val="FFFFCC"/>
              </a:solidFill>
              <a:effectLst>
                <a:outerShdw blurRad="38100" dist="38100" dir="2700000" algn="tl">
                  <a:srgbClr val="000000"/>
                </a:outerShdw>
              </a:effectLst>
            </a:endParaRPr>
          </a:p>
        </p:txBody>
      </p:sp>
      <p:sp>
        <p:nvSpPr>
          <p:cNvPr id="488490" name="AutoShape 42">
            <a:extLst>
              <a:ext uri="{FF2B5EF4-FFF2-40B4-BE49-F238E27FC236}">
                <a16:creationId xmlns:a16="http://schemas.microsoft.com/office/drawing/2014/main" id="{3A13C640-56EE-B45E-7509-CE278A1F0F0B}"/>
              </a:ext>
            </a:extLst>
          </p:cNvPr>
          <p:cNvSpPr>
            <a:spLocks noChangeArrowheads="1"/>
          </p:cNvSpPr>
          <p:nvPr/>
        </p:nvSpPr>
        <p:spPr bwMode="auto">
          <a:xfrm>
            <a:off x="2667000" y="5410200"/>
            <a:ext cx="533400" cy="685800"/>
          </a:xfrm>
          <a:prstGeom prst="can">
            <a:avLst>
              <a:gd name="adj" fmla="val 32143"/>
            </a:avLst>
          </a:prstGeom>
          <a:gradFill rotWithShape="0">
            <a:gsLst>
              <a:gs pos="0">
                <a:srgbClr val="009900">
                  <a:gamma/>
                  <a:shade val="46275"/>
                  <a:invGamma/>
                </a:srgbClr>
              </a:gs>
              <a:gs pos="50000">
                <a:srgbClr val="009900"/>
              </a:gs>
              <a:gs pos="100000">
                <a:srgbClr val="009900">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16</a:t>
            </a:r>
            <a:endParaRPr lang="en-US" altLang="zh-CN">
              <a:solidFill>
                <a:srgbClr val="FFFFCC"/>
              </a:solidFill>
              <a:effectLst>
                <a:outerShdw blurRad="38100" dist="38100" dir="2700000" algn="tl">
                  <a:srgbClr val="000000"/>
                </a:outerShdw>
              </a:effectLst>
            </a:endParaRPr>
          </a:p>
        </p:txBody>
      </p:sp>
      <p:sp>
        <p:nvSpPr>
          <p:cNvPr id="488491" name="Text Box 43">
            <a:extLst>
              <a:ext uri="{FF2B5EF4-FFF2-40B4-BE49-F238E27FC236}">
                <a16:creationId xmlns:a16="http://schemas.microsoft.com/office/drawing/2014/main" id="{81040F80-B528-1F6B-F4BB-A67AE47316A7}"/>
              </a:ext>
            </a:extLst>
          </p:cNvPr>
          <p:cNvSpPr txBox="1">
            <a:spLocks noChangeArrowheads="1"/>
          </p:cNvSpPr>
          <p:nvPr/>
        </p:nvSpPr>
        <p:spPr bwMode="auto">
          <a:xfrm>
            <a:off x="7162800" y="5867400"/>
            <a:ext cx="1644650" cy="457200"/>
          </a:xfrm>
          <a:prstGeom prst="rect">
            <a:avLst/>
          </a:prstGeom>
          <a:noFill/>
          <a:ln w="9525">
            <a:noFill/>
            <a:miter lim="800000"/>
            <a:headEnd/>
            <a:tailEnd/>
          </a:ln>
        </p:spPr>
        <p:txBody>
          <a:bodyPr wrap="none">
            <a:spAutoFit/>
          </a:bodyPr>
          <a:lstStyle/>
          <a:p>
            <a:pPr>
              <a:defRPr/>
            </a:pPr>
            <a:r>
              <a:rPr lang="en-US" altLang="zh-CN" b="1" i="1">
                <a:effectLst>
                  <a:outerShdw blurRad="38100" dist="38100" dir="2700000" algn="tl">
                    <a:srgbClr val="C0C0C0"/>
                  </a:outerShdw>
                </a:effectLst>
              </a:rPr>
              <a:t>Exchang</a:t>
            </a:r>
            <a:r>
              <a:rPr lang="en-US" altLang="zh-CN" b="1">
                <a:effectLst>
                  <a:outerShdw blurRad="38100" dist="38100" dir="2700000" algn="tl">
                    <a:srgbClr val="C0C0C0"/>
                  </a:outerShdw>
                </a:effectLst>
              </a:rPr>
              <a:t>=1</a:t>
            </a:r>
          </a:p>
        </p:txBody>
      </p:sp>
      <p:sp>
        <p:nvSpPr>
          <p:cNvPr id="488492" name="AutoShape 44">
            <a:extLst>
              <a:ext uri="{FF2B5EF4-FFF2-40B4-BE49-F238E27FC236}">
                <a16:creationId xmlns:a16="http://schemas.microsoft.com/office/drawing/2014/main" id="{9F08D1F3-3795-AA7F-6F05-E873AAB26C41}"/>
              </a:ext>
            </a:extLst>
          </p:cNvPr>
          <p:cNvSpPr>
            <a:spLocks noChangeArrowheads="1"/>
          </p:cNvSpPr>
          <p:nvPr/>
        </p:nvSpPr>
        <p:spPr bwMode="auto">
          <a:xfrm>
            <a:off x="5638800" y="52578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10285" name="Line 45">
            <a:extLst>
              <a:ext uri="{FF2B5EF4-FFF2-40B4-BE49-F238E27FC236}">
                <a16:creationId xmlns:a16="http://schemas.microsoft.com/office/drawing/2014/main" id="{9D4865F8-7A8C-7FFB-CE6F-03121E205700}"/>
              </a:ext>
            </a:extLst>
          </p:cNvPr>
          <p:cNvSpPr>
            <a:spLocks noChangeShapeType="1"/>
          </p:cNvSpPr>
          <p:nvPr/>
        </p:nvSpPr>
        <p:spPr bwMode="auto">
          <a:xfrm>
            <a:off x="6248400" y="5867400"/>
            <a:ext cx="304800" cy="0"/>
          </a:xfrm>
          <a:prstGeom prst="line">
            <a:avLst/>
          </a:prstGeom>
          <a:noFill/>
          <a:ln w="19050">
            <a:solidFill>
              <a:srgbClr val="FF6600"/>
            </a:solidFill>
            <a:round/>
            <a:headEnd type="triangle" w="sm" len="med"/>
            <a:tailEnd type="triangle" w="sm" len="med"/>
          </a:ln>
          <a:effectLst>
            <a:outerShdw dist="35921" dir="2700000" algn="ctr" rotWithShape="0">
              <a:srgbClr val="80808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88494" name="AutoShape 46">
            <a:extLst>
              <a:ext uri="{FF2B5EF4-FFF2-40B4-BE49-F238E27FC236}">
                <a16:creationId xmlns:a16="http://schemas.microsoft.com/office/drawing/2014/main" id="{3A4A20DD-79B2-F1C7-54C2-A1164EBCE579}"/>
              </a:ext>
            </a:extLst>
          </p:cNvPr>
          <p:cNvSpPr>
            <a:spLocks noChangeArrowheads="1"/>
          </p:cNvSpPr>
          <p:nvPr/>
        </p:nvSpPr>
        <p:spPr bwMode="auto">
          <a:xfrm>
            <a:off x="4648200" y="52578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488495" name="AutoShape 47">
            <a:extLst>
              <a:ext uri="{FF2B5EF4-FFF2-40B4-BE49-F238E27FC236}">
                <a16:creationId xmlns:a16="http://schemas.microsoft.com/office/drawing/2014/main" id="{2F04C90D-BB58-403B-2662-4AEF32ACCADE}"/>
              </a:ext>
            </a:extLst>
          </p:cNvPr>
          <p:cNvSpPr>
            <a:spLocks noChangeArrowheads="1"/>
          </p:cNvSpPr>
          <p:nvPr/>
        </p:nvSpPr>
        <p:spPr bwMode="auto">
          <a:xfrm>
            <a:off x="3657600" y="5334000"/>
            <a:ext cx="533400" cy="762000"/>
          </a:xfrm>
          <a:prstGeom prst="can">
            <a:avLst>
              <a:gd name="adj" fmla="val 35714"/>
            </a:avLst>
          </a:prstGeom>
          <a:gradFill rotWithShape="0">
            <a:gsLst>
              <a:gs pos="0">
                <a:srgbClr val="009900">
                  <a:gamma/>
                  <a:shade val="46275"/>
                  <a:invGamma/>
                </a:srgbClr>
              </a:gs>
              <a:gs pos="50000">
                <a:srgbClr val="009900"/>
              </a:gs>
              <a:gs pos="100000">
                <a:srgbClr val="009900">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2" name="灯片编号占位符 1">
            <a:extLst>
              <a:ext uri="{FF2B5EF4-FFF2-40B4-BE49-F238E27FC236}">
                <a16:creationId xmlns:a16="http://schemas.microsoft.com/office/drawing/2014/main" id="{839BB806-479D-354D-C8B4-AE92D7DA033D}"/>
              </a:ext>
            </a:extLst>
          </p:cNvPr>
          <p:cNvSpPr>
            <a:spLocks noGrp="1"/>
          </p:cNvSpPr>
          <p:nvPr>
            <p:ph type="sldNum" sz="quarter" idx="12"/>
          </p:nvPr>
        </p:nvSpPr>
        <p:spPr/>
        <p:txBody>
          <a:bodyPr/>
          <a:lstStyle/>
          <a:p>
            <a:pPr>
              <a:defRPr/>
            </a:pPr>
            <a:fld id="{04E4ECFC-90A4-46B6-B7C1-F55F5037C096}" type="slidenum">
              <a:rPr lang="en-US" altLang="zh-CN" smtClean="0"/>
              <a:pPr>
                <a:defRPr/>
              </a:pPr>
              <a:t>6</a:t>
            </a:fld>
            <a:endParaRPr lang="en-US" altLang="zh-CN"/>
          </a:p>
        </p:txBody>
      </p:sp>
    </p:spTree>
  </p:cSld>
  <p:clrMapOvr>
    <a:masterClrMapping/>
  </p:clrMapOvr>
  <p:transition>
    <p:spli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descr="白色大理石">
            <a:extLst>
              <a:ext uri="{FF2B5EF4-FFF2-40B4-BE49-F238E27FC236}">
                <a16:creationId xmlns:a16="http://schemas.microsoft.com/office/drawing/2014/main" id="{BE0EFBBE-63F0-2E77-0351-E8A9DA011317}"/>
              </a:ext>
            </a:extLst>
          </p:cNvPr>
          <p:cNvSpPr>
            <a:spLocks noChangeArrowheads="1"/>
          </p:cNvSpPr>
          <p:nvPr/>
        </p:nvSpPr>
        <p:spPr bwMode="auto">
          <a:xfrm>
            <a:off x="4146550" y="1509713"/>
            <a:ext cx="4191000" cy="457200"/>
          </a:xfrm>
          <a:prstGeom prst="parallelogram">
            <a:avLst>
              <a:gd name="adj" fmla="val 132662"/>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1267" name="Rectangle 3">
            <a:extLst>
              <a:ext uri="{FF2B5EF4-FFF2-40B4-BE49-F238E27FC236}">
                <a16:creationId xmlns:a16="http://schemas.microsoft.com/office/drawing/2014/main" id="{8F176F3E-77F5-FF3F-8906-7015C4310794}"/>
              </a:ext>
            </a:extLst>
          </p:cNvPr>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3200" b="1">
              <a:solidFill>
                <a:schemeClr val="tx2"/>
              </a:solidFill>
              <a:latin typeface="Times New Roman" panose="02020603050405020304" pitchFamily="18" charset="0"/>
              <a:ea typeface="宋体" panose="02010600030101010101" pitchFamily="2" charset="-122"/>
            </a:endParaRPr>
          </a:p>
        </p:txBody>
      </p:sp>
      <p:sp>
        <p:nvSpPr>
          <p:cNvPr id="489476" name="AutoShape 4">
            <a:extLst>
              <a:ext uri="{FF2B5EF4-FFF2-40B4-BE49-F238E27FC236}">
                <a16:creationId xmlns:a16="http://schemas.microsoft.com/office/drawing/2014/main" id="{E9C4DE28-757E-469D-1544-7F60F6303982}"/>
              </a:ext>
            </a:extLst>
          </p:cNvPr>
          <p:cNvSpPr>
            <a:spLocks noChangeArrowheads="1"/>
          </p:cNvSpPr>
          <p:nvPr/>
        </p:nvSpPr>
        <p:spPr bwMode="auto">
          <a:xfrm>
            <a:off x="5670550" y="1052513"/>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11269" name="Text Box 5">
            <a:extLst>
              <a:ext uri="{FF2B5EF4-FFF2-40B4-BE49-F238E27FC236}">
                <a16:creationId xmlns:a16="http://schemas.microsoft.com/office/drawing/2014/main" id="{846A166F-AFAB-798C-0C8A-A4DF93EF09F1}"/>
              </a:ext>
            </a:extLst>
          </p:cNvPr>
          <p:cNvSpPr txBox="1">
            <a:spLocks noChangeArrowheads="1"/>
          </p:cNvSpPr>
          <p:nvPr/>
        </p:nvSpPr>
        <p:spPr bwMode="auto">
          <a:xfrm>
            <a:off x="1784350" y="1966913"/>
            <a:ext cx="528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a:t>
            </a:r>
            <a:endParaRPr kumimoji="1" lang="en-US" altLang="zh-CN" sz="2400">
              <a:latin typeface="Times New Roman" panose="02020603050405020304" pitchFamily="18" charset="0"/>
              <a:ea typeface="宋体" panose="02010600030101010101" pitchFamily="2" charset="-122"/>
            </a:endParaRPr>
          </a:p>
        </p:txBody>
      </p:sp>
      <p:sp>
        <p:nvSpPr>
          <p:cNvPr id="489478" name="Text Box 6">
            <a:extLst>
              <a:ext uri="{FF2B5EF4-FFF2-40B4-BE49-F238E27FC236}">
                <a16:creationId xmlns:a16="http://schemas.microsoft.com/office/drawing/2014/main" id="{BF9AD017-924B-1FB6-A679-6111E4C5E0DE}"/>
              </a:ext>
            </a:extLst>
          </p:cNvPr>
          <p:cNvSpPr txBox="1">
            <a:spLocks noChangeArrowheads="1"/>
          </p:cNvSpPr>
          <p:nvPr/>
        </p:nvSpPr>
        <p:spPr bwMode="auto">
          <a:xfrm>
            <a:off x="468313" y="1052513"/>
            <a:ext cx="868362" cy="579437"/>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489479" name="AutoShape 7">
            <a:extLst>
              <a:ext uri="{FF2B5EF4-FFF2-40B4-BE49-F238E27FC236}">
                <a16:creationId xmlns:a16="http://schemas.microsoft.com/office/drawing/2014/main" id="{1707EECE-F5C9-FE28-6B93-E6D2C35A19B5}"/>
              </a:ext>
            </a:extLst>
          </p:cNvPr>
          <p:cNvSpPr>
            <a:spLocks noChangeArrowheads="1"/>
          </p:cNvSpPr>
          <p:nvPr/>
        </p:nvSpPr>
        <p:spPr bwMode="auto">
          <a:xfrm>
            <a:off x="6661150" y="747713"/>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489480" name="AutoShape 8">
            <a:extLst>
              <a:ext uri="{FF2B5EF4-FFF2-40B4-BE49-F238E27FC236}">
                <a16:creationId xmlns:a16="http://schemas.microsoft.com/office/drawing/2014/main" id="{2EE341CC-8EAC-ED01-1B1B-97BB5A3B17D3}"/>
              </a:ext>
            </a:extLst>
          </p:cNvPr>
          <p:cNvSpPr>
            <a:spLocks noChangeArrowheads="1"/>
          </p:cNvSpPr>
          <p:nvPr/>
        </p:nvSpPr>
        <p:spPr bwMode="auto">
          <a:xfrm>
            <a:off x="2698750" y="1204913"/>
            <a:ext cx="533400" cy="685800"/>
          </a:xfrm>
          <a:prstGeom prst="can">
            <a:avLst>
              <a:gd name="adj" fmla="val 32143"/>
            </a:avLst>
          </a:prstGeom>
          <a:gradFill rotWithShape="0">
            <a:gsLst>
              <a:gs pos="0">
                <a:schemeClr val="folHlink">
                  <a:gamma/>
                  <a:shade val="46275"/>
                  <a:invGamma/>
                </a:schemeClr>
              </a:gs>
              <a:gs pos="50000">
                <a:schemeClr val="folHlink"/>
              </a:gs>
              <a:gs pos="100000">
                <a:schemeClr val="folHlink">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16</a:t>
            </a:r>
            <a:endParaRPr lang="en-US" altLang="zh-CN">
              <a:solidFill>
                <a:srgbClr val="FFFFCC"/>
              </a:solidFill>
              <a:effectLst>
                <a:outerShdw blurRad="38100" dist="38100" dir="2700000" algn="tl">
                  <a:srgbClr val="000000"/>
                </a:outerShdw>
              </a:effectLst>
            </a:endParaRPr>
          </a:p>
        </p:txBody>
      </p:sp>
      <p:sp>
        <p:nvSpPr>
          <p:cNvPr id="489481" name="Text Box 9">
            <a:extLst>
              <a:ext uri="{FF2B5EF4-FFF2-40B4-BE49-F238E27FC236}">
                <a16:creationId xmlns:a16="http://schemas.microsoft.com/office/drawing/2014/main" id="{B68CA10A-AB88-61ED-8A33-15B2F238408E}"/>
              </a:ext>
            </a:extLst>
          </p:cNvPr>
          <p:cNvSpPr txBox="1">
            <a:spLocks noChangeArrowheads="1"/>
          </p:cNvSpPr>
          <p:nvPr/>
        </p:nvSpPr>
        <p:spPr bwMode="auto">
          <a:xfrm>
            <a:off x="7194550" y="1662113"/>
            <a:ext cx="1644650" cy="457200"/>
          </a:xfrm>
          <a:prstGeom prst="rect">
            <a:avLst/>
          </a:prstGeom>
          <a:noFill/>
          <a:ln w="9525">
            <a:noFill/>
            <a:miter lim="800000"/>
            <a:headEnd/>
            <a:tailEnd/>
          </a:ln>
        </p:spPr>
        <p:txBody>
          <a:bodyPr wrap="none">
            <a:spAutoFit/>
          </a:bodyPr>
          <a:lstStyle/>
          <a:p>
            <a:pPr>
              <a:defRPr/>
            </a:pPr>
            <a:r>
              <a:rPr lang="en-US" altLang="zh-CN" b="1" i="1">
                <a:effectLst>
                  <a:outerShdw blurRad="38100" dist="38100" dir="2700000" algn="tl">
                    <a:srgbClr val="C0C0C0"/>
                  </a:outerShdw>
                </a:effectLst>
              </a:rPr>
              <a:t>Exchang</a:t>
            </a:r>
            <a:r>
              <a:rPr lang="en-US" altLang="zh-CN" b="1">
                <a:effectLst>
                  <a:outerShdw blurRad="38100" dist="38100" dir="2700000" algn="tl">
                    <a:srgbClr val="C0C0C0"/>
                  </a:outerShdw>
                </a:effectLst>
              </a:rPr>
              <a:t>=0</a:t>
            </a:r>
          </a:p>
        </p:txBody>
      </p:sp>
      <p:sp>
        <p:nvSpPr>
          <p:cNvPr id="489482" name="AutoShape 10">
            <a:extLst>
              <a:ext uri="{FF2B5EF4-FFF2-40B4-BE49-F238E27FC236}">
                <a16:creationId xmlns:a16="http://schemas.microsoft.com/office/drawing/2014/main" id="{E8BEF296-0BC9-007B-61AF-9B69E9AFE8BB}"/>
              </a:ext>
            </a:extLst>
          </p:cNvPr>
          <p:cNvSpPr>
            <a:spLocks noChangeArrowheads="1"/>
          </p:cNvSpPr>
          <p:nvPr/>
        </p:nvSpPr>
        <p:spPr bwMode="auto">
          <a:xfrm>
            <a:off x="1708150" y="1509713"/>
            <a:ext cx="533400" cy="381000"/>
          </a:xfrm>
          <a:prstGeom prst="can">
            <a:avLst>
              <a:gd name="adj" fmla="val 25000"/>
            </a:avLst>
          </a:prstGeom>
          <a:gradFill rotWithShape="0">
            <a:gsLst>
              <a:gs pos="0">
                <a:schemeClr val="folHlink">
                  <a:gamma/>
                  <a:shade val="46275"/>
                  <a:invGamma/>
                </a:schemeClr>
              </a:gs>
              <a:gs pos="50000">
                <a:schemeClr val="folHlink"/>
              </a:gs>
              <a:gs pos="100000">
                <a:schemeClr val="folHlink">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08</a:t>
            </a:r>
            <a:endParaRPr lang="en-US" altLang="zh-CN">
              <a:solidFill>
                <a:srgbClr val="FFFFCC"/>
              </a:solidFill>
              <a:effectLst>
                <a:outerShdw blurRad="38100" dist="38100" dir="2700000" algn="tl">
                  <a:srgbClr val="000000"/>
                </a:outerShdw>
              </a:effectLst>
            </a:endParaRPr>
          </a:p>
        </p:txBody>
      </p:sp>
      <p:sp>
        <p:nvSpPr>
          <p:cNvPr id="489483" name="AutoShape 11">
            <a:extLst>
              <a:ext uri="{FF2B5EF4-FFF2-40B4-BE49-F238E27FC236}">
                <a16:creationId xmlns:a16="http://schemas.microsoft.com/office/drawing/2014/main" id="{9B8D5746-93B2-3F60-3ADC-35EF87146C4F}"/>
              </a:ext>
            </a:extLst>
          </p:cNvPr>
          <p:cNvSpPr>
            <a:spLocks noChangeArrowheads="1"/>
          </p:cNvSpPr>
          <p:nvPr/>
        </p:nvSpPr>
        <p:spPr bwMode="auto">
          <a:xfrm>
            <a:off x="4679950" y="1052513"/>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489484" name="AutoShape 12">
            <a:extLst>
              <a:ext uri="{FF2B5EF4-FFF2-40B4-BE49-F238E27FC236}">
                <a16:creationId xmlns:a16="http://schemas.microsoft.com/office/drawing/2014/main" id="{D3D9B3FD-8B9E-76A6-2551-F6FB843DE58A}"/>
              </a:ext>
            </a:extLst>
          </p:cNvPr>
          <p:cNvSpPr>
            <a:spLocks noChangeArrowheads="1"/>
          </p:cNvSpPr>
          <p:nvPr/>
        </p:nvSpPr>
        <p:spPr bwMode="auto">
          <a:xfrm>
            <a:off x="3689350" y="1128713"/>
            <a:ext cx="533400" cy="762000"/>
          </a:xfrm>
          <a:prstGeom prst="can">
            <a:avLst>
              <a:gd name="adj" fmla="val 35714"/>
            </a:avLst>
          </a:prstGeom>
          <a:gradFill rotWithShape="0">
            <a:gsLst>
              <a:gs pos="0">
                <a:schemeClr val="folHlink">
                  <a:gamma/>
                  <a:shade val="46275"/>
                  <a:invGamma/>
                </a:schemeClr>
              </a:gs>
              <a:gs pos="50000">
                <a:schemeClr val="folHlink"/>
              </a:gs>
              <a:gs pos="100000">
                <a:schemeClr val="folHlink">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5" name="内容占位符 4">
            <a:extLst>
              <a:ext uri="{FF2B5EF4-FFF2-40B4-BE49-F238E27FC236}">
                <a16:creationId xmlns:a16="http://schemas.microsoft.com/office/drawing/2014/main" id="{77AE002E-09B8-4BBD-945D-41A861CA4D34}"/>
              </a:ext>
            </a:extLst>
          </p:cNvPr>
          <p:cNvSpPr>
            <a:spLocks noGrp="1"/>
          </p:cNvSpPr>
          <p:nvPr>
            <p:ph idx="1"/>
          </p:nvPr>
        </p:nvSpPr>
        <p:spPr>
          <a:xfrm>
            <a:off x="336550" y="2500313"/>
            <a:ext cx="8655050" cy="4008437"/>
          </a:xfrm>
        </p:spPr>
        <p:txBody>
          <a:bodyPr>
            <a:normAutofit fontScale="47500" lnSpcReduction="20000"/>
          </a:bodyPr>
          <a:lstStyle/>
          <a:p>
            <a:pPr marL="0" indent="0">
              <a:buNone/>
            </a:pPr>
            <a:r>
              <a:rPr lang="en-US" altLang="zh-CN" dirty="0"/>
              <a:t>//</a:t>
            </a:r>
            <a:r>
              <a:rPr lang="zh-CN" altLang="en-US" dirty="0"/>
              <a:t>起泡排序的算法</a:t>
            </a:r>
          </a:p>
          <a:p>
            <a:pPr marL="0" indent="0">
              <a:buNone/>
            </a:pPr>
            <a:r>
              <a:rPr lang="en-US" altLang="zh-CN" dirty="0"/>
              <a:t>typedef  int  T; </a:t>
            </a:r>
          </a:p>
          <a:p>
            <a:pPr marL="0" indent="0">
              <a:buNone/>
            </a:pPr>
            <a:r>
              <a:rPr lang="en-US" altLang="zh-CN" dirty="0"/>
              <a:t>void </a:t>
            </a:r>
            <a:r>
              <a:rPr lang="en-US" altLang="zh-CN" dirty="0" err="1"/>
              <a:t>BubbleSort</a:t>
            </a:r>
            <a:r>
              <a:rPr lang="en-US" altLang="zh-CN" dirty="0"/>
              <a:t> (T V[] , int n ) {</a:t>
            </a:r>
          </a:p>
          <a:p>
            <a:pPr marL="0" indent="0">
              <a:buNone/>
            </a:pPr>
            <a:r>
              <a:rPr lang="en-US" altLang="zh-CN" dirty="0"/>
              <a:t>    bool exchange;  int </a:t>
            </a:r>
            <a:r>
              <a:rPr lang="en-US" altLang="zh-CN" dirty="0" err="1"/>
              <a:t>i</a:t>
            </a:r>
            <a:r>
              <a:rPr lang="en-US" altLang="zh-CN" dirty="0"/>
              <a:t>,  j; </a:t>
            </a:r>
          </a:p>
          <a:p>
            <a:pPr marL="0" indent="0">
              <a:buNone/>
            </a:pPr>
            <a:r>
              <a:rPr lang="en-US" altLang="zh-CN" dirty="0"/>
              <a:t>    for ( </a:t>
            </a:r>
            <a:r>
              <a:rPr lang="en-US" altLang="zh-CN" dirty="0" err="1"/>
              <a:t>i</a:t>
            </a:r>
            <a:r>
              <a:rPr lang="en-US" altLang="zh-CN" dirty="0"/>
              <a:t> = 1; </a:t>
            </a:r>
            <a:r>
              <a:rPr lang="en-US" altLang="zh-CN" dirty="0" err="1"/>
              <a:t>i</a:t>
            </a:r>
            <a:r>
              <a:rPr lang="en-US" altLang="zh-CN" dirty="0"/>
              <a:t> &lt; n; </a:t>
            </a:r>
            <a:r>
              <a:rPr lang="en-US" altLang="zh-CN" dirty="0" err="1"/>
              <a:t>i</a:t>
            </a:r>
            <a:r>
              <a:rPr lang="en-US" altLang="zh-CN" dirty="0"/>
              <a:t>++ ){</a:t>
            </a:r>
          </a:p>
          <a:p>
            <a:pPr marL="0" indent="0">
              <a:buNone/>
            </a:pPr>
            <a:r>
              <a:rPr lang="en-US" altLang="zh-CN" dirty="0"/>
              <a:t>        exchange = false;   //</a:t>
            </a:r>
            <a:r>
              <a:rPr lang="zh-CN" altLang="en-US" dirty="0"/>
              <a:t>初始未交换</a:t>
            </a:r>
          </a:p>
          <a:p>
            <a:pPr marL="0" indent="0">
              <a:buNone/>
            </a:pPr>
            <a:r>
              <a:rPr lang="zh-CN" altLang="en-US" dirty="0"/>
              <a:t>        </a:t>
            </a:r>
            <a:r>
              <a:rPr lang="en-US" altLang="zh-CN" dirty="0"/>
              <a:t>for ( j = n-1;  j &gt;= </a:t>
            </a:r>
            <a:r>
              <a:rPr lang="en-US" altLang="zh-CN" dirty="0" err="1"/>
              <a:t>i</a:t>
            </a:r>
            <a:r>
              <a:rPr lang="en-US" altLang="zh-CN" dirty="0"/>
              <a:t>;  j-- )</a:t>
            </a:r>
          </a:p>
          <a:p>
            <a:pPr marL="0" indent="0">
              <a:buNone/>
            </a:pPr>
            <a:r>
              <a:rPr lang="en-US" altLang="zh-CN" dirty="0"/>
              <a:t>            if ( V[j-1] &gt; V[j] ) { 	 //</a:t>
            </a:r>
            <a:r>
              <a:rPr lang="zh-CN" altLang="en-US" dirty="0"/>
              <a:t>逆序，则交换</a:t>
            </a:r>
          </a:p>
          <a:p>
            <a:pPr marL="0" indent="0">
              <a:buNone/>
            </a:pPr>
            <a:r>
              <a:rPr lang="zh-CN" altLang="en-US" dirty="0"/>
              <a:t>	       </a:t>
            </a:r>
            <a:r>
              <a:rPr lang="en-US" altLang="zh-CN" dirty="0"/>
              <a:t>T temp = V[j-1];                V[j-1] = V[j];             V[j] = temp ; </a:t>
            </a:r>
            <a:r>
              <a:rPr lang="zh-CN" altLang="en-US" dirty="0"/>
              <a:t>	       </a:t>
            </a:r>
            <a:endParaRPr lang="en-US" altLang="zh-CN" dirty="0"/>
          </a:p>
          <a:p>
            <a:pPr marL="0" indent="0">
              <a:buNone/>
            </a:pPr>
            <a:r>
              <a:rPr lang="en-US" altLang="zh-CN" dirty="0"/>
              <a:t>                   exchange = true;        //</a:t>
            </a:r>
            <a:r>
              <a:rPr lang="zh-CN" altLang="en-US" dirty="0"/>
              <a:t>标志有交换</a:t>
            </a:r>
          </a:p>
          <a:p>
            <a:pPr marL="0" indent="0">
              <a:buNone/>
            </a:pPr>
            <a:r>
              <a:rPr lang="zh-CN" altLang="en-US" dirty="0"/>
              <a:t>            </a:t>
            </a:r>
            <a:r>
              <a:rPr lang="en-US" altLang="zh-CN" dirty="0"/>
              <a:t>}</a:t>
            </a:r>
          </a:p>
          <a:p>
            <a:pPr marL="0" indent="0">
              <a:buNone/>
            </a:pPr>
            <a:r>
              <a:rPr lang="en-US" altLang="zh-CN" dirty="0"/>
              <a:t>        if(exchange == false) return;     //</a:t>
            </a:r>
            <a:r>
              <a:rPr lang="zh-CN" altLang="en-US" dirty="0"/>
              <a:t>无交换则提前返回</a:t>
            </a:r>
            <a:endParaRPr lang="en-US" altLang="zh-CN" dirty="0"/>
          </a:p>
          <a:p>
            <a:pPr marL="0" indent="0">
              <a:buNone/>
            </a:pPr>
            <a:r>
              <a:rPr lang="en-US" altLang="zh-CN" dirty="0"/>
              <a:t>    }</a:t>
            </a:r>
          </a:p>
          <a:p>
            <a:pPr marL="0" indent="0">
              <a:buNone/>
            </a:pPr>
            <a:r>
              <a:rPr lang="en-US" altLang="zh-CN" dirty="0"/>
              <a:t>}</a:t>
            </a:r>
          </a:p>
        </p:txBody>
      </p:sp>
      <p:sp>
        <p:nvSpPr>
          <p:cNvPr id="2" name="灯片编号占位符 1">
            <a:extLst>
              <a:ext uri="{FF2B5EF4-FFF2-40B4-BE49-F238E27FC236}">
                <a16:creationId xmlns:a16="http://schemas.microsoft.com/office/drawing/2014/main" id="{5A9A4EE1-9CF2-D02D-FD32-E0A6C9FDA115}"/>
              </a:ext>
            </a:extLst>
          </p:cNvPr>
          <p:cNvSpPr>
            <a:spLocks noGrp="1"/>
          </p:cNvSpPr>
          <p:nvPr>
            <p:ph type="sldNum" sz="quarter" idx="12"/>
          </p:nvPr>
        </p:nvSpPr>
        <p:spPr/>
        <p:txBody>
          <a:bodyPr/>
          <a:lstStyle/>
          <a:p>
            <a:pPr>
              <a:defRPr/>
            </a:pPr>
            <a:fld id="{5F1DCF05-F1E6-414E-BAB4-65AA6A3D43BB}" type="slidenum">
              <a:rPr lang="en-US" altLang="zh-CN" smtClean="0"/>
              <a:pPr>
                <a:defRPr/>
              </a:pPr>
              <a:t>7</a:t>
            </a:fld>
            <a:endParaRPr lang="en-US" altLang="zh-CN"/>
          </a:p>
        </p:txBody>
      </p:sp>
    </p:spTree>
  </p:cSld>
  <p:clrMapOvr>
    <a:masterClrMapping/>
  </p:clrMapOvr>
  <p:transition>
    <p:spli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2AB79D7-E4C9-E556-7281-1CC030767FA6}"/>
              </a:ext>
            </a:extLst>
          </p:cNvPr>
          <p:cNvSpPr>
            <a:spLocks noGrp="1"/>
          </p:cNvSpPr>
          <p:nvPr>
            <p:ph type="title"/>
          </p:nvPr>
        </p:nvSpPr>
        <p:spPr/>
        <p:txBody>
          <a:bodyPr/>
          <a:lstStyle/>
          <a:p>
            <a:r>
              <a:rPr lang="zh-CN" altLang="en-US" dirty="0"/>
              <a:t>性能分析</a:t>
            </a:r>
          </a:p>
        </p:txBody>
      </p:sp>
      <p:sp>
        <p:nvSpPr>
          <p:cNvPr id="491522" name="Rectangle 2">
            <a:extLst>
              <a:ext uri="{FF2B5EF4-FFF2-40B4-BE49-F238E27FC236}">
                <a16:creationId xmlns:a16="http://schemas.microsoft.com/office/drawing/2014/main" id="{BF2AD8A7-B4ED-3FF2-43E7-D402017345DB}"/>
              </a:ext>
            </a:extLst>
          </p:cNvPr>
          <p:cNvSpPr>
            <a:spLocks noGrp="1" noChangeArrowheads="1"/>
          </p:cNvSpPr>
          <p:nvPr>
            <p:ph idx="1"/>
          </p:nvPr>
        </p:nvSpPr>
        <p:spPr>
          <a:xfrm>
            <a:off x="628650" y="1825624"/>
            <a:ext cx="7886700" cy="2974975"/>
          </a:xfrm>
        </p:spPr>
        <p:txBody>
          <a:bodyPr>
            <a:normAutofit fontScale="70000" lnSpcReduction="20000"/>
          </a:bodyPr>
          <a:lstStyle/>
          <a:p>
            <a:pPr>
              <a:lnSpc>
                <a:spcPct val="120000"/>
              </a:lnSpc>
            </a:pPr>
            <a:r>
              <a:rPr lang="zh-CN" altLang="en-US" dirty="0"/>
              <a:t>最多做</a:t>
            </a:r>
            <a:r>
              <a:rPr lang="en-US" altLang="zh-CN" dirty="0"/>
              <a:t>n-1</a:t>
            </a:r>
            <a:r>
              <a:rPr lang="zh-CN" altLang="en-US" dirty="0"/>
              <a:t>趟起泡就能把所有元素排好序。</a:t>
            </a:r>
          </a:p>
          <a:p>
            <a:pPr>
              <a:lnSpc>
                <a:spcPct val="120000"/>
              </a:lnSpc>
            </a:pPr>
            <a:r>
              <a:rPr lang="zh-CN" altLang="en-US" dirty="0"/>
              <a:t>最好的情形：初始排列已经有序，此算法只执行一趟起泡，做</a:t>
            </a:r>
            <a:r>
              <a:rPr lang="en-US" altLang="zh-CN" dirty="0"/>
              <a:t>n-1</a:t>
            </a:r>
            <a:r>
              <a:rPr lang="zh-CN" altLang="en-US" dirty="0"/>
              <a:t>次排序码比较，不移动元素。</a:t>
            </a:r>
          </a:p>
          <a:p>
            <a:pPr>
              <a:lnSpc>
                <a:spcPct val="120000"/>
              </a:lnSpc>
            </a:pPr>
            <a:r>
              <a:rPr lang="zh-CN" altLang="en-US" dirty="0"/>
              <a:t>最坏的情形：算法执行</a:t>
            </a:r>
            <a:r>
              <a:rPr lang="en-US" altLang="zh-CN" dirty="0"/>
              <a:t>n-1</a:t>
            </a:r>
            <a:r>
              <a:rPr lang="zh-CN" altLang="en-US" dirty="0"/>
              <a:t>趟起泡，第</a:t>
            </a:r>
            <a:r>
              <a:rPr lang="en-US" altLang="zh-CN" dirty="0" err="1"/>
              <a:t>i</a:t>
            </a:r>
            <a:r>
              <a:rPr lang="zh-CN" altLang="en-US" dirty="0"/>
              <a:t>趟 </a:t>
            </a:r>
            <a:r>
              <a:rPr lang="en-US" altLang="zh-CN" dirty="0"/>
              <a:t>(1</a:t>
            </a:r>
            <a:r>
              <a:rPr lang="en-US" altLang="zh-CN" dirty="0">
                <a:sym typeface="Symbol" pitchFamily="18" charset="2"/>
              </a:rPr>
              <a:t></a:t>
            </a:r>
            <a:r>
              <a:rPr lang="en-US" altLang="zh-CN" dirty="0"/>
              <a:t> </a:t>
            </a:r>
            <a:r>
              <a:rPr lang="en-US" altLang="zh-CN" dirty="0" err="1"/>
              <a:t>i</a:t>
            </a:r>
            <a:r>
              <a:rPr lang="en-US" altLang="zh-CN" dirty="0">
                <a:sym typeface="Symbol" pitchFamily="18" charset="2"/>
              </a:rPr>
              <a:t></a:t>
            </a:r>
            <a:r>
              <a:rPr lang="en-US" altLang="zh-CN" dirty="0"/>
              <a:t> n) </a:t>
            </a:r>
            <a:r>
              <a:rPr lang="zh-CN" altLang="en-US" dirty="0"/>
              <a:t>做 </a:t>
            </a:r>
            <a:r>
              <a:rPr lang="en-US" altLang="zh-CN" dirty="0"/>
              <a:t>n- </a:t>
            </a:r>
            <a:r>
              <a:rPr lang="en-US" altLang="zh-CN" dirty="0" err="1"/>
              <a:t>i</a:t>
            </a:r>
            <a:r>
              <a:rPr lang="en-US" altLang="zh-CN" dirty="0"/>
              <a:t> </a:t>
            </a:r>
            <a:r>
              <a:rPr lang="zh-CN" altLang="en-US" dirty="0"/>
              <a:t>次排序码比较，</a:t>
            </a:r>
            <a:r>
              <a:rPr lang="en-US" altLang="zh-CN" dirty="0"/>
              <a:t> </a:t>
            </a:r>
            <a:r>
              <a:rPr lang="zh-CN" altLang="en-US" dirty="0"/>
              <a:t>执行 </a:t>
            </a:r>
            <a:r>
              <a:rPr lang="en-US" altLang="zh-CN" dirty="0"/>
              <a:t>n-</a:t>
            </a:r>
            <a:r>
              <a:rPr lang="en-US" altLang="zh-CN" dirty="0" err="1"/>
              <a:t>i</a:t>
            </a:r>
            <a:r>
              <a:rPr lang="en-US" altLang="zh-CN" dirty="0"/>
              <a:t> </a:t>
            </a:r>
            <a:r>
              <a:rPr lang="zh-CN" altLang="en-US" dirty="0"/>
              <a:t>次元素交换。这样在最坏情形下总的排序码比较次数</a:t>
            </a:r>
            <a:r>
              <a:rPr lang="en-US" altLang="zh-CN" dirty="0"/>
              <a:t>KCN</a:t>
            </a:r>
            <a:r>
              <a:rPr lang="zh-CN" altLang="en-US" dirty="0"/>
              <a:t>和元素移动次数</a:t>
            </a:r>
            <a:r>
              <a:rPr lang="en-US" altLang="zh-CN" dirty="0"/>
              <a:t>RMN</a:t>
            </a:r>
            <a:r>
              <a:rPr lang="zh-CN" altLang="en-US" dirty="0"/>
              <a:t>为：</a:t>
            </a:r>
          </a:p>
        </p:txBody>
      </p:sp>
      <p:sp>
        <p:nvSpPr>
          <p:cNvPr id="2" name="灯片编号占位符 1">
            <a:extLst>
              <a:ext uri="{FF2B5EF4-FFF2-40B4-BE49-F238E27FC236}">
                <a16:creationId xmlns:a16="http://schemas.microsoft.com/office/drawing/2014/main" id="{EECB71A5-8980-DA3B-ED34-A5C17E978D8A}"/>
              </a:ext>
            </a:extLst>
          </p:cNvPr>
          <p:cNvSpPr>
            <a:spLocks noGrp="1"/>
          </p:cNvSpPr>
          <p:nvPr>
            <p:ph type="sldNum" sz="quarter" idx="12"/>
          </p:nvPr>
        </p:nvSpPr>
        <p:spPr/>
        <p:txBody>
          <a:bodyPr/>
          <a:lstStyle/>
          <a:p>
            <a:pPr>
              <a:defRPr/>
            </a:pPr>
            <a:fld id="{5F1DCF05-F1E6-414E-BAB4-65AA6A3D43BB}" type="slidenum">
              <a:rPr lang="en-US" altLang="zh-CN" smtClean="0"/>
              <a:pPr>
                <a:defRPr/>
              </a:pPr>
              <a:t>8</a:t>
            </a:fld>
            <a:endParaRPr lang="en-US" altLang="zh-CN"/>
          </a:p>
        </p:txBody>
      </p:sp>
      <p:sp>
        <p:nvSpPr>
          <p:cNvPr id="13315" name="Rectangle 3">
            <a:extLst>
              <a:ext uri="{FF2B5EF4-FFF2-40B4-BE49-F238E27FC236}">
                <a16:creationId xmlns:a16="http://schemas.microsoft.com/office/drawing/2014/main" id="{AE91AF94-7682-0003-7187-555CE2EE027A}"/>
              </a:ext>
            </a:extLst>
          </p:cNvPr>
          <p:cNvSpPr>
            <a:spLocks noChangeArrowheads="1"/>
          </p:cNvSpPr>
          <p:nvPr/>
        </p:nvSpPr>
        <p:spPr bwMode="auto">
          <a:xfrm>
            <a:off x="152400" y="4800600"/>
            <a:ext cx="86868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5000"/>
              </a:lnSpc>
              <a:spcBef>
                <a:spcPct val="20000"/>
              </a:spcBef>
              <a:buFontTx/>
              <a:buChar char="•"/>
            </a:pPr>
            <a:endParaRPr kumimoji="1" lang="zh-CN" altLang="zh-CN" sz="3200">
              <a:solidFill>
                <a:srgbClr val="009900"/>
              </a:solidFill>
              <a:latin typeface="仿宋_GB2312" pitchFamily="49" charset="-122"/>
              <a:ea typeface="仿宋_GB2312" pitchFamily="49" charset="-122"/>
            </a:endParaRPr>
          </a:p>
        </p:txBody>
      </p:sp>
      <p:graphicFrame>
        <p:nvGraphicFramePr>
          <p:cNvPr id="13316" name="Object 4">
            <a:extLst>
              <a:ext uri="{FF2B5EF4-FFF2-40B4-BE49-F238E27FC236}">
                <a16:creationId xmlns:a16="http://schemas.microsoft.com/office/drawing/2014/main" id="{D028FF19-2E31-2EA4-172B-CD3799E036D4}"/>
              </a:ext>
            </a:extLst>
          </p:cNvPr>
          <p:cNvGraphicFramePr>
            <a:graphicFrameLocks noChangeAspect="1"/>
          </p:cNvGraphicFramePr>
          <p:nvPr/>
        </p:nvGraphicFramePr>
        <p:xfrm>
          <a:off x="1676400" y="4425950"/>
          <a:ext cx="5768975" cy="2051050"/>
        </p:xfrm>
        <a:graphic>
          <a:graphicData uri="http://schemas.openxmlformats.org/presentationml/2006/ole">
            <mc:AlternateContent xmlns:mc="http://schemas.openxmlformats.org/markup-compatibility/2006">
              <mc:Choice xmlns:v="urn:schemas-microsoft-com:vml" Requires="v">
                <p:oleObj name="公式" r:id="rId2" imgW="1955800" imgH="838200" progId="Equation.3">
                  <p:embed/>
                </p:oleObj>
              </mc:Choice>
              <mc:Fallback>
                <p:oleObj name="公式" r:id="rId2" imgW="1955800" imgH="838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4425950"/>
                        <a:ext cx="5768975" cy="205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pli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2C14163-3F2F-D342-56A1-60156E96AC5D}"/>
              </a:ext>
            </a:extLst>
          </p:cNvPr>
          <p:cNvSpPr>
            <a:spLocks noGrp="1" noChangeArrowheads="1"/>
          </p:cNvSpPr>
          <p:nvPr>
            <p:ph type="title"/>
          </p:nvPr>
        </p:nvSpPr>
        <p:spPr/>
        <p:txBody>
          <a:bodyPr/>
          <a:lstStyle/>
          <a:p>
            <a:r>
              <a:rPr lang="zh-CN" altLang="en-US"/>
              <a:t>空间复杂度和稳定性</a:t>
            </a:r>
            <a:endParaRPr lang="zh-CN" altLang="zh-CN"/>
          </a:p>
        </p:txBody>
      </p:sp>
      <p:sp>
        <p:nvSpPr>
          <p:cNvPr id="492547" name="Rectangle 3">
            <a:extLst>
              <a:ext uri="{FF2B5EF4-FFF2-40B4-BE49-F238E27FC236}">
                <a16:creationId xmlns:a16="http://schemas.microsoft.com/office/drawing/2014/main" id="{23262920-7504-159A-6E95-5DBC3BBEABC2}"/>
              </a:ext>
            </a:extLst>
          </p:cNvPr>
          <p:cNvSpPr>
            <a:spLocks noGrp="1" noChangeArrowheads="1"/>
          </p:cNvSpPr>
          <p:nvPr>
            <p:ph type="body" idx="1"/>
          </p:nvPr>
        </p:nvSpPr>
        <p:spPr/>
        <p:txBody>
          <a:bodyPr/>
          <a:lstStyle/>
          <a:p>
            <a:r>
              <a:rPr lang="zh-CN" altLang="en-US" dirty="0"/>
              <a:t>需要一个附加元素空间以实现元素值的交换。</a:t>
            </a:r>
          </a:p>
          <a:p>
            <a:r>
              <a:rPr lang="zh-CN" altLang="en-US" dirty="0"/>
              <a:t>是稳定的排序方法。</a:t>
            </a:r>
          </a:p>
        </p:txBody>
      </p:sp>
      <p:sp>
        <p:nvSpPr>
          <p:cNvPr id="2" name="灯片编号占位符 1">
            <a:extLst>
              <a:ext uri="{FF2B5EF4-FFF2-40B4-BE49-F238E27FC236}">
                <a16:creationId xmlns:a16="http://schemas.microsoft.com/office/drawing/2014/main" id="{78FE1629-FC7B-5656-5E6F-12048B21F51F}"/>
              </a:ext>
            </a:extLst>
          </p:cNvPr>
          <p:cNvSpPr>
            <a:spLocks noGrp="1"/>
          </p:cNvSpPr>
          <p:nvPr>
            <p:ph type="sldNum" sz="quarter" idx="12"/>
          </p:nvPr>
        </p:nvSpPr>
        <p:spPr/>
        <p:txBody>
          <a:bodyPr/>
          <a:lstStyle/>
          <a:p>
            <a:pPr>
              <a:defRPr/>
            </a:pPr>
            <a:fld id="{5F1DCF05-F1E6-414E-BAB4-65AA6A3D43BB}" type="slidenum">
              <a:rPr lang="en-US" altLang="zh-CN" smtClean="0"/>
              <a:pPr>
                <a:defRPr/>
              </a:pPr>
              <a:t>9</a:t>
            </a:fld>
            <a:endParaRPr lang="en-US" altLang="zh-CN"/>
          </a:p>
        </p:txBody>
      </p:sp>
    </p:spTree>
  </p:cSld>
  <p:clrMapOvr>
    <a:masterClrMapping/>
  </p:clrMapOvr>
  <p:transition>
    <p:spli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4D7FDB5-1C2D-5C49-996B-A1B3A8EA8614}"/>
              </a:ext>
            </a:extLst>
          </p:cNvPr>
          <p:cNvSpPr>
            <a:spLocks noGrp="1"/>
          </p:cNvSpPr>
          <p:nvPr>
            <p:ph type="title"/>
          </p:nvPr>
        </p:nvSpPr>
        <p:spPr/>
        <p:txBody>
          <a:bodyPr/>
          <a:lstStyle/>
          <a:p>
            <a:r>
              <a:rPr lang="en-US" altLang="zh-CN" dirty="0"/>
              <a:t>9.1.3 </a:t>
            </a:r>
            <a:r>
              <a:rPr lang="zh-CN" altLang="en-US" dirty="0"/>
              <a:t>排序表的类定义</a:t>
            </a:r>
          </a:p>
        </p:txBody>
      </p:sp>
      <p:sp>
        <p:nvSpPr>
          <p:cNvPr id="5" name="内容占位符 4">
            <a:extLst>
              <a:ext uri="{FF2B5EF4-FFF2-40B4-BE49-F238E27FC236}">
                <a16:creationId xmlns:a16="http://schemas.microsoft.com/office/drawing/2014/main" id="{85356434-EF1A-E6CD-5130-79AF5419CC6A}"/>
              </a:ext>
            </a:extLst>
          </p:cNvPr>
          <p:cNvSpPr>
            <a:spLocks noGrp="1"/>
          </p:cNvSpPr>
          <p:nvPr>
            <p:ph idx="1"/>
          </p:nvPr>
        </p:nvSpPr>
        <p:spPr>
          <a:xfrm>
            <a:off x="179512" y="1825625"/>
            <a:ext cx="8784976" cy="4351338"/>
          </a:xfrm>
        </p:spPr>
        <p:txBody>
          <a:bodyPr>
            <a:normAutofit fontScale="55000" lnSpcReduction="20000"/>
          </a:bodyPr>
          <a:lstStyle/>
          <a:p>
            <a:pPr marL="0" indent="0">
              <a:buNone/>
            </a:pPr>
            <a:r>
              <a:rPr lang="en-US" altLang="zh-CN" dirty="0"/>
              <a:t>template &lt;class T&gt; class </a:t>
            </a:r>
            <a:r>
              <a:rPr lang="en-US" altLang="zh-CN" dirty="0" err="1"/>
              <a:t>dataList</a:t>
            </a:r>
            <a:r>
              <a:rPr lang="en-US" altLang="zh-CN" dirty="0"/>
              <a:t> {</a:t>
            </a:r>
          </a:p>
          <a:p>
            <a:pPr marL="0" indent="0">
              <a:buNone/>
            </a:pPr>
            <a:r>
              <a:rPr lang="en-US" altLang="zh-CN" dirty="0"/>
              <a:t>public:</a:t>
            </a:r>
          </a:p>
          <a:p>
            <a:pPr marL="0" indent="0">
              <a:buNone/>
            </a:pPr>
            <a:r>
              <a:rPr lang="en-US" altLang="zh-CN" dirty="0"/>
              <a:t>     </a:t>
            </a:r>
            <a:r>
              <a:rPr lang="en-US" altLang="zh-CN" dirty="0" err="1"/>
              <a:t>dataList</a:t>
            </a:r>
            <a:r>
              <a:rPr lang="en-US" altLang="zh-CN" dirty="0"/>
              <a:t> ( int </a:t>
            </a:r>
            <a:r>
              <a:rPr lang="en-US" altLang="zh-CN" dirty="0" err="1"/>
              <a:t>maxSz</a:t>
            </a:r>
            <a:r>
              <a:rPr lang="en-US" altLang="zh-CN" dirty="0"/>
              <a:t> = </a:t>
            </a:r>
            <a:r>
              <a:rPr lang="en-US" altLang="zh-CN" dirty="0" err="1"/>
              <a:t>DefaultSize</a:t>
            </a:r>
            <a:r>
              <a:rPr lang="en-US" altLang="zh-CN" dirty="0"/>
              <a:t> ) :  </a:t>
            </a:r>
            <a:r>
              <a:rPr lang="en-US" altLang="zh-CN" dirty="0" err="1"/>
              <a:t>maxSize</a:t>
            </a:r>
            <a:r>
              <a:rPr lang="en-US" altLang="zh-CN" dirty="0"/>
              <a:t> ( </a:t>
            </a:r>
            <a:r>
              <a:rPr lang="en-US" altLang="zh-CN" dirty="0" err="1"/>
              <a:t>maxSz</a:t>
            </a:r>
            <a:r>
              <a:rPr lang="en-US" altLang="zh-CN" dirty="0"/>
              <a:t> ) ,  </a:t>
            </a:r>
            <a:r>
              <a:rPr lang="en-US" altLang="zh-CN" dirty="0" err="1"/>
              <a:t>currentSize</a:t>
            </a:r>
            <a:r>
              <a:rPr lang="en-US" altLang="zh-CN" dirty="0"/>
              <a:t> (0) </a:t>
            </a:r>
          </a:p>
          <a:p>
            <a:pPr marL="0" indent="0">
              <a:buNone/>
            </a:pPr>
            <a:r>
              <a:rPr lang="en-US" altLang="zh-CN" dirty="0"/>
              <a:t>        { Vector = new Element &lt;T&gt; [</a:t>
            </a:r>
            <a:r>
              <a:rPr lang="en-US" altLang="zh-CN" dirty="0" err="1"/>
              <a:t>maxSz</a:t>
            </a:r>
            <a:r>
              <a:rPr lang="en-US" altLang="zh-CN" dirty="0"/>
              <a:t>]; } </a:t>
            </a:r>
          </a:p>
          <a:p>
            <a:pPr marL="0" indent="0">
              <a:buNone/>
            </a:pPr>
            <a:r>
              <a:rPr lang="en-US" altLang="zh-CN" dirty="0"/>
              <a:t>     void swap ( Element &lt;T&gt; &amp; x,  Element &lt;T&gt; &amp; y ) </a:t>
            </a:r>
          </a:p>
          <a:p>
            <a:pPr marL="0" indent="0">
              <a:buNone/>
            </a:pPr>
            <a:r>
              <a:rPr lang="en-US" altLang="zh-CN" dirty="0"/>
              <a:t>        { Element&lt;T&gt; temp = x;  x = y;  y = temp;  }</a:t>
            </a:r>
          </a:p>
          <a:p>
            <a:pPr marL="0" indent="0">
              <a:buNone/>
            </a:pPr>
            <a:r>
              <a:rPr lang="en-US" altLang="zh-CN" dirty="0"/>
              <a:t>     int Length( ) { return </a:t>
            </a:r>
            <a:r>
              <a:rPr lang="en-US" altLang="zh-CN" dirty="0" err="1"/>
              <a:t>currentSize</a:t>
            </a:r>
            <a:r>
              <a:rPr lang="en-US" altLang="zh-CN" dirty="0"/>
              <a:t>; }</a:t>
            </a:r>
          </a:p>
          <a:p>
            <a:pPr marL="0" indent="0">
              <a:buNone/>
            </a:pPr>
            <a:r>
              <a:rPr lang="en-US" altLang="zh-CN" dirty="0"/>
              <a:t>     Element&lt;T&gt;&amp; operator[](int </a:t>
            </a:r>
            <a:r>
              <a:rPr lang="en-US" altLang="zh-CN" dirty="0" err="1"/>
              <a:t>i</a:t>
            </a:r>
            <a:r>
              <a:rPr lang="en-US" altLang="zh-CN" dirty="0"/>
              <a:t>) {return Vector[</a:t>
            </a:r>
            <a:r>
              <a:rPr lang="en-US" altLang="zh-CN" dirty="0" err="1"/>
              <a:t>i</a:t>
            </a:r>
            <a:r>
              <a:rPr lang="en-US" altLang="zh-CN" dirty="0"/>
              <a:t>];}</a:t>
            </a:r>
          </a:p>
          <a:p>
            <a:pPr marL="0" indent="0">
              <a:buNone/>
            </a:pPr>
            <a:r>
              <a:rPr lang="en-US" altLang="zh-CN" dirty="0"/>
              <a:t>     int Partition(const int low, const int high);</a:t>
            </a:r>
          </a:p>
          <a:p>
            <a:pPr marL="0" indent="0">
              <a:buNone/>
            </a:pPr>
            <a:r>
              <a:rPr lang="en-US" altLang="zh-CN" dirty="0"/>
              <a:t>private:</a:t>
            </a:r>
          </a:p>
          <a:p>
            <a:pPr marL="0" indent="0">
              <a:buNone/>
            </a:pPr>
            <a:r>
              <a:rPr lang="en-US" altLang="zh-CN" dirty="0"/>
              <a:t>     Element &lt;T&gt; * Vector;   //</a:t>
            </a:r>
            <a:r>
              <a:rPr lang="zh-CN" altLang="en-US" dirty="0"/>
              <a:t>存储向量， </a:t>
            </a:r>
            <a:r>
              <a:rPr lang="en-US" altLang="zh-CN" dirty="0"/>
              <a:t>Element</a:t>
            </a:r>
            <a:r>
              <a:rPr lang="zh-CN" altLang="en-US" dirty="0"/>
              <a:t>类定义见本页备注</a:t>
            </a:r>
          </a:p>
          <a:p>
            <a:pPr marL="0" indent="0">
              <a:buNone/>
            </a:pPr>
            <a:r>
              <a:rPr lang="zh-CN" altLang="en-US" dirty="0"/>
              <a:t>     </a:t>
            </a:r>
            <a:r>
              <a:rPr lang="en-US" altLang="zh-CN" dirty="0"/>
              <a:t>int </a:t>
            </a:r>
            <a:r>
              <a:rPr lang="en-US" altLang="zh-CN" dirty="0" err="1"/>
              <a:t>maxSize</a:t>
            </a:r>
            <a:r>
              <a:rPr lang="en-US" altLang="zh-CN" dirty="0"/>
              <a:t>,  </a:t>
            </a:r>
            <a:r>
              <a:rPr lang="en-US" altLang="zh-CN" dirty="0" err="1"/>
              <a:t>currentSize</a:t>
            </a:r>
            <a:r>
              <a:rPr lang="en-US" altLang="zh-CN" dirty="0"/>
              <a:t>;    //</a:t>
            </a:r>
            <a:r>
              <a:rPr lang="zh-CN" altLang="en-US" dirty="0"/>
              <a:t>最大个数，当前个数</a:t>
            </a:r>
          </a:p>
          <a:p>
            <a:pPr marL="0" indent="0">
              <a:buNone/>
            </a:pPr>
            <a:r>
              <a:rPr lang="en-US" altLang="zh-CN" dirty="0"/>
              <a:t>}</a:t>
            </a:r>
          </a:p>
        </p:txBody>
      </p:sp>
      <p:sp>
        <p:nvSpPr>
          <p:cNvPr id="2" name="灯片编号占位符 1">
            <a:extLst>
              <a:ext uri="{FF2B5EF4-FFF2-40B4-BE49-F238E27FC236}">
                <a16:creationId xmlns:a16="http://schemas.microsoft.com/office/drawing/2014/main" id="{67A3D271-C04C-2194-0293-74ECEE8D37E1}"/>
              </a:ext>
            </a:extLst>
          </p:cNvPr>
          <p:cNvSpPr>
            <a:spLocks noGrp="1"/>
          </p:cNvSpPr>
          <p:nvPr>
            <p:ph type="sldNum" sz="quarter" idx="12"/>
          </p:nvPr>
        </p:nvSpPr>
        <p:spPr/>
        <p:txBody>
          <a:bodyPr/>
          <a:lstStyle/>
          <a:p>
            <a:pPr>
              <a:defRPr/>
            </a:pPr>
            <a:fld id="{5F1DCF05-F1E6-414E-BAB4-65AA6A3D43BB}" type="slidenum">
              <a:rPr lang="en-US" altLang="zh-CN" smtClean="0"/>
              <a:pPr>
                <a:defRPr/>
              </a:pPr>
              <a:t>10</a:t>
            </a:fld>
            <a:endParaRPr lang="en-US" altLang="zh-CN" dirty="0"/>
          </a:p>
        </p:txBody>
      </p:sp>
    </p:spTree>
  </p:cSld>
  <p:clrMapOvr>
    <a:masterClrMapping/>
  </p:clrMapOvr>
  <p:transition>
    <p:spli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43F55FBD-36FE-D496-DDEF-28774B4A2FB0}"/>
              </a:ext>
            </a:extLst>
          </p:cNvPr>
          <p:cNvSpPr>
            <a:spLocks noGrp="1" noChangeArrowheads="1"/>
          </p:cNvSpPr>
          <p:nvPr>
            <p:ph type="title"/>
          </p:nvPr>
        </p:nvSpPr>
        <p:spPr/>
        <p:txBody>
          <a:bodyPr/>
          <a:lstStyle/>
          <a:p>
            <a:r>
              <a:rPr lang="en-US" altLang="zh-CN"/>
              <a:t>9.2 </a:t>
            </a:r>
            <a:r>
              <a:rPr lang="zh-CN" altLang="en-US"/>
              <a:t>插入排序 </a:t>
            </a:r>
            <a:r>
              <a:rPr lang="en-US" altLang="zh-CN"/>
              <a:t>(Insert Sorting)</a:t>
            </a:r>
          </a:p>
        </p:txBody>
      </p:sp>
      <p:sp>
        <p:nvSpPr>
          <p:cNvPr id="274435" name="Rectangle 3">
            <a:extLst>
              <a:ext uri="{FF2B5EF4-FFF2-40B4-BE49-F238E27FC236}">
                <a16:creationId xmlns:a16="http://schemas.microsoft.com/office/drawing/2014/main" id="{A1D52A36-8192-8970-C950-C1E61CE74817}"/>
              </a:ext>
            </a:extLst>
          </p:cNvPr>
          <p:cNvSpPr>
            <a:spLocks noGrp="1" noChangeArrowheads="1"/>
          </p:cNvSpPr>
          <p:nvPr>
            <p:ph type="body" idx="1"/>
          </p:nvPr>
        </p:nvSpPr>
        <p:spPr>
          <a:xfrm>
            <a:off x="628650" y="1825625"/>
            <a:ext cx="7687766" cy="4351338"/>
          </a:xfrm>
        </p:spPr>
        <p:txBody>
          <a:bodyPr>
            <a:normAutofit/>
          </a:bodyPr>
          <a:lstStyle/>
          <a:p>
            <a:r>
              <a:rPr lang="en-US" altLang="zh-CN" dirty="0"/>
              <a:t>9.2.1 </a:t>
            </a:r>
            <a:r>
              <a:rPr lang="zh-CN" altLang="en-US" dirty="0"/>
              <a:t>直接插入排序 </a:t>
            </a:r>
            <a:r>
              <a:rPr lang="en-US" altLang="zh-CN" dirty="0"/>
              <a:t>(Insert Sort)</a:t>
            </a:r>
          </a:p>
          <a:p>
            <a:pPr lvl="1"/>
            <a:r>
              <a:rPr lang="zh-CN" altLang="en-US" dirty="0"/>
              <a:t>基本思想是：当插入第</a:t>
            </a:r>
            <a:r>
              <a:rPr lang="en-US" altLang="zh-CN" dirty="0" err="1"/>
              <a:t>i</a:t>
            </a:r>
            <a:r>
              <a:rPr lang="en-US" altLang="zh-CN" dirty="0"/>
              <a:t> (</a:t>
            </a:r>
            <a:r>
              <a:rPr lang="en-US" altLang="zh-CN" dirty="0" err="1"/>
              <a:t>i</a:t>
            </a:r>
            <a:r>
              <a:rPr lang="en-US" altLang="zh-CN" dirty="0"/>
              <a:t> </a:t>
            </a:r>
            <a:r>
              <a:rPr lang="en-US" altLang="zh-CN" dirty="0">
                <a:sym typeface="Symbol" pitchFamily="18" charset="2"/>
              </a:rPr>
              <a:t></a:t>
            </a:r>
            <a:r>
              <a:rPr lang="en-US" altLang="zh-CN" dirty="0"/>
              <a:t> 1) </a:t>
            </a:r>
            <a:r>
              <a:rPr lang="zh-CN" altLang="en-US" dirty="0"/>
              <a:t>个元素时，前面的</a:t>
            </a:r>
            <a:r>
              <a:rPr lang="en-US" altLang="zh-CN" dirty="0"/>
              <a:t>V[0], V[1], …, V[i-1]</a:t>
            </a:r>
            <a:r>
              <a:rPr lang="zh-CN" altLang="en-US" dirty="0"/>
              <a:t>已经排好序。这时，用</a:t>
            </a:r>
            <a:r>
              <a:rPr lang="en-US" altLang="zh-CN" dirty="0"/>
              <a:t>V[</a:t>
            </a:r>
            <a:r>
              <a:rPr lang="en-US" altLang="zh-CN" dirty="0" err="1"/>
              <a:t>i</a:t>
            </a:r>
            <a:r>
              <a:rPr lang="en-US" altLang="zh-CN" dirty="0"/>
              <a:t>]</a:t>
            </a:r>
            <a:r>
              <a:rPr lang="zh-CN" altLang="en-US" dirty="0"/>
              <a:t>的排序码与</a:t>
            </a:r>
            <a:r>
              <a:rPr lang="en-US" altLang="zh-CN" dirty="0"/>
              <a:t>V[i-1], V[i-2], …</a:t>
            </a:r>
            <a:r>
              <a:rPr lang="zh-CN" altLang="en-US" dirty="0"/>
              <a:t>的排序码顺序进行比较，找到插入位置即将</a:t>
            </a:r>
            <a:r>
              <a:rPr lang="en-US" altLang="zh-CN" dirty="0"/>
              <a:t>V[</a:t>
            </a:r>
            <a:r>
              <a:rPr lang="en-US" altLang="zh-CN" dirty="0" err="1"/>
              <a:t>i</a:t>
            </a:r>
            <a:r>
              <a:rPr lang="en-US" altLang="zh-CN" dirty="0"/>
              <a:t>]</a:t>
            </a:r>
            <a:r>
              <a:rPr lang="zh-CN" altLang="en-US" dirty="0"/>
              <a:t>插入，经过的位置上的元素向后顺移。重复上述过程直到元素全部插入为止。</a:t>
            </a:r>
          </a:p>
        </p:txBody>
      </p:sp>
      <p:sp>
        <p:nvSpPr>
          <p:cNvPr id="2" name="灯片编号占位符 1">
            <a:extLst>
              <a:ext uri="{FF2B5EF4-FFF2-40B4-BE49-F238E27FC236}">
                <a16:creationId xmlns:a16="http://schemas.microsoft.com/office/drawing/2014/main" id="{7549A1AE-C007-81AE-85F1-C8BF5300C20A}"/>
              </a:ext>
            </a:extLst>
          </p:cNvPr>
          <p:cNvSpPr>
            <a:spLocks noGrp="1"/>
          </p:cNvSpPr>
          <p:nvPr>
            <p:ph type="sldNum" sz="quarter" idx="12"/>
          </p:nvPr>
        </p:nvSpPr>
        <p:spPr/>
        <p:txBody>
          <a:bodyPr/>
          <a:lstStyle/>
          <a:p>
            <a:pPr>
              <a:defRPr/>
            </a:pPr>
            <a:fld id="{5F1DCF05-F1E6-414E-BAB4-65AA6A3D43BB}" type="slidenum">
              <a:rPr lang="en-US" altLang="zh-CN" smtClean="0"/>
              <a:pPr>
                <a:defRPr/>
              </a:pPr>
              <a:t>11</a:t>
            </a:fld>
            <a:endParaRPr lang="en-US" altLang="zh-CN"/>
          </a:p>
        </p:txBody>
      </p:sp>
    </p:spTree>
  </p:cSld>
  <p:clrMapOvr>
    <a:masterClrMapping/>
  </p:clrMapOvr>
  <p:transition>
    <p:spli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AutoShape 2" descr="白色大理石">
            <a:extLst>
              <a:ext uri="{FF2B5EF4-FFF2-40B4-BE49-F238E27FC236}">
                <a16:creationId xmlns:a16="http://schemas.microsoft.com/office/drawing/2014/main" id="{BB16D48A-752D-006E-5EDD-8506AA35B9BF}"/>
              </a:ext>
            </a:extLst>
          </p:cNvPr>
          <p:cNvSpPr>
            <a:spLocks noChangeArrowheads="1"/>
          </p:cNvSpPr>
          <p:nvPr/>
        </p:nvSpPr>
        <p:spPr bwMode="auto">
          <a:xfrm>
            <a:off x="762000" y="1219200"/>
            <a:ext cx="7848600" cy="457200"/>
          </a:xfrm>
          <a:prstGeom prst="parallelogram">
            <a:avLst>
              <a:gd name="adj" fmla="val 24844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8435" name="Rectangle 3">
            <a:extLst>
              <a:ext uri="{FF2B5EF4-FFF2-40B4-BE49-F238E27FC236}">
                <a16:creationId xmlns:a16="http://schemas.microsoft.com/office/drawing/2014/main" id="{72B888F2-B93F-4920-4773-66E96AEAF150}"/>
              </a:ext>
            </a:extLst>
          </p:cNvPr>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3200" b="1">
              <a:solidFill>
                <a:schemeClr val="tx2"/>
              </a:solidFill>
              <a:latin typeface="Times New Roman" panose="02020603050405020304" pitchFamily="18" charset="0"/>
              <a:ea typeface="宋体" panose="02010600030101010101" pitchFamily="2" charset="-122"/>
            </a:endParaRPr>
          </a:p>
        </p:txBody>
      </p:sp>
      <p:sp>
        <p:nvSpPr>
          <p:cNvPr id="18436" name="Text Box 4">
            <a:extLst>
              <a:ext uri="{FF2B5EF4-FFF2-40B4-BE49-F238E27FC236}">
                <a16:creationId xmlns:a16="http://schemas.microsoft.com/office/drawing/2014/main" id="{D40D9102-4FBD-75FA-3726-39422462DB9B}"/>
              </a:ext>
            </a:extLst>
          </p:cNvPr>
          <p:cNvSpPr txBox="1">
            <a:spLocks noChangeArrowheads="1"/>
          </p:cNvSpPr>
          <p:nvPr/>
        </p:nvSpPr>
        <p:spPr bwMode="auto">
          <a:xfrm>
            <a:off x="152400" y="228600"/>
            <a:ext cx="671513"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zh-CN" altLang="en-US" sz="3200" b="1" dirty="0">
                <a:latin typeface="Times New Roman" panose="02020603050405020304" pitchFamily="18" charset="0"/>
                <a:ea typeface="隶书" panose="02010509060101010101" pitchFamily="49" charset="-122"/>
              </a:rPr>
              <a:t>各趟排序结果</a:t>
            </a:r>
          </a:p>
        </p:txBody>
      </p:sp>
      <p:sp>
        <p:nvSpPr>
          <p:cNvPr id="275461" name="AutoShape 5">
            <a:extLst>
              <a:ext uri="{FF2B5EF4-FFF2-40B4-BE49-F238E27FC236}">
                <a16:creationId xmlns:a16="http://schemas.microsoft.com/office/drawing/2014/main" id="{064A533D-1871-6743-6790-2CCD89488D28}"/>
              </a:ext>
            </a:extLst>
          </p:cNvPr>
          <p:cNvSpPr>
            <a:spLocks noChangeArrowheads="1"/>
          </p:cNvSpPr>
          <p:nvPr/>
        </p:nvSpPr>
        <p:spPr bwMode="auto">
          <a:xfrm>
            <a:off x="2057400" y="8382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275462" name="AutoShape 6">
            <a:extLst>
              <a:ext uri="{FF2B5EF4-FFF2-40B4-BE49-F238E27FC236}">
                <a16:creationId xmlns:a16="http://schemas.microsoft.com/office/drawing/2014/main" id="{2A352C74-12E1-40CE-96DD-4570D3B86CC1}"/>
              </a:ext>
            </a:extLst>
          </p:cNvPr>
          <p:cNvSpPr>
            <a:spLocks noChangeArrowheads="1"/>
          </p:cNvSpPr>
          <p:nvPr/>
        </p:nvSpPr>
        <p:spPr bwMode="auto">
          <a:xfrm>
            <a:off x="28194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275463" name="AutoShape 7">
            <a:extLst>
              <a:ext uri="{FF2B5EF4-FFF2-40B4-BE49-F238E27FC236}">
                <a16:creationId xmlns:a16="http://schemas.microsoft.com/office/drawing/2014/main" id="{8C3714AB-2932-6FF6-429B-3EB3FBBD618E}"/>
              </a:ext>
            </a:extLst>
          </p:cNvPr>
          <p:cNvSpPr>
            <a:spLocks noChangeArrowheads="1"/>
          </p:cNvSpPr>
          <p:nvPr/>
        </p:nvSpPr>
        <p:spPr bwMode="auto">
          <a:xfrm>
            <a:off x="3581400" y="4572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275464" name="AutoShape 8">
            <a:extLst>
              <a:ext uri="{FF2B5EF4-FFF2-40B4-BE49-F238E27FC236}">
                <a16:creationId xmlns:a16="http://schemas.microsoft.com/office/drawing/2014/main" id="{EBADAC4D-C74D-4FF5-03DE-0F6DADDA537B}"/>
              </a:ext>
            </a:extLst>
          </p:cNvPr>
          <p:cNvSpPr>
            <a:spLocks noChangeArrowheads="1"/>
          </p:cNvSpPr>
          <p:nvPr/>
        </p:nvSpPr>
        <p:spPr bwMode="auto">
          <a:xfrm>
            <a:off x="43434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275465" name="AutoShape 9">
            <a:extLst>
              <a:ext uri="{FF2B5EF4-FFF2-40B4-BE49-F238E27FC236}">
                <a16:creationId xmlns:a16="http://schemas.microsoft.com/office/drawing/2014/main" id="{7410C196-81B4-46BD-D288-190EE645AD13}"/>
              </a:ext>
            </a:extLst>
          </p:cNvPr>
          <p:cNvSpPr>
            <a:spLocks noChangeArrowheads="1"/>
          </p:cNvSpPr>
          <p:nvPr/>
        </p:nvSpPr>
        <p:spPr bwMode="auto">
          <a:xfrm>
            <a:off x="5105400" y="9144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75466" name="AutoShape 10">
            <a:extLst>
              <a:ext uri="{FF2B5EF4-FFF2-40B4-BE49-F238E27FC236}">
                <a16:creationId xmlns:a16="http://schemas.microsoft.com/office/drawing/2014/main" id="{60EA0063-E10E-3644-FA03-A3758C88E0E2}"/>
              </a:ext>
            </a:extLst>
          </p:cNvPr>
          <p:cNvSpPr>
            <a:spLocks noChangeArrowheads="1"/>
          </p:cNvSpPr>
          <p:nvPr/>
        </p:nvSpPr>
        <p:spPr bwMode="auto">
          <a:xfrm>
            <a:off x="5867400" y="12192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18443" name="Text Box 11">
            <a:extLst>
              <a:ext uri="{FF2B5EF4-FFF2-40B4-BE49-F238E27FC236}">
                <a16:creationId xmlns:a16="http://schemas.microsoft.com/office/drawing/2014/main" id="{736E337A-7113-C2E4-F46E-3B5D6885F2BA}"/>
              </a:ext>
            </a:extLst>
          </p:cNvPr>
          <p:cNvSpPr txBox="1">
            <a:spLocks noChangeArrowheads="1"/>
          </p:cNvSpPr>
          <p:nvPr/>
        </p:nvSpPr>
        <p:spPr bwMode="auto">
          <a:xfrm>
            <a:off x="2178050" y="1676400"/>
            <a:ext cx="414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a:t>
            </a:r>
            <a:endParaRPr kumimoji="1" lang="en-US" altLang="zh-CN" sz="2400">
              <a:latin typeface="Times New Roman" panose="02020603050405020304" pitchFamily="18" charset="0"/>
              <a:ea typeface="宋体" panose="02010600030101010101" pitchFamily="2" charset="-122"/>
            </a:endParaRPr>
          </a:p>
        </p:txBody>
      </p:sp>
      <p:sp>
        <p:nvSpPr>
          <p:cNvPr id="18444" name="AutoShape 12" descr="白色大理石">
            <a:extLst>
              <a:ext uri="{FF2B5EF4-FFF2-40B4-BE49-F238E27FC236}">
                <a16:creationId xmlns:a16="http://schemas.microsoft.com/office/drawing/2014/main" id="{983BD25D-2C04-2C9A-DE0E-F668642246D5}"/>
              </a:ext>
            </a:extLst>
          </p:cNvPr>
          <p:cNvSpPr>
            <a:spLocks noChangeArrowheads="1"/>
          </p:cNvSpPr>
          <p:nvPr/>
        </p:nvSpPr>
        <p:spPr bwMode="auto">
          <a:xfrm>
            <a:off x="914400" y="3276600"/>
            <a:ext cx="7848600" cy="457200"/>
          </a:xfrm>
          <a:prstGeom prst="parallelogram">
            <a:avLst>
              <a:gd name="adj" fmla="val 24844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8445" name="Text Box 13">
            <a:extLst>
              <a:ext uri="{FF2B5EF4-FFF2-40B4-BE49-F238E27FC236}">
                <a16:creationId xmlns:a16="http://schemas.microsoft.com/office/drawing/2014/main" id="{130CCF09-15C2-3C67-86A2-C5B075D477F4}"/>
              </a:ext>
            </a:extLst>
          </p:cNvPr>
          <p:cNvSpPr txBox="1">
            <a:spLocks noChangeArrowheads="1"/>
          </p:cNvSpPr>
          <p:nvPr/>
        </p:nvSpPr>
        <p:spPr bwMode="auto">
          <a:xfrm>
            <a:off x="2178050" y="3733800"/>
            <a:ext cx="544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         </a:t>
            </a:r>
            <a:r>
              <a:rPr kumimoji="1" lang="en-US" altLang="zh-CN" sz="2400" b="1" i="1">
                <a:latin typeface="Times New Roman" panose="02020603050405020304" pitchFamily="18" charset="0"/>
                <a:ea typeface="宋体" panose="02010600030101010101" pitchFamily="2" charset="-122"/>
              </a:rPr>
              <a:t>temp</a:t>
            </a:r>
            <a:endParaRPr kumimoji="1" lang="en-US" altLang="zh-CN" sz="2400">
              <a:latin typeface="Times New Roman" panose="02020603050405020304" pitchFamily="18" charset="0"/>
              <a:ea typeface="宋体" panose="02010600030101010101" pitchFamily="2" charset="-122"/>
            </a:endParaRPr>
          </a:p>
        </p:txBody>
      </p:sp>
      <p:sp>
        <p:nvSpPr>
          <p:cNvPr id="275470" name="AutoShape 14">
            <a:extLst>
              <a:ext uri="{FF2B5EF4-FFF2-40B4-BE49-F238E27FC236}">
                <a16:creationId xmlns:a16="http://schemas.microsoft.com/office/drawing/2014/main" id="{7B53BF7E-D1CA-0D8E-FAA0-6002DB580F21}"/>
              </a:ext>
            </a:extLst>
          </p:cNvPr>
          <p:cNvSpPr>
            <a:spLocks noChangeArrowheads="1"/>
          </p:cNvSpPr>
          <p:nvPr/>
        </p:nvSpPr>
        <p:spPr bwMode="auto">
          <a:xfrm>
            <a:off x="2057400" y="28956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275471" name="AutoShape 15">
            <a:extLst>
              <a:ext uri="{FF2B5EF4-FFF2-40B4-BE49-F238E27FC236}">
                <a16:creationId xmlns:a16="http://schemas.microsoft.com/office/drawing/2014/main" id="{A6041BC4-371B-38BC-305B-27705BCA3527}"/>
              </a:ext>
            </a:extLst>
          </p:cNvPr>
          <p:cNvSpPr>
            <a:spLocks noChangeArrowheads="1"/>
          </p:cNvSpPr>
          <p:nvPr/>
        </p:nvSpPr>
        <p:spPr bwMode="auto">
          <a:xfrm>
            <a:off x="2819400" y="2819400"/>
            <a:ext cx="533400" cy="838200"/>
          </a:xfrm>
          <a:prstGeom prst="can">
            <a:avLst>
              <a:gd name="adj" fmla="val 39286"/>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C0C0C0"/>
                  </a:outerShdw>
                </a:effectLst>
                <a:latin typeface="Arial" charset="0"/>
              </a:rPr>
              <a:t>25</a:t>
            </a:r>
          </a:p>
        </p:txBody>
      </p:sp>
      <p:sp>
        <p:nvSpPr>
          <p:cNvPr id="275472" name="AutoShape 16">
            <a:extLst>
              <a:ext uri="{FF2B5EF4-FFF2-40B4-BE49-F238E27FC236}">
                <a16:creationId xmlns:a16="http://schemas.microsoft.com/office/drawing/2014/main" id="{315C9D2C-2F2B-0689-2107-0373120559CF}"/>
              </a:ext>
            </a:extLst>
          </p:cNvPr>
          <p:cNvSpPr>
            <a:spLocks noChangeArrowheads="1"/>
          </p:cNvSpPr>
          <p:nvPr/>
        </p:nvSpPr>
        <p:spPr bwMode="auto">
          <a:xfrm>
            <a:off x="3581400" y="25146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275473" name="AutoShape 17">
            <a:extLst>
              <a:ext uri="{FF2B5EF4-FFF2-40B4-BE49-F238E27FC236}">
                <a16:creationId xmlns:a16="http://schemas.microsoft.com/office/drawing/2014/main" id="{8170D966-E227-6D1F-E805-A8FE0A52D5D1}"/>
              </a:ext>
            </a:extLst>
          </p:cNvPr>
          <p:cNvSpPr>
            <a:spLocks noChangeArrowheads="1"/>
          </p:cNvSpPr>
          <p:nvPr/>
        </p:nvSpPr>
        <p:spPr bwMode="auto">
          <a:xfrm>
            <a:off x="4343400" y="2819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275474" name="AutoShape 18">
            <a:extLst>
              <a:ext uri="{FF2B5EF4-FFF2-40B4-BE49-F238E27FC236}">
                <a16:creationId xmlns:a16="http://schemas.microsoft.com/office/drawing/2014/main" id="{5563F08F-4998-6CC8-6915-40F4CDE1E93A}"/>
              </a:ext>
            </a:extLst>
          </p:cNvPr>
          <p:cNvSpPr>
            <a:spLocks noChangeArrowheads="1"/>
          </p:cNvSpPr>
          <p:nvPr/>
        </p:nvSpPr>
        <p:spPr bwMode="auto">
          <a:xfrm>
            <a:off x="5105400" y="29718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75475" name="AutoShape 19">
            <a:extLst>
              <a:ext uri="{FF2B5EF4-FFF2-40B4-BE49-F238E27FC236}">
                <a16:creationId xmlns:a16="http://schemas.microsoft.com/office/drawing/2014/main" id="{F3AEE86E-850A-A660-378D-3DF45714AA64}"/>
              </a:ext>
            </a:extLst>
          </p:cNvPr>
          <p:cNvSpPr>
            <a:spLocks noChangeArrowheads="1"/>
          </p:cNvSpPr>
          <p:nvPr/>
        </p:nvSpPr>
        <p:spPr bwMode="auto">
          <a:xfrm>
            <a:off x="5867400" y="32766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275476" name="AutoShape 20">
            <a:extLst>
              <a:ext uri="{FF2B5EF4-FFF2-40B4-BE49-F238E27FC236}">
                <a16:creationId xmlns:a16="http://schemas.microsoft.com/office/drawing/2014/main" id="{9E242769-C3D6-D5F3-4444-61CA5A8050DC}"/>
              </a:ext>
            </a:extLst>
          </p:cNvPr>
          <p:cNvSpPr>
            <a:spLocks noChangeArrowheads="1"/>
          </p:cNvSpPr>
          <p:nvPr/>
        </p:nvSpPr>
        <p:spPr bwMode="auto">
          <a:xfrm>
            <a:off x="6934200" y="2819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CCECFF"/>
                </a:solidFill>
                <a:effectDag name="">
                  <a:cont type="tree" name="">
                    <a:effect ref="fillLine"/>
                    <a:outerShdw dist="38100" dir="13500000" algn="br">
                      <a:srgbClr val="DDF3FF"/>
                    </a:outerShdw>
                  </a:cont>
                  <a:cont type="tree" name="">
                    <a:effect ref="fillLine"/>
                    <a:outerShdw dist="38100" dir="2700000" algn="tl">
                      <a:srgbClr val="7A8D99"/>
                    </a:outerShdw>
                  </a:cont>
                  <a:effect ref="fillLine"/>
                </a:effectDag>
                <a:latin typeface="Arial" charset="0"/>
              </a:rPr>
              <a:t>25</a:t>
            </a:r>
          </a:p>
        </p:txBody>
      </p:sp>
      <p:sp>
        <p:nvSpPr>
          <p:cNvPr id="275477" name="Text Box 21">
            <a:extLst>
              <a:ext uri="{FF2B5EF4-FFF2-40B4-BE49-F238E27FC236}">
                <a16:creationId xmlns:a16="http://schemas.microsoft.com/office/drawing/2014/main" id="{A1D6DB31-7E3B-4187-E3B5-C8F076925794}"/>
              </a:ext>
            </a:extLst>
          </p:cNvPr>
          <p:cNvSpPr txBox="1">
            <a:spLocks noChangeArrowheads="1"/>
          </p:cNvSpPr>
          <p:nvPr/>
        </p:nvSpPr>
        <p:spPr bwMode="auto">
          <a:xfrm>
            <a:off x="228600" y="3048000"/>
            <a:ext cx="935038" cy="579438"/>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3200" b="1">
                <a:solidFill>
                  <a:schemeClr val="hlink"/>
                </a:solidFill>
                <a:effectLst>
                  <a:outerShdw blurRad="38100" dist="38100" dir="2700000" algn="tl">
                    <a:srgbClr val="C0C0C0"/>
                  </a:outerShdw>
                </a:effectLst>
              </a:rPr>
              <a:t>= 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8454" name="Text Box 22">
            <a:extLst>
              <a:ext uri="{FF2B5EF4-FFF2-40B4-BE49-F238E27FC236}">
                <a16:creationId xmlns:a16="http://schemas.microsoft.com/office/drawing/2014/main" id="{63D7104A-4288-775E-FD6E-AB7B6D1DA758}"/>
              </a:ext>
            </a:extLst>
          </p:cNvPr>
          <p:cNvSpPr txBox="1">
            <a:spLocks noChangeArrowheads="1"/>
          </p:cNvSpPr>
          <p:nvPr/>
        </p:nvSpPr>
        <p:spPr bwMode="auto">
          <a:xfrm>
            <a:off x="2179638" y="5791200"/>
            <a:ext cx="544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         </a:t>
            </a:r>
            <a:r>
              <a:rPr kumimoji="1" lang="en-US" altLang="zh-CN" sz="2400" b="1" i="1">
                <a:latin typeface="Times New Roman" panose="02020603050405020304" pitchFamily="18" charset="0"/>
                <a:ea typeface="宋体" panose="02010600030101010101" pitchFamily="2" charset="-122"/>
              </a:rPr>
              <a:t>temp</a:t>
            </a:r>
            <a:endParaRPr kumimoji="1" lang="en-US" altLang="zh-CN" sz="2400">
              <a:latin typeface="Times New Roman" panose="02020603050405020304" pitchFamily="18" charset="0"/>
              <a:ea typeface="宋体" panose="02010600030101010101" pitchFamily="2" charset="-122"/>
            </a:endParaRPr>
          </a:p>
        </p:txBody>
      </p:sp>
      <p:sp>
        <p:nvSpPr>
          <p:cNvPr id="18455" name="AutoShape 23" descr="白色大理石">
            <a:extLst>
              <a:ext uri="{FF2B5EF4-FFF2-40B4-BE49-F238E27FC236}">
                <a16:creationId xmlns:a16="http://schemas.microsoft.com/office/drawing/2014/main" id="{1E119FE1-37D4-71F6-E388-CACC9F258273}"/>
              </a:ext>
            </a:extLst>
          </p:cNvPr>
          <p:cNvSpPr>
            <a:spLocks noChangeArrowheads="1"/>
          </p:cNvSpPr>
          <p:nvPr/>
        </p:nvSpPr>
        <p:spPr bwMode="auto">
          <a:xfrm>
            <a:off x="914400" y="5334000"/>
            <a:ext cx="7848600" cy="457200"/>
          </a:xfrm>
          <a:prstGeom prst="parallelogram">
            <a:avLst>
              <a:gd name="adj" fmla="val 24844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75480" name="AutoShape 24">
            <a:extLst>
              <a:ext uri="{FF2B5EF4-FFF2-40B4-BE49-F238E27FC236}">
                <a16:creationId xmlns:a16="http://schemas.microsoft.com/office/drawing/2014/main" id="{E140FB6A-7D60-DEA2-2B86-4B0AD703923A}"/>
              </a:ext>
            </a:extLst>
          </p:cNvPr>
          <p:cNvSpPr>
            <a:spLocks noChangeArrowheads="1"/>
          </p:cNvSpPr>
          <p:nvPr/>
        </p:nvSpPr>
        <p:spPr bwMode="auto">
          <a:xfrm>
            <a:off x="2057400" y="49530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275481" name="AutoShape 25">
            <a:extLst>
              <a:ext uri="{FF2B5EF4-FFF2-40B4-BE49-F238E27FC236}">
                <a16:creationId xmlns:a16="http://schemas.microsoft.com/office/drawing/2014/main" id="{FA1A2774-A988-75B2-3046-8A1523B91474}"/>
              </a:ext>
            </a:extLst>
          </p:cNvPr>
          <p:cNvSpPr>
            <a:spLocks noChangeArrowheads="1"/>
          </p:cNvSpPr>
          <p:nvPr/>
        </p:nvSpPr>
        <p:spPr bwMode="auto">
          <a:xfrm>
            <a:off x="2819400" y="48768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b="1">
              <a:solidFill>
                <a:srgbClr val="FFFFCC"/>
              </a:solidFill>
              <a:effectLst>
                <a:outerShdw blurRad="38100" dist="38100" dir="2700000" algn="tl">
                  <a:srgbClr val="000000"/>
                </a:outerShdw>
              </a:effectLst>
            </a:endParaRPr>
          </a:p>
        </p:txBody>
      </p:sp>
      <p:sp>
        <p:nvSpPr>
          <p:cNvPr id="275482" name="AutoShape 26">
            <a:extLst>
              <a:ext uri="{FF2B5EF4-FFF2-40B4-BE49-F238E27FC236}">
                <a16:creationId xmlns:a16="http://schemas.microsoft.com/office/drawing/2014/main" id="{FF18BC97-C6CF-2442-EDDD-FF594D16C5E7}"/>
              </a:ext>
            </a:extLst>
          </p:cNvPr>
          <p:cNvSpPr>
            <a:spLocks noChangeArrowheads="1"/>
          </p:cNvSpPr>
          <p:nvPr/>
        </p:nvSpPr>
        <p:spPr bwMode="auto">
          <a:xfrm>
            <a:off x="3581400" y="4572000"/>
            <a:ext cx="533400" cy="1143000"/>
          </a:xfrm>
          <a:prstGeom prst="can">
            <a:avLst>
              <a:gd name="adj" fmla="val 53571"/>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C0C0C0"/>
                  </a:outerShdw>
                </a:effectLst>
                <a:latin typeface="Arial" charset="0"/>
              </a:rPr>
              <a:t>49</a:t>
            </a:r>
          </a:p>
        </p:txBody>
      </p:sp>
      <p:sp>
        <p:nvSpPr>
          <p:cNvPr id="275483" name="AutoShape 27">
            <a:extLst>
              <a:ext uri="{FF2B5EF4-FFF2-40B4-BE49-F238E27FC236}">
                <a16:creationId xmlns:a16="http://schemas.microsoft.com/office/drawing/2014/main" id="{EE75FF44-789A-D9F1-EF2C-F7DDA9F17018}"/>
              </a:ext>
            </a:extLst>
          </p:cNvPr>
          <p:cNvSpPr>
            <a:spLocks noChangeArrowheads="1"/>
          </p:cNvSpPr>
          <p:nvPr/>
        </p:nvSpPr>
        <p:spPr bwMode="auto">
          <a:xfrm>
            <a:off x="4343400" y="48768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275484" name="AutoShape 28">
            <a:extLst>
              <a:ext uri="{FF2B5EF4-FFF2-40B4-BE49-F238E27FC236}">
                <a16:creationId xmlns:a16="http://schemas.microsoft.com/office/drawing/2014/main" id="{19BD8FB7-6405-9166-0F38-709BEFF57442}"/>
              </a:ext>
            </a:extLst>
          </p:cNvPr>
          <p:cNvSpPr>
            <a:spLocks noChangeArrowheads="1"/>
          </p:cNvSpPr>
          <p:nvPr/>
        </p:nvSpPr>
        <p:spPr bwMode="auto">
          <a:xfrm>
            <a:off x="5105400" y="50292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75485" name="AutoShape 29">
            <a:extLst>
              <a:ext uri="{FF2B5EF4-FFF2-40B4-BE49-F238E27FC236}">
                <a16:creationId xmlns:a16="http://schemas.microsoft.com/office/drawing/2014/main" id="{1ECE396A-92BE-57A4-F0E4-45352F90ACBA}"/>
              </a:ext>
            </a:extLst>
          </p:cNvPr>
          <p:cNvSpPr>
            <a:spLocks noChangeArrowheads="1"/>
          </p:cNvSpPr>
          <p:nvPr/>
        </p:nvSpPr>
        <p:spPr bwMode="auto">
          <a:xfrm>
            <a:off x="5867400" y="53340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275486" name="AutoShape 30">
            <a:extLst>
              <a:ext uri="{FF2B5EF4-FFF2-40B4-BE49-F238E27FC236}">
                <a16:creationId xmlns:a16="http://schemas.microsoft.com/office/drawing/2014/main" id="{37BBC210-3F68-A279-F297-0A9D16497874}"/>
              </a:ext>
            </a:extLst>
          </p:cNvPr>
          <p:cNvSpPr>
            <a:spLocks noChangeArrowheads="1"/>
          </p:cNvSpPr>
          <p:nvPr/>
        </p:nvSpPr>
        <p:spPr bwMode="auto">
          <a:xfrm>
            <a:off x="6934200" y="45720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CCECFF"/>
                </a:solidFill>
                <a:effectDag name="">
                  <a:cont type="tree" name="">
                    <a:effect ref="fillLine"/>
                    <a:outerShdw dist="38100" dir="13500000" algn="br">
                      <a:srgbClr val="DDF3FF"/>
                    </a:outerShdw>
                  </a:cont>
                  <a:cont type="tree" name="">
                    <a:effect ref="fillLine"/>
                    <a:outerShdw dist="38100" dir="2700000" algn="tl">
                      <a:srgbClr val="7A8D99"/>
                    </a:outerShdw>
                  </a:cont>
                  <a:effect ref="fillLine"/>
                </a:effectDag>
                <a:latin typeface="Arial" charset="0"/>
              </a:rPr>
              <a:t>49</a:t>
            </a:r>
          </a:p>
        </p:txBody>
      </p:sp>
      <p:sp>
        <p:nvSpPr>
          <p:cNvPr id="275487" name="Text Box 31">
            <a:extLst>
              <a:ext uri="{FF2B5EF4-FFF2-40B4-BE49-F238E27FC236}">
                <a16:creationId xmlns:a16="http://schemas.microsoft.com/office/drawing/2014/main" id="{1EC6FBD3-B42A-BC89-9A5F-C6551D8AD618}"/>
              </a:ext>
            </a:extLst>
          </p:cNvPr>
          <p:cNvSpPr txBox="1">
            <a:spLocks noChangeArrowheads="1"/>
          </p:cNvSpPr>
          <p:nvPr/>
        </p:nvSpPr>
        <p:spPr bwMode="auto">
          <a:xfrm>
            <a:off x="228600" y="5135563"/>
            <a:ext cx="935038" cy="579437"/>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3200" b="1">
                <a:solidFill>
                  <a:schemeClr val="hlink"/>
                </a:solidFill>
                <a:effectLst>
                  <a:outerShdw blurRad="38100" dist="38100" dir="2700000" algn="tl">
                    <a:srgbClr val="C0C0C0"/>
                  </a:outerShdw>
                </a:effectLst>
              </a:rPr>
              <a:t>= 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2" name="灯片编号占位符 1">
            <a:extLst>
              <a:ext uri="{FF2B5EF4-FFF2-40B4-BE49-F238E27FC236}">
                <a16:creationId xmlns:a16="http://schemas.microsoft.com/office/drawing/2014/main" id="{C1139AF0-9341-A99C-B261-86D15753A4AD}"/>
              </a:ext>
            </a:extLst>
          </p:cNvPr>
          <p:cNvSpPr>
            <a:spLocks noGrp="1"/>
          </p:cNvSpPr>
          <p:nvPr>
            <p:ph type="sldNum" sz="quarter" idx="12"/>
          </p:nvPr>
        </p:nvSpPr>
        <p:spPr/>
        <p:txBody>
          <a:bodyPr/>
          <a:lstStyle/>
          <a:p>
            <a:pPr>
              <a:defRPr/>
            </a:pPr>
            <a:fld id="{04E4ECFC-90A4-46B6-B7C1-F55F5037C096}" type="slidenum">
              <a:rPr lang="en-US" altLang="zh-CN" smtClean="0"/>
              <a:pPr>
                <a:defRPr/>
              </a:pPr>
              <a:t>12</a:t>
            </a:fld>
            <a:endParaRPr lang="en-US" altLang="zh-CN"/>
          </a:p>
        </p:txBody>
      </p:sp>
    </p:spTree>
  </p:cSld>
  <p:clrMapOvr>
    <a:masterClrMapping/>
  </p:clrMapOvr>
  <p:transition>
    <p:spli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AutoShape 2" descr="白色大理石">
            <a:extLst>
              <a:ext uri="{FF2B5EF4-FFF2-40B4-BE49-F238E27FC236}">
                <a16:creationId xmlns:a16="http://schemas.microsoft.com/office/drawing/2014/main" id="{80252B87-D130-BCE2-E4D5-076B19199B81}"/>
              </a:ext>
            </a:extLst>
          </p:cNvPr>
          <p:cNvSpPr>
            <a:spLocks noChangeArrowheads="1"/>
          </p:cNvSpPr>
          <p:nvPr/>
        </p:nvSpPr>
        <p:spPr bwMode="auto">
          <a:xfrm>
            <a:off x="762000" y="1219200"/>
            <a:ext cx="7848600" cy="457200"/>
          </a:xfrm>
          <a:prstGeom prst="parallelogram">
            <a:avLst>
              <a:gd name="adj" fmla="val 24844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9459" name="Rectangle 3">
            <a:extLst>
              <a:ext uri="{FF2B5EF4-FFF2-40B4-BE49-F238E27FC236}">
                <a16:creationId xmlns:a16="http://schemas.microsoft.com/office/drawing/2014/main" id="{B2519426-C01E-98DE-68D4-86E52FE3AA1E}"/>
              </a:ext>
            </a:extLst>
          </p:cNvPr>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3200" b="1">
              <a:solidFill>
                <a:schemeClr val="tx2"/>
              </a:solidFill>
              <a:latin typeface="Times New Roman" panose="02020603050405020304" pitchFamily="18" charset="0"/>
              <a:ea typeface="宋体" panose="02010600030101010101" pitchFamily="2" charset="-122"/>
            </a:endParaRPr>
          </a:p>
        </p:txBody>
      </p:sp>
      <p:sp>
        <p:nvSpPr>
          <p:cNvPr id="276484" name="AutoShape 4">
            <a:extLst>
              <a:ext uri="{FF2B5EF4-FFF2-40B4-BE49-F238E27FC236}">
                <a16:creationId xmlns:a16="http://schemas.microsoft.com/office/drawing/2014/main" id="{59456F0F-CB85-1F1E-E6E3-ABB45788A4EC}"/>
              </a:ext>
            </a:extLst>
          </p:cNvPr>
          <p:cNvSpPr>
            <a:spLocks noChangeArrowheads="1"/>
          </p:cNvSpPr>
          <p:nvPr/>
        </p:nvSpPr>
        <p:spPr bwMode="auto">
          <a:xfrm>
            <a:off x="2057400" y="8382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276485" name="AutoShape 5">
            <a:extLst>
              <a:ext uri="{FF2B5EF4-FFF2-40B4-BE49-F238E27FC236}">
                <a16:creationId xmlns:a16="http://schemas.microsoft.com/office/drawing/2014/main" id="{36CB6BAC-7062-62D8-A82A-4BBEF217D734}"/>
              </a:ext>
            </a:extLst>
          </p:cNvPr>
          <p:cNvSpPr>
            <a:spLocks noChangeArrowheads="1"/>
          </p:cNvSpPr>
          <p:nvPr/>
        </p:nvSpPr>
        <p:spPr bwMode="auto">
          <a:xfrm>
            <a:off x="2819400" y="7620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276486" name="AutoShape 6">
            <a:extLst>
              <a:ext uri="{FF2B5EF4-FFF2-40B4-BE49-F238E27FC236}">
                <a16:creationId xmlns:a16="http://schemas.microsoft.com/office/drawing/2014/main" id="{84DAE29C-9874-2965-6240-EA1F6C54C252}"/>
              </a:ext>
            </a:extLst>
          </p:cNvPr>
          <p:cNvSpPr>
            <a:spLocks noChangeArrowheads="1"/>
          </p:cNvSpPr>
          <p:nvPr/>
        </p:nvSpPr>
        <p:spPr bwMode="auto">
          <a:xfrm>
            <a:off x="3581400" y="457200"/>
            <a:ext cx="533400" cy="1143000"/>
          </a:xfrm>
          <a:prstGeom prst="can">
            <a:avLst>
              <a:gd name="adj" fmla="val 53571"/>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49</a:t>
            </a:r>
            <a:endParaRPr lang="en-US" altLang="zh-CN">
              <a:solidFill>
                <a:srgbClr val="FFFFCC"/>
              </a:solidFill>
              <a:effectLst>
                <a:outerShdw blurRad="38100" dist="38100" dir="2700000" algn="tl">
                  <a:srgbClr val="000000"/>
                </a:outerShdw>
              </a:effectLst>
            </a:endParaRPr>
          </a:p>
        </p:txBody>
      </p:sp>
      <p:sp>
        <p:nvSpPr>
          <p:cNvPr id="276487" name="AutoShape 7">
            <a:extLst>
              <a:ext uri="{FF2B5EF4-FFF2-40B4-BE49-F238E27FC236}">
                <a16:creationId xmlns:a16="http://schemas.microsoft.com/office/drawing/2014/main" id="{24182EA6-C207-67E8-37C0-C5FAC2ED464E}"/>
              </a:ext>
            </a:extLst>
          </p:cNvPr>
          <p:cNvSpPr>
            <a:spLocks noChangeArrowheads="1"/>
          </p:cNvSpPr>
          <p:nvPr/>
        </p:nvSpPr>
        <p:spPr bwMode="auto">
          <a:xfrm>
            <a:off x="4343400" y="762000"/>
            <a:ext cx="533400" cy="838200"/>
          </a:xfrm>
          <a:prstGeom prst="can">
            <a:avLst>
              <a:gd name="adj" fmla="val 39286"/>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25*</a:t>
            </a:r>
            <a:endParaRPr lang="en-US" altLang="zh-CN">
              <a:effectLst>
                <a:outerShdw blurRad="38100" dist="38100" dir="2700000" algn="tl">
                  <a:srgbClr val="C0C0C0"/>
                </a:outerShdw>
              </a:effectLst>
            </a:endParaRPr>
          </a:p>
        </p:txBody>
      </p:sp>
      <p:sp>
        <p:nvSpPr>
          <p:cNvPr id="276488" name="AutoShape 8">
            <a:extLst>
              <a:ext uri="{FF2B5EF4-FFF2-40B4-BE49-F238E27FC236}">
                <a16:creationId xmlns:a16="http://schemas.microsoft.com/office/drawing/2014/main" id="{E38DD4F7-1455-CDA8-D6B4-C29518076A32}"/>
              </a:ext>
            </a:extLst>
          </p:cNvPr>
          <p:cNvSpPr>
            <a:spLocks noChangeArrowheads="1"/>
          </p:cNvSpPr>
          <p:nvPr/>
        </p:nvSpPr>
        <p:spPr bwMode="auto">
          <a:xfrm>
            <a:off x="5105400" y="9144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76489" name="AutoShape 9">
            <a:extLst>
              <a:ext uri="{FF2B5EF4-FFF2-40B4-BE49-F238E27FC236}">
                <a16:creationId xmlns:a16="http://schemas.microsoft.com/office/drawing/2014/main" id="{B5224D6F-35E7-996D-78F3-4630E82DCCB4}"/>
              </a:ext>
            </a:extLst>
          </p:cNvPr>
          <p:cNvSpPr>
            <a:spLocks noChangeArrowheads="1"/>
          </p:cNvSpPr>
          <p:nvPr/>
        </p:nvSpPr>
        <p:spPr bwMode="auto">
          <a:xfrm>
            <a:off x="5867400" y="12192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19466" name="Text Box 10">
            <a:extLst>
              <a:ext uri="{FF2B5EF4-FFF2-40B4-BE49-F238E27FC236}">
                <a16:creationId xmlns:a16="http://schemas.microsoft.com/office/drawing/2014/main" id="{5550BF71-871F-A6F0-6509-13D887C5BA45}"/>
              </a:ext>
            </a:extLst>
          </p:cNvPr>
          <p:cNvSpPr txBox="1">
            <a:spLocks noChangeArrowheads="1"/>
          </p:cNvSpPr>
          <p:nvPr/>
        </p:nvSpPr>
        <p:spPr bwMode="auto">
          <a:xfrm>
            <a:off x="2178050" y="1676400"/>
            <a:ext cx="414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rgbClr val="FFFFCC"/>
                </a:solidFill>
                <a:latin typeface="Times New Roman" panose="02020603050405020304" pitchFamily="18" charset="0"/>
                <a:ea typeface="宋体" panose="02010600030101010101" pitchFamily="2" charset="-122"/>
              </a:rPr>
              <a:t>0        1        2        3        4        5</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19467" name="AutoShape 11" descr="白色大理石">
            <a:extLst>
              <a:ext uri="{FF2B5EF4-FFF2-40B4-BE49-F238E27FC236}">
                <a16:creationId xmlns:a16="http://schemas.microsoft.com/office/drawing/2014/main" id="{91CBF0E0-3D15-130A-408B-8160105A1F11}"/>
              </a:ext>
            </a:extLst>
          </p:cNvPr>
          <p:cNvSpPr>
            <a:spLocks noChangeArrowheads="1"/>
          </p:cNvSpPr>
          <p:nvPr/>
        </p:nvSpPr>
        <p:spPr bwMode="auto">
          <a:xfrm>
            <a:off x="914400" y="3276600"/>
            <a:ext cx="7848600" cy="457200"/>
          </a:xfrm>
          <a:prstGeom prst="parallelogram">
            <a:avLst>
              <a:gd name="adj" fmla="val 24844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19468" name="Text Box 12">
            <a:extLst>
              <a:ext uri="{FF2B5EF4-FFF2-40B4-BE49-F238E27FC236}">
                <a16:creationId xmlns:a16="http://schemas.microsoft.com/office/drawing/2014/main" id="{3C590E98-DD21-AED3-9FAE-3B6FB6A8A932}"/>
              </a:ext>
            </a:extLst>
          </p:cNvPr>
          <p:cNvSpPr txBox="1">
            <a:spLocks noChangeArrowheads="1"/>
          </p:cNvSpPr>
          <p:nvPr/>
        </p:nvSpPr>
        <p:spPr bwMode="auto">
          <a:xfrm>
            <a:off x="2178050" y="3733800"/>
            <a:ext cx="544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         </a:t>
            </a:r>
            <a:r>
              <a:rPr kumimoji="1" lang="en-US" altLang="zh-CN" sz="2400" b="1" i="1">
                <a:latin typeface="Times New Roman" panose="02020603050405020304" pitchFamily="18" charset="0"/>
                <a:ea typeface="宋体" panose="02010600030101010101" pitchFamily="2" charset="-122"/>
              </a:rPr>
              <a:t>temp</a:t>
            </a:r>
            <a:endParaRPr kumimoji="1" lang="en-US" altLang="zh-CN" sz="2400">
              <a:latin typeface="Times New Roman" panose="02020603050405020304" pitchFamily="18" charset="0"/>
              <a:ea typeface="宋体" panose="02010600030101010101" pitchFamily="2" charset="-122"/>
            </a:endParaRPr>
          </a:p>
        </p:txBody>
      </p:sp>
      <p:sp>
        <p:nvSpPr>
          <p:cNvPr id="276493" name="AutoShape 13">
            <a:extLst>
              <a:ext uri="{FF2B5EF4-FFF2-40B4-BE49-F238E27FC236}">
                <a16:creationId xmlns:a16="http://schemas.microsoft.com/office/drawing/2014/main" id="{A365A8AD-D852-2996-61AB-79C717B049DA}"/>
              </a:ext>
            </a:extLst>
          </p:cNvPr>
          <p:cNvSpPr>
            <a:spLocks noChangeArrowheads="1"/>
          </p:cNvSpPr>
          <p:nvPr/>
        </p:nvSpPr>
        <p:spPr bwMode="auto">
          <a:xfrm>
            <a:off x="2057400" y="28956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276494" name="AutoShape 14">
            <a:extLst>
              <a:ext uri="{FF2B5EF4-FFF2-40B4-BE49-F238E27FC236}">
                <a16:creationId xmlns:a16="http://schemas.microsoft.com/office/drawing/2014/main" id="{366DEF22-65E4-1FB7-AB2F-34052B54341F}"/>
              </a:ext>
            </a:extLst>
          </p:cNvPr>
          <p:cNvSpPr>
            <a:spLocks noChangeArrowheads="1"/>
          </p:cNvSpPr>
          <p:nvPr/>
        </p:nvSpPr>
        <p:spPr bwMode="auto">
          <a:xfrm>
            <a:off x="2819400" y="28194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276495" name="AutoShape 15">
            <a:extLst>
              <a:ext uri="{FF2B5EF4-FFF2-40B4-BE49-F238E27FC236}">
                <a16:creationId xmlns:a16="http://schemas.microsoft.com/office/drawing/2014/main" id="{F84F3941-A092-7CD3-7530-4B390B0DC80E}"/>
              </a:ext>
            </a:extLst>
          </p:cNvPr>
          <p:cNvSpPr>
            <a:spLocks noChangeArrowheads="1"/>
          </p:cNvSpPr>
          <p:nvPr/>
        </p:nvSpPr>
        <p:spPr bwMode="auto">
          <a:xfrm>
            <a:off x="4343400" y="2514600"/>
            <a:ext cx="533400" cy="1143000"/>
          </a:xfrm>
          <a:prstGeom prst="can">
            <a:avLst>
              <a:gd name="adj" fmla="val 53571"/>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49</a:t>
            </a:r>
            <a:endParaRPr lang="en-US" altLang="zh-CN">
              <a:solidFill>
                <a:srgbClr val="FFFFCC"/>
              </a:solidFill>
              <a:effectLst>
                <a:outerShdw blurRad="38100" dist="38100" dir="2700000" algn="tl">
                  <a:srgbClr val="000000"/>
                </a:outerShdw>
              </a:effectLst>
            </a:endParaRPr>
          </a:p>
        </p:txBody>
      </p:sp>
      <p:sp>
        <p:nvSpPr>
          <p:cNvPr id="276496" name="AutoShape 16">
            <a:extLst>
              <a:ext uri="{FF2B5EF4-FFF2-40B4-BE49-F238E27FC236}">
                <a16:creationId xmlns:a16="http://schemas.microsoft.com/office/drawing/2014/main" id="{3128C2AA-EBE1-B92D-6547-949BF370C274}"/>
              </a:ext>
            </a:extLst>
          </p:cNvPr>
          <p:cNvSpPr>
            <a:spLocks noChangeArrowheads="1"/>
          </p:cNvSpPr>
          <p:nvPr/>
        </p:nvSpPr>
        <p:spPr bwMode="auto">
          <a:xfrm>
            <a:off x="3581400" y="28194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276497" name="AutoShape 17">
            <a:extLst>
              <a:ext uri="{FF2B5EF4-FFF2-40B4-BE49-F238E27FC236}">
                <a16:creationId xmlns:a16="http://schemas.microsoft.com/office/drawing/2014/main" id="{CD2CD4B4-0D38-4774-E448-6D54CDF2306A}"/>
              </a:ext>
            </a:extLst>
          </p:cNvPr>
          <p:cNvSpPr>
            <a:spLocks noChangeArrowheads="1"/>
          </p:cNvSpPr>
          <p:nvPr/>
        </p:nvSpPr>
        <p:spPr bwMode="auto">
          <a:xfrm>
            <a:off x="5105400" y="2971800"/>
            <a:ext cx="533400" cy="685800"/>
          </a:xfrm>
          <a:prstGeom prst="can">
            <a:avLst>
              <a:gd name="adj" fmla="val 32143"/>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16</a:t>
            </a:r>
            <a:endParaRPr lang="en-US" altLang="zh-CN">
              <a:effectLst>
                <a:outerShdw blurRad="38100" dist="38100" dir="2700000" algn="tl">
                  <a:srgbClr val="C0C0C0"/>
                </a:outerShdw>
              </a:effectLst>
            </a:endParaRPr>
          </a:p>
        </p:txBody>
      </p:sp>
      <p:sp>
        <p:nvSpPr>
          <p:cNvPr id="276498" name="AutoShape 18">
            <a:extLst>
              <a:ext uri="{FF2B5EF4-FFF2-40B4-BE49-F238E27FC236}">
                <a16:creationId xmlns:a16="http://schemas.microsoft.com/office/drawing/2014/main" id="{E06EED60-1EB7-C088-A16C-6FC7699F53F4}"/>
              </a:ext>
            </a:extLst>
          </p:cNvPr>
          <p:cNvSpPr>
            <a:spLocks noChangeArrowheads="1"/>
          </p:cNvSpPr>
          <p:nvPr/>
        </p:nvSpPr>
        <p:spPr bwMode="auto">
          <a:xfrm>
            <a:off x="5867400" y="32766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276499" name="Text Box 19">
            <a:extLst>
              <a:ext uri="{FF2B5EF4-FFF2-40B4-BE49-F238E27FC236}">
                <a16:creationId xmlns:a16="http://schemas.microsoft.com/office/drawing/2014/main" id="{66AB92A2-CD29-D758-38B6-65DDB738227E}"/>
              </a:ext>
            </a:extLst>
          </p:cNvPr>
          <p:cNvSpPr txBox="1">
            <a:spLocks noChangeArrowheads="1"/>
          </p:cNvSpPr>
          <p:nvPr/>
        </p:nvSpPr>
        <p:spPr bwMode="auto">
          <a:xfrm>
            <a:off x="228600" y="3124200"/>
            <a:ext cx="935038" cy="579438"/>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3200" b="1">
                <a:solidFill>
                  <a:schemeClr val="hlink"/>
                </a:solidFill>
                <a:effectLst>
                  <a:outerShdw blurRad="38100" dist="38100" dir="2700000" algn="tl">
                    <a:srgbClr val="C0C0C0"/>
                  </a:outerShdw>
                </a:effectLst>
              </a:rPr>
              <a:t>= 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9476" name="Text Box 20">
            <a:extLst>
              <a:ext uri="{FF2B5EF4-FFF2-40B4-BE49-F238E27FC236}">
                <a16:creationId xmlns:a16="http://schemas.microsoft.com/office/drawing/2014/main" id="{478BE5FC-DFA8-22AA-C2D5-BC637C7EC82F}"/>
              </a:ext>
            </a:extLst>
          </p:cNvPr>
          <p:cNvSpPr txBox="1">
            <a:spLocks noChangeArrowheads="1"/>
          </p:cNvSpPr>
          <p:nvPr/>
        </p:nvSpPr>
        <p:spPr bwMode="auto">
          <a:xfrm>
            <a:off x="2179638" y="5791200"/>
            <a:ext cx="544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         </a:t>
            </a:r>
            <a:r>
              <a:rPr kumimoji="1" lang="en-US" altLang="zh-CN" sz="2400" b="1" i="1">
                <a:latin typeface="Times New Roman" panose="02020603050405020304" pitchFamily="18" charset="0"/>
                <a:ea typeface="宋体" panose="02010600030101010101" pitchFamily="2" charset="-122"/>
              </a:rPr>
              <a:t>temp</a:t>
            </a:r>
            <a:endParaRPr kumimoji="1" lang="en-US" altLang="zh-CN" sz="2400">
              <a:latin typeface="Times New Roman" panose="02020603050405020304" pitchFamily="18" charset="0"/>
              <a:ea typeface="宋体" panose="02010600030101010101" pitchFamily="2" charset="-122"/>
            </a:endParaRPr>
          </a:p>
        </p:txBody>
      </p:sp>
      <p:sp>
        <p:nvSpPr>
          <p:cNvPr id="19477" name="AutoShape 21" descr="白色大理石">
            <a:extLst>
              <a:ext uri="{FF2B5EF4-FFF2-40B4-BE49-F238E27FC236}">
                <a16:creationId xmlns:a16="http://schemas.microsoft.com/office/drawing/2014/main" id="{00CE8375-B167-EFDF-4243-5174EE549851}"/>
              </a:ext>
            </a:extLst>
          </p:cNvPr>
          <p:cNvSpPr>
            <a:spLocks noChangeArrowheads="1"/>
          </p:cNvSpPr>
          <p:nvPr/>
        </p:nvSpPr>
        <p:spPr bwMode="auto">
          <a:xfrm>
            <a:off x="914400" y="5334000"/>
            <a:ext cx="7848600" cy="457200"/>
          </a:xfrm>
          <a:prstGeom prst="parallelogram">
            <a:avLst>
              <a:gd name="adj" fmla="val 24844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76502" name="AutoShape 22">
            <a:extLst>
              <a:ext uri="{FF2B5EF4-FFF2-40B4-BE49-F238E27FC236}">
                <a16:creationId xmlns:a16="http://schemas.microsoft.com/office/drawing/2014/main" id="{F210075C-9892-02DE-4F9D-817AE4DE7439}"/>
              </a:ext>
            </a:extLst>
          </p:cNvPr>
          <p:cNvSpPr>
            <a:spLocks noChangeArrowheads="1"/>
          </p:cNvSpPr>
          <p:nvPr/>
        </p:nvSpPr>
        <p:spPr bwMode="auto">
          <a:xfrm>
            <a:off x="2819400" y="49530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276503" name="AutoShape 23">
            <a:extLst>
              <a:ext uri="{FF2B5EF4-FFF2-40B4-BE49-F238E27FC236}">
                <a16:creationId xmlns:a16="http://schemas.microsoft.com/office/drawing/2014/main" id="{22DBA74C-F57F-2200-6145-33F3A8945AE5}"/>
              </a:ext>
            </a:extLst>
          </p:cNvPr>
          <p:cNvSpPr>
            <a:spLocks noChangeArrowheads="1"/>
          </p:cNvSpPr>
          <p:nvPr/>
        </p:nvSpPr>
        <p:spPr bwMode="auto">
          <a:xfrm>
            <a:off x="3581400" y="48768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b="1">
              <a:solidFill>
                <a:srgbClr val="FFFFCC"/>
              </a:solidFill>
              <a:effectLst>
                <a:outerShdw blurRad="38100" dist="38100" dir="2700000" algn="tl">
                  <a:srgbClr val="000000"/>
                </a:outerShdw>
              </a:effectLst>
            </a:endParaRPr>
          </a:p>
        </p:txBody>
      </p:sp>
      <p:sp>
        <p:nvSpPr>
          <p:cNvPr id="276504" name="AutoShape 24">
            <a:extLst>
              <a:ext uri="{FF2B5EF4-FFF2-40B4-BE49-F238E27FC236}">
                <a16:creationId xmlns:a16="http://schemas.microsoft.com/office/drawing/2014/main" id="{6FA98E30-4567-1032-7709-9B30AC559037}"/>
              </a:ext>
            </a:extLst>
          </p:cNvPr>
          <p:cNvSpPr>
            <a:spLocks noChangeArrowheads="1"/>
          </p:cNvSpPr>
          <p:nvPr/>
        </p:nvSpPr>
        <p:spPr bwMode="auto">
          <a:xfrm>
            <a:off x="5105400" y="4572000"/>
            <a:ext cx="533400" cy="1143000"/>
          </a:xfrm>
          <a:prstGeom prst="can">
            <a:avLst>
              <a:gd name="adj" fmla="val 53571"/>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49</a:t>
            </a:r>
            <a:endParaRPr lang="en-US" altLang="zh-CN">
              <a:solidFill>
                <a:srgbClr val="FFFFCC"/>
              </a:solidFill>
              <a:effectLst>
                <a:outerShdw blurRad="38100" dist="38100" dir="2700000" algn="tl">
                  <a:srgbClr val="000000"/>
                </a:outerShdw>
              </a:effectLst>
            </a:endParaRPr>
          </a:p>
        </p:txBody>
      </p:sp>
      <p:sp>
        <p:nvSpPr>
          <p:cNvPr id="276505" name="AutoShape 25">
            <a:extLst>
              <a:ext uri="{FF2B5EF4-FFF2-40B4-BE49-F238E27FC236}">
                <a16:creationId xmlns:a16="http://schemas.microsoft.com/office/drawing/2014/main" id="{305C80B5-0C65-5C88-32B9-86C083EF7B26}"/>
              </a:ext>
            </a:extLst>
          </p:cNvPr>
          <p:cNvSpPr>
            <a:spLocks noChangeArrowheads="1"/>
          </p:cNvSpPr>
          <p:nvPr/>
        </p:nvSpPr>
        <p:spPr bwMode="auto">
          <a:xfrm>
            <a:off x="4343400" y="48768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276506" name="AutoShape 26">
            <a:extLst>
              <a:ext uri="{FF2B5EF4-FFF2-40B4-BE49-F238E27FC236}">
                <a16:creationId xmlns:a16="http://schemas.microsoft.com/office/drawing/2014/main" id="{8F135F34-B233-9374-1F69-948BBFE57B9E}"/>
              </a:ext>
            </a:extLst>
          </p:cNvPr>
          <p:cNvSpPr>
            <a:spLocks noChangeArrowheads="1"/>
          </p:cNvSpPr>
          <p:nvPr/>
        </p:nvSpPr>
        <p:spPr bwMode="auto">
          <a:xfrm>
            <a:off x="2057400" y="5029200"/>
            <a:ext cx="533400" cy="685800"/>
          </a:xfrm>
          <a:prstGeom prst="can">
            <a:avLst>
              <a:gd name="adj" fmla="val 32143"/>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16</a:t>
            </a:r>
            <a:endParaRPr lang="en-US" altLang="zh-CN">
              <a:solidFill>
                <a:srgbClr val="FFFFCC"/>
              </a:solidFill>
              <a:effectLst>
                <a:outerShdw blurRad="38100" dist="38100" dir="2700000" algn="tl">
                  <a:srgbClr val="000000"/>
                </a:outerShdw>
              </a:effectLst>
            </a:endParaRPr>
          </a:p>
        </p:txBody>
      </p:sp>
      <p:sp>
        <p:nvSpPr>
          <p:cNvPr id="276507" name="AutoShape 27">
            <a:extLst>
              <a:ext uri="{FF2B5EF4-FFF2-40B4-BE49-F238E27FC236}">
                <a16:creationId xmlns:a16="http://schemas.microsoft.com/office/drawing/2014/main" id="{D4A829C4-2483-94F0-B254-802C50CA0B72}"/>
              </a:ext>
            </a:extLst>
          </p:cNvPr>
          <p:cNvSpPr>
            <a:spLocks noChangeArrowheads="1"/>
          </p:cNvSpPr>
          <p:nvPr/>
        </p:nvSpPr>
        <p:spPr bwMode="auto">
          <a:xfrm>
            <a:off x="5867400" y="5334000"/>
            <a:ext cx="533400" cy="381000"/>
          </a:xfrm>
          <a:prstGeom prst="can">
            <a:avLst>
              <a:gd name="adj" fmla="val 25000"/>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08</a:t>
            </a:r>
            <a:endParaRPr lang="en-US" altLang="zh-CN">
              <a:effectLst>
                <a:outerShdw blurRad="38100" dist="38100" dir="2700000" algn="tl">
                  <a:srgbClr val="C0C0C0"/>
                </a:outerShdw>
              </a:effectLst>
            </a:endParaRPr>
          </a:p>
        </p:txBody>
      </p:sp>
      <p:sp>
        <p:nvSpPr>
          <p:cNvPr id="276508" name="Text Box 28">
            <a:extLst>
              <a:ext uri="{FF2B5EF4-FFF2-40B4-BE49-F238E27FC236}">
                <a16:creationId xmlns:a16="http://schemas.microsoft.com/office/drawing/2014/main" id="{19D20C6E-69C0-83A7-40AD-C36AA2801ED7}"/>
              </a:ext>
            </a:extLst>
          </p:cNvPr>
          <p:cNvSpPr txBox="1">
            <a:spLocks noChangeArrowheads="1"/>
          </p:cNvSpPr>
          <p:nvPr/>
        </p:nvSpPr>
        <p:spPr bwMode="auto">
          <a:xfrm>
            <a:off x="228600" y="5135563"/>
            <a:ext cx="935038" cy="579437"/>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3200" b="1">
                <a:solidFill>
                  <a:schemeClr val="hlink"/>
                </a:solidFill>
                <a:effectLst>
                  <a:outerShdw blurRad="38100" dist="38100" dir="2700000" algn="tl">
                    <a:srgbClr val="C0C0C0"/>
                  </a:outerShdw>
                </a:effectLst>
              </a:rPr>
              <a:t>= 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9485" name="Line 29">
            <a:extLst>
              <a:ext uri="{FF2B5EF4-FFF2-40B4-BE49-F238E27FC236}">
                <a16:creationId xmlns:a16="http://schemas.microsoft.com/office/drawing/2014/main" id="{C102CC67-265F-D3F5-3BB3-50F93F48A0F8}"/>
              </a:ext>
            </a:extLst>
          </p:cNvPr>
          <p:cNvSpPr>
            <a:spLocks noChangeShapeType="1"/>
          </p:cNvSpPr>
          <p:nvPr/>
        </p:nvSpPr>
        <p:spPr bwMode="auto">
          <a:xfrm>
            <a:off x="5410200" y="4191000"/>
            <a:ext cx="1676400" cy="0"/>
          </a:xfrm>
          <a:prstGeom prst="line">
            <a:avLst/>
          </a:prstGeom>
          <a:noFill/>
          <a:ln w="19050">
            <a:solidFill>
              <a:srgbClr val="00808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6" name="Line 30">
            <a:extLst>
              <a:ext uri="{FF2B5EF4-FFF2-40B4-BE49-F238E27FC236}">
                <a16:creationId xmlns:a16="http://schemas.microsoft.com/office/drawing/2014/main" id="{A9109246-B782-1A52-D3F7-10AFD0FB8AB6}"/>
              </a:ext>
            </a:extLst>
          </p:cNvPr>
          <p:cNvSpPr>
            <a:spLocks noChangeShapeType="1"/>
          </p:cNvSpPr>
          <p:nvPr/>
        </p:nvSpPr>
        <p:spPr bwMode="auto">
          <a:xfrm>
            <a:off x="6096000" y="6248400"/>
            <a:ext cx="990600" cy="0"/>
          </a:xfrm>
          <a:prstGeom prst="line">
            <a:avLst/>
          </a:prstGeom>
          <a:noFill/>
          <a:ln w="19050">
            <a:solidFill>
              <a:srgbClr val="00808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7" name="Line 31">
            <a:extLst>
              <a:ext uri="{FF2B5EF4-FFF2-40B4-BE49-F238E27FC236}">
                <a16:creationId xmlns:a16="http://schemas.microsoft.com/office/drawing/2014/main" id="{03723CB4-571A-98AD-EA0E-3036FFBCF84B}"/>
              </a:ext>
            </a:extLst>
          </p:cNvPr>
          <p:cNvSpPr>
            <a:spLocks noChangeShapeType="1"/>
          </p:cNvSpPr>
          <p:nvPr/>
        </p:nvSpPr>
        <p:spPr bwMode="auto">
          <a:xfrm flipH="1">
            <a:off x="2286000" y="4343400"/>
            <a:ext cx="4800600" cy="0"/>
          </a:xfrm>
          <a:prstGeom prst="line">
            <a:avLst/>
          </a:prstGeom>
          <a:noFill/>
          <a:ln w="1905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8" name="Line 32">
            <a:extLst>
              <a:ext uri="{FF2B5EF4-FFF2-40B4-BE49-F238E27FC236}">
                <a16:creationId xmlns:a16="http://schemas.microsoft.com/office/drawing/2014/main" id="{B0ABD99E-A397-A155-6437-B36BF836B5DD}"/>
              </a:ext>
            </a:extLst>
          </p:cNvPr>
          <p:cNvSpPr>
            <a:spLocks noChangeShapeType="1"/>
          </p:cNvSpPr>
          <p:nvPr/>
        </p:nvSpPr>
        <p:spPr bwMode="auto">
          <a:xfrm flipH="1">
            <a:off x="2362200" y="6400800"/>
            <a:ext cx="4724400" cy="0"/>
          </a:xfrm>
          <a:prstGeom prst="line">
            <a:avLst/>
          </a:prstGeom>
          <a:noFill/>
          <a:ln w="1905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13" name="Text Box 33">
            <a:extLst>
              <a:ext uri="{FF2B5EF4-FFF2-40B4-BE49-F238E27FC236}">
                <a16:creationId xmlns:a16="http://schemas.microsoft.com/office/drawing/2014/main" id="{0DAE1D07-E63F-EC2D-8C99-F6828ED76FC0}"/>
              </a:ext>
            </a:extLst>
          </p:cNvPr>
          <p:cNvSpPr txBox="1">
            <a:spLocks noChangeArrowheads="1"/>
          </p:cNvSpPr>
          <p:nvPr/>
        </p:nvSpPr>
        <p:spPr bwMode="auto">
          <a:xfrm>
            <a:off x="228600" y="1096963"/>
            <a:ext cx="935038" cy="579437"/>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3200" b="1">
                <a:solidFill>
                  <a:schemeClr val="hlink"/>
                </a:solidFill>
                <a:effectLst>
                  <a:outerShdw blurRad="38100" dist="38100" dir="2700000" algn="tl">
                    <a:srgbClr val="C0C0C0"/>
                  </a:outerShdw>
                </a:effectLst>
              </a:rPr>
              <a:t>= 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276514" name="AutoShape 34">
            <a:extLst>
              <a:ext uri="{FF2B5EF4-FFF2-40B4-BE49-F238E27FC236}">
                <a16:creationId xmlns:a16="http://schemas.microsoft.com/office/drawing/2014/main" id="{CBF32D9C-0B17-158C-9FEE-F8697187BE7B}"/>
              </a:ext>
            </a:extLst>
          </p:cNvPr>
          <p:cNvSpPr>
            <a:spLocks noChangeArrowheads="1"/>
          </p:cNvSpPr>
          <p:nvPr/>
        </p:nvSpPr>
        <p:spPr bwMode="auto">
          <a:xfrm>
            <a:off x="69342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19491" name="Line 35">
            <a:extLst>
              <a:ext uri="{FF2B5EF4-FFF2-40B4-BE49-F238E27FC236}">
                <a16:creationId xmlns:a16="http://schemas.microsoft.com/office/drawing/2014/main" id="{D2F07BB1-974C-F90E-7ADF-20963D7574F2}"/>
              </a:ext>
            </a:extLst>
          </p:cNvPr>
          <p:cNvSpPr>
            <a:spLocks noChangeShapeType="1"/>
          </p:cNvSpPr>
          <p:nvPr/>
        </p:nvSpPr>
        <p:spPr bwMode="auto">
          <a:xfrm>
            <a:off x="4572000" y="2133600"/>
            <a:ext cx="2667000" cy="0"/>
          </a:xfrm>
          <a:prstGeom prst="line">
            <a:avLst/>
          </a:prstGeom>
          <a:noFill/>
          <a:ln w="19050">
            <a:solidFill>
              <a:srgbClr val="00808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2" name="Line 36">
            <a:extLst>
              <a:ext uri="{FF2B5EF4-FFF2-40B4-BE49-F238E27FC236}">
                <a16:creationId xmlns:a16="http://schemas.microsoft.com/office/drawing/2014/main" id="{CE8E8F2B-196E-DD7C-D929-23D8758A169A}"/>
              </a:ext>
            </a:extLst>
          </p:cNvPr>
          <p:cNvSpPr>
            <a:spLocks noChangeShapeType="1"/>
          </p:cNvSpPr>
          <p:nvPr/>
        </p:nvSpPr>
        <p:spPr bwMode="auto">
          <a:xfrm flipH="1">
            <a:off x="3886200" y="2286000"/>
            <a:ext cx="3276600" cy="0"/>
          </a:xfrm>
          <a:prstGeom prst="line">
            <a:avLst/>
          </a:prstGeom>
          <a:noFill/>
          <a:ln w="1905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3" name="Line 37">
            <a:extLst>
              <a:ext uri="{FF2B5EF4-FFF2-40B4-BE49-F238E27FC236}">
                <a16:creationId xmlns:a16="http://schemas.microsoft.com/office/drawing/2014/main" id="{467A3E72-B534-0B04-F314-9A8B8D4F6A3D}"/>
              </a:ext>
            </a:extLst>
          </p:cNvPr>
          <p:cNvSpPr>
            <a:spLocks noChangeShapeType="1"/>
          </p:cNvSpPr>
          <p:nvPr/>
        </p:nvSpPr>
        <p:spPr bwMode="auto">
          <a:xfrm>
            <a:off x="3886200" y="2209800"/>
            <a:ext cx="7620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18" name="AutoShape 38">
            <a:extLst>
              <a:ext uri="{FF2B5EF4-FFF2-40B4-BE49-F238E27FC236}">
                <a16:creationId xmlns:a16="http://schemas.microsoft.com/office/drawing/2014/main" id="{1B045044-9436-9577-97BC-064B8420A6AD}"/>
              </a:ext>
            </a:extLst>
          </p:cNvPr>
          <p:cNvSpPr>
            <a:spLocks noChangeArrowheads="1"/>
          </p:cNvSpPr>
          <p:nvPr/>
        </p:nvSpPr>
        <p:spPr bwMode="auto">
          <a:xfrm>
            <a:off x="6934200" y="29718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19495" name="Line 39">
            <a:extLst>
              <a:ext uri="{FF2B5EF4-FFF2-40B4-BE49-F238E27FC236}">
                <a16:creationId xmlns:a16="http://schemas.microsoft.com/office/drawing/2014/main" id="{8E428A2C-5566-891D-8C58-F065EBE11CFF}"/>
              </a:ext>
            </a:extLst>
          </p:cNvPr>
          <p:cNvSpPr>
            <a:spLocks noChangeShapeType="1"/>
          </p:cNvSpPr>
          <p:nvPr/>
        </p:nvSpPr>
        <p:spPr bwMode="auto">
          <a:xfrm>
            <a:off x="4724400" y="4267200"/>
            <a:ext cx="6858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6" name="Line 40">
            <a:extLst>
              <a:ext uri="{FF2B5EF4-FFF2-40B4-BE49-F238E27FC236}">
                <a16:creationId xmlns:a16="http://schemas.microsoft.com/office/drawing/2014/main" id="{79FC0127-D738-4A6B-659C-D07FB1B39885}"/>
              </a:ext>
            </a:extLst>
          </p:cNvPr>
          <p:cNvSpPr>
            <a:spLocks noChangeShapeType="1"/>
          </p:cNvSpPr>
          <p:nvPr/>
        </p:nvSpPr>
        <p:spPr bwMode="auto">
          <a:xfrm>
            <a:off x="3886200" y="4267200"/>
            <a:ext cx="7620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7" name="Line 41">
            <a:extLst>
              <a:ext uri="{FF2B5EF4-FFF2-40B4-BE49-F238E27FC236}">
                <a16:creationId xmlns:a16="http://schemas.microsoft.com/office/drawing/2014/main" id="{E955CD3E-179F-65DB-F7F1-8FF0900A588B}"/>
              </a:ext>
            </a:extLst>
          </p:cNvPr>
          <p:cNvSpPr>
            <a:spLocks noChangeShapeType="1"/>
          </p:cNvSpPr>
          <p:nvPr/>
        </p:nvSpPr>
        <p:spPr bwMode="auto">
          <a:xfrm>
            <a:off x="3124200" y="4267200"/>
            <a:ext cx="6858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8" name="Line 42">
            <a:extLst>
              <a:ext uri="{FF2B5EF4-FFF2-40B4-BE49-F238E27FC236}">
                <a16:creationId xmlns:a16="http://schemas.microsoft.com/office/drawing/2014/main" id="{7D71FD4C-C89D-8F9A-7B53-95FD73CCE91D}"/>
              </a:ext>
            </a:extLst>
          </p:cNvPr>
          <p:cNvSpPr>
            <a:spLocks noChangeShapeType="1"/>
          </p:cNvSpPr>
          <p:nvPr/>
        </p:nvSpPr>
        <p:spPr bwMode="auto">
          <a:xfrm>
            <a:off x="2286000" y="4267200"/>
            <a:ext cx="7620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23" name="AutoShape 43">
            <a:extLst>
              <a:ext uri="{FF2B5EF4-FFF2-40B4-BE49-F238E27FC236}">
                <a16:creationId xmlns:a16="http://schemas.microsoft.com/office/drawing/2014/main" id="{E9851B56-DEF1-80F5-83AB-EECF2C24F799}"/>
              </a:ext>
            </a:extLst>
          </p:cNvPr>
          <p:cNvSpPr>
            <a:spLocks noChangeArrowheads="1"/>
          </p:cNvSpPr>
          <p:nvPr/>
        </p:nvSpPr>
        <p:spPr bwMode="auto">
          <a:xfrm>
            <a:off x="6934200" y="53340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19500" name="Line 44">
            <a:extLst>
              <a:ext uri="{FF2B5EF4-FFF2-40B4-BE49-F238E27FC236}">
                <a16:creationId xmlns:a16="http://schemas.microsoft.com/office/drawing/2014/main" id="{230E9F2D-1EB9-8271-8699-CF04865AF5DE}"/>
              </a:ext>
            </a:extLst>
          </p:cNvPr>
          <p:cNvSpPr>
            <a:spLocks noChangeShapeType="1"/>
          </p:cNvSpPr>
          <p:nvPr/>
        </p:nvSpPr>
        <p:spPr bwMode="auto">
          <a:xfrm>
            <a:off x="5410200" y="6324600"/>
            <a:ext cx="6858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1" name="Line 45">
            <a:extLst>
              <a:ext uri="{FF2B5EF4-FFF2-40B4-BE49-F238E27FC236}">
                <a16:creationId xmlns:a16="http://schemas.microsoft.com/office/drawing/2014/main" id="{53C1F400-0E0F-24FF-358C-9EB0D3138B0A}"/>
              </a:ext>
            </a:extLst>
          </p:cNvPr>
          <p:cNvSpPr>
            <a:spLocks noChangeShapeType="1"/>
          </p:cNvSpPr>
          <p:nvPr/>
        </p:nvSpPr>
        <p:spPr bwMode="auto">
          <a:xfrm>
            <a:off x="4648200" y="6324600"/>
            <a:ext cx="6858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2" name="Line 46">
            <a:extLst>
              <a:ext uri="{FF2B5EF4-FFF2-40B4-BE49-F238E27FC236}">
                <a16:creationId xmlns:a16="http://schemas.microsoft.com/office/drawing/2014/main" id="{E2A66F80-BC4E-DE72-BCD4-37E0949CC58A}"/>
              </a:ext>
            </a:extLst>
          </p:cNvPr>
          <p:cNvSpPr>
            <a:spLocks noChangeShapeType="1"/>
          </p:cNvSpPr>
          <p:nvPr/>
        </p:nvSpPr>
        <p:spPr bwMode="auto">
          <a:xfrm>
            <a:off x="3886200" y="6324600"/>
            <a:ext cx="6858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3" name="Line 47">
            <a:extLst>
              <a:ext uri="{FF2B5EF4-FFF2-40B4-BE49-F238E27FC236}">
                <a16:creationId xmlns:a16="http://schemas.microsoft.com/office/drawing/2014/main" id="{26CEE2CB-7060-7046-FB86-FB3D900DB35D}"/>
              </a:ext>
            </a:extLst>
          </p:cNvPr>
          <p:cNvSpPr>
            <a:spLocks noChangeShapeType="1"/>
          </p:cNvSpPr>
          <p:nvPr/>
        </p:nvSpPr>
        <p:spPr bwMode="auto">
          <a:xfrm>
            <a:off x="3124200" y="6324600"/>
            <a:ext cx="6858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4" name="Line 48">
            <a:extLst>
              <a:ext uri="{FF2B5EF4-FFF2-40B4-BE49-F238E27FC236}">
                <a16:creationId xmlns:a16="http://schemas.microsoft.com/office/drawing/2014/main" id="{148D13B2-FBDC-F843-BAA3-5F89751D4046}"/>
              </a:ext>
            </a:extLst>
          </p:cNvPr>
          <p:cNvSpPr>
            <a:spLocks noChangeShapeType="1"/>
          </p:cNvSpPr>
          <p:nvPr/>
        </p:nvSpPr>
        <p:spPr bwMode="auto">
          <a:xfrm>
            <a:off x="2362200" y="6324600"/>
            <a:ext cx="6858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26F1BD2C-68BB-259E-D2B7-65461D5C6CB9}"/>
              </a:ext>
            </a:extLst>
          </p:cNvPr>
          <p:cNvSpPr>
            <a:spLocks noGrp="1"/>
          </p:cNvSpPr>
          <p:nvPr>
            <p:ph type="sldNum" sz="quarter" idx="12"/>
          </p:nvPr>
        </p:nvSpPr>
        <p:spPr/>
        <p:txBody>
          <a:bodyPr/>
          <a:lstStyle/>
          <a:p>
            <a:pPr>
              <a:defRPr/>
            </a:pPr>
            <a:fld id="{04E4ECFC-90A4-46B6-B7C1-F55F5037C096}" type="slidenum">
              <a:rPr lang="en-US" altLang="zh-CN" smtClean="0"/>
              <a:pPr>
                <a:defRPr/>
              </a:pPr>
              <a:t>13</a:t>
            </a:fld>
            <a:endParaRPr lang="en-US" altLang="zh-CN"/>
          </a:p>
        </p:txBody>
      </p:sp>
    </p:spTree>
  </p:cSld>
  <p:clrMapOvr>
    <a:masterClrMapping/>
  </p:clrMapOvr>
  <p:transition>
    <p:spli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descr="白色大理石">
            <a:extLst>
              <a:ext uri="{FF2B5EF4-FFF2-40B4-BE49-F238E27FC236}">
                <a16:creationId xmlns:a16="http://schemas.microsoft.com/office/drawing/2014/main" id="{A5A35C30-E090-1F10-7A04-5F8FB7544B73}"/>
              </a:ext>
            </a:extLst>
          </p:cNvPr>
          <p:cNvSpPr>
            <a:spLocks noChangeArrowheads="1"/>
          </p:cNvSpPr>
          <p:nvPr/>
        </p:nvSpPr>
        <p:spPr bwMode="auto">
          <a:xfrm>
            <a:off x="914400" y="3581400"/>
            <a:ext cx="7848600" cy="457200"/>
          </a:xfrm>
          <a:prstGeom prst="parallelogram">
            <a:avLst>
              <a:gd name="adj" fmla="val 24844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77507" name="AutoShape 3">
            <a:extLst>
              <a:ext uri="{FF2B5EF4-FFF2-40B4-BE49-F238E27FC236}">
                <a16:creationId xmlns:a16="http://schemas.microsoft.com/office/drawing/2014/main" id="{A81C6A26-F5C4-D3D9-F937-EEE62F170050}"/>
              </a:ext>
            </a:extLst>
          </p:cNvPr>
          <p:cNvSpPr>
            <a:spLocks noChangeArrowheads="1"/>
          </p:cNvSpPr>
          <p:nvPr/>
        </p:nvSpPr>
        <p:spPr bwMode="auto">
          <a:xfrm>
            <a:off x="5105400" y="3276600"/>
            <a:ext cx="533400" cy="685800"/>
          </a:xfrm>
          <a:prstGeom prst="can">
            <a:avLst>
              <a:gd name="adj" fmla="val 32143"/>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16</a:t>
            </a:r>
            <a:endParaRPr lang="en-US" altLang="zh-CN">
              <a:effectLst>
                <a:outerShdw blurRad="38100" dist="38100" dir="2700000" algn="tl">
                  <a:srgbClr val="C0C0C0"/>
                </a:outerShdw>
              </a:effectLst>
            </a:endParaRPr>
          </a:p>
        </p:txBody>
      </p:sp>
      <p:sp>
        <p:nvSpPr>
          <p:cNvPr id="20484" name="AutoShape 4" descr="白色大理石">
            <a:extLst>
              <a:ext uri="{FF2B5EF4-FFF2-40B4-BE49-F238E27FC236}">
                <a16:creationId xmlns:a16="http://schemas.microsoft.com/office/drawing/2014/main" id="{C6FAD20C-ABBD-892B-03CB-D2772AE9218C}"/>
              </a:ext>
            </a:extLst>
          </p:cNvPr>
          <p:cNvSpPr>
            <a:spLocks noChangeArrowheads="1"/>
          </p:cNvSpPr>
          <p:nvPr/>
        </p:nvSpPr>
        <p:spPr bwMode="auto">
          <a:xfrm>
            <a:off x="914400" y="5410200"/>
            <a:ext cx="7848600" cy="457200"/>
          </a:xfrm>
          <a:prstGeom prst="parallelogram">
            <a:avLst>
              <a:gd name="adj" fmla="val 24844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77509" name="AutoShape 5">
            <a:extLst>
              <a:ext uri="{FF2B5EF4-FFF2-40B4-BE49-F238E27FC236}">
                <a16:creationId xmlns:a16="http://schemas.microsoft.com/office/drawing/2014/main" id="{586DDA05-8D4B-8FDA-BF58-075F351A2167}"/>
              </a:ext>
            </a:extLst>
          </p:cNvPr>
          <p:cNvSpPr>
            <a:spLocks noChangeArrowheads="1"/>
          </p:cNvSpPr>
          <p:nvPr/>
        </p:nvSpPr>
        <p:spPr bwMode="auto">
          <a:xfrm>
            <a:off x="4343400" y="4648200"/>
            <a:ext cx="533400" cy="1143000"/>
          </a:xfrm>
          <a:prstGeom prst="can">
            <a:avLst>
              <a:gd name="adj" fmla="val 53571"/>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49</a:t>
            </a:r>
            <a:endParaRPr lang="en-US" altLang="zh-CN">
              <a:effectLst>
                <a:outerShdw blurRad="38100" dist="38100" dir="2700000" algn="tl">
                  <a:srgbClr val="C0C0C0"/>
                </a:outerShdw>
              </a:effectLst>
            </a:endParaRPr>
          </a:p>
        </p:txBody>
      </p:sp>
      <p:sp>
        <p:nvSpPr>
          <p:cNvPr id="277510" name="AutoShape 6">
            <a:extLst>
              <a:ext uri="{FF2B5EF4-FFF2-40B4-BE49-F238E27FC236}">
                <a16:creationId xmlns:a16="http://schemas.microsoft.com/office/drawing/2014/main" id="{4AE8111C-5F60-9872-0E01-93FCDB9D9D64}"/>
              </a:ext>
            </a:extLst>
          </p:cNvPr>
          <p:cNvSpPr>
            <a:spLocks noChangeArrowheads="1"/>
          </p:cNvSpPr>
          <p:nvPr/>
        </p:nvSpPr>
        <p:spPr bwMode="auto">
          <a:xfrm>
            <a:off x="3962400" y="48006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77511" name="AutoShape 7">
            <a:extLst>
              <a:ext uri="{FF2B5EF4-FFF2-40B4-BE49-F238E27FC236}">
                <a16:creationId xmlns:a16="http://schemas.microsoft.com/office/drawing/2014/main" id="{9C5A93A2-EF0D-1BD6-EA89-905498D7F727}"/>
              </a:ext>
            </a:extLst>
          </p:cNvPr>
          <p:cNvSpPr>
            <a:spLocks noChangeArrowheads="1"/>
          </p:cNvSpPr>
          <p:nvPr/>
        </p:nvSpPr>
        <p:spPr bwMode="auto">
          <a:xfrm>
            <a:off x="4724400" y="28956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0488" name="AutoShape 8" descr="白色大理石">
            <a:extLst>
              <a:ext uri="{FF2B5EF4-FFF2-40B4-BE49-F238E27FC236}">
                <a16:creationId xmlns:a16="http://schemas.microsoft.com/office/drawing/2014/main" id="{DF95E88B-581C-FB91-CDBB-229DCCD2EE49}"/>
              </a:ext>
            </a:extLst>
          </p:cNvPr>
          <p:cNvSpPr>
            <a:spLocks noChangeArrowheads="1"/>
          </p:cNvSpPr>
          <p:nvPr/>
        </p:nvSpPr>
        <p:spPr bwMode="auto">
          <a:xfrm>
            <a:off x="762000" y="1219200"/>
            <a:ext cx="7848600" cy="457200"/>
          </a:xfrm>
          <a:prstGeom prst="parallelogram">
            <a:avLst>
              <a:gd name="adj" fmla="val 24844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0489" name="Rectangle 9">
            <a:extLst>
              <a:ext uri="{FF2B5EF4-FFF2-40B4-BE49-F238E27FC236}">
                <a16:creationId xmlns:a16="http://schemas.microsoft.com/office/drawing/2014/main" id="{1B0B489D-29BF-35AE-0AFF-DC27B162433B}"/>
              </a:ext>
            </a:extLst>
          </p:cNvPr>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3200" b="1">
              <a:solidFill>
                <a:schemeClr val="tx2"/>
              </a:solidFill>
              <a:latin typeface="Times New Roman" panose="02020603050405020304" pitchFamily="18" charset="0"/>
              <a:ea typeface="宋体" panose="02010600030101010101" pitchFamily="2" charset="-122"/>
            </a:endParaRPr>
          </a:p>
        </p:txBody>
      </p:sp>
      <p:sp>
        <p:nvSpPr>
          <p:cNvPr id="277514" name="AutoShape 10">
            <a:extLst>
              <a:ext uri="{FF2B5EF4-FFF2-40B4-BE49-F238E27FC236}">
                <a16:creationId xmlns:a16="http://schemas.microsoft.com/office/drawing/2014/main" id="{FE09EA65-F686-705A-64E6-C38819534AA7}"/>
              </a:ext>
            </a:extLst>
          </p:cNvPr>
          <p:cNvSpPr>
            <a:spLocks noChangeArrowheads="1"/>
          </p:cNvSpPr>
          <p:nvPr/>
        </p:nvSpPr>
        <p:spPr bwMode="auto">
          <a:xfrm>
            <a:off x="3581400" y="8382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277515" name="AutoShape 11">
            <a:extLst>
              <a:ext uri="{FF2B5EF4-FFF2-40B4-BE49-F238E27FC236}">
                <a16:creationId xmlns:a16="http://schemas.microsoft.com/office/drawing/2014/main" id="{FD5018AF-3526-0A71-D1DD-B6123DB3B1D4}"/>
              </a:ext>
            </a:extLst>
          </p:cNvPr>
          <p:cNvSpPr>
            <a:spLocks noChangeArrowheads="1"/>
          </p:cNvSpPr>
          <p:nvPr/>
        </p:nvSpPr>
        <p:spPr bwMode="auto">
          <a:xfrm>
            <a:off x="4343400" y="7620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277516" name="AutoShape 12">
            <a:extLst>
              <a:ext uri="{FF2B5EF4-FFF2-40B4-BE49-F238E27FC236}">
                <a16:creationId xmlns:a16="http://schemas.microsoft.com/office/drawing/2014/main" id="{C09ECCBB-E28D-8340-2D7F-FBC73F7D477A}"/>
              </a:ext>
            </a:extLst>
          </p:cNvPr>
          <p:cNvSpPr>
            <a:spLocks noChangeArrowheads="1"/>
          </p:cNvSpPr>
          <p:nvPr/>
        </p:nvSpPr>
        <p:spPr bwMode="auto">
          <a:xfrm>
            <a:off x="5867400" y="457200"/>
            <a:ext cx="533400" cy="1143000"/>
          </a:xfrm>
          <a:prstGeom prst="can">
            <a:avLst>
              <a:gd name="adj" fmla="val 53571"/>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49</a:t>
            </a:r>
            <a:endParaRPr lang="en-US" altLang="zh-CN">
              <a:solidFill>
                <a:srgbClr val="FFFFCC"/>
              </a:solidFill>
              <a:effectLst>
                <a:outerShdw blurRad="38100" dist="38100" dir="2700000" algn="tl">
                  <a:srgbClr val="000000"/>
                </a:outerShdw>
              </a:effectLst>
            </a:endParaRPr>
          </a:p>
        </p:txBody>
      </p:sp>
      <p:sp>
        <p:nvSpPr>
          <p:cNvPr id="277517" name="AutoShape 13">
            <a:extLst>
              <a:ext uri="{FF2B5EF4-FFF2-40B4-BE49-F238E27FC236}">
                <a16:creationId xmlns:a16="http://schemas.microsoft.com/office/drawing/2014/main" id="{2774BFE5-0AC0-2405-96D9-D60F351582BA}"/>
              </a:ext>
            </a:extLst>
          </p:cNvPr>
          <p:cNvSpPr>
            <a:spLocks noChangeArrowheads="1"/>
          </p:cNvSpPr>
          <p:nvPr/>
        </p:nvSpPr>
        <p:spPr bwMode="auto">
          <a:xfrm>
            <a:off x="5105400" y="7620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277518" name="AutoShape 14">
            <a:extLst>
              <a:ext uri="{FF2B5EF4-FFF2-40B4-BE49-F238E27FC236}">
                <a16:creationId xmlns:a16="http://schemas.microsoft.com/office/drawing/2014/main" id="{EC18E6D9-DE52-04EA-DE96-5897BCE38794}"/>
              </a:ext>
            </a:extLst>
          </p:cNvPr>
          <p:cNvSpPr>
            <a:spLocks noChangeArrowheads="1"/>
          </p:cNvSpPr>
          <p:nvPr/>
        </p:nvSpPr>
        <p:spPr bwMode="auto">
          <a:xfrm>
            <a:off x="2819400" y="914400"/>
            <a:ext cx="533400" cy="685800"/>
          </a:xfrm>
          <a:prstGeom prst="can">
            <a:avLst>
              <a:gd name="adj" fmla="val 32143"/>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16</a:t>
            </a:r>
            <a:endParaRPr lang="en-US" altLang="zh-CN">
              <a:solidFill>
                <a:srgbClr val="FFFFCC"/>
              </a:solidFill>
              <a:effectLst>
                <a:outerShdw blurRad="38100" dist="38100" dir="2700000" algn="tl">
                  <a:srgbClr val="000000"/>
                </a:outerShdw>
              </a:effectLst>
            </a:endParaRPr>
          </a:p>
        </p:txBody>
      </p:sp>
      <p:sp>
        <p:nvSpPr>
          <p:cNvPr id="277519" name="AutoShape 15">
            <a:extLst>
              <a:ext uri="{FF2B5EF4-FFF2-40B4-BE49-F238E27FC236}">
                <a16:creationId xmlns:a16="http://schemas.microsoft.com/office/drawing/2014/main" id="{0460617F-670E-91EF-3158-DC7CC22BF3FC}"/>
              </a:ext>
            </a:extLst>
          </p:cNvPr>
          <p:cNvSpPr>
            <a:spLocks noChangeArrowheads="1"/>
          </p:cNvSpPr>
          <p:nvPr/>
        </p:nvSpPr>
        <p:spPr bwMode="auto">
          <a:xfrm>
            <a:off x="2057400" y="1219200"/>
            <a:ext cx="533400" cy="38100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08</a:t>
            </a:r>
            <a:endParaRPr lang="en-US" altLang="zh-CN">
              <a:solidFill>
                <a:srgbClr val="FFFFCC"/>
              </a:solidFill>
              <a:effectLst>
                <a:outerShdw blurRad="38100" dist="38100" dir="2700000" algn="tl">
                  <a:srgbClr val="000000"/>
                </a:outerShdw>
              </a:effectLst>
            </a:endParaRPr>
          </a:p>
        </p:txBody>
      </p:sp>
      <p:sp>
        <p:nvSpPr>
          <p:cNvPr id="20496" name="Text Box 16">
            <a:extLst>
              <a:ext uri="{FF2B5EF4-FFF2-40B4-BE49-F238E27FC236}">
                <a16:creationId xmlns:a16="http://schemas.microsoft.com/office/drawing/2014/main" id="{5FA375F8-20DB-387B-BCF7-480B4E948639}"/>
              </a:ext>
            </a:extLst>
          </p:cNvPr>
          <p:cNvSpPr txBox="1">
            <a:spLocks noChangeArrowheads="1"/>
          </p:cNvSpPr>
          <p:nvPr/>
        </p:nvSpPr>
        <p:spPr bwMode="auto">
          <a:xfrm>
            <a:off x="2178050" y="1676400"/>
            <a:ext cx="414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a:t>
            </a:r>
            <a:endParaRPr kumimoji="1" lang="en-US" altLang="zh-CN" sz="2400">
              <a:latin typeface="Times New Roman" panose="02020603050405020304" pitchFamily="18" charset="0"/>
              <a:ea typeface="宋体" panose="02010600030101010101" pitchFamily="2" charset="-122"/>
            </a:endParaRPr>
          </a:p>
        </p:txBody>
      </p:sp>
      <p:sp>
        <p:nvSpPr>
          <p:cNvPr id="20497" name="Text Box 17">
            <a:extLst>
              <a:ext uri="{FF2B5EF4-FFF2-40B4-BE49-F238E27FC236}">
                <a16:creationId xmlns:a16="http://schemas.microsoft.com/office/drawing/2014/main" id="{BBF70E68-5A20-CC5D-B651-6FB317A0E060}"/>
              </a:ext>
            </a:extLst>
          </p:cNvPr>
          <p:cNvSpPr txBox="1">
            <a:spLocks noChangeArrowheads="1"/>
          </p:cNvSpPr>
          <p:nvPr/>
        </p:nvSpPr>
        <p:spPr bwMode="auto">
          <a:xfrm>
            <a:off x="2178050" y="4038600"/>
            <a:ext cx="544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         </a:t>
            </a:r>
            <a:r>
              <a:rPr kumimoji="1" lang="en-US" altLang="zh-CN" sz="2400" b="1" i="1">
                <a:latin typeface="Times New Roman" panose="02020603050405020304" pitchFamily="18" charset="0"/>
                <a:ea typeface="宋体" panose="02010600030101010101" pitchFamily="2" charset="-122"/>
              </a:rPr>
              <a:t>temp</a:t>
            </a:r>
            <a:endParaRPr kumimoji="1" lang="en-US" altLang="zh-CN" sz="2400">
              <a:latin typeface="Times New Roman" panose="02020603050405020304" pitchFamily="18" charset="0"/>
              <a:ea typeface="宋体" panose="02010600030101010101" pitchFamily="2" charset="-122"/>
            </a:endParaRPr>
          </a:p>
        </p:txBody>
      </p:sp>
      <p:sp>
        <p:nvSpPr>
          <p:cNvPr id="277522" name="AutoShape 18">
            <a:extLst>
              <a:ext uri="{FF2B5EF4-FFF2-40B4-BE49-F238E27FC236}">
                <a16:creationId xmlns:a16="http://schemas.microsoft.com/office/drawing/2014/main" id="{F31EE15B-6DAA-9FC2-24D6-E63C29670E87}"/>
              </a:ext>
            </a:extLst>
          </p:cNvPr>
          <p:cNvSpPr>
            <a:spLocks noChangeArrowheads="1"/>
          </p:cNvSpPr>
          <p:nvPr/>
        </p:nvSpPr>
        <p:spPr bwMode="auto">
          <a:xfrm>
            <a:off x="2057400" y="32004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277523" name="AutoShape 19">
            <a:extLst>
              <a:ext uri="{FF2B5EF4-FFF2-40B4-BE49-F238E27FC236}">
                <a16:creationId xmlns:a16="http://schemas.microsoft.com/office/drawing/2014/main" id="{34665BFE-B893-C213-F777-FA60A7AC3C5F}"/>
              </a:ext>
            </a:extLst>
          </p:cNvPr>
          <p:cNvSpPr>
            <a:spLocks noChangeArrowheads="1"/>
          </p:cNvSpPr>
          <p:nvPr/>
        </p:nvSpPr>
        <p:spPr bwMode="auto">
          <a:xfrm>
            <a:off x="2819400" y="31242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277524" name="AutoShape 20">
            <a:extLst>
              <a:ext uri="{FF2B5EF4-FFF2-40B4-BE49-F238E27FC236}">
                <a16:creationId xmlns:a16="http://schemas.microsoft.com/office/drawing/2014/main" id="{2E1AB1C5-4734-32BD-E0A8-E514F891CF69}"/>
              </a:ext>
            </a:extLst>
          </p:cNvPr>
          <p:cNvSpPr>
            <a:spLocks noChangeArrowheads="1"/>
          </p:cNvSpPr>
          <p:nvPr/>
        </p:nvSpPr>
        <p:spPr bwMode="auto">
          <a:xfrm>
            <a:off x="4343400" y="2819400"/>
            <a:ext cx="533400" cy="1143000"/>
          </a:xfrm>
          <a:prstGeom prst="can">
            <a:avLst>
              <a:gd name="adj" fmla="val 53571"/>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49</a:t>
            </a:r>
            <a:endParaRPr lang="en-US" altLang="zh-CN">
              <a:solidFill>
                <a:srgbClr val="FFFFCC"/>
              </a:solidFill>
              <a:effectLst>
                <a:outerShdw blurRad="38100" dist="38100" dir="2700000" algn="tl">
                  <a:srgbClr val="000000"/>
                </a:outerShdw>
              </a:effectLst>
            </a:endParaRPr>
          </a:p>
        </p:txBody>
      </p:sp>
      <p:sp>
        <p:nvSpPr>
          <p:cNvPr id="277525" name="AutoShape 21">
            <a:extLst>
              <a:ext uri="{FF2B5EF4-FFF2-40B4-BE49-F238E27FC236}">
                <a16:creationId xmlns:a16="http://schemas.microsoft.com/office/drawing/2014/main" id="{FDE82C39-B9B3-4C53-DE08-7EAE58CEFC3C}"/>
              </a:ext>
            </a:extLst>
          </p:cNvPr>
          <p:cNvSpPr>
            <a:spLocks noChangeArrowheads="1"/>
          </p:cNvSpPr>
          <p:nvPr/>
        </p:nvSpPr>
        <p:spPr bwMode="auto">
          <a:xfrm>
            <a:off x="3581400" y="31242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277526" name="AutoShape 22">
            <a:extLst>
              <a:ext uri="{FF2B5EF4-FFF2-40B4-BE49-F238E27FC236}">
                <a16:creationId xmlns:a16="http://schemas.microsoft.com/office/drawing/2014/main" id="{89D0911A-5A38-AAE0-4D29-BF29F7FA9D7B}"/>
              </a:ext>
            </a:extLst>
          </p:cNvPr>
          <p:cNvSpPr>
            <a:spLocks noChangeArrowheads="1"/>
          </p:cNvSpPr>
          <p:nvPr/>
        </p:nvSpPr>
        <p:spPr bwMode="auto">
          <a:xfrm>
            <a:off x="5867400" y="35814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277527" name="Text Box 23">
            <a:extLst>
              <a:ext uri="{FF2B5EF4-FFF2-40B4-BE49-F238E27FC236}">
                <a16:creationId xmlns:a16="http://schemas.microsoft.com/office/drawing/2014/main" id="{7A447D4E-37E1-8B55-D0A6-E9DFFB3635A7}"/>
              </a:ext>
            </a:extLst>
          </p:cNvPr>
          <p:cNvSpPr txBox="1">
            <a:spLocks noChangeArrowheads="1"/>
          </p:cNvSpPr>
          <p:nvPr/>
        </p:nvSpPr>
        <p:spPr bwMode="auto">
          <a:xfrm>
            <a:off x="2754313" y="2239963"/>
            <a:ext cx="3494087" cy="579437"/>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3200" b="1">
                <a:solidFill>
                  <a:schemeClr val="hlink"/>
                </a:solidFill>
                <a:effectLst>
                  <a:outerShdw blurRad="38100" dist="38100" dir="2700000" algn="tl">
                    <a:srgbClr val="C0C0C0"/>
                  </a:outerShdw>
                </a:effectLst>
              </a:rPr>
              <a:t>= 4 </a:t>
            </a:r>
            <a:r>
              <a:rPr lang="zh-CN" altLang="en-US" sz="3200" b="1">
                <a:solidFill>
                  <a:schemeClr val="hlink"/>
                </a:solidFill>
                <a:effectLst>
                  <a:outerShdw blurRad="38100" dist="38100" dir="2700000" algn="tl">
                    <a:srgbClr val="C0C0C0"/>
                  </a:outerShdw>
                </a:effectLst>
                <a:ea typeface="隶书" pitchFamily="49" charset="-122"/>
              </a:rPr>
              <a:t>时的排序过程</a:t>
            </a:r>
            <a:endParaRPr lang="zh-CN" altLang="en-US">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20504" name="Text Box 24">
            <a:extLst>
              <a:ext uri="{FF2B5EF4-FFF2-40B4-BE49-F238E27FC236}">
                <a16:creationId xmlns:a16="http://schemas.microsoft.com/office/drawing/2014/main" id="{10D8020A-BAAE-18CE-F5AD-A3E6C46A493F}"/>
              </a:ext>
            </a:extLst>
          </p:cNvPr>
          <p:cNvSpPr txBox="1">
            <a:spLocks noChangeArrowheads="1"/>
          </p:cNvSpPr>
          <p:nvPr/>
        </p:nvSpPr>
        <p:spPr bwMode="auto">
          <a:xfrm>
            <a:off x="2179638" y="5867400"/>
            <a:ext cx="544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         </a:t>
            </a:r>
            <a:r>
              <a:rPr kumimoji="1" lang="en-US" altLang="zh-CN" sz="2400" b="1" i="1">
                <a:latin typeface="Times New Roman" panose="02020603050405020304" pitchFamily="18" charset="0"/>
                <a:ea typeface="宋体" panose="02010600030101010101" pitchFamily="2" charset="-122"/>
              </a:rPr>
              <a:t>temp</a:t>
            </a:r>
            <a:endParaRPr kumimoji="1" lang="en-US" altLang="zh-CN" sz="2400">
              <a:latin typeface="Times New Roman" panose="02020603050405020304" pitchFamily="18" charset="0"/>
              <a:ea typeface="宋体" panose="02010600030101010101" pitchFamily="2" charset="-122"/>
            </a:endParaRPr>
          </a:p>
        </p:txBody>
      </p:sp>
      <p:sp>
        <p:nvSpPr>
          <p:cNvPr id="277529" name="AutoShape 25">
            <a:extLst>
              <a:ext uri="{FF2B5EF4-FFF2-40B4-BE49-F238E27FC236}">
                <a16:creationId xmlns:a16="http://schemas.microsoft.com/office/drawing/2014/main" id="{DC0E33CA-E752-D49C-CE69-E0FCE7391C8C}"/>
              </a:ext>
            </a:extLst>
          </p:cNvPr>
          <p:cNvSpPr>
            <a:spLocks noChangeArrowheads="1"/>
          </p:cNvSpPr>
          <p:nvPr/>
        </p:nvSpPr>
        <p:spPr bwMode="auto">
          <a:xfrm>
            <a:off x="2057400" y="49530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277530" name="AutoShape 26">
            <a:extLst>
              <a:ext uri="{FF2B5EF4-FFF2-40B4-BE49-F238E27FC236}">
                <a16:creationId xmlns:a16="http://schemas.microsoft.com/office/drawing/2014/main" id="{D20F8125-465F-F56B-9D2F-91231D06809A}"/>
              </a:ext>
            </a:extLst>
          </p:cNvPr>
          <p:cNvSpPr>
            <a:spLocks noChangeArrowheads="1"/>
          </p:cNvSpPr>
          <p:nvPr/>
        </p:nvSpPr>
        <p:spPr bwMode="auto">
          <a:xfrm>
            <a:off x="2819400" y="48768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b="1">
              <a:solidFill>
                <a:srgbClr val="FFFFCC"/>
              </a:solidFill>
              <a:effectLst>
                <a:outerShdw blurRad="38100" dist="38100" dir="2700000" algn="tl">
                  <a:srgbClr val="000000"/>
                </a:outerShdw>
              </a:effectLst>
            </a:endParaRPr>
          </a:p>
        </p:txBody>
      </p:sp>
      <p:sp>
        <p:nvSpPr>
          <p:cNvPr id="277531" name="AutoShape 27">
            <a:extLst>
              <a:ext uri="{FF2B5EF4-FFF2-40B4-BE49-F238E27FC236}">
                <a16:creationId xmlns:a16="http://schemas.microsoft.com/office/drawing/2014/main" id="{6D6E5DC6-C434-A727-216F-70D371ABE464}"/>
              </a:ext>
            </a:extLst>
          </p:cNvPr>
          <p:cNvSpPr>
            <a:spLocks noChangeArrowheads="1"/>
          </p:cNvSpPr>
          <p:nvPr/>
        </p:nvSpPr>
        <p:spPr bwMode="auto">
          <a:xfrm>
            <a:off x="5105400" y="4648200"/>
            <a:ext cx="533400" cy="1143000"/>
          </a:xfrm>
          <a:prstGeom prst="can">
            <a:avLst>
              <a:gd name="adj" fmla="val 53571"/>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49</a:t>
            </a:r>
            <a:endParaRPr lang="en-US" altLang="zh-CN">
              <a:solidFill>
                <a:srgbClr val="FFFFCC"/>
              </a:solidFill>
              <a:effectLst>
                <a:outerShdw blurRad="38100" dist="38100" dir="2700000" algn="tl">
                  <a:srgbClr val="000000"/>
                </a:outerShdw>
              </a:effectLst>
            </a:endParaRPr>
          </a:p>
        </p:txBody>
      </p:sp>
      <p:sp>
        <p:nvSpPr>
          <p:cNvPr id="277532" name="AutoShape 28">
            <a:extLst>
              <a:ext uri="{FF2B5EF4-FFF2-40B4-BE49-F238E27FC236}">
                <a16:creationId xmlns:a16="http://schemas.microsoft.com/office/drawing/2014/main" id="{42549F43-9C3E-C550-5162-D18C2AF96BFC}"/>
              </a:ext>
            </a:extLst>
          </p:cNvPr>
          <p:cNvSpPr>
            <a:spLocks noChangeArrowheads="1"/>
          </p:cNvSpPr>
          <p:nvPr/>
        </p:nvSpPr>
        <p:spPr bwMode="auto">
          <a:xfrm>
            <a:off x="3581400" y="48768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277533" name="Text Box 29">
            <a:extLst>
              <a:ext uri="{FF2B5EF4-FFF2-40B4-BE49-F238E27FC236}">
                <a16:creationId xmlns:a16="http://schemas.microsoft.com/office/drawing/2014/main" id="{085FAE79-F02F-9102-E940-364D44700124}"/>
              </a:ext>
            </a:extLst>
          </p:cNvPr>
          <p:cNvSpPr txBox="1">
            <a:spLocks noChangeArrowheads="1"/>
          </p:cNvSpPr>
          <p:nvPr/>
        </p:nvSpPr>
        <p:spPr bwMode="auto">
          <a:xfrm>
            <a:off x="152400" y="1069975"/>
            <a:ext cx="996950" cy="579438"/>
          </a:xfrm>
          <a:prstGeom prst="rect">
            <a:avLst/>
          </a:prstGeom>
          <a:noFill/>
          <a:ln w="9525">
            <a:noFill/>
            <a:miter lim="800000"/>
            <a:headEnd/>
            <a:tailEnd/>
          </a:ln>
        </p:spPr>
        <p:txBody>
          <a:bodyPr wrap="none">
            <a:spAutoFit/>
          </a:bodyPr>
          <a:lstStyle/>
          <a:p>
            <a:pPr>
              <a:defRPr/>
            </a:pPr>
            <a:r>
              <a:rPr lang="zh-CN" altLang="en-US" sz="3200">
                <a:solidFill>
                  <a:schemeClr val="hlink"/>
                </a:solidFill>
                <a:ea typeface="隶书" pitchFamily="49" charset="-122"/>
              </a:rPr>
              <a:t>完成</a:t>
            </a:r>
            <a:endParaRPr lang="zh-CN" altLang="en-US"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仿宋_GB2312" pitchFamily="49" charset="-122"/>
            </a:endParaRPr>
          </a:p>
        </p:txBody>
      </p:sp>
      <p:sp>
        <p:nvSpPr>
          <p:cNvPr id="277534" name="AutoShape 30">
            <a:extLst>
              <a:ext uri="{FF2B5EF4-FFF2-40B4-BE49-F238E27FC236}">
                <a16:creationId xmlns:a16="http://schemas.microsoft.com/office/drawing/2014/main" id="{F9C0E149-6A07-5507-7CFE-9086EBBEFE93}"/>
              </a:ext>
            </a:extLst>
          </p:cNvPr>
          <p:cNvSpPr>
            <a:spLocks noChangeArrowheads="1"/>
          </p:cNvSpPr>
          <p:nvPr/>
        </p:nvSpPr>
        <p:spPr bwMode="auto">
          <a:xfrm>
            <a:off x="6934200" y="32766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0511" name="Line 31">
            <a:extLst>
              <a:ext uri="{FF2B5EF4-FFF2-40B4-BE49-F238E27FC236}">
                <a16:creationId xmlns:a16="http://schemas.microsoft.com/office/drawing/2014/main" id="{855C50DD-AC88-D93C-0E01-CD26998C6CF7}"/>
              </a:ext>
            </a:extLst>
          </p:cNvPr>
          <p:cNvSpPr>
            <a:spLocks noChangeShapeType="1"/>
          </p:cNvSpPr>
          <p:nvPr/>
        </p:nvSpPr>
        <p:spPr bwMode="auto">
          <a:xfrm>
            <a:off x="457200" y="2209800"/>
            <a:ext cx="8077200" cy="0"/>
          </a:xfrm>
          <a:prstGeom prst="line">
            <a:avLst/>
          </a:prstGeom>
          <a:noFill/>
          <a:ln w="76200" cmpd="tri">
            <a:solidFill>
              <a:srgbClr val="00808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36" name="AutoShape 32">
            <a:extLst>
              <a:ext uri="{FF2B5EF4-FFF2-40B4-BE49-F238E27FC236}">
                <a16:creationId xmlns:a16="http://schemas.microsoft.com/office/drawing/2014/main" id="{47E2EA16-087E-F11D-88F4-B0748F085E4E}"/>
              </a:ext>
            </a:extLst>
          </p:cNvPr>
          <p:cNvSpPr>
            <a:spLocks noChangeArrowheads="1"/>
          </p:cNvSpPr>
          <p:nvPr/>
        </p:nvSpPr>
        <p:spPr bwMode="auto">
          <a:xfrm>
            <a:off x="5867400" y="54102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277537" name="AutoShape 33">
            <a:extLst>
              <a:ext uri="{FF2B5EF4-FFF2-40B4-BE49-F238E27FC236}">
                <a16:creationId xmlns:a16="http://schemas.microsoft.com/office/drawing/2014/main" id="{28902654-EF1B-0CCF-F0E5-47CB273CFF23}"/>
              </a:ext>
            </a:extLst>
          </p:cNvPr>
          <p:cNvSpPr>
            <a:spLocks noChangeArrowheads="1"/>
          </p:cNvSpPr>
          <p:nvPr/>
        </p:nvSpPr>
        <p:spPr bwMode="auto">
          <a:xfrm>
            <a:off x="6934200" y="51054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0514" name="Line 34">
            <a:extLst>
              <a:ext uri="{FF2B5EF4-FFF2-40B4-BE49-F238E27FC236}">
                <a16:creationId xmlns:a16="http://schemas.microsoft.com/office/drawing/2014/main" id="{51F9C88D-F225-6149-1662-9FBCFB7B1EF0}"/>
              </a:ext>
            </a:extLst>
          </p:cNvPr>
          <p:cNvSpPr>
            <a:spLocks noChangeShapeType="1"/>
          </p:cNvSpPr>
          <p:nvPr/>
        </p:nvSpPr>
        <p:spPr bwMode="auto">
          <a:xfrm>
            <a:off x="4572000" y="6324600"/>
            <a:ext cx="8382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39" name="Text Box 35">
            <a:extLst>
              <a:ext uri="{FF2B5EF4-FFF2-40B4-BE49-F238E27FC236}">
                <a16:creationId xmlns:a16="http://schemas.microsoft.com/office/drawing/2014/main" id="{26AA2816-0EF2-CF6E-10E7-33E3B823B850}"/>
              </a:ext>
            </a:extLst>
          </p:cNvPr>
          <p:cNvSpPr txBox="1">
            <a:spLocks noChangeArrowheads="1"/>
          </p:cNvSpPr>
          <p:nvPr/>
        </p:nvSpPr>
        <p:spPr bwMode="auto">
          <a:xfrm>
            <a:off x="436563" y="2917825"/>
            <a:ext cx="935037" cy="968375"/>
          </a:xfrm>
          <a:prstGeom prst="rect">
            <a:avLst/>
          </a:prstGeom>
          <a:noFill/>
          <a:ln w="9525">
            <a:noFill/>
            <a:miter lim="800000"/>
            <a:headEnd/>
            <a:tailEnd/>
          </a:ln>
        </p:spPr>
        <p:txBody>
          <a:bodyPr wrap="none">
            <a:spAutoFit/>
          </a:bodyPr>
          <a:lstStyle/>
          <a:p>
            <a:pPr>
              <a:lnSpc>
                <a:spcPct val="90000"/>
              </a:lnSpc>
              <a:defRPr/>
            </a:pPr>
            <a:r>
              <a:rPr lang="en-US" altLang="zh-CN" sz="3200" b="1" i="1">
                <a:solidFill>
                  <a:schemeClr val="hlink"/>
                </a:solidFill>
                <a:effectLst>
                  <a:outerShdw blurRad="38100" dist="38100" dir="2700000" algn="tl">
                    <a:srgbClr val="C0C0C0"/>
                  </a:outerShdw>
                </a:effectLst>
              </a:rPr>
              <a:t>i </a:t>
            </a:r>
            <a:r>
              <a:rPr lang="en-US" altLang="zh-CN" sz="3200" b="1">
                <a:solidFill>
                  <a:schemeClr val="hlink"/>
                </a:solidFill>
                <a:effectLst>
                  <a:outerShdw blurRad="38100" dist="38100" dir="2700000" algn="tl">
                    <a:srgbClr val="C0C0C0"/>
                  </a:outerShdw>
                </a:effectLst>
              </a:rPr>
              <a:t>= 4</a:t>
            </a:r>
          </a:p>
          <a:p>
            <a:pPr>
              <a:lnSpc>
                <a:spcPct val="90000"/>
              </a:lnSpc>
              <a:defRPr/>
            </a:pPr>
            <a:r>
              <a:rPr lang="en-US" altLang="zh-CN" sz="3200" b="1" i="1">
                <a:solidFill>
                  <a:schemeClr val="hlink"/>
                </a:solidFill>
                <a:effectLst>
                  <a:outerShdw blurRad="38100" dist="38100" dir="2700000" algn="tl">
                    <a:srgbClr val="C0C0C0"/>
                  </a:outerShdw>
                </a:effectLst>
              </a:rPr>
              <a:t>j </a:t>
            </a:r>
            <a:r>
              <a:rPr lang="en-US" altLang="zh-CN" sz="3200" b="1">
                <a:solidFill>
                  <a:schemeClr val="hlink"/>
                </a:solidFill>
                <a:effectLst>
                  <a:outerShdw blurRad="38100" dist="38100" dir="2700000" algn="tl">
                    <a:srgbClr val="C0C0C0"/>
                  </a:outerShdw>
                </a:effectLst>
              </a:rPr>
              <a:t>= 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277540" name="Text Box 36">
            <a:extLst>
              <a:ext uri="{FF2B5EF4-FFF2-40B4-BE49-F238E27FC236}">
                <a16:creationId xmlns:a16="http://schemas.microsoft.com/office/drawing/2014/main" id="{C85BAB1E-AB86-1E1C-8F3E-A75D37C52153}"/>
              </a:ext>
            </a:extLst>
          </p:cNvPr>
          <p:cNvSpPr txBox="1">
            <a:spLocks noChangeArrowheads="1"/>
          </p:cNvSpPr>
          <p:nvPr/>
        </p:nvSpPr>
        <p:spPr bwMode="auto">
          <a:xfrm>
            <a:off x="457200" y="4746625"/>
            <a:ext cx="935038" cy="968375"/>
          </a:xfrm>
          <a:prstGeom prst="rect">
            <a:avLst/>
          </a:prstGeom>
          <a:noFill/>
          <a:ln w="9525">
            <a:noFill/>
            <a:miter lim="800000"/>
            <a:headEnd/>
            <a:tailEnd/>
          </a:ln>
        </p:spPr>
        <p:txBody>
          <a:bodyPr wrap="none">
            <a:spAutoFit/>
          </a:bodyPr>
          <a:lstStyle/>
          <a:p>
            <a:pPr>
              <a:lnSpc>
                <a:spcPct val="90000"/>
              </a:lnSpc>
              <a:defRPr/>
            </a:pPr>
            <a:r>
              <a:rPr lang="en-US" altLang="zh-CN" sz="3200" b="1" i="1">
                <a:solidFill>
                  <a:schemeClr val="hlink"/>
                </a:solidFill>
                <a:effectLst>
                  <a:outerShdw blurRad="38100" dist="38100" dir="2700000" algn="tl">
                    <a:srgbClr val="C0C0C0"/>
                  </a:outerShdw>
                </a:effectLst>
              </a:rPr>
              <a:t>i </a:t>
            </a:r>
            <a:r>
              <a:rPr lang="en-US" altLang="zh-CN" sz="3200" b="1">
                <a:solidFill>
                  <a:schemeClr val="hlink"/>
                </a:solidFill>
                <a:effectLst>
                  <a:outerShdw blurRad="38100" dist="38100" dir="2700000" algn="tl">
                    <a:srgbClr val="C0C0C0"/>
                  </a:outerShdw>
                </a:effectLst>
              </a:rPr>
              <a:t>= 4</a:t>
            </a:r>
          </a:p>
          <a:p>
            <a:pPr>
              <a:lnSpc>
                <a:spcPct val="90000"/>
              </a:lnSpc>
              <a:defRPr/>
            </a:pPr>
            <a:r>
              <a:rPr lang="en-US" altLang="zh-CN" sz="3200" b="1" i="1">
                <a:solidFill>
                  <a:schemeClr val="hlink"/>
                </a:solidFill>
                <a:effectLst>
                  <a:outerShdw blurRad="38100" dist="38100" dir="2700000" algn="tl">
                    <a:srgbClr val="C0C0C0"/>
                  </a:outerShdw>
                </a:effectLst>
              </a:rPr>
              <a:t>j </a:t>
            </a:r>
            <a:r>
              <a:rPr lang="en-US" altLang="zh-CN" sz="3200" b="1">
                <a:solidFill>
                  <a:schemeClr val="hlink"/>
                </a:solidFill>
                <a:effectLst>
                  <a:outerShdw blurRad="38100" dist="38100" dir="2700000" algn="tl">
                    <a:srgbClr val="C0C0C0"/>
                  </a:outerShdw>
                </a:effectLst>
              </a:rPr>
              <a:t>= 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2" name="灯片编号占位符 1">
            <a:extLst>
              <a:ext uri="{FF2B5EF4-FFF2-40B4-BE49-F238E27FC236}">
                <a16:creationId xmlns:a16="http://schemas.microsoft.com/office/drawing/2014/main" id="{8FAACC3C-44B5-1BD7-EF4B-901D1917D7D0}"/>
              </a:ext>
            </a:extLst>
          </p:cNvPr>
          <p:cNvSpPr>
            <a:spLocks noGrp="1"/>
          </p:cNvSpPr>
          <p:nvPr>
            <p:ph type="sldNum" sz="quarter" idx="12"/>
          </p:nvPr>
        </p:nvSpPr>
        <p:spPr/>
        <p:txBody>
          <a:bodyPr/>
          <a:lstStyle/>
          <a:p>
            <a:pPr>
              <a:defRPr/>
            </a:pPr>
            <a:fld id="{04E4ECFC-90A4-46B6-B7C1-F55F5037C096}" type="slidenum">
              <a:rPr lang="en-US" altLang="zh-CN" smtClean="0"/>
              <a:pPr>
                <a:defRPr/>
              </a:pPr>
              <a:t>14</a:t>
            </a:fld>
            <a:endParaRPr lang="en-US" altLang="zh-CN"/>
          </a:p>
        </p:txBody>
      </p:sp>
    </p:spTree>
  </p:cSld>
  <p:clrMapOvr>
    <a:masterClrMapping/>
  </p:clrMapOvr>
  <p:transition>
    <p:spli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AutoShape 2" descr="白色大理石">
            <a:extLst>
              <a:ext uri="{FF2B5EF4-FFF2-40B4-BE49-F238E27FC236}">
                <a16:creationId xmlns:a16="http://schemas.microsoft.com/office/drawing/2014/main" id="{8490B7C3-9235-A36F-E24B-1E9DEC2FAEB1}"/>
              </a:ext>
            </a:extLst>
          </p:cNvPr>
          <p:cNvSpPr>
            <a:spLocks noChangeArrowheads="1"/>
          </p:cNvSpPr>
          <p:nvPr/>
        </p:nvSpPr>
        <p:spPr bwMode="auto">
          <a:xfrm>
            <a:off x="914400" y="3352800"/>
            <a:ext cx="7848600" cy="457200"/>
          </a:xfrm>
          <a:prstGeom prst="parallelogram">
            <a:avLst>
              <a:gd name="adj" fmla="val 24844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78531" name="AutoShape 3">
            <a:extLst>
              <a:ext uri="{FF2B5EF4-FFF2-40B4-BE49-F238E27FC236}">
                <a16:creationId xmlns:a16="http://schemas.microsoft.com/office/drawing/2014/main" id="{04A03B42-EE6E-82C8-A78E-937BCD95D91B}"/>
              </a:ext>
            </a:extLst>
          </p:cNvPr>
          <p:cNvSpPr>
            <a:spLocks noChangeArrowheads="1"/>
          </p:cNvSpPr>
          <p:nvPr/>
        </p:nvSpPr>
        <p:spPr bwMode="auto">
          <a:xfrm>
            <a:off x="2819400" y="2895600"/>
            <a:ext cx="533400" cy="838200"/>
          </a:xfrm>
          <a:prstGeom prst="can">
            <a:avLst>
              <a:gd name="adj" fmla="val 39286"/>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25</a:t>
            </a:r>
            <a:endParaRPr lang="en-US" altLang="zh-CN">
              <a:effectLst>
                <a:outerShdw blurRad="38100" dist="38100" dir="2700000" algn="tl">
                  <a:srgbClr val="C0C0C0"/>
                </a:outerShdw>
              </a:effectLst>
            </a:endParaRPr>
          </a:p>
        </p:txBody>
      </p:sp>
      <p:sp>
        <p:nvSpPr>
          <p:cNvPr id="21508" name="AutoShape 4" descr="白色大理石">
            <a:extLst>
              <a:ext uri="{FF2B5EF4-FFF2-40B4-BE49-F238E27FC236}">
                <a16:creationId xmlns:a16="http://schemas.microsoft.com/office/drawing/2014/main" id="{9F22EDA4-B77A-18F5-716E-B3B88C20618E}"/>
              </a:ext>
            </a:extLst>
          </p:cNvPr>
          <p:cNvSpPr>
            <a:spLocks noChangeArrowheads="1"/>
          </p:cNvSpPr>
          <p:nvPr/>
        </p:nvSpPr>
        <p:spPr bwMode="auto">
          <a:xfrm>
            <a:off x="762000" y="1219200"/>
            <a:ext cx="7848600" cy="457200"/>
          </a:xfrm>
          <a:prstGeom prst="parallelogram">
            <a:avLst>
              <a:gd name="adj" fmla="val 24844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78533" name="AutoShape 5">
            <a:extLst>
              <a:ext uri="{FF2B5EF4-FFF2-40B4-BE49-F238E27FC236}">
                <a16:creationId xmlns:a16="http://schemas.microsoft.com/office/drawing/2014/main" id="{C3B14971-97D3-5863-B3F8-25A354D804DB}"/>
              </a:ext>
            </a:extLst>
          </p:cNvPr>
          <p:cNvSpPr>
            <a:spLocks noChangeArrowheads="1"/>
          </p:cNvSpPr>
          <p:nvPr/>
        </p:nvSpPr>
        <p:spPr bwMode="auto">
          <a:xfrm>
            <a:off x="3581400" y="762000"/>
            <a:ext cx="533400" cy="838200"/>
          </a:xfrm>
          <a:prstGeom prst="can">
            <a:avLst>
              <a:gd name="adj" fmla="val 39286"/>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25*</a:t>
            </a:r>
            <a:endParaRPr lang="en-US" altLang="zh-CN">
              <a:effectLst>
                <a:outerShdw blurRad="38100" dist="38100" dir="2700000" algn="tl">
                  <a:srgbClr val="C0C0C0"/>
                </a:outerShdw>
              </a:effectLst>
            </a:endParaRPr>
          </a:p>
        </p:txBody>
      </p:sp>
      <p:sp>
        <p:nvSpPr>
          <p:cNvPr id="278534" name="AutoShape 6">
            <a:extLst>
              <a:ext uri="{FF2B5EF4-FFF2-40B4-BE49-F238E27FC236}">
                <a16:creationId xmlns:a16="http://schemas.microsoft.com/office/drawing/2014/main" id="{4AE725DD-EAD3-A71C-FA80-185C1846E1FC}"/>
              </a:ext>
            </a:extLst>
          </p:cNvPr>
          <p:cNvSpPr>
            <a:spLocks noChangeArrowheads="1"/>
          </p:cNvSpPr>
          <p:nvPr/>
        </p:nvSpPr>
        <p:spPr bwMode="auto">
          <a:xfrm>
            <a:off x="3200400" y="6858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1511" name="AutoShape 7" descr="白色大理石">
            <a:extLst>
              <a:ext uri="{FF2B5EF4-FFF2-40B4-BE49-F238E27FC236}">
                <a16:creationId xmlns:a16="http://schemas.microsoft.com/office/drawing/2014/main" id="{BCF51B5C-C3CD-93B4-55E0-4209BAB59D08}"/>
              </a:ext>
            </a:extLst>
          </p:cNvPr>
          <p:cNvSpPr>
            <a:spLocks noChangeArrowheads="1"/>
          </p:cNvSpPr>
          <p:nvPr/>
        </p:nvSpPr>
        <p:spPr bwMode="auto">
          <a:xfrm>
            <a:off x="914400" y="5410200"/>
            <a:ext cx="7848600" cy="457200"/>
          </a:xfrm>
          <a:prstGeom prst="parallelogram">
            <a:avLst>
              <a:gd name="adj" fmla="val 24844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78536" name="AutoShape 8">
            <a:extLst>
              <a:ext uri="{FF2B5EF4-FFF2-40B4-BE49-F238E27FC236}">
                <a16:creationId xmlns:a16="http://schemas.microsoft.com/office/drawing/2014/main" id="{2EA35447-4203-6198-FD0A-D0FB8BF1AB76}"/>
              </a:ext>
            </a:extLst>
          </p:cNvPr>
          <p:cNvSpPr>
            <a:spLocks noChangeArrowheads="1"/>
          </p:cNvSpPr>
          <p:nvPr/>
        </p:nvSpPr>
        <p:spPr bwMode="auto">
          <a:xfrm>
            <a:off x="2438400" y="27432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1513" name="Rectangle 9">
            <a:extLst>
              <a:ext uri="{FF2B5EF4-FFF2-40B4-BE49-F238E27FC236}">
                <a16:creationId xmlns:a16="http://schemas.microsoft.com/office/drawing/2014/main" id="{04E61D68-5BBC-4CCA-2B0E-88FD141A6803}"/>
              </a:ext>
            </a:extLst>
          </p:cNvPr>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3200" b="1">
              <a:solidFill>
                <a:schemeClr val="tx2"/>
              </a:solidFill>
              <a:latin typeface="Times New Roman" panose="02020603050405020304" pitchFamily="18" charset="0"/>
              <a:ea typeface="宋体" panose="02010600030101010101" pitchFamily="2" charset="-122"/>
            </a:endParaRPr>
          </a:p>
        </p:txBody>
      </p:sp>
      <p:sp>
        <p:nvSpPr>
          <p:cNvPr id="278538" name="AutoShape 10">
            <a:extLst>
              <a:ext uri="{FF2B5EF4-FFF2-40B4-BE49-F238E27FC236}">
                <a16:creationId xmlns:a16="http://schemas.microsoft.com/office/drawing/2014/main" id="{CB88DD4F-4745-8C6F-3A9A-473CD412A747}"/>
              </a:ext>
            </a:extLst>
          </p:cNvPr>
          <p:cNvSpPr>
            <a:spLocks noChangeArrowheads="1"/>
          </p:cNvSpPr>
          <p:nvPr/>
        </p:nvSpPr>
        <p:spPr bwMode="auto">
          <a:xfrm>
            <a:off x="2057400" y="8382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278539" name="AutoShape 11">
            <a:extLst>
              <a:ext uri="{FF2B5EF4-FFF2-40B4-BE49-F238E27FC236}">
                <a16:creationId xmlns:a16="http://schemas.microsoft.com/office/drawing/2014/main" id="{473E4C01-D163-137D-12BC-CB88AA75EB6E}"/>
              </a:ext>
            </a:extLst>
          </p:cNvPr>
          <p:cNvSpPr>
            <a:spLocks noChangeArrowheads="1"/>
          </p:cNvSpPr>
          <p:nvPr/>
        </p:nvSpPr>
        <p:spPr bwMode="auto">
          <a:xfrm>
            <a:off x="2819400" y="7620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278540" name="AutoShape 12">
            <a:extLst>
              <a:ext uri="{FF2B5EF4-FFF2-40B4-BE49-F238E27FC236}">
                <a16:creationId xmlns:a16="http://schemas.microsoft.com/office/drawing/2014/main" id="{9259B553-5A33-6BA5-5091-88A37CD83F22}"/>
              </a:ext>
            </a:extLst>
          </p:cNvPr>
          <p:cNvSpPr>
            <a:spLocks noChangeArrowheads="1"/>
          </p:cNvSpPr>
          <p:nvPr/>
        </p:nvSpPr>
        <p:spPr bwMode="auto">
          <a:xfrm>
            <a:off x="5105400" y="457200"/>
            <a:ext cx="533400" cy="1143000"/>
          </a:xfrm>
          <a:prstGeom prst="can">
            <a:avLst>
              <a:gd name="adj" fmla="val 53571"/>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49</a:t>
            </a:r>
            <a:endParaRPr lang="en-US" altLang="zh-CN">
              <a:solidFill>
                <a:srgbClr val="FFFFCC"/>
              </a:solidFill>
              <a:effectLst>
                <a:outerShdw blurRad="38100" dist="38100" dir="2700000" algn="tl">
                  <a:srgbClr val="000000"/>
                </a:outerShdw>
              </a:effectLst>
            </a:endParaRPr>
          </a:p>
        </p:txBody>
      </p:sp>
      <p:sp>
        <p:nvSpPr>
          <p:cNvPr id="278541" name="AutoShape 13">
            <a:extLst>
              <a:ext uri="{FF2B5EF4-FFF2-40B4-BE49-F238E27FC236}">
                <a16:creationId xmlns:a16="http://schemas.microsoft.com/office/drawing/2014/main" id="{DCC2FB9E-7518-A92F-92AE-F1624D67AB69}"/>
              </a:ext>
            </a:extLst>
          </p:cNvPr>
          <p:cNvSpPr>
            <a:spLocks noChangeArrowheads="1"/>
          </p:cNvSpPr>
          <p:nvPr/>
        </p:nvSpPr>
        <p:spPr bwMode="auto">
          <a:xfrm>
            <a:off x="4343400" y="7620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278542" name="AutoShape 14">
            <a:extLst>
              <a:ext uri="{FF2B5EF4-FFF2-40B4-BE49-F238E27FC236}">
                <a16:creationId xmlns:a16="http://schemas.microsoft.com/office/drawing/2014/main" id="{D2E84841-BFAC-4493-73F3-8CC3979F7973}"/>
              </a:ext>
            </a:extLst>
          </p:cNvPr>
          <p:cNvSpPr>
            <a:spLocks noChangeArrowheads="1"/>
          </p:cNvSpPr>
          <p:nvPr/>
        </p:nvSpPr>
        <p:spPr bwMode="auto">
          <a:xfrm>
            <a:off x="5867400" y="12192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21519" name="Text Box 15">
            <a:extLst>
              <a:ext uri="{FF2B5EF4-FFF2-40B4-BE49-F238E27FC236}">
                <a16:creationId xmlns:a16="http://schemas.microsoft.com/office/drawing/2014/main" id="{34B86ED5-6E44-F19B-B49E-D3B5D21E3611}"/>
              </a:ext>
            </a:extLst>
          </p:cNvPr>
          <p:cNvSpPr txBox="1">
            <a:spLocks noChangeArrowheads="1"/>
          </p:cNvSpPr>
          <p:nvPr/>
        </p:nvSpPr>
        <p:spPr bwMode="auto">
          <a:xfrm>
            <a:off x="2178050" y="1676400"/>
            <a:ext cx="414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a:t>
            </a:r>
            <a:endParaRPr kumimoji="1" lang="en-US" altLang="zh-CN" sz="2400">
              <a:latin typeface="Times New Roman" panose="02020603050405020304" pitchFamily="18" charset="0"/>
              <a:ea typeface="宋体" panose="02010600030101010101" pitchFamily="2" charset="-122"/>
            </a:endParaRPr>
          </a:p>
        </p:txBody>
      </p:sp>
      <p:sp>
        <p:nvSpPr>
          <p:cNvPr id="21520" name="Text Box 16">
            <a:extLst>
              <a:ext uri="{FF2B5EF4-FFF2-40B4-BE49-F238E27FC236}">
                <a16:creationId xmlns:a16="http://schemas.microsoft.com/office/drawing/2014/main" id="{6FB3C1AA-60D4-9B85-170F-3D87CA2710A5}"/>
              </a:ext>
            </a:extLst>
          </p:cNvPr>
          <p:cNvSpPr txBox="1">
            <a:spLocks noChangeArrowheads="1"/>
          </p:cNvSpPr>
          <p:nvPr/>
        </p:nvSpPr>
        <p:spPr bwMode="auto">
          <a:xfrm>
            <a:off x="2178050" y="3810000"/>
            <a:ext cx="544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         </a:t>
            </a:r>
            <a:r>
              <a:rPr kumimoji="1" lang="en-US" altLang="zh-CN" sz="2400" b="1" i="1">
                <a:latin typeface="Times New Roman" panose="02020603050405020304" pitchFamily="18" charset="0"/>
                <a:ea typeface="宋体" panose="02010600030101010101" pitchFamily="2" charset="-122"/>
              </a:rPr>
              <a:t>temp</a:t>
            </a:r>
            <a:endParaRPr kumimoji="1" lang="en-US" altLang="zh-CN" sz="2400">
              <a:latin typeface="Times New Roman" panose="02020603050405020304" pitchFamily="18" charset="0"/>
              <a:ea typeface="宋体" panose="02010600030101010101" pitchFamily="2" charset="-122"/>
            </a:endParaRPr>
          </a:p>
        </p:txBody>
      </p:sp>
      <p:sp>
        <p:nvSpPr>
          <p:cNvPr id="278545" name="AutoShape 17">
            <a:extLst>
              <a:ext uri="{FF2B5EF4-FFF2-40B4-BE49-F238E27FC236}">
                <a16:creationId xmlns:a16="http://schemas.microsoft.com/office/drawing/2014/main" id="{D8DE9B8B-D2E2-D1FD-D53D-315B7480B595}"/>
              </a:ext>
            </a:extLst>
          </p:cNvPr>
          <p:cNvSpPr>
            <a:spLocks noChangeArrowheads="1"/>
          </p:cNvSpPr>
          <p:nvPr/>
        </p:nvSpPr>
        <p:spPr bwMode="auto">
          <a:xfrm>
            <a:off x="2057400" y="29718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278546" name="AutoShape 18">
            <a:extLst>
              <a:ext uri="{FF2B5EF4-FFF2-40B4-BE49-F238E27FC236}">
                <a16:creationId xmlns:a16="http://schemas.microsoft.com/office/drawing/2014/main" id="{54D6E82F-1B4C-C93D-4DE3-385C1EC741AE}"/>
              </a:ext>
            </a:extLst>
          </p:cNvPr>
          <p:cNvSpPr>
            <a:spLocks noChangeArrowheads="1"/>
          </p:cNvSpPr>
          <p:nvPr/>
        </p:nvSpPr>
        <p:spPr bwMode="auto">
          <a:xfrm>
            <a:off x="5105400" y="2590800"/>
            <a:ext cx="533400" cy="1143000"/>
          </a:xfrm>
          <a:prstGeom prst="can">
            <a:avLst>
              <a:gd name="adj" fmla="val 53571"/>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49</a:t>
            </a:r>
            <a:endParaRPr lang="en-US" altLang="zh-CN">
              <a:solidFill>
                <a:srgbClr val="FFFFCC"/>
              </a:solidFill>
              <a:effectLst>
                <a:outerShdw blurRad="38100" dist="38100" dir="2700000" algn="tl">
                  <a:srgbClr val="000000"/>
                </a:outerShdw>
              </a:effectLst>
            </a:endParaRPr>
          </a:p>
        </p:txBody>
      </p:sp>
      <p:sp>
        <p:nvSpPr>
          <p:cNvPr id="278547" name="AutoShape 19">
            <a:extLst>
              <a:ext uri="{FF2B5EF4-FFF2-40B4-BE49-F238E27FC236}">
                <a16:creationId xmlns:a16="http://schemas.microsoft.com/office/drawing/2014/main" id="{97416164-91EE-C50A-CE53-30369C6C458E}"/>
              </a:ext>
            </a:extLst>
          </p:cNvPr>
          <p:cNvSpPr>
            <a:spLocks noChangeArrowheads="1"/>
          </p:cNvSpPr>
          <p:nvPr/>
        </p:nvSpPr>
        <p:spPr bwMode="auto">
          <a:xfrm>
            <a:off x="4343400" y="28956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278548" name="AutoShape 20">
            <a:extLst>
              <a:ext uri="{FF2B5EF4-FFF2-40B4-BE49-F238E27FC236}">
                <a16:creationId xmlns:a16="http://schemas.microsoft.com/office/drawing/2014/main" id="{58E30CF1-7B25-BEB5-2EDF-E00103BB376D}"/>
              </a:ext>
            </a:extLst>
          </p:cNvPr>
          <p:cNvSpPr>
            <a:spLocks noChangeArrowheads="1"/>
          </p:cNvSpPr>
          <p:nvPr/>
        </p:nvSpPr>
        <p:spPr bwMode="auto">
          <a:xfrm>
            <a:off x="5867400" y="33528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21525" name="Text Box 21">
            <a:extLst>
              <a:ext uri="{FF2B5EF4-FFF2-40B4-BE49-F238E27FC236}">
                <a16:creationId xmlns:a16="http://schemas.microsoft.com/office/drawing/2014/main" id="{0ECA73AD-E393-EEDB-8468-C0CB64CEDE8C}"/>
              </a:ext>
            </a:extLst>
          </p:cNvPr>
          <p:cNvSpPr txBox="1">
            <a:spLocks noChangeArrowheads="1"/>
          </p:cNvSpPr>
          <p:nvPr/>
        </p:nvSpPr>
        <p:spPr bwMode="auto">
          <a:xfrm>
            <a:off x="2179638" y="5867400"/>
            <a:ext cx="544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         </a:t>
            </a:r>
            <a:r>
              <a:rPr kumimoji="1" lang="en-US" altLang="zh-CN" sz="2400" b="1" i="1">
                <a:latin typeface="Times New Roman" panose="02020603050405020304" pitchFamily="18" charset="0"/>
                <a:ea typeface="宋体" panose="02010600030101010101" pitchFamily="2" charset="-122"/>
              </a:rPr>
              <a:t>temp</a:t>
            </a:r>
            <a:endParaRPr kumimoji="1" lang="en-US" altLang="zh-CN" sz="2400">
              <a:latin typeface="Times New Roman" panose="02020603050405020304" pitchFamily="18" charset="0"/>
              <a:ea typeface="宋体" panose="02010600030101010101" pitchFamily="2" charset="-122"/>
            </a:endParaRPr>
          </a:p>
        </p:txBody>
      </p:sp>
      <p:sp>
        <p:nvSpPr>
          <p:cNvPr id="278550" name="AutoShape 22">
            <a:extLst>
              <a:ext uri="{FF2B5EF4-FFF2-40B4-BE49-F238E27FC236}">
                <a16:creationId xmlns:a16="http://schemas.microsoft.com/office/drawing/2014/main" id="{CEFBF331-5825-C3A9-63C2-6EAFAF9E283B}"/>
              </a:ext>
            </a:extLst>
          </p:cNvPr>
          <p:cNvSpPr>
            <a:spLocks noChangeArrowheads="1"/>
          </p:cNvSpPr>
          <p:nvPr/>
        </p:nvSpPr>
        <p:spPr bwMode="auto">
          <a:xfrm>
            <a:off x="2057400" y="4953000"/>
            <a:ext cx="533400" cy="762000"/>
          </a:xfrm>
          <a:prstGeom prst="can">
            <a:avLst>
              <a:gd name="adj" fmla="val 35714"/>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21</a:t>
            </a:r>
            <a:endParaRPr lang="en-US" altLang="zh-CN">
              <a:effectLst>
                <a:outerShdw blurRad="38100" dist="38100" dir="2700000" algn="tl">
                  <a:srgbClr val="C0C0C0"/>
                </a:outerShdw>
              </a:effectLst>
            </a:endParaRPr>
          </a:p>
        </p:txBody>
      </p:sp>
      <p:sp>
        <p:nvSpPr>
          <p:cNvPr id="278551" name="AutoShape 23">
            <a:extLst>
              <a:ext uri="{FF2B5EF4-FFF2-40B4-BE49-F238E27FC236}">
                <a16:creationId xmlns:a16="http://schemas.microsoft.com/office/drawing/2014/main" id="{5ADA8EFF-092F-E371-C97E-8DF550A7A6B1}"/>
              </a:ext>
            </a:extLst>
          </p:cNvPr>
          <p:cNvSpPr>
            <a:spLocks noChangeArrowheads="1"/>
          </p:cNvSpPr>
          <p:nvPr/>
        </p:nvSpPr>
        <p:spPr bwMode="auto">
          <a:xfrm>
            <a:off x="3505200" y="48768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b="1">
              <a:solidFill>
                <a:srgbClr val="FFFFCC"/>
              </a:solidFill>
              <a:effectLst>
                <a:outerShdw blurRad="38100" dist="38100" dir="2700000" algn="tl">
                  <a:srgbClr val="000000"/>
                </a:outerShdw>
              </a:effectLst>
            </a:endParaRPr>
          </a:p>
        </p:txBody>
      </p:sp>
      <p:sp>
        <p:nvSpPr>
          <p:cNvPr id="278552" name="AutoShape 24">
            <a:extLst>
              <a:ext uri="{FF2B5EF4-FFF2-40B4-BE49-F238E27FC236}">
                <a16:creationId xmlns:a16="http://schemas.microsoft.com/office/drawing/2014/main" id="{5F22FC86-BE75-E920-AB7E-87FB611DCBFE}"/>
              </a:ext>
            </a:extLst>
          </p:cNvPr>
          <p:cNvSpPr>
            <a:spLocks noChangeArrowheads="1"/>
          </p:cNvSpPr>
          <p:nvPr/>
        </p:nvSpPr>
        <p:spPr bwMode="auto">
          <a:xfrm>
            <a:off x="5105400" y="4648200"/>
            <a:ext cx="533400" cy="1143000"/>
          </a:xfrm>
          <a:prstGeom prst="can">
            <a:avLst>
              <a:gd name="adj" fmla="val 53571"/>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49</a:t>
            </a:r>
            <a:endParaRPr lang="en-US" altLang="zh-CN">
              <a:solidFill>
                <a:srgbClr val="FFFFCC"/>
              </a:solidFill>
              <a:effectLst>
                <a:outerShdw blurRad="38100" dist="38100" dir="2700000" algn="tl">
                  <a:srgbClr val="000000"/>
                </a:outerShdw>
              </a:effectLst>
            </a:endParaRPr>
          </a:p>
        </p:txBody>
      </p:sp>
      <p:sp>
        <p:nvSpPr>
          <p:cNvPr id="278553" name="AutoShape 25">
            <a:extLst>
              <a:ext uri="{FF2B5EF4-FFF2-40B4-BE49-F238E27FC236}">
                <a16:creationId xmlns:a16="http://schemas.microsoft.com/office/drawing/2014/main" id="{958F9DF4-EE0F-EE4C-2E94-5F13B722E0FD}"/>
              </a:ext>
            </a:extLst>
          </p:cNvPr>
          <p:cNvSpPr>
            <a:spLocks noChangeArrowheads="1"/>
          </p:cNvSpPr>
          <p:nvPr/>
        </p:nvSpPr>
        <p:spPr bwMode="auto">
          <a:xfrm>
            <a:off x="4343400" y="48768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278554" name="AutoShape 26">
            <a:extLst>
              <a:ext uri="{FF2B5EF4-FFF2-40B4-BE49-F238E27FC236}">
                <a16:creationId xmlns:a16="http://schemas.microsoft.com/office/drawing/2014/main" id="{54A7B098-E92A-8E3B-C6CE-30FB448485C4}"/>
              </a:ext>
            </a:extLst>
          </p:cNvPr>
          <p:cNvSpPr>
            <a:spLocks noChangeArrowheads="1"/>
          </p:cNvSpPr>
          <p:nvPr/>
        </p:nvSpPr>
        <p:spPr bwMode="auto">
          <a:xfrm>
            <a:off x="6934200" y="30480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78555" name="AutoShape 27">
            <a:extLst>
              <a:ext uri="{FF2B5EF4-FFF2-40B4-BE49-F238E27FC236}">
                <a16:creationId xmlns:a16="http://schemas.microsoft.com/office/drawing/2014/main" id="{A0E6E034-07E3-EE36-26AB-631B871C1189}"/>
              </a:ext>
            </a:extLst>
          </p:cNvPr>
          <p:cNvSpPr>
            <a:spLocks noChangeArrowheads="1"/>
          </p:cNvSpPr>
          <p:nvPr/>
        </p:nvSpPr>
        <p:spPr bwMode="auto">
          <a:xfrm>
            <a:off x="5867400" y="54102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278556" name="AutoShape 28">
            <a:extLst>
              <a:ext uri="{FF2B5EF4-FFF2-40B4-BE49-F238E27FC236}">
                <a16:creationId xmlns:a16="http://schemas.microsoft.com/office/drawing/2014/main" id="{B4070BD3-2686-2989-D1C4-E3DBFAACC7E1}"/>
              </a:ext>
            </a:extLst>
          </p:cNvPr>
          <p:cNvSpPr>
            <a:spLocks noChangeArrowheads="1"/>
          </p:cNvSpPr>
          <p:nvPr/>
        </p:nvSpPr>
        <p:spPr bwMode="auto">
          <a:xfrm>
            <a:off x="6934200" y="51054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1533" name="Line 29">
            <a:extLst>
              <a:ext uri="{FF2B5EF4-FFF2-40B4-BE49-F238E27FC236}">
                <a16:creationId xmlns:a16="http://schemas.microsoft.com/office/drawing/2014/main" id="{834D7260-369A-1506-6276-1BD40B5EBE23}"/>
              </a:ext>
            </a:extLst>
          </p:cNvPr>
          <p:cNvSpPr>
            <a:spLocks noChangeShapeType="1"/>
          </p:cNvSpPr>
          <p:nvPr/>
        </p:nvSpPr>
        <p:spPr bwMode="auto">
          <a:xfrm>
            <a:off x="2286000" y="6324600"/>
            <a:ext cx="8382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8558" name="AutoShape 30">
            <a:extLst>
              <a:ext uri="{FF2B5EF4-FFF2-40B4-BE49-F238E27FC236}">
                <a16:creationId xmlns:a16="http://schemas.microsoft.com/office/drawing/2014/main" id="{0E07B15E-B73F-430D-8E8C-116A17C050B4}"/>
              </a:ext>
            </a:extLst>
          </p:cNvPr>
          <p:cNvSpPr>
            <a:spLocks noChangeArrowheads="1"/>
          </p:cNvSpPr>
          <p:nvPr/>
        </p:nvSpPr>
        <p:spPr bwMode="auto">
          <a:xfrm>
            <a:off x="6934200" y="9144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78559" name="AutoShape 31">
            <a:extLst>
              <a:ext uri="{FF2B5EF4-FFF2-40B4-BE49-F238E27FC236}">
                <a16:creationId xmlns:a16="http://schemas.microsoft.com/office/drawing/2014/main" id="{74CF94C7-F443-7D70-C2A5-8D727C72E8DF}"/>
              </a:ext>
            </a:extLst>
          </p:cNvPr>
          <p:cNvSpPr>
            <a:spLocks noChangeArrowheads="1"/>
          </p:cNvSpPr>
          <p:nvPr/>
        </p:nvSpPr>
        <p:spPr bwMode="auto">
          <a:xfrm>
            <a:off x="3581400" y="28956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278560" name="AutoShape 32">
            <a:extLst>
              <a:ext uri="{FF2B5EF4-FFF2-40B4-BE49-F238E27FC236}">
                <a16:creationId xmlns:a16="http://schemas.microsoft.com/office/drawing/2014/main" id="{6B5417EF-B6DB-2750-75A4-4D6F50C47F9C}"/>
              </a:ext>
            </a:extLst>
          </p:cNvPr>
          <p:cNvSpPr>
            <a:spLocks noChangeArrowheads="1"/>
          </p:cNvSpPr>
          <p:nvPr/>
        </p:nvSpPr>
        <p:spPr bwMode="auto">
          <a:xfrm>
            <a:off x="2743200" y="49530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21537" name="Line 33">
            <a:extLst>
              <a:ext uri="{FF2B5EF4-FFF2-40B4-BE49-F238E27FC236}">
                <a16:creationId xmlns:a16="http://schemas.microsoft.com/office/drawing/2014/main" id="{739731E1-AAA3-C94A-2D5C-B69F199FB4BE}"/>
              </a:ext>
            </a:extLst>
          </p:cNvPr>
          <p:cNvSpPr>
            <a:spLocks noChangeShapeType="1"/>
          </p:cNvSpPr>
          <p:nvPr/>
        </p:nvSpPr>
        <p:spPr bwMode="auto">
          <a:xfrm>
            <a:off x="3810000" y="2133600"/>
            <a:ext cx="8382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8" name="Line 34">
            <a:extLst>
              <a:ext uri="{FF2B5EF4-FFF2-40B4-BE49-F238E27FC236}">
                <a16:creationId xmlns:a16="http://schemas.microsoft.com/office/drawing/2014/main" id="{DD4B83F4-B102-3C32-B2CC-B027CA0B885B}"/>
              </a:ext>
            </a:extLst>
          </p:cNvPr>
          <p:cNvSpPr>
            <a:spLocks noChangeShapeType="1"/>
          </p:cNvSpPr>
          <p:nvPr/>
        </p:nvSpPr>
        <p:spPr bwMode="auto">
          <a:xfrm>
            <a:off x="3048000" y="4267200"/>
            <a:ext cx="838200" cy="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8563" name="Text Box 35">
            <a:extLst>
              <a:ext uri="{FF2B5EF4-FFF2-40B4-BE49-F238E27FC236}">
                <a16:creationId xmlns:a16="http://schemas.microsoft.com/office/drawing/2014/main" id="{9D72C21D-623C-6826-CD21-0D3A1D32C5CD}"/>
              </a:ext>
            </a:extLst>
          </p:cNvPr>
          <p:cNvSpPr txBox="1">
            <a:spLocks noChangeArrowheads="1"/>
          </p:cNvSpPr>
          <p:nvPr/>
        </p:nvSpPr>
        <p:spPr bwMode="auto">
          <a:xfrm>
            <a:off x="457200" y="457200"/>
            <a:ext cx="935038" cy="968375"/>
          </a:xfrm>
          <a:prstGeom prst="rect">
            <a:avLst/>
          </a:prstGeom>
          <a:noFill/>
          <a:ln w="9525">
            <a:noFill/>
            <a:miter lim="800000"/>
            <a:headEnd/>
            <a:tailEnd/>
          </a:ln>
        </p:spPr>
        <p:txBody>
          <a:bodyPr wrap="none">
            <a:spAutoFit/>
          </a:bodyPr>
          <a:lstStyle/>
          <a:p>
            <a:pPr>
              <a:lnSpc>
                <a:spcPct val="90000"/>
              </a:lnSpc>
              <a:defRPr/>
            </a:pPr>
            <a:r>
              <a:rPr lang="en-US" altLang="zh-CN" sz="3200" b="1" i="1">
                <a:solidFill>
                  <a:schemeClr val="hlink"/>
                </a:solidFill>
                <a:effectLst>
                  <a:outerShdw blurRad="38100" dist="38100" dir="2700000" algn="tl">
                    <a:srgbClr val="C0C0C0"/>
                  </a:outerShdw>
                </a:effectLst>
              </a:rPr>
              <a:t>i </a:t>
            </a:r>
            <a:r>
              <a:rPr lang="en-US" altLang="zh-CN" sz="3200" b="1">
                <a:solidFill>
                  <a:schemeClr val="hlink"/>
                </a:solidFill>
                <a:effectLst>
                  <a:outerShdw blurRad="38100" dist="38100" dir="2700000" algn="tl">
                    <a:srgbClr val="C0C0C0"/>
                  </a:outerShdw>
                </a:effectLst>
              </a:rPr>
              <a:t>= 4</a:t>
            </a:r>
          </a:p>
          <a:p>
            <a:pPr>
              <a:lnSpc>
                <a:spcPct val="90000"/>
              </a:lnSpc>
              <a:defRPr/>
            </a:pPr>
            <a:r>
              <a:rPr lang="en-US" altLang="zh-CN" sz="3200" b="1" i="1">
                <a:solidFill>
                  <a:schemeClr val="hlink"/>
                </a:solidFill>
                <a:effectLst>
                  <a:outerShdw blurRad="38100" dist="38100" dir="2700000" algn="tl">
                    <a:srgbClr val="C0C0C0"/>
                  </a:outerShdw>
                </a:effectLst>
              </a:rPr>
              <a:t>j </a:t>
            </a:r>
            <a:r>
              <a:rPr lang="en-US" altLang="zh-CN" sz="3200" b="1">
                <a:solidFill>
                  <a:schemeClr val="hlink"/>
                </a:solidFill>
                <a:effectLst>
                  <a:outerShdw blurRad="38100" dist="38100" dir="2700000" algn="tl">
                    <a:srgbClr val="C0C0C0"/>
                  </a:outerShdw>
                </a:effectLst>
              </a:rPr>
              <a:t>= 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278564" name="Text Box 36">
            <a:extLst>
              <a:ext uri="{FF2B5EF4-FFF2-40B4-BE49-F238E27FC236}">
                <a16:creationId xmlns:a16="http://schemas.microsoft.com/office/drawing/2014/main" id="{B10E2F07-FBD9-2FAC-51E9-3392F282FACF}"/>
              </a:ext>
            </a:extLst>
          </p:cNvPr>
          <p:cNvSpPr txBox="1">
            <a:spLocks noChangeArrowheads="1"/>
          </p:cNvSpPr>
          <p:nvPr/>
        </p:nvSpPr>
        <p:spPr bwMode="auto">
          <a:xfrm>
            <a:off x="457200" y="2613025"/>
            <a:ext cx="935038" cy="968375"/>
          </a:xfrm>
          <a:prstGeom prst="rect">
            <a:avLst/>
          </a:prstGeom>
          <a:noFill/>
          <a:ln w="9525">
            <a:noFill/>
            <a:miter lim="800000"/>
            <a:headEnd/>
            <a:tailEnd/>
          </a:ln>
        </p:spPr>
        <p:txBody>
          <a:bodyPr wrap="none">
            <a:spAutoFit/>
          </a:bodyPr>
          <a:lstStyle/>
          <a:p>
            <a:pPr>
              <a:lnSpc>
                <a:spcPct val="90000"/>
              </a:lnSpc>
              <a:defRPr/>
            </a:pPr>
            <a:r>
              <a:rPr lang="en-US" altLang="zh-CN" sz="3200" b="1" i="1">
                <a:solidFill>
                  <a:schemeClr val="hlink"/>
                </a:solidFill>
                <a:effectLst>
                  <a:outerShdw blurRad="38100" dist="38100" dir="2700000" algn="tl">
                    <a:srgbClr val="C0C0C0"/>
                  </a:outerShdw>
                </a:effectLst>
              </a:rPr>
              <a:t>i </a:t>
            </a:r>
            <a:r>
              <a:rPr lang="en-US" altLang="zh-CN" sz="3200" b="1">
                <a:solidFill>
                  <a:schemeClr val="hlink"/>
                </a:solidFill>
                <a:effectLst>
                  <a:outerShdw blurRad="38100" dist="38100" dir="2700000" algn="tl">
                    <a:srgbClr val="C0C0C0"/>
                  </a:outerShdw>
                </a:effectLst>
              </a:rPr>
              <a:t>= 4</a:t>
            </a:r>
          </a:p>
          <a:p>
            <a:pPr>
              <a:lnSpc>
                <a:spcPct val="90000"/>
              </a:lnSpc>
              <a:defRPr/>
            </a:pPr>
            <a:r>
              <a:rPr lang="en-US" altLang="zh-CN" sz="3200" b="1" i="1">
                <a:solidFill>
                  <a:schemeClr val="hlink"/>
                </a:solidFill>
                <a:effectLst>
                  <a:outerShdw blurRad="38100" dist="38100" dir="2700000" algn="tl">
                    <a:srgbClr val="C0C0C0"/>
                  </a:outerShdw>
                </a:effectLst>
              </a:rPr>
              <a:t>j </a:t>
            </a:r>
            <a:r>
              <a:rPr lang="en-US" altLang="zh-CN" sz="3200" b="1">
                <a:solidFill>
                  <a:schemeClr val="hlink"/>
                </a:solidFill>
                <a:effectLst>
                  <a:outerShdw blurRad="38100" dist="38100" dir="2700000" algn="tl">
                    <a:srgbClr val="C0C0C0"/>
                  </a:outerShdw>
                </a:effectLst>
              </a:rPr>
              <a:t>= 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278565" name="Text Box 37">
            <a:extLst>
              <a:ext uri="{FF2B5EF4-FFF2-40B4-BE49-F238E27FC236}">
                <a16:creationId xmlns:a16="http://schemas.microsoft.com/office/drawing/2014/main" id="{BA99A10C-AEDC-C21F-EF0C-D7DDDCA56991}"/>
              </a:ext>
            </a:extLst>
          </p:cNvPr>
          <p:cNvSpPr txBox="1">
            <a:spLocks noChangeArrowheads="1"/>
          </p:cNvSpPr>
          <p:nvPr/>
        </p:nvSpPr>
        <p:spPr bwMode="auto">
          <a:xfrm>
            <a:off x="457200" y="4670425"/>
            <a:ext cx="1141413" cy="968375"/>
          </a:xfrm>
          <a:prstGeom prst="rect">
            <a:avLst/>
          </a:prstGeom>
          <a:noFill/>
          <a:ln w="9525">
            <a:noFill/>
            <a:miter lim="800000"/>
            <a:headEnd/>
            <a:tailEnd/>
          </a:ln>
        </p:spPr>
        <p:txBody>
          <a:bodyPr wrap="none">
            <a:spAutoFit/>
          </a:bodyPr>
          <a:lstStyle/>
          <a:p>
            <a:pPr>
              <a:lnSpc>
                <a:spcPct val="90000"/>
              </a:lnSpc>
              <a:defRPr/>
            </a:pPr>
            <a:r>
              <a:rPr lang="en-US" altLang="zh-CN" sz="3200" b="1" i="1">
                <a:solidFill>
                  <a:schemeClr val="hlink"/>
                </a:solidFill>
                <a:effectLst>
                  <a:outerShdw blurRad="38100" dist="38100" dir="2700000" algn="tl">
                    <a:srgbClr val="C0C0C0"/>
                  </a:outerShdw>
                </a:effectLst>
              </a:rPr>
              <a:t>i </a:t>
            </a:r>
            <a:r>
              <a:rPr lang="en-US" altLang="zh-CN" sz="3200" b="1">
                <a:solidFill>
                  <a:schemeClr val="hlink"/>
                </a:solidFill>
                <a:effectLst>
                  <a:outerShdw blurRad="38100" dist="38100" dir="2700000" algn="tl">
                    <a:srgbClr val="C0C0C0"/>
                  </a:outerShdw>
                </a:effectLst>
              </a:rPr>
              <a:t>= 4</a:t>
            </a:r>
          </a:p>
          <a:p>
            <a:pPr>
              <a:lnSpc>
                <a:spcPct val="90000"/>
              </a:lnSpc>
              <a:defRPr/>
            </a:pPr>
            <a:r>
              <a:rPr lang="en-US" altLang="zh-CN" sz="3200" b="1" i="1">
                <a:solidFill>
                  <a:schemeClr val="hlink"/>
                </a:solidFill>
                <a:effectLst>
                  <a:outerShdw blurRad="38100" dist="38100" dir="2700000" algn="tl">
                    <a:srgbClr val="C0C0C0"/>
                  </a:outerShdw>
                </a:effectLst>
              </a:rPr>
              <a:t>j </a:t>
            </a:r>
            <a:r>
              <a:rPr lang="en-US" altLang="zh-CN" sz="3200" b="1">
                <a:solidFill>
                  <a:schemeClr val="hlink"/>
                </a:solidFill>
                <a:effectLst>
                  <a:outerShdw blurRad="38100" dist="38100" dir="2700000" algn="tl">
                    <a:srgbClr val="C0C0C0"/>
                  </a:outerShdw>
                </a:effectLst>
              </a:rPr>
              <a:t>= </a:t>
            </a:r>
            <a:r>
              <a:rPr lang="en-US" altLang="zh-CN" sz="3200" b="1">
                <a:solidFill>
                  <a:schemeClr val="hlink"/>
                </a:solidFill>
                <a:effectLst>
                  <a:outerShdw blurRad="38100" dist="38100" dir="2700000" algn="tl">
                    <a:srgbClr val="C0C0C0"/>
                  </a:outerShdw>
                </a:effectLst>
                <a:latin typeface="宋体" pitchFamily="2" charset="-122"/>
              </a:rPr>
              <a:t>-</a:t>
            </a:r>
            <a:r>
              <a:rPr lang="en-US" altLang="zh-CN" sz="3200" b="1">
                <a:solidFill>
                  <a:schemeClr val="hlink"/>
                </a:solidFill>
                <a:effectLst>
                  <a:outerShdw blurRad="38100" dist="38100" dir="2700000" algn="tl">
                    <a:srgbClr val="C0C0C0"/>
                  </a:outerShdw>
                </a:effectLst>
              </a:rPr>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21542" name="Line 38">
            <a:extLst>
              <a:ext uri="{FF2B5EF4-FFF2-40B4-BE49-F238E27FC236}">
                <a16:creationId xmlns:a16="http://schemas.microsoft.com/office/drawing/2014/main" id="{EBE2B5A1-5103-74A3-58DD-1E76D638DDA3}"/>
              </a:ext>
            </a:extLst>
          </p:cNvPr>
          <p:cNvSpPr>
            <a:spLocks noChangeShapeType="1"/>
          </p:cNvSpPr>
          <p:nvPr/>
        </p:nvSpPr>
        <p:spPr bwMode="auto">
          <a:xfrm flipH="1">
            <a:off x="2286000" y="6400800"/>
            <a:ext cx="4876800" cy="0"/>
          </a:xfrm>
          <a:prstGeom prst="line">
            <a:avLst/>
          </a:prstGeom>
          <a:noFill/>
          <a:ln w="19050">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8567" name="AutoShape 39">
            <a:extLst>
              <a:ext uri="{FF2B5EF4-FFF2-40B4-BE49-F238E27FC236}">
                <a16:creationId xmlns:a16="http://schemas.microsoft.com/office/drawing/2014/main" id="{5AF6AE90-38C9-6FA5-0124-E85FF3684EB0}"/>
              </a:ext>
            </a:extLst>
          </p:cNvPr>
          <p:cNvSpPr>
            <a:spLocks noChangeArrowheads="1"/>
          </p:cNvSpPr>
          <p:nvPr/>
        </p:nvSpPr>
        <p:spPr bwMode="auto">
          <a:xfrm>
            <a:off x="1752600" y="48006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 name="灯片编号占位符 1">
            <a:extLst>
              <a:ext uri="{FF2B5EF4-FFF2-40B4-BE49-F238E27FC236}">
                <a16:creationId xmlns:a16="http://schemas.microsoft.com/office/drawing/2014/main" id="{3087FD45-FF9C-7B74-62C5-23CB20510942}"/>
              </a:ext>
            </a:extLst>
          </p:cNvPr>
          <p:cNvSpPr>
            <a:spLocks noGrp="1"/>
          </p:cNvSpPr>
          <p:nvPr>
            <p:ph type="sldNum" sz="quarter" idx="12"/>
          </p:nvPr>
        </p:nvSpPr>
        <p:spPr/>
        <p:txBody>
          <a:bodyPr/>
          <a:lstStyle/>
          <a:p>
            <a:pPr>
              <a:defRPr/>
            </a:pPr>
            <a:fld id="{04E4ECFC-90A4-46B6-B7C1-F55F5037C096}" type="slidenum">
              <a:rPr lang="en-US" altLang="zh-CN" smtClean="0"/>
              <a:pPr>
                <a:defRPr/>
              </a:pPr>
              <a:t>15</a:t>
            </a:fld>
            <a:endParaRPr lang="en-US" altLang="zh-CN"/>
          </a:p>
        </p:txBody>
      </p:sp>
    </p:spTree>
  </p:cSld>
  <p:clrMapOvr>
    <a:masterClrMapping/>
  </p:clrMapOvr>
  <p:transition>
    <p:spli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3AA1545-5F5A-16FC-E6DA-1D78C2E7EDEC}"/>
              </a:ext>
            </a:extLst>
          </p:cNvPr>
          <p:cNvSpPr>
            <a:spLocks noGrp="1"/>
          </p:cNvSpPr>
          <p:nvPr>
            <p:ph type="title"/>
          </p:nvPr>
        </p:nvSpPr>
        <p:spPr/>
        <p:txBody>
          <a:bodyPr/>
          <a:lstStyle/>
          <a:p>
            <a:r>
              <a:rPr lang="zh-CN" altLang="en-US" dirty="0"/>
              <a:t>简单插入排序算法程序</a:t>
            </a:r>
          </a:p>
        </p:txBody>
      </p:sp>
      <p:sp>
        <p:nvSpPr>
          <p:cNvPr id="3" name="内容占位符 2">
            <a:extLst>
              <a:ext uri="{FF2B5EF4-FFF2-40B4-BE49-F238E27FC236}">
                <a16:creationId xmlns:a16="http://schemas.microsoft.com/office/drawing/2014/main" id="{2A2041D0-4930-476E-9766-9843126D38C8}"/>
              </a:ext>
            </a:extLst>
          </p:cNvPr>
          <p:cNvSpPr>
            <a:spLocks noGrp="1"/>
          </p:cNvSpPr>
          <p:nvPr>
            <p:ph idx="1"/>
          </p:nvPr>
        </p:nvSpPr>
        <p:spPr/>
        <p:txBody>
          <a:bodyPr>
            <a:normAutofit fontScale="55000" lnSpcReduction="20000"/>
          </a:bodyPr>
          <a:lstStyle/>
          <a:p>
            <a:pPr marL="0" indent="0">
              <a:buNone/>
            </a:pPr>
            <a:r>
              <a:rPr lang="en-US" altLang="zh-CN" dirty="0"/>
              <a:t>template &lt;class T&gt; </a:t>
            </a:r>
          </a:p>
          <a:p>
            <a:pPr marL="0" indent="0">
              <a:buNone/>
            </a:pPr>
            <a:r>
              <a:rPr lang="en-US" altLang="zh-CN" dirty="0"/>
              <a:t>void </a:t>
            </a:r>
            <a:r>
              <a:rPr lang="en-US" altLang="zh-CN" dirty="0" err="1"/>
              <a:t>InsertSort</a:t>
            </a:r>
            <a:r>
              <a:rPr lang="en-US" altLang="zh-CN" dirty="0"/>
              <a:t> (</a:t>
            </a:r>
            <a:r>
              <a:rPr lang="en-US" altLang="zh-CN" dirty="0" err="1"/>
              <a:t>dataList</a:t>
            </a:r>
            <a:r>
              <a:rPr lang="en-US" altLang="zh-CN" dirty="0"/>
              <a:t> &lt;T&gt; &amp;L, const int left, const int right) {</a:t>
            </a:r>
          </a:p>
          <a:p>
            <a:pPr marL="0" indent="0">
              <a:buNone/>
            </a:pPr>
            <a:r>
              <a:rPr lang="en-US" altLang="zh-CN" dirty="0"/>
              <a:t>    Element&lt;T&gt; temp;  int </a:t>
            </a:r>
            <a:r>
              <a:rPr lang="en-US" altLang="zh-CN" dirty="0" err="1"/>
              <a:t>i</a:t>
            </a:r>
            <a:r>
              <a:rPr lang="en-US" altLang="zh-CN" dirty="0"/>
              <a:t>, j; </a:t>
            </a:r>
          </a:p>
          <a:p>
            <a:pPr marL="0" indent="0">
              <a:buNone/>
            </a:pPr>
            <a:r>
              <a:rPr lang="en-US" altLang="zh-CN" dirty="0"/>
              <a:t>    for ( </a:t>
            </a:r>
            <a:r>
              <a:rPr lang="en-US" altLang="zh-CN" dirty="0" err="1"/>
              <a:t>i</a:t>
            </a:r>
            <a:r>
              <a:rPr lang="en-US" altLang="zh-CN" dirty="0"/>
              <a:t> = left +1; </a:t>
            </a:r>
            <a:r>
              <a:rPr lang="en-US" altLang="zh-CN" dirty="0" err="1"/>
              <a:t>i</a:t>
            </a:r>
            <a:r>
              <a:rPr lang="en-US" altLang="zh-CN" dirty="0"/>
              <a:t> &lt;= right; </a:t>
            </a:r>
            <a:r>
              <a:rPr lang="en-US" altLang="zh-CN" dirty="0" err="1"/>
              <a:t>i</a:t>
            </a:r>
            <a:r>
              <a:rPr lang="en-US" altLang="zh-CN" dirty="0"/>
              <a:t>++ ) </a:t>
            </a:r>
          </a:p>
          <a:p>
            <a:pPr marL="0" indent="0">
              <a:buNone/>
            </a:pPr>
            <a:r>
              <a:rPr lang="en-US" altLang="zh-CN" dirty="0"/>
              <a:t>       if ( L[</a:t>
            </a:r>
            <a:r>
              <a:rPr lang="en-US" altLang="zh-CN" dirty="0" err="1"/>
              <a:t>i</a:t>
            </a:r>
            <a:r>
              <a:rPr lang="en-US" altLang="zh-CN" dirty="0"/>
              <a:t>] &lt; L[i-1] ) {</a:t>
            </a:r>
          </a:p>
          <a:p>
            <a:pPr marL="0" indent="0">
              <a:buNone/>
            </a:pPr>
            <a:r>
              <a:rPr lang="en-US" altLang="zh-CN" dirty="0"/>
              <a:t>          temp = L[</a:t>
            </a:r>
            <a:r>
              <a:rPr lang="en-US" altLang="zh-CN" dirty="0" err="1"/>
              <a:t>i</a:t>
            </a:r>
            <a:r>
              <a:rPr lang="en-US" altLang="zh-CN" dirty="0"/>
              <a:t>]; j = </a:t>
            </a:r>
            <a:r>
              <a:rPr lang="en-US" altLang="zh-CN" dirty="0" err="1"/>
              <a:t>i</a:t>
            </a:r>
            <a:r>
              <a:rPr lang="en-US" altLang="zh-CN" dirty="0"/>
              <a:t> - 1;</a:t>
            </a:r>
          </a:p>
          <a:p>
            <a:pPr marL="0" indent="0">
              <a:buNone/>
            </a:pPr>
            <a:r>
              <a:rPr lang="en-US" altLang="zh-CN" dirty="0"/>
              <a:t>          do {</a:t>
            </a:r>
          </a:p>
          <a:p>
            <a:pPr marL="0" indent="0">
              <a:buNone/>
            </a:pPr>
            <a:r>
              <a:rPr lang="en-US" altLang="zh-CN" dirty="0"/>
              <a:t>               L[ j+1] = L[j]; j--;</a:t>
            </a:r>
          </a:p>
          <a:p>
            <a:pPr marL="0" indent="0">
              <a:buNone/>
            </a:pPr>
            <a:r>
              <a:rPr lang="en-US" altLang="zh-CN" dirty="0"/>
              <a:t>          } while(j&gt;= left &amp;&amp; temp &lt; L[j]);</a:t>
            </a:r>
          </a:p>
          <a:p>
            <a:pPr marL="0" indent="0">
              <a:buNone/>
            </a:pPr>
            <a:r>
              <a:rPr lang="en-US" altLang="zh-CN" dirty="0"/>
              <a:t>          L[j+1] = temp;</a:t>
            </a:r>
          </a:p>
          <a:p>
            <a:pPr marL="0" indent="0">
              <a:buNone/>
            </a:pPr>
            <a:r>
              <a:rPr lang="en-US" altLang="zh-CN" dirty="0"/>
              <a:t>       }</a:t>
            </a:r>
          </a:p>
          <a:p>
            <a:pPr marL="0" indent="0">
              <a:buNone/>
            </a:pPr>
            <a:r>
              <a:rPr lang="en-US" altLang="zh-CN" dirty="0"/>
              <a:t>} </a:t>
            </a:r>
            <a:endParaRPr lang="zh-CN" altLang="en-US" dirty="0"/>
          </a:p>
        </p:txBody>
      </p:sp>
      <p:sp>
        <p:nvSpPr>
          <p:cNvPr id="2" name="灯片编号占位符 1">
            <a:extLst>
              <a:ext uri="{FF2B5EF4-FFF2-40B4-BE49-F238E27FC236}">
                <a16:creationId xmlns:a16="http://schemas.microsoft.com/office/drawing/2014/main" id="{DD128C43-2495-6678-B36A-C8989D93595D}"/>
              </a:ext>
            </a:extLst>
          </p:cNvPr>
          <p:cNvSpPr>
            <a:spLocks noGrp="1"/>
          </p:cNvSpPr>
          <p:nvPr>
            <p:ph type="sldNum" sz="quarter" idx="12"/>
          </p:nvPr>
        </p:nvSpPr>
        <p:spPr/>
        <p:txBody>
          <a:bodyPr/>
          <a:lstStyle/>
          <a:p>
            <a:pPr>
              <a:defRPr/>
            </a:pPr>
            <a:fld id="{5F1DCF05-F1E6-414E-BAB4-65AA6A3D43BB}" type="slidenum">
              <a:rPr lang="en-US" altLang="zh-CN" smtClean="0"/>
              <a:pPr>
                <a:defRPr/>
              </a:pPr>
              <a:t>16</a:t>
            </a:fld>
            <a:endParaRPr lang="en-US" altLang="zh-CN"/>
          </a:p>
        </p:txBody>
      </p:sp>
    </p:spTree>
  </p:cSld>
  <p:clrMapOvr>
    <a:masterClrMapping/>
  </p:clrMapOvr>
  <p:transition>
    <p:spli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a:extLst>
              <a:ext uri="{FF2B5EF4-FFF2-40B4-BE49-F238E27FC236}">
                <a16:creationId xmlns:a16="http://schemas.microsoft.com/office/drawing/2014/main" id="{628D5229-2509-DCBE-44D4-009B24B05951}"/>
              </a:ext>
            </a:extLst>
          </p:cNvPr>
          <p:cNvSpPr>
            <a:spLocks noGrp="1" noChangeArrowheads="1"/>
          </p:cNvSpPr>
          <p:nvPr>
            <p:ph type="title"/>
          </p:nvPr>
        </p:nvSpPr>
        <p:spPr/>
        <p:txBody>
          <a:bodyPr/>
          <a:lstStyle/>
          <a:p>
            <a:r>
              <a:rPr lang="zh-CN" altLang="en-US" dirty="0"/>
              <a:t>算法分析（</a:t>
            </a:r>
            <a:r>
              <a:rPr lang="en-US" altLang="zh-CN" dirty="0"/>
              <a:t>1</a:t>
            </a:r>
            <a:r>
              <a:rPr lang="zh-CN" altLang="en-US" dirty="0"/>
              <a:t>）</a:t>
            </a:r>
          </a:p>
        </p:txBody>
      </p:sp>
      <p:sp>
        <p:nvSpPr>
          <p:cNvPr id="280579" name="Rectangle 3">
            <a:extLst>
              <a:ext uri="{FF2B5EF4-FFF2-40B4-BE49-F238E27FC236}">
                <a16:creationId xmlns:a16="http://schemas.microsoft.com/office/drawing/2014/main" id="{477A6D1A-2008-BFF3-067A-9C21966FDB84}"/>
              </a:ext>
            </a:extLst>
          </p:cNvPr>
          <p:cNvSpPr>
            <a:spLocks noGrp="1" noChangeArrowheads="1"/>
          </p:cNvSpPr>
          <p:nvPr>
            <p:ph type="body" idx="1"/>
          </p:nvPr>
        </p:nvSpPr>
        <p:spPr/>
        <p:txBody>
          <a:bodyPr>
            <a:normAutofit/>
          </a:bodyPr>
          <a:lstStyle/>
          <a:p>
            <a:r>
              <a:rPr lang="zh-CN" altLang="en-US" dirty="0"/>
              <a:t>设待排序元素个数为</a:t>
            </a:r>
            <a:r>
              <a:rPr lang="en-US" altLang="zh-CN" dirty="0"/>
              <a:t>n</a:t>
            </a:r>
            <a:r>
              <a:rPr lang="zh-CN" altLang="en-US" dirty="0"/>
              <a:t>，则该算法的</a:t>
            </a:r>
            <a:r>
              <a:rPr lang="en-US" altLang="zh-CN" dirty="0"/>
              <a:t>for</a:t>
            </a:r>
            <a:r>
              <a:rPr lang="zh-CN" altLang="en-US" dirty="0"/>
              <a:t>循环执行</a:t>
            </a:r>
            <a:r>
              <a:rPr lang="en-US" altLang="zh-CN" dirty="0"/>
              <a:t>n-1</a:t>
            </a:r>
            <a:r>
              <a:rPr lang="zh-CN" altLang="en-US" dirty="0"/>
              <a:t>趟。</a:t>
            </a:r>
          </a:p>
          <a:p>
            <a:r>
              <a:rPr lang="zh-CN" altLang="en-US" dirty="0"/>
              <a:t>排序码比较次数和元素移动次数与元素排序码的初始排列有关。</a:t>
            </a:r>
          </a:p>
          <a:p>
            <a:pPr lvl="1"/>
            <a:r>
              <a:rPr lang="zh-CN" altLang="en-US" dirty="0"/>
              <a:t>最好情况下，排序前元素已按排序码从小到大有序，每趟只需与前面有序元素序列的最后一个元素比较</a:t>
            </a:r>
            <a:r>
              <a:rPr lang="en-US" altLang="zh-CN" dirty="0"/>
              <a:t>1</a:t>
            </a:r>
            <a:r>
              <a:rPr lang="zh-CN" altLang="en-US" dirty="0"/>
              <a:t>次，</a:t>
            </a:r>
            <a:r>
              <a:rPr lang="en-US" altLang="zh-CN" dirty="0"/>
              <a:t> </a:t>
            </a:r>
            <a:r>
              <a:rPr lang="zh-CN" altLang="en-US" dirty="0"/>
              <a:t>总比较次数为 </a:t>
            </a:r>
            <a:r>
              <a:rPr lang="en-US" altLang="zh-CN" dirty="0"/>
              <a:t>n-1</a:t>
            </a:r>
            <a:r>
              <a:rPr lang="zh-CN" altLang="en-US" dirty="0"/>
              <a:t>，</a:t>
            </a:r>
            <a:r>
              <a:rPr lang="en-US" altLang="zh-CN" dirty="0"/>
              <a:t> </a:t>
            </a:r>
            <a:r>
              <a:rPr lang="zh-CN" altLang="en-US" dirty="0"/>
              <a:t>元素移动次数为</a:t>
            </a:r>
            <a:r>
              <a:rPr lang="en-US" altLang="zh-CN" dirty="0"/>
              <a:t>0</a:t>
            </a:r>
            <a:r>
              <a:rPr lang="zh-CN" altLang="en-US" dirty="0"/>
              <a:t>。</a:t>
            </a:r>
          </a:p>
        </p:txBody>
      </p:sp>
      <p:sp>
        <p:nvSpPr>
          <p:cNvPr id="23556" name="Rectangle 4">
            <a:extLst>
              <a:ext uri="{FF2B5EF4-FFF2-40B4-BE49-F238E27FC236}">
                <a16:creationId xmlns:a16="http://schemas.microsoft.com/office/drawing/2014/main" id="{FFC32EC8-FB63-3793-AD79-D6B69AF00405}"/>
              </a:ext>
            </a:extLst>
          </p:cNvPr>
          <p:cNvSpPr>
            <a:spLocks noChangeArrowheads="1"/>
          </p:cNvSpPr>
          <p:nvPr/>
        </p:nvSpPr>
        <p:spPr bwMode="auto">
          <a:xfrm>
            <a:off x="149225" y="65088"/>
            <a:ext cx="1841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0"/>
              </a:spcBef>
              <a:buFontTx/>
              <a:buNone/>
            </a:pPr>
            <a:endParaRPr kumimoji="1" lang="zh-CN" altLang="zh-CN" sz="3200" b="1">
              <a:solidFill>
                <a:schemeClr val="tx2"/>
              </a:solidFill>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1643A749-778B-7627-BA24-1250F005A5E7}"/>
              </a:ext>
            </a:extLst>
          </p:cNvPr>
          <p:cNvSpPr>
            <a:spLocks noGrp="1"/>
          </p:cNvSpPr>
          <p:nvPr>
            <p:ph type="sldNum" sz="quarter" idx="12"/>
          </p:nvPr>
        </p:nvSpPr>
        <p:spPr/>
        <p:txBody>
          <a:bodyPr/>
          <a:lstStyle/>
          <a:p>
            <a:pPr>
              <a:defRPr/>
            </a:pPr>
            <a:fld id="{5F1DCF05-F1E6-414E-BAB4-65AA6A3D43BB}" type="slidenum">
              <a:rPr lang="en-US" altLang="zh-CN" smtClean="0"/>
              <a:pPr>
                <a:defRPr/>
              </a:pPr>
              <a:t>17</a:t>
            </a:fld>
            <a:endParaRPr lang="en-US" altLang="zh-CN"/>
          </a:p>
        </p:txBody>
      </p:sp>
    </p:spTree>
  </p:cSld>
  <p:clrMapOvr>
    <a:masterClrMapping/>
  </p:clrMapOvr>
  <p:transition>
    <p:spli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8A6E90C-EED6-4926-9264-C3FDCB976347}"/>
              </a:ext>
            </a:extLst>
          </p:cNvPr>
          <p:cNvSpPr>
            <a:spLocks noGrp="1"/>
          </p:cNvSpPr>
          <p:nvPr>
            <p:ph type="title"/>
          </p:nvPr>
        </p:nvSpPr>
        <p:spPr/>
        <p:txBody>
          <a:bodyPr/>
          <a:lstStyle/>
          <a:p>
            <a:r>
              <a:rPr lang="zh-CN" altLang="en-US" dirty="0"/>
              <a:t>算法分析（</a:t>
            </a:r>
            <a:r>
              <a:rPr lang="en-US" altLang="zh-CN" dirty="0"/>
              <a:t>2</a:t>
            </a:r>
            <a:r>
              <a:rPr lang="zh-CN" altLang="en-US" dirty="0"/>
              <a:t>）</a:t>
            </a:r>
          </a:p>
        </p:txBody>
      </p:sp>
      <p:sp>
        <p:nvSpPr>
          <p:cNvPr id="281602" name="Rectangle 2">
            <a:extLst>
              <a:ext uri="{FF2B5EF4-FFF2-40B4-BE49-F238E27FC236}">
                <a16:creationId xmlns:a16="http://schemas.microsoft.com/office/drawing/2014/main" id="{64893323-2C73-FB8D-8C3D-2307701BE49E}"/>
              </a:ext>
            </a:extLst>
          </p:cNvPr>
          <p:cNvSpPr>
            <a:spLocks noGrp="1" noChangeArrowheads="1"/>
          </p:cNvSpPr>
          <p:nvPr>
            <p:ph type="body" idx="1"/>
          </p:nvPr>
        </p:nvSpPr>
        <p:spPr/>
        <p:txBody>
          <a:bodyPr>
            <a:normAutofit fontScale="62500" lnSpcReduction="20000"/>
          </a:bodyPr>
          <a:lstStyle/>
          <a:p>
            <a:pPr>
              <a:lnSpc>
                <a:spcPct val="120000"/>
              </a:lnSpc>
            </a:pPr>
            <a:r>
              <a:rPr lang="zh-CN" altLang="en-US" dirty="0"/>
              <a:t>最坏情况下，第 </a:t>
            </a:r>
            <a:r>
              <a:rPr lang="en-US" altLang="zh-CN" dirty="0" err="1"/>
              <a:t>i</a:t>
            </a:r>
            <a:r>
              <a:rPr lang="en-US" altLang="zh-CN" dirty="0"/>
              <a:t> </a:t>
            </a:r>
            <a:r>
              <a:rPr lang="zh-CN" altLang="en-US" dirty="0"/>
              <a:t>趟时第 </a:t>
            </a:r>
            <a:r>
              <a:rPr lang="en-US" altLang="zh-CN" dirty="0" err="1"/>
              <a:t>i</a:t>
            </a:r>
            <a:r>
              <a:rPr lang="en-US" altLang="zh-CN" dirty="0"/>
              <a:t> </a:t>
            </a:r>
            <a:r>
              <a:rPr lang="zh-CN" altLang="en-US" dirty="0"/>
              <a:t>个元素必须与前面 </a:t>
            </a:r>
            <a:r>
              <a:rPr lang="en-US" altLang="zh-CN" dirty="0" err="1"/>
              <a:t>i</a:t>
            </a:r>
            <a:r>
              <a:rPr lang="en-US" altLang="zh-CN" dirty="0"/>
              <a:t> </a:t>
            </a:r>
            <a:r>
              <a:rPr lang="zh-CN" altLang="en-US" dirty="0"/>
              <a:t>个元素都做排序码比较，</a:t>
            </a:r>
            <a:r>
              <a:rPr lang="en-US" altLang="zh-CN" dirty="0"/>
              <a:t> </a:t>
            </a:r>
            <a:r>
              <a:rPr lang="zh-CN" altLang="en-US" dirty="0"/>
              <a:t>并且每做</a:t>
            </a:r>
            <a:r>
              <a:rPr lang="en-US" altLang="zh-CN" dirty="0"/>
              <a:t>1</a:t>
            </a:r>
            <a:r>
              <a:rPr lang="zh-CN" altLang="en-US" dirty="0"/>
              <a:t>次比较就要做</a:t>
            </a:r>
            <a:r>
              <a:rPr lang="en-US" altLang="zh-CN" dirty="0"/>
              <a:t>1</a:t>
            </a:r>
            <a:r>
              <a:rPr lang="zh-CN" altLang="en-US" dirty="0"/>
              <a:t>次数据移动。则总排序码比较次数</a:t>
            </a:r>
            <a:r>
              <a:rPr lang="en-US" altLang="zh-CN" dirty="0"/>
              <a:t>KCN</a:t>
            </a:r>
            <a:r>
              <a:rPr lang="zh-CN" altLang="en-US" dirty="0"/>
              <a:t>和元素移动次数</a:t>
            </a:r>
            <a:r>
              <a:rPr lang="en-US" altLang="zh-CN" dirty="0"/>
              <a:t>RMN</a:t>
            </a:r>
            <a:r>
              <a:rPr lang="zh-CN" altLang="en-US" dirty="0"/>
              <a:t>分别为</a:t>
            </a:r>
          </a:p>
          <a:p>
            <a:pPr>
              <a:lnSpc>
                <a:spcPct val="120000"/>
              </a:lnSpc>
            </a:pPr>
            <a:endParaRPr lang="zh-CN" altLang="en-US" dirty="0"/>
          </a:p>
          <a:p>
            <a:pPr>
              <a:lnSpc>
                <a:spcPct val="120000"/>
              </a:lnSpc>
            </a:pPr>
            <a:endParaRPr lang="zh-CN" altLang="en-US" dirty="0"/>
          </a:p>
          <a:p>
            <a:pPr>
              <a:lnSpc>
                <a:spcPct val="120000"/>
              </a:lnSpc>
            </a:pPr>
            <a:endParaRPr lang="zh-CN" altLang="en-US" dirty="0"/>
          </a:p>
          <a:p>
            <a:pPr>
              <a:lnSpc>
                <a:spcPct val="120000"/>
              </a:lnSpc>
            </a:pPr>
            <a:endParaRPr lang="zh-CN" altLang="en-US" dirty="0"/>
          </a:p>
          <a:p>
            <a:pPr>
              <a:lnSpc>
                <a:spcPct val="120000"/>
              </a:lnSpc>
            </a:pPr>
            <a:r>
              <a:rPr lang="zh-CN" altLang="en-US" dirty="0"/>
              <a:t>平均情况下排序的时间复杂度为 </a:t>
            </a:r>
            <a:r>
              <a:rPr lang="en-US" altLang="zh-CN" dirty="0"/>
              <a:t>O(n</a:t>
            </a:r>
            <a:r>
              <a:rPr lang="en-US" altLang="zh-CN" baseline="30000" dirty="0"/>
              <a:t>2</a:t>
            </a:r>
            <a:r>
              <a:rPr lang="en-US" altLang="zh-CN" dirty="0"/>
              <a:t>)</a:t>
            </a:r>
            <a:r>
              <a:rPr lang="zh-CN" altLang="en-US" dirty="0"/>
              <a:t>。</a:t>
            </a:r>
          </a:p>
          <a:p>
            <a:pPr>
              <a:lnSpc>
                <a:spcPct val="120000"/>
              </a:lnSpc>
            </a:pPr>
            <a:r>
              <a:rPr lang="zh-CN" altLang="en-US" dirty="0"/>
              <a:t>直接插入排序是一种稳定的排序方法。</a:t>
            </a:r>
          </a:p>
        </p:txBody>
      </p:sp>
      <p:graphicFrame>
        <p:nvGraphicFramePr>
          <p:cNvPr id="24579" name="Object 3">
            <a:extLst>
              <a:ext uri="{FF2B5EF4-FFF2-40B4-BE49-F238E27FC236}">
                <a16:creationId xmlns:a16="http://schemas.microsoft.com/office/drawing/2014/main" id="{B9AE05A6-B1B2-DF0A-834C-B4BA6BB80567}"/>
              </a:ext>
            </a:extLst>
          </p:cNvPr>
          <p:cNvGraphicFramePr>
            <a:graphicFrameLocks noChangeAspect="1"/>
          </p:cNvGraphicFramePr>
          <p:nvPr>
            <p:extLst>
              <p:ext uri="{D42A27DB-BD31-4B8C-83A1-F6EECF244321}">
                <p14:modId xmlns:p14="http://schemas.microsoft.com/office/powerpoint/2010/main" val="2034151654"/>
              </p:ext>
            </p:extLst>
          </p:nvPr>
        </p:nvGraphicFramePr>
        <p:xfrm>
          <a:off x="926306" y="2852936"/>
          <a:ext cx="7291388" cy="2084388"/>
        </p:xfrm>
        <a:graphic>
          <a:graphicData uri="http://schemas.openxmlformats.org/presentationml/2006/ole">
            <mc:AlternateContent xmlns:mc="http://schemas.openxmlformats.org/markup-compatibility/2006">
              <mc:Choice xmlns:v="urn:schemas-microsoft-com:vml" Requires="v">
                <p:oleObj name="公式" r:id="rId2" imgW="2705100" imgH="838200" progId="Equation.3">
                  <p:embed/>
                </p:oleObj>
              </mc:Choice>
              <mc:Fallback>
                <p:oleObj name="公式" r:id="rId2" imgW="2705100" imgH="8382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306" y="2852936"/>
                        <a:ext cx="7291388" cy="2084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B08E5FDB-6B2D-C659-A4D1-6DE7C1DB6208}"/>
              </a:ext>
            </a:extLst>
          </p:cNvPr>
          <p:cNvSpPr>
            <a:spLocks noGrp="1"/>
          </p:cNvSpPr>
          <p:nvPr>
            <p:ph type="sldNum" sz="quarter" idx="12"/>
          </p:nvPr>
        </p:nvSpPr>
        <p:spPr/>
        <p:txBody>
          <a:bodyPr/>
          <a:lstStyle/>
          <a:p>
            <a:pPr>
              <a:defRPr/>
            </a:pPr>
            <a:fld id="{5F1DCF05-F1E6-414E-BAB4-65AA6A3D43BB}" type="slidenum">
              <a:rPr lang="en-US" altLang="zh-CN" smtClean="0"/>
              <a:pPr>
                <a:defRPr/>
              </a:pPr>
              <a:t>18</a:t>
            </a:fld>
            <a:endParaRPr lang="en-US" altLang="zh-CN"/>
          </a:p>
        </p:txBody>
      </p:sp>
    </p:spTree>
  </p:cSld>
  <p:clrMapOvr>
    <a:masterClrMapping/>
  </p:clrMapOvr>
  <p:transition>
    <p:spli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a:extLst>
              <a:ext uri="{FF2B5EF4-FFF2-40B4-BE49-F238E27FC236}">
                <a16:creationId xmlns:a16="http://schemas.microsoft.com/office/drawing/2014/main" id="{57765DD3-E116-39DF-03F2-3F47F937559D}"/>
              </a:ext>
            </a:extLst>
          </p:cNvPr>
          <p:cNvSpPr>
            <a:spLocks noGrp="1" noChangeArrowheads="1"/>
          </p:cNvSpPr>
          <p:nvPr>
            <p:ph type="title"/>
          </p:nvPr>
        </p:nvSpPr>
        <p:spPr/>
        <p:txBody>
          <a:bodyPr/>
          <a:lstStyle/>
          <a:p>
            <a:r>
              <a:rPr lang="en-US" altLang="zh-CN"/>
              <a:t>9.2.2 </a:t>
            </a:r>
            <a:r>
              <a:rPr lang="zh-CN" altLang="en-US"/>
              <a:t>折半插入排序 </a:t>
            </a:r>
            <a:r>
              <a:rPr lang="en-US" altLang="zh-CN"/>
              <a:t>(Binary Insertsort)</a:t>
            </a:r>
          </a:p>
        </p:txBody>
      </p:sp>
      <p:sp>
        <p:nvSpPr>
          <p:cNvPr id="283651" name="Rectangle 3">
            <a:extLst>
              <a:ext uri="{FF2B5EF4-FFF2-40B4-BE49-F238E27FC236}">
                <a16:creationId xmlns:a16="http://schemas.microsoft.com/office/drawing/2014/main" id="{DD62B538-B09E-2681-2594-A8CFCFC7B2C5}"/>
              </a:ext>
            </a:extLst>
          </p:cNvPr>
          <p:cNvSpPr>
            <a:spLocks noGrp="1" noChangeArrowheads="1"/>
          </p:cNvSpPr>
          <p:nvPr>
            <p:ph type="body" idx="1"/>
          </p:nvPr>
        </p:nvSpPr>
        <p:spPr/>
        <p:txBody>
          <a:bodyPr/>
          <a:lstStyle/>
          <a:p>
            <a:r>
              <a:rPr lang="zh-CN" altLang="en-US" dirty="0"/>
              <a:t>基本过程：设在顺序表中元素序列 </a:t>
            </a:r>
            <a:r>
              <a:rPr lang="en-US" altLang="zh-CN" dirty="0"/>
              <a:t>V[0], V[1], … , V[n-1]</a:t>
            </a:r>
            <a:r>
              <a:rPr lang="zh-CN" altLang="en-US" dirty="0"/>
              <a:t>。其中，</a:t>
            </a:r>
            <a:r>
              <a:rPr lang="en-US" altLang="zh-CN" dirty="0"/>
              <a:t>V[0], V[1], … , V[i-1] </a:t>
            </a:r>
            <a:r>
              <a:rPr lang="zh-CN" altLang="en-US" dirty="0"/>
              <a:t>是已经排好序的元素。在插入</a:t>
            </a:r>
            <a:r>
              <a:rPr lang="en-US" altLang="zh-CN" dirty="0"/>
              <a:t>V[</a:t>
            </a:r>
            <a:r>
              <a:rPr lang="en-US" altLang="zh-CN" dirty="0" err="1"/>
              <a:t>i</a:t>
            </a:r>
            <a:r>
              <a:rPr lang="en-US" altLang="zh-CN" dirty="0"/>
              <a:t>]</a:t>
            </a:r>
            <a:r>
              <a:rPr lang="zh-CN" altLang="en-US" dirty="0"/>
              <a:t>时，利用折半搜索法寻找</a:t>
            </a:r>
            <a:r>
              <a:rPr lang="en-US" altLang="zh-CN" dirty="0"/>
              <a:t>V[</a:t>
            </a:r>
            <a:r>
              <a:rPr lang="en-US" altLang="zh-CN" dirty="0" err="1"/>
              <a:t>i</a:t>
            </a:r>
            <a:r>
              <a:rPr lang="en-US" altLang="zh-CN" dirty="0"/>
              <a:t>]</a:t>
            </a:r>
            <a:r>
              <a:rPr lang="zh-CN" altLang="en-US" dirty="0"/>
              <a:t>的插入位置。</a:t>
            </a:r>
          </a:p>
        </p:txBody>
      </p:sp>
      <p:sp>
        <p:nvSpPr>
          <p:cNvPr id="2" name="灯片编号占位符 1">
            <a:extLst>
              <a:ext uri="{FF2B5EF4-FFF2-40B4-BE49-F238E27FC236}">
                <a16:creationId xmlns:a16="http://schemas.microsoft.com/office/drawing/2014/main" id="{EF719982-57ED-FC6E-FE61-CC6817968C19}"/>
              </a:ext>
            </a:extLst>
          </p:cNvPr>
          <p:cNvSpPr>
            <a:spLocks noGrp="1"/>
          </p:cNvSpPr>
          <p:nvPr>
            <p:ph type="sldNum" sz="quarter" idx="12"/>
          </p:nvPr>
        </p:nvSpPr>
        <p:spPr/>
        <p:txBody>
          <a:bodyPr/>
          <a:lstStyle/>
          <a:p>
            <a:pPr>
              <a:defRPr/>
            </a:pPr>
            <a:fld id="{5F1DCF05-F1E6-414E-BAB4-65AA6A3D43BB}" type="slidenum">
              <a:rPr lang="en-US" altLang="zh-CN" smtClean="0"/>
              <a:pPr>
                <a:defRPr/>
              </a:pPr>
              <a:t>19</a:t>
            </a:fld>
            <a:endParaRPr lang="en-US" altLang="zh-CN"/>
          </a:p>
        </p:txBody>
      </p:sp>
    </p:spTree>
  </p:cSld>
  <p:clrMapOvr>
    <a:masterClrMapping/>
  </p:clrMapOvr>
  <p:transition>
    <p:spli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E2800AB-90B5-4C40-8E5C-D42E246DFAA2}"/>
              </a:ext>
            </a:extLst>
          </p:cNvPr>
          <p:cNvSpPr>
            <a:spLocks noGrp="1"/>
          </p:cNvSpPr>
          <p:nvPr>
            <p:ph idx="1"/>
          </p:nvPr>
        </p:nvSpPr>
        <p:spPr>
          <a:xfrm>
            <a:off x="628650" y="404664"/>
            <a:ext cx="7886700" cy="6316811"/>
          </a:xfrm>
        </p:spPr>
        <p:txBody>
          <a:bodyPr>
            <a:normAutofit fontScale="77500" lnSpcReduction="20000"/>
          </a:bodyPr>
          <a:lstStyle/>
          <a:p>
            <a:pPr marL="0" indent="0">
              <a:buNone/>
            </a:pPr>
            <a:r>
              <a:rPr lang="zh-CN" altLang="en-US" dirty="0"/>
              <a:t>折半插入排序的算法</a:t>
            </a:r>
          </a:p>
          <a:p>
            <a:pPr marL="0" indent="0">
              <a:buNone/>
            </a:pPr>
            <a:r>
              <a:rPr lang="en-US" altLang="zh-CN" dirty="0"/>
              <a:t>template &lt;class T&gt; </a:t>
            </a:r>
          </a:p>
          <a:p>
            <a:pPr marL="0" indent="0">
              <a:buNone/>
            </a:pPr>
            <a:r>
              <a:rPr lang="en-US" altLang="zh-CN" dirty="0"/>
              <a:t>void </a:t>
            </a:r>
            <a:r>
              <a:rPr lang="en-US" altLang="zh-CN" dirty="0" err="1"/>
              <a:t>BinaryInsertSort</a:t>
            </a:r>
            <a:r>
              <a:rPr lang="en-US" altLang="zh-CN" dirty="0"/>
              <a:t> (</a:t>
            </a:r>
            <a:r>
              <a:rPr lang="en-US" altLang="zh-CN" dirty="0" err="1"/>
              <a:t>dataList</a:t>
            </a:r>
            <a:r>
              <a:rPr lang="en-US" altLang="zh-CN" dirty="0"/>
              <a:t> &lt;T&gt; &amp;L, const int left, const int right ) {</a:t>
            </a:r>
          </a:p>
          <a:p>
            <a:pPr marL="0" indent="0">
              <a:buNone/>
            </a:pPr>
            <a:r>
              <a:rPr lang="en-US" altLang="zh-CN" dirty="0"/>
              <a:t>    Element&lt;T&gt; temp;  int </a:t>
            </a:r>
            <a:r>
              <a:rPr lang="en-US" altLang="zh-CN" dirty="0" err="1"/>
              <a:t>i</a:t>
            </a:r>
            <a:r>
              <a:rPr lang="en-US" altLang="zh-CN" dirty="0"/>
              <a:t>, low, high, middle, k;</a:t>
            </a:r>
          </a:p>
          <a:p>
            <a:pPr marL="0" indent="0">
              <a:buNone/>
            </a:pPr>
            <a:r>
              <a:rPr lang="en-US" altLang="zh-CN" dirty="0"/>
              <a:t>    for ( </a:t>
            </a:r>
            <a:r>
              <a:rPr lang="en-US" altLang="zh-CN" dirty="0" err="1"/>
              <a:t>i</a:t>
            </a:r>
            <a:r>
              <a:rPr lang="en-US" altLang="zh-CN" dirty="0"/>
              <a:t> = left +1; </a:t>
            </a:r>
            <a:r>
              <a:rPr lang="en-US" altLang="zh-CN" dirty="0" err="1"/>
              <a:t>i</a:t>
            </a:r>
            <a:r>
              <a:rPr lang="en-US" altLang="zh-CN" dirty="0"/>
              <a:t> &lt;= right; </a:t>
            </a:r>
            <a:r>
              <a:rPr lang="en-US" altLang="zh-CN" dirty="0" err="1"/>
              <a:t>i</a:t>
            </a:r>
            <a:r>
              <a:rPr lang="en-US" altLang="zh-CN" dirty="0"/>
              <a:t>++) {</a:t>
            </a:r>
          </a:p>
          <a:p>
            <a:pPr marL="0" indent="0">
              <a:buNone/>
            </a:pPr>
            <a:r>
              <a:rPr lang="en-US" altLang="zh-CN" dirty="0"/>
              <a:t>       temp = L[</a:t>
            </a:r>
            <a:r>
              <a:rPr lang="en-US" altLang="zh-CN" dirty="0" err="1"/>
              <a:t>i</a:t>
            </a:r>
            <a:r>
              <a:rPr lang="en-US" altLang="zh-CN" dirty="0"/>
              <a:t>]; low = left; high = </a:t>
            </a:r>
            <a:r>
              <a:rPr lang="en-US" altLang="zh-CN" dirty="0" err="1"/>
              <a:t>i</a:t>
            </a:r>
            <a:r>
              <a:rPr lang="en-US" altLang="zh-CN" dirty="0"/>
              <a:t> - 1;</a:t>
            </a:r>
          </a:p>
          <a:p>
            <a:pPr marL="0" indent="0">
              <a:buNone/>
            </a:pPr>
            <a:r>
              <a:rPr lang="en-US" altLang="zh-CN" dirty="0"/>
              <a:t>       while ( low &lt;= high ) {			</a:t>
            </a:r>
          </a:p>
          <a:p>
            <a:pPr marL="0" indent="0">
              <a:buNone/>
            </a:pPr>
            <a:r>
              <a:rPr lang="en-US" altLang="zh-CN" dirty="0"/>
              <a:t>            int middle = ( low + high )/2;	</a:t>
            </a:r>
          </a:p>
          <a:p>
            <a:pPr marL="0" indent="0">
              <a:buNone/>
            </a:pPr>
            <a:r>
              <a:rPr lang="en-US" altLang="zh-CN" dirty="0"/>
              <a:t>            if ( temp &lt; L[middle] ) high = middle - 1;</a:t>
            </a:r>
          </a:p>
          <a:p>
            <a:pPr marL="0" indent="0">
              <a:buNone/>
            </a:pPr>
            <a:r>
              <a:rPr lang="en-US" altLang="zh-CN" dirty="0"/>
              <a:t>            else low = middle + 1;</a:t>
            </a:r>
          </a:p>
          <a:p>
            <a:pPr marL="0" indent="0">
              <a:buNone/>
            </a:pPr>
            <a:r>
              <a:rPr lang="en-US" altLang="zh-CN" dirty="0"/>
              <a:t>       }</a:t>
            </a:r>
          </a:p>
          <a:p>
            <a:pPr marL="0" indent="0">
              <a:buNone/>
            </a:pPr>
            <a:r>
              <a:rPr lang="en-US" altLang="zh-CN" dirty="0"/>
              <a:t>       for ( k = i-1; k &gt;= low; k-- )    L[k+1] = L[k];</a:t>
            </a:r>
          </a:p>
          <a:p>
            <a:pPr marL="0" indent="0">
              <a:buNone/>
            </a:pPr>
            <a:r>
              <a:rPr lang="en-US" altLang="zh-CN" dirty="0"/>
              <a:t>       L[low] = temp;</a:t>
            </a:r>
          </a:p>
          <a:p>
            <a:pPr marL="0" indent="0">
              <a:buNone/>
            </a:pPr>
            <a:r>
              <a:rPr lang="en-US" altLang="zh-CN" dirty="0"/>
              <a:t>   }</a:t>
            </a:r>
          </a:p>
          <a:p>
            <a:pPr marL="0" indent="0">
              <a:buNone/>
            </a:pPr>
            <a:r>
              <a:rPr lang="en-US" altLang="zh-CN" dirty="0"/>
              <a:t>}</a:t>
            </a:r>
          </a:p>
        </p:txBody>
      </p:sp>
      <p:sp>
        <p:nvSpPr>
          <p:cNvPr id="4" name="灯片编号占位符 3">
            <a:extLst>
              <a:ext uri="{FF2B5EF4-FFF2-40B4-BE49-F238E27FC236}">
                <a16:creationId xmlns:a16="http://schemas.microsoft.com/office/drawing/2014/main" id="{AD1D792E-C3C0-4876-8345-A919FC5AD788}"/>
              </a:ext>
            </a:extLst>
          </p:cNvPr>
          <p:cNvSpPr>
            <a:spLocks noGrp="1"/>
          </p:cNvSpPr>
          <p:nvPr>
            <p:ph type="sldNum" sz="quarter" idx="12"/>
          </p:nvPr>
        </p:nvSpPr>
        <p:spPr/>
        <p:txBody>
          <a:bodyPr/>
          <a:lstStyle/>
          <a:p>
            <a:pPr>
              <a:defRPr/>
            </a:pPr>
            <a:fld id="{5F1DCF05-F1E6-414E-BAB4-65AA6A3D43BB}" type="slidenum">
              <a:rPr lang="en-US" altLang="zh-CN" smtClean="0"/>
              <a:pPr>
                <a:defRPr/>
              </a:pPr>
              <a:t>20</a:t>
            </a:fld>
            <a:endParaRPr lang="en-US" altLang="zh-CN"/>
          </a:p>
        </p:txBody>
      </p:sp>
    </p:spTree>
    <p:extLst>
      <p:ext uri="{BB962C8B-B14F-4D97-AF65-F5344CB8AC3E}">
        <p14:creationId xmlns:p14="http://schemas.microsoft.com/office/powerpoint/2010/main" val="2772796617"/>
      </p:ext>
    </p:extLst>
  </p:cSld>
  <p:clrMapOvr>
    <a:masterClrMapping/>
  </p:clrMapOvr>
  <p:transition>
    <p:spli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3FC6E4C-9734-4721-A344-8B04961D1294}"/>
              </a:ext>
            </a:extLst>
          </p:cNvPr>
          <p:cNvSpPr>
            <a:spLocks noGrp="1"/>
          </p:cNvSpPr>
          <p:nvPr>
            <p:ph type="title"/>
          </p:nvPr>
        </p:nvSpPr>
        <p:spPr/>
        <p:txBody>
          <a:bodyPr/>
          <a:lstStyle/>
          <a:p>
            <a:r>
              <a:rPr lang="zh-CN" altLang="en-US" dirty="0"/>
              <a:t>算法分析（</a:t>
            </a:r>
            <a:r>
              <a:rPr lang="en-US" altLang="zh-CN" dirty="0"/>
              <a:t>1</a:t>
            </a:r>
            <a:r>
              <a:rPr lang="zh-CN" altLang="en-US" dirty="0"/>
              <a:t>）</a:t>
            </a:r>
          </a:p>
        </p:txBody>
      </p:sp>
      <p:sp>
        <p:nvSpPr>
          <p:cNvPr id="285699" name="Rectangle 3">
            <a:extLst>
              <a:ext uri="{FF2B5EF4-FFF2-40B4-BE49-F238E27FC236}">
                <a16:creationId xmlns:a16="http://schemas.microsoft.com/office/drawing/2014/main" id="{3C45CB8B-77E6-675E-C3C1-78914F6FAB0D}"/>
              </a:ext>
            </a:extLst>
          </p:cNvPr>
          <p:cNvSpPr>
            <a:spLocks noGrp="1" noChangeArrowheads="1"/>
          </p:cNvSpPr>
          <p:nvPr>
            <p:ph type="body" idx="1"/>
          </p:nvPr>
        </p:nvSpPr>
        <p:spPr>
          <a:xfrm>
            <a:off x="628650" y="1825625"/>
            <a:ext cx="7886700" cy="3547591"/>
          </a:xfrm>
        </p:spPr>
        <p:txBody>
          <a:bodyPr>
            <a:normAutofit fontScale="77500" lnSpcReduction="20000"/>
          </a:bodyPr>
          <a:lstStyle/>
          <a:p>
            <a:pPr>
              <a:lnSpc>
                <a:spcPct val="120000"/>
              </a:lnSpc>
            </a:pPr>
            <a:r>
              <a:rPr lang="zh-CN" altLang="en-US" dirty="0"/>
              <a:t>折半搜索比顺序搜索查找快，所以折半插入排序就平均性能来说比直接插入排序要快。</a:t>
            </a:r>
          </a:p>
          <a:p>
            <a:pPr>
              <a:lnSpc>
                <a:spcPct val="120000"/>
              </a:lnSpc>
            </a:pPr>
            <a:r>
              <a:rPr lang="zh-CN" altLang="en-US" dirty="0"/>
              <a:t>排序码比较次数与待排序元素序列的初始排列无关，仅依赖于元素个数。在插入第 </a:t>
            </a:r>
            <a:r>
              <a:rPr lang="en-US" altLang="zh-CN" dirty="0" err="1"/>
              <a:t>i</a:t>
            </a:r>
            <a:r>
              <a:rPr lang="en-US" altLang="zh-CN" dirty="0"/>
              <a:t> </a:t>
            </a:r>
            <a:r>
              <a:rPr lang="zh-CN" altLang="en-US" dirty="0"/>
              <a:t>个元素时，需要经过 </a:t>
            </a:r>
            <a:r>
              <a:rPr lang="zh-CN" altLang="en-US" dirty="0">
                <a:sym typeface="Symbol" pitchFamily="18" charset="2"/>
              </a:rPr>
              <a:t></a:t>
            </a:r>
            <a:r>
              <a:rPr lang="en-US" altLang="zh-CN" dirty="0"/>
              <a:t>log</a:t>
            </a:r>
            <a:r>
              <a:rPr lang="en-US" altLang="zh-CN" baseline="-25000" dirty="0"/>
              <a:t>2</a:t>
            </a:r>
            <a:r>
              <a:rPr lang="en-US" altLang="zh-CN" dirty="0"/>
              <a:t>i</a:t>
            </a:r>
            <a:r>
              <a:rPr lang="en-US" altLang="zh-CN" dirty="0">
                <a:sym typeface="Symbol" pitchFamily="18" charset="2"/>
              </a:rPr>
              <a:t></a:t>
            </a:r>
            <a:r>
              <a:rPr lang="en-US" altLang="zh-CN" dirty="0"/>
              <a:t> +1 </a:t>
            </a:r>
            <a:r>
              <a:rPr lang="zh-CN" altLang="en-US" dirty="0"/>
              <a:t>次排序码比较，才能确定它应插入的位置。因此，将 </a:t>
            </a:r>
            <a:r>
              <a:rPr lang="en-US" altLang="zh-CN" dirty="0"/>
              <a:t>n </a:t>
            </a:r>
            <a:r>
              <a:rPr lang="zh-CN" altLang="en-US" dirty="0"/>
              <a:t>个元素用折半插入排序所进行的排序码比较次数为</a:t>
            </a:r>
            <a:r>
              <a:rPr lang="en-US" altLang="zh-CN" dirty="0"/>
              <a:t> </a:t>
            </a:r>
            <a:r>
              <a:rPr lang="zh-CN" altLang="en-US" dirty="0"/>
              <a:t>：</a:t>
            </a:r>
          </a:p>
          <a:p>
            <a:pPr>
              <a:lnSpc>
                <a:spcPct val="120000"/>
              </a:lnSpc>
            </a:pPr>
            <a:endParaRPr lang="zh-CN" altLang="en-US" dirty="0"/>
          </a:p>
          <a:p>
            <a:pPr>
              <a:lnSpc>
                <a:spcPct val="120000"/>
              </a:lnSpc>
            </a:pPr>
            <a:endParaRPr lang="zh-CN" altLang="en-US" dirty="0"/>
          </a:p>
          <a:p>
            <a:pPr>
              <a:lnSpc>
                <a:spcPct val="120000"/>
              </a:lnSpc>
            </a:pPr>
            <a:endParaRPr lang="en-US" altLang="zh-CN" dirty="0"/>
          </a:p>
        </p:txBody>
      </p:sp>
      <p:sp>
        <p:nvSpPr>
          <p:cNvPr id="27651" name="Rectangle 4">
            <a:extLst>
              <a:ext uri="{FF2B5EF4-FFF2-40B4-BE49-F238E27FC236}">
                <a16:creationId xmlns:a16="http://schemas.microsoft.com/office/drawing/2014/main" id="{96445102-16AC-D221-3042-D7703408D227}"/>
              </a:ext>
            </a:extLst>
          </p:cNvPr>
          <p:cNvSpPr>
            <a:spLocks noChangeArrowheads="1"/>
          </p:cNvSpPr>
          <p:nvPr/>
        </p:nvSpPr>
        <p:spPr bwMode="auto">
          <a:xfrm>
            <a:off x="152400" y="152400"/>
            <a:ext cx="69215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5000"/>
              </a:lnSpc>
              <a:spcBef>
                <a:spcPct val="0"/>
              </a:spcBef>
              <a:buFontTx/>
              <a:buNone/>
            </a:pPr>
            <a:r>
              <a:rPr kumimoji="1" lang="en-US" altLang="zh-CN" sz="3200" i="1">
                <a:solidFill>
                  <a:schemeClr val="tx2"/>
                </a:solidFill>
                <a:latin typeface="Times New Roman" panose="02020603050405020304" pitchFamily="18" charset="0"/>
                <a:ea typeface="宋体" panose="02010600030101010101" pitchFamily="2" charset="-122"/>
              </a:rPr>
              <a:t>     </a:t>
            </a:r>
            <a:endParaRPr kumimoji="1" lang="en-US" altLang="zh-CN" sz="3200" b="1">
              <a:solidFill>
                <a:schemeClr val="tx2"/>
              </a:solidFill>
              <a:latin typeface="Times New Roman" panose="02020603050405020304" pitchFamily="18" charset="0"/>
              <a:ea typeface="宋体" panose="02010600030101010101" pitchFamily="2" charset="-122"/>
            </a:endParaRPr>
          </a:p>
        </p:txBody>
      </p:sp>
      <p:graphicFrame>
        <p:nvGraphicFramePr>
          <p:cNvPr id="27652" name="Object 5">
            <a:extLst>
              <a:ext uri="{FF2B5EF4-FFF2-40B4-BE49-F238E27FC236}">
                <a16:creationId xmlns:a16="http://schemas.microsoft.com/office/drawing/2014/main" id="{FEE80136-DC63-397F-4142-93985BFD1A50}"/>
              </a:ext>
            </a:extLst>
          </p:cNvPr>
          <p:cNvGraphicFramePr>
            <a:graphicFrameLocks noChangeAspect="1"/>
          </p:cNvGraphicFramePr>
          <p:nvPr/>
        </p:nvGraphicFramePr>
        <p:xfrm>
          <a:off x="4505325" y="7608888"/>
          <a:ext cx="360363" cy="554037"/>
        </p:xfrm>
        <a:graphic>
          <a:graphicData uri="http://schemas.openxmlformats.org/presentationml/2006/ole">
            <mc:AlternateContent xmlns:mc="http://schemas.openxmlformats.org/markup-compatibility/2006">
              <mc:Choice xmlns:v="urn:schemas-microsoft-com:vml" Requires="v">
                <p:oleObj name="公式" r:id="rId2" imgW="114151" imgH="215619" progId="Equation.3">
                  <p:embed/>
                </p:oleObj>
              </mc:Choice>
              <mc:Fallback>
                <p:oleObj name="公式" r:id="rId2" imgW="114151" imgH="215619"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7608888"/>
                        <a:ext cx="360363" cy="554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3" name="Object 6">
            <a:extLst>
              <a:ext uri="{FF2B5EF4-FFF2-40B4-BE49-F238E27FC236}">
                <a16:creationId xmlns:a16="http://schemas.microsoft.com/office/drawing/2014/main" id="{E28B42A0-F163-A965-6885-EBACF5FE321F}"/>
              </a:ext>
            </a:extLst>
          </p:cNvPr>
          <p:cNvGraphicFramePr>
            <a:graphicFrameLocks noChangeAspect="1"/>
          </p:cNvGraphicFramePr>
          <p:nvPr>
            <p:extLst>
              <p:ext uri="{D42A27DB-BD31-4B8C-83A1-F6EECF244321}">
                <p14:modId xmlns:p14="http://schemas.microsoft.com/office/powerpoint/2010/main" val="1269989020"/>
              </p:ext>
            </p:extLst>
          </p:nvPr>
        </p:nvGraphicFramePr>
        <p:xfrm>
          <a:off x="2343150" y="5085184"/>
          <a:ext cx="4114800" cy="1143000"/>
        </p:xfrm>
        <a:graphic>
          <a:graphicData uri="http://schemas.openxmlformats.org/presentationml/2006/ole">
            <mc:AlternateContent xmlns:mc="http://schemas.openxmlformats.org/markup-compatibility/2006">
              <mc:Choice xmlns:v="urn:schemas-microsoft-com:vml" Requires="v">
                <p:oleObj name="公式" r:id="rId4" imgW="1600200" imgH="431800" progId="Equation.3">
                  <p:embed/>
                </p:oleObj>
              </mc:Choice>
              <mc:Fallback>
                <p:oleObj name="公式" r:id="rId4" imgW="1600200" imgH="4318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3150" y="5085184"/>
                        <a:ext cx="41148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ED176C37-CA0C-4435-329C-B00AF30495B4}"/>
              </a:ext>
            </a:extLst>
          </p:cNvPr>
          <p:cNvSpPr>
            <a:spLocks noGrp="1"/>
          </p:cNvSpPr>
          <p:nvPr>
            <p:ph type="sldNum" sz="quarter" idx="12"/>
          </p:nvPr>
        </p:nvSpPr>
        <p:spPr/>
        <p:txBody>
          <a:bodyPr/>
          <a:lstStyle/>
          <a:p>
            <a:pPr>
              <a:defRPr/>
            </a:pPr>
            <a:fld id="{5F1DCF05-F1E6-414E-BAB4-65AA6A3D43BB}" type="slidenum">
              <a:rPr lang="en-US" altLang="zh-CN" smtClean="0"/>
              <a:pPr>
                <a:defRPr/>
              </a:pPr>
              <a:t>21</a:t>
            </a:fld>
            <a:endParaRPr lang="en-US" altLang="zh-CN"/>
          </a:p>
        </p:txBody>
      </p:sp>
    </p:spTree>
  </p:cSld>
  <p:clrMapOvr>
    <a:masterClrMapping/>
  </p:clrMapOvr>
  <p:transition>
    <p:spli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58B2F4D-6EE3-47D1-AF9C-275F7852BC6F}"/>
              </a:ext>
            </a:extLst>
          </p:cNvPr>
          <p:cNvSpPr>
            <a:spLocks noGrp="1"/>
          </p:cNvSpPr>
          <p:nvPr>
            <p:ph type="title"/>
          </p:nvPr>
        </p:nvSpPr>
        <p:spPr/>
        <p:txBody>
          <a:bodyPr/>
          <a:lstStyle/>
          <a:p>
            <a:r>
              <a:rPr lang="zh-CN" altLang="en-US" dirty="0"/>
              <a:t>算法分析（</a:t>
            </a:r>
            <a:r>
              <a:rPr lang="en-US" altLang="zh-CN" dirty="0"/>
              <a:t>2</a:t>
            </a:r>
            <a:r>
              <a:rPr lang="zh-CN" altLang="en-US" dirty="0"/>
              <a:t>）</a:t>
            </a:r>
          </a:p>
        </p:txBody>
      </p:sp>
      <p:sp>
        <p:nvSpPr>
          <p:cNvPr id="287746" name="Rectangle 2">
            <a:extLst>
              <a:ext uri="{FF2B5EF4-FFF2-40B4-BE49-F238E27FC236}">
                <a16:creationId xmlns:a16="http://schemas.microsoft.com/office/drawing/2014/main" id="{911A5002-E10F-D7FD-6512-A37454E6DCD2}"/>
              </a:ext>
            </a:extLst>
          </p:cNvPr>
          <p:cNvSpPr>
            <a:spLocks noGrp="1" noChangeArrowheads="1"/>
          </p:cNvSpPr>
          <p:nvPr>
            <p:ph type="body" idx="1"/>
          </p:nvPr>
        </p:nvSpPr>
        <p:spPr/>
        <p:txBody>
          <a:bodyPr>
            <a:normAutofit fontScale="92500" lnSpcReduction="20000"/>
          </a:bodyPr>
          <a:lstStyle/>
          <a:p>
            <a:pPr>
              <a:lnSpc>
                <a:spcPct val="110000"/>
              </a:lnSpc>
            </a:pPr>
            <a:r>
              <a:rPr lang="zh-CN" altLang="en-US" dirty="0"/>
              <a:t>当 </a:t>
            </a:r>
            <a:r>
              <a:rPr lang="en-US" altLang="zh-CN" dirty="0"/>
              <a:t>n </a:t>
            </a:r>
            <a:r>
              <a:rPr lang="zh-CN" altLang="en-US" dirty="0"/>
              <a:t>较大时，总排序码比较次数比直接插入排序的最坏情况要好得多，但比其最好情况要差。</a:t>
            </a:r>
          </a:p>
          <a:p>
            <a:pPr>
              <a:lnSpc>
                <a:spcPct val="110000"/>
              </a:lnSpc>
            </a:pPr>
            <a:r>
              <a:rPr lang="zh-CN" altLang="en-US" dirty="0"/>
              <a:t>两种算法的元素移动次数相同，依赖于元素的初始排列。</a:t>
            </a:r>
          </a:p>
          <a:p>
            <a:pPr>
              <a:lnSpc>
                <a:spcPct val="110000"/>
              </a:lnSpc>
            </a:pPr>
            <a:r>
              <a:rPr lang="zh-CN" altLang="en-US" dirty="0"/>
              <a:t>折半插入排序是一个稳定的排序方法。</a:t>
            </a:r>
          </a:p>
          <a:p>
            <a:pPr>
              <a:lnSpc>
                <a:spcPct val="110000"/>
              </a:lnSpc>
            </a:pPr>
            <a:r>
              <a:rPr lang="zh-CN" altLang="en-US" dirty="0"/>
              <a:t>折半插入排序需要一个附加记录暂存待插记录。</a:t>
            </a:r>
          </a:p>
        </p:txBody>
      </p:sp>
      <p:sp>
        <p:nvSpPr>
          <p:cNvPr id="2" name="灯片编号占位符 1">
            <a:extLst>
              <a:ext uri="{FF2B5EF4-FFF2-40B4-BE49-F238E27FC236}">
                <a16:creationId xmlns:a16="http://schemas.microsoft.com/office/drawing/2014/main" id="{7FBEDDF1-01D1-9409-CD04-CE31B8288C49}"/>
              </a:ext>
            </a:extLst>
          </p:cNvPr>
          <p:cNvSpPr>
            <a:spLocks noGrp="1"/>
          </p:cNvSpPr>
          <p:nvPr>
            <p:ph type="sldNum" sz="quarter" idx="12"/>
          </p:nvPr>
        </p:nvSpPr>
        <p:spPr/>
        <p:txBody>
          <a:bodyPr/>
          <a:lstStyle/>
          <a:p>
            <a:pPr>
              <a:defRPr/>
            </a:pPr>
            <a:fld id="{5F1DCF05-F1E6-414E-BAB4-65AA6A3D43BB}" type="slidenum">
              <a:rPr lang="en-US" altLang="zh-CN" smtClean="0"/>
              <a:pPr>
                <a:defRPr/>
              </a:pPr>
              <a:t>22</a:t>
            </a:fld>
            <a:endParaRPr lang="en-US" altLang="zh-CN"/>
          </a:p>
        </p:txBody>
      </p:sp>
    </p:spTree>
  </p:cSld>
  <p:clrMapOvr>
    <a:masterClrMapping/>
  </p:clrMapOvr>
  <p:transition>
    <p:spli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a:extLst>
              <a:ext uri="{FF2B5EF4-FFF2-40B4-BE49-F238E27FC236}">
                <a16:creationId xmlns:a16="http://schemas.microsoft.com/office/drawing/2014/main" id="{53FFB65B-8308-DA5D-B712-27D39B31D82C}"/>
              </a:ext>
            </a:extLst>
          </p:cNvPr>
          <p:cNvSpPr>
            <a:spLocks noGrp="1" noChangeArrowheads="1"/>
          </p:cNvSpPr>
          <p:nvPr>
            <p:ph type="title"/>
          </p:nvPr>
        </p:nvSpPr>
        <p:spPr/>
        <p:txBody>
          <a:bodyPr/>
          <a:lstStyle/>
          <a:p>
            <a:r>
              <a:rPr lang="en-US" altLang="zh-CN" dirty="0"/>
              <a:t>9.2.3 </a:t>
            </a:r>
            <a:r>
              <a:rPr lang="zh-CN" altLang="en-US" dirty="0"/>
              <a:t>希尔排序 </a:t>
            </a:r>
            <a:r>
              <a:rPr lang="en-US" altLang="zh-CN" dirty="0"/>
              <a:t>(Shell Sort)</a:t>
            </a:r>
          </a:p>
        </p:txBody>
      </p:sp>
      <p:sp>
        <p:nvSpPr>
          <p:cNvPr id="297987" name="Rectangle 3">
            <a:extLst>
              <a:ext uri="{FF2B5EF4-FFF2-40B4-BE49-F238E27FC236}">
                <a16:creationId xmlns:a16="http://schemas.microsoft.com/office/drawing/2014/main" id="{AF578AB4-BF98-AC9D-EA99-D802EE1F80ED}"/>
              </a:ext>
            </a:extLst>
          </p:cNvPr>
          <p:cNvSpPr>
            <a:spLocks noGrp="1" noChangeArrowheads="1"/>
          </p:cNvSpPr>
          <p:nvPr>
            <p:ph type="body" idx="1"/>
          </p:nvPr>
        </p:nvSpPr>
        <p:spPr/>
        <p:txBody>
          <a:bodyPr>
            <a:normAutofit fontScale="85000" lnSpcReduction="20000"/>
          </a:bodyPr>
          <a:lstStyle/>
          <a:p>
            <a:pPr>
              <a:lnSpc>
                <a:spcPct val="100000"/>
              </a:lnSpc>
            </a:pPr>
            <a:r>
              <a:rPr lang="zh-CN" altLang="en-US" dirty="0"/>
              <a:t>希尔排序又称缩小增量排序。该方法的基本过程是：设待排序元素序列有 </a:t>
            </a:r>
            <a:r>
              <a:rPr lang="en-US" altLang="zh-CN" dirty="0"/>
              <a:t>n </a:t>
            </a:r>
            <a:r>
              <a:rPr lang="zh-CN" altLang="en-US" dirty="0"/>
              <a:t>个元素，首先取一个整数 </a:t>
            </a:r>
            <a:r>
              <a:rPr lang="en-US" altLang="zh-CN" dirty="0"/>
              <a:t>gap &lt; n </a:t>
            </a:r>
            <a:r>
              <a:rPr lang="zh-CN" altLang="en-US" dirty="0"/>
              <a:t>作为间隔，将全部元素分为 </a:t>
            </a:r>
            <a:r>
              <a:rPr lang="en-US" altLang="zh-CN" dirty="0"/>
              <a:t>gap </a:t>
            </a:r>
            <a:r>
              <a:rPr lang="zh-CN" altLang="en-US" dirty="0"/>
              <a:t>个子序列，所有距离为 </a:t>
            </a:r>
            <a:r>
              <a:rPr lang="en-US" altLang="zh-CN" dirty="0"/>
              <a:t>gap </a:t>
            </a:r>
            <a:r>
              <a:rPr lang="zh-CN" altLang="en-US" dirty="0"/>
              <a:t>的元素放在同一个子序列中，在每一个子序列中分别施行直接插入排序。</a:t>
            </a:r>
            <a:endParaRPr lang="en-US" altLang="zh-CN" dirty="0"/>
          </a:p>
          <a:p>
            <a:pPr>
              <a:lnSpc>
                <a:spcPct val="100000"/>
              </a:lnSpc>
            </a:pPr>
            <a:r>
              <a:rPr lang="zh-CN" altLang="en-US" dirty="0"/>
              <a:t>然后缩小间隔 </a:t>
            </a:r>
            <a:r>
              <a:rPr lang="en-US" altLang="zh-CN" dirty="0"/>
              <a:t>gap</a:t>
            </a:r>
            <a:r>
              <a:rPr lang="zh-CN" altLang="en-US" dirty="0"/>
              <a:t>，例如取 </a:t>
            </a:r>
            <a:r>
              <a:rPr lang="en-US" altLang="zh-CN" dirty="0"/>
              <a:t>gap = </a:t>
            </a:r>
            <a:r>
              <a:rPr lang="en-US" altLang="zh-CN" dirty="0">
                <a:sym typeface="Symbol" pitchFamily="18" charset="2"/>
              </a:rPr>
              <a:t></a:t>
            </a:r>
            <a:r>
              <a:rPr lang="en-US" altLang="zh-CN" dirty="0"/>
              <a:t>gap/2</a:t>
            </a:r>
            <a:r>
              <a:rPr lang="en-US" altLang="zh-CN" dirty="0">
                <a:sym typeface="Symbol" pitchFamily="18" charset="2"/>
              </a:rPr>
              <a:t></a:t>
            </a:r>
            <a:r>
              <a:rPr lang="zh-CN" altLang="en-US" dirty="0"/>
              <a:t>，重复上述的子序列划分和排序工作。直到最后取 </a:t>
            </a:r>
            <a:r>
              <a:rPr lang="en-US" altLang="zh-CN" dirty="0"/>
              <a:t>gap == 1</a:t>
            </a:r>
            <a:r>
              <a:rPr lang="zh-CN" altLang="en-US" dirty="0"/>
              <a:t>，</a:t>
            </a:r>
            <a:r>
              <a:rPr lang="en-US" altLang="zh-CN" dirty="0"/>
              <a:t> </a:t>
            </a:r>
            <a:r>
              <a:rPr lang="zh-CN" altLang="en-US" dirty="0"/>
              <a:t>将所有元素放在同一个序列中排序为止。</a:t>
            </a:r>
          </a:p>
        </p:txBody>
      </p:sp>
      <p:sp>
        <p:nvSpPr>
          <p:cNvPr id="2" name="灯片编号占位符 1">
            <a:extLst>
              <a:ext uri="{FF2B5EF4-FFF2-40B4-BE49-F238E27FC236}">
                <a16:creationId xmlns:a16="http://schemas.microsoft.com/office/drawing/2014/main" id="{56B983EA-EE0B-A478-ACFB-69C159D0348C}"/>
              </a:ext>
            </a:extLst>
          </p:cNvPr>
          <p:cNvSpPr>
            <a:spLocks noGrp="1"/>
          </p:cNvSpPr>
          <p:nvPr>
            <p:ph type="sldNum" sz="quarter" idx="12"/>
          </p:nvPr>
        </p:nvSpPr>
        <p:spPr/>
        <p:txBody>
          <a:bodyPr/>
          <a:lstStyle/>
          <a:p>
            <a:pPr>
              <a:defRPr/>
            </a:pPr>
            <a:fld id="{5F1DCF05-F1E6-414E-BAB4-65AA6A3D43BB}" type="slidenum">
              <a:rPr lang="en-US" altLang="zh-CN" smtClean="0"/>
              <a:pPr>
                <a:defRPr/>
              </a:pPr>
              <a:t>23</a:t>
            </a:fld>
            <a:endParaRPr lang="en-US" altLang="zh-CN"/>
          </a:p>
        </p:txBody>
      </p:sp>
    </p:spTree>
  </p:cSld>
  <p:clrMapOvr>
    <a:masterClrMapping/>
  </p:clrMapOvr>
  <p:transition>
    <p:spli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2" descr="白色大理石">
            <a:extLst>
              <a:ext uri="{FF2B5EF4-FFF2-40B4-BE49-F238E27FC236}">
                <a16:creationId xmlns:a16="http://schemas.microsoft.com/office/drawing/2014/main" id="{66FFD3BD-9A19-2FF0-7857-0E1D91A56457}"/>
              </a:ext>
            </a:extLst>
          </p:cNvPr>
          <p:cNvSpPr>
            <a:spLocks noChangeArrowheads="1"/>
          </p:cNvSpPr>
          <p:nvPr/>
        </p:nvSpPr>
        <p:spPr bwMode="auto">
          <a:xfrm>
            <a:off x="762000" y="1219200"/>
            <a:ext cx="7543800" cy="457200"/>
          </a:xfrm>
          <a:prstGeom prst="parallelogram">
            <a:avLst>
              <a:gd name="adj" fmla="val 238792"/>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0723" name="Rectangle 3">
            <a:extLst>
              <a:ext uri="{FF2B5EF4-FFF2-40B4-BE49-F238E27FC236}">
                <a16:creationId xmlns:a16="http://schemas.microsoft.com/office/drawing/2014/main" id="{BE4DEF02-1FE1-8F9E-0408-B211E2614920}"/>
              </a:ext>
            </a:extLst>
          </p:cNvPr>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3200" b="1">
              <a:solidFill>
                <a:schemeClr val="tx2"/>
              </a:solidFill>
              <a:latin typeface="Times New Roman" panose="02020603050405020304" pitchFamily="18" charset="0"/>
              <a:ea typeface="宋体" panose="02010600030101010101" pitchFamily="2" charset="-122"/>
            </a:endParaRPr>
          </a:p>
        </p:txBody>
      </p:sp>
      <p:sp>
        <p:nvSpPr>
          <p:cNvPr id="299012" name="AutoShape 4">
            <a:extLst>
              <a:ext uri="{FF2B5EF4-FFF2-40B4-BE49-F238E27FC236}">
                <a16:creationId xmlns:a16="http://schemas.microsoft.com/office/drawing/2014/main" id="{D65FB530-D287-3669-E237-944759593E1F}"/>
              </a:ext>
            </a:extLst>
          </p:cNvPr>
          <p:cNvSpPr>
            <a:spLocks noChangeArrowheads="1"/>
          </p:cNvSpPr>
          <p:nvPr/>
        </p:nvSpPr>
        <p:spPr bwMode="auto">
          <a:xfrm>
            <a:off x="1905000" y="8382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299013" name="AutoShape 5">
            <a:extLst>
              <a:ext uri="{FF2B5EF4-FFF2-40B4-BE49-F238E27FC236}">
                <a16:creationId xmlns:a16="http://schemas.microsoft.com/office/drawing/2014/main" id="{DA810416-3B47-1E84-BC56-925FD4779653}"/>
              </a:ext>
            </a:extLst>
          </p:cNvPr>
          <p:cNvSpPr>
            <a:spLocks noChangeArrowheads="1"/>
          </p:cNvSpPr>
          <p:nvPr/>
        </p:nvSpPr>
        <p:spPr bwMode="auto">
          <a:xfrm>
            <a:off x="28194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299014" name="AutoShape 6">
            <a:extLst>
              <a:ext uri="{FF2B5EF4-FFF2-40B4-BE49-F238E27FC236}">
                <a16:creationId xmlns:a16="http://schemas.microsoft.com/office/drawing/2014/main" id="{0718AC32-5C4C-1097-44F3-5BECC100FAF5}"/>
              </a:ext>
            </a:extLst>
          </p:cNvPr>
          <p:cNvSpPr>
            <a:spLocks noChangeArrowheads="1"/>
          </p:cNvSpPr>
          <p:nvPr/>
        </p:nvSpPr>
        <p:spPr bwMode="auto">
          <a:xfrm>
            <a:off x="3733800" y="4572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299015" name="AutoShape 7">
            <a:extLst>
              <a:ext uri="{FF2B5EF4-FFF2-40B4-BE49-F238E27FC236}">
                <a16:creationId xmlns:a16="http://schemas.microsoft.com/office/drawing/2014/main" id="{786AE458-7654-3EF3-5D8A-7D12F3129F88}"/>
              </a:ext>
            </a:extLst>
          </p:cNvPr>
          <p:cNvSpPr>
            <a:spLocks noChangeArrowheads="1"/>
          </p:cNvSpPr>
          <p:nvPr/>
        </p:nvSpPr>
        <p:spPr bwMode="auto">
          <a:xfrm>
            <a:off x="46482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299016" name="AutoShape 8">
            <a:extLst>
              <a:ext uri="{FF2B5EF4-FFF2-40B4-BE49-F238E27FC236}">
                <a16:creationId xmlns:a16="http://schemas.microsoft.com/office/drawing/2014/main" id="{2ACDA219-D974-4BAB-2C35-27E26374D50E}"/>
              </a:ext>
            </a:extLst>
          </p:cNvPr>
          <p:cNvSpPr>
            <a:spLocks noChangeArrowheads="1"/>
          </p:cNvSpPr>
          <p:nvPr/>
        </p:nvSpPr>
        <p:spPr bwMode="auto">
          <a:xfrm>
            <a:off x="5562600" y="9144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99017" name="AutoShape 9">
            <a:extLst>
              <a:ext uri="{FF2B5EF4-FFF2-40B4-BE49-F238E27FC236}">
                <a16:creationId xmlns:a16="http://schemas.microsoft.com/office/drawing/2014/main" id="{F9853AE3-DC77-13CD-248F-A479EB161173}"/>
              </a:ext>
            </a:extLst>
          </p:cNvPr>
          <p:cNvSpPr>
            <a:spLocks noChangeArrowheads="1"/>
          </p:cNvSpPr>
          <p:nvPr/>
        </p:nvSpPr>
        <p:spPr bwMode="auto">
          <a:xfrm>
            <a:off x="6477000" y="12192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30730" name="Text Box 10">
            <a:extLst>
              <a:ext uri="{FF2B5EF4-FFF2-40B4-BE49-F238E27FC236}">
                <a16:creationId xmlns:a16="http://schemas.microsoft.com/office/drawing/2014/main" id="{D2BD53F7-A3E3-7D3F-0227-9B4270CE4EAD}"/>
              </a:ext>
            </a:extLst>
          </p:cNvPr>
          <p:cNvSpPr txBox="1">
            <a:spLocks noChangeArrowheads="1"/>
          </p:cNvSpPr>
          <p:nvPr/>
        </p:nvSpPr>
        <p:spPr bwMode="auto">
          <a:xfrm>
            <a:off x="1981200" y="1676400"/>
            <a:ext cx="490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a:t>
            </a:r>
            <a:endParaRPr kumimoji="1" lang="en-US" altLang="zh-CN" sz="2400">
              <a:latin typeface="Times New Roman" panose="02020603050405020304" pitchFamily="18" charset="0"/>
              <a:ea typeface="宋体" panose="02010600030101010101" pitchFamily="2" charset="-122"/>
            </a:endParaRPr>
          </a:p>
        </p:txBody>
      </p:sp>
      <p:sp>
        <p:nvSpPr>
          <p:cNvPr id="30731" name="AutoShape 11" descr="白色大理石">
            <a:extLst>
              <a:ext uri="{FF2B5EF4-FFF2-40B4-BE49-F238E27FC236}">
                <a16:creationId xmlns:a16="http://schemas.microsoft.com/office/drawing/2014/main" id="{AD59CC90-9E09-3D55-93DB-72C2FD8BF7EB}"/>
              </a:ext>
            </a:extLst>
          </p:cNvPr>
          <p:cNvSpPr>
            <a:spLocks noChangeArrowheads="1"/>
          </p:cNvSpPr>
          <p:nvPr/>
        </p:nvSpPr>
        <p:spPr bwMode="auto">
          <a:xfrm>
            <a:off x="914400" y="2895600"/>
            <a:ext cx="7391400" cy="457200"/>
          </a:xfrm>
          <a:prstGeom prst="parallelogram">
            <a:avLst>
              <a:gd name="adj" fmla="val 233968"/>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99020" name="AutoShape 12">
            <a:extLst>
              <a:ext uri="{FF2B5EF4-FFF2-40B4-BE49-F238E27FC236}">
                <a16:creationId xmlns:a16="http://schemas.microsoft.com/office/drawing/2014/main" id="{681701DF-E853-76AD-0460-D4A10AE67989}"/>
              </a:ext>
            </a:extLst>
          </p:cNvPr>
          <p:cNvSpPr>
            <a:spLocks noChangeArrowheads="1"/>
          </p:cNvSpPr>
          <p:nvPr/>
        </p:nvSpPr>
        <p:spPr bwMode="auto">
          <a:xfrm>
            <a:off x="1905000" y="25146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299021" name="AutoShape 13">
            <a:extLst>
              <a:ext uri="{FF2B5EF4-FFF2-40B4-BE49-F238E27FC236}">
                <a16:creationId xmlns:a16="http://schemas.microsoft.com/office/drawing/2014/main" id="{FC3EC52F-2DA6-4E99-DAB4-B25602BC31F2}"/>
              </a:ext>
            </a:extLst>
          </p:cNvPr>
          <p:cNvSpPr>
            <a:spLocks noChangeArrowheads="1"/>
          </p:cNvSpPr>
          <p:nvPr/>
        </p:nvSpPr>
        <p:spPr bwMode="auto">
          <a:xfrm>
            <a:off x="4648200" y="2438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299022" name="Text Box 14">
            <a:extLst>
              <a:ext uri="{FF2B5EF4-FFF2-40B4-BE49-F238E27FC236}">
                <a16:creationId xmlns:a16="http://schemas.microsoft.com/office/drawing/2014/main" id="{2034388D-F144-4F1C-8297-EDA20EDB4040}"/>
              </a:ext>
            </a:extLst>
          </p:cNvPr>
          <p:cNvSpPr txBox="1">
            <a:spLocks noChangeArrowheads="1"/>
          </p:cNvSpPr>
          <p:nvPr/>
        </p:nvSpPr>
        <p:spPr bwMode="auto">
          <a:xfrm>
            <a:off x="436563" y="1828800"/>
            <a:ext cx="868362" cy="579438"/>
          </a:xfrm>
          <a:prstGeom prst="rect">
            <a:avLst/>
          </a:prstGeom>
          <a:noFill/>
          <a:ln w="9525">
            <a:noFill/>
            <a:miter lim="800000"/>
            <a:headEnd/>
            <a:tailEnd/>
          </a:ln>
        </p:spPr>
        <p:txBody>
          <a:bodyPr wrap="none">
            <a:spAutoFit/>
          </a:bodyPr>
          <a:lstStyle/>
          <a:p>
            <a:pPr>
              <a:defRPr/>
            </a:pPr>
            <a:r>
              <a:rPr lang="en-US" altLang="zh-CN" sz="3200" b="1">
                <a:solidFill>
                  <a:schemeClr val="hlink"/>
                </a:solidFill>
                <a:effectLst>
                  <a:outerShdw blurRad="38100" dist="38100" dir="2700000" algn="tl">
                    <a:srgbClr val="C0C0C0"/>
                  </a:outerShdw>
                </a:effectLst>
              </a:rPr>
              <a:t>i</a:t>
            </a:r>
            <a:r>
              <a:rPr lang="en-US" altLang="zh-CN" sz="3200" b="1" i="1">
                <a:solidFill>
                  <a:schemeClr val="hlink"/>
                </a:solidFill>
                <a:effectLst>
                  <a:outerShdw blurRad="38100" dist="38100" dir="2700000" algn="tl">
                    <a:srgbClr val="C0C0C0"/>
                  </a:outerShdw>
                </a:effectLst>
              </a:rPr>
              <a:t> </a:t>
            </a:r>
            <a:r>
              <a:rPr lang="en-US" altLang="zh-CN" sz="2800" b="1">
                <a:solidFill>
                  <a:schemeClr val="hlink"/>
                </a:solidFill>
                <a:effectLst>
                  <a:outerShdw blurRad="38100" dist="38100" dir="2700000" algn="tl">
                    <a:srgbClr val="C0C0C0"/>
                  </a:outerShdw>
                </a:effectLst>
              </a:rPr>
              <a:t>= 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0735" name="AutoShape 15" descr="白色大理石">
            <a:extLst>
              <a:ext uri="{FF2B5EF4-FFF2-40B4-BE49-F238E27FC236}">
                <a16:creationId xmlns:a16="http://schemas.microsoft.com/office/drawing/2014/main" id="{4D57D58A-6D71-B515-E091-0429225C8AC9}"/>
              </a:ext>
            </a:extLst>
          </p:cNvPr>
          <p:cNvSpPr>
            <a:spLocks noChangeArrowheads="1"/>
          </p:cNvSpPr>
          <p:nvPr/>
        </p:nvSpPr>
        <p:spPr bwMode="auto">
          <a:xfrm>
            <a:off x="914400" y="5715000"/>
            <a:ext cx="7467600" cy="457200"/>
          </a:xfrm>
          <a:prstGeom prst="parallelogram">
            <a:avLst>
              <a:gd name="adj" fmla="val 23638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99024" name="AutoShape 16">
            <a:extLst>
              <a:ext uri="{FF2B5EF4-FFF2-40B4-BE49-F238E27FC236}">
                <a16:creationId xmlns:a16="http://schemas.microsoft.com/office/drawing/2014/main" id="{A8F36C84-DDA7-1FCC-EE29-D777A7AE3597}"/>
              </a:ext>
            </a:extLst>
          </p:cNvPr>
          <p:cNvSpPr>
            <a:spLocks noChangeArrowheads="1"/>
          </p:cNvSpPr>
          <p:nvPr/>
        </p:nvSpPr>
        <p:spPr bwMode="auto">
          <a:xfrm>
            <a:off x="6477000" y="57150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299025" name="AutoShape 17">
            <a:extLst>
              <a:ext uri="{FF2B5EF4-FFF2-40B4-BE49-F238E27FC236}">
                <a16:creationId xmlns:a16="http://schemas.microsoft.com/office/drawing/2014/main" id="{940EA6FF-293C-7A7F-B908-08DA179851D9}"/>
              </a:ext>
            </a:extLst>
          </p:cNvPr>
          <p:cNvSpPr>
            <a:spLocks noChangeArrowheads="1"/>
          </p:cNvSpPr>
          <p:nvPr/>
        </p:nvSpPr>
        <p:spPr bwMode="auto">
          <a:xfrm>
            <a:off x="3733800" y="49530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299026" name="Text Box 18">
            <a:extLst>
              <a:ext uri="{FF2B5EF4-FFF2-40B4-BE49-F238E27FC236}">
                <a16:creationId xmlns:a16="http://schemas.microsoft.com/office/drawing/2014/main" id="{701D52FA-68D2-B940-A0DB-3B6D1356C791}"/>
              </a:ext>
            </a:extLst>
          </p:cNvPr>
          <p:cNvSpPr txBox="1">
            <a:spLocks noChangeArrowheads="1"/>
          </p:cNvSpPr>
          <p:nvPr/>
        </p:nvSpPr>
        <p:spPr bwMode="auto">
          <a:xfrm>
            <a:off x="381000" y="2286000"/>
            <a:ext cx="1395413" cy="519113"/>
          </a:xfrm>
          <a:prstGeom prst="rect">
            <a:avLst/>
          </a:prstGeom>
          <a:noFill/>
          <a:ln w="9525">
            <a:noFill/>
            <a:miter lim="800000"/>
            <a:headEnd/>
            <a:tailEnd/>
          </a:ln>
        </p:spPr>
        <p:txBody>
          <a:bodyPr wrap="none">
            <a:spAutoFit/>
          </a:bodyPr>
          <a:lstStyle/>
          <a:p>
            <a:pPr>
              <a:defRPr/>
            </a:pPr>
            <a:r>
              <a:rPr lang="en-US" altLang="zh-CN" sz="2800" b="1" u="sng">
                <a:solidFill>
                  <a:schemeClr val="tx2"/>
                </a:solidFill>
                <a:effectLst>
                  <a:outerShdw blurRad="38100" dist="38100" dir="2700000" algn="tl">
                    <a:srgbClr val="C0C0C0"/>
                  </a:outerShdw>
                </a:effectLst>
              </a:rPr>
              <a:t>Gap = 3</a:t>
            </a:r>
            <a:endParaRPr lang="en-US" altLang="zh-CN" sz="2800" b="1">
              <a:effectLst>
                <a:outerShdw blurRad="38100" dist="38100" dir="2700000" algn="tl">
                  <a:srgbClr val="C0C0C0"/>
                </a:outerShdw>
              </a:effectLst>
            </a:endParaRPr>
          </a:p>
        </p:txBody>
      </p:sp>
      <p:sp>
        <p:nvSpPr>
          <p:cNvPr id="30739" name="AutoShape 19" descr="白色大理石">
            <a:extLst>
              <a:ext uri="{FF2B5EF4-FFF2-40B4-BE49-F238E27FC236}">
                <a16:creationId xmlns:a16="http://schemas.microsoft.com/office/drawing/2014/main" id="{DF63F0FE-03AB-5D94-C6C2-88D070894705}"/>
              </a:ext>
            </a:extLst>
          </p:cNvPr>
          <p:cNvSpPr>
            <a:spLocks noChangeArrowheads="1"/>
          </p:cNvSpPr>
          <p:nvPr/>
        </p:nvSpPr>
        <p:spPr bwMode="auto">
          <a:xfrm>
            <a:off x="914400" y="4343400"/>
            <a:ext cx="7391400" cy="457200"/>
          </a:xfrm>
          <a:prstGeom prst="parallelogram">
            <a:avLst>
              <a:gd name="adj" fmla="val 233968"/>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299028" name="AutoShape 20">
            <a:extLst>
              <a:ext uri="{FF2B5EF4-FFF2-40B4-BE49-F238E27FC236}">
                <a16:creationId xmlns:a16="http://schemas.microsoft.com/office/drawing/2014/main" id="{7026DA54-67BE-68AB-0FE4-C6019B51DF42}"/>
              </a:ext>
            </a:extLst>
          </p:cNvPr>
          <p:cNvSpPr>
            <a:spLocks noChangeArrowheads="1"/>
          </p:cNvSpPr>
          <p:nvPr/>
        </p:nvSpPr>
        <p:spPr bwMode="auto">
          <a:xfrm>
            <a:off x="2819400" y="38862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299029" name="AutoShape 21">
            <a:extLst>
              <a:ext uri="{FF2B5EF4-FFF2-40B4-BE49-F238E27FC236}">
                <a16:creationId xmlns:a16="http://schemas.microsoft.com/office/drawing/2014/main" id="{C7DF8ECE-0D6C-C95E-3BCE-D0FF81BC1B02}"/>
              </a:ext>
            </a:extLst>
          </p:cNvPr>
          <p:cNvSpPr>
            <a:spLocks noChangeArrowheads="1"/>
          </p:cNvSpPr>
          <p:nvPr/>
        </p:nvSpPr>
        <p:spPr bwMode="auto">
          <a:xfrm>
            <a:off x="5562600" y="40386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299030" name="AutoShape 22">
            <a:extLst>
              <a:ext uri="{FF2B5EF4-FFF2-40B4-BE49-F238E27FC236}">
                <a16:creationId xmlns:a16="http://schemas.microsoft.com/office/drawing/2014/main" id="{D784E957-5CAF-66C0-E216-595B7FA2C250}"/>
              </a:ext>
            </a:extLst>
          </p:cNvPr>
          <p:cNvSpPr>
            <a:spLocks noChangeArrowheads="1"/>
          </p:cNvSpPr>
          <p:nvPr/>
        </p:nvSpPr>
        <p:spPr bwMode="auto">
          <a:xfrm>
            <a:off x="3733800" y="2133600"/>
            <a:ext cx="533400" cy="1143000"/>
          </a:xfrm>
          <a:prstGeom prst="can">
            <a:avLst>
              <a:gd name="adj" fmla="val 53571"/>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49</a:t>
            </a:r>
            <a:endParaRPr lang="en-US" altLang="zh-CN">
              <a:effectLst>
                <a:outerShdw blurRad="38100" dist="38100" dir="2700000" algn="tl">
                  <a:srgbClr val="C0C0C0"/>
                </a:outerShdw>
              </a:effectLst>
            </a:endParaRPr>
          </a:p>
        </p:txBody>
      </p:sp>
      <p:sp>
        <p:nvSpPr>
          <p:cNvPr id="299031" name="AutoShape 23">
            <a:extLst>
              <a:ext uri="{FF2B5EF4-FFF2-40B4-BE49-F238E27FC236}">
                <a16:creationId xmlns:a16="http://schemas.microsoft.com/office/drawing/2014/main" id="{7292492F-C646-3129-7AB3-016BE3F39484}"/>
              </a:ext>
            </a:extLst>
          </p:cNvPr>
          <p:cNvSpPr>
            <a:spLocks noChangeArrowheads="1"/>
          </p:cNvSpPr>
          <p:nvPr/>
        </p:nvSpPr>
        <p:spPr bwMode="auto">
          <a:xfrm>
            <a:off x="2819400" y="2438400"/>
            <a:ext cx="533400" cy="838200"/>
          </a:xfrm>
          <a:prstGeom prst="can">
            <a:avLst>
              <a:gd name="adj" fmla="val 39286"/>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25</a:t>
            </a:r>
            <a:endParaRPr lang="en-US" altLang="zh-CN">
              <a:effectLst>
                <a:outerShdw blurRad="38100" dist="38100" dir="2700000" algn="tl">
                  <a:srgbClr val="C0C0C0"/>
                </a:outerShdw>
              </a:effectLst>
            </a:endParaRPr>
          </a:p>
        </p:txBody>
      </p:sp>
      <p:sp>
        <p:nvSpPr>
          <p:cNvPr id="299032" name="AutoShape 24">
            <a:extLst>
              <a:ext uri="{FF2B5EF4-FFF2-40B4-BE49-F238E27FC236}">
                <a16:creationId xmlns:a16="http://schemas.microsoft.com/office/drawing/2014/main" id="{2D21A898-A806-A0D4-13BA-0925C2FCECAA}"/>
              </a:ext>
            </a:extLst>
          </p:cNvPr>
          <p:cNvSpPr>
            <a:spLocks noChangeArrowheads="1"/>
          </p:cNvSpPr>
          <p:nvPr/>
        </p:nvSpPr>
        <p:spPr bwMode="auto">
          <a:xfrm>
            <a:off x="5562600" y="2590800"/>
            <a:ext cx="533400" cy="685800"/>
          </a:xfrm>
          <a:prstGeom prst="can">
            <a:avLst>
              <a:gd name="adj" fmla="val 32143"/>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16</a:t>
            </a:r>
            <a:endParaRPr lang="en-US" altLang="zh-CN">
              <a:effectLst>
                <a:outerShdw blurRad="38100" dist="38100" dir="2700000" algn="tl">
                  <a:srgbClr val="C0C0C0"/>
                </a:outerShdw>
              </a:effectLst>
            </a:endParaRPr>
          </a:p>
        </p:txBody>
      </p:sp>
      <p:sp>
        <p:nvSpPr>
          <p:cNvPr id="299033" name="AutoShape 25">
            <a:extLst>
              <a:ext uri="{FF2B5EF4-FFF2-40B4-BE49-F238E27FC236}">
                <a16:creationId xmlns:a16="http://schemas.microsoft.com/office/drawing/2014/main" id="{3C9AB8EE-9C41-3AEC-1E38-662B4C47FF62}"/>
              </a:ext>
            </a:extLst>
          </p:cNvPr>
          <p:cNvSpPr>
            <a:spLocks noChangeArrowheads="1"/>
          </p:cNvSpPr>
          <p:nvPr/>
        </p:nvSpPr>
        <p:spPr bwMode="auto">
          <a:xfrm>
            <a:off x="6477000" y="2895600"/>
            <a:ext cx="533400" cy="381000"/>
          </a:xfrm>
          <a:prstGeom prst="can">
            <a:avLst>
              <a:gd name="adj" fmla="val 25000"/>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08</a:t>
            </a:r>
            <a:endParaRPr lang="en-US" altLang="zh-CN">
              <a:effectLst>
                <a:outerShdw blurRad="38100" dist="38100" dir="2700000" algn="tl">
                  <a:srgbClr val="C0C0C0"/>
                </a:outerShdw>
              </a:effectLst>
            </a:endParaRPr>
          </a:p>
        </p:txBody>
      </p:sp>
      <p:sp>
        <p:nvSpPr>
          <p:cNvPr id="299034" name="AutoShape 26">
            <a:extLst>
              <a:ext uri="{FF2B5EF4-FFF2-40B4-BE49-F238E27FC236}">
                <a16:creationId xmlns:a16="http://schemas.microsoft.com/office/drawing/2014/main" id="{7F522463-5C8B-49EB-D0D4-E2792E715962}"/>
              </a:ext>
            </a:extLst>
          </p:cNvPr>
          <p:cNvSpPr>
            <a:spLocks noChangeArrowheads="1"/>
          </p:cNvSpPr>
          <p:nvPr/>
        </p:nvSpPr>
        <p:spPr bwMode="auto">
          <a:xfrm>
            <a:off x="3733800" y="3581400"/>
            <a:ext cx="533400" cy="1143000"/>
          </a:xfrm>
          <a:prstGeom prst="can">
            <a:avLst>
              <a:gd name="adj" fmla="val 53571"/>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49</a:t>
            </a:r>
            <a:endParaRPr lang="en-US" altLang="zh-CN">
              <a:effectLst>
                <a:outerShdw blurRad="38100" dist="38100" dir="2700000" algn="tl">
                  <a:srgbClr val="C0C0C0"/>
                </a:outerShdw>
              </a:effectLst>
            </a:endParaRPr>
          </a:p>
        </p:txBody>
      </p:sp>
      <p:sp>
        <p:nvSpPr>
          <p:cNvPr id="299035" name="AutoShape 27">
            <a:extLst>
              <a:ext uri="{FF2B5EF4-FFF2-40B4-BE49-F238E27FC236}">
                <a16:creationId xmlns:a16="http://schemas.microsoft.com/office/drawing/2014/main" id="{E14A9659-C6B9-88C8-3584-AD2C8260E45C}"/>
              </a:ext>
            </a:extLst>
          </p:cNvPr>
          <p:cNvSpPr>
            <a:spLocks noChangeArrowheads="1"/>
          </p:cNvSpPr>
          <p:nvPr/>
        </p:nvSpPr>
        <p:spPr bwMode="auto">
          <a:xfrm>
            <a:off x="4648200" y="3886200"/>
            <a:ext cx="533400" cy="838200"/>
          </a:xfrm>
          <a:prstGeom prst="can">
            <a:avLst>
              <a:gd name="adj" fmla="val 39286"/>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25*</a:t>
            </a:r>
            <a:endParaRPr lang="en-US" altLang="zh-CN">
              <a:effectLst>
                <a:outerShdw blurRad="38100" dist="38100" dir="2700000" algn="tl">
                  <a:srgbClr val="C0C0C0"/>
                </a:outerShdw>
              </a:effectLst>
            </a:endParaRPr>
          </a:p>
        </p:txBody>
      </p:sp>
      <p:sp>
        <p:nvSpPr>
          <p:cNvPr id="299036" name="AutoShape 28">
            <a:extLst>
              <a:ext uri="{FF2B5EF4-FFF2-40B4-BE49-F238E27FC236}">
                <a16:creationId xmlns:a16="http://schemas.microsoft.com/office/drawing/2014/main" id="{75AB798C-2A04-637D-7EA0-04F75210EB9D}"/>
              </a:ext>
            </a:extLst>
          </p:cNvPr>
          <p:cNvSpPr>
            <a:spLocks noChangeArrowheads="1"/>
          </p:cNvSpPr>
          <p:nvPr/>
        </p:nvSpPr>
        <p:spPr bwMode="auto">
          <a:xfrm>
            <a:off x="6477000" y="4343400"/>
            <a:ext cx="533400" cy="381000"/>
          </a:xfrm>
          <a:prstGeom prst="can">
            <a:avLst>
              <a:gd name="adj" fmla="val 25000"/>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08</a:t>
            </a:r>
            <a:endParaRPr lang="en-US" altLang="zh-CN">
              <a:effectLst>
                <a:outerShdw blurRad="38100" dist="38100" dir="2700000" algn="tl">
                  <a:srgbClr val="C0C0C0"/>
                </a:outerShdw>
              </a:effectLst>
            </a:endParaRPr>
          </a:p>
        </p:txBody>
      </p:sp>
      <p:sp>
        <p:nvSpPr>
          <p:cNvPr id="299037" name="AutoShape 29">
            <a:extLst>
              <a:ext uri="{FF2B5EF4-FFF2-40B4-BE49-F238E27FC236}">
                <a16:creationId xmlns:a16="http://schemas.microsoft.com/office/drawing/2014/main" id="{281C1827-F755-164A-75FB-79BA25D58328}"/>
              </a:ext>
            </a:extLst>
          </p:cNvPr>
          <p:cNvSpPr>
            <a:spLocks noChangeArrowheads="1"/>
          </p:cNvSpPr>
          <p:nvPr/>
        </p:nvSpPr>
        <p:spPr bwMode="auto">
          <a:xfrm>
            <a:off x="1905000" y="3962400"/>
            <a:ext cx="533400" cy="762000"/>
          </a:xfrm>
          <a:prstGeom prst="can">
            <a:avLst>
              <a:gd name="adj" fmla="val 35714"/>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21</a:t>
            </a:r>
            <a:endParaRPr lang="en-US" altLang="zh-CN">
              <a:effectLst>
                <a:outerShdw blurRad="38100" dist="38100" dir="2700000" algn="tl">
                  <a:srgbClr val="C0C0C0"/>
                </a:outerShdw>
              </a:effectLst>
            </a:endParaRPr>
          </a:p>
        </p:txBody>
      </p:sp>
      <p:sp>
        <p:nvSpPr>
          <p:cNvPr id="299038" name="AutoShape 30">
            <a:extLst>
              <a:ext uri="{FF2B5EF4-FFF2-40B4-BE49-F238E27FC236}">
                <a16:creationId xmlns:a16="http://schemas.microsoft.com/office/drawing/2014/main" id="{0D78CA23-903C-45AC-D02B-1DFAB5FCDABF}"/>
              </a:ext>
            </a:extLst>
          </p:cNvPr>
          <p:cNvSpPr>
            <a:spLocks noChangeArrowheads="1"/>
          </p:cNvSpPr>
          <p:nvPr/>
        </p:nvSpPr>
        <p:spPr bwMode="auto">
          <a:xfrm>
            <a:off x="2819400" y="5257800"/>
            <a:ext cx="533400" cy="838200"/>
          </a:xfrm>
          <a:prstGeom prst="can">
            <a:avLst>
              <a:gd name="adj" fmla="val 39286"/>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16</a:t>
            </a:r>
          </a:p>
        </p:txBody>
      </p:sp>
      <p:sp>
        <p:nvSpPr>
          <p:cNvPr id="299039" name="AutoShape 31">
            <a:extLst>
              <a:ext uri="{FF2B5EF4-FFF2-40B4-BE49-F238E27FC236}">
                <a16:creationId xmlns:a16="http://schemas.microsoft.com/office/drawing/2014/main" id="{7E9C4C45-D35F-07CC-7B6E-EEA0C2B1E44A}"/>
              </a:ext>
            </a:extLst>
          </p:cNvPr>
          <p:cNvSpPr>
            <a:spLocks noChangeArrowheads="1"/>
          </p:cNvSpPr>
          <p:nvPr/>
        </p:nvSpPr>
        <p:spPr bwMode="auto">
          <a:xfrm>
            <a:off x="1905000" y="5334000"/>
            <a:ext cx="533400" cy="762000"/>
          </a:xfrm>
          <a:prstGeom prst="can">
            <a:avLst>
              <a:gd name="adj" fmla="val 35714"/>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21</a:t>
            </a:r>
            <a:endParaRPr lang="en-US" altLang="zh-CN">
              <a:effectLst>
                <a:outerShdw blurRad="38100" dist="38100" dir="2700000" algn="tl">
                  <a:srgbClr val="C0C0C0"/>
                </a:outerShdw>
              </a:effectLst>
            </a:endParaRPr>
          </a:p>
        </p:txBody>
      </p:sp>
      <p:sp>
        <p:nvSpPr>
          <p:cNvPr id="299040" name="AutoShape 32">
            <a:extLst>
              <a:ext uri="{FF2B5EF4-FFF2-40B4-BE49-F238E27FC236}">
                <a16:creationId xmlns:a16="http://schemas.microsoft.com/office/drawing/2014/main" id="{ECC3D5F9-7DDB-2FBF-C5AA-58F9B6C6F6E4}"/>
              </a:ext>
            </a:extLst>
          </p:cNvPr>
          <p:cNvSpPr>
            <a:spLocks noChangeArrowheads="1"/>
          </p:cNvSpPr>
          <p:nvPr/>
        </p:nvSpPr>
        <p:spPr bwMode="auto">
          <a:xfrm>
            <a:off x="4648200" y="5257800"/>
            <a:ext cx="533400" cy="838200"/>
          </a:xfrm>
          <a:prstGeom prst="can">
            <a:avLst>
              <a:gd name="adj" fmla="val 39286"/>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25 *</a:t>
            </a:r>
          </a:p>
        </p:txBody>
      </p:sp>
      <p:sp>
        <p:nvSpPr>
          <p:cNvPr id="299041" name="AutoShape 33">
            <a:extLst>
              <a:ext uri="{FF2B5EF4-FFF2-40B4-BE49-F238E27FC236}">
                <a16:creationId xmlns:a16="http://schemas.microsoft.com/office/drawing/2014/main" id="{1CFF71A0-0E06-6D09-F11A-9CFDBFFF8A54}"/>
              </a:ext>
            </a:extLst>
          </p:cNvPr>
          <p:cNvSpPr>
            <a:spLocks noChangeArrowheads="1"/>
          </p:cNvSpPr>
          <p:nvPr/>
        </p:nvSpPr>
        <p:spPr bwMode="auto">
          <a:xfrm>
            <a:off x="5562600" y="5410200"/>
            <a:ext cx="533400" cy="685800"/>
          </a:xfrm>
          <a:prstGeom prst="can">
            <a:avLst>
              <a:gd name="adj" fmla="val 32143"/>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25</a:t>
            </a:r>
          </a:p>
        </p:txBody>
      </p:sp>
      <p:sp>
        <p:nvSpPr>
          <p:cNvPr id="2" name="灯片编号占位符 1">
            <a:extLst>
              <a:ext uri="{FF2B5EF4-FFF2-40B4-BE49-F238E27FC236}">
                <a16:creationId xmlns:a16="http://schemas.microsoft.com/office/drawing/2014/main" id="{4BCD7859-B018-1D1F-27A1-B060B949CCCA}"/>
              </a:ext>
            </a:extLst>
          </p:cNvPr>
          <p:cNvSpPr>
            <a:spLocks noGrp="1"/>
          </p:cNvSpPr>
          <p:nvPr>
            <p:ph type="sldNum" sz="quarter" idx="12"/>
          </p:nvPr>
        </p:nvSpPr>
        <p:spPr/>
        <p:txBody>
          <a:bodyPr/>
          <a:lstStyle/>
          <a:p>
            <a:pPr>
              <a:defRPr/>
            </a:pPr>
            <a:fld id="{04E4ECFC-90A4-46B6-B7C1-F55F5037C096}" type="slidenum">
              <a:rPr lang="en-US" altLang="zh-CN" smtClean="0"/>
              <a:pPr>
                <a:defRPr/>
              </a:pPr>
              <a:t>24</a:t>
            </a:fld>
            <a:endParaRPr lang="en-US" altLang="zh-CN"/>
          </a:p>
        </p:txBody>
      </p:sp>
    </p:spTree>
  </p:cSld>
  <p:clrMapOvr>
    <a:masterClrMapping/>
  </p:clrMapOvr>
  <p:transition>
    <p:spli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descr="白色大理石">
            <a:extLst>
              <a:ext uri="{FF2B5EF4-FFF2-40B4-BE49-F238E27FC236}">
                <a16:creationId xmlns:a16="http://schemas.microsoft.com/office/drawing/2014/main" id="{74FD8C19-8C6A-6A2A-3E30-256BC137DB18}"/>
              </a:ext>
            </a:extLst>
          </p:cNvPr>
          <p:cNvSpPr>
            <a:spLocks noChangeArrowheads="1"/>
          </p:cNvSpPr>
          <p:nvPr/>
        </p:nvSpPr>
        <p:spPr bwMode="auto">
          <a:xfrm>
            <a:off x="762000" y="1219200"/>
            <a:ext cx="7543800" cy="457200"/>
          </a:xfrm>
          <a:prstGeom prst="parallelogram">
            <a:avLst>
              <a:gd name="adj" fmla="val 238792"/>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1747" name="Rectangle 3">
            <a:extLst>
              <a:ext uri="{FF2B5EF4-FFF2-40B4-BE49-F238E27FC236}">
                <a16:creationId xmlns:a16="http://schemas.microsoft.com/office/drawing/2014/main" id="{CF8A1398-CDB7-0214-64E7-E575AB2B2D4A}"/>
              </a:ext>
            </a:extLst>
          </p:cNvPr>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3200" b="1">
              <a:solidFill>
                <a:schemeClr val="tx2"/>
              </a:solidFill>
              <a:latin typeface="Times New Roman" panose="02020603050405020304" pitchFamily="18" charset="0"/>
              <a:ea typeface="宋体" panose="02010600030101010101" pitchFamily="2" charset="-122"/>
            </a:endParaRPr>
          </a:p>
        </p:txBody>
      </p:sp>
      <p:sp>
        <p:nvSpPr>
          <p:cNvPr id="300036" name="AutoShape 4">
            <a:extLst>
              <a:ext uri="{FF2B5EF4-FFF2-40B4-BE49-F238E27FC236}">
                <a16:creationId xmlns:a16="http://schemas.microsoft.com/office/drawing/2014/main" id="{0721D339-4A1E-ABDA-17A2-28576B16647C}"/>
              </a:ext>
            </a:extLst>
          </p:cNvPr>
          <p:cNvSpPr>
            <a:spLocks noChangeArrowheads="1"/>
          </p:cNvSpPr>
          <p:nvPr/>
        </p:nvSpPr>
        <p:spPr bwMode="auto">
          <a:xfrm>
            <a:off x="1905000" y="8382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300037" name="AutoShape 5">
            <a:extLst>
              <a:ext uri="{FF2B5EF4-FFF2-40B4-BE49-F238E27FC236}">
                <a16:creationId xmlns:a16="http://schemas.microsoft.com/office/drawing/2014/main" id="{4B32BFEA-707E-4F88-7B60-4F83B5D1770C}"/>
              </a:ext>
            </a:extLst>
          </p:cNvPr>
          <p:cNvSpPr>
            <a:spLocks noChangeArrowheads="1"/>
          </p:cNvSpPr>
          <p:nvPr/>
        </p:nvSpPr>
        <p:spPr bwMode="auto">
          <a:xfrm>
            <a:off x="55626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00038" name="AutoShape 6">
            <a:extLst>
              <a:ext uri="{FF2B5EF4-FFF2-40B4-BE49-F238E27FC236}">
                <a16:creationId xmlns:a16="http://schemas.microsoft.com/office/drawing/2014/main" id="{F90023CD-35C2-83EB-757B-2D07AFFA80D3}"/>
              </a:ext>
            </a:extLst>
          </p:cNvPr>
          <p:cNvSpPr>
            <a:spLocks noChangeArrowheads="1"/>
          </p:cNvSpPr>
          <p:nvPr/>
        </p:nvSpPr>
        <p:spPr bwMode="auto">
          <a:xfrm>
            <a:off x="6477000" y="4572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00039" name="AutoShape 7">
            <a:extLst>
              <a:ext uri="{FF2B5EF4-FFF2-40B4-BE49-F238E27FC236}">
                <a16:creationId xmlns:a16="http://schemas.microsoft.com/office/drawing/2014/main" id="{B73ADA85-6042-BF52-733B-4BD1812CC715}"/>
              </a:ext>
            </a:extLst>
          </p:cNvPr>
          <p:cNvSpPr>
            <a:spLocks noChangeArrowheads="1"/>
          </p:cNvSpPr>
          <p:nvPr/>
        </p:nvSpPr>
        <p:spPr bwMode="auto">
          <a:xfrm>
            <a:off x="46482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00040" name="AutoShape 8">
            <a:extLst>
              <a:ext uri="{FF2B5EF4-FFF2-40B4-BE49-F238E27FC236}">
                <a16:creationId xmlns:a16="http://schemas.microsoft.com/office/drawing/2014/main" id="{6A4EFDF3-0CC2-C50E-37A7-CD7FC96AA9C2}"/>
              </a:ext>
            </a:extLst>
          </p:cNvPr>
          <p:cNvSpPr>
            <a:spLocks noChangeArrowheads="1"/>
          </p:cNvSpPr>
          <p:nvPr/>
        </p:nvSpPr>
        <p:spPr bwMode="auto">
          <a:xfrm>
            <a:off x="2819400" y="9144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300041" name="AutoShape 9">
            <a:extLst>
              <a:ext uri="{FF2B5EF4-FFF2-40B4-BE49-F238E27FC236}">
                <a16:creationId xmlns:a16="http://schemas.microsoft.com/office/drawing/2014/main" id="{7BA6BE5E-9F1F-1270-39A9-8E017CFECB5F}"/>
              </a:ext>
            </a:extLst>
          </p:cNvPr>
          <p:cNvSpPr>
            <a:spLocks noChangeArrowheads="1"/>
          </p:cNvSpPr>
          <p:nvPr/>
        </p:nvSpPr>
        <p:spPr bwMode="auto">
          <a:xfrm>
            <a:off x="3733800" y="12192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31754" name="Text Box 10">
            <a:extLst>
              <a:ext uri="{FF2B5EF4-FFF2-40B4-BE49-F238E27FC236}">
                <a16:creationId xmlns:a16="http://schemas.microsoft.com/office/drawing/2014/main" id="{03AB42EE-59ED-3C3D-411C-B821BD38E21B}"/>
              </a:ext>
            </a:extLst>
          </p:cNvPr>
          <p:cNvSpPr txBox="1">
            <a:spLocks noChangeArrowheads="1"/>
          </p:cNvSpPr>
          <p:nvPr/>
        </p:nvSpPr>
        <p:spPr bwMode="auto">
          <a:xfrm>
            <a:off x="1981200" y="1676400"/>
            <a:ext cx="490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a:t>
            </a:r>
            <a:endParaRPr kumimoji="1" lang="en-US" altLang="zh-CN" sz="2400">
              <a:latin typeface="Times New Roman" panose="02020603050405020304" pitchFamily="18" charset="0"/>
              <a:ea typeface="宋体" panose="02010600030101010101" pitchFamily="2" charset="-122"/>
            </a:endParaRPr>
          </a:p>
        </p:txBody>
      </p:sp>
      <p:sp>
        <p:nvSpPr>
          <p:cNvPr id="31755" name="AutoShape 11" descr="白色大理石">
            <a:extLst>
              <a:ext uri="{FF2B5EF4-FFF2-40B4-BE49-F238E27FC236}">
                <a16:creationId xmlns:a16="http://schemas.microsoft.com/office/drawing/2014/main" id="{A5FA2992-409A-68C3-10A3-5026EE6CD962}"/>
              </a:ext>
            </a:extLst>
          </p:cNvPr>
          <p:cNvSpPr>
            <a:spLocks noChangeArrowheads="1"/>
          </p:cNvSpPr>
          <p:nvPr/>
        </p:nvSpPr>
        <p:spPr bwMode="auto">
          <a:xfrm>
            <a:off x="914400" y="2971800"/>
            <a:ext cx="7391400" cy="457200"/>
          </a:xfrm>
          <a:prstGeom prst="parallelogram">
            <a:avLst>
              <a:gd name="adj" fmla="val 233968"/>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00044" name="AutoShape 12">
            <a:extLst>
              <a:ext uri="{FF2B5EF4-FFF2-40B4-BE49-F238E27FC236}">
                <a16:creationId xmlns:a16="http://schemas.microsoft.com/office/drawing/2014/main" id="{FED4A7CA-D0C6-9062-68B5-71CB01F5BE49}"/>
              </a:ext>
            </a:extLst>
          </p:cNvPr>
          <p:cNvSpPr>
            <a:spLocks noChangeArrowheads="1"/>
          </p:cNvSpPr>
          <p:nvPr/>
        </p:nvSpPr>
        <p:spPr bwMode="auto">
          <a:xfrm>
            <a:off x="1905000" y="25908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300045" name="Text Box 13">
            <a:extLst>
              <a:ext uri="{FF2B5EF4-FFF2-40B4-BE49-F238E27FC236}">
                <a16:creationId xmlns:a16="http://schemas.microsoft.com/office/drawing/2014/main" id="{81977EC7-68A3-CEC0-632B-5A64DDD8DBA1}"/>
              </a:ext>
            </a:extLst>
          </p:cNvPr>
          <p:cNvSpPr txBox="1">
            <a:spLocks noChangeArrowheads="1"/>
          </p:cNvSpPr>
          <p:nvPr/>
        </p:nvSpPr>
        <p:spPr bwMode="auto">
          <a:xfrm>
            <a:off x="436563" y="1828800"/>
            <a:ext cx="868362" cy="579438"/>
          </a:xfrm>
          <a:prstGeom prst="rect">
            <a:avLst/>
          </a:prstGeom>
          <a:noFill/>
          <a:ln w="9525">
            <a:noFill/>
            <a:miter lim="800000"/>
            <a:headEnd/>
            <a:tailEnd/>
          </a:ln>
        </p:spPr>
        <p:txBody>
          <a:bodyPr wrap="none">
            <a:spAutoFit/>
          </a:bodyPr>
          <a:lstStyle/>
          <a:p>
            <a:pPr>
              <a:defRPr/>
            </a:pPr>
            <a:r>
              <a:rPr lang="en-US" altLang="zh-CN" sz="3200" b="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1758" name="AutoShape 14" descr="白色大理石">
            <a:extLst>
              <a:ext uri="{FF2B5EF4-FFF2-40B4-BE49-F238E27FC236}">
                <a16:creationId xmlns:a16="http://schemas.microsoft.com/office/drawing/2014/main" id="{4F1C72B6-BFD3-F063-5328-08BCFD778F07}"/>
              </a:ext>
            </a:extLst>
          </p:cNvPr>
          <p:cNvSpPr>
            <a:spLocks noChangeArrowheads="1"/>
          </p:cNvSpPr>
          <p:nvPr/>
        </p:nvSpPr>
        <p:spPr bwMode="auto">
          <a:xfrm>
            <a:off x="914400" y="5715000"/>
            <a:ext cx="7467600" cy="457200"/>
          </a:xfrm>
          <a:prstGeom prst="parallelogram">
            <a:avLst>
              <a:gd name="adj" fmla="val 23638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00047" name="AutoShape 15">
            <a:extLst>
              <a:ext uri="{FF2B5EF4-FFF2-40B4-BE49-F238E27FC236}">
                <a16:creationId xmlns:a16="http://schemas.microsoft.com/office/drawing/2014/main" id="{190C3F25-3123-650A-5D7A-F3EDC3A0AAF4}"/>
              </a:ext>
            </a:extLst>
          </p:cNvPr>
          <p:cNvSpPr>
            <a:spLocks noChangeArrowheads="1"/>
          </p:cNvSpPr>
          <p:nvPr/>
        </p:nvSpPr>
        <p:spPr bwMode="auto">
          <a:xfrm>
            <a:off x="3733800" y="29718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300048" name="AutoShape 16">
            <a:extLst>
              <a:ext uri="{FF2B5EF4-FFF2-40B4-BE49-F238E27FC236}">
                <a16:creationId xmlns:a16="http://schemas.microsoft.com/office/drawing/2014/main" id="{D792937E-8381-5624-5DED-45E5002BB309}"/>
              </a:ext>
            </a:extLst>
          </p:cNvPr>
          <p:cNvSpPr>
            <a:spLocks noChangeArrowheads="1"/>
          </p:cNvSpPr>
          <p:nvPr/>
        </p:nvSpPr>
        <p:spPr bwMode="auto">
          <a:xfrm>
            <a:off x="6477000" y="49530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00049" name="Text Box 17">
            <a:extLst>
              <a:ext uri="{FF2B5EF4-FFF2-40B4-BE49-F238E27FC236}">
                <a16:creationId xmlns:a16="http://schemas.microsoft.com/office/drawing/2014/main" id="{530688BF-F960-F253-D288-84857FA16FDB}"/>
              </a:ext>
            </a:extLst>
          </p:cNvPr>
          <p:cNvSpPr txBox="1">
            <a:spLocks noChangeArrowheads="1"/>
          </p:cNvSpPr>
          <p:nvPr/>
        </p:nvSpPr>
        <p:spPr bwMode="auto">
          <a:xfrm>
            <a:off x="381000" y="2286000"/>
            <a:ext cx="1395413" cy="519113"/>
          </a:xfrm>
          <a:prstGeom prst="rect">
            <a:avLst/>
          </a:prstGeom>
          <a:noFill/>
          <a:ln w="9525">
            <a:noFill/>
            <a:miter lim="800000"/>
            <a:headEnd/>
            <a:tailEnd/>
          </a:ln>
        </p:spPr>
        <p:txBody>
          <a:bodyPr wrap="none">
            <a:spAutoFit/>
          </a:bodyPr>
          <a:lstStyle/>
          <a:p>
            <a:pPr>
              <a:defRPr/>
            </a:pPr>
            <a:r>
              <a:rPr lang="en-US" altLang="zh-CN" sz="2800" b="1" u="sng">
                <a:solidFill>
                  <a:schemeClr val="tx2"/>
                </a:solidFill>
                <a:effectLst>
                  <a:outerShdw blurRad="38100" dist="38100" dir="2700000" algn="tl">
                    <a:srgbClr val="C0C0C0"/>
                  </a:outerShdw>
                </a:effectLst>
              </a:rPr>
              <a:t>Gap = 2</a:t>
            </a:r>
            <a:endParaRPr lang="en-US" altLang="zh-CN" sz="2800" b="1">
              <a:effectLst>
                <a:outerShdw blurRad="38100" dist="38100" dir="2700000" algn="tl">
                  <a:srgbClr val="C0C0C0"/>
                </a:outerShdw>
              </a:effectLst>
            </a:endParaRPr>
          </a:p>
        </p:txBody>
      </p:sp>
      <p:sp>
        <p:nvSpPr>
          <p:cNvPr id="31762" name="AutoShape 18" descr="白色大理石">
            <a:extLst>
              <a:ext uri="{FF2B5EF4-FFF2-40B4-BE49-F238E27FC236}">
                <a16:creationId xmlns:a16="http://schemas.microsoft.com/office/drawing/2014/main" id="{E140B51C-B29C-6F8B-3563-94BF1C23E1DF}"/>
              </a:ext>
            </a:extLst>
          </p:cNvPr>
          <p:cNvSpPr>
            <a:spLocks noChangeArrowheads="1"/>
          </p:cNvSpPr>
          <p:nvPr/>
        </p:nvSpPr>
        <p:spPr bwMode="auto">
          <a:xfrm>
            <a:off x="914400" y="4343400"/>
            <a:ext cx="7391400" cy="457200"/>
          </a:xfrm>
          <a:prstGeom prst="parallelogram">
            <a:avLst>
              <a:gd name="adj" fmla="val 233968"/>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00051" name="AutoShape 19">
            <a:extLst>
              <a:ext uri="{FF2B5EF4-FFF2-40B4-BE49-F238E27FC236}">
                <a16:creationId xmlns:a16="http://schemas.microsoft.com/office/drawing/2014/main" id="{D9DD459F-28E4-933B-EF1C-8C9A80228FCE}"/>
              </a:ext>
            </a:extLst>
          </p:cNvPr>
          <p:cNvSpPr>
            <a:spLocks noChangeArrowheads="1"/>
          </p:cNvSpPr>
          <p:nvPr/>
        </p:nvSpPr>
        <p:spPr bwMode="auto">
          <a:xfrm>
            <a:off x="5562600" y="25146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300052" name="AutoShape 20">
            <a:extLst>
              <a:ext uri="{FF2B5EF4-FFF2-40B4-BE49-F238E27FC236}">
                <a16:creationId xmlns:a16="http://schemas.microsoft.com/office/drawing/2014/main" id="{842780DD-BBC5-942E-799E-EB14CBDAA8FF}"/>
              </a:ext>
            </a:extLst>
          </p:cNvPr>
          <p:cNvSpPr>
            <a:spLocks noChangeArrowheads="1"/>
          </p:cNvSpPr>
          <p:nvPr/>
        </p:nvSpPr>
        <p:spPr bwMode="auto">
          <a:xfrm>
            <a:off x="2819400" y="40386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300053" name="AutoShape 21">
            <a:extLst>
              <a:ext uri="{FF2B5EF4-FFF2-40B4-BE49-F238E27FC236}">
                <a16:creationId xmlns:a16="http://schemas.microsoft.com/office/drawing/2014/main" id="{6D9735DD-C5DE-D583-0044-810274AF05C9}"/>
              </a:ext>
            </a:extLst>
          </p:cNvPr>
          <p:cNvSpPr>
            <a:spLocks noChangeArrowheads="1"/>
          </p:cNvSpPr>
          <p:nvPr/>
        </p:nvSpPr>
        <p:spPr bwMode="auto">
          <a:xfrm>
            <a:off x="6477000" y="2209800"/>
            <a:ext cx="533400" cy="1143000"/>
          </a:xfrm>
          <a:prstGeom prst="can">
            <a:avLst>
              <a:gd name="adj" fmla="val 53571"/>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49</a:t>
            </a:r>
            <a:endParaRPr lang="en-US" altLang="zh-CN">
              <a:effectLst>
                <a:outerShdw blurRad="38100" dist="38100" dir="2700000" algn="tl">
                  <a:srgbClr val="C0C0C0"/>
                </a:outerShdw>
              </a:effectLst>
            </a:endParaRPr>
          </a:p>
        </p:txBody>
      </p:sp>
      <p:sp>
        <p:nvSpPr>
          <p:cNvPr id="300054" name="AutoShape 22">
            <a:extLst>
              <a:ext uri="{FF2B5EF4-FFF2-40B4-BE49-F238E27FC236}">
                <a16:creationId xmlns:a16="http://schemas.microsoft.com/office/drawing/2014/main" id="{2813EAE0-0A6A-AA48-B103-082ED9E08D09}"/>
              </a:ext>
            </a:extLst>
          </p:cNvPr>
          <p:cNvSpPr>
            <a:spLocks noChangeArrowheads="1"/>
          </p:cNvSpPr>
          <p:nvPr/>
        </p:nvSpPr>
        <p:spPr bwMode="auto">
          <a:xfrm>
            <a:off x="2819400" y="2667000"/>
            <a:ext cx="533400" cy="685800"/>
          </a:xfrm>
          <a:prstGeom prst="can">
            <a:avLst>
              <a:gd name="adj" fmla="val 32143"/>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16</a:t>
            </a:r>
            <a:endParaRPr lang="en-US" altLang="zh-CN">
              <a:effectLst>
                <a:outerShdw blurRad="38100" dist="38100" dir="2700000" algn="tl">
                  <a:srgbClr val="C0C0C0"/>
                </a:outerShdw>
              </a:effectLst>
            </a:endParaRPr>
          </a:p>
        </p:txBody>
      </p:sp>
      <p:sp>
        <p:nvSpPr>
          <p:cNvPr id="300055" name="AutoShape 23">
            <a:extLst>
              <a:ext uri="{FF2B5EF4-FFF2-40B4-BE49-F238E27FC236}">
                <a16:creationId xmlns:a16="http://schemas.microsoft.com/office/drawing/2014/main" id="{634FE1C7-3476-9E11-F9CE-B0B8C73E58A9}"/>
              </a:ext>
            </a:extLst>
          </p:cNvPr>
          <p:cNvSpPr>
            <a:spLocks noChangeArrowheads="1"/>
          </p:cNvSpPr>
          <p:nvPr/>
        </p:nvSpPr>
        <p:spPr bwMode="auto">
          <a:xfrm>
            <a:off x="4648200" y="2514600"/>
            <a:ext cx="533400" cy="838200"/>
          </a:xfrm>
          <a:prstGeom prst="can">
            <a:avLst>
              <a:gd name="adj" fmla="val 39286"/>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25*</a:t>
            </a:r>
            <a:endParaRPr lang="en-US" altLang="zh-CN">
              <a:effectLst>
                <a:outerShdw blurRad="38100" dist="38100" dir="2700000" algn="tl">
                  <a:srgbClr val="C0C0C0"/>
                </a:outerShdw>
              </a:effectLst>
            </a:endParaRPr>
          </a:p>
        </p:txBody>
      </p:sp>
      <p:sp>
        <p:nvSpPr>
          <p:cNvPr id="300056" name="AutoShape 24">
            <a:extLst>
              <a:ext uri="{FF2B5EF4-FFF2-40B4-BE49-F238E27FC236}">
                <a16:creationId xmlns:a16="http://schemas.microsoft.com/office/drawing/2014/main" id="{CA4BC785-783C-8084-2059-4E83421FE936}"/>
              </a:ext>
            </a:extLst>
          </p:cNvPr>
          <p:cNvSpPr>
            <a:spLocks noChangeArrowheads="1"/>
          </p:cNvSpPr>
          <p:nvPr/>
        </p:nvSpPr>
        <p:spPr bwMode="auto">
          <a:xfrm>
            <a:off x="3733800" y="4343400"/>
            <a:ext cx="533400" cy="381000"/>
          </a:xfrm>
          <a:prstGeom prst="can">
            <a:avLst>
              <a:gd name="adj" fmla="val 25000"/>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21</a:t>
            </a:r>
            <a:endParaRPr lang="en-US" altLang="zh-CN" dirty="0">
              <a:effectLst>
                <a:outerShdw blurRad="38100" dist="38100" dir="2700000" algn="tl">
                  <a:srgbClr val="C0C0C0"/>
                </a:outerShdw>
              </a:effectLst>
            </a:endParaRPr>
          </a:p>
        </p:txBody>
      </p:sp>
      <p:sp>
        <p:nvSpPr>
          <p:cNvPr id="300057" name="AutoShape 25">
            <a:extLst>
              <a:ext uri="{FF2B5EF4-FFF2-40B4-BE49-F238E27FC236}">
                <a16:creationId xmlns:a16="http://schemas.microsoft.com/office/drawing/2014/main" id="{E68674CC-E511-A0AC-B8C8-63A3FB511B33}"/>
              </a:ext>
            </a:extLst>
          </p:cNvPr>
          <p:cNvSpPr>
            <a:spLocks noChangeArrowheads="1"/>
          </p:cNvSpPr>
          <p:nvPr/>
        </p:nvSpPr>
        <p:spPr bwMode="auto">
          <a:xfrm>
            <a:off x="1905000" y="3962400"/>
            <a:ext cx="533400" cy="762000"/>
          </a:xfrm>
          <a:prstGeom prst="can">
            <a:avLst>
              <a:gd name="adj" fmla="val 35714"/>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08</a:t>
            </a:r>
            <a:endParaRPr lang="en-US" altLang="zh-CN" dirty="0">
              <a:effectLst>
                <a:outerShdw blurRad="38100" dist="38100" dir="2700000" algn="tl">
                  <a:srgbClr val="C0C0C0"/>
                </a:outerShdw>
              </a:effectLst>
            </a:endParaRPr>
          </a:p>
        </p:txBody>
      </p:sp>
      <p:sp>
        <p:nvSpPr>
          <p:cNvPr id="300058" name="AutoShape 26">
            <a:extLst>
              <a:ext uri="{FF2B5EF4-FFF2-40B4-BE49-F238E27FC236}">
                <a16:creationId xmlns:a16="http://schemas.microsoft.com/office/drawing/2014/main" id="{29289792-C576-2B11-0D04-54C03ED62BFD}"/>
              </a:ext>
            </a:extLst>
          </p:cNvPr>
          <p:cNvSpPr>
            <a:spLocks noChangeArrowheads="1"/>
          </p:cNvSpPr>
          <p:nvPr/>
        </p:nvSpPr>
        <p:spPr bwMode="auto">
          <a:xfrm>
            <a:off x="5562600" y="3886200"/>
            <a:ext cx="533400" cy="838200"/>
          </a:xfrm>
          <a:prstGeom prst="can">
            <a:avLst>
              <a:gd name="adj" fmla="val 39286"/>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cap="rnd">
            <a:solidFill>
              <a:schemeClr val="tx1"/>
            </a:solidFill>
            <a:prstDash val="sysDot"/>
            <a:round/>
            <a:headEnd/>
            <a:tailEnd/>
          </a:ln>
        </p:spPr>
        <p:txBody>
          <a:bodyPr wrap="none" anchor="ctr"/>
          <a:lstStyle/>
          <a:p>
            <a:pPr algn="ctr">
              <a:defRPr/>
            </a:pPr>
            <a:r>
              <a:rPr lang="en-US" altLang="zh-CN"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Arial" charset="0"/>
              </a:rPr>
              <a:t>25</a:t>
            </a:r>
            <a:endParaRPr lang="en-US" altLang="zh-CN">
              <a:effectLst>
                <a:outerShdw blurRad="38100" dist="38100" dir="2700000" algn="tl">
                  <a:srgbClr val="C0C0C0"/>
                </a:outerShdw>
              </a:effectLst>
            </a:endParaRPr>
          </a:p>
        </p:txBody>
      </p:sp>
      <p:sp>
        <p:nvSpPr>
          <p:cNvPr id="300059" name="AutoShape 27">
            <a:extLst>
              <a:ext uri="{FF2B5EF4-FFF2-40B4-BE49-F238E27FC236}">
                <a16:creationId xmlns:a16="http://schemas.microsoft.com/office/drawing/2014/main" id="{07DA5102-F438-62AF-B386-A9D9405332F8}"/>
              </a:ext>
            </a:extLst>
          </p:cNvPr>
          <p:cNvSpPr>
            <a:spLocks noChangeArrowheads="1"/>
          </p:cNvSpPr>
          <p:nvPr/>
        </p:nvSpPr>
        <p:spPr bwMode="auto">
          <a:xfrm>
            <a:off x="6477000" y="35814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00060" name="AutoShape 28">
            <a:extLst>
              <a:ext uri="{FF2B5EF4-FFF2-40B4-BE49-F238E27FC236}">
                <a16:creationId xmlns:a16="http://schemas.microsoft.com/office/drawing/2014/main" id="{60C04FB6-522F-4E58-025E-46D25A136BBE}"/>
              </a:ext>
            </a:extLst>
          </p:cNvPr>
          <p:cNvSpPr>
            <a:spLocks noChangeArrowheads="1"/>
          </p:cNvSpPr>
          <p:nvPr/>
        </p:nvSpPr>
        <p:spPr bwMode="auto">
          <a:xfrm>
            <a:off x="4648200" y="38862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00061" name="AutoShape 29">
            <a:extLst>
              <a:ext uri="{FF2B5EF4-FFF2-40B4-BE49-F238E27FC236}">
                <a16:creationId xmlns:a16="http://schemas.microsoft.com/office/drawing/2014/main" id="{BE028392-726B-5362-FB53-F19FCB71C28D}"/>
              </a:ext>
            </a:extLst>
          </p:cNvPr>
          <p:cNvSpPr>
            <a:spLocks noChangeArrowheads="1"/>
          </p:cNvSpPr>
          <p:nvPr/>
        </p:nvSpPr>
        <p:spPr bwMode="auto">
          <a:xfrm>
            <a:off x="1905000" y="57150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300062" name="AutoShape 30">
            <a:extLst>
              <a:ext uri="{FF2B5EF4-FFF2-40B4-BE49-F238E27FC236}">
                <a16:creationId xmlns:a16="http://schemas.microsoft.com/office/drawing/2014/main" id="{C69296A2-3AC2-6241-8574-E68D7360DD75}"/>
              </a:ext>
            </a:extLst>
          </p:cNvPr>
          <p:cNvSpPr>
            <a:spLocks noChangeArrowheads="1"/>
          </p:cNvSpPr>
          <p:nvPr/>
        </p:nvSpPr>
        <p:spPr bwMode="auto">
          <a:xfrm>
            <a:off x="2819400" y="54102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300063" name="AutoShape 31">
            <a:extLst>
              <a:ext uri="{FF2B5EF4-FFF2-40B4-BE49-F238E27FC236}">
                <a16:creationId xmlns:a16="http://schemas.microsoft.com/office/drawing/2014/main" id="{9530B9E8-5E8C-5124-2061-622598940386}"/>
              </a:ext>
            </a:extLst>
          </p:cNvPr>
          <p:cNvSpPr>
            <a:spLocks noChangeArrowheads="1"/>
          </p:cNvSpPr>
          <p:nvPr/>
        </p:nvSpPr>
        <p:spPr bwMode="auto">
          <a:xfrm>
            <a:off x="3733800" y="53340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300064" name="AutoShape 32">
            <a:extLst>
              <a:ext uri="{FF2B5EF4-FFF2-40B4-BE49-F238E27FC236}">
                <a16:creationId xmlns:a16="http://schemas.microsoft.com/office/drawing/2014/main" id="{B37642FC-0FA2-B53B-FDCD-15660E5B65C7}"/>
              </a:ext>
            </a:extLst>
          </p:cNvPr>
          <p:cNvSpPr>
            <a:spLocks noChangeArrowheads="1"/>
          </p:cNvSpPr>
          <p:nvPr/>
        </p:nvSpPr>
        <p:spPr bwMode="auto">
          <a:xfrm>
            <a:off x="4648200" y="52578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00065" name="AutoShape 33">
            <a:extLst>
              <a:ext uri="{FF2B5EF4-FFF2-40B4-BE49-F238E27FC236}">
                <a16:creationId xmlns:a16="http://schemas.microsoft.com/office/drawing/2014/main" id="{A4A428FF-8C85-5B0B-E216-772FE076F22D}"/>
              </a:ext>
            </a:extLst>
          </p:cNvPr>
          <p:cNvSpPr>
            <a:spLocks noChangeArrowheads="1"/>
          </p:cNvSpPr>
          <p:nvPr/>
        </p:nvSpPr>
        <p:spPr bwMode="auto">
          <a:xfrm>
            <a:off x="5562600" y="52578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2" name="灯片编号占位符 1">
            <a:extLst>
              <a:ext uri="{FF2B5EF4-FFF2-40B4-BE49-F238E27FC236}">
                <a16:creationId xmlns:a16="http://schemas.microsoft.com/office/drawing/2014/main" id="{3E576FEB-3EC9-F5D8-F5FF-54DF25866575}"/>
              </a:ext>
            </a:extLst>
          </p:cNvPr>
          <p:cNvSpPr>
            <a:spLocks noGrp="1"/>
          </p:cNvSpPr>
          <p:nvPr>
            <p:ph type="sldNum" sz="quarter" idx="12"/>
          </p:nvPr>
        </p:nvSpPr>
        <p:spPr/>
        <p:txBody>
          <a:bodyPr/>
          <a:lstStyle/>
          <a:p>
            <a:pPr>
              <a:defRPr/>
            </a:pPr>
            <a:fld id="{04E4ECFC-90A4-46B6-B7C1-F55F5037C096}" type="slidenum">
              <a:rPr lang="en-US" altLang="zh-CN" smtClean="0"/>
              <a:pPr>
                <a:defRPr/>
              </a:pPr>
              <a:t>25</a:t>
            </a:fld>
            <a:endParaRPr lang="en-US" altLang="zh-CN"/>
          </a:p>
        </p:txBody>
      </p:sp>
    </p:spTree>
  </p:cSld>
  <p:clrMapOvr>
    <a:masterClrMapping/>
  </p:clrMapOvr>
  <p:transition>
    <p:spli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AutoShape 2" descr="白色大理石">
            <a:extLst>
              <a:ext uri="{FF2B5EF4-FFF2-40B4-BE49-F238E27FC236}">
                <a16:creationId xmlns:a16="http://schemas.microsoft.com/office/drawing/2014/main" id="{BFFC45BC-0354-17CA-2C1F-5C8620A7D796}"/>
              </a:ext>
            </a:extLst>
          </p:cNvPr>
          <p:cNvSpPr>
            <a:spLocks noChangeArrowheads="1"/>
          </p:cNvSpPr>
          <p:nvPr/>
        </p:nvSpPr>
        <p:spPr bwMode="auto">
          <a:xfrm>
            <a:off x="762000" y="1219200"/>
            <a:ext cx="7543800" cy="457200"/>
          </a:xfrm>
          <a:prstGeom prst="parallelogram">
            <a:avLst>
              <a:gd name="adj" fmla="val 238792"/>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2771" name="Rectangle 3">
            <a:extLst>
              <a:ext uri="{FF2B5EF4-FFF2-40B4-BE49-F238E27FC236}">
                <a16:creationId xmlns:a16="http://schemas.microsoft.com/office/drawing/2014/main" id="{FBB11EA1-341D-24AD-7A8F-FE317840A5B2}"/>
              </a:ext>
            </a:extLst>
          </p:cNvPr>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3200" b="1">
              <a:solidFill>
                <a:schemeClr val="tx2"/>
              </a:solidFill>
              <a:latin typeface="Times New Roman" panose="02020603050405020304" pitchFamily="18" charset="0"/>
              <a:ea typeface="宋体" panose="02010600030101010101" pitchFamily="2" charset="-122"/>
            </a:endParaRPr>
          </a:p>
        </p:txBody>
      </p:sp>
      <p:sp>
        <p:nvSpPr>
          <p:cNvPr id="301060" name="AutoShape 4">
            <a:extLst>
              <a:ext uri="{FF2B5EF4-FFF2-40B4-BE49-F238E27FC236}">
                <a16:creationId xmlns:a16="http://schemas.microsoft.com/office/drawing/2014/main" id="{85299ECB-E2C0-C283-882E-6568B5FA1D77}"/>
              </a:ext>
            </a:extLst>
          </p:cNvPr>
          <p:cNvSpPr>
            <a:spLocks noChangeArrowheads="1"/>
          </p:cNvSpPr>
          <p:nvPr/>
        </p:nvSpPr>
        <p:spPr bwMode="auto">
          <a:xfrm>
            <a:off x="3733800" y="8382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301061" name="AutoShape 5">
            <a:extLst>
              <a:ext uri="{FF2B5EF4-FFF2-40B4-BE49-F238E27FC236}">
                <a16:creationId xmlns:a16="http://schemas.microsoft.com/office/drawing/2014/main" id="{25DEF8F7-F630-92EC-C4DC-BE39282B23B6}"/>
              </a:ext>
            </a:extLst>
          </p:cNvPr>
          <p:cNvSpPr>
            <a:spLocks noChangeArrowheads="1"/>
          </p:cNvSpPr>
          <p:nvPr/>
        </p:nvSpPr>
        <p:spPr bwMode="auto">
          <a:xfrm>
            <a:off x="55626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01062" name="AutoShape 6">
            <a:extLst>
              <a:ext uri="{FF2B5EF4-FFF2-40B4-BE49-F238E27FC236}">
                <a16:creationId xmlns:a16="http://schemas.microsoft.com/office/drawing/2014/main" id="{913CE473-4716-484B-0BAE-ECA0D2A98647}"/>
              </a:ext>
            </a:extLst>
          </p:cNvPr>
          <p:cNvSpPr>
            <a:spLocks noChangeArrowheads="1"/>
          </p:cNvSpPr>
          <p:nvPr/>
        </p:nvSpPr>
        <p:spPr bwMode="auto">
          <a:xfrm>
            <a:off x="6477000" y="4572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01063" name="AutoShape 7">
            <a:extLst>
              <a:ext uri="{FF2B5EF4-FFF2-40B4-BE49-F238E27FC236}">
                <a16:creationId xmlns:a16="http://schemas.microsoft.com/office/drawing/2014/main" id="{9C8155FD-AC9E-2B4C-D56D-970D284B676D}"/>
              </a:ext>
            </a:extLst>
          </p:cNvPr>
          <p:cNvSpPr>
            <a:spLocks noChangeArrowheads="1"/>
          </p:cNvSpPr>
          <p:nvPr/>
        </p:nvSpPr>
        <p:spPr bwMode="auto">
          <a:xfrm>
            <a:off x="46482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01064" name="AutoShape 8">
            <a:extLst>
              <a:ext uri="{FF2B5EF4-FFF2-40B4-BE49-F238E27FC236}">
                <a16:creationId xmlns:a16="http://schemas.microsoft.com/office/drawing/2014/main" id="{0E32557B-FF17-8667-BADC-2A3A5E4BF78A}"/>
              </a:ext>
            </a:extLst>
          </p:cNvPr>
          <p:cNvSpPr>
            <a:spLocks noChangeArrowheads="1"/>
          </p:cNvSpPr>
          <p:nvPr/>
        </p:nvSpPr>
        <p:spPr bwMode="auto">
          <a:xfrm>
            <a:off x="2819400" y="9144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301065" name="AutoShape 9">
            <a:extLst>
              <a:ext uri="{FF2B5EF4-FFF2-40B4-BE49-F238E27FC236}">
                <a16:creationId xmlns:a16="http://schemas.microsoft.com/office/drawing/2014/main" id="{2AEF4816-9FF8-D277-C3A2-251474BCA82B}"/>
              </a:ext>
            </a:extLst>
          </p:cNvPr>
          <p:cNvSpPr>
            <a:spLocks noChangeArrowheads="1"/>
          </p:cNvSpPr>
          <p:nvPr/>
        </p:nvSpPr>
        <p:spPr bwMode="auto">
          <a:xfrm>
            <a:off x="1905000" y="12192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32778" name="Text Box 10">
            <a:extLst>
              <a:ext uri="{FF2B5EF4-FFF2-40B4-BE49-F238E27FC236}">
                <a16:creationId xmlns:a16="http://schemas.microsoft.com/office/drawing/2014/main" id="{7F8A2E75-3921-C3BC-5103-27CCF0ECE494}"/>
              </a:ext>
            </a:extLst>
          </p:cNvPr>
          <p:cNvSpPr txBox="1">
            <a:spLocks noChangeArrowheads="1"/>
          </p:cNvSpPr>
          <p:nvPr/>
        </p:nvSpPr>
        <p:spPr bwMode="auto">
          <a:xfrm>
            <a:off x="1981200" y="1676400"/>
            <a:ext cx="490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a:t>
            </a:r>
            <a:endParaRPr kumimoji="1" lang="en-US" altLang="zh-CN" sz="2400">
              <a:latin typeface="Times New Roman" panose="02020603050405020304" pitchFamily="18" charset="0"/>
              <a:ea typeface="宋体" panose="02010600030101010101" pitchFamily="2" charset="-122"/>
            </a:endParaRPr>
          </a:p>
        </p:txBody>
      </p:sp>
      <p:sp>
        <p:nvSpPr>
          <p:cNvPr id="32779" name="AutoShape 11" descr="白色大理石">
            <a:extLst>
              <a:ext uri="{FF2B5EF4-FFF2-40B4-BE49-F238E27FC236}">
                <a16:creationId xmlns:a16="http://schemas.microsoft.com/office/drawing/2014/main" id="{14CBE459-8BD2-9728-B36C-C9819766E11C}"/>
              </a:ext>
            </a:extLst>
          </p:cNvPr>
          <p:cNvSpPr>
            <a:spLocks noChangeArrowheads="1"/>
          </p:cNvSpPr>
          <p:nvPr/>
        </p:nvSpPr>
        <p:spPr bwMode="auto">
          <a:xfrm>
            <a:off x="914400" y="2971800"/>
            <a:ext cx="7391400" cy="457200"/>
          </a:xfrm>
          <a:prstGeom prst="parallelogram">
            <a:avLst>
              <a:gd name="adj" fmla="val 233968"/>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01068" name="AutoShape 12">
            <a:extLst>
              <a:ext uri="{FF2B5EF4-FFF2-40B4-BE49-F238E27FC236}">
                <a16:creationId xmlns:a16="http://schemas.microsoft.com/office/drawing/2014/main" id="{FD5E8A93-8272-E688-B668-B136352EC510}"/>
              </a:ext>
            </a:extLst>
          </p:cNvPr>
          <p:cNvSpPr>
            <a:spLocks noChangeArrowheads="1"/>
          </p:cNvSpPr>
          <p:nvPr/>
        </p:nvSpPr>
        <p:spPr bwMode="auto">
          <a:xfrm>
            <a:off x="3733800" y="25908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301069" name="Text Box 13">
            <a:extLst>
              <a:ext uri="{FF2B5EF4-FFF2-40B4-BE49-F238E27FC236}">
                <a16:creationId xmlns:a16="http://schemas.microsoft.com/office/drawing/2014/main" id="{80F6E2DE-108B-8A74-3B34-8D0855A177AB}"/>
              </a:ext>
            </a:extLst>
          </p:cNvPr>
          <p:cNvSpPr txBox="1">
            <a:spLocks noChangeArrowheads="1"/>
          </p:cNvSpPr>
          <p:nvPr/>
        </p:nvSpPr>
        <p:spPr bwMode="auto">
          <a:xfrm>
            <a:off x="436563" y="1828800"/>
            <a:ext cx="868362" cy="579438"/>
          </a:xfrm>
          <a:prstGeom prst="rect">
            <a:avLst/>
          </a:prstGeom>
          <a:noFill/>
          <a:ln w="9525">
            <a:noFill/>
            <a:miter lim="800000"/>
            <a:headEnd/>
            <a:tailEnd/>
          </a:ln>
        </p:spPr>
        <p:txBody>
          <a:bodyPr wrap="none">
            <a:spAutoFit/>
          </a:bodyPr>
          <a:lstStyle/>
          <a:p>
            <a:pPr>
              <a:defRPr/>
            </a:pPr>
            <a:r>
              <a:rPr lang="en-US" altLang="zh-CN" sz="3200" b="1">
                <a:solidFill>
                  <a:schemeClr val="hlink"/>
                </a:solidFill>
                <a:effectLst>
                  <a:outerShdw blurRad="38100" dist="38100" dir="2700000" algn="tl">
                    <a:srgbClr val="C0C0C0"/>
                  </a:outerShdw>
                </a:effectLst>
              </a:rPr>
              <a:t>i</a:t>
            </a:r>
            <a:r>
              <a:rPr lang="en-US" altLang="zh-CN" sz="3200" b="1" i="1">
                <a:solidFill>
                  <a:schemeClr val="hlink"/>
                </a:solidFill>
                <a:effectLst>
                  <a:outerShdw blurRad="38100" dist="38100" dir="2700000" algn="tl">
                    <a:srgbClr val="C0C0C0"/>
                  </a:outerShdw>
                </a:effectLst>
              </a:rPr>
              <a:t> </a:t>
            </a:r>
            <a:r>
              <a:rPr lang="en-US" altLang="zh-CN" sz="2800" b="1">
                <a:solidFill>
                  <a:schemeClr val="hlink"/>
                </a:solidFill>
                <a:effectLst>
                  <a:outerShdw blurRad="38100" dist="38100" dir="2700000" algn="tl">
                    <a:srgbClr val="C0C0C0"/>
                  </a:outerShdw>
                </a:effectLst>
              </a:rPr>
              <a:t>= 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01070" name="AutoShape 14">
            <a:extLst>
              <a:ext uri="{FF2B5EF4-FFF2-40B4-BE49-F238E27FC236}">
                <a16:creationId xmlns:a16="http://schemas.microsoft.com/office/drawing/2014/main" id="{3790B1EC-5FE8-C3BD-229B-262A13AB297D}"/>
              </a:ext>
            </a:extLst>
          </p:cNvPr>
          <p:cNvSpPr>
            <a:spLocks noChangeArrowheads="1"/>
          </p:cNvSpPr>
          <p:nvPr/>
        </p:nvSpPr>
        <p:spPr bwMode="auto">
          <a:xfrm>
            <a:off x="1905000" y="29718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301071" name="Text Box 15">
            <a:extLst>
              <a:ext uri="{FF2B5EF4-FFF2-40B4-BE49-F238E27FC236}">
                <a16:creationId xmlns:a16="http://schemas.microsoft.com/office/drawing/2014/main" id="{09906798-E87C-8E75-C7FC-847F2A5E6543}"/>
              </a:ext>
            </a:extLst>
          </p:cNvPr>
          <p:cNvSpPr txBox="1">
            <a:spLocks noChangeArrowheads="1"/>
          </p:cNvSpPr>
          <p:nvPr/>
        </p:nvSpPr>
        <p:spPr bwMode="auto">
          <a:xfrm>
            <a:off x="381000" y="2286000"/>
            <a:ext cx="1395413" cy="519113"/>
          </a:xfrm>
          <a:prstGeom prst="rect">
            <a:avLst/>
          </a:prstGeom>
          <a:noFill/>
          <a:ln w="9525">
            <a:noFill/>
            <a:miter lim="800000"/>
            <a:headEnd/>
            <a:tailEnd/>
          </a:ln>
        </p:spPr>
        <p:txBody>
          <a:bodyPr wrap="none">
            <a:spAutoFit/>
          </a:bodyPr>
          <a:lstStyle/>
          <a:p>
            <a:pPr>
              <a:defRPr/>
            </a:pPr>
            <a:r>
              <a:rPr lang="en-US" altLang="zh-CN" sz="2800" b="1" u="sng">
                <a:solidFill>
                  <a:schemeClr val="tx2"/>
                </a:solidFill>
                <a:effectLst>
                  <a:outerShdw blurRad="38100" dist="38100" dir="2700000" algn="tl">
                    <a:srgbClr val="C0C0C0"/>
                  </a:outerShdw>
                </a:effectLst>
              </a:rPr>
              <a:t>Gap = 1</a:t>
            </a:r>
            <a:endParaRPr lang="en-US" altLang="zh-CN" sz="2800" b="1">
              <a:effectLst>
                <a:outerShdw blurRad="38100" dist="38100" dir="2700000" algn="tl">
                  <a:srgbClr val="C0C0C0"/>
                </a:outerShdw>
              </a:effectLst>
            </a:endParaRPr>
          </a:p>
        </p:txBody>
      </p:sp>
      <p:sp>
        <p:nvSpPr>
          <p:cNvPr id="301072" name="AutoShape 16">
            <a:extLst>
              <a:ext uri="{FF2B5EF4-FFF2-40B4-BE49-F238E27FC236}">
                <a16:creationId xmlns:a16="http://schemas.microsoft.com/office/drawing/2014/main" id="{70E432BB-E9D8-07E2-A163-85B6201135C9}"/>
              </a:ext>
            </a:extLst>
          </p:cNvPr>
          <p:cNvSpPr>
            <a:spLocks noChangeArrowheads="1"/>
          </p:cNvSpPr>
          <p:nvPr/>
        </p:nvSpPr>
        <p:spPr bwMode="auto">
          <a:xfrm>
            <a:off x="5562600" y="25146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301073" name="AutoShape 17">
            <a:extLst>
              <a:ext uri="{FF2B5EF4-FFF2-40B4-BE49-F238E27FC236}">
                <a16:creationId xmlns:a16="http://schemas.microsoft.com/office/drawing/2014/main" id="{742F226E-6148-B6DE-9A7E-6663137A0159}"/>
              </a:ext>
            </a:extLst>
          </p:cNvPr>
          <p:cNvSpPr>
            <a:spLocks noChangeArrowheads="1"/>
          </p:cNvSpPr>
          <p:nvPr/>
        </p:nvSpPr>
        <p:spPr bwMode="auto">
          <a:xfrm>
            <a:off x="2819400" y="26670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301074" name="AutoShape 18">
            <a:extLst>
              <a:ext uri="{FF2B5EF4-FFF2-40B4-BE49-F238E27FC236}">
                <a16:creationId xmlns:a16="http://schemas.microsoft.com/office/drawing/2014/main" id="{D1376445-3A86-0273-9EA1-E9C948C8D323}"/>
              </a:ext>
            </a:extLst>
          </p:cNvPr>
          <p:cNvSpPr>
            <a:spLocks noChangeArrowheads="1"/>
          </p:cNvSpPr>
          <p:nvPr/>
        </p:nvSpPr>
        <p:spPr bwMode="auto">
          <a:xfrm>
            <a:off x="6477000" y="22098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01075" name="AutoShape 19">
            <a:extLst>
              <a:ext uri="{FF2B5EF4-FFF2-40B4-BE49-F238E27FC236}">
                <a16:creationId xmlns:a16="http://schemas.microsoft.com/office/drawing/2014/main" id="{449F6C0A-1057-B03B-1A09-D0DA8E91D9F7}"/>
              </a:ext>
            </a:extLst>
          </p:cNvPr>
          <p:cNvSpPr>
            <a:spLocks noChangeArrowheads="1"/>
          </p:cNvSpPr>
          <p:nvPr/>
        </p:nvSpPr>
        <p:spPr bwMode="auto">
          <a:xfrm>
            <a:off x="4648200" y="25146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01076" name="Rectangle 20">
            <a:extLst>
              <a:ext uri="{FF2B5EF4-FFF2-40B4-BE49-F238E27FC236}">
                <a16:creationId xmlns:a16="http://schemas.microsoft.com/office/drawing/2014/main" id="{F4E095F3-655E-F5FA-C8EF-C44A3AC75214}"/>
              </a:ext>
            </a:extLst>
          </p:cNvPr>
          <p:cNvSpPr>
            <a:spLocks noGrp="1" noChangeArrowheads="1"/>
          </p:cNvSpPr>
          <p:nvPr>
            <p:ph type="body" idx="1"/>
          </p:nvPr>
        </p:nvSpPr>
        <p:spPr>
          <a:xfrm>
            <a:off x="628650" y="4114799"/>
            <a:ext cx="7975798" cy="2062163"/>
          </a:xfrm>
        </p:spPr>
        <p:txBody>
          <a:bodyPr>
            <a:normAutofit fontScale="70000" lnSpcReduction="20000"/>
          </a:bodyPr>
          <a:lstStyle/>
          <a:p>
            <a:pPr>
              <a:lnSpc>
                <a:spcPct val="120000"/>
              </a:lnSpc>
            </a:pPr>
            <a:r>
              <a:rPr lang="zh-CN" altLang="en-US" dirty="0"/>
              <a:t>开始时 </a:t>
            </a:r>
            <a:r>
              <a:rPr lang="en-US" altLang="zh-CN" dirty="0"/>
              <a:t>gap </a:t>
            </a:r>
            <a:r>
              <a:rPr lang="zh-CN" altLang="en-US" dirty="0"/>
              <a:t>的值较大，子序列中的元素较少，排序速度较快；随着排序进展，</a:t>
            </a:r>
            <a:r>
              <a:rPr lang="en-US" altLang="zh-CN" dirty="0"/>
              <a:t>gap </a:t>
            </a:r>
            <a:r>
              <a:rPr lang="zh-CN" altLang="en-US" dirty="0"/>
              <a:t>值逐渐变小，子序列中元素个数逐渐变多，由于前面工作的基础，大多数元素已基本有序，所以排序速度仍然很快。</a:t>
            </a:r>
          </a:p>
        </p:txBody>
      </p:sp>
      <p:sp>
        <p:nvSpPr>
          <p:cNvPr id="2" name="灯片编号占位符 1">
            <a:extLst>
              <a:ext uri="{FF2B5EF4-FFF2-40B4-BE49-F238E27FC236}">
                <a16:creationId xmlns:a16="http://schemas.microsoft.com/office/drawing/2014/main" id="{A16705BB-7056-FBE0-84F7-43353103D8DF}"/>
              </a:ext>
            </a:extLst>
          </p:cNvPr>
          <p:cNvSpPr>
            <a:spLocks noGrp="1"/>
          </p:cNvSpPr>
          <p:nvPr>
            <p:ph type="sldNum" sz="quarter" idx="12"/>
          </p:nvPr>
        </p:nvSpPr>
        <p:spPr/>
        <p:txBody>
          <a:bodyPr/>
          <a:lstStyle/>
          <a:p>
            <a:pPr>
              <a:defRPr/>
            </a:pPr>
            <a:fld id="{5F1DCF05-F1E6-414E-BAB4-65AA6A3D43BB}" type="slidenum">
              <a:rPr lang="en-US" altLang="zh-CN" smtClean="0"/>
              <a:pPr>
                <a:defRPr/>
              </a:pPr>
              <a:t>26</a:t>
            </a:fld>
            <a:endParaRPr lang="en-US" altLang="zh-CN" dirty="0"/>
          </a:p>
        </p:txBody>
      </p:sp>
    </p:spTree>
  </p:cSld>
  <p:clrMapOvr>
    <a:masterClrMapping/>
  </p:clrMapOvr>
  <p:transition>
    <p:spli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633B0E0-784A-4DC8-8F96-C8A1C40DC7B5}"/>
              </a:ext>
            </a:extLst>
          </p:cNvPr>
          <p:cNvSpPr>
            <a:spLocks noGrp="1"/>
          </p:cNvSpPr>
          <p:nvPr>
            <p:ph idx="1"/>
          </p:nvPr>
        </p:nvSpPr>
        <p:spPr>
          <a:xfrm>
            <a:off x="628650" y="332656"/>
            <a:ext cx="7886700" cy="5844307"/>
          </a:xfrm>
        </p:spPr>
        <p:txBody>
          <a:bodyPr>
            <a:normAutofit fontScale="55000" lnSpcReduction="20000"/>
          </a:bodyPr>
          <a:lstStyle/>
          <a:p>
            <a:pPr marL="0" indent="0">
              <a:buNone/>
            </a:pPr>
            <a:r>
              <a:rPr lang="en-US" altLang="zh-CN" dirty="0"/>
              <a:t>//</a:t>
            </a:r>
            <a:r>
              <a:rPr lang="zh-CN" altLang="en-US" dirty="0"/>
              <a:t>希尔排序的算法</a:t>
            </a:r>
          </a:p>
          <a:p>
            <a:pPr marL="0" indent="0">
              <a:buNone/>
            </a:pPr>
            <a:r>
              <a:rPr lang="en-US" altLang="zh-CN" dirty="0"/>
              <a:t>template &lt;class T&gt; </a:t>
            </a:r>
          </a:p>
          <a:p>
            <a:pPr marL="0" indent="0">
              <a:buNone/>
            </a:pPr>
            <a:r>
              <a:rPr lang="en-US" altLang="zh-CN" dirty="0"/>
              <a:t>void </a:t>
            </a:r>
            <a:r>
              <a:rPr lang="en-US" altLang="zh-CN" dirty="0" err="1"/>
              <a:t>ShellSort</a:t>
            </a:r>
            <a:r>
              <a:rPr lang="en-US" altLang="zh-CN" dirty="0"/>
              <a:t> (</a:t>
            </a:r>
            <a:r>
              <a:rPr lang="en-US" altLang="zh-CN" dirty="0" err="1"/>
              <a:t>dataList</a:t>
            </a:r>
            <a:r>
              <a:rPr lang="en-US" altLang="zh-CN" dirty="0"/>
              <a:t> &lt;T&gt; &amp;L , const int left , const int right ) {</a:t>
            </a:r>
          </a:p>
          <a:p>
            <a:pPr marL="0" indent="0">
              <a:buNone/>
            </a:pPr>
            <a:r>
              <a:rPr lang="en-US" altLang="zh-CN" dirty="0"/>
              <a:t>    int </a:t>
            </a:r>
            <a:r>
              <a:rPr lang="en-US" altLang="zh-CN" dirty="0" err="1"/>
              <a:t>i</a:t>
            </a:r>
            <a:r>
              <a:rPr lang="en-US" altLang="zh-CN" dirty="0"/>
              <a:t> , j , gap = right - left + 1;</a:t>
            </a:r>
          </a:p>
          <a:p>
            <a:pPr marL="0" indent="0">
              <a:buNone/>
            </a:pPr>
            <a:r>
              <a:rPr lang="en-US" altLang="zh-CN" dirty="0"/>
              <a:t>    Element&lt;T&gt; temp;	</a:t>
            </a:r>
          </a:p>
          <a:p>
            <a:pPr marL="0" indent="0">
              <a:buNone/>
            </a:pPr>
            <a:r>
              <a:rPr lang="en-US" altLang="zh-CN" dirty="0"/>
              <a:t>    do {	</a:t>
            </a:r>
          </a:p>
          <a:p>
            <a:pPr marL="0" indent="0">
              <a:buNone/>
            </a:pPr>
            <a:r>
              <a:rPr lang="en-US" altLang="zh-CN" dirty="0"/>
              <a:t>        gap = gap/3 + 1;</a:t>
            </a:r>
          </a:p>
          <a:p>
            <a:pPr marL="0" indent="0">
              <a:buNone/>
            </a:pPr>
            <a:r>
              <a:rPr lang="en-US" altLang="zh-CN" dirty="0"/>
              <a:t>        for ( </a:t>
            </a:r>
            <a:r>
              <a:rPr lang="en-US" altLang="zh-CN" dirty="0" err="1"/>
              <a:t>i</a:t>
            </a:r>
            <a:r>
              <a:rPr lang="en-US" altLang="zh-CN" dirty="0"/>
              <a:t> = left + gap; </a:t>
            </a:r>
            <a:r>
              <a:rPr lang="en-US" altLang="zh-CN" dirty="0" err="1"/>
              <a:t>i</a:t>
            </a:r>
            <a:r>
              <a:rPr lang="en-US" altLang="zh-CN" dirty="0"/>
              <a:t> &lt;= right; </a:t>
            </a:r>
            <a:r>
              <a:rPr lang="en-US" altLang="zh-CN" dirty="0" err="1"/>
              <a:t>i</a:t>
            </a:r>
            <a:r>
              <a:rPr lang="en-US" altLang="zh-CN" dirty="0"/>
              <a:t>++)</a:t>
            </a:r>
          </a:p>
          <a:p>
            <a:pPr marL="0" indent="0">
              <a:buNone/>
            </a:pPr>
            <a:r>
              <a:rPr lang="en-US" altLang="zh-CN" dirty="0"/>
              <a:t>             if ( L[</a:t>
            </a:r>
            <a:r>
              <a:rPr lang="en-US" altLang="zh-CN" dirty="0" err="1"/>
              <a:t>i</a:t>
            </a:r>
            <a:r>
              <a:rPr lang="en-US" altLang="zh-CN" dirty="0"/>
              <a:t>] &lt; L[</a:t>
            </a:r>
            <a:r>
              <a:rPr lang="en-US" altLang="zh-CN" dirty="0" err="1"/>
              <a:t>i</a:t>
            </a:r>
            <a:r>
              <a:rPr lang="en-US" altLang="zh-CN" dirty="0"/>
              <a:t>-gap] ) {</a:t>
            </a:r>
          </a:p>
          <a:p>
            <a:pPr marL="0" indent="0">
              <a:buNone/>
            </a:pPr>
            <a:r>
              <a:rPr lang="en-US" altLang="zh-CN" dirty="0"/>
              <a:t>                temp = L[</a:t>
            </a:r>
            <a:r>
              <a:rPr lang="en-US" altLang="zh-CN" dirty="0" err="1"/>
              <a:t>i</a:t>
            </a:r>
            <a:r>
              <a:rPr lang="en-US" altLang="zh-CN" dirty="0"/>
              <a:t>];   j = </a:t>
            </a:r>
            <a:r>
              <a:rPr lang="en-US" altLang="zh-CN" dirty="0" err="1"/>
              <a:t>i</a:t>
            </a:r>
            <a:r>
              <a:rPr lang="en-US" altLang="zh-CN" dirty="0"/>
              <a:t>-gap;</a:t>
            </a:r>
          </a:p>
          <a:p>
            <a:pPr marL="0" indent="0">
              <a:buNone/>
            </a:pPr>
            <a:r>
              <a:rPr lang="en-US" altLang="zh-CN" dirty="0"/>
              <a:t>                do {</a:t>
            </a:r>
          </a:p>
          <a:p>
            <a:pPr marL="0" indent="0">
              <a:buNone/>
            </a:pPr>
            <a:r>
              <a:rPr lang="en-US" altLang="zh-CN" dirty="0"/>
              <a:t>                     L[</a:t>
            </a:r>
            <a:r>
              <a:rPr lang="en-US" altLang="zh-CN" dirty="0" err="1"/>
              <a:t>j+gap</a:t>
            </a:r>
            <a:r>
              <a:rPr lang="en-US" altLang="zh-CN" dirty="0"/>
              <a:t>] = L[j];      j = j - gap;</a:t>
            </a:r>
          </a:p>
          <a:p>
            <a:pPr marL="0" indent="0">
              <a:buNone/>
            </a:pPr>
            <a:r>
              <a:rPr lang="en-US" altLang="zh-CN" dirty="0"/>
              <a:t>                }while(j&gt;left &amp;&amp; temp &lt; L[j]);</a:t>
            </a:r>
          </a:p>
          <a:p>
            <a:pPr marL="0" indent="0">
              <a:buNone/>
            </a:pPr>
            <a:r>
              <a:rPr lang="en-US" altLang="zh-CN" dirty="0"/>
              <a:t>                L[</a:t>
            </a:r>
            <a:r>
              <a:rPr lang="en-US" altLang="zh-CN" dirty="0" err="1"/>
              <a:t>j+gap</a:t>
            </a:r>
            <a:r>
              <a:rPr lang="en-US" altLang="zh-CN" dirty="0"/>
              <a:t>] = temp;</a:t>
            </a:r>
          </a:p>
          <a:p>
            <a:pPr marL="0" indent="0">
              <a:buNone/>
            </a:pPr>
            <a:r>
              <a:rPr lang="en-US" altLang="zh-CN" dirty="0"/>
              <a:t>             }</a:t>
            </a:r>
          </a:p>
          <a:p>
            <a:pPr marL="0" indent="0">
              <a:buNone/>
            </a:pPr>
            <a:r>
              <a:rPr lang="en-US" altLang="zh-CN" dirty="0"/>
              <a:t>    }while(gap &gt; 1);</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9C087CB0-7511-605B-31FC-FC4E8253D1B5}"/>
              </a:ext>
            </a:extLst>
          </p:cNvPr>
          <p:cNvSpPr>
            <a:spLocks noGrp="1"/>
          </p:cNvSpPr>
          <p:nvPr>
            <p:ph type="sldNum" sz="quarter" idx="12"/>
          </p:nvPr>
        </p:nvSpPr>
        <p:spPr/>
        <p:txBody>
          <a:bodyPr/>
          <a:lstStyle/>
          <a:p>
            <a:pPr>
              <a:defRPr/>
            </a:pPr>
            <a:fld id="{5F1DCF05-F1E6-414E-BAB4-65AA6A3D43BB}" type="slidenum">
              <a:rPr lang="en-US" altLang="zh-CN" smtClean="0"/>
              <a:pPr>
                <a:defRPr/>
              </a:pPr>
              <a:t>27</a:t>
            </a:fld>
            <a:endParaRPr lang="en-US" altLang="zh-CN"/>
          </a:p>
        </p:txBody>
      </p:sp>
    </p:spTree>
  </p:cSld>
  <p:clrMapOvr>
    <a:masterClrMapping/>
  </p:clrMapOvr>
  <p:transition>
    <p:spli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52866D4-DE59-0E5E-F4A9-B3C195CE2A9F}"/>
              </a:ext>
            </a:extLst>
          </p:cNvPr>
          <p:cNvSpPr>
            <a:spLocks noGrp="1"/>
          </p:cNvSpPr>
          <p:nvPr>
            <p:ph type="title"/>
          </p:nvPr>
        </p:nvSpPr>
        <p:spPr/>
        <p:txBody>
          <a:bodyPr/>
          <a:lstStyle/>
          <a:p>
            <a:r>
              <a:rPr lang="en-US" altLang="zh-CN" dirty="0"/>
              <a:t>Gap</a:t>
            </a:r>
            <a:r>
              <a:rPr lang="zh-CN" altLang="en-US" dirty="0"/>
              <a:t>的取法</a:t>
            </a:r>
          </a:p>
        </p:txBody>
      </p:sp>
      <p:sp>
        <p:nvSpPr>
          <p:cNvPr id="3" name="内容占位符 2">
            <a:extLst>
              <a:ext uri="{FF2B5EF4-FFF2-40B4-BE49-F238E27FC236}">
                <a16:creationId xmlns:a16="http://schemas.microsoft.com/office/drawing/2014/main" id="{5D5C816C-E145-4DD2-85E0-D2A8DED1AF04}"/>
              </a:ext>
            </a:extLst>
          </p:cNvPr>
          <p:cNvSpPr>
            <a:spLocks noGrp="1"/>
          </p:cNvSpPr>
          <p:nvPr>
            <p:ph idx="1"/>
          </p:nvPr>
        </p:nvSpPr>
        <p:spPr/>
        <p:txBody>
          <a:bodyPr>
            <a:normAutofit/>
          </a:bodyPr>
          <a:lstStyle/>
          <a:p>
            <a:r>
              <a:rPr lang="en-US" altLang="zh-CN" dirty="0"/>
              <a:t>Gap</a:t>
            </a:r>
            <a:r>
              <a:rPr lang="zh-CN" altLang="en-US" dirty="0"/>
              <a:t>的取法有多种：</a:t>
            </a:r>
            <a:endParaRPr lang="en-US" altLang="zh-CN" dirty="0"/>
          </a:p>
          <a:p>
            <a:pPr lvl="1"/>
            <a:r>
              <a:rPr lang="en-US" altLang="zh-CN" dirty="0"/>
              <a:t>Shell </a:t>
            </a:r>
            <a:r>
              <a:rPr lang="zh-CN" altLang="en-US" dirty="0"/>
              <a:t>提出取 </a:t>
            </a:r>
            <a:r>
              <a:rPr lang="en-US" altLang="zh-CN" dirty="0"/>
              <a:t>gap = </a:t>
            </a:r>
            <a:r>
              <a:rPr lang="en-US" altLang="zh-CN" dirty="0">
                <a:sym typeface="Symbol" pitchFamily="18" charset="2"/>
              </a:rPr>
              <a:t></a:t>
            </a:r>
            <a:r>
              <a:rPr lang="en-US" altLang="zh-CN" dirty="0"/>
              <a:t>n/2</a:t>
            </a:r>
            <a:r>
              <a:rPr lang="en-US" altLang="zh-CN" dirty="0">
                <a:sym typeface="Symbol" pitchFamily="18" charset="2"/>
              </a:rPr>
              <a:t></a:t>
            </a:r>
            <a:r>
              <a:rPr lang="zh-CN" altLang="en-US" dirty="0"/>
              <a:t>，</a:t>
            </a:r>
            <a:r>
              <a:rPr lang="en-US" altLang="zh-CN" dirty="0"/>
              <a:t>gap = </a:t>
            </a:r>
            <a:r>
              <a:rPr lang="en-US" altLang="zh-CN" dirty="0">
                <a:sym typeface="Symbol" pitchFamily="18" charset="2"/>
              </a:rPr>
              <a:t></a:t>
            </a:r>
            <a:r>
              <a:rPr lang="en-US" altLang="zh-CN" dirty="0"/>
              <a:t>gap/2</a:t>
            </a:r>
            <a:r>
              <a:rPr lang="en-US" altLang="zh-CN" dirty="0">
                <a:sym typeface="Symbol" pitchFamily="18" charset="2"/>
              </a:rPr>
              <a:t></a:t>
            </a:r>
            <a:r>
              <a:rPr lang="zh-CN" altLang="en-US" dirty="0"/>
              <a:t>，直到</a:t>
            </a:r>
            <a:r>
              <a:rPr lang="en-US" altLang="zh-CN" dirty="0"/>
              <a:t>gap = 1</a:t>
            </a:r>
            <a:r>
              <a:rPr lang="zh-CN" altLang="en-US" dirty="0"/>
              <a:t>。</a:t>
            </a:r>
            <a:endParaRPr lang="en-US" altLang="zh-CN" dirty="0"/>
          </a:p>
          <a:p>
            <a:pPr lvl="1"/>
            <a:r>
              <a:rPr lang="en-US" altLang="zh-CN" dirty="0"/>
              <a:t>Knuth </a:t>
            </a:r>
            <a:r>
              <a:rPr lang="zh-CN" altLang="en-US" dirty="0"/>
              <a:t>提出取 </a:t>
            </a:r>
            <a:r>
              <a:rPr lang="en-US" altLang="zh-CN" dirty="0"/>
              <a:t>gap = </a:t>
            </a:r>
            <a:r>
              <a:rPr lang="en-US" altLang="zh-CN" dirty="0">
                <a:sym typeface="Symbol" pitchFamily="18" charset="2"/>
              </a:rPr>
              <a:t></a:t>
            </a:r>
            <a:r>
              <a:rPr lang="en-US" altLang="zh-CN" dirty="0"/>
              <a:t>gap/3</a:t>
            </a:r>
            <a:r>
              <a:rPr lang="en-US" altLang="zh-CN" dirty="0">
                <a:sym typeface="Symbol" pitchFamily="18" charset="2"/>
              </a:rPr>
              <a:t></a:t>
            </a:r>
            <a:r>
              <a:rPr lang="en-US" altLang="zh-CN" dirty="0"/>
              <a:t> +1</a:t>
            </a:r>
            <a:r>
              <a:rPr lang="zh-CN" altLang="en-US" dirty="0"/>
              <a:t>。</a:t>
            </a:r>
            <a:endParaRPr lang="en-US" altLang="zh-CN" dirty="0"/>
          </a:p>
          <a:p>
            <a:pPr lvl="1"/>
            <a:r>
              <a:rPr lang="zh-CN" altLang="en-US" dirty="0"/>
              <a:t>还有人提出都取奇数为好，也有人提出各 </a:t>
            </a:r>
            <a:r>
              <a:rPr lang="en-US" altLang="zh-CN" dirty="0"/>
              <a:t>gap </a:t>
            </a:r>
            <a:r>
              <a:rPr lang="zh-CN" altLang="en-US" dirty="0"/>
              <a:t>互质为好。</a:t>
            </a:r>
            <a:endParaRPr lang="en-US" altLang="zh-CN" dirty="0"/>
          </a:p>
          <a:p>
            <a:endParaRPr lang="zh-CN" altLang="en-US" dirty="0"/>
          </a:p>
        </p:txBody>
      </p:sp>
      <p:sp>
        <p:nvSpPr>
          <p:cNvPr id="2" name="灯片编号占位符 1">
            <a:extLst>
              <a:ext uri="{FF2B5EF4-FFF2-40B4-BE49-F238E27FC236}">
                <a16:creationId xmlns:a16="http://schemas.microsoft.com/office/drawing/2014/main" id="{726E9BE4-2D4F-1B07-8F8E-A5ED10EDCCE7}"/>
              </a:ext>
            </a:extLst>
          </p:cNvPr>
          <p:cNvSpPr>
            <a:spLocks noGrp="1"/>
          </p:cNvSpPr>
          <p:nvPr>
            <p:ph type="sldNum" sz="quarter" idx="12"/>
          </p:nvPr>
        </p:nvSpPr>
        <p:spPr/>
        <p:txBody>
          <a:bodyPr/>
          <a:lstStyle/>
          <a:p>
            <a:pPr>
              <a:defRPr/>
            </a:pPr>
            <a:fld id="{5F1DCF05-F1E6-414E-BAB4-65AA6A3D43BB}" type="slidenum">
              <a:rPr lang="en-US" altLang="zh-CN" smtClean="0"/>
              <a:pPr>
                <a:defRPr/>
              </a:pPr>
              <a:t>28</a:t>
            </a:fld>
            <a:endParaRPr lang="en-US" altLang="zh-CN"/>
          </a:p>
        </p:txBody>
      </p:sp>
    </p:spTree>
  </p:cSld>
  <p:clrMapOvr>
    <a:masterClrMapping/>
  </p:clrMapOvr>
  <p:transition>
    <p:spli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D286E33-B694-428A-804B-C73DFA02AE02}"/>
              </a:ext>
            </a:extLst>
          </p:cNvPr>
          <p:cNvSpPr>
            <a:spLocks noGrp="1"/>
          </p:cNvSpPr>
          <p:nvPr>
            <p:ph type="title"/>
          </p:nvPr>
        </p:nvSpPr>
        <p:spPr/>
        <p:txBody>
          <a:bodyPr/>
          <a:lstStyle/>
          <a:p>
            <a:r>
              <a:rPr lang="zh-CN" altLang="en-US" dirty="0"/>
              <a:t>性能分析</a:t>
            </a:r>
          </a:p>
        </p:txBody>
      </p:sp>
      <p:sp>
        <p:nvSpPr>
          <p:cNvPr id="305154" name="Rectangle 2">
            <a:extLst>
              <a:ext uri="{FF2B5EF4-FFF2-40B4-BE49-F238E27FC236}">
                <a16:creationId xmlns:a16="http://schemas.microsoft.com/office/drawing/2014/main" id="{2C64BAF9-8EAE-DB2B-8688-45B64E93E4B5}"/>
              </a:ext>
            </a:extLst>
          </p:cNvPr>
          <p:cNvSpPr>
            <a:spLocks noGrp="1" noChangeArrowheads="1"/>
          </p:cNvSpPr>
          <p:nvPr>
            <p:ph type="body" idx="1"/>
          </p:nvPr>
        </p:nvSpPr>
        <p:spPr/>
        <p:txBody>
          <a:bodyPr>
            <a:normAutofit fontScale="92500" lnSpcReduction="10000"/>
          </a:bodyPr>
          <a:lstStyle/>
          <a:p>
            <a:r>
              <a:rPr lang="zh-CN" altLang="en-US" dirty="0"/>
              <a:t>目前尚不能完全明确排序码比较次数和元素移动次数与增量选择之间的依赖关系及其完整的数学分析。 </a:t>
            </a:r>
          </a:p>
          <a:p>
            <a:r>
              <a:rPr lang="en-US" altLang="zh-CN" dirty="0"/>
              <a:t>Knuth</a:t>
            </a:r>
            <a:r>
              <a:rPr lang="zh-CN" altLang="en-US" dirty="0"/>
              <a:t>利用大量实验统计资料得出：当 </a:t>
            </a:r>
            <a:r>
              <a:rPr lang="en-US" altLang="zh-CN" dirty="0"/>
              <a:t>n </a:t>
            </a:r>
            <a:r>
              <a:rPr lang="zh-CN" altLang="en-US" dirty="0"/>
              <a:t>很大时，排序码平均比较次数和元素平均移动次数大约在 </a:t>
            </a:r>
            <a:r>
              <a:rPr lang="en-US" altLang="zh-CN" dirty="0"/>
              <a:t>n</a:t>
            </a:r>
            <a:r>
              <a:rPr lang="en-US" altLang="zh-CN" baseline="30000" dirty="0"/>
              <a:t>1.25</a:t>
            </a:r>
            <a:r>
              <a:rPr lang="en-US" altLang="zh-CN" dirty="0"/>
              <a:t> </a:t>
            </a:r>
            <a:r>
              <a:rPr lang="zh-CN" altLang="en-US" dirty="0"/>
              <a:t>到 </a:t>
            </a:r>
            <a:r>
              <a:rPr lang="en-US" altLang="zh-CN" dirty="0"/>
              <a:t>1.6n</a:t>
            </a:r>
            <a:r>
              <a:rPr lang="en-US" altLang="zh-CN" baseline="30000" dirty="0"/>
              <a:t>1.25</a:t>
            </a:r>
            <a:r>
              <a:rPr lang="en-US" altLang="zh-CN" dirty="0"/>
              <a:t> </a:t>
            </a:r>
            <a:r>
              <a:rPr lang="zh-CN" altLang="en-US" dirty="0"/>
              <a:t>的范围内。这是在利用直接插入排序作为子序列排序方法的情况下得到的。</a:t>
            </a:r>
          </a:p>
          <a:p>
            <a:r>
              <a:rPr lang="zh-CN" altLang="en-US" dirty="0"/>
              <a:t>是一种不稳定的排序算法</a:t>
            </a:r>
          </a:p>
        </p:txBody>
      </p:sp>
      <p:sp>
        <p:nvSpPr>
          <p:cNvPr id="2" name="灯片编号占位符 1">
            <a:extLst>
              <a:ext uri="{FF2B5EF4-FFF2-40B4-BE49-F238E27FC236}">
                <a16:creationId xmlns:a16="http://schemas.microsoft.com/office/drawing/2014/main" id="{61EE14BD-949E-9F1C-A4E7-6FDF30C78E23}"/>
              </a:ext>
            </a:extLst>
          </p:cNvPr>
          <p:cNvSpPr>
            <a:spLocks noGrp="1"/>
          </p:cNvSpPr>
          <p:nvPr>
            <p:ph type="sldNum" sz="quarter" idx="12"/>
          </p:nvPr>
        </p:nvSpPr>
        <p:spPr/>
        <p:txBody>
          <a:bodyPr/>
          <a:lstStyle/>
          <a:p>
            <a:pPr>
              <a:defRPr/>
            </a:pPr>
            <a:fld id="{5F1DCF05-F1E6-414E-BAB4-65AA6A3D43BB}" type="slidenum">
              <a:rPr lang="en-US" altLang="zh-CN" smtClean="0"/>
              <a:pPr>
                <a:defRPr/>
              </a:pPr>
              <a:t>29</a:t>
            </a:fld>
            <a:endParaRPr lang="en-US" altLang="zh-CN"/>
          </a:p>
        </p:txBody>
      </p:sp>
    </p:spTree>
  </p:cSld>
  <p:clrMapOvr>
    <a:masterClrMapping/>
  </p:clrMapOvr>
  <p:transition>
    <p:spli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a:extLst>
              <a:ext uri="{FF2B5EF4-FFF2-40B4-BE49-F238E27FC236}">
                <a16:creationId xmlns:a16="http://schemas.microsoft.com/office/drawing/2014/main" id="{3B95E1FE-F4BE-5328-5F66-38C4399CF12C}"/>
              </a:ext>
            </a:extLst>
          </p:cNvPr>
          <p:cNvSpPr>
            <a:spLocks noGrp="1" noChangeArrowheads="1"/>
          </p:cNvSpPr>
          <p:nvPr>
            <p:ph type="title"/>
          </p:nvPr>
        </p:nvSpPr>
        <p:spPr/>
        <p:txBody>
          <a:bodyPr/>
          <a:lstStyle/>
          <a:p>
            <a:r>
              <a:rPr lang="en-US" altLang="zh-CN" dirty="0"/>
              <a:t>9.3 </a:t>
            </a:r>
            <a:r>
              <a:rPr lang="zh-CN" altLang="en-US" dirty="0"/>
              <a:t>快速排序</a:t>
            </a:r>
          </a:p>
        </p:txBody>
      </p:sp>
      <p:sp>
        <p:nvSpPr>
          <p:cNvPr id="312323" name="Rectangle 3">
            <a:extLst>
              <a:ext uri="{FF2B5EF4-FFF2-40B4-BE49-F238E27FC236}">
                <a16:creationId xmlns:a16="http://schemas.microsoft.com/office/drawing/2014/main" id="{2F33877F-6466-AD63-ADB9-91049D814A8C}"/>
              </a:ext>
            </a:extLst>
          </p:cNvPr>
          <p:cNvSpPr>
            <a:spLocks noGrp="1" noChangeArrowheads="1"/>
          </p:cNvSpPr>
          <p:nvPr>
            <p:ph type="body" idx="1"/>
          </p:nvPr>
        </p:nvSpPr>
        <p:spPr/>
        <p:txBody>
          <a:bodyPr>
            <a:normAutofit fontScale="77500" lnSpcReduction="20000"/>
          </a:bodyPr>
          <a:lstStyle/>
          <a:p>
            <a:pPr>
              <a:lnSpc>
                <a:spcPct val="100000"/>
              </a:lnSpc>
            </a:pPr>
            <a:r>
              <a:rPr lang="en-US" altLang="zh-CN" dirty="0"/>
              <a:t>9.3.1 </a:t>
            </a:r>
            <a:r>
              <a:rPr lang="zh-CN" altLang="en-US" dirty="0"/>
              <a:t>快速排序的过程</a:t>
            </a:r>
            <a:endParaRPr lang="en-US" altLang="zh-CN" dirty="0"/>
          </a:p>
          <a:p>
            <a:pPr lvl="1">
              <a:lnSpc>
                <a:spcPct val="100000"/>
              </a:lnSpc>
            </a:pPr>
            <a:r>
              <a:rPr lang="zh-CN" altLang="en-US" dirty="0"/>
              <a:t>基本思想是任取待排序元素序列中的某个元素（例如第一个元素）作为基准，按照该元素的排序码大小，将整个元素序列划分为左右两个子序列： </a:t>
            </a:r>
          </a:p>
          <a:p>
            <a:pPr lvl="2">
              <a:lnSpc>
                <a:spcPct val="100000"/>
              </a:lnSpc>
            </a:pPr>
            <a:r>
              <a:rPr lang="zh-CN" altLang="en-US" dirty="0"/>
              <a:t>左侧子序列中所有元素的排序码都小于或等于基准元素的排序码 。</a:t>
            </a:r>
          </a:p>
          <a:p>
            <a:pPr lvl="2">
              <a:lnSpc>
                <a:spcPct val="100000"/>
              </a:lnSpc>
            </a:pPr>
            <a:r>
              <a:rPr lang="zh-CN" altLang="en-US" dirty="0"/>
              <a:t>右侧子序列中所有元素的排序码都大于基准元素的排序码。</a:t>
            </a:r>
          </a:p>
          <a:p>
            <a:pPr lvl="1">
              <a:lnSpc>
                <a:spcPct val="100000"/>
              </a:lnSpc>
            </a:pPr>
            <a:r>
              <a:rPr lang="zh-CN" altLang="en-US" dirty="0"/>
              <a:t>基准元素则排在这两个子序列中间（这也是该元素最终的位置）。</a:t>
            </a:r>
          </a:p>
          <a:p>
            <a:pPr lvl="1">
              <a:lnSpc>
                <a:spcPct val="100000"/>
              </a:lnSpc>
            </a:pPr>
            <a:r>
              <a:rPr lang="zh-CN" altLang="en-US" dirty="0"/>
              <a:t>然后分别对这两个子序列重复施行上述方法，直到所有的元素都排在相应位置上为止。</a:t>
            </a:r>
          </a:p>
        </p:txBody>
      </p:sp>
      <p:sp>
        <p:nvSpPr>
          <p:cNvPr id="2" name="灯片编号占位符 1">
            <a:extLst>
              <a:ext uri="{FF2B5EF4-FFF2-40B4-BE49-F238E27FC236}">
                <a16:creationId xmlns:a16="http://schemas.microsoft.com/office/drawing/2014/main" id="{ABBFFB21-D3E8-78BB-8002-B938B9427752}"/>
              </a:ext>
            </a:extLst>
          </p:cNvPr>
          <p:cNvSpPr>
            <a:spLocks noGrp="1"/>
          </p:cNvSpPr>
          <p:nvPr>
            <p:ph type="sldNum" sz="quarter" idx="12"/>
          </p:nvPr>
        </p:nvSpPr>
        <p:spPr/>
        <p:txBody>
          <a:bodyPr/>
          <a:lstStyle/>
          <a:p>
            <a:pPr>
              <a:defRPr/>
            </a:pPr>
            <a:fld id="{5F1DCF05-F1E6-414E-BAB4-65AA6A3D43BB}" type="slidenum">
              <a:rPr lang="en-US" altLang="zh-CN" smtClean="0"/>
              <a:pPr>
                <a:defRPr/>
              </a:pPr>
              <a:t>30</a:t>
            </a:fld>
            <a:endParaRPr lang="en-US" altLang="zh-CN"/>
          </a:p>
        </p:txBody>
      </p:sp>
    </p:spTree>
  </p:cSld>
  <p:clrMapOvr>
    <a:masterClrMapping/>
  </p:clrMapOvr>
  <p:transition>
    <p:spli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BD2016C-C5FE-4CA4-B5B1-8D2C632A8E5E}"/>
              </a:ext>
            </a:extLst>
          </p:cNvPr>
          <p:cNvSpPr>
            <a:spLocks noGrp="1"/>
          </p:cNvSpPr>
          <p:nvPr>
            <p:ph type="title"/>
          </p:nvPr>
        </p:nvSpPr>
        <p:spPr/>
        <p:txBody>
          <a:bodyPr/>
          <a:lstStyle/>
          <a:p>
            <a:r>
              <a:rPr lang="zh-CN" altLang="en-US" dirty="0"/>
              <a:t>算法描述</a:t>
            </a:r>
          </a:p>
        </p:txBody>
      </p:sp>
      <p:sp>
        <p:nvSpPr>
          <p:cNvPr id="3" name="内容占位符 2">
            <a:extLst>
              <a:ext uri="{FF2B5EF4-FFF2-40B4-BE49-F238E27FC236}">
                <a16:creationId xmlns:a16="http://schemas.microsoft.com/office/drawing/2014/main" id="{963FD660-77A3-4633-BCAD-08BC627F1239}"/>
              </a:ext>
            </a:extLst>
          </p:cNvPr>
          <p:cNvSpPr>
            <a:spLocks noGrp="1"/>
          </p:cNvSpPr>
          <p:nvPr>
            <p:ph idx="1"/>
          </p:nvPr>
        </p:nvSpPr>
        <p:spPr/>
        <p:txBody>
          <a:bodyPr>
            <a:normAutofit fontScale="92500" lnSpcReduction="20000"/>
          </a:bodyPr>
          <a:lstStyle/>
          <a:p>
            <a:pPr marL="0" indent="0">
              <a:buNone/>
            </a:pPr>
            <a:r>
              <a:rPr lang="en-US" altLang="zh-CN" dirty="0" err="1"/>
              <a:t>QuickSort</a:t>
            </a:r>
            <a:r>
              <a:rPr lang="en-US" altLang="zh-CN" dirty="0"/>
              <a:t> ( List ) {</a:t>
            </a:r>
          </a:p>
          <a:p>
            <a:pPr marL="0" indent="0">
              <a:buNone/>
            </a:pPr>
            <a:r>
              <a:rPr lang="en-US" altLang="zh-CN" dirty="0"/>
              <a:t>     if ( List</a:t>
            </a:r>
            <a:r>
              <a:rPr lang="zh-CN" altLang="en-US" dirty="0"/>
              <a:t>的长度大于</a:t>
            </a:r>
            <a:r>
              <a:rPr lang="en-US" altLang="zh-CN" dirty="0"/>
              <a:t>1) {</a:t>
            </a:r>
          </a:p>
          <a:p>
            <a:pPr marL="0" indent="0">
              <a:buNone/>
            </a:pPr>
            <a:r>
              <a:rPr lang="en-US" altLang="zh-CN" dirty="0"/>
              <a:t>	  </a:t>
            </a:r>
            <a:r>
              <a:rPr lang="zh-CN" altLang="en-US" dirty="0"/>
              <a:t>将序列</a:t>
            </a:r>
            <a:r>
              <a:rPr lang="en-US" altLang="zh-CN" dirty="0"/>
              <a:t>List</a:t>
            </a:r>
            <a:r>
              <a:rPr lang="zh-CN" altLang="en-US" dirty="0"/>
              <a:t>划分为两个子序列</a:t>
            </a:r>
          </a:p>
          <a:p>
            <a:pPr marL="0" indent="0">
              <a:buNone/>
            </a:pPr>
            <a:r>
              <a:rPr lang="zh-CN" altLang="en-US" dirty="0"/>
              <a:t>                </a:t>
            </a:r>
            <a:r>
              <a:rPr lang="en-US" altLang="zh-CN" dirty="0" err="1"/>
              <a:t>LeftList</a:t>
            </a:r>
            <a:r>
              <a:rPr lang="en-US" altLang="zh-CN" dirty="0"/>
              <a:t> </a:t>
            </a:r>
            <a:r>
              <a:rPr lang="zh-CN" altLang="en-US" dirty="0"/>
              <a:t>和 </a:t>
            </a:r>
            <a:r>
              <a:rPr lang="en-US" altLang="zh-CN" dirty="0"/>
              <a:t>Right List;</a:t>
            </a:r>
          </a:p>
          <a:p>
            <a:pPr marL="0" indent="0">
              <a:buNone/>
            </a:pPr>
            <a:r>
              <a:rPr lang="en-US" altLang="zh-CN" dirty="0"/>
              <a:t>         </a:t>
            </a:r>
            <a:r>
              <a:rPr lang="en-US" altLang="zh-CN" dirty="0" err="1"/>
              <a:t>QuickSort</a:t>
            </a:r>
            <a:r>
              <a:rPr lang="en-US" altLang="zh-CN" dirty="0"/>
              <a:t> ( </a:t>
            </a:r>
            <a:r>
              <a:rPr lang="en-US" altLang="zh-CN" dirty="0" err="1"/>
              <a:t>LeftList</a:t>
            </a:r>
            <a:r>
              <a:rPr lang="en-US" altLang="zh-CN" dirty="0"/>
              <a:t> );</a:t>
            </a:r>
          </a:p>
          <a:p>
            <a:pPr marL="0" indent="0">
              <a:buNone/>
            </a:pPr>
            <a:r>
              <a:rPr lang="en-US" altLang="zh-CN" dirty="0"/>
              <a:t>         </a:t>
            </a:r>
            <a:r>
              <a:rPr lang="en-US" altLang="zh-CN" dirty="0" err="1"/>
              <a:t>QuickSort</a:t>
            </a:r>
            <a:r>
              <a:rPr lang="en-US" altLang="zh-CN" dirty="0"/>
              <a:t> ( </a:t>
            </a:r>
            <a:r>
              <a:rPr lang="en-US" altLang="zh-CN" dirty="0" err="1"/>
              <a:t>RightList</a:t>
            </a:r>
            <a:r>
              <a:rPr lang="en-US" altLang="zh-CN" dirty="0"/>
              <a:t> );	</a:t>
            </a:r>
          </a:p>
          <a:p>
            <a:pPr marL="0" indent="0">
              <a:buNone/>
            </a:pPr>
            <a:r>
              <a:rPr lang="en-US" altLang="zh-CN" dirty="0"/>
              <a:t>         </a:t>
            </a:r>
            <a:r>
              <a:rPr lang="zh-CN" altLang="en-US" dirty="0"/>
              <a:t>将</a:t>
            </a:r>
            <a:r>
              <a:rPr lang="en-US" altLang="zh-CN" dirty="0" err="1"/>
              <a:t>LeftList</a:t>
            </a:r>
            <a:r>
              <a:rPr lang="en-US" altLang="zh-CN" dirty="0"/>
              <a:t> </a:t>
            </a:r>
            <a:r>
              <a:rPr lang="zh-CN" altLang="en-US" dirty="0"/>
              <a:t>和 </a:t>
            </a:r>
            <a:r>
              <a:rPr lang="en-US" altLang="zh-CN" dirty="0" err="1"/>
              <a:t>RightList</a:t>
            </a:r>
            <a:r>
              <a:rPr lang="zh-CN" altLang="en-US" dirty="0"/>
              <a:t>合并为序列</a:t>
            </a:r>
            <a:r>
              <a:rPr lang="en-US" altLang="zh-CN" dirty="0"/>
              <a:t>List;</a:t>
            </a:r>
          </a:p>
          <a:p>
            <a:pPr marL="0" indent="0">
              <a:buNone/>
            </a:pPr>
            <a:r>
              <a:rPr lang="en-US" altLang="zh-CN" dirty="0"/>
              <a:t>    }</a:t>
            </a:r>
          </a:p>
          <a:p>
            <a:pPr marL="0" indent="0">
              <a:buNone/>
            </a:pPr>
            <a:r>
              <a:rPr lang="en-US" altLang="zh-CN" dirty="0"/>
              <a:t>}</a:t>
            </a:r>
          </a:p>
        </p:txBody>
      </p:sp>
      <p:sp>
        <p:nvSpPr>
          <p:cNvPr id="2" name="灯片编号占位符 1">
            <a:extLst>
              <a:ext uri="{FF2B5EF4-FFF2-40B4-BE49-F238E27FC236}">
                <a16:creationId xmlns:a16="http://schemas.microsoft.com/office/drawing/2014/main" id="{89C1C8A4-741C-932D-BAFF-2530243880FE}"/>
              </a:ext>
            </a:extLst>
          </p:cNvPr>
          <p:cNvSpPr>
            <a:spLocks noGrp="1"/>
          </p:cNvSpPr>
          <p:nvPr>
            <p:ph type="sldNum" sz="quarter" idx="12"/>
          </p:nvPr>
        </p:nvSpPr>
        <p:spPr/>
        <p:txBody>
          <a:bodyPr/>
          <a:lstStyle/>
          <a:p>
            <a:pPr>
              <a:defRPr/>
            </a:pPr>
            <a:fld id="{5F1DCF05-F1E6-414E-BAB4-65AA6A3D43BB}" type="slidenum">
              <a:rPr lang="en-US" altLang="zh-CN" smtClean="0"/>
              <a:pPr>
                <a:defRPr/>
              </a:pPr>
              <a:t>31</a:t>
            </a:fld>
            <a:endParaRPr lang="en-US" altLang="zh-CN"/>
          </a:p>
        </p:txBody>
      </p:sp>
    </p:spTree>
  </p:cSld>
  <p:clrMapOvr>
    <a:masterClrMapping/>
  </p:clrMapOvr>
  <p:transition>
    <p:spli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AutoShape 2" descr="白色大理石">
            <a:extLst>
              <a:ext uri="{FF2B5EF4-FFF2-40B4-BE49-F238E27FC236}">
                <a16:creationId xmlns:a16="http://schemas.microsoft.com/office/drawing/2014/main" id="{DB905563-924C-39FB-1926-8E4FCD3E67DB}"/>
              </a:ext>
            </a:extLst>
          </p:cNvPr>
          <p:cNvSpPr>
            <a:spLocks noChangeArrowheads="1"/>
          </p:cNvSpPr>
          <p:nvPr/>
        </p:nvSpPr>
        <p:spPr bwMode="auto">
          <a:xfrm>
            <a:off x="609600" y="60960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8915" name="AutoShape 3" descr="白色大理石">
            <a:extLst>
              <a:ext uri="{FF2B5EF4-FFF2-40B4-BE49-F238E27FC236}">
                <a16:creationId xmlns:a16="http://schemas.microsoft.com/office/drawing/2014/main" id="{D28E067F-ED22-E595-CEEA-4A5122B9177E}"/>
              </a:ext>
            </a:extLst>
          </p:cNvPr>
          <p:cNvSpPr>
            <a:spLocks noChangeArrowheads="1"/>
          </p:cNvSpPr>
          <p:nvPr/>
        </p:nvSpPr>
        <p:spPr bwMode="auto">
          <a:xfrm>
            <a:off x="609600" y="44958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8916" name="AutoShape 4" descr="白色大理石">
            <a:extLst>
              <a:ext uri="{FF2B5EF4-FFF2-40B4-BE49-F238E27FC236}">
                <a16:creationId xmlns:a16="http://schemas.microsoft.com/office/drawing/2014/main" id="{2EEC685D-8109-49F3-63CB-EFBF4A511BAC}"/>
              </a:ext>
            </a:extLst>
          </p:cNvPr>
          <p:cNvSpPr>
            <a:spLocks noChangeArrowheads="1"/>
          </p:cNvSpPr>
          <p:nvPr/>
        </p:nvSpPr>
        <p:spPr bwMode="auto">
          <a:xfrm>
            <a:off x="609600" y="28194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8917" name="AutoShape 5" descr="白色大理石">
            <a:extLst>
              <a:ext uri="{FF2B5EF4-FFF2-40B4-BE49-F238E27FC236}">
                <a16:creationId xmlns:a16="http://schemas.microsoft.com/office/drawing/2014/main" id="{7219C9C9-F3D4-C203-4780-2AC6E66FA543}"/>
              </a:ext>
            </a:extLst>
          </p:cNvPr>
          <p:cNvSpPr>
            <a:spLocks noChangeArrowheads="1"/>
          </p:cNvSpPr>
          <p:nvPr/>
        </p:nvSpPr>
        <p:spPr bwMode="auto">
          <a:xfrm>
            <a:off x="609600" y="9906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8918" name="Rectangle 6">
            <a:extLst>
              <a:ext uri="{FF2B5EF4-FFF2-40B4-BE49-F238E27FC236}">
                <a16:creationId xmlns:a16="http://schemas.microsoft.com/office/drawing/2014/main" id="{62ED57CA-270C-D0B0-53EB-17A7A560B0F0}"/>
              </a:ext>
            </a:extLst>
          </p:cNvPr>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3200" b="1">
              <a:solidFill>
                <a:schemeClr val="tx2"/>
              </a:solidFill>
              <a:latin typeface="Times New Roman" panose="02020603050405020304" pitchFamily="18" charset="0"/>
              <a:ea typeface="宋体" panose="02010600030101010101" pitchFamily="2" charset="-122"/>
            </a:endParaRPr>
          </a:p>
        </p:txBody>
      </p:sp>
      <p:sp>
        <p:nvSpPr>
          <p:cNvPr id="315399" name="AutoShape 7">
            <a:extLst>
              <a:ext uri="{FF2B5EF4-FFF2-40B4-BE49-F238E27FC236}">
                <a16:creationId xmlns:a16="http://schemas.microsoft.com/office/drawing/2014/main" id="{8B4C74BD-7B38-408F-FFEE-A8D1A5852148}"/>
              </a:ext>
            </a:extLst>
          </p:cNvPr>
          <p:cNvSpPr>
            <a:spLocks noChangeArrowheads="1"/>
          </p:cNvSpPr>
          <p:nvPr/>
        </p:nvSpPr>
        <p:spPr bwMode="auto">
          <a:xfrm>
            <a:off x="1676400" y="6096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CC"/>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315400" name="AutoShape 8">
            <a:extLst>
              <a:ext uri="{FF2B5EF4-FFF2-40B4-BE49-F238E27FC236}">
                <a16:creationId xmlns:a16="http://schemas.microsoft.com/office/drawing/2014/main" id="{02927E7A-E9B3-A362-A718-743159858B77}"/>
              </a:ext>
            </a:extLst>
          </p:cNvPr>
          <p:cNvSpPr>
            <a:spLocks noChangeArrowheads="1"/>
          </p:cNvSpPr>
          <p:nvPr/>
        </p:nvSpPr>
        <p:spPr bwMode="auto">
          <a:xfrm>
            <a:off x="2667000" y="533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15401" name="AutoShape 9">
            <a:extLst>
              <a:ext uri="{FF2B5EF4-FFF2-40B4-BE49-F238E27FC236}">
                <a16:creationId xmlns:a16="http://schemas.microsoft.com/office/drawing/2014/main" id="{E7993C6F-1DCB-6605-0680-55B5A3435A41}"/>
              </a:ext>
            </a:extLst>
          </p:cNvPr>
          <p:cNvSpPr>
            <a:spLocks noChangeArrowheads="1"/>
          </p:cNvSpPr>
          <p:nvPr/>
        </p:nvSpPr>
        <p:spPr bwMode="auto">
          <a:xfrm>
            <a:off x="3657600" y="2286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15402" name="AutoShape 10">
            <a:extLst>
              <a:ext uri="{FF2B5EF4-FFF2-40B4-BE49-F238E27FC236}">
                <a16:creationId xmlns:a16="http://schemas.microsoft.com/office/drawing/2014/main" id="{D897DF66-3EBF-9B68-10D5-FF939B8FDEC6}"/>
              </a:ext>
            </a:extLst>
          </p:cNvPr>
          <p:cNvSpPr>
            <a:spLocks noChangeArrowheads="1"/>
          </p:cNvSpPr>
          <p:nvPr/>
        </p:nvSpPr>
        <p:spPr bwMode="auto">
          <a:xfrm>
            <a:off x="4648200" y="533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15403" name="AutoShape 11">
            <a:extLst>
              <a:ext uri="{FF2B5EF4-FFF2-40B4-BE49-F238E27FC236}">
                <a16:creationId xmlns:a16="http://schemas.microsoft.com/office/drawing/2014/main" id="{EBEDD594-C45D-4617-48B0-63BAB51AA21E}"/>
              </a:ext>
            </a:extLst>
          </p:cNvPr>
          <p:cNvSpPr>
            <a:spLocks noChangeArrowheads="1"/>
          </p:cNvSpPr>
          <p:nvPr/>
        </p:nvSpPr>
        <p:spPr bwMode="auto">
          <a:xfrm>
            <a:off x="5638800" y="6858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315404" name="AutoShape 12">
            <a:extLst>
              <a:ext uri="{FF2B5EF4-FFF2-40B4-BE49-F238E27FC236}">
                <a16:creationId xmlns:a16="http://schemas.microsoft.com/office/drawing/2014/main" id="{618C7222-C6CF-9A16-9A39-C1E48A3033E7}"/>
              </a:ext>
            </a:extLst>
          </p:cNvPr>
          <p:cNvSpPr>
            <a:spLocks noChangeArrowheads="1"/>
          </p:cNvSpPr>
          <p:nvPr/>
        </p:nvSpPr>
        <p:spPr bwMode="auto">
          <a:xfrm>
            <a:off x="6629400" y="9906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38925" name="Text Box 13">
            <a:extLst>
              <a:ext uri="{FF2B5EF4-FFF2-40B4-BE49-F238E27FC236}">
                <a16:creationId xmlns:a16="http://schemas.microsoft.com/office/drawing/2014/main" id="{1A532542-B615-6DF5-0DAD-D8F8FAC94786}"/>
              </a:ext>
            </a:extLst>
          </p:cNvPr>
          <p:cNvSpPr txBox="1">
            <a:spLocks noChangeArrowheads="1"/>
          </p:cNvSpPr>
          <p:nvPr/>
        </p:nvSpPr>
        <p:spPr bwMode="auto">
          <a:xfrm>
            <a:off x="1752600" y="1447800"/>
            <a:ext cx="528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a:t>
            </a:r>
            <a:endParaRPr kumimoji="1" lang="en-US" altLang="zh-CN" sz="2400">
              <a:latin typeface="Times New Roman" panose="02020603050405020304" pitchFamily="18" charset="0"/>
              <a:ea typeface="宋体" panose="02010600030101010101" pitchFamily="2" charset="-122"/>
            </a:endParaRPr>
          </a:p>
        </p:txBody>
      </p:sp>
      <p:sp>
        <p:nvSpPr>
          <p:cNvPr id="315406" name="AutoShape 14">
            <a:extLst>
              <a:ext uri="{FF2B5EF4-FFF2-40B4-BE49-F238E27FC236}">
                <a16:creationId xmlns:a16="http://schemas.microsoft.com/office/drawing/2014/main" id="{28884785-0C1B-3779-C7EB-65DD027298B1}"/>
              </a:ext>
            </a:extLst>
          </p:cNvPr>
          <p:cNvSpPr>
            <a:spLocks noChangeArrowheads="1"/>
          </p:cNvSpPr>
          <p:nvPr/>
        </p:nvSpPr>
        <p:spPr bwMode="auto">
          <a:xfrm>
            <a:off x="4648200" y="23622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15408" name="AutoShape 16">
            <a:extLst>
              <a:ext uri="{FF2B5EF4-FFF2-40B4-BE49-F238E27FC236}">
                <a16:creationId xmlns:a16="http://schemas.microsoft.com/office/drawing/2014/main" id="{D3401FEF-FA83-24C7-859B-EBCF988A0223}"/>
              </a:ext>
            </a:extLst>
          </p:cNvPr>
          <p:cNvSpPr>
            <a:spLocks noChangeArrowheads="1"/>
          </p:cNvSpPr>
          <p:nvPr/>
        </p:nvSpPr>
        <p:spPr bwMode="auto">
          <a:xfrm>
            <a:off x="5638800" y="40386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315409" name="AutoShape 17">
            <a:extLst>
              <a:ext uri="{FF2B5EF4-FFF2-40B4-BE49-F238E27FC236}">
                <a16:creationId xmlns:a16="http://schemas.microsoft.com/office/drawing/2014/main" id="{DBF258CA-5CA1-2BEB-1923-EFF0851B90AB}"/>
              </a:ext>
            </a:extLst>
          </p:cNvPr>
          <p:cNvSpPr>
            <a:spLocks noChangeArrowheads="1"/>
          </p:cNvSpPr>
          <p:nvPr/>
        </p:nvSpPr>
        <p:spPr bwMode="auto">
          <a:xfrm>
            <a:off x="2667000" y="41910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315410" name="AutoShape 18">
            <a:extLst>
              <a:ext uri="{FF2B5EF4-FFF2-40B4-BE49-F238E27FC236}">
                <a16:creationId xmlns:a16="http://schemas.microsoft.com/office/drawing/2014/main" id="{1FEE2FE7-4F56-9B1B-B6CB-D3DCA11067B4}"/>
              </a:ext>
            </a:extLst>
          </p:cNvPr>
          <p:cNvSpPr>
            <a:spLocks noChangeArrowheads="1"/>
          </p:cNvSpPr>
          <p:nvPr/>
        </p:nvSpPr>
        <p:spPr bwMode="auto">
          <a:xfrm>
            <a:off x="5638800" y="23622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315411" name="AutoShape 19">
            <a:extLst>
              <a:ext uri="{FF2B5EF4-FFF2-40B4-BE49-F238E27FC236}">
                <a16:creationId xmlns:a16="http://schemas.microsoft.com/office/drawing/2014/main" id="{4E6B9F7B-2964-699E-733C-8FF8587035FA}"/>
              </a:ext>
            </a:extLst>
          </p:cNvPr>
          <p:cNvSpPr>
            <a:spLocks noChangeArrowheads="1"/>
          </p:cNvSpPr>
          <p:nvPr/>
        </p:nvSpPr>
        <p:spPr bwMode="auto">
          <a:xfrm>
            <a:off x="2667000" y="2514600"/>
            <a:ext cx="533400" cy="685800"/>
          </a:xfrm>
          <a:prstGeom prst="can">
            <a:avLst>
              <a:gd name="adj" fmla="val 32143"/>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16</a:t>
            </a:r>
            <a:endParaRPr lang="en-US" altLang="zh-CN">
              <a:solidFill>
                <a:srgbClr val="FFFFCC"/>
              </a:solidFill>
              <a:effectLst>
                <a:outerShdw blurRad="38100" dist="38100" dir="2700000" algn="tl">
                  <a:srgbClr val="000000"/>
                </a:outerShdw>
              </a:effectLst>
            </a:endParaRPr>
          </a:p>
        </p:txBody>
      </p:sp>
      <p:sp>
        <p:nvSpPr>
          <p:cNvPr id="315412" name="AutoShape 20">
            <a:extLst>
              <a:ext uri="{FF2B5EF4-FFF2-40B4-BE49-F238E27FC236}">
                <a16:creationId xmlns:a16="http://schemas.microsoft.com/office/drawing/2014/main" id="{580B5E8A-AEB8-FEB4-67F1-0869455A021D}"/>
              </a:ext>
            </a:extLst>
          </p:cNvPr>
          <p:cNvSpPr>
            <a:spLocks noChangeArrowheads="1"/>
          </p:cNvSpPr>
          <p:nvPr/>
        </p:nvSpPr>
        <p:spPr bwMode="auto">
          <a:xfrm>
            <a:off x="3657600" y="4495800"/>
            <a:ext cx="533400" cy="38100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08</a:t>
            </a:r>
            <a:endParaRPr lang="en-US" altLang="zh-CN">
              <a:solidFill>
                <a:srgbClr val="FFFFCC"/>
              </a:solidFill>
              <a:effectLst>
                <a:outerShdw blurRad="38100" dist="38100" dir="2700000" algn="tl">
                  <a:srgbClr val="000000"/>
                </a:outerShdw>
              </a:effectLst>
            </a:endParaRPr>
          </a:p>
        </p:txBody>
      </p:sp>
      <p:sp>
        <p:nvSpPr>
          <p:cNvPr id="315413" name="AutoShape 21">
            <a:extLst>
              <a:ext uri="{FF2B5EF4-FFF2-40B4-BE49-F238E27FC236}">
                <a16:creationId xmlns:a16="http://schemas.microsoft.com/office/drawing/2014/main" id="{84EB8F93-3C38-5939-3773-85CEF0094431}"/>
              </a:ext>
            </a:extLst>
          </p:cNvPr>
          <p:cNvSpPr>
            <a:spLocks noChangeArrowheads="1"/>
          </p:cNvSpPr>
          <p:nvPr/>
        </p:nvSpPr>
        <p:spPr bwMode="auto">
          <a:xfrm>
            <a:off x="3657600" y="20574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15414" name="Text Box 22">
            <a:extLst>
              <a:ext uri="{FF2B5EF4-FFF2-40B4-BE49-F238E27FC236}">
                <a16:creationId xmlns:a16="http://schemas.microsoft.com/office/drawing/2014/main" id="{1A23BF0F-A294-B0B4-1282-B46D1A00CD13}"/>
              </a:ext>
            </a:extLst>
          </p:cNvPr>
          <p:cNvSpPr txBox="1">
            <a:spLocks noChangeArrowheads="1"/>
          </p:cNvSpPr>
          <p:nvPr/>
        </p:nvSpPr>
        <p:spPr bwMode="auto">
          <a:xfrm>
            <a:off x="1524000" y="152400"/>
            <a:ext cx="1285875" cy="457200"/>
          </a:xfrm>
          <a:prstGeom prst="rect">
            <a:avLst/>
          </a:prstGeom>
          <a:noFill/>
          <a:ln w="9525">
            <a:noFill/>
            <a:miter lim="800000"/>
            <a:headEnd/>
            <a:tailEnd/>
          </a:ln>
        </p:spPr>
        <p:txBody>
          <a:bodyPr wrap="none">
            <a:spAutoFit/>
          </a:bodyPr>
          <a:lstStyle/>
          <a:p>
            <a:pPr>
              <a:defRPr/>
            </a:pPr>
            <a:r>
              <a:rPr lang="en-US" altLang="zh-CN" b="1">
                <a:effectLst>
                  <a:outerShdw blurRad="38100" dist="38100" dir="2700000" algn="tl">
                    <a:srgbClr val="C0C0C0"/>
                  </a:outerShdw>
                </a:effectLst>
              </a:rPr>
              <a:t>pivotpos</a:t>
            </a:r>
          </a:p>
        </p:txBody>
      </p:sp>
      <p:sp>
        <p:nvSpPr>
          <p:cNvPr id="315415" name="AutoShape 23">
            <a:extLst>
              <a:ext uri="{FF2B5EF4-FFF2-40B4-BE49-F238E27FC236}">
                <a16:creationId xmlns:a16="http://schemas.microsoft.com/office/drawing/2014/main" id="{060344AF-E056-E1E2-52F0-58137F252FCE}"/>
              </a:ext>
            </a:extLst>
          </p:cNvPr>
          <p:cNvSpPr>
            <a:spLocks noChangeArrowheads="1"/>
          </p:cNvSpPr>
          <p:nvPr/>
        </p:nvSpPr>
        <p:spPr bwMode="auto">
          <a:xfrm>
            <a:off x="6629400" y="28194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315416" name="AutoShape 24">
            <a:extLst>
              <a:ext uri="{FF2B5EF4-FFF2-40B4-BE49-F238E27FC236}">
                <a16:creationId xmlns:a16="http://schemas.microsoft.com/office/drawing/2014/main" id="{F1564665-C47B-6F03-A7BF-6FEECDBE2FC2}"/>
              </a:ext>
            </a:extLst>
          </p:cNvPr>
          <p:cNvSpPr>
            <a:spLocks noChangeArrowheads="1"/>
          </p:cNvSpPr>
          <p:nvPr/>
        </p:nvSpPr>
        <p:spPr bwMode="auto">
          <a:xfrm>
            <a:off x="4648200" y="40386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15417" name="AutoShape 25">
            <a:extLst>
              <a:ext uri="{FF2B5EF4-FFF2-40B4-BE49-F238E27FC236}">
                <a16:creationId xmlns:a16="http://schemas.microsoft.com/office/drawing/2014/main" id="{E3E9625B-521D-82A6-D353-3F7E19EE1792}"/>
              </a:ext>
            </a:extLst>
          </p:cNvPr>
          <p:cNvSpPr>
            <a:spLocks noChangeArrowheads="1"/>
          </p:cNvSpPr>
          <p:nvPr/>
        </p:nvSpPr>
        <p:spPr bwMode="auto">
          <a:xfrm>
            <a:off x="6629400" y="3733800"/>
            <a:ext cx="533400" cy="1143000"/>
          </a:xfrm>
          <a:prstGeom prst="can">
            <a:avLst>
              <a:gd name="adj" fmla="val 53571"/>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49</a:t>
            </a:r>
            <a:endParaRPr lang="en-US" altLang="zh-CN">
              <a:solidFill>
                <a:srgbClr val="FFFFCC"/>
              </a:solidFill>
              <a:effectLst>
                <a:outerShdw blurRad="38100" dist="38100" dir="2700000" algn="tl">
                  <a:srgbClr val="000000"/>
                </a:outerShdw>
              </a:effectLst>
            </a:endParaRPr>
          </a:p>
        </p:txBody>
      </p:sp>
      <p:sp>
        <p:nvSpPr>
          <p:cNvPr id="315418" name="AutoShape 26">
            <a:extLst>
              <a:ext uri="{FF2B5EF4-FFF2-40B4-BE49-F238E27FC236}">
                <a16:creationId xmlns:a16="http://schemas.microsoft.com/office/drawing/2014/main" id="{B41F819A-82A2-6C09-BFD4-C5524DB2E71C}"/>
              </a:ext>
            </a:extLst>
          </p:cNvPr>
          <p:cNvSpPr>
            <a:spLocks noChangeArrowheads="1"/>
          </p:cNvSpPr>
          <p:nvPr/>
        </p:nvSpPr>
        <p:spPr bwMode="auto">
          <a:xfrm>
            <a:off x="1676400" y="6096000"/>
            <a:ext cx="533400" cy="38100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08</a:t>
            </a:r>
            <a:endParaRPr lang="en-US" altLang="zh-CN">
              <a:solidFill>
                <a:srgbClr val="FFFFCC"/>
              </a:solidFill>
              <a:effectLst>
                <a:outerShdw blurRad="38100" dist="38100" dir="2700000" algn="tl">
                  <a:srgbClr val="000000"/>
                </a:outerShdw>
              </a:effectLst>
            </a:endParaRPr>
          </a:p>
        </p:txBody>
      </p:sp>
      <p:sp>
        <p:nvSpPr>
          <p:cNvPr id="315419" name="AutoShape 27">
            <a:extLst>
              <a:ext uri="{FF2B5EF4-FFF2-40B4-BE49-F238E27FC236}">
                <a16:creationId xmlns:a16="http://schemas.microsoft.com/office/drawing/2014/main" id="{738296B8-4CA4-0230-5C48-BFAE69488C99}"/>
              </a:ext>
            </a:extLst>
          </p:cNvPr>
          <p:cNvSpPr>
            <a:spLocks noChangeArrowheads="1"/>
          </p:cNvSpPr>
          <p:nvPr/>
        </p:nvSpPr>
        <p:spPr bwMode="auto">
          <a:xfrm>
            <a:off x="2667000" y="57912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16</a:t>
            </a:r>
            <a:endParaRPr lang="en-US" altLang="zh-CN">
              <a:solidFill>
                <a:schemeClr val="bg2"/>
              </a:solidFill>
              <a:effectLst>
                <a:outerShdw blurRad="38100" dist="38100" dir="2700000" algn="tl">
                  <a:srgbClr val="000000"/>
                </a:outerShdw>
              </a:effectLst>
            </a:endParaRPr>
          </a:p>
        </p:txBody>
      </p:sp>
      <p:sp>
        <p:nvSpPr>
          <p:cNvPr id="315420" name="AutoShape 28">
            <a:extLst>
              <a:ext uri="{FF2B5EF4-FFF2-40B4-BE49-F238E27FC236}">
                <a16:creationId xmlns:a16="http://schemas.microsoft.com/office/drawing/2014/main" id="{5D95E394-1049-8177-B721-F497253BCEEA}"/>
              </a:ext>
            </a:extLst>
          </p:cNvPr>
          <p:cNvSpPr>
            <a:spLocks noChangeArrowheads="1"/>
          </p:cNvSpPr>
          <p:nvPr/>
        </p:nvSpPr>
        <p:spPr bwMode="auto">
          <a:xfrm>
            <a:off x="4648200" y="56388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15421" name="AutoShape 29">
            <a:extLst>
              <a:ext uri="{FF2B5EF4-FFF2-40B4-BE49-F238E27FC236}">
                <a16:creationId xmlns:a16="http://schemas.microsoft.com/office/drawing/2014/main" id="{02FF749E-D428-F9D5-239D-E39FFC37F3E4}"/>
              </a:ext>
            </a:extLst>
          </p:cNvPr>
          <p:cNvSpPr>
            <a:spLocks noChangeArrowheads="1"/>
          </p:cNvSpPr>
          <p:nvPr/>
        </p:nvSpPr>
        <p:spPr bwMode="auto">
          <a:xfrm>
            <a:off x="5638800" y="56388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315422" name="AutoShape 30">
            <a:extLst>
              <a:ext uri="{FF2B5EF4-FFF2-40B4-BE49-F238E27FC236}">
                <a16:creationId xmlns:a16="http://schemas.microsoft.com/office/drawing/2014/main" id="{5ACFF171-1CF1-46A4-608F-E5B663D2807E}"/>
              </a:ext>
            </a:extLst>
          </p:cNvPr>
          <p:cNvSpPr>
            <a:spLocks noChangeArrowheads="1"/>
          </p:cNvSpPr>
          <p:nvPr/>
        </p:nvSpPr>
        <p:spPr bwMode="auto">
          <a:xfrm>
            <a:off x="3657600" y="57150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38943" name="Line 31">
            <a:extLst>
              <a:ext uri="{FF2B5EF4-FFF2-40B4-BE49-F238E27FC236}">
                <a16:creationId xmlns:a16="http://schemas.microsoft.com/office/drawing/2014/main" id="{1D513FBD-920E-CC92-CF2F-A74EADEDD0EA}"/>
              </a:ext>
            </a:extLst>
          </p:cNvPr>
          <p:cNvSpPr>
            <a:spLocks noChangeShapeType="1"/>
          </p:cNvSpPr>
          <p:nvPr/>
        </p:nvSpPr>
        <p:spPr bwMode="auto">
          <a:xfrm>
            <a:off x="3048000" y="1905000"/>
            <a:ext cx="685800" cy="0"/>
          </a:xfrm>
          <a:prstGeom prst="line">
            <a:avLst/>
          </a:prstGeom>
          <a:noFill/>
          <a:ln w="19050">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4" name="Line 32">
            <a:extLst>
              <a:ext uri="{FF2B5EF4-FFF2-40B4-BE49-F238E27FC236}">
                <a16:creationId xmlns:a16="http://schemas.microsoft.com/office/drawing/2014/main" id="{674BEF81-C9F8-6A49-FD33-58B995AC43BF}"/>
              </a:ext>
            </a:extLst>
          </p:cNvPr>
          <p:cNvSpPr>
            <a:spLocks noChangeShapeType="1"/>
          </p:cNvSpPr>
          <p:nvPr/>
        </p:nvSpPr>
        <p:spPr bwMode="auto">
          <a:xfrm>
            <a:off x="4038600" y="1905000"/>
            <a:ext cx="685800" cy="0"/>
          </a:xfrm>
          <a:prstGeom prst="line">
            <a:avLst/>
          </a:prstGeom>
          <a:noFill/>
          <a:ln w="19050">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5" name="Line 33">
            <a:extLst>
              <a:ext uri="{FF2B5EF4-FFF2-40B4-BE49-F238E27FC236}">
                <a16:creationId xmlns:a16="http://schemas.microsoft.com/office/drawing/2014/main" id="{E7CD1900-0E32-7EFA-6678-AF44A1F6FB20}"/>
              </a:ext>
            </a:extLst>
          </p:cNvPr>
          <p:cNvSpPr>
            <a:spLocks noChangeShapeType="1"/>
          </p:cNvSpPr>
          <p:nvPr/>
        </p:nvSpPr>
        <p:spPr bwMode="auto">
          <a:xfrm>
            <a:off x="5029200" y="1905000"/>
            <a:ext cx="685800" cy="0"/>
          </a:xfrm>
          <a:prstGeom prst="line">
            <a:avLst/>
          </a:prstGeom>
          <a:noFill/>
          <a:ln w="19050">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5426" name="Text Box 34">
            <a:extLst>
              <a:ext uri="{FF2B5EF4-FFF2-40B4-BE49-F238E27FC236}">
                <a16:creationId xmlns:a16="http://schemas.microsoft.com/office/drawing/2014/main" id="{8B04C2C1-2781-0F41-5B15-0572F02E407C}"/>
              </a:ext>
            </a:extLst>
          </p:cNvPr>
          <p:cNvSpPr txBox="1">
            <a:spLocks noChangeArrowheads="1"/>
          </p:cNvSpPr>
          <p:nvPr/>
        </p:nvSpPr>
        <p:spPr bwMode="auto">
          <a:xfrm>
            <a:off x="2362200" y="1905000"/>
            <a:ext cx="1285875" cy="457200"/>
          </a:xfrm>
          <a:prstGeom prst="rect">
            <a:avLst/>
          </a:prstGeom>
          <a:noFill/>
          <a:ln w="9525">
            <a:noFill/>
            <a:miter lim="800000"/>
            <a:headEnd/>
            <a:tailEnd/>
          </a:ln>
        </p:spPr>
        <p:txBody>
          <a:bodyPr wrap="none">
            <a:spAutoFit/>
          </a:bodyPr>
          <a:lstStyle/>
          <a:p>
            <a:pPr>
              <a:defRPr/>
            </a:pPr>
            <a:r>
              <a:rPr lang="en-US" altLang="zh-CN" b="1">
                <a:effectLst>
                  <a:outerShdw blurRad="38100" dist="38100" dir="2700000" algn="tl">
                    <a:srgbClr val="C0C0C0"/>
                  </a:outerShdw>
                </a:effectLst>
              </a:rPr>
              <a:t>pivotpos</a:t>
            </a:r>
          </a:p>
        </p:txBody>
      </p:sp>
      <p:sp>
        <p:nvSpPr>
          <p:cNvPr id="315427" name="AutoShape 35">
            <a:extLst>
              <a:ext uri="{FF2B5EF4-FFF2-40B4-BE49-F238E27FC236}">
                <a16:creationId xmlns:a16="http://schemas.microsoft.com/office/drawing/2014/main" id="{4C3A81CA-3CAF-D232-F87B-B00117B5BB2F}"/>
              </a:ext>
            </a:extLst>
          </p:cNvPr>
          <p:cNvSpPr>
            <a:spLocks noChangeArrowheads="1"/>
          </p:cNvSpPr>
          <p:nvPr/>
        </p:nvSpPr>
        <p:spPr bwMode="auto">
          <a:xfrm>
            <a:off x="1676400" y="24384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CC"/>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315428" name="Text Box 36">
            <a:extLst>
              <a:ext uri="{FF2B5EF4-FFF2-40B4-BE49-F238E27FC236}">
                <a16:creationId xmlns:a16="http://schemas.microsoft.com/office/drawing/2014/main" id="{32BB8AC3-0DC6-56AD-19E5-FC55621A209C}"/>
              </a:ext>
            </a:extLst>
          </p:cNvPr>
          <p:cNvSpPr txBox="1">
            <a:spLocks noChangeArrowheads="1"/>
          </p:cNvSpPr>
          <p:nvPr/>
        </p:nvSpPr>
        <p:spPr bwMode="auto">
          <a:xfrm>
            <a:off x="7239000" y="1828800"/>
            <a:ext cx="1390124" cy="646331"/>
          </a:xfrm>
          <a:prstGeom prst="rect">
            <a:avLst/>
          </a:prstGeom>
          <a:noFill/>
          <a:ln w="9525">
            <a:noFill/>
            <a:miter lim="800000"/>
            <a:headEnd/>
            <a:tailEnd/>
          </a:ln>
        </p:spPr>
        <p:txBody>
          <a:bodyPr wrap="none">
            <a:spAutoFit/>
          </a:bodyPr>
          <a:lstStyle/>
          <a:p>
            <a:pPr>
              <a:defRPr/>
            </a:pPr>
            <a:r>
              <a:rPr lang="zh-CN" altLang="en-US" b="1" dirty="0">
                <a:effectLst>
                  <a:outerShdw blurRad="38100" dist="38100" dir="2700000" algn="tl">
                    <a:srgbClr val="C0C0C0"/>
                  </a:outerShdw>
                </a:effectLst>
                <a:ea typeface="仿宋_GB2312" pitchFamily="49" charset="-122"/>
              </a:rPr>
              <a:t>比较</a:t>
            </a:r>
            <a:r>
              <a:rPr lang="en-US" altLang="zh-CN" b="1" dirty="0">
                <a:solidFill>
                  <a:srgbClr val="FF3300"/>
                </a:solidFill>
                <a:effectLst>
                  <a:outerShdw blurRad="38100" dist="38100" dir="2700000" algn="tl">
                    <a:srgbClr val="C0C0C0"/>
                  </a:outerShdw>
                </a:effectLst>
                <a:ea typeface="仿宋_GB2312" pitchFamily="49" charset="-122"/>
              </a:rPr>
              <a:t>4</a:t>
            </a:r>
            <a:r>
              <a:rPr lang="zh-CN" altLang="en-US" b="1" dirty="0">
                <a:effectLst>
                  <a:outerShdw blurRad="38100" dist="38100" dir="2700000" algn="tl">
                    <a:srgbClr val="C0C0C0"/>
                  </a:outerShdw>
                </a:effectLst>
                <a:ea typeface="仿宋_GB2312" pitchFamily="49" charset="-122"/>
              </a:rPr>
              <a:t>次</a:t>
            </a:r>
          </a:p>
          <a:p>
            <a:pPr>
              <a:defRPr/>
            </a:pPr>
            <a:r>
              <a:rPr lang="zh-CN" altLang="en-US" b="1" dirty="0">
                <a:effectLst>
                  <a:outerShdw blurRad="38100" dist="38100" dir="2700000" algn="tl">
                    <a:srgbClr val="C0C0C0"/>
                  </a:outerShdw>
                </a:effectLst>
                <a:ea typeface="仿宋_GB2312" pitchFamily="49" charset="-122"/>
              </a:rPr>
              <a:t>交换</a:t>
            </a:r>
            <a:r>
              <a:rPr lang="en-US" altLang="zh-CN" b="1" dirty="0">
                <a:effectLst>
                  <a:outerShdw blurRad="38100" dist="38100" dir="2700000" algn="tl">
                    <a:srgbClr val="C0C0C0"/>
                  </a:outerShdw>
                </a:effectLst>
              </a:rPr>
              <a:t>25</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16</a:t>
            </a:r>
            <a:endParaRPr lang="en-US" altLang="zh-CN"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15429" name="Text Box 37">
            <a:extLst>
              <a:ext uri="{FF2B5EF4-FFF2-40B4-BE49-F238E27FC236}">
                <a16:creationId xmlns:a16="http://schemas.microsoft.com/office/drawing/2014/main" id="{965D7803-EDBF-FC14-483A-944BD4E9656A}"/>
              </a:ext>
            </a:extLst>
          </p:cNvPr>
          <p:cNvSpPr txBox="1">
            <a:spLocks noChangeArrowheads="1"/>
          </p:cNvSpPr>
          <p:nvPr/>
        </p:nvSpPr>
        <p:spPr bwMode="auto">
          <a:xfrm>
            <a:off x="5699125" y="1676400"/>
            <a:ext cx="268288" cy="457200"/>
          </a:xfrm>
          <a:prstGeom prst="rect">
            <a:avLst/>
          </a:prstGeom>
          <a:noFill/>
          <a:ln w="9525">
            <a:noFill/>
            <a:miter lim="800000"/>
            <a:headEnd/>
            <a:tailEnd/>
          </a:ln>
        </p:spPr>
        <p:txBody>
          <a:bodyPr wrap="none">
            <a:spAutoFit/>
          </a:bodyPr>
          <a:lstStyle/>
          <a:p>
            <a:pPr>
              <a:defRPr/>
            </a:pPr>
            <a:r>
              <a:rPr lang="en-US" altLang="zh-CN" b="1" i="1">
                <a:effectLst>
                  <a:outerShdw blurRad="38100" dist="38100" dir="2700000" algn="tl">
                    <a:srgbClr val="C0C0C0"/>
                  </a:outerShdw>
                </a:effectLst>
              </a:rPr>
              <a:t>i</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950" name="Line 38">
            <a:extLst>
              <a:ext uri="{FF2B5EF4-FFF2-40B4-BE49-F238E27FC236}">
                <a16:creationId xmlns:a16="http://schemas.microsoft.com/office/drawing/2014/main" id="{D5065180-A7F0-8A63-CD7D-27AF92563330}"/>
              </a:ext>
            </a:extLst>
          </p:cNvPr>
          <p:cNvSpPr>
            <a:spLocks noChangeShapeType="1"/>
          </p:cNvSpPr>
          <p:nvPr/>
        </p:nvSpPr>
        <p:spPr bwMode="auto">
          <a:xfrm>
            <a:off x="5943600" y="3505200"/>
            <a:ext cx="685800" cy="0"/>
          </a:xfrm>
          <a:prstGeom prst="line">
            <a:avLst/>
          </a:prstGeom>
          <a:noFill/>
          <a:ln w="19050">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5431" name="Text Box 39">
            <a:extLst>
              <a:ext uri="{FF2B5EF4-FFF2-40B4-BE49-F238E27FC236}">
                <a16:creationId xmlns:a16="http://schemas.microsoft.com/office/drawing/2014/main" id="{B0494C72-7604-A39C-0CC4-31F60D19513A}"/>
              </a:ext>
            </a:extLst>
          </p:cNvPr>
          <p:cNvSpPr txBox="1">
            <a:spLocks noChangeArrowheads="1"/>
          </p:cNvSpPr>
          <p:nvPr/>
        </p:nvSpPr>
        <p:spPr bwMode="auto">
          <a:xfrm>
            <a:off x="6629400" y="3276600"/>
            <a:ext cx="268288" cy="457200"/>
          </a:xfrm>
          <a:prstGeom prst="rect">
            <a:avLst/>
          </a:prstGeom>
          <a:noFill/>
          <a:ln w="9525">
            <a:noFill/>
            <a:miter lim="800000"/>
            <a:headEnd/>
            <a:tailEnd/>
          </a:ln>
        </p:spPr>
        <p:txBody>
          <a:bodyPr wrap="none">
            <a:spAutoFit/>
          </a:bodyPr>
          <a:lstStyle/>
          <a:p>
            <a:pPr>
              <a:defRPr/>
            </a:pPr>
            <a:r>
              <a:rPr lang="en-US" altLang="zh-CN" b="1" i="1">
                <a:effectLst>
                  <a:outerShdw blurRad="38100" dist="38100" dir="2700000" algn="tl">
                    <a:srgbClr val="C0C0C0"/>
                  </a:outerShdw>
                </a:effectLst>
              </a:rPr>
              <a:t>i</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15432" name="Text Box 40">
            <a:extLst>
              <a:ext uri="{FF2B5EF4-FFF2-40B4-BE49-F238E27FC236}">
                <a16:creationId xmlns:a16="http://schemas.microsoft.com/office/drawing/2014/main" id="{0C9D285A-6593-EB1E-DCA7-B0C79B98C06B}"/>
              </a:ext>
            </a:extLst>
          </p:cNvPr>
          <p:cNvSpPr txBox="1">
            <a:spLocks noChangeArrowheads="1"/>
          </p:cNvSpPr>
          <p:nvPr/>
        </p:nvSpPr>
        <p:spPr bwMode="auto">
          <a:xfrm>
            <a:off x="3355975" y="3581400"/>
            <a:ext cx="1285875" cy="457200"/>
          </a:xfrm>
          <a:prstGeom prst="rect">
            <a:avLst/>
          </a:prstGeom>
          <a:noFill/>
          <a:ln w="9525">
            <a:noFill/>
            <a:miter lim="800000"/>
            <a:headEnd/>
            <a:tailEnd/>
          </a:ln>
        </p:spPr>
        <p:txBody>
          <a:bodyPr wrap="none">
            <a:spAutoFit/>
          </a:bodyPr>
          <a:lstStyle/>
          <a:p>
            <a:pPr>
              <a:defRPr/>
            </a:pPr>
            <a:r>
              <a:rPr lang="en-US" altLang="zh-CN" b="1">
                <a:effectLst>
                  <a:outerShdw blurRad="38100" dist="38100" dir="2700000" algn="tl">
                    <a:srgbClr val="C0C0C0"/>
                  </a:outerShdw>
                </a:effectLst>
              </a:rPr>
              <a:t>pivotpos</a:t>
            </a:r>
          </a:p>
        </p:txBody>
      </p:sp>
      <p:sp>
        <p:nvSpPr>
          <p:cNvPr id="315433" name="AutoShape 41">
            <a:extLst>
              <a:ext uri="{FF2B5EF4-FFF2-40B4-BE49-F238E27FC236}">
                <a16:creationId xmlns:a16="http://schemas.microsoft.com/office/drawing/2014/main" id="{94CD3EFA-4B5B-735B-2BD1-C82F88AF3F07}"/>
              </a:ext>
            </a:extLst>
          </p:cNvPr>
          <p:cNvSpPr>
            <a:spLocks noChangeArrowheads="1"/>
          </p:cNvSpPr>
          <p:nvPr/>
        </p:nvSpPr>
        <p:spPr bwMode="auto">
          <a:xfrm>
            <a:off x="1676400" y="41148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CC"/>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315434" name="Text Box 42">
            <a:extLst>
              <a:ext uri="{FF2B5EF4-FFF2-40B4-BE49-F238E27FC236}">
                <a16:creationId xmlns:a16="http://schemas.microsoft.com/office/drawing/2014/main" id="{49863BDD-8950-A0A3-D498-368489C97761}"/>
              </a:ext>
            </a:extLst>
          </p:cNvPr>
          <p:cNvSpPr txBox="1">
            <a:spLocks noChangeArrowheads="1"/>
          </p:cNvSpPr>
          <p:nvPr/>
        </p:nvSpPr>
        <p:spPr bwMode="auto">
          <a:xfrm>
            <a:off x="7239000" y="3505200"/>
            <a:ext cx="1390124" cy="646331"/>
          </a:xfrm>
          <a:prstGeom prst="rect">
            <a:avLst/>
          </a:prstGeom>
          <a:noFill/>
          <a:ln w="9525">
            <a:noFill/>
            <a:miter lim="800000"/>
            <a:headEnd/>
            <a:tailEnd/>
          </a:ln>
        </p:spPr>
        <p:txBody>
          <a:bodyPr wrap="none">
            <a:spAutoFit/>
          </a:bodyPr>
          <a:lstStyle/>
          <a:p>
            <a:pPr>
              <a:defRPr/>
            </a:pPr>
            <a:r>
              <a:rPr lang="zh-CN" altLang="en-US" b="1" dirty="0">
                <a:effectLst>
                  <a:outerShdw blurRad="38100" dist="38100" dir="2700000" algn="tl">
                    <a:srgbClr val="C0C0C0"/>
                  </a:outerShdw>
                </a:effectLst>
                <a:ea typeface="仿宋_GB2312" pitchFamily="49" charset="-122"/>
              </a:rPr>
              <a:t>比较</a:t>
            </a:r>
            <a:r>
              <a:rPr lang="en-US" altLang="zh-CN" b="1" dirty="0">
                <a:solidFill>
                  <a:srgbClr val="FF3300"/>
                </a:solidFill>
                <a:effectLst>
                  <a:outerShdw blurRad="38100" dist="38100" dir="2700000" algn="tl">
                    <a:srgbClr val="C0C0C0"/>
                  </a:outerShdw>
                </a:effectLst>
                <a:ea typeface="仿宋_GB2312" pitchFamily="49" charset="-122"/>
              </a:rPr>
              <a:t>1</a:t>
            </a:r>
            <a:r>
              <a:rPr lang="zh-CN" altLang="en-US" b="1" dirty="0">
                <a:effectLst>
                  <a:outerShdw blurRad="38100" dist="38100" dir="2700000" algn="tl">
                    <a:srgbClr val="C0C0C0"/>
                  </a:outerShdw>
                </a:effectLst>
                <a:ea typeface="仿宋_GB2312" pitchFamily="49" charset="-122"/>
              </a:rPr>
              <a:t>次</a:t>
            </a:r>
          </a:p>
          <a:p>
            <a:pPr>
              <a:defRPr/>
            </a:pPr>
            <a:r>
              <a:rPr lang="zh-CN" altLang="en-US" b="1" dirty="0">
                <a:effectLst>
                  <a:outerShdw blurRad="38100" dist="38100" dir="2700000" algn="tl">
                    <a:srgbClr val="C0C0C0"/>
                  </a:outerShdw>
                </a:effectLst>
                <a:ea typeface="仿宋_GB2312" pitchFamily="49" charset="-122"/>
              </a:rPr>
              <a:t>交换</a:t>
            </a:r>
            <a:r>
              <a:rPr lang="en-US" altLang="zh-CN" b="1" dirty="0">
                <a:effectLst>
                  <a:outerShdw blurRad="38100" dist="38100" dir="2700000" algn="tl">
                    <a:srgbClr val="C0C0C0"/>
                  </a:outerShdw>
                </a:effectLst>
              </a:rPr>
              <a:t>49</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08</a:t>
            </a:r>
            <a:endParaRPr lang="en-US" altLang="zh-CN"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15435" name="AutoShape 43">
            <a:extLst>
              <a:ext uri="{FF2B5EF4-FFF2-40B4-BE49-F238E27FC236}">
                <a16:creationId xmlns:a16="http://schemas.microsoft.com/office/drawing/2014/main" id="{90BD0EAB-5B7E-9AC7-9189-2F88F0FAFFE1}"/>
              </a:ext>
            </a:extLst>
          </p:cNvPr>
          <p:cNvSpPr>
            <a:spLocks noChangeArrowheads="1"/>
          </p:cNvSpPr>
          <p:nvPr/>
        </p:nvSpPr>
        <p:spPr bwMode="auto">
          <a:xfrm>
            <a:off x="6629400" y="53340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15436" name="Text Box 44">
            <a:extLst>
              <a:ext uri="{FF2B5EF4-FFF2-40B4-BE49-F238E27FC236}">
                <a16:creationId xmlns:a16="http://schemas.microsoft.com/office/drawing/2014/main" id="{90FF1D30-6A52-7F04-2901-DB18A9E7E88F}"/>
              </a:ext>
            </a:extLst>
          </p:cNvPr>
          <p:cNvSpPr txBox="1">
            <a:spLocks noChangeArrowheads="1"/>
          </p:cNvSpPr>
          <p:nvPr/>
        </p:nvSpPr>
        <p:spPr bwMode="auto">
          <a:xfrm>
            <a:off x="1620838" y="5181600"/>
            <a:ext cx="3038475" cy="457200"/>
          </a:xfrm>
          <a:prstGeom prst="rect">
            <a:avLst/>
          </a:prstGeom>
          <a:noFill/>
          <a:ln w="9525">
            <a:noFill/>
            <a:miter lim="800000"/>
            <a:headEnd/>
            <a:tailEnd/>
          </a:ln>
        </p:spPr>
        <p:txBody>
          <a:bodyPr wrap="none">
            <a:spAutoFit/>
          </a:bodyPr>
          <a:lstStyle/>
          <a:p>
            <a:pPr>
              <a:defRPr/>
            </a:pPr>
            <a:r>
              <a:rPr lang="en-US" altLang="zh-CN" b="1">
                <a:effectLst>
                  <a:outerShdw blurRad="38100" dist="38100" dir="2700000" algn="tl">
                    <a:srgbClr val="C0C0C0"/>
                  </a:outerShdw>
                </a:effectLst>
              </a:rPr>
              <a:t>low                 pivotpos</a:t>
            </a:r>
          </a:p>
        </p:txBody>
      </p:sp>
      <p:sp>
        <p:nvSpPr>
          <p:cNvPr id="315437" name="Text Box 45">
            <a:extLst>
              <a:ext uri="{FF2B5EF4-FFF2-40B4-BE49-F238E27FC236}">
                <a16:creationId xmlns:a16="http://schemas.microsoft.com/office/drawing/2014/main" id="{4A6E5340-02A3-5F94-9E5E-998A924A9143}"/>
              </a:ext>
            </a:extLst>
          </p:cNvPr>
          <p:cNvSpPr txBox="1">
            <a:spLocks noChangeArrowheads="1"/>
          </p:cNvSpPr>
          <p:nvPr/>
        </p:nvSpPr>
        <p:spPr bwMode="auto">
          <a:xfrm>
            <a:off x="7239000" y="5638800"/>
            <a:ext cx="1390124" cy="369332"/>
          </a:xfrm>
          <a:prstGeom prst="rect">
            <a:avLst/>
          </a:prstGeom>
          <a:noFill/>
          <a:ln w="9525">
            <a:noFill/>
            <a:miter lim="800000"/>
            <a:headEnd/>
            <a:tailEnd/>
          </a:ln>
        </p:spPr>
        <p:txBody>
          <a:bodyPr wrap="none">
            <a:spAutoFit/>
          </a:bodyPr>
          <a:lstStyle/>
          <a:p>
            <a:pPr>
              <a:defRPr/>
            </a:pPr>
            <a:r>
              <a:rPr lang="zh-CN" altLang="en-US" b="1" dirty="0">
                <a:effectLst>
                  <a:outerShdw blurRad="38100" dist="38100" dir="2700000" algn="tl">
                    <a:srgbClr val="C0C0C0"/>
                  </a:outerShdw>
                </a:effectLst>
                <a:ea typeface="仿宋_GB2312" pitchFamily="49" charset="-122"/>
              </a:rPr>
              <a:t>交换</a:t>
            </a:r>
            <a:r>
              <a:rPr lang="en-US" altLang="zh-CN" b="1" dirty="0">
                <a:effectLst>
                  <a:outerShdw blurRad="38100" dist="38100" dir="2700000" algn="tl">
                    <a:srgbClr val="C0C0C0"/>
                  </a:outerShdw>
                </a:effectLst>
              </a:rPr>
              <a:t>21</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08</a:t>
            </a:r>
            <a:endParaRPr lang="en-US" altLang="zh-CN"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2" name="灯片编号占位符 1">
            <a:extLst>
              <a:ext uri="{FF2B5EF4-FFF2-40B4-BE49-F238E27FC236}">
                <a16:creationId xmlns:a16="http://schemas.microsoft.com/office/drawing/2014/main" id="{FBACD729-B5ED-FFC3-CDD9-EE4200C64454}"/>
              </a:ext>
            </a:extLst>
          </p:cNvPr>
          <p:cNvSpPr>
            <a:spLocks noGrp="1"/>
          </p:cNvSpPr>
          <p:nvPr>
            <p:ph type="sldNum" sz="quarter" idx="12"/>
          </p:nvPr>
        </p:nvSpPr>
        <p:spPr/>
        <p:txBody>
          <a:bodyPr/>
          <a:lstStyle/>
          <a:p>
            <a:pPr>
              <a:defRPr/>
            </a:pPr>
            <a:fld id="{04E4ECFC-90A4-46B6-B7C1-F55F5037C096}" type="slidenum">
              <a:rPr lang="en-US" altLang="zh-CN" smtClean="0"/>
              <a:pPr>
                <a:defRPr/>
              </a:pPr>
              <a:t>32</a:t>
            </a:fld>
            <a:endParaRPr lang="en-US" altLang="zh-CN"/>
          </a:p>
        </p:txBody>
      </p:sp>
      <p:sp>
        <p:nvSpPr>
          <p:cNvPr id="3" name="Text Box 31">
            <a:extLst>
              <a:ext uri="{FF2B5EF4-FFF2-40B4-BE49-F238E27FC236}">
                <a16:creationId xmlns:a16="http://schemas.microsoft.com/office/drawing/2014/main" id="{82670838-A388-88DC-68F4-D5D61E0033D9}"/>
              </a:ext>
            </a:extLst>
          </p:cNvPr>
          <p:cNvSpPr txBox="1">
            <a:spLocks noChangeArrowheads="1"/>
          </p:cNvSpPr>
          <p:nvPr/>
        </p:nvSpPr>
        <p:spPr bwMode="auto">
          <a:xfrm>
            <a:off x="58808" y="146429"/>
            <a:ext cx="1101584" cy="1384995"/>
          </a:xfrm>
          <a:prstGeom prst="rect">
            <a:avLst/>
          </a:prstGeom>
          <a:noFill/>
          <a:ln w="9525">
            <a:noFill/>
            <a:miter lim="800000"/>
            <a:headEnd/>
            <a:tailEnd/>
          </a:ln>
        </p:spPr>
        <p:txBody>
          <a:bodyPr wrap="none">
            <a:spAutoFit/>
          </a:bodyPr>
          <a:lstStyle/>
          <a:p>
            <a:pPr>
              <a:defRPr/>
            </a:pPr>
            <a:r>
              <a:rPr lang="zh-CN" altLang="en-US" sz="2800" b="1" dirty="0">
                <a:solidFill>
                  <a:schemeClr val="hlink"/>
                </a:solidFill>
                <a:effectLst>
                  <a:outerShdw blurRad="38100" dist="38100" dir="2700000" algn="tl">
                    <a:srgbClr val="C0C0C0"/>
                  </a:outerShdw>
                </a:effectLst>
              </a:rPr>
              <a:t>第</a:t>
            </a:r>
            <a:r>
              <a:rPr lang="en-US" altLang="zh-CN" sz="2800" b="1" dirty="0">
                <a:solidFill>
                  <a:schemeClr val="hlink"/>
                </a:solidFill>
                <a:effectLst>
                  <a:outerShdw blurRad="38100" dist="38100" dir="2700000" algn="tl">
                    <a:srgbClr val="C0C0C0"/>
                  </a:outerShdw>
                </a:effectLst>
              </a:rPr>
              <a:t>1</a:t>
            </a:r>
            <a:r>
              <a:rPr lang="zh-CN" altLang="en-US" sz="2800" b="1" dirty="0">
                <a:solidFill>
                  <a:schemeClr val="hlink"/>
                </a:solidFill>
                <a:effectLst>
                  <a:outerShdw blurRad="38100" dist="38100" dir="2700000" algn="tl">
                    <a:srgbClr val="C0C0C0"/>
                  </a:outerShdw>
                </a:effectLst>
              </a:rPr>
              <a:t>层</a:t>
            </a:r>
            <a:endParaRPr lang="en-US" altLang="zh-CN" sz="2800" b="1" dirty="0">
              <a:solidFill>
                <a:schemeClr val="hlink"/>
              </a:solidFill>
              <a:effectLst>
                <a:outerShdw blurRad="38100" dist="38100" dir="2700000" algn="tl">
                  <a:srgbClr val="C0C0C0"/>
                </a:outerShdw>
              </a:effectLst>
            </a:endParaRPr>
          </a:p>
          <a:p>
            <a:pPr>
              <a:defRPr/>
            </a:pPr>
            <a:r>
              <a:rPr lang="zh-CN" altLang="en-US" sz="2800" b="1" dirty="0">
                <a:solidFill>
                  <a:schemeClr val="hlink"/>
                </a:solidFill>
                <a:effectLst>
                  <a:outerShdw blurRad="38100" dist="38100" dir="2700000" algn="tl">
                    <a:srgbClr val="C0C0C0"/>
                  </a:outerShdw>
                </a:effectLst>
              </a:rPr>
              <a:t>划分</a:t>
            </a:r>
            <a:endParaRPr lang="en-US" altLang="zh-CN" sz="2800" b="1" dirty="0">
              <a:solidFill>
                <a:schemeClr val="hlink"/>
              </a:solidFill>
              <a:effectLst>
                <a:outerShdw blurRad="38100" dist="38100" dir="2700000" algn="tl">
                  <a:srgbClr val="C0C0C0"/>
                </a:outerShdw>
              </a:effectLst>
            </a:endParaRPr>
          </a:p>
          <a:p>
            <a:pPr>
              <a:defRPr/>
            </a:pPr>
            <a:r>
              <a:rPr lang="zh-CN" altLang="en-US" sz="2800" b="1" dirty="0">
                <a:solidFill>
                  <a:schemeClr val="hlink"/>
                </a:solidFill>
                <a:effectLst>
                  <a:outerShdw blurRad="38100" dist="38100" dir="2700000" algn="tl">
                    <a:srgbClr val="C0C0C0"/>
                  </a:outerShdw>
                </a:effectLst>
              </a:rPr>
              <a:t>步骤</a:t>
            </a:r>
            <a:endParaRPr lang="en-US" altLang="zh-CN"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Tree>
  </p:cSld>
  <p:clrMapOvr>
    <a:masterClrMapping/>
  </p:clrMapOvr>
  <p:transition>
    <p:spli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descr="白色大理石">
            <a:extLst>
              <a:ext uri="{FF2B5EF4-FFF2-40B4-BE49-F238E27FC236}">
                <a16:creationId xmlns:a16="http://schemas.microsoft.com/office/drawing/2014/main" id="{DB65E680-EBE3-72A0-99A3-39E331E1F65C}"/>
              </a:ext>
            </a:extLst>
          </p:cNvPr>
          <p:cNvSpPr>
            <a:spLocks noChangeArrowheads="1"/>
          </p:cNvSpPr>
          <p:nvPr/>
        </p:nvSpPr>
        <p:spPr bwMode="auto">
          <a:xfrm>
            <a:off x="2209800" y="4343400"/>
            <a:ext cx="1447800" cy="457200"/>
          </a:xfrm>
          <a:prstGeom prst="parallelogram">
            <a:avLst>
              <a:gd name="adj" fmla="val 45829"/>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9939" name="AutoShape 3" descr="白色大理石">
            <a:extLst>
              <a:ext uri="{FF2B5EF4-FFF2-40B4-BE49-F238E27FC236}">
                <a16:creationId xmlns:a16="http://schemas.microsoft.com/office/drawing/2014/main" id="{C173F365-07AC-3F7B-3A92-DA982530EE74}"/>
              </a:ext>
            </a:extLst>
          </p:cNvPr>
          <p:cNvSpPr>
            <a:spLocks noChangeArrowheads="1"/>
          </p:cNvSpPr>
          <p:nvPr/>
        </p:nvSpPr>
        <p:spPr bwMode="auto">
          <a:xfrm>
            <a:off x="990600" y="2895600"/>
            <a:ext cx="2895600" cy="457200"/>
          </a:xfrm>
          <a:prstGeom prst="parallelogram">
            <a:avLst>
              <a:gd name="adj" fmla="val 91657"/>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9940" name="AutoShape 4" descr="白色大理石">
            <a:extLst>
              <a:ext uri="{FF2B5EF4-FFF2-40B4-BE49-F238E27FC236}">
                <a16:creationId xmlns:a16="http://schemas.microsoft.com/office/drawing/2014/main" id="{082A544E-DB0D-26B7-5679-7ACD22CDD1C9}"/>
              </a:ext>
            </a:extLst>
          </p:cNvPr>
          <p:cNvSpPr>
            <a:spLocks noChangeArrowheads="1"/>
          </p:cNvSpPr>
          <p:nvPr/>
        </p:nvSpPr>
        <p:spPr bwMode="auto">
          <a:xfrm>
            <a:off x="609600" y="12192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9941" name="Rectangle 5">
            <a:extLst>
              <a:ext uri="{FF2B5EF4-FFF2-40B4-BE49-F238E27FC236}">
                <a16:creationId xmlns:a16="http://schemas.microsoft.com/office/drawing/2014/main" id="{62086DCD-FE23-4EAC-7B25-0ACB68ACA6DC}"/>
              </a:ext>
            </a:extLst>
          </p:cNvPr>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3200" b="1">
              <a:solidFill>
                <a:schemeClr val="tx2"/>
              </a:solidFill>
              <a:latin typeface="Times New Roman" panose="02020603050405020304" pitchFamily="18" charset="0"/>
              <a:ea typeface="宋体" panose="02010600030101010101" pitchFamily="2" charset="-122"/>
            </a:endParaRPr>
          </a:p>
        </p:txBody>
      </p:sp>
      <p:sp>
        <p:nvSpPr>
          <p:cNvPr id="314374" name="AutoShape 6">
            <a:extLst>
              <a:ext uri="{FF2B5EF4-FFF2-40B4-BE49-F238E27FC236}">
                <a16:creationId xmlns:a16="http://schemas.microsoft.com/office/drawing/2014/main" id="{FBE4835A-C3B6-DA92-05D2-3C05B62FCF91}"/>
              </a:ext>
            </a:extLst>
          </p:cNvPr>
          <p:cNvSpPr>
            <a:spLocks noChangeArrowheads="1"/>
          </p:cNvSpPr>
          <p:nvPr/>
        </p:nvSpPr>
        <p:spPr bwMode="auto">
          <a:xfrm>
            <a:off x="1676400" y="8382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CC"/>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314375" name="AutoShape 7">
            <a:extLst>
              <a:ext uri="{FF2B5EF4-FFF2-40B4-BE49-F238E27FC236}">
                <a16:creationId xmlns:a16="http://schemas.microsoft.com/office/drawing/2014/main" id="{CE1EDC5F-8F64-819B-4FFC-B5E256B2F9AB}"/>
              </a:ext>
            </a:extLst>
          </p:cNvPr>
          <p:cNvSpPr>
            <a:spLocks noChangeArrowheads="1"/>
          </p:cNvSpPr>
          <p:nvPr/>
        </p:nvSpPr>
        <p:spPr bwMode="auto">
          <a:xfrm>
            <a:off x="26670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14376" name="AutoShape 8">
            <a:extLst>
              <a:ext uri="{FF2B5EF4-FFF2-40B4-BE49-F238E27FC236}">
                <a16:creationId xmlns:a16="http://schemas.microsoft.com/office/drawing/2014/main" id="{84975D82-23D3-E330-E494-F2D290804E14}"/>
              </a:ext>
            </a:extLst>
          </p:cNvPr>
          <p:cNvSpPr>
            <a:spLocks noChangeArrowheads="1"/>
          </p:cNvSpPr>
          <p:nvPr/>
        </p:nvSpPr>
        <p:spPr bwMode="auto">
          <a:xfrm>
            <a:off x="3657600" y="4572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14377" name="AutoShape 9">
            <a:extLst>
              <a:ext uri="{FF2B5EF4-FFF2-40B4-BE49-F238E27FC236}">
                <a16:creationId xmlns:a16="http://schemas.microsoft.com/office/drawing/2014/main" id="{3C6C2DED-1198-BCF6-DD3C-CB9286CC2A20}"/>
              </a:ext>
            </a:extLst>
          </p:cNvPr>
          <p:cNvSpPr>
            <a:spLocks noChangeArrowheads="1"/>
          </p:cNvSpPr>
          <p:nvPr/>
        </p:nvSpPr>
        <p:spPr bwMode="auto">
          <a:xfrm>
            <a:off x="46482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14378" name="AutoShape 10">
            <a:extLst>
              <a:ext uri="{FF2B5EF4-FFF2-40B4-BE49-F238E27FC236}">
                <a16:creationId xmlns:a16="http://schemas.microsoft.com/office/drawing/2014/main" id="{6A9C515D-5BCB-7670-267C-B9EF0AB8D5E0}"/>
              </a:ext>
            </a:extLst>
          </p:cNvPr>
          <p:cNvSpPr>
            <a:spLocks noChangeArrowheads="1"/>
          </p:cNvSpPr>
          <p:nvPr/>
        </p:nvSpPr>
        <p:spPr bwMode="auto">
          <a:xfrm>
            <a:off x="5638800" y="9144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314379" name="AutoShape 11">
            <a:extLst>
              <a:ext uri="{FF2B5EF4-FFF2-40B4-BE49-F238E27FC236}">
                <a16:creationId xmlns:a16="http://schemas.microsoft.com/office/drawing/2014/main" id="{7E8A4F0A-84EC-BED0-30ED-9EE8D9A03313}"/>
              </a:ext>
            </a:extLst>
          </p:cNvPr>
          <p:cNvSpPr>
            <a:spLocks noChangeArrowheads="1"/>
          </p:cNvSpPr>
          <p:nvPr/>
        </p:nvSpPr>
        <p:spPr bwMode="auto">
          <a:xfrm>
            <a:off x="6629400" y="12192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39948" name="Text Box 12">
            <a:extLst>
              <a:ext uri="{FF2B5EF4-FFF2-40B4-BE49-F238E27FC236}">
                <a16:creationId xmlns:a16="http://schemas.microsoft.com/office/drawing/2014/main" id="{08E027F8-F55E-EEFA-14DD-78CC45705BF7}"/>
              </a:ext>
            </a:extLst>
          </p:cNvPr>
          <p:cNvSpPr txBox="1">
            <a:spLocks noChangeArrowheads="1"/>
          </p:cNvSpPr>
          <p:nvPr/>
        </p:nvSpPr>
        <p:spPr bwMode="auto">
          <a:xfrm>
            <a:off x="1752600" y="1676400"/>
            <a:ext cx="528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a:t>
            </a:r>
            <a:endParaRPr kumimoji="1" lang="en-US" altLang="zh-CN" sz="2400">
              <a:latin typeface="Times New Roman" panose="02020603050405020304" pitchFamily="18" charset="0"/>
              <a:ea typeface="宋体" panose="02010600030101010101" pitchFamily="2" charset="-122"/>
            </a:endParaRPr>
          </a:p>
        </p:txBody>
      </p:sp>
      <p:sp>
        <p:nvSpPr>
          <p:cNvPr id="39949" name="AutoShape 13" descr="白色大理石">
            <a:extLst>
              <a:ext uri="{FF2B5EF4-FFF2-40B4-BE49-F238E27FC236}">
                <a16:creationId xmlns:a16="http://schemas.microsoft.com/office/drawing/2014/main" id="{88C67BCF-35E9-5102-EE8B-401655AEFC72}"/>
              </a:ext>
            </a:extLst>
          </p:cNvPr>
          <p:cNvSpPr>
            <a:spLocks noChangeArrowheads="1"/>
          </p:cNvSpPr>
          <p:nvPr/>
        </p:nvSpPr>
        <p:spPr bwMode="auto">
          <a:xfrm>
            <a:off x="4343400" y="2895600"/>
            <a:ext cx="3733800" cy="457200"/>
          </a:xfrm>
          <a:prstGeom prst="parallelogram">
            <a:avLst>
              <a:gd name="adj" fmla="val 118190"/>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14382" name="AutoShape 14">
            <a:extLst>
              <a:ext uri="{FF2B5EF4-FFF2-40B4-BE49-F238E27FC236}">
                <a16:creationId xmlns:a16="http://schemas.microsoft.com/office/drawing/2014/main" id="{F3B68197-D192-1A35-70E6-B56AE4C3F4A5}"/>
              </a:ext>
            </a:extLst>
          </p:cNvPr>
          <p:cNvSpPr>
            <a:spLocks noChangeArrowheads="1"/>
          </p:cNvSpPr>
          <p:nvPr/>
        </p:nvSpPr>
        <p:spPr bwMode="auto">
          <a:xfrm>
            <a:off x="3962400" y="25146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314383" name="AutoShape 15">
            <a:extLst>
              <a:ext uri="{FF2B5EF4-FFF2-40B4-BE49-F238E27FC236}">
                <a16:creationId xmlns:a16="http://schemas.microsoft.com/office/drawing/2014/main" id="{2AA6488F-4ADB-A4CF-4991-36DA1269CF9D}"/>
              </a:ext>
            </a:extLst>
          </p:cNvPr>
          <p:cNvSpPr>
            <a:spLocks noChangeArrowheads="1"/>
          </p:cNvSpPr>
          <p:nvPr/>
        </p:nvSpPr>
        <p:spPr bwMode="auto">
          <a:xfrm>
            <a:off x="4953000" y="2438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CC"/>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9953" name="AutoShape 17" descr="白色大理石">
            <a:extLst>
              <a:ext uri="{FF2B5EF4-FFF2-40B4-BE49-F238E27FC236}">
                <a16:creationId xmlns:a16="http://schemas.microsoft.com/office/drawing/2014/main" id="{8FC83DDF-EE3E-F587-6BD6-4C3C0FCD7D52}"/>
              </a:ext>
            </a:extLst>
          </p:cNvPr>
          <p:cNvSpPr>
            <a:spLocks noChangeArrowheads="1"/>
          </p:cNvSpPr>
          <p:nvPr/>
        </p:nvSpPr>
        <p:spPr bwMode="auto">
          <a:xfrm>
            <a:off x="6400800" y="5715000"/>
            <a:ext cx="1600200" cy="457200"/>
          </a:xfrm>
          <a:prstGeom prst="parallelogram">
            <a:avLst>
              <a:gd name="adj" fmla="val 50653"/>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14386" name="AutoShape 18">
            <a:extLst>
              <a:ext uri="{FF2B5EF4-FFF2-40B4-BE49-F238E27FC236}">
                <a16:creationId xmlns:a16="http://schemas.microsoft.com/office/drawing/2014/main" id="{5C1DF59A-6A0F-8CDC-1F6A-B9E4E0966D19}"/>
              </a:ext>
            </a:extLst>
          </p:cNvPr>
          <p:cNvSpPr>
            <a:spLocks noChangeArrowheads="1"/>
          </p:cNvSpPr>
          <p:nvPr/>
        </p:nvSpPr>
        <p:spPr bwMode="auto">
          <a:xfrm>
            <a:off x="6934200" y="49530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9955" name="AutoShape 19" descr="白色大理石">
            <a:extLst>
              <a:ext uri="{FF2B5EF4-FFF2-40B4-BE49-F238E27FC236}">
                <a16:creationId xmlns:a16="http://schemas.microsoft.com/office/drawing/2014/main" id="{0CC44C87-8BED-CAEC-9209-FA3CF28B26A1}"/>
              </a:ext>
            </a:extLst>
          </p:cNvPr>
          <p:cNvSpPr>
            <a:spLocks noChangeArrowheads="1"/>
          </p:cNvSpPr>
          <p:nvPr/>
        </p:nvSpPr>
        <p:spPr bwMode="auto">
          <a:xfrm>
            <a:off x="5334000" y="4343400"/>
            <a:ext cx="2743200" cy="457200"/>
          </a:xfrm>
          <a:prstGeom prst="parallelogram">
            <a:avLst>
              <a:gd name="adj" fmla="val 86833"/>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314388" name="AutoShape 20">
            <a:extLst>
              <a:ext uri="{FF2B5EF4-FFF2-40B4-BE49-F238E27FC236}">
                <a16:creationId xmlns:a16="http://schemas.microsoft.com/office/drawing/2014/main" id="{85C964A7-1C79-3D14-5F70-1FF2AA723772}"/>
              </a:ext>
            </a:extLst>
          </p:cNvPr>
          <p:cNvSpPr>
            <a:spLocks noChangeArrowheads="1"/>
          </p:cNvSpPr>
          <p:nvPr/>
        </p:nvSpPr>
        <p:spPr bwMode="auto">
          <a:xfrm>
            <a:off x="4800600" y="38862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b="1">
              <a:solidFill>
                <a:srgbClr val="FFFFCC"/>
              </a:solidFill>
              <a:effectLst>
                <a:outerShdw blurRad="38100" dist="38100" dir="2700000" algn="tl">
                  <a:srgbClr val="000000"/>
                </a:outerShdw>
              </a:effectLst>
            </a:endParaRPr>
          </a:p>
        </p:txBody>
      </p:sp>
      <p:sp>
        <p:nvSpPr>
          <p:cNvPr id="314389" name="AutoShape 21">
            <a:extLst>
              <a:ext uri="{FF2B5EF4-FFF2-40B4-BE49-F238E27FC236}">
                <a16:creationId xmlns:a16="http://schemas.microsoft.com/office/drawing/2014/main" id="{BCB727D3-1B29-9CFB-B869-1862A189CBD7}"/>
              </a:ext>
            </a:extLst>
          </p:cNvPr>
          <p:cNvSpPr>
            <a:spLocks noChangeArrowheads="1"/>
          </p:cNvSpPr>
          <p:nvPr/>
        </p:nvSpPr>
        <p:spPr bwMode="auto">
          <a:xfrm>
            <a:off x="2667000" y="40386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16</a:t>
            </a:r>
            <a:endParaRPr lang="en-US" altLang="zh-CN">
              <a:solidFill>
                <a:schemeClr val="tx2"/>
              </a:solidFill>
              <a:effectLst>
                <a:outerShdw blurRad="38100" dist="38100" dir="2700000" algn="tl">
                  <a:srgbClr val="000000"/>
                </a:outerShdw>
              </a:effectLst>
            </a:endParaRPr>
          </a:p>
        </p:txBody>
      </p:sp>
      <p:sp>
        <p:nvSpPr>
          <p:cNvPr id="314390" name="AutoShape 22">
            <a:extLst>
              <a:ext uri="{FF2B5EF4-FFF2-40B4-BE49-F238E27FC236}">
                <a16:creationId xmlns:a16="http://schemas.microsoft.com/office/drawing/2014/main" id="{3DBB379D-F024-530F-9329-42CD8A4CE30E}"/>
              </a:ext>
            </a:extLst>
          </p:cNvPr>
          <p:cNvSpPr>
            <a:spLocks noChangeArrowheads="1"/>
          </p:cNvSpPr>
          <p:nvPr/>
        </p:nvSpPr>
        <p:spPr bwMode="auto">
          <a:xfrm>
            <a:off x="5943600" y="2438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14391" name="AutoShape 23">
            <a:extLst>
              <a:ext uri="{FF2B5EF4-FFF2-40B4-BE49-F238E27FC236}">
                <a16:creationId xmlns:a16="http://schemas.microsoft.com/office/drawing/2014/main" id="{2224A4BB-F566-CFD3-4CEC-4F0675E4E5EF}"/>
              </a:ext>
            </a:extLst>
          </p:cNvPr>
          <p:cNvSpPr>
            <a:spLocks noChangeArrowheads="1"/>
          </p:cNvSpPr>
          <p:nvPr/>
        </p:nvSpPr>
        <p:spPr bwMode="auto">
          <a:xfrm>
            <a:off x="2667000" y="25908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314392" name="AutoShape 24">
            <a:extLst>
              <a:ext uri="{FF2B5EF4-FFF2-40B4-BE49-F238E27FC236}">
                <a16:creationId xmlns:a16="http://schemas.microsoft.com/office/drawing/2014/main" id="{5EAC3B16-6F28-4E72-9A1F-2F41C7A9E5DF}"/>
              </a:ext>
            </a:extLst>
          </p:cNvPr>
          <p:cNvSpPr>
            <a:spLocks noChangeArrowheads="1"/>
          </p:cNvSpPr>
          <p:nvPr/>
        </p:nvSpPr>
        <p:spPr bwMode="auto">
          <a:xfrm>
            <a:off x="1676400" y="4343400"/>
            <a:ext cx="533400" cy="38100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08</a:t>
            </a:r>
            <a:endParaRPr lang="en-US" altLang="zh-CN">
              <a:solidFill>
                <a:srgbClr val="FFFFCC"/>
              </a:solidFill>
              <a:effectLst>
                <a:outerShdw blurRad="38100" dist="38100" dir="2700000" algn="tl">
                  <a:srgbClr val="000000"/>
                </a:outerShdw>
              </a:effectLst>
            </a:endParaRPr>
          </a:p>
        </p:txBody>
      </p:sp>
      <p:sp>
        <p:nvSpPr>
          <p:cNvPr id="314393" name="AutoShape 25">
            <a:extLst>
              <a:ext uri="{FF2B5EF4-FFF2-40B4-BE49-F238E27FC236}">
                <a16:creationId xmlns:a16="http://schemas.microsoft.com/office/drawing/2014/main" id="{B811A60E-317A-4D2C-B218-347056AED861}"/>
              </a:ext>
            </a:extLst>
          </p:cNvPr>
          <p:cNvSpPr>
            <a:spLocks noChangeArrowheads="1"/>
          </p:cNvSpPr>
          <p:nvPr/>
        </p:nvSpPr>
        <p:spPr bwMode="auto">
          <a:xfrm>
            <a:off x="6934200" y="21336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14394" name="Text Box 26">
            <a:extLst>
              <a:ext uri="{FF2B5EF4-FFF2-40B4-BE49-F238E27FC236}">
                <a16:creationId xmlns:a16="http://schemas.microsoft.com/office/drawing/2014/main" id="{061CF8D7-2069-D0DD-246A-B17134C1666A}"/>
              </a:ext>
            </a:extLst>
          </p:cNvPr>
          <p:cNvSpPr txBox="1">
            <a:spLocks noChangeArrowheads="1"/>
          </p:cNvSpPr>
          <p:nvPr/>
        </p:nvSpPr>
        <p:spPr bwMode="auto">
          <a:xfrm>
            <a:off x="1524000" y="228600"/>
            <a:ext cx="844550" cy="457200"/>
          </a:xfrm>
          <a:prstGeom prst="rect">
            <a:avLst/>
          </a:prstGeom>
          <a:noFill/>
          <a:ln w="9525">
            <a:noFill/>
            <a:miter lim="800000"/>
            <a:headEnd/>
            <a:tailEnd/>
          </a:ln>
        </p:spPr>
        <p:txBody>
          <a:bodyPr wrap="none">
            <a:spAutoFit/>
          </a:bodyPr>
          <a:lstStyle/>
          <a:p>
            <a:pPr>
              <a:defRPr/>
            </a:pPr>
            <a:r>
              <a:rPr lang="en-US" altLang="zh-CN" b="1">
                <a:effectLst>
                  <a:outerShdw blurRad="38100" dist="38100" dir="2700000" algn="tl">
                    <a:srgbClr val="C0C0C0"/>
                  </a:outerShdw>
                </a:effectLst>
              </a:rPr>
              <a:t>pivot</a:t>
            </a:r>
          </a:p>
        </p:txBody>
      </p:sp>
      <p:sp>
        <p:nvSpPr>
          <p:cNvPr id="314395" name="AutoShape 27">
            <a:extLst>
              <a:ext uri="{FF2B5EF4-FFF2-40B4-BE49-F238E27FC236}">
                <a16:creationId xmlns:a16="http://schemas.microsoft.com/office/drawing/2014/main" id="{29E8FFDC-7615-759E-A0A3-918E1C37025C}"/>
              </a:ext>
            </a:extLst>
          </p:cNvPr>
          <p:cNvSpPr>
            <a:spLocks noChangeArrowheads="1"/>
          </p:cNvSpPr>
          <p:nvPr/>
        </p:nvSpPr>
        <p:spPr bwMode="auto">
          <a:xfrm>
            <a:off x="1676400" y="28956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CC"/>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314396" name="AutoShape 28">
            <a:extLst>
              <a:ext uri="{FF2B5EF4-FFF2-40B4-BE49-F238E27FC236}">
                <a16:creationId xmlns:a16="http://schemas.microsoft.com/office/drawing/2014/main" id="{7E8F5317-87DB-24E8-2E7F-A347F569B533}"/>
              </a:ext>
            </a:extLst>
          </p:cNvPr>
          <p:cNvSpPr>
            <a:spLocks noChangeArrowheads="1"/>
          </p:cNvSpPr>
          <p:nvPr/>
        </p:nvSpPr>
        <p:spPr bwMode="auto">
          <a:xfrm>
            <a:off x="5943600" y="38862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rgbClr val="FF3300"/>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14397" name="AutoShape 29">
            <a:extLst>
              <a:ext uri="{FF2B5EF4-FFF2-40B4-BE49-F238E27FC236}">
                <a16:creationId xmlns:a16="http://schemas.microsoft.com/office/drawing/2014/main" id="{858526FB-BCEF-3884-6A14-3C81FED33AC7}"/>
              </a:ext>
            </a:extLst>
          </p:cNvPr>
          <p:cNvSpPr>
            <a:spLocks noChangeArrowheads="1"/>
          </p:cNvSpPr>
          <p:nvPr/>
        </p:nvSpPr>
        <p:spPr bwMode="auto">
          <a:xfrm>
            <a:off x="6934200" y="35814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14398" name="AutoShape 30">
            <a:extLst>
              <a:ext uri="{FF2B5EF4-FFF2-40B4-BE49-F238E27FC236}">
                <a16:creationId xmlns:a16="http://schemas.microsoft.com/office/drawing/2014/main" id="{7D5D2F04-151C-30CE-982B-078EAE32320A}"/>
              </a:ext>
            </a:extLst>
          </p:cNvPr>
          <p:cNvSpPr>
            <a:spLocks noChangeArrowheads="1"/>
          </p:cNvSpPr>
          <p:nvPr/>
        </p:nvSpPr>
        <p:spPr bwMode="auto">
          <a:xfrm>
            <a:off x="3886200" y="39624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314399" name="Text Box 31">
            <a:extLst>
              <a:ext uri="{FF2B5EF4-FFF2-40B4-BE49-F238E27FC236}">
                <a16:creationId xmlns:a16="http://schemas.microsoft.com/office/drawing/2014/main" id="{641F28E7-99CB-7388-C022-52FEE16651F9}"/>
              </a:ext>
            </a:extLst>
          </p:cNvPr>
          <p:cNvSpPr txBox="1">
            <a:spLocks noChangeArrowheads="1"/>
          </p:cNvSpPr>
          <p:nvPr/>
        </p:nvSpPr>
        <p:spPr bwMode="auto">
          <a:xfrm>
            <a:off x="62207" y="4169492"/>
            <a:ext cx="1101584" cy="523220"/>
          </a:xfrm>
          <a:prstGeom prst="rect">
            <a:avLst/>
          </a:prstGeom>
          <a:noFill/>
          <a:ln w="9525">
            <a:noFill/>
            <a:miter lim="800000"/>
            <a:headEnd/>
            <a:tailEnd/>
          </a:ln>
        </p:spPr>
        <p:txBody>
          <a:bodyPr wrap="none">
            <a:spAutoFit/>
          </a:bodyPr>
          <a:lstStyle/>
          <a:p>
            <a:pPr>
              <a:defRPr/>
            </a:pPr>
            <a:r>
              <a:rPr lang="zh-CN" altLang="en-US" sz="2800" b="1" dirty="0">
                <a:solidFill>
                  <a:schemeClr val="hlink"/>
                </a:solidFill>
                <a:effectLst>
                  <a:outerShdw blurRad="38100" dist="38100" dir="2700000" algn="tl">
                    <a:srgbClr val="C0C0C0"/>
                  </a:outerShdw>
                </a:effectLst>
              </a:rPr>
              <a:t>第</a:t>
            </a:r>
            <a:r>
              <a:rPr lang="en-US" altLang="zh-CN" sz="2800" b="1" dirty="0">
                <a:solidFill>
                  <a:schemeClr val="hlink"/>
                </a:solidFill>
                <a:effectLst>
                  <a:outerShdw blurRad="38100" dist="38100" dir="2700000" algn="tl">
                    <a:srgbClr val="C0C0C0"/>
                  </a:outerShdw>
                </a:effectLst>
              </a:rPr>
              <a:t>2</a:t>
            </a:r>
            <a:r>
              <a:rPr lang="zh-CN" altLang="en-US" sz="2800" b="1" dirty="0">
                <a:solidFill>
                  <a:schemeClr val="hlink"/>
                </a:solidFill>
                <a:effectLst>
                  <a:outerShdw blurRad="38100" dist="38100" dir="2700000" algn="tl">
                    <a:srgbClr val="C0C0C0"/>
                  </a:outerShdw>
                </a:effectLst>
              </a:rPr>
              <a:t>层</a:t>
            </a:r>
            <a:endParaRPr lang="en-US" altLang="zh-CN"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14401" name="AutoShape 33">
            <a:extLst>
              <a:ext uri="{FF2B5EF4-FFF2-40B4-BE49-F238E27FC236}">
                <a16:creationId xmlns:a16="http://schemas.microsoft.com/office/drawing/2014/main" id="{D7EAB159-83BB-B57D-611B-1C0C5080CCCA}"/>
              </a:ext>
            </a:extLst>
          </p:cNvPr>
          <p:cNvSpPr>
            <a:spLocks noChangeArrowheads="1"/>
          </p:cNvSpPr>
          <p:nvPr/>
        </p:nvSpPr>
        <p:spPr bwMode="auto">
          <a:xfrm>
            <a:off x="1676400" y="5715000"/>
            <a:ext cx="533400" cy="38100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08</a:t>
            </a:r>
            <a:endParaRPr lang="en-US" altLang="zh-CN">
              <a:solidFill>
                <a:srgbClr val="FFFFCC"/>
              </a:solidFill>
              <a:effectLst>
                <a:outerShdw blurRad="38100" dist="38100" dir="2700000" algn="tl">
                  <a:srgbClr val="000000"/>
                </a:outerShdw>
              </a:effectLst>
            </a:endParaRPr>
          </a:p>
        </p:txBody>
      </p:sp>
      <p:sp>
        <p:nvSpPr>
          <p:cNvPr id="314402" name="AutoShape 34">
            <a:extLst>
              <a:ext uri="{FF2B5EF4-FFF2-40B4-BE49-F238E27FC236}">
                <a16:creationId xmlns:a16="http://schemas.microsoft.com/office/drawing/2014/main" id="{EF10FE1B-9255-972B-708C-73312452B6E5}"/>
              </a:ext>
            </a:extLst>
          </p:cNvPr>
          <p:cNvSpPr>
            <a:spLocks noChangeArrowheads="1"/>
          </p:cNvSpPr>
          <p:nvPr/>
        </p:nvSpPr>
        <p:spPr bwMode="auto">
          <a:xfrm>
            <a:off x="2667000" y="5410200"/>
            <a:ext cx="533400" cy="685800"/>
          </a:xfrm>
          <a:prstGeom prst="can">
            <a:avLst>
              <a:gd name="adj" fmla="val 32143"/>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16</a:t>
            </a:r>
            <a:endParaRPr lang="en-US" altLang="zh-CN">
              <a:solidFill>
                <a:srgbClr val="FFFFCC"/>
              </a:solidFill>
              <a:effectLst>
                <a:outerShdw blurRad="38100" dist="38100" dir="2700000" algn="tl">
                  <a:srgbClr val="000000"/>
                </a:outerShdw>
              </a:effectLst>
            </a:endParaRPr>
          </a:p>
        </p:txBody>
      </p:sp>
      <p:sp>
        <p:nvSpPr>
          <p:cNvPr id="314403" name="AutoShape 35">
            <a:extLst>
              <a:ext uri="{FF2B5EF4-FFF2-40B4-BE49-F238E27FC236}">
                <a16:creationId xmlns:a16="http://schemas.microsoft.com/office/drawing/2014/main" id="{75E2E16C-44F2-5540-5661-2274AB9B2711}"/>
              </a:ext>
            </a:extLst>
          </p:cNvPr>
          <p:cNvSpPr>
            <a:spLocks noChangeArrowheads="1"/>
          </p:cNvSpPr>
          <p:nvPr/>
        </p:nvSpPr>
        <p:spPr bwMode="auto">
          <a:xfrm>
            <a:off x="5715000" y="52578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314404" name="AutoShape 36">
            <a:extLst>
              <a:ext uri="{FF2B5EF4-FFF2-40B4-BE49-F238E27FC236}">
                <a16:creationId xmlns:a16="http://schemas.microsoft.com/office/drawing/2014/main" id="{DBED971E-93C4-FB29-EF1A-BB17A98F5193}"/>
              </a:ext>
            </a:extLst>
          </p:cNvPr>
          <p:cNvSpPr>
            <a:spLocks noChangeArrowheads="1"/>
          </p:cNvSpPr>
          <p:nvPr/>
        </p:nvSpPr>
        <p:spPr bwMode="auto">
          <a:xfrm>
            <a:off x="4724400" y="52578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b="1">
              <a:solidFill>
                <a:srgbClr val="FFFFCC"/>
              </a:solidFill>
              <a:effectLst>
                <a:outerShdw blurRad="38100" dist="38100" dir="2700000" algn="tl">
                  <a:srgbClr val="000000"/>
                </a:outerShdw>
              </a:effectLst>
            </a:endParaRPr>
          </a:p>
        </p:txBody>
      </p:sp>
      <p:sp>
        <p:nvSpPr>
          <p:cNvPr id="314405" name="AutoShape 37">
            <a:extLst>
              <a:ext uri="{FF2B5EF4-FFF2-40B4-BE49-F238E27FC236}">
                <a16:creationId xmlns:a16="http://schemas.microsoft.com/office/drawing/2014/main" id="{19B749FB-D05F-BCA0-797C-39C3B7E540A8}"/>
              </a:ext>
            </a:extLst>
          </p:cNvPr>
          <p:cNvSpPr>
            <a:spLocks noChangeArrowheads="1"/>
          </p:cNvSpPr>
          <p:nvPr/>
        </p:nvSpPr>
        <p:spPr bwMode="auto">
          <a:xfrm>
            <a:off x="3733800" y="53340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314406" name="Text Box 38">
            <a:extLst>
              <a:ext uri="{FF2B5EF4-FFF2-40B4-BE49-F238E27FC236}">
                <a16:creationId xmlns:a16="http://schemas.microsoft.com/office/drawing/2014/main" id="{3853E379-87D6-2379-6B86-D6F27E15C962}"/>
              </a:ext>
            </a:extLst>
          </p:cNvPr>
          <p:cNvSpPr txBox="1">
            <a:spLocks noChangeArrowheads="1"/>
          </p:cNvSpPr>
          <p:nvPr/>
        </p:nvSpPr>
        <p:spPr bwMode="auto">
          <a:xfrm>
            <a:off x="4846638" y="1981200"/>
            <a:ext cx="844550" cy="457200"/>
          </a:xfrm>
          <a:prstGeom prst="rect">
            <a:avLst/>
          </a:prstGeom>
          <a:noFill/>
          <a:ln w="9525">
            <a:noFill/>
            <a:miter lim="800000"/>
            <a:headEnd/>
            <a:tailEnd/>
          </a:ln>
        </p:spPr>
        <p:txBody>
          <a:bodyPr wrap="none">
            <a:spAutoFit/>
          </a:bodyPr>
          <a:lstStyle/>
          <a:p>
            <a:pPr>
              <a:defRPr/>
            </a:pPr>
            <a:r>
              <a:rPr lang="en-US" altLang="zh-CN" b="1">
                <a:effectLst>
                  <a:outerShdw blurRad="38100" dist="38100" dir="2700000" algn="tl">
                    <a:srgbClr val="C0C0C0"/>
                  </a:outerShdw>
                </a:effectLst>
              </a:rPr>
              <a:t>pivot</a:t>
            </a:r>
          </a:p>
        </p:txBody>
      </p:sp>
      <p:sp>
        <p:nvSpPr>
          <p:cNvPr id="314407" name="Text Box 39">
            <a:extLst>
              <a:ext uri="{FF2B5EF4-FFF2-40B4-BE49-F238E27FC236}">
                <a16:creationId xmlns:a16="http://schemas.microsoft.com/office/drawing/2014/main" id="{8AE7072E-3737-8CB9-BF4B-085E9EC09B66}"/>
              </a:ext>
            </a:extLst>
          </p:cNvPr>
          <p:cNvSpPr txBox="1">
            <a:spLocks noChangeArrowheads="1"/>
          </p:cNvSpPr>
          <p:nvPr/>
        </p:nvSpPr>
        <p:spPr bwMode="auto">
          <a:xfrm>
            <a:off x="1600200" y="2133600"/>
            <a:ext cx="844550" cy="457200"/>
          </a:xfrm>
          <a:prstGeom prst="rect">
            <a:avLst/>
          </a:prstGeom>
          <a:noFill/>
          <a:ln w="9525">
            <a:noFill/>
            <a:miter lim="800000"/>
            <a:headEnd/>
            <a:tailEnd/>
          </a:ln>
        </p:spPr>
        <p:txBody>
          <a:bodyPr wrap="none">
            <a:spAutoFit/>
          </a:bodyPr>
          <a:lstStyle/>
          <a:p>
            <a:pPr>
              <a:defRPr/>
            </a:pPr>
            <a:r>
              <a:rPr lang="en-US" altLang="zh-CN" b="1">
                <a:effectLst>
                  <a:outerShdw blurRad="38100" dist="38100" dir="2700000" algn="tl">
                    <a:srgbClr val="C0C0C0"/>
                  </a:outerShdw>
                </a:effectLst>
              </a:rPr>
              <a:t>pivot</a:t>
            </a:r>
          </a:p>
        </p:txBody>
      </p:sp>
      <p:sp>
        <p:nvSpPr>
          <p:cNvPr id="314408" name="Text Box 40">
            <a:extLst>
              <a:ext uri="{FF2B5EF4-FFF2-40B4-BE49-F238E27FC236}">
                <a16:creationId xmlns:a16="http://schemas.microsoft.com/office/drawing/2014/main" id="{FE8C73C5-DA92-B473-C8D6-937396712E7C}"/>
              </a:ext>
            </a:extLst>
          </p:cNvPr>
          <p:cNvSpPr txBox="1">
            <a:spLocks noChangeArrowheads="1"/>
          </p:cNvSpPr>
          <p:nvPr/>
        </p:nvSpPr>
        <p:spPr bwMode="auto">
          <a:xfrm>
            <a:off x="5791200" y="3429000"/>
            <a:ext cx="844550" cy="457200"/>
          </a:xfrm>
          <a:prstGeom prst="rect">
            <a:avLst/>
          </a:prstGeom>
          <a:noFill/>
          <a:ln w="9525">
            <a:noFill/>
            <a:miter lim="800000"/>
            <a:headEnd/>
            <a:tailEnd/>
          </a:ln>
        </p:spPr>
        <p:txBody>
          <a:bodyPr wrap="none">
            <a:spAutoFit/>
          </a:bodyPr>
          <a:lstStyle/>
          <a:p>
            <a:pPr>
              <a:defRPr/>
            </a:pPr>
            <a:r>
              <a:rPr lang="en-US" altLang="zh-CN" b="1">
                <a:effectLst>
                  <a:outerShdw blurRad="38100" dist="38100" dir="2700000" algn="tl">
                    <a:srgbClr val="C0C0C0"/>
                  </a:outerShdw>
                </a:effectLst>
              </a:rPr>
              <a:t>pivot</a:t>
            </a:r>
          </a:p>
        </p:txBody>
      </p:sp>
      <p:sp>
        <p:nvSpPr>
          <p:cNvPr id="2" name="灯片编号占位符 1">
            <a:extLst>
              <a:ext uri="{FF2B5EF4-FFF2-40B4-BE49-F238E27FC236}">
                <a16:creationId xmlns:a16="http://schemas.microsoft.com/office/drawing/2014/main" id="{E7B1AAD4-D204-A7DD-A487-A62557DE20CA}"/>
              </a:ext>
            </a:extLst>
          </p:cNvPr>
          <p:cNvSpPr>
            <a:spLocks noGrp="1"/>
          </p:cNvSpPr>
          <p:nvPr>
            <p:ph type="sldNum" sz="quarter" idx="12"/>
          </p:nvPr>
        </p:nvSpPr>
        <p:spPr/>
        <p:txBody>
          <a:bodyPr/>
          <a:lstStyle/>
          <a:p>
            <a:pPr>
              <a:defRPr/>
            </a:pPr>
            <a:fld id="{04E4ECFC-90A4-46B6-B7C1-F55F5037C096}" type="slidenum">
              <a:rPr lang="en-US" altLang="zh-CN" smtClean="0"/>
              <a:pPr>
                <a:defRPr/>
              </a:pPr>
              <a:t>33</a:t>
            </a:fld>
            <a:endParaRPr lang="en-US" altLang="zh-CN"/>
          </a:p>
        </p:txBody>
      </p:sp>
      <p:sp>
        <p:nvSpPr>
          <p:cNvPr id="3" name="Text Box 31">
            <a:extLst>
              <a:ext uri="{FF2B5EF4-FFF2-40B4-BE49-F238E27FC236}">
                <a16:creationId xmlns:a16="http://schemas.microsoft.com/office/drawing/2014/main" id="{BB8017A1-167F-2BDB-CD4F-A2FE370F0A87}"/>
              </a:ext>
            </a:extLst>
          </p:cNvPr>
          <p:cNvSpPr txBox="1">
            <a:spLocks noChangeArrowheads="1"/>
          </p:cNvSpPr>
          <p:nvPr/>
        </p:nvSpPr>
        <p:spPr bwMode="auto">
          <a:xfrm>
            <a:off x="58808" y="2824490"/>
            <a:ext cx="1101584" cy="523220"/>
          </a:xfrm>
          <a:prstGeom prst="rect">
            <a:avLst/>
          </a:prstGeom>
          <a:noFill/>
          <a:ln w="9525">
            <a:noFill/>
            <a:miter lim="800000"/>
            <a:headEnd/>
            <a:tailEnd/>
          </a:ln>
        </p:spPr>
        <p:txBody>
          <a:bodyPr wrap="none">
            <a:spAutoFit/>
          </a:bodyPr>
          <a:lstStyle/>
          <a:p>
            <a:pPr>
              <a:defRPr/>
            </a:pPr>
            <a:r>
              <a:rPr lang="zh-CN" altLang="en-US" sz="2800" b="1" dirty="0">
                <a:solidFill>
                  <a:schemeClr val="hlink"/>
                </a:solidFill>
                <a:effectLst>
                  <a:outerShdw blurRad="38100" dist="38100" dir="2700000" algn="tl">
                    <a:srgbClr val="C0C0C0"/>
                  </a:outerShdw>
                </a:effectLst>
              </a:rPr>
              <a:t>第</a:t>
            </a:r>
            <a:r>
              <a:rPr lang="en-US" altLang="zh-CN" sz="2800" b="1" dirty="0">
                <a:solidFill>
                  <a:schemeClr val="hlink"/>
                </a:solidFill>
                <a:effectLst>
                  <a:outerShdw blurRad="38100" dist="38100" dir="2700000" algn="tl">
                    <a:srgbClr val="C0C0C0"/>
                  </a:outerShdw>
                </a:effectLst>
              </a:rPr>
              <a:t>1</a:t>
            </a:r>
            <a:r>
              <a:rPr lang="zh-CN" altLang="en-US" sz="2800" b="1" dirty="0">
                <a:solidFill>
                  <a:schemeClr val="hlink"/>
                </a:solidFill>
                <a:effectLst>
                  <a:outerShdw blurRad="38100" dist="38100" dir="2700000" algn="tl">
                    <a:srgbClr val="C0C0C0"/>
                  </a:outerShdw>
                </a:effectLst>
              </a:rPr>
              <a:t>层</a:t>
            </a:r>
            <a:endParaRPr lang="en-US" altLang="zh-CN"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4" name="Text Box 31">
            <a:extLst>
              <a:ext uri="{FF2B5EF4-FFF2-40B4-BE49-F238E27FC236}">
                <a16:creationId xmlns:a16="http://schemas.microsoft.com/office/drawing/2014/main" id="{88E32BB2-4B03-2020-6E4B-5C2959D55E6D}"/>
              </a:ext>
            </a:extLst>
          </p:cNvPr>
          <p:cNvSpPr txBox="1">
            <a:spLocks noChangeArrowheads="1"/>
          </p:cNvSpPr>
          <p:nvPr/>
        </p:nvSpPr>
        <p:spPr bwMode="auto">
          <a:xfrm>
            <a:off x="65811" y="5491490"/>
            <a:ext cx="1101584" cy="523220"/>
          </a:xfrm>
          <a:prstGeom prst="rect">
            <a:avLst/>
          </a:prstGeom>
          <a:noFill/>
          <a:ln w="9525">
            <a:noFill/>
            <a:miter lim="800000"/>
            <a:headEnd/>
            <a:tailEnd/>
          </a:ln>
        </p:spPr>
        <p:txBody>
          <a:bodyPr wrap="none">
            <a:spAutoFit/>
          </a:bodyPr>
          <a:lstStyle/>
          <a:p>
            <a:pPr>
              <a:defRPr/>
            </a:pPr>
            <a:r>
              <a:rPr lang="zh-CN" altLang="en-US" sz="2800" b="1" dirty="0">
                <a:solidFill>
                  <a:schemeClr val="hlink"/>
                </a:solidFill>
                <a:effectLst>
                  <a:outerShdw blurRad="38100" dist="38100" dir="2700000" algn="tl">
                    <a:srgbClr val="C0C0C0"/>
                  </a:outerShdw>
                </a:effectLst>
              </a:rPr>
              <a:t>第</a:t>
            </a:r>
            <a:r>
              <a:rPr lang="en-US" altLang="zh-CN" sz="2800" b="1" dirty="0">
                <a:solidFill>
                  <a:schemeClr val="hlink"/>
                </a:solidFill>
                <a:effectLst>
                  <a:outerShdw blurRad="38100" dist="38100" dir="2700000" algn="tl">
                    <a:srgbClr val="C0C0C0"/>
                  </a:outerShdw>
                </a:effectLst>
              </a:rPr>
              <a:t>3</a:t>
            </a:r>
            <a:r>
              <a:rPr lang="zh-CN" altLang="en-US" sz="2800" b="1" dirty="0">
                <a:solidFill>
                  <a:schemeClr val="hlink"/>
                </a:solidFill>
                <a:effectLst>
                  <a:outerShdw blurRad="38100" dist="38100" dir="2700000" algn="tl">
                    <a:srgbClr val="C0C0C0"/>
                  </a:outerShdw>
                </a:effectLst>
              </a:rPr>
              <a:t>层</a:t>
            </a:r>
            <a:endParaRPr lang="en-US" altLang="zh-CN"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Tree>
  </p:cSld>
  <p:clrMapOvr>
    <a:masterClrMapping/>
  </p:clrMapOvr>
  <p:transition>
    <p:spli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1AB690E-DE7D-4B90-8E32-F67794B3CF6A}"/>
              </a:ext>
            </a:extLst>
          </p:cNvPr>
          <p:cNvSpPr>
            <a:spLocks noGrp="1"/>
          </p:cNvSpPr>
          <p:nvPr>
            <p:ph idx="1"/>
          </p:nvPr>
        </p:nvSpPr>
        <p:spPr>
          <a:xfrm>
            <a:off x="628650" y="332656"/>
            <a:ext cx="7886700" cy="5844307"/>
          </a:xfrm>
        </p:spPr>
        <p:txBody>
          <a:bodyPr>
            <a:normAutofit fontScale="77500" lnSpcReduction="20000"/>
          </a:bodyPr>
          <a:lstStyle/>
          <a:p>
            <a:pPr marL="0" indent="0">
              <a:buNone/>
            </a:pPr>
            <a:r>
              <a:rPr lang="en-US" altLang="zh-CN" dirty="0"/>
              <a:t>//</a:t>
            </a:r>
            <a:r>
              <a:rPr lang="zh-CN" altLang="en-US" dirty="0"/>
              <a:t>快速排序的算法</a:t>
            </a:r>
          </a:p>
          <a:p>
            <a:pPr marL="0" indent="0">
              <a:buNone/>
            </a:pPr>
            <a:r>
              <a:rPr lang="en-US" altLang="zh-CN" dirty="0"/>
              <a:t>#include "</a:t>
            </a:r>
            <a:r>
              <a:rPr lang="en-US" altLang="zh-CN" dirty="0" err="1"/>
              <a:t>dataList.h</a:t>
            </a:r>
            <a:r>
              <a:rPr lang="en-US" altLang="zh-CN" dirty="0"/>
              <a:t>"</a:t>
            </a:r>
          </a:p>
          <a:p>
            <a:pPr marL="0" indent="0">
              <a:buNone/>
            </a:pPr>
            <a:r>
              <a:rPr lang="en-US" altLang="zh-CN" dirty="0"/>
              <a:t>template &lt;class T&gt;</a:t>
            </a:r>
          </a:p>
          <a:p>
            <a:pPr marL="0" indent="0">
              <a:buNone/>
            </a:pPr>
            <a:r>
              <a:rPr lang="en-US" altLang="zh-CN" dirty="0"/>
              <a:t>void </a:t>
            </a:r>
            <a:r>
              <a:rPr lang="en-US" altLang="zh-CN" dirty="0" err="1"/>
              <a:t>QuickSort</a:t>
            </a:r>
            <a:r>
              <a:rPr lang="en-US" altLang="zh-CN" dirty="0"/>
              <a:t> (</a:t>
            </a:r>
            <a:r>
              <a:rPr lang="en-US" altLang="zh-CN" dirty="0" err="1"/>
              <a:t>dataList</a:t>
            </a:r>
            <a:r>
              <a:rPr lang="en-US" altLang="zh-CN" dirty="0"/>
              <a:t> &lt;T&gt; &amp;L , const int left , const int right ) {</a:t>
            </a:r>
          </a:p>
          <a:p>
            <a:pPr marL="0" indent="0">
              <a:buNone/>
            </a:pPr>
            <a:r>
              <a:rPr lang="en-US" altLang="zh-CN" dirty="0"/>
              <a:t>//</a:t>
            </a:r>
            <a:r>
              <a:rPr lang="zh-CN" altLang="en-US" dirty="0"/>
              <a:t>在序列的 </a:t>
            </a:r>
            <a:r>
              <a:rPr lang="en-US" altLang="zh-CN" dirty="0" err="1"/>
              <a:t>left~right</a:t>
            </a:r>
            <a:r>
              <a:rPr lang="en-US" altLang="zh-CN" dirty="0"/>
              <a:t> </a:t>
            </a:r>
            <a:r>
              <a:rPr lang="zh-CN" altLang="en-US" dirty="0"/>
              <a:t>中递归地进行快速排序</a:t>
            </a:r>
          </a:p>
          <a:p>
            <a:pPr marL="0" indent="0">
              <a:buNone/>
            </a:pPr>
            <a:r>
              <a:rPr lang="zh-CN" altLang="en-US" dirty="0"/>
              <a:t>    </a:t>
            </a:r>
            <a:r>
              <a:rPr lang="en-US" altLang="zh-CN" dirty="0"/>
              <a:t>if ( left &lt; right) {					</a:t>
            </a:r>
          </a:p>
          <a:p>
            <a:pPr marL="0" indent="0">
              <a:buNone/>
            </a:pPr>
            <a:r>
              <a:rPr lang="en-US" altLang="zh-CN" dirty="0"/>
              <a:t>       int </a:t>
            </a:r>
            <a:r>
              <a:rPr lang="en-US" altLang="zh-CN" dirty="0" err="1"/>
              <a:t>pivotpos</a:t>
            </a:r>
            <a:r>
              <a:rPr lang="en-US" altLang="zh-CN" dirty="0"/>
              <a:t> = </a:t>
            </a:r>
            <a:r>
              <a:rPr lang="en-US" altLang="zh-CN" dirty="0" err="1"/>
              <a:t>L.Partition</a:t>
            </a:r>
            <a:r>
              <a:rPr lang="en-US" altLang="zh-CN" dirty="0"/>
              <a:t> ( left , right ); //</a:t>
            </a:r>
            <a:r>
              <a:rPr lang="zh-CN" altLang="en-US" dirty="0"/>
              <a:t>划分</a:t>
            </a:r>
          </a:p>
          <a:p>
            <a:pPr marL="0" indent="0">
              <a:buNone/>
            </a:pPr>
            <a:r>
              <a:rPr lang="zh-CN" altLang="en-US" dirty="0"/>
              <a:t>           </a:t>
            </a:r>
            <a:r>
              <a:rPr lang="en-US" altLang="zh-CN" dirty="0"/>
              <a:t>//</a:t>
            </a:r>
            <a:r>
              <a:rPr lang="zh-CN" altLang="en-US" dirty="0"/>
              <a:t>对左序列同样处理</a:t>
            </a:r>
          </a:p>
          <a:p>
            <a:pPr marL="0" indent="0">
              <a:buNone/>
            </a:pPr>
            <a:r>
              <a:rPr lang="zh-CN" altLang="en-US" dirty="0"/>
              <a:t>           </a:t>
            </a:r>
            <a:r>
              <a:rPr lang="en-US" altLang="zh-CN" dirty="0" err="1"/>
              <a:t>QuickSort</a:t>
            </a:r>
            <a:r>
              <a:rPr lang="en-US" altLang="zh-CN" dirty="0"/>
              <a:t> ( L , left , pivotpos-1);	    </a:t>
            </a:r>
          </a:p>
          <a:p>
            <a:pPr marL="0" indent="0">
              <a:buNone/>
            </a:pPr>
            <a:r>
              <a:rPr lang="en-US" altLang="zh-CN" dirty="0"/>
              <a:t>           //</a:t>
            </a:r>
            <a:r>
              <a:rPr lang="zh-CN" altLang="en-US" dirty="0"/>
              <a:t>对右序列同样处理</a:t>
            </a:r>
          </a:p>
          <a:p>
            <a:pPr marL="0" indent="0">
              <a:buNone/>
            </a:pPr>
            <a:r>
              <a:rPr lang="zh-CN" altLang="en-US" dirty="0"/>
              <a:t>           </a:t>
            </a:r>
            <a:r>
              <a:rPr lang="en-US" altLang="zh-CN" dirty="0" err="1"/>
              <a:t>QuickSort</a:t>
            </a:r>
            <a:r>
              <a:rPr lang="en-US" altLang="zh-CN" dirty="0"/>
              <a:t> ( L , pivotpos+1 , right );</a:t>
            </a:r>
          </a:p>
          <a:p>
            <a:pPr marL="0" indent="0">
              <a:buNone/>
            </a:pPr>
            <a:r>
              <a:rPr lang="en-US" altLang="zh-CN" dirty="0"/>
              <a:t>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89109F31-BA6D-5640-17AB-E778D216A661}"/>
              </a:ext>
            </a:extLst>
          </p:cNvPr>
          <p:cNvSpPr>
            <a:spLocks noGrp="1"/>
          </p:cNvSpPr>
          <p:nvPr>
            <p:ph type="sldNum" sz="quarter" idx="12"/>
          </p:nvPr>
        </p:nvSpPr>
        <p:spPr/>
        <p:txBody>
          <a:bodyPr/>
          <a:lstStyle/>
          <a:p>
            <a:pPr>
              <a:defRPr/>
            </a:pPr>
            <a:fld id="{5F1DCF05-F1E6-414E-BAB4-65AA6A3D43BB}" type="slidenum">
              <a:rPr lang="en-US" altLang="zh-CN" smtClean="0"/>
              <a:pPr>
                <a:defRPr/>
              </a:pPr>
              <a:t>34</a:t>
            </a:fld>
            <a:endParaRPr lang="en-US" altLang="zh-CN"/>
          </a:p>
        </p:txBody>
      </p:sp>
    </p:spTree>
  </p:cSld>
  <p:clrMapOvr>
    <a:masterClrMapping/>
  </p:clrMapOvr>
  <p:transition>
    <p:spli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F2DFAFA-B0EF-4A06-922A-EE4BE2616E29}"/>
              </a:ext>
            </a:extLst>
          </p:cNvPr>
          <p:cNvSpPr>
            <a:spLocks noGrp="1"/>
          </p:cNvSpPr>
          <p:nvPr>
            <p:ph idx="1"/>
          </p:nvPr>
        </p:nvSpPr>
        <p:spPr>
          <a:xfrm>
            <a:off x="628650" y="548680"/>
            <a:ext cx="7886700" cy="5628283"/>
          </a:xfrm>
        </p:spPr>
        <p:txBody>
          <a:bodyPr>
            <a:normAutofit fontScale="62500" lnSpcReduction="20000"/>
          </a:bodyPr>
          <a:lstStyle/>
          <a:p>
            <a:pPr marL="0" indent="0">
              <a:buNone/>
            </a:pPr>
            <a:r>
              <a:rPr lang="en-US" altLang="zh-CN" dirty="0"/>
              <a:t>template &lt;class T&gt; </a:t>
            </a:r>
          </a:p>
          <a:p>
            <a:pPr marL="0" indent="0">
              <a:buNone/>
            </a:pPr>
            <a:r>
              <a:rPr lang="en-US" altLang="zh-CN" dirty="0"/>
              <a:t>int </a:t>
            </a:r>
            <a:r>
              <a:rPr lang="en-US" altLang="zh-CN" dirty="0" err="1"/>
              <a:t>dataList</a:t>
            </a:r>
            <a:r>
              <a:rPr lang="en-US" altLang="zh-CN" dirty="0"/>
              <a:t>&lt;T&gt; ::Partition ( const int low , const int high ) {</a:t>
            </a:r>
          </a:p>
          <a:p>
            <a:pPr marL="0" indent="0">
              <a:buNone/>
            </a:pPr>
            <a:r>
              <a:rPr lang="en-US" altLang="zh-CN" dirty="0"/>
              <a:t>    int </a:t>
            </a:r>
            <a:r>
              <a:rPr lang="en-US" altLang="zh-CN" dirty="0" err="1"/>
              <a:t>pivotpos</a:t>
            </a:r>
            <a:r>
              <a:rPr lang="en-US" altLang="zh-CN" dirty="0"/>
              <a:t> = low;                        //</a:t>
            </a:r>
            <a:r>
              <a:rPr lang="zh-CN" altLang="en-US" dirty="0"/>
              <a:t>基准位置</a:t>
            </a:r>
          </a:p>
          <a:p>
            <a:pPr marL="0" indent="0">
              <a:buNone/>
            </a:pPr>
            <a:r>
              <a:rPr lang="zh-CN" altLang="en-US" dirty="0"/>
              <a:t>    </a:t>
            </a:r>
            <a:r>
              <a:rPr lang="en-US" altLang="zh-CN" dirty="0"/>
              <a:t>Element&lt;T&gt; pivot = Vector[low];	</a:t>
            </a:r>
          </a:p>
          <a:p>
            <a:pPr marL="0" indent="0">
              <a:buNone/>
            </a:pPr>
            <a:r>
              <a:rPr lang="en-US" altLang="zh-CN" dirty="0"/>
              <a:t>    for ( int </a:t>
            </a:r>
            <a:r>
              <a:rPr lang="en-US" altLang="zh-CN" dirty="0" err="1"/>
              <a:t>i</a:t>
            </a:r>
            <a:r>
              <a:rPr lang="en-US" altLang="zh-CN" dirty="0"/>
              <a:t> = low+1; </a:t>
            </a:r>
            <a:r>
              <a:rPr lang="en-US" altLang="zh-CN" dirty="0" err="1"/>
              <a:t>i</a:t>
            </a:r>
            <a:r>
              <a:rPr lang="en-US" altLang="zh-CN" dirty="0"/>
              <a:t> &lt;= high; </a:t>
            </a:r>
            <a:r>
              <a:rPr lang="en-US" altLang="zh-CN" dirty="0" err="1"/>
              <a:t>i</a:t>
            </a:r>
            <a:r>
              <a:rPr lang="en-US" altLang="zh-CN" dirty="0"/>
              <a:t>++ )</a:t>
            </a:r>
          </a:p>
          <a:p>
            <a:pPr marL="0" indent="0">
              <a:buNone/>
            </a:pPr>
            <a:r>
              <a:rPr lang="en-US" altLang="zh-CN" dirty="0"/>
              <a:t>       if ( Vector[</a:t>
            </a:r>
            <a:r>
              <a:rPr lang="en-US" altLang="zh-CN" dirty="0" err="1"/>
              <a:t>i</a:t>
            </a:r>
            <a:r>
              <a:rPr lang="en-US" altLang="zh-CN" dirty="0"/>
              <a:t>] &lt; pivot ) { </a:t>
            </a:r>
          </a:p>
          <a:p>
            <a:pPr marL="0" indent="0">
              <a:buNone/>
            </a:pPr>
            <a:r>
              <a:rPr lang="en-US" altLang="zh-CN" dirty="0"/>
              <a:t>          </a:t>
            </a:r>
            <a:r>
              <a:rPr lang="en-US" altLang="zh-CN" dirty="0" err="1"/>
              <a:t>pivotpos</a:t>
            </a:r>
            <a:r>
              <a:rPr lang="en-US" altLang="zh-CN" dirty="0"/>
              <a:t>++;</a:t>
            </a:r>
          </a:p>
          <a:p>
            <a:pPr marL="0" indent="0">
              <a:buNone/>
            </a:pPr>
            <a:r>
              <a:rPr lang="en-US" altLang="zh-CN" dirty="0"/>
              <a:t>          if ( </a:t>
            </a:r>
            <a:r>
              <a:rPr lang="en-US" altLang="zh-CN" dirty="0" err="1"/>
              <a:t>pivotpos</a:t>
            </a:r>
            <a:r>
              <a:rPr lang="en-US" altLang="zh-CN" dirty="0"/>
              <a:t> != </a:t>
            </a:r>
            <a:r>
              <a:rPr lang="en-US" altLang="zh-CN" dirty="0" err="1"/>
              <a:t>i</a:t>
            </a:r>
            <a:r>
              <a:rPr lang="en-US" altLang="zh-CN" dirty="0"/>
              <a:t> )     </a:t>
            </a:r>
          </a:p>
          <a:p>
            <a:pPr marL="0" indent="0">
              <a:buNone/>
            </a:pPr>
            <a:r>
              <a:rPr lang="en-US" altLang="zh-CN" dirty="0"/>
              <a:t>              Swap ( Vector[</a:t>
            </a:r>
            <a:r>
              <a:rPr lang="en-US" altLang="zh-CN" dirty="0" err="1"/>
              <a:t>pivotpos</a:t>
            </a:r>
            <a:r>
              <a:rPr lang="en-US" altLang="zh-CN" dirty="0"/>
              <a:t>] , Vector[</a:t>
            </a:r>
            <a:r>
              <a:rPr lang="en-US" altLang="zh-CN" dirty="0" err="1"/>
              <a:t>i</a:t>
            </a:r>
            <a:r>
              <a:rPr lang="en-US" altLang="zh-CN" dirty="0"/>
              <a:t>] );</a:t>
            </a:r>
          </a:p>
          <a:p>
            <a:pPr marL="0" indent="0">
              <a:buNone/>
            </a:pPr>
            <a:r>
              <a:rPr lang="en-US" altLang="zh-CN" dirty="0"/>
              <a:t>              //</a:t>
            </a:r>
            <a:r>
              <a:rPr lang="zh-CN" altLang="en-US" dirty="0"/>
              <a:t>小于基准元素的交换到区间的左侧去</a:t>
            </a:r>
          </a:p>
          <a:p>
            <a:pPr marL="0" indent="0">
              <a:buNone/>
            </a:pPr>
            <a:r>
              <a:rPr lang="zh-CN" altLang="en-US" dirty="0"/>
              <a:t>       </a:t>
            </a:r>
            <a:r>
              <a:rPr lang="en-US" altLang="zh-CN" dirty="0"/>
              <a:t>}</a:t>
            </a:r>
          </a:p>
          <a:p>
            <a:pPr marL="0" indent="0">
              <a:buNone/>
            </a:pPr>
            <a:r>
              <a:rPr lang="en-US" altLang="zh-CN" dirty="0"/>
              <a:t>    Vector[low] = Vector[</a:t>
            </a:r>
            <a:r>
              <a:rPr lang="en-US" altLang="zh-CN" dirty="0" err="1"/>
              <a:t>pivotpos</a:t>
            </a:r>
            <a:r>
              <a:rPr lang="en-US" altLang="zh-CN" dirty="0"/>
              <a:t>]; </a:t>
            </a:r>
          </a:p>
          <a:p>
            <a:pPr marL="0" indent="0">
              <a:buNone/>
            </a:pPr>
            <a:r>
              <a:rPr lang="en-US" altLang="zh-CN" dirty="0"/>
              <a:t>    Vector[</a:t>
            </a:r>
            <a:r>
              <a:rPr lang="en-US" altLang="zh-CN" dirty="0" err="1"/>
              <a:t>pivotpos</a:t>
            </a:r>
            <a:r>
              <a:rPr lang="en-US" altLang="zh-CN" dirty="0"/>
              <a:t>] = pivot;</a:t>
            </a:r>
          </a:p>
          <a:p>
            <a:pPr marL="0" indent="0">
              <a:buNone/>
            </a:pPr>
            <a:r>
              <a:rPr lang="en-US" altLang="zh-CN" dirty="0"/>
              <a:t>    return </a:t>
            </a:r>
            <a:r>
              <a:rPr lang="en-US" altLang="zh-CN" dirty="0" err="1"/>
              <a:t>pivotpos</a:t>
            </a:r>
            <a:r>
              <a:rPr lang="en-US" altLang="zh-CN" dirty="0"/>
              <a:t>;</a:t>
            </a:r>
          </a:p>
          <a:p>
            <a:pPr marL="0" indent="0">
              <a:buNone/>
            </a:pPr>
            <a:r>
              <a:rPr lang="en-US" altLang="zh-CN" dirty="0"/>
              <a:t>}</a:t>
            </a:r>
          </a:p>
        </p:txBody>
      </p:sp>
      <p:sp>
        <p:nvSpPr>
          <p:cNvPr id="2" name="灯片编号占位符 1">
            <a:extLst>
              <a:ext uri="{FF2B5EF4-FFF2-40B4-BE49-F238E27FC236}">
                <a16:creationId xmlns:a16="http://schemas.microsoft.com/office/drawing/2014/main" id="{B7FC0450-B704-A9F1-71E2-FC10EA0CCF7E}"/>
              </a:ext>
            </a:extLst>
          </p:cNvPr>
          <p:cNvSpPr>
            <a:spLocks noGrp="1"/>
          </p:cNvSpPr>
          <p:nvPr>
            <p:ph type="sldNum" sz="quarter" idx="12"/>
          </p:nvPr>
        </p:nvSpPr>
        <p:spPr/>
        <p:txBody>
          <a:bodyPr/>
          <a:lstStyle/>
          <a:p>
            <a:pPr>
              <a:defRPr/>
            </a:pPr>
            <a:fld id="{5F1DCF05-F1E6-414E-BAB4-65AA6A3D43BB}" type="slidenum">
              <a:rPr lang="en-US" altLang="zh-CN" smtClean="0"/>
              <a:pPr>
                <a:defRPr/>
              </a:pPr>
              <a:t>35</a:t>
            </a:fld>
            <a:endParaRPr lang="en-US" altLang="zh-CN"/>
          </a:p>
        </p:txBody>
      </p:sp>
    </p:spTree>
  </p:cSld>
  <p:clrMapOvr>
    <a:masterClrMapping/>
  </p:clrMapOvr>
  <p:transition>
    <p:spli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4" name="Rectangle 6">
            <a:extLst>
              <a:ext uri="{FF2B5EF4-FFF2-40B4-BE49-F238E27FC236}">
                <a16:creationId xmlns:a16="http://schemas.microsoft.com/office/drawing/2014/main" id="{37F06744-9798-1208-B04E-AD38C15F79BF}"/>
              </a:ext>
            </a:extLst>
          </p:cNvPr>
          <p:cNvSpPr>
            <a:spLocks noGrp="1" noChangeArrowheads="1"/>
          </p:cNvSpPr>
          <p:nvPr>
            <p:ph type="title"/>
          </p:nvPr>
        </p:nvSpPr>
        <p:spPr/>
        <p:txBody>
          <a:bodyPr/>
          <a:lstStyle/>
          <a:p>
            <a:r>
              <a:rPr lang="en-US" altLang="zh-CN"/>
              <a:t>    </a:t>
            </a:r>
          </a:p>
        </p:txBody>
      </p:sp>
      <p:sp>
        <p:nvSpPr>
          <p:cNvPr id="318471" name="Rectangle 7">
            <a:extLst>
              <a:ext uri="{FF2B5EF4-FFF2-40B4-BE49-F238E27FC236}">
                <a16:creationId xmlns:a16="http://schemas.microsoft.com/office/drawing/2014/main" id="{3A722F53-8B32-60A0-DD96-55BA07462280}"/>
              </a:ext>
            </a:extLst>
          </p:cNvPr>
          <p:cNvSpPr>
            <a:spLocks noGrp="1" noChangeArrowheads="1"/>
          </p:cNvSpPr>
          <p:nvPr>
            <p:ph type="body" idx="1"/>
          </p:nvPr>
        </p:nvSpPr>
        <p:spPr>
          <a:xfrm>
            <a:off x="628650" y="1412776"/>
            <a:ext cx="7886700" cy="5080099"/>
          </a:xfrm>
        </p:spPr>
        <p:txBody>
          <a:bodyPr>
            <a:normAutofit fontScale="70000" lnSpcReduction="20000"/>
          </a:bodyPr>
          <a:lstStyle/>
          <a:p>
            <a:pPr>
              <a:lnSpc>
                <a:spcPct val="120000"/>
              </a:lnSpc>
            </a:pPr>
            <a:r>
              <a:rPr lang="en-US" altLang="zh-CN" dirty="0"/>
              <a:t>quicksort</a:t>
            </a:r>
            <a:r>
              <a:rPr lang="zh-CN" altLang="en-US" dirty="0"/>
              <a:t>是一个递归算法，其递归树如图所示。</a:t>
            </a:r>
          </a:p>
          <a:p>
            <a:pPr>
              <a:lnSpc>
                <a:spcPct val="120000"/>
              </a:lnSpc>
            </a:pPr>
            <a:endParaRPr lang="zh-CN" altLang="en-US" dirty="0"/>
          </a:p>
          <a:p>
            <a:pPr>
              <a:lnSpc>
                <a:spcPct val="120000"/>
              </a:lnSpc>
            </a:pPr>
            <a:endParaRPr lang="zh-CN" altLang="en-US" dirty="0"/>
          </a:p>
          <a:p>
            <a:pPr>
              <a:lnSpc>
                <a:spcPct val="120000"/>
              </a:lnSpc>
            </a:pPr>
            <a:endParaRPr lang="zh-CN" altLang="en-US" dirty="0"/>
          </a:p>
          <a:p>
            <a:pPr>
              <a:lnSpc>
                <a:spcPct val="120000"/>
              </a:lnSpc>
            </a:pPr>
            <a:endParaRPr lang="zh-CN" altLang="en-US" dirty="0"/>
          </a:p>
          <a:p>
            <a:pPr>
              <a:lnSpc>
                <a:spcPct val="120000"/>
              </a:lnSpc>
            </a:pPr>
            <a:endParaRPr lang="zh-CN" altLang="en-US" dirty="0"/>
          </a:p>
          <a:p>
            <a:pPr>
              <a:lnSpc>
                <a:spcPct val="120000"/>
              </a:lnSpc>
            </a:pPr>
            <a:endParaRPr lang="en-US" altLang="zh-CN" dirty="0"/>
          </a:p>
          <a:p>
            <a:pPr>
              <a:lnSpc>
                <a:spcPct val="120000"/>
              </a:lnSpc>
            </a:pPr>
            <a:r>
              <a:rPr lang="en-US" altLang="zh-CN" dirty="0"/>
              <a:t>Partition</a:t>
            </a:r>
            <a:r>
              <a:rPr lang="zh-CN" altLang="en-US" dirty="0"/>
              <a:t>算法以序列第一个元素为基准，将整个序列划分为左右两个子序列。排序码小于基准元素排序码的元素都移到序列左侧，最后基准元素安放到位，函数返回其位置。</a:t>
            </a:r>
          </a:p>
        </p:txBody>
      </p:sp>
      <p:grpSp>
        <p:nvGrpSpPr>
          <p:cNvPr id="2" name="组合 1">
            <a:extLst>
              <a:ext uri="{FF2B5EF4-FFF2-40B4-BE49-F238E27FC236}">
                <a16:creationId xmlns:a16="http://schemas.microsoft.com/office/drawing/2014/main" id="{C4A06A77-BF25-409D-9AA5-6E8977225410}"/>
              </a:ext>
            </a:extLst>
          </p:cNvPr>
          <p:cNvGrpSpPr/>
          <p:nvPr/>
        </p:nvGrpSpPr>
        <p:grpSpPr>
          <a:xfrm>
            <a:off x="2699792" y="1988840"/>
            <a:ext cx="3435350" cy="2514600"/>
            <a:chOff x="2870200" y="1268413"/>
            <a:chExt cx="3435350" cy="2514600"/>
          </a:xfrm>
        </p:grpSpPr>
        <p:sp>
          <p:nvSpPr>
            <p:cNvPr id="43010" name="Line 2">
              <a:extLst>
                <a:ext uri="{FF2B5EF4-FFF2-40B4-BE49-F238E27FC236}">
                  <a16:creationId xmlns:a16="http://schemas.microsoft.com/office/drawing/2014/main" id="{6B4F8EA5-86AD-868E-ACB7-71AB6BA3F41A}"/>
                </a:ext>
              </a:extLst>
            </p:cNvPr>
            <p:cNvSpPr>
              <a:spLocks noChangeShapeType="1"/>
            </p:cNvSpPr>
            <p:nvPr/>
          </p:nvSpPr>
          <p:spPr bwMode="auto">
            <a:xfrm>
              <a:off x="3327400" y="2411413"/>
              <a:ext cx="3048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1" name="Line 3">
              <a:extLst>
                <a:ext uri="{FF2B5EF4-FFF2-40B4-BE49-F238E27FC236}">
                  <a16:creationId xmlns:a16="http://schemas.microsoft.com/office/drawing/2014/main" id="{D07256F0-73C4-EDAC-CCFD-2705E9925489}"/>
                </a:ext>
              </a:extLst>
            </p:cNvPr>
            <p:cNvSpPr>
              <a:spLocks noChangeShapeType="1"/>
            </p:cNvSpPr>
            <p:nvPr/>
          </p:nvSpPr>
          <p:spPr bwMode="auto">
            <a:xfrm>
              <a:off x="4165600" y="1725613"/>
              <a:ext cx="1676400" cy="1600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8468" name="Oval 4">
              <a:extLst>
                <a:ext uri="{FF2B5EF4-FFF2-40B4-BE49-F238E27FC236}">
                  <a16:creationId xmlns:a16="http://schemas.microsoft.com/office/drawing/2014/main" id="{019C092F-8F5B-9E31-6B1A-9CCA62AB803F}"/>
                </a:ext>
              </a:extLst>
            </p:cNvPr>
            <p:cNvSpPr>
              <a:spLocks noChangeArrowheads="1"/>
            </p:cNvSpPr>
            <p:nvPr/>
          </p:nvSpPr>
          <p:spPr bwMode="auto">
            <a:xfrm>
              <a:off x="5765800" y="3249613"/>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endParaRPr lang="zh-CN" altLang="zh-CN">
                <a:solidFill>
                  <a:srgbClr val="0000FF"/>
                </a:solidFill>
              </a:endParaRPr>
            </a:p>
          </p:txBody>
        </p:sp>
        <p:sp>
          <p:nvSpPr>
            <p:cNvPr id="318469" name="Oval 5">
              <a:extLst>
                <a:ext uri="{FF2B5EF4-FFF2-40B4-BE49-F238E27FC236}">
                  <a16:creationId xmlns:a16="http://schemas.microsoft.com/office/drawing/2014/main" id="{2C42300C-7EF2-7266-C610-4794AECE26F0}"/>
                </a:ext>
              </a:extLst>
            </p:cNvPr>
            <p:cNvSpPr>
              <a:spLocks noChangeArrowheads="1"/>
            </p:cNvSpPr>
            <p:nvPr/>
          </p:nvSpPr>
          <p:spPr bwMode="auto">
            <a:xfrm>
              <a:off x="5080000" y="2640013"/>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endParaRPr lang="zh-CN" altLang="zh-CN">
                <a:solidFill>
                  <a:srgbClr val="0000FF"/>
                </a:solidFill>
              </a:endParaRPr>
            </a:p>
          </p:txBody>
        </p:sp>
        <p:sp>
          <p:nvSpPr>
            <p:cNvPr id="318472" name="Oval 8">
              <a:extLst>
                <a:ext uri="{FF2B5EF4-FFF2-40B4-BE49-F238E27FC236}">
                  <a16:creationId xmlns:a16="http://schemas.microsoft.com/office/drawing/2014/main" id="{52B191B5-AFF0-7AAF-4ABE-E3E975EB3348}"/>
                </a:ext>
              </a:extLst>
            </p:cNvPr>
            <p:cNvSpPr>
              <a:spLocks noChangeArrowheads="1"/>
            </p:cNvSpPr>
            <p:nvPr/>
          </p:nvSpPr>
          <p:spPr bwMode="auto">
            <a:xfrm>
              <a:off x="3708400" y="1268413"/>
              <a:ext cx="533400" cy="533400"/>
            </a:xfrm>
            <a:prstGeom prst="ellipse">
              <a:avLst/>
            </a:prstGeom>
            <a:gradFill rotWithShape="0">
              <a:gsLst>
                <a:gs pos="0">
                  <a:schemeClr val="accent1"/>
                </a:gs>
                <a:gs pos="100000">
                  <a:schemeClr val="accent1">
                    <a:gamma/>
                    <a:shade val="46275"/>
                    <a:invGamma/>
                  </a:schemeClr>
                </a:gs>
              </a:gsLst>
              <a:lin ang="2700000" scaled="1"/>
            </a:gradFill>
            <a:ln w="38100">
              <a:solidFill>
                <a:schemeClr val="accent1"/>
              </a:solidFill>
              <a:round/>
              <a:headEnd/>
              <a:tailEnd/>
            </a:ln>
          </p:spPr>
          <p:txBody>
            <a:bodyPr wrap="none" anchor="ctr"/>
            <a:lstStyle/>
            <a:p>
              <a:pPr algn="ctr">
                <a:defRPr/>
              </a:pPr>
              <a:endParaRPr lang="zh-CN" altLang="zh-CN">
                <a:solidFill>
                  <a:srgbClr val="0000FF"/>
                </a:solidFill>
              </a:endParaRPr>
            </a:p>
          </p:txBody>
        </p:sp>
        <p:sp>
          <p:nvSpPr>
            <p:cNvPr id="318473" name="Text Box 9">
              <a:extLst>
                <a:ext uri="{FF2B5EF4-FFF2-40B4-BE49-F238E27FC236}">
                  <a16:creationId xmlns:a16="http://schemas.microsoft.com/office/drawing/2014/main" id="{7C0D41E7-CDB7-E146-3CAE-36091C1CF1A4}"/>
                </a:ext>
              </a:extLst>
            </p:cNvPr>
            <p:cNvSpPr txBox="1">
              <a:spLocks noChangeArrowheads="1"/>
            </p:cNvSpPr>
            <p:nvPr/>
          </p:nvSpPr>
          <p:spPr bwMode="auto">
            <a:xfrm>
              <a:off x="3708400" y="1268413"/>
              <a:ext cx="625475" cy="519112"/>
            </a:xfrm>
            <a:prstGeom prst="rect">
              <a:avLst/>
            </a:prstGeom>
            <a:noFill/>
            <a:ln w="9525">
              <a:noFill/>
              <a:miter lim="800000"/>
              <a:headEnd/>
              <a:tailEnd/>
            </a:ln>
          </p:spPr>
          <p:txBody>
            <a:bodyPr>
              <a:spAutoFit/>
            </a:bodyPr>
            <a:lstStyle/>
            <a:p>
              <a:pPr>
                <a:defRPr/>
              </a:pPr>
              <a:r>
                <a:rPr lang="en-US" altLang="zh-CN" sz="2800" b="1">
                  <a:solidFill>
                    <a:srgbClr val="FFFFCC"/>
                  </a:solidFill>
                  <a:effectLst>
                    <a:outerShdw blurRad="38100" dist="38100" dir="2700000" algn="tl">
                      <a:srgbClr val="C0C0C0"/>
                    </a:outerShdw>
                  </a:effectLst>
                  <a:latin typeface="Arial Narrow" pitchFamily="34" charset="0"/>
                </a:rPr>
                <a:t>21</a:t>
              </a:r>
              <a:endParaRPr lang="en-US" altLang="zh-CN" b="1">
                <a:solidFill>
                  <a:srgbClr val="FFFFCC"/>
                </a:solidFill>
                <a:effectLst>
                  <a:outerShdw blurRad="38100" dist="38100" dir="2700000" algn="tl">
                    <a:srgbClr val="C0C0C0"/>
                  </a:outerShdw>
                </a:effectLst>
                <a:latin typeface="Arial Narrow" pitchFamily="34" charset="0"/>
              </a:endParaRPr>
            </a:p>
          </p:txBody>
        </p:sp>
        <p:sp>
          <p:nvSpPr>
            <p:cNvPr id="318474" name="Oval 10">
              <a:extLst>
                <a:ext uri="{FF2B5EF4-FFF2-40B4-BE49-F238E27FC236}">
                  <a16:creationId xmlns:a16="http://schemas.microsoft.com/office/drawing/2014/main" id="{DAFE0CC3-4544-CEA1-AB3E-C8987F96F1C7}"/>
                </a:ext>
              </a:extLst>
            </p:cNvPr>
            <p:cNvSpPr>
              <a:spLocks noChangeArrowheads="1"/>
            </p:cNvSpPr>
            <p:nvPr/>
          </p:nvSpPr>
          <p:spPr bwMode="auto">
            <a:xfrm>
              <a:off x="4394200" y="1954213"/>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endParaRPr lang="zh-CN" altLang="zh-CN">
                <a:solidFill>
                  <a:srgbClr val="0000FF"/>
                </a:solidFill>
              </a:endParaRPr>
            </a:p>
          </p:txBody>
        </p:sp>
        <p:sp>
          <p:nvSpPr>
            <p:cNvPr id="318475" name="Text Box 11">
              <a:extLst>
                <a:ext uri="{FF2B5EF4-FFF2-40B4-BE49-F238E27FC236}">
                  <a16:creationId xmlns:a16="http://schemas.microsoft.com/office/drawing/2014/main" id="{EEADFF3E-5045-CDFF-E82A-00F0E04F7F49}"/>
                </a:ext>
              </a:extLst>
            </p:cNvPr>
            <p:cNvSpPr txBox="1">
              <a:spLocks noChangeArrowheads="1"/>
            </p:cNvSpPr>
            <p:nvPr/>
          </p:nvSpPr>
          <p:spPr bwMode="auto">
            <a:xfrm>
              <a:off x="4394200" y="1968500"/>
              <a:ext cx="620713" cy="519113"/>
            </a:xfrm>
            <a:prstGeom prst="rect">
              <a:avLst/>
            </a:prstGeom>
            <a:noFill/>
            <a:ln w="9525">
              <a:noFill/>
              <a:miter lim="800000"/>
              <a:headEnd/>
              <a:tailEnd/>
            </a:ln>
            <a:effectLst>
              <a:outerShdw dist="35921" dir="2700000" algn="ctr" rotWithShape="0">
                <a:srgbClr val="808080"/>
              </a:outerShdw>
            </a:effectLst>
          </p:spPr>
          <p:txBody>
            <a:bodyPr wrap="none">
              <a:spAutoFit/>
            </a:bodyPr>
            <a:lstStyle/>
            <a:p>
              <a:pPr>
                <a:defRPr/>
              </a:pPr>
              <a:r>
                <a:rPr lang="en-US" altLang="zh-CN" sz="2800" b="1">
                  <a:solidFill>
                    <a:srgbClr val="FFFFCC"/>
                  </a:solidFill>
                  <a:effectLst>
                    <a:outerShdw blurRad="38100" dist="38100" dir="2700000" algn="tl">
                      <a:srgbClr val="C0C0C0"/>
                    </a:outerShdw>
                  </a:effectLst>
                  <a:latin typeface="Arial Narrow" pitchFamily="34" charset="0"/>
                </a:rPr>
                <a:t>25*</a:t>
              </a:r>
              <a:endParaRPr lang="en-US" altLang="zh-CN" b="1">
                <a:solidFill>
                  <a:srgbClr val="FFFFCC"/>
                </a:solidFill>
                <a:effectLst>
                  <a:outerShdw blurRad="38100" dist="38100" dir="2700000" algn="tl">
                    <a:srgbClr val="C0C0C0"/>
                  </a:outerShdw>
                </a:effectLst>
                <a:latin typeface="Arial Narrow" pitchFamily="34" charset="0"/>
              </a:endParaRPr>
            </a:p>
          </p:txBody>
        </p:sp>
        <p:sp>
          <p:nvSpPr>
            <p:cNvPr id="318476" name="Text Box 12">
              <a:extLst>
                <a:ext uri="{FF2B5EF4-FFF2-40B4-BE49-F238E27FC236}">
                  <a16:creationId xmlns:a16="http://schemas.microsoft.com/office/drawing/2014/main" id="{38F746E2-2C43-05DF-A830-797DDC8F3E36}"/>
                </a:ext>
              </a:extLst>
            </p:cNvPr>
            <p:cNvSpPr txBox="1">
              <a:spLocks noChangeArrowheads="1"/>
            </p:cNvSpPr>
            <p:nvPr/>
          </p:nvSpPr>
          <p:spPr bwMode="auto">
            <a:xfrm>
              <a:off x="5111750" y="2654300"/>
              <a:ext cx="508000" cy="519113"/>
            </a:xfrm>
            <a:prstGeom prst="rect">
              <a:avLst/>
            </a:prstGeom>
            <a:noFill/>
            <a:ln w="9525">
              <a:noFill/>
              <a:miter lim="800000"/>
              <a:headEnd/>
              <a:tailEnd/>
            </a:ln>
          </p:spPr>
          <p:txBody>
            <a:bodyPr wrap="none">
              <a:spAutoFit/>
            </a:bodyPr>
            <a:lstStyle/>
            <a:p>
              <a:pPr>
                <a:defRPr/>
              </a:pPr>
              <a:r>
                <a:rPr lang="en-US" altLang="zh-CN" sz="2800" b="1">
                  <a:solidFill>
                    <a:srgbClr val="FFFFCC"/>
                  </a:solidFill>
                  <a:effectLst>
                    <a:outerShdw blurRad="38100" dist="38100" dir="2700000" algn="tl">
                      <a:srgbClr val="C0C0C0"/>
                    </a:outerShdw>
                  </a:effectLst>
                  <a:latin typeface="Arial Narrow" pitchFamily="34" charset="0"/>
                </a:rPr>
                <a:t>25</a:t>
              </a:r>
              <a:endParaRPr lang="en-US" altLang="zh-CN" b="1">
                <a:solidFill>
                  <a:srgbClr val="FFFFCC"/>
                </a:solidFill>
                <a:effectLst>
                  <a:outerShdw blurRad="38100" dist="38100" dir="2700000" algn="tl">
                    <a:srgbClr val="C0C0C0"/>
                  </a:outerShdw>
                </a:effectLst>
                <a:latin typeface="Arial Narrow" pitchFamily="34" charset="0"/>
              </a:endParaRPr>
            </a:p>
          </p:txBody>
        </p:sp>
        <p:sp>
          <p:nvSpPr>
            <p:cNvPr id="318477" name="Text Box 13">
              <a:extLst>
                <a:ext uri="{FF2B5EF4-FFF2-40B4-BE49-F238E27FC236}">
                  <a16:creationId xmlns:a16="http://schemas.microsoft.com/office/drawing/2014/main" id="{FB567FB6-138F-9777-691A-3D733DA79BCA}"/>
                </a:ext>
              </a:extLst>
            </p:cNvPr>
            <p:cNvSpPr txBox="1">
              <a:spLocks noChangeArrowheads="1"/>
            </p:cNvSpPr>
            <p:nvPr/>
          </p:nvSpPr>
          <p:spPr bwMode="auto">
            <a:xfrm>
              <a:off x="5797550" y="3249613"/>
              <a:ext cx="508000" cy="519112"/>
            </a:xfrm>
            <a:prstGeom prst="rect">
              <a:avLst/>
            </a:prstGeom>
            <a:noFill/>
            <a:ln w="9525">
              <a:noFill/>
              <a:miter lim="800000"/>
              <a:headEnd/>
              <a:tailEnd/>
            </a:ln>
          </p:spPr>
          <p:txBody>
            <a:bodyPr wrap="none">
              <a:spAutoFit/>
            </a:bodyPr>
            <a:lstStyle/>
            <a:p>
              <a:pPr>
                <a:defRPr/>
              </a:pPr>
              <a:r>
                <a:rPr lang="en-US" altLang="zh-CN" sz="2800" b="1">
                  <a:solidFill>
                    <a:srgbClr val="FFFFCC"/>
                  </a:solidFill>
                  <a:effectLst>
                    <a:outerShdw blurRad="38100" dist="38100" dir="2700000" algn="tl">
                      <a:srgbClr val="C0C0C0"/>
                    </a:outerShdw>
                  </a:effectLst>
                  <a:latin typeface="Arial Narrow" pitchFamily="34" charset="0"/>
                </a:rPr>
                <a:t>49</a:t>
              </a:r>
              <a:endParaRPr lang="en-US" altLang="zh-CN" b="1">
                <a:solidFill>
                  <a:srgbClr val="FFFFCC"/>
                </a:solidFill>
                <a:effectLst>
                  <a:outerShdw blurRad="38100" dist="38100" dir="2700000" algn="tl">
                    <a:srgbClr val="C0C0C0"/>
                  </a:outerShdw>
                </a:effectLst>
                <a:latin typeface="Arial Narrow" pitchFamily="34" charset="0"/>
              </a:endParaRPr>
            </a:p>
          </p:txBody>
        </p:sp>
        <p:sp>
          <p:nvSpPr>
            <p:cNvPr id="318478" name="Oval 14">
              <a:extLst>
                <a:ext uri="{FF2B5EF4-FFF2-40B4-BE49-F238E27FC236}">
                  <a16:creationId xmlns:a16="http://schemas.microsoft.com/office/drawing/2014/main" id="{8E6D70F7-025E-865F-0D53-7E9CEA6F0FB0}"/>
                </a:ext>
              </a:extLst>
            </p:cNvPr>
            <p:cNvSpPr>
              <a:spLocks noChangeArrowheads="1"/>
            </p:cNvSpPr>
            <p:nvPr/>
          </p:nvSpPr>
          <p:spPr bwMode="auto">
            <a:xfrm>
              <a:off x="2870200" y="1954213"/>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latin typeface="Arial Narrow" pitchFamily="34" charset="0"/>
                </a:rPr>
                <a:t>08</a:t>
              </a:r>
              <a:endParaRPr lang="en-US" altLang="zh-CN" b="1">
                <a:solidFill>
                  <a:srgbClr val="FFFFCC"/>
                </a:solidFill>
                <a:effectLst>
                  <a:outerShdw blurRad="38100" dist="38100" dir="2700000" algn="tl">
                    <a:srgbClr val="000000"/>
                  </a:outerShdw>
                </a:effectLst>
                <a:latin typeface="Arial Narrow" pitchFamily="34" charset="0"/>
              </a:endParaRPr>
            </a:p>
          </p:txBody>
        </p:sp>
        <p:sp>
          <p:nvSpPr>
            <p:cNvPr id="318479" name="Oval 15">
              <a:extLst>
                <a:ext uri="{FF2B5EF4-FFF2-40B4-BE49-F238E27FC236}">
                  <a16:creationId xmlns:a16="http://schemas.microsoft.com/office/drawing/2014/main" id="{E580FB80-6E0C-518B-4A69-877C57CD7D1E}"/>
                </a:ext>
              </a:extLst>
            </p:cNvPr>
            <p:cNvSpPr>
              <a:spLocks noChangeArrowheads="1"/>
            </p:cNvSpPr>
            <p:nvPr/>
          </p:nvSpPr>
          <p:spPr bwMode="auto">
            <a:xfrm>
              <a:off x="3479800" y="2716213"/>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latin typeface="Arial Narrow" pitchFamily="34" charset="0"/>
                </a:rPr>
                <a:t>16</a:t>
              </a:r>
              <a:endParaRPr lang="en-US" altLang="zh-CN" b="1">
                <a:solidFill>
                  <a:srgbClr val="FFFFCC"/>
                </a:solidFill>
                <a:effectLst>
                  <a:outerShdw blurRad="38100" dist="38100" dir="2700000" algn="tl">
                    <a:srgbClr val="000000"/>
                  </a:outerShdw>
                </a:effectLst>
                <a:latin typeface="Arial Narrow" pitchFamily="34" charset="0"/>
              </a:endParaRPr>
            </a:p>
          </p:txBody>
        </p:sp>
        <p:sp>
          <p:nvSpPr>
            <p:cNvPr id="43024" name="Line 16">
              <a:extLst>
                <a:ext uri="{FF2B5EF4-FFF2-40B4-BE49-F238E27FC236}">
                  <a16:creationId xmlns:a16="http://schemas.microsoft.com/office/drawing/2014/main" id="{32937F9A-20A3-2633-9D11-20762979E224}"/>
                </a:ext>
              </a:extLst>
            </p:cNvPr>
            <p:cNvSpPr>
              <a:spLocks noChangeShapeType="1"/>
            </p:cNvSpPr>
            <p:nvPr/>
          </p:nvSpPr>
          <p:spPr bwMode="auto">
            <a:xfrm flipH="1">
              <a:off x="3327400" y="1649413"/>
              <a:ext cx="3810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 name="灯片编号占位符 2">
            <a:extLst>
              <a:ext uri="{FF2B5EF4-FFF2-40B4-BE49-F238E27FC236}">
                <a16:creationId xmlns:a16="http://schemas.microsoft.com/office/drawing/2014/main" id="{2920C327-81E0-3E23-0233-80305FF39114}"/>
              </a:ext>
            </a:extLst>
          </p:cNvPr>
          <p:cNvSpPr>
            <a:spLocks noGrp="1"/>
          </p:cNvSpPr>
          <p:nvPr>
            <p:ph type="sldNum" sz="quarter" idx="12"/>
          </p:nvPr>
        </p:nvSpPr>
        <p:spPr/>
        <p:txBody>
          <a:bodyPr/>
          <a:lstStyle/>
          <a:p>
            <a:pPr>
              <a:defRPr/>
            </a:pPr>
            <a:fld id="{5F1DCF05-F1E6-414E-BAB4-65AA6A3D43BB}" type="slidenum">
              <a:rPr lang="en-US" altLang="zh-CN" smtClean="0"/>
              <a:pPr>
                <a:defRPr/>
              </a:pPr>
              <a:t>36</a:t>
            </a:fld>
            <a:endParaRPr lang="en-US" altLang="zh-CN"/>
          </a:p>
        </p:txBody>
      </p:sp>
    </p:spTree>
  </p:cSld>
  <p:clrMapOvr>
    <a:masterClrMapping/>
  </p:clrMapOvr>
  <p:transition>
    <p:spli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a:extLst>
              <a:ext uri="{FF2B5EF4-FFF2-40B4-BE49-F238E27FC236}">
                <a16:creationId xmlns:a16="http://schemas.microsoft.com/office/drawing/2014/main" id="{0FEA6149-95E7-0585-0997-E0579B1B7439}"/>
              </a:ext>
            </a:extLst>
          </p:cNvPr>
          <p:cNvSpPr>
            <a:spLocks noGrp="1" noChangeArrowheads="1"/>
          </p:cNvSpPr>
          <p:nvPr>
            <p:ph type="title"/>
          </p:nvPr>
        </p:nvSpPr>
        <p:spPr/>
        <p:txBody>
          <a:bodyPr/>
          <a:lstStyle/>
          <a:p>
            <a:r>
              <a:rPr lang="en-US" altLang="zh-CN" dirty="0"/>
              <a:t>9.3.2 </a:t>
            </a:r>
            <a:r>
              <a:rPr lang="zh-CN" altLang="en-US" dirty="0"/>
              <a:t>快速排序的性能分析</a:t>
            </a:r>
          </a:p>
        </p:txBody>
      </p:sp>
      <p:sp>
        <p:nvSpPr>
          <p:cNvPr id="319491" name="Rectangle 3">
            <a:extLst>
              <a:ext uri="{FF2B5EF4-FFF2-40B4-BE49-F238E27FC236}">
                <a16:creationId xmlns:a16="http://schemas.microsoft.com/office/drawing/2014/main" id="{9AD9B235-E174-4C1E-7241-08DDE63AEA77}"/>
              </a:ext>
            </a:extLst>
          </p:cNvPr>
          <p:cNvSpPr>
            <a:spLocks noGrp="1" noChangeArrowheads="1"/>
          </p:cNvSpPr>
          <p:nvPr>
            <p:ph type="body" idx="1"/>
          </p:nvPr>
        </p:nvSpPr>
        <p:spPr>
          <a:xfrm>
            <a:off x="628650" y="1825624"/>
            <a:ext cx="7886700" cy="4530725"/>
          </a:xfrm>
        </p:spPr>
        <p:txBody>
          <a:bodyPr>
            <a:normAutofit fontScale="70000" lnSpcReduction="20000"/>
          </a:bodyPr>
          <a:lstStyle/>
          <a:p>
            <a:pPr>
              <a:lnSpc>
                <a:spcPct val="120000"/>
              </a:lnSpc>
            </a:pPr>
            <a:r>
              <a:rPr lang="zh-CN" altLang="en-US" dirty="0"/>
              <a:t>快速排序的趟数取决于递归树的高度。</a:t>
            </a:r>
          </a:p>
          <a:p>
            <a:pPr>
              <a:lnSpc>
                <a:spcPct val="120000"/>
              </a:lnSpc>
            </a:pPr>
            <a:r>
              <a:rPr lang="zh-CN" altLang="en-US" dirty="0"/>
              <a:t>如果每次划分都是等分，则下一步将是对两个长度减半的子序列进行排序，这是最理想的情况。</a:t>
            </a:r>
          </a:p>
          <a:p>
            <a:pPr>
              <a:lnSpc>
                <a:spcPct val="120000"/>
              </a:lnSpc>
            </a:pPr>
            <a:r>
              <a:rPr lang="zh-CN" altLang="en-US" dirty="0"/>
              <a:t>若设 </a:t>
            </a:r>
            <a:r>
              <a:rPr lang="en-US" altLang="zh-CN" dirty="0"/>
              <a:t>T (n) </a:t>
            </a:r>
            <a:r>
              <a:rPr lang="zh-CN" altLang="en-US" dirty="0"/>
              <a:t>是对 </a:t>
            </a:r>
            <a:r>
              <a:rPr lang="en-US" altLang="zh-CN" dirty="0"/>
              <a:t>n </a:t>
            </a:r>
            <a:r>
              <a:rPr lang="zh-CN" altLang="en-US" dirty="0"/>
              <a:t>个元素的序列进行排序所需的时间，而且每次对一个元素正确定位后，正好把序列划分为长度相等的两个子序列，此时，总的计算时间为：</a:t>
            </a:r>
            <a:endParaRPr lang="en-US" altLang="zh-CN" dirty="0"/>
          </a:p>
          <a:p>
            <a:pPr lvl="1">
              <a:lnSpc>
                <a:spcPct val="120000"/>
              </a:lnSpc>
            </a:pPr>
            <a:r>
              <a:rPr lang="en-US" altLang="zh-CN" dirty="0"/>
              <a:t> T(n) </a:t>
            </a:r>
            <a:r>
              <a:rPr lang="en-US" altLang="en-US" dirty="0">
                <a:sym typeface="Symbol" pitchFamily="18" charset="2"/>
              </a:rPr>
              <a:t>≤</a:t>
            </a:r>
            <a:r>
              <a:rPr lang="en-US" altLang="zh-CN" dirty="0"/>
              <a:t> </a:t>
            </a:r>
            <a:r>
              <a:rPr lang="en-US" altLang="zh-CN" dirty="0" err="1"/>
              <a:t>cn</a:t>
            </a:r>
            <a:r>
              <a:rPr lang="en-US" altLang="zh-CN" dirty="0"/>
              <a:t> + 2T(n/2 )      // c </a:t>
            </a:r>
            <a:r>
              <a:rPr lang="zh-CN" altLang="en-US" dirty="0"/>
              <a:t>是一个常数</a:t>
            </a:r>
          </a:p>
          <a:p>
            <a:pPr lvl="2">
              <a:lnSpc>
                <a:spcPct val="120000"/>
              </a:lnSpc>
            </a:pPr>
            <a:r>
              <a:rPr lang="zh-CN" altLang="zh-CN" dirty="0">
                <a:sym typeface="Symbol" pitchFamily="18" charset="2"/>
              </a:rPr>
              <a:t>≤</a:t>
            </a:r>
            <a:r>
              <a:rPr lang="zh-CN" altLang="en-US" dirty="0"/>
              <a:t> </a:t>
            </a:r>
            <a:r>
              <a:rPr lang="en-US" altLang="zh-CN" dirty="0" err="1"/>
              <a:t>cn</a:t>
            </a:r>
            <a:r>
              <a:rPr lang="en-US" altLang="zh-CN" dirty="0"/>
              <a:t> + 2 ( </a:t>
            </a:r>
            <a:r>
              <a:rPr lang="en-US" altLang="zh-CN" dirty="0" err="1"/>
              <a:t>cn</a:t>
            </a:r>
            <a:r>
              <a:rPr lang="en-US" altLang="zh-CN" dirty="0"/>
              <a:t>/2 + 2T(n/4) ) = 2cn + 4T(n/4)</a:t>
            </a:r>
          </a:p>
          <a:p>
            <a:pPr lvl="2">
              <a:lnSpc>
                <a:spcPct val="120000"/>
              </a:lnSpc>
            </a:pPr>
            <a:r>
              <a:rPr lang="en-US" altLang="zh-CN" dirty="0">
                <a:sym typeface="Symbol" pitchFamily="18" charset="2"/>
              </a:rPr>
              <a:t>≤</a:t>
            </a:r>
            <a:r>
              <a:rPr lang="en-US" altLang="zh-CN" dirty="0"/>
              <a:t> 2cn + 4 ( </a:t>
            </a:r>
            <a:r>
              <a:rPr lang="en-US" altLang="zh-CN" dirty="0" err="1"/>
              <a:t>cn</a:t>
            </a:r>
            <a:r>
              <a:rPr lang="en-US" altLang="zh-CN" dirty="0"/>
              <a:t>/4 +2T(n/8) ) = 3cn + 8T(n/8)</a:t>
            </a:r>
          </a:p>
          <a:p>
            <a:pPr lvl="2">
              <a:lnSpc>
                <a:spcPct val="120000"/>
              </a:lnSpc>
            </a:pPr>
            <a:r>
              <a:rPr lang="en-US" altLang="zh-CN" dirty="0"/>
              <a:t>    ………</a:t>
            </a:r>
          </a:p>
          <a:p>
            <a:pPr lvl="2">
              <a:lnSpc>
                <a:spcPct val="120000"/>
              </a:lnSpc>
            </a:pPr>
            <a:r>
              <a:rPr lang="en-US" altLang="zh-CN" dirty="0">
                <a:sym typeface="Symbol" pitchFamily="18" charset="2"/>
              </a:rPr>
              <a:t>≤</a:t>
            </a:r>
            <a:r>
              <a:rPr lang="en-US" altLang="zh-CN" dirty="0"/>
              <a:t> </a:t>
            </a:r>
            <a:r>
              <a:rPr lang="en-US" altLang="zh-CN" dirty="0" err="1"/>
              <a:t>cn</a:t>
            </a:r>
            <a:r>
              <a:rPr lang="en-US" altLang="zh-CN" dirty="0"/>
              <a:t> log</a:t>
            </a:r>
            <a:r>
              <a:rPr lang="en-US" altLang="zh-CN" baseline="-25000" dirty="0"/>
              <a:t>2</a:t>
            </a:r>
            <a:r>
              <a:rPr lang="en-US" altLang="zh-CN" dirty="0"/>
              <a:t>n + </a:t>
            </a:r>
            <a:r>
              <a:rPr lang="en-US" altLang="zh-CN" dirty="0" err="1"/>
              <a:t>nT</a:t>
            </a:r>
            <a:r>
              <a:rPr lang="en-US" altLang="zh-CN" dirty="0"/>
              <a:t>(1) = O(n log</a:t>
            </a:r>
            <a:r>
              <a:rPr lang="en-US" altLang="zh-CN" baseline="-25000" dirty="0"/>
              <a:t>2</a:t>
            </a:r>
            <a:r>
              <a:rPr lang="en-US" altLang="zh-CN" dirty="0"/>
              <a:t>n )</a:t>
            </a:r>
          </a:p>
        </p:txBody>
      </p:sp>
      <p:sp>
        <p:nvSpPr>
          <p:cNvPr id="2" name="灯片编号占位符 1">
            <a:extLst>
              <a:ext uri="{FF2B5EF4-FFF2-40B4-BE49-F238E27FC236}">
                <a16:creationId xmlns:a16="http://schemas.microsoft.com/office/drawing/2014/main" id="{72069455-8529-0619-F346-D5965F1EA432}"/>
              </a:ext>
            </a:extLst>
          </p:cNvPr>
          <p:cNvSpPr>
            <a:spLocks noGrp="1"/>
          </p:cNvSpPr>
          <p:nvPr>
            <p:ph type="sldNum" sz="quarter" idx="12"/>
          </p:nvPr>
        </p:nvSpPr>
        <p:spPr/>
        <p:txBody>
          <a:bodyPr/>
          <a:lstStyle/>
          <a:p>
            <a:pPr>
              <a:defRPr/>
            </a:pPr>
            <a:fld id="{5F1DCF05-F1E6-414E-BAB4-65AA6A3D43BB}" type="slidenum">
              <a:rPr lang="en-US" altLang="zh-CN" smtClean="0"/>
              <a:pPr>
                <a:defRPr/>
              </a:pPr>
              <a:t>37</a:t>
            </a:fld>
            <a:endParaRPr lang="en-US" altLang="zh-CN"/>
          </a:p>
        </p:txBody>
      </p:sp>
    </p:spTree>
  </p:cSld>
  <p:clrMapOvr>
    <a:masterClrMapping/>
  </p:clrMapOvr>
  <p:transition>
    <p:spli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13277D7-E082-43A1-A579-97883F738F52}"/>
              </a:ext>
            </a:extLst>
          </p:cNvPr>
          <p:cNvSpPr>
            <a:spLocks noGrp="1"/>
          </p:cNvSpPr>
          <p:nvPr>
            <p:ph type="title"/>
          </p:nvPr>
        </p:nvSpPr>
        <p:spPr/>
        <p:txBody>
          <a:bodyPr/>
          <a:lstStyle/>
          <a:p>
            <a:r>
              <a:rPr lang="zh-CN" altLang="en-US" dirty="0"/>
              <a:t>其它性能</a:t>
            </a:r>
          </a:p>
        </p:txBody>
      </p:sp>
      <p:sp>
        <p:nvSpPr>
          <p:cNvPr id="320514" name="Rectangle 2">
            <a:extLst>
              <a:ext uri="{FF2B5EF4-FFF2-40B4-BE49-F238E27FC236}">
                <a16:creationId xmlns:a16="http://schemas.microsoft.com/office/drawing/2014/main" id="{02565952-D703-4A3B-0FAD-4596F67A313F}"/>
              </a:ext>
            </a:extLst>
          </p:cNvPr>
          <p:cNvSpPr>
            <a:spLocks noGrp="1" noChangeArrowheads="1"/>
          </p:cNvSpPr>
          <p:nvPr>
            <p:ph type="body" idx="1"/>
          </p:nvPr>
        </p:nvSpPr>
        <p:spPr/>
        <p:txBody>
          <a:bodyPr>
            <a:normAutofit fontScale="77500" lnSpcReduction="20000"/>
          </a:bodyPr>
          <a:lstStyle/>
          <a:p>
            <a:pPr>
              <a:lnSpc>
                <a:spcPct val="120000"/>
              </a:lnSpc>
            </a:pPr>
            <a:r>
              <a:rPr lang="zh-CN" altLang="en-US" dirty="0"/>
              <a:t>可以证明，</a:t>
            </a:r>
            <a:r>
              <a:rPr lang="en-US" altLang="zh-CN" dirty="0"/>
              <a:t> </a:t>
            </a:r>
            <a:r>
              <a:rPr lang="zh-CN" altLang="en-US" dirty="0"/>
              <a:t>函数</a:t>
            </a:r>
            <a:r>
              <a:rPr lang="en-US" altLang="zh-CN" dirty="0"/>
              <a:t>quicksort</a:t>
            </a:r>
            <a:r>
              <a:rPr lang="zh-CN" altLang="en-US" dirty="0"/>
              <a:t>的平均计算时间也是</a:t>
            </a:r>
            <a:r>
              <a:rPr lang="en-US" altLang="zh-CN" dirty="0"/>
              <a:t>O(nlog</a:t>
            </a:r>
            <a:r>
              <a:rPr lang="en-US" altLang="zh-CN" baseline="-25000" dirty="0"/>
              <a:t>2</a:t>
            </a:r>
            <a:r>
              <a:rPr lang="en-US" altLang="zh-CN" dirty="0"/>
              <a:t>n)</a:t>
            </a:r>
            <a:r>
              <a:rPr lang="zh-CN" altLang="en-US" dirty="0"/>
              <a:t>。实验结果表明：就平均计算时间而言，</a:t>
            </a:r>
            <a:r>
              <a:rPr lang="en-US" altLang="zh-CN" dirty="0"/>
              <a:t> </a:t>
            </a:r>
            <a:r>
              <a:rPr lang="zh-CN" altLang="en-US" dirty="0"/>
              <a:t>快速排序是所有内排序方法中最好的。</a:t>
            </a:r>
            <a:endParaRPr lang="en-US" altLang="zh-CN" dirty="0"/>
          </a:p>
          <a:p>
            <a:pPr>
              <a:lnSpc>
                <a:spcPct val="120000"/>
              </a:lnSpc>
            </a:pPr>
            <a:r>
              <a:rPr lang="zh-CN" altLang="en-US" dirty="0"/>
              <a:t>快速排序一般实现为递归算法，需要有一个栈存放每层递归调用时的指针和参数。</a:t>
            </a:r>
          </a:p>
          <a:p>
            <a:pPr>
              <a:lnSpc>
                <a:spcPct val="120000"/>
              </a:lnSpc>
            </a:pPr>
            <a:r>
              <a:rPr lang="zh-CN" altLang="en-US" dirty="0"/>
              <a:t>递归调用层次数与递归树的高度一致，理想情况为 </a:t>
            </a:r>
            <a:r>
              <a:rPr lang="zh-CN" altLang="en-US" dirty="0">
                <a:sym typeface="Symbol" pitchFamily="18" charset="2"/>
              </a:rPr>
              <a:t></a:t>
            </a:r>
            <a:r>
              <a:rPr lang="en-US" altLang="zh-CN" dirty="0"/>
              <a:t>log</a:t>
            </a:r>
            <a:r>
              <a:rPr lang="en-US" altLang="zh-CN" baseline="-25000" dirty="0"/>
              <a:t>2</a:t>
            </a:r>
            <a:r>
              <a:rPr lang="en-US" altLang="zh-CN" dirty="0"/>
              <a:t>(n+1)</a:t>
            </a:r>
            <a:r>
              <a:rPr lang="en-US" altLang="zh-CN" dirty="0">
                <a:sym typeface="Symbol" pitchFamily="18" charset="2"/>
              </a:rPr>
              <a:t></a:t>
            </a:r>
            <a:r>
              <a:rPr lang="en-US" altLang="zh-CN" dirty="0"/>
              <a:t> </a:t>
            </a:r>
            <a:r>
              <a:rPr lang="zh-CN" altLang="en-US" dirty="0"/>
              <a:t>。这时存储开销为 </a:t>
            </a:r>
            <a:r>
              <a:rPr lang="en-US" altLang="zh-CN" dirty="0"/>
              <a:t>O(log</a:t>
            </a:r>
            <a:r>
              <a:rPr lang="en-US" altLang="zh-CN" baseline="-25000" dirty="0"/>
              <a:t>2</a:t>
            </a:r>
            <a:r>
              <a:rPr lang="en-US" altLang="zh-CN" dirty="0"/>
              <a:t>n)</a:t>
            </a:r>
            <a:r>
              <a:rPr lang="zh-CN" altLang="en-US" dirty="0"/>
              <a:t>。</a:t>
            </a:r>
          </a:p>
          <a:p>
            <a:pPr>
              <a:lnSpc>
                <a:spcPct val="120000"/>
              </a:lnSpc>
            </a:pPr>
            <a:r>
              <a:rPr lang="zh-CN" altLang="en-US" dirty="0"/>
              <a:t>快速排序是一种不稳定的排序方法。</a:t>
            </a:r>
          </a:p>
        </p:txBody>
      </p:sp>
      <p:sp>
        <p:nvSpPr>
          <p:cNvPr id="2" name="灯片编号占位符 1">
            <a:extLst>
              <a:ext uri="{FF2B5EF4-FFF2-40B4-BE49-F238E27FC236}">
                <a16:creationId xmlns:a16="http://schemas.microsoft.com/office/drawing/2014/main" id="{A746B33D-00F6-2334-BC2E-ADAF72713BA9}"/>
              </a:ext>
            </a:extLst>
          </p:cNvPr>
          <p:cNvSpPr>
            <a:spLocks noGrp="1"/>
          </p:cNvSpPr>
          <p:nvPr>
            <p:ph type="sldNum" sz="quarter" idx="12"/>
          </p:nvPr>
        </p:nvSpPr>
        <p:spPr/>
        <p:txBody>
          <a:bodyPr/>
          <a:lstStyle/>
          <a:p>
            <a:pPr>
              <a:defRPr/>
            </a:pPr>
            <a:fld id="{5F1DCF05-F1E6-414E-BAB4-65AA6A3D43BB}" type="slidenum">
              <a:rPr lang="en-US" altLang="zh-CN" smtClean="0"/>
              <a:pPr>
                <a:defRPr/>
              </a:pPr>
              <a:t>38</a:t>
            </a:fld>
            <a:endParaRPr lang="en-US" altLang="zh-CN"/>
          </a:p>
        </p:txBody>
      </p:sp>
    </p:spTree>
  </p:cSld>
  <p:clrMapOvr>
    <a:masterClrMapping/>
  </p:clrMapOvr>
  <p:transition>
    <p:spli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495DD82-D475-42E5-ADBD-87C14378F262}"/>
              </a:ext>
            </a:extLst>
          </p:cNvPr>
          <p:cNvSpPr>
            <a:spLocks noGrp="1"/>
          </p:cNvSpPr>
          <p:nvPr>
            <p:ph type="title"/>
          </p:nvPr>
        </p:nvSpPr>
        <p:spPr/>
        <p:txBody>
          <a:bodyPr/>
          <a:lstStyle/>
          <a:p>
            <a:r>
              <a:rPr lang="zh-CN" altLang="en-US" dirty="0"/>
              <a:t>最坏的情况</a:t>
            </a:r>
          </a:p>
        </p:txBody>
      </p:sp>
      <p:sp>
        <p:nvSpPr>
          <p:cNvPr id="321538" name="Rectangle 2">
            <a:extLst>
              <a:ext uri="{FF2B5EF4-FFF2-40B4-BE49-F238E27FC236}">
                <a16:creationId xmlns:a16="http://schemas.microsoft.com/office/drawing/2014/main" id="{2F9DCF68-6F31-67AC-74D0-24326E77CA40}"/>
              </a:ext>
            </a:extLst>
          </p:cNvPr>
          <p:cNvSpPr>
            <a:spLocks noGrp="1" noChangeArrowheads="1"/>
          </p:cNvSpPr>
          <p:nvPr>
            <p:ph type="body" idx="1"/>
          </p:nvPr>
        </p:nvSpPr>
        <p:spPr>
          <a:xfrm>
            <a:off x="628650" y="1825625"/>
            <a:ext cx="7886700" cy="4051647"/>
          </a:xfrm>
        </p:spPr>
        <p:txBody>
          <a:bodyPr>
            <a:normAutofit fontScale="55000" lnSpcReduction="20000"/>
          </a:bodyPr>
          <a:lstStyle/>
          <a:p>
            <a:pPr>
              <a:lnSpc>
                <a:spcPct val="100000"/>
              </a:lnSpc>
            </a:pPr>
            <a:r>
              <a:rPr lang="zh-CN" altLang="en-US" dirty="0"/>
              <a:t>在最坏的情况，即待排序元素序列已经按其排序码排好序的情况下，其递归树成为单支树，每次划分只得到一个比上一次少一个元素的子序列。必须经过</a:t>
            </a:r>
            <a:r>
              <a:rPr lang="en-US" altLang="zh-CN" dirty="0"/>
              <a:t>n-1 </a:t>
            </a:r>
            <a:r>
              <a:rPr lang="zh-CN" altLang="en-US" dirty="0"/>
              <a:t>趟才能把所有元素定位，而且第 </a:t>
            </a:r>
            <a:r>
              <a:rPr lang="en-US" altLang="zh-CN" dirty="0" err="1"/>
              <a:t>i</a:t>
            </a:r>
            <a:r>
              <a:rPr lang="en-US" altLang="zh-CN" dirty="0"/>
              <a:t> </a:t>
            </a:r>
            <a:r>
              <a:rPr lang="zh-CN" altLang="en-US" dirty="0"/>
              <a:t>趟需要经过 </a:t>
            </a:r>
            <a:r>
              <a:rPr lang="en-US" altLang="zh-CN" dirty="0"/>
              <a:t>n-</a:t>
            </a:r>
            <a:r>
              <a:rPr lang="en-US" altLang="zh-CN" dirty="0" err="1"/>
              <a:t>i</a:t>
            </a:r>
            <a:r>
              <a:rPr lang="en-US" altLang="zh-CN" dirty="0"/>
              <a:t> </a:t>
            </a:r>
            <a:r>
              <a:rPr lang="zh-CN" altLang="en-US" dirty="0"/>
              <a:t>次排序码比较才能找到第 </a:t>
            </a:r>
            <a:r>
              <a:rPr lang="en-US" altLang="zh-CN" dirty="0" err="1"/>
              <a:t>i</a:t>
            </a:r>
            <a:r>
              <a:rPr lang="en-US" altLang="zh-CN" dirty="0"/>
              <a:t> </a:t>
            </a:r>
            <a:r>
              <a:rPr lang="zh-CN" altLang="en-US" dirty="0"/>
              <a:t>个元素的安放位置，总的排序码比较次数将达到</a:t>
            </a:r>
            <a:endParaRPr lang="en-US" altLang="zh-CN" dirty="0"/>
          </a:p>
          <a:p>
            <a:pPr>
              <a:lnSpc>
                <a:spcPct val="100000"/>
              </a:lnSpc>
            </a:pPr>
            <a:endParaRPr lang="en-US" altLang="zh-CN" dirty="0"/>
          </a:p>
          <a:p>
            <a:pPr>
              <a:lnSpc>
                <a:spcPct val="100000"/>
              </a:lnSpc>
            </a:pPr>
            <a:endParaRPr lang="en-US" altLang="zh-CN" dirty="0"/>
          </a:p>
          <a:p>
            <a:pPr>
              <a:lnSpc>
                <a:spcPct val="100000"/>
              </a:lnSpc>
            </a:pPr>
            <a:endParaRPr lang="en-US" altLang="zh-CN" dirty="0"/>
          </a:p>
          <a:p>
            <a:pPr>
              <a:lnSpc>
                <a:spcPct val="100000"/>
              </a:lnSpc>
            </a:pPr>
            <a:endParaRPr lang="en-US" altLang="zh-CN" dirty="0"/>
          </a:p>
          <a:p>
            <a:pPr>
              <a:lnSpc>
                <a:spcPct val="100000"/>
              </a:lnSpc>
            </a:pPr>
            <a:r>
              <a:rPr lang="zh-CN" altLang="en-US" dirty="0"/>
              <a:t>其排序速度退化到简单排序的水平，比直接插入排序还慢。占用附加存储</a:t>
            </a:r>
            <a:r>
              <a:rPr lang="en-US" altLang="zh-CN" dirty="0"/>
              <a:t>(</a:t>
            </a:r>
            <a:r>
              <a:rPr lang="zh-CN" altLang="en-US" dirty="0"/>
              <a:t>栈</a:t>
            </a:r>
            <a:r>
              <a:rPr lang="en-US" altLang="zh-CN" dirty="0"/>
              <a:t>)</a:t>
            </a:r>
            <a:r>
              <a:rPr lang="zh-CN" altLang="en-US" dirty="0"/>
              <a:t>将达到</a:t>
            </a:r>
            <a:r>
              <a:rPr lang="en-US" altLang="zh-CN" dirty="0"/>
              <a:t>O(n)</a:t>
            </a:r>
            <a:r>
              <a:rPr lang="zh-CN" altLang="en-US" dirty="0"/>
              <a:t>。</a:t>
            </a:r>
          </a:p>
          <a:p>
            <a:pPr>
              <a:lnSpc>
                <a:spcPct val="100000"/>
              </a:lnSpc>
            </a:pPr>
            <a:r>
              <a:rPr lang="zh-CN" altLang="en-US" dirty="0"/>
              <a:t>对于 </a:t>
            </a:r>
            <a:r>
              <a:rPr lang="en-US" altLang="zh-CN" dirty="0"/>
              <a:t>n </a:t>
            </a:r>
            <a:r>
              <a:rPr lang="zh-CN" altLang="en-US" dirty="0"/>
              <a:t>较大的平均情况而言，快速排序是“快速”的，但是当 </a:t>
            </a:r>
            <a:r>
              <a:rPr lang="en-US" altLang="zh-CN" dirty="0"/>
              <a:t>n </a:t>
            </a:r>
            <a:r>
              <a:rPr lang="zh-CN" altLang="en-US" dirty="0"/>
              <a:t>很小时，这种排序方法往往比其它简单排序方法还要慢。</a:t>
            </a:r>
          </a:p>
        </p:txBody>
      </p:sp>
      <p:graphicFrame>
        <p:nvGraphicFramePr>
          <p:cNvPr id="46083" name="Object 3">
            <a:extLst>
              <a:ext uri="{FF2B5EF4-FFF2-40B4-BE49-F238E27FC236}">
                <a16:creationId xmlns:a16="http://schemas.microsoft.com/office/drawing/2014/main" id="{D46C3794-EACD-3A7C-5DD0-8460F78F278F}"/>
              </a:ext>
            </a:extLst>
          </p:cNvPr>
          <p:cNvGraphicFramePr>
            <a:graphicFrameLocks noChangeAspect="1"/>
          </p:cNvGraphicFramePr>
          <p:nvPr>
            <p:extLst>
              <p:ext uri="{D42A27DB-BD31-4B8C-83A1-F6EECF244321}">
                <p14:modId xmlns:p14="http://schemas.microsoft.com/office/powerpoint/2010/main" val="3553959470"/>
              </p:ext>
            </p:extLst>
          </p:nvPr>
        </p:nvGraphicFramePr>
        <p:xfrm>
          <a:off x="2267744" y="3345829"/>
          <a:ext cx="3919537" cy="1011237"/>
        </p:xfrm>
        <a:graphic>
          <a:graphicData uri="http://schemas.openxmlformats.org/presentationml/2006/ole">
            <mc:AlternateContent xmlns:mc="http://schemas.openxmlformats.org/markup-compatibility/2006">
              <mc:Choice xmlns:v="urn:schemas-microsoft-com:vml" Requires="v">
                <p:oleObj name="公式" r:id="rId2" imgW="1688367" imgH="444307" progId="Equation.3">
                  <p:embed/>
                </p:oleObj>
              </mc:Choice>
              <mc:Fallback>
                <p:oleObj name="公式" r:id="rId2" imgW="1688367" imgH="444307"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3345829"/>
                        <a:ext cx="3919537" cy="1011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5D99E4C5-BEBB-9D31-48E9-4B885C6FAA78}"/>
              </a:ext>
            </a:extLst>
          </p:cNvPr>
          <p:cNvSpPr>
            <a:spLocks noGrp="1"/>
          </p:cNvSpPr>
          <p:nvPr>
            <p:ph type="sldNum" sz="quarter" idx="12"/>
          </p:nvPr>
        </p:nvSpPr>
        <p:spPr/>
        <p:txBody>
          <a:bodyPr/>
          <a:lstStyle/>
          <a:p>
            <a:pPr>
              <a:defRPr/>
            </a:pPr>
            <a:fld id="{5F1DCF05-F1E6-414E-BAB4-65AA6A3D43BB}" type="slidenum">
              <a:rPr lang="en-US" altLang="zh-CN" smtClean="0"/>
              <a:pPr>
                <a:defRPr/>
              </a:pPr>
              <a:t>39</a:t>
            </a:fld>
            <a:endParaRPr lang="en-US" altLang="zh-CN"/>
          </a:p>
        </p:txBody>
      </p:sp>
    </p:spTree>
  </p:cSld>
  <p:clrMapOvr>
    <a:masterClrMapping/>
  </p:clrMapOvr>
  <p:transition>
    <p:spli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a:extLst>
              <a:ext uri="{FF2B5EF4-FFF2-40B4-BE49-F238E27FC236}">
                <a16:creationId xmlns:a16="http://schemas.microsoft.com/office/drawing/2014/main" id="{152E6C2F-94C2-9BDF-F540-F934686B0F79}"/>
              </a:ext>
            </a:extLst>
          </p:cNvPr>
          <p:cNvSpPr txBox="1">
            <a:spLocks noChangeArrowheads="1"/>
          </p:cNvSpPr>
          <p:nvPr/>
        </p:nvSpPr>
        <p:spPr bwMode="auto">
          <a:xfrm>
            <a:off x="1720850" y="5211763"/>
            <a:ext cx="62039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b="1">
                <a:solidFill>
                  <a:srgbClr val="008080"/>
                </a:solidFill>
                <a:latin typeface="隶书" panose="02010509060101010101" pitchFamily="49" charset="-122"/>
                <a:ea typeface="隶书" panose="02010509060101010101" pitchFamily="49" charset="-122"/>
              </a:rPr>
              <a:t>用第一个元素作为基准元素</a:t>
            </a:r>
            <a:r>
              <a:rPr kumimoji="1" lang="zh-CN" altLang="en-US" sz="3200">
                <a:latin typeface="隶书" panose="02010509060101010101" pitchFamily="49" charset="-122"/>
                <a:ea typeface="隶书" panose="02010509060101010101" pitchFamily="49" charset="-122"/>
              </a:rPr>
              <a:t>    	</a:t>
            </a:r>
          </a:p>
        </p:txBody>
      </p:sp>
      <p:sp>
        <p:nvSpPr>
          <p:cNvPr id="323587" name="Text Box 3">
            <a:extLst>
              <a:ext uri="{FF2B5EF4-FFF2-40B4-BE49-F238E27FC236}">
                <a16:creationId xmlns:a16="http://schemas.microsoft.com/office/drawing/2014/main" id="{DABF5666-3B6D-98AB-1B7E-33D8AF29C95E}"/>
              </a:ext>
            </a:extLst>
          </p:cNvPr>
          <p:cNvSpPr txBox="1">
            <a:spLocks noChangeArrowheads="1"/>
          </p:cNvSpPr>
          <p:nvPr/>
        </p:nvSpPr>
        <p:spPr bwMode="auto">
          <a:xfrm>
            <a:off x="2286000" y="5715000"/>
            <a:ext cx="3870325" cy="579438"/>
          </a:xfrm>
          <a:prstGeom prst="rect">
            <a:avLst/>
          </a:prstGeom>
          <a:noFill/>
          <a:ln w="9525">
            <a:noFill/>
            <a:miter lim="800000"/>
            <a:headEnd/>
            <a:tailEnd/>
          </a:ln>
        </p:spPr>
        <p:txBody>
          <a:bodyPr wrap="none">
            <a:spAutoFit/>
          </a:bodyPr>
          <a:lstStyle/>
          <a:p>
            <a:pPr>
              <a:defRPr/>
            </a:pPr>
            <a:r>
              <a:rPr lang="zh-CN" altLang="en-US" sz="3200" b="1">
                <a:effectLst>
                  <a:outerShdw blurRad="38100" dist="38100" dir="2700000" algn="tl">
                    <a:srgbClr val="C0C0C0"/>
                  </a:outerShdw>
                </a:effectLst>
                <a:ea typeface="隶书" pitchFamily="49" charset="-122"/>
              </a:rPr>
              <a:t>快速排序退化的例子</a:t>
            </a:r>
            <a:endParaRPr lang="zh-CN" altLang="en-US" sz="3200" b="1">
              <a:ea typeface="隶书" pitchFamily="49" charset="-122"/>
            </a:endParaRPr>
          </a:p>
        </p:txBody>
      </p:sp>
      <p:sp>
        <p:nvSpPr>
          <p:cNvPr id="323588" name="Rectangle 4" descr="白色大理石">
            <a:extLst>
              <a:ext uri="{FF2B5EF4-FFF2-40B4-BE49-F238E27FC236}">
                <a16:creationId xmlns:a16="http://schemas.microsoft.com/office/drawing/2014/main" id="{91DC839C-4D74-6A49-1C87-B5AA1A6A506B}"/>
              </a:ext>
            </a:extLst>
          </p:cNvPr>
          <p:cNvSpPr>
            <a:spLocks noChangeArrowheads="1"/>
          </p:cNvSpPr>
          <p:nvPr/>
        </p:nvSpPr>
        <p:spPr bwMode="auto">
          <a:xfrm>
            <a:off x="1447800" y="914400"/>
            <a:ext cx="48768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dirty="0">
                <a:solidFill>
                  <a:schemeClr val="tx2"/>
                </a:solidFill>
                <a:effectLst>
                  <a:outerShdw blurRad="38100" dist="38100" dir="2700000" algn="tl">
                    <a:srgbClr val="C0C0C0"/>
                  </a:outerShdw>
                </a:effectLst>
              </a:rPr>
              <a:t>  </a:t>
            </a:r>
            <a:r>
              <a:rPr lang="en-US" altLang="zh-CN" sz="2800" b="1" dirty="0">
                <a:solidFill>
                  <a:srgbClr val="FF3300"/>
                </a:solidFill>
                <a:effectLst>
                  <a:outerShdw blurRad="38100" dist="38100" dir="2700000" algn="tl">
                    <a:srgbClr val="C0C0C0"/>
                  </a:outerShdw>
                </a:effectLst>
              </a:rPr>
              <a:t>08</a:t>
            </a:r>
            <a:r>
              <a:rPr lang="en-US" altLang="zh-CN" sz="2800" b="1" dirty="0">
                <a:solidFill>
                  <a:schemeClr val="tx2"/>
                </a:solidFill>
                <a:effectLst>
                  <a:outerShdw blurRad="38100" dist="38100" dir="2700000" algn="tl">
                    <a:srgbClr val="C0C0C0"/>
                  </a:outerShdw>
                </a:effectLst>
              </a:rPr>
              <a:t>    </a:t>
            </a:r>
            <a:r>
              <a:rPr lang="en-US" altLang="zh-CN" sz="2800" b="1" dirty="0">
                <a:solidFill>
                  <a:srgbClr val="92D050"/>
                </a:solidFill>
                <a:effectLst>
                  <a:outerShdw blurRad="38100" dist="38100" dir="2700000" algn="tl">
                    <a:srgbClr val="C0C0C0"/>
                  </a:outerShdw>
                </a:effectLst>
              </a:rPr>
              <a:t>16     21     25     25*   49</a:t>
            </a:r>
            <a:endParaRPr lang="en-US" altLang="zh-CN" dirty="0">
              <a:solidFill>
                <a:srgbClr val="92D05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589" name="Rectangle 5" descr="白色大理石">
            <a:extLst>
              <a:ext uri="{FF2B5EF4-FFF2-40B4-BE49-F238E27FC236}">
                <a16:creationId xmlns:a16="http://schemas.microsoft.com/office/drawing/2014/main" id="{A66DF2B7-E9BC-420F-B8FE-6E423431269B}"/>
              </a:ext>
            </a:extLst>
          </p:cNvPr>
          <p:cNvSpPr>
            <a:spLocks noChangeArrowheads="1"/>
          </p:cNvSpPr>
          <p:nvPr/>
        </p:nvSpPr>
        <p:spPr bwMode="auto">
          <a:xfrm>
            <a:off x="6553200" y="914400"/>
            <a:ext cx="8382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lgn="ctr">
              <a:defRPr/>
            </a:pPr>
            <a:r>
              <a:rPr lang="en-US" altLang="zh-CN" sz="2800" b="1">
                <a:solidFill>
                  <a:srgbClr val="FF3300"/>
                </a:solidFill>
                <a:effectLst>
                  <a:outerShdw blurRad="38100" dist="38100" dir="2700000" algn="tl">
                    <a:srgbClr val="C0C0C0"/>
                  </a:outerShdw>
                </a:effectLst>
              </a:rPr>
              <a:t>08</a:t>
            </a:r>
          </a:p>
        </p:txBody>
      </p:sp>
      <p:sp>
        <p:nvSpPr>
          <p:cNvPr id="323590" name="Text Box 6">
            <a:extLst>
              <a:ext uri="{FF2B5EF4-FFF2-40B4-BE49-F238E27FC236}">
                <a16:creationId xmlns:a16="http://schemas.microsoft.com/office/drawing/2014/main" id="{39D946A0-B131-4659-71EB-E084AA6BD1D0}"/>
              </a:ext>
            </a:extLst>
          </p:cNvPr>
          <p:cNvSpPr txBox="1">
            <a:spLocks noChangeArrowheads="1"/>
          </p:cNvSpPr>
          <p:nvPr/>
        </p:nvSpPr>
        <p:spPr bwMode="auto">
          <a:xfrm>
            <a:off x="1722438" y="304800"/>
            <a:ext cx="5788764" cy="369332"/>
          </a:xfrm>
          <a:prstGeom prst="rect">
            <a:avLst/>
          </a:prstGeom>
          <a:noFill/>
          <a:ln w="9525">
            <a:noFill/>
            <a:miter lim="800000"/>
            <a:headEnd/>
            <a:tailEnd/>
          </a:ln>
        </p:spPr>
        <p:txBody>
          <a:bodyPr wrap="none">
            <a:spAutoFit/>
          </a:bodyPr>
          <a:lstStyle/>
          <a:p>
            <a:pPr>
              <a:defRPr/>
            </a:pPr>
            <a:r>
              <a:rPr lang="en-US" altLang="zh-CN" b="1" dirty="0">
                <a:effectLst>
                  <a:outerShdw blurRad="38100" dist="38100" dir="2700000" algn="tl">
                    <a:srgbClr val="C0C0C0"/>
                  </a:outerShdw>
                </a:effectLst>
              </a:rPr>
              <a:t>0          1            2            3            4           5         </a:t>
            </a:r>
            <a:r>
              <a:rPr lang="en-US" altLang="zh-CN" b="1" i="1" dirty="0">
                <a:effectLst>
                  <a:outerShdw blurRad="38100" dist="38100" dir="2700000" algn="tl">
                    <a:srgbClr val="C0C0C0"/>
                  </a:outerShdw>
                </a:effectLst>
              </a:rPr>
              <a:t>pivot</a:t>
            </a:r>
            <a:endParaRPr lang="en-US" altLang="zh-CN" b="1" dirty="0">
              <a:effectLst>
                <a:outerShdw blurRad="38100" dist="38100" dir="2700000" algn="tl">
                  <a:srgbClr val="C0C0C0"/>
                </a:outerShdw>
              </a:effectLst>
            </a:endParaRPr>
          </a:p>
        </p:txBody>
      </p:sp>
      <p:sp>
        <p:nvSpPr>
          <p:cNvPr id="323591" name="Text Box 7">
            <a:extLst>
              <a:ext uri="{FF2B5EF4-FFF2-40B4-BE49-F238E27FC236}">
                <a16:creationId xmlns:a16="http://schemas.microsoft.com/office/drawing/2014/main" id="{8FB4BEB9-7B93-F82F-AEA2-36FDE5ED77C4}"/>
              </a:ext>
            </a:extLst>
          </p:cNvPr>
          <p:cNvSpPr txBox="1">
            <a:spLocks noChangeArrowheads="1"/>
          </p:cNvSpPr>
          <p:nvPr/>
        </p:nvSpPr>
        <p:spPr bwMode="auto">
          <a:xfrm>
            <a:off x="441325" y="806450"/>
            <a:ext cx="901700" cy="519113"/>
          </a:xfrm>
          <a:prstGeom prst="rect">
            <a:avLst/>
          </a:prstGeom>
          <a:noFill/>
          <a:ln w="9525">
            <a:noFill/>
            <a:miter lim="800000"/>
            <a:headEnd/>
            <a:tailEnd/>
          </a:ln>
        </p:spPr>
        <p:txBody>
          <a:bodyPr wrap="none">
            <a:spAutoFit/>
          </a:bodyPr>
          <a:lstStyle/>
          <a:p>
            <a:pPr>
              <a:defRPr/>
            </a:pPr>
            <a:r>
              <a:rPr lang="zh-CN" altLang="en-US" sz="2800" b="1">
                <a:solidFill>
                  <a:schemeClr val="tx2"/>
                </a:solidFill>
                <a:effectLst>
                  <a:outerShdw blurRad="38100" dist="38100" dir="2700000" algn="tl">
                    <a:srgbClr val="C0C0C0"/>
                  </a:outerShdw>
                </a:effectLst>
                <a:ea typeface="隶书" pitchFamily="49" charset="-122"/>
              </a:rPr>
              <a:t>初始</a:t>
            </a:r>
            <a:endParaRPr lang="zh-CN" altLang="en-US">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592" name="Rectangle 8" descr="白色大理石">
            <a:extLst>
              <a:ext uri="{FF2B5EF4-FFF2-40B4-BE49-F238E27FC236}">
                <a16:creationId xmlns:a16="http://schemas.microsoft.com/office/drawing/2014/main" id="{508BFB0E-3108-796D-AE06-88248BD4FFFA}"/>
              </a:ext>
            </a:extLst>
          </p:cNvPr>
          <p:cNvSpPr>
            <a:spLocks noChangeArrowheads="1"/>
          </p:cNvSpPr>
          <p:nvPr/>
        </p:nvSpPr>
        <p:spPr bwMode="auto">
          <a:xfrm>
            <a:off x="2362200" y="1676400"/>
            <a:ext cx="39624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dirty="0">
                <a:solidFill>
                  <a:schemeClr val="tx2"/>
                </a:solidFill>
                <a:effectLst>
                  <a:outerShdw blurRad="38100" dist="38100" dir="2700000" algn="tl">
                    <a:srgbClr val="C0C0C0"/>
                  </a:outerShdw>
                </a:effectLst>
              </a:rPr>
              <a:t> </a:t>
            </a:r>
            <a:r>
              <a:rPr lang="en-US" altLang="zh-CN" sz="2800" b="1" dirty="0">
                <a:solidFill>
                  <a:srgbClr val="FF3300"/>
                </a:solidFill>
                <a:effectLst>
                  <a:outerShdw blurRad="38100" dist="38100" dir="2700000" algn="tl">
                    <a:srgbClr val="C0C0C0"/>
                  </a:outerShdw>
                </a:effectLst>
              </a:rPr>
              <a:t>16</a:t>
            </a:r>
            <a:r>
              <a:rPr lang="en-US" altLang="zh-CN" sz="2800" b="1" dirty="0">
                <a:solidFill>
                  <a:schemeClr val="bg2"/>
                </a:solidFill>
                <a:effectLst>
                  <a:outerShdw blurRad="38100" dist="38100" dir="2700000" algn="tl">
                    <a:srgbClr val="C0C0C0"/>
                  </a:outerShdw>
                </a:effectLst>
              </a:rPr>
              <a:t>     </a:t>
            </a:r>
            <a:r>
              <a:rPr lang="en-US" altLang="zh-CN" sz="2800" b="1" dirty="0">
                <a:solidFill>
                  <a:srgbClr val="92D050"/>
                </a:solidFill>
                <a:effectLst>
                  <a:outerShdw blurRad="38100" dist="38100" dir="2700000" algn="tl">
                    <a:srgbClr val="C0C0C0"/>
                  </a:outerShdw>
                </a:effectLst>
              </a:rPr>
              <a:t>21     25     25*   49</a:t>
            </a:r>
            <a:endParaRPr lang="en-US" altLang="zh-CN" dirty="0">
              <a:solidFill>
                <a:srgbClr val="92D05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593" name="Rectangle 9" descr="白色大理石">
            <a:extLst>
              <a:ext uri="{FF2B5EF4-FFF2-40B4-BE49-F238E27FC236}">
                <a16:creationId xmlns:a16="http://schemas.microsoft.com/office/drawing/2014/main" id="{27F36FD7-6149-1FD7-B417-F75AFC8AD076}"/>
              </a:ext>
            </a:extLst>
          </p:cNvPr>
          <p:cNvSpPr>
            <a:spLocks noChangeArrowheads="1"/>
          </p:cNvSpPr>
          <p:nvPr/>
        </p:nvSpPr>
        <p:spPr bwMode="auto">
          <a:xfrm>
            <a:off x="1447800" y="1676400"/>
            <a:ext cx="7620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a:solidFill>
                  <a:schemeClr val="tx2"/>
                </a:solidFill>
                <a:effectLst>
                  <a:outerShdw blurRad="38100" dist="38100" dir="2700000" algn="tl">
                    <a:srgbClr val="C0C0C0"/>
                  </a:outerShdw>
                </a:effectLst>
              </a:rPr>
              <a:t>  </a:t>
            </a:r>
            <a:r>
              <a:rPr lang="en-US" altLang="zh-CN" sz="2800" b="1">
                <a:solidFill>
                  <a:srgbClr val="0000FF"/>
                </a:solidFill>
                <a:effectLst>
                  <a:outerShdw blurRad="38100" dist="38100" dir="2700000" algn="tl">
                    <a:srgbClr val="C0C0C0"/>
                  </a:outerShdw>
                </a:effectLst>
              </a:rPr>
              <a:t>08</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594" name="Rectangle 10" descr="白色大理石">
            <a:extLst>
              <a:ext uri="{FF2B5EF4-FFF2-40B4-BE49-F238E27FC236}">
                <a16:creationId xmlns:a16="http://schemas.microsoft.com/office/drawing/2014/main" id="{7CD623F5-D59F-1FBA-7B15-8523B58273A9}"/>
              </a:ext>
            </a:extLst>
          </p:cNvPr>
          <p:cNvSpPr>
            <a:spLocks noChangeArrowheads="1"/>
          </p:cNvSpPr>
          <p:nvPr/>
        </p:nvSpPr>
        <p:spPr bwMode="auto">
          <a:xfrm>
            <a:off x="6553200" y="1676400"/>
            <a:ext cx="8382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lgn="ctr">
              <a:defRPr/>
            </a:pPr>
            <a:r>
              <a:rPr lang="en-US" altLang="zh-CN" sz="2800" b="1">
                <a:solidFill>
                  <a:srgbClr val="FF3300"/>
                </a:solidFill>
                <a:effectLst>
                  <a:outerShdw blurRad="38100" dist="38100" dir="2700000" algn="tl">
                    <a:srgbClr val="C0C0C0"/>
                  </a:outerShdw>
                </a:effectLst>
              </a:rPr>
              <a:t>16</a:t>
            </a:r>
          </a:p>
        </p:txBody>
      </p:sp>
      <p:sp>
        <p:nvSpPr>
          <p:cNvPr id="323595" name="Rectangle 11" descr="白色大理石">
            <a:extLst>
              <a:ext uri="{FF2B5EF4-FFF2-40B4-BE49-F238E27FC236}">
                <a16:creationId xmlns:a16="http://schemas.microsoft.com/office/drawing/2014/main" id="{53DE6575-AD16-FC6B-3C57-8E6639F387C0}"/>
              </a:ext>
            </a:extLst>
          </p:cNvPr>
          <p:cNvSpPr>
            <a:spLocks noChangeArrowheads="1"/>
          </p:cNvSpPr>
          <p:nvPr/>
        </p:nvSpPr>
        <p:spPr bwMode="auto">
          <a:xfrm>
            <a:off x="3200400" y="2438400"/>
            <a:ext cx="31242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dirty="0">
                <a:solidFill>
                  <a:schemeClr val="bg2"/>
                </a:solidFill>
                <a:effectLst>
                  <a:outerShdw blurRad="38100" dist="38100" dir="2700000" algn="tl">
                    <a:srgbClr val="C0C0C0"/>
                  </a:outerShdw>
                </a:effectLst>
              </a:rPr>
              <a:t> </a:t>
            </a:r>
            <a:r>
              <a:rPr lang="en-US" altLang="zh-CN" sz="2800" b="1" dirty="0">
                <a:solidFill>
                  <a:srgbClr val="FF3300"/>
                </a:solidFill>
                <a:effectLst>
                  <a:outerShdw blurRad="38100" dist="38100" dir="2700000" algn="tl">
                    <a:srgbClr val="C0C0C0"/>
                  </a:outerShdw>
                </a:effectLst>
              </a:rPr>
              <a:t>21</a:t>
            </a:r>
            <a:r>
              <a:rPr lang="en-US" altLang="zh-CN" sz="2800" b="1" dirty="0">
                <a:solidFill>
                  <a:schemeClr val="bg2"/>
                </a:solidFill>
                <a:effectLst>
                  <a:outerShdw blurRad="38100" dist="38100" dir="2700000" algn="tl">
                    <a:srgbClr val="C0C0C0"/>
                  </a:outerShdw>
                </a:effectLst>
              </a:rPr>
              <a:t>     </a:t>
            </a:r>
            <a:r>
              <a:rPr lang="en-US" altLang="zh-CN" sz="2800" b="1" dirty="0">
                <a:solidFill>
                  <a:srgbClr val="92D050"/>
                </a:solidFill>
                <a:effectLst>
                  <a:outerShdw blurRad="38100" dist="38100" dir="2700000" algn="tl">
                    <a:srgbClr val="C0C0C0"/>
                  </a:outerShdw>
                </a:effectLst>
              </a:rPr>
              <a:t>25     25*   49</a:t>
            </a:r>
            <a:endParaRPr lang="en-US" altLang="zh-CN" dirty="0">
              <a:solidFill>
                <a:srgbClr val="92D05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596" name="Rectangle 12" descr="白色大理石">
            <a:extLst>
              <a:ext uri="{FF2B5EF4-FFF2-40B4-BE49-F238E27FC236}">
                <a16:creationId xmlns:a16="http://schemas.microsoft.com/office/drawing/2014/main" id="{1EE284FD-6265-9186-4EBE-F86410F4742E}"/>
              </a:ext>
            </a:extLst>
          </p:cNvPr>
          <p:cNvSpPr>
            <a:spLocks noChangeArrowheads="1"/>
          </p:cNvSpPr>
          <p:nvPr/>
        </p:nvSpPr>
        <p:spPr bwMode="auto">
          <a:xfrm>
            <a:off x="6553200" y="2438400"/>
            <a:ext cx="8382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lgn="ctr">
              <a:defRPr/>
            </a:pPr>
            <a:r>
              <a:rPr lang="en-US" altLang="zh-CN" sz="2800" b="1">
                <a:solidFill>
                  <a:srgbClr val="FF3300"/>
                </a:solidFill>
                <a:effectLst>
                  <a:outerShdw blurRad="38100" dist="38100" dir="2700000" algn="tl">
                    <a:srgbClr val="C0C0C0"/>
                  </a:outerShdw>
                </a:effectLst>
              </a:rPr>
              <a:t>21</a:t>
            </a:r>
          </a:p>
        </p:txBody>
      </p:sp>
      <p:sp>
        <p:nvSpPr>
          <p:cNvPr id="323597" name="Rectangle 13" descr="白色大理石">
            <a:extLst>
              <a:ext uri="{FF2B5EF4-FFF2-40B4-BE49-F238E27FC236}">
                <a16:creationId xmlns:a16="http://schemas.microsoft.com/office/drawing/2014/main" id="{35AB681A-410B-41CF-E7FF-D98C44BBF5F9}"/>
              </a:ext>
            </a:extLst>
          </p:cNvPr>
          <p:cNvSpPr>
            <a:spLocks noChangeArrowheads="1"/>
          </p:cNvSpPr>
          <p:nvPr/>
        </p:nvSpPr>
        <p:spPr bwMode="auto">
          <a:xfrm>
            <a:off x="1447800" y="2438400"/>
            <a:ext cx="16002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a:solidFill>
                  <a:schemeClr val="tx2"/>
                </a:solidFill>
                <a:effectLst>
                  <a:outerShdw blurRad="38100" dist="38100" dir="2700000" algn="tl">
                    <a:srgbClr val="C0C0C0"/>
                  </a:outerShdw>
                </a:effectLst>
              </a:rPr>
              <a:t>  </a:t>
            </a:r>
            <a:r>
              <a:rPr lang="en-US" altLang="zh-CN" sz="2800" b="1">
                <a:solidFill>
                  <a:srgbClr val="0000FF"/>
                </a:solidFill>
                <a:effectLst>
                  <a:outerShdw blurRad="38100" dist="38100" dir="2700000" algn="tl">
                    <a:srgbClr val="C0C0C0"/>
                  </a:outerShdw>
                </a:effectLst>
              </a:rPr>
              <a:t>08     16</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598" name="Rectangle 14" descr="白色大理石">
            <a:extLst>
              <a:ext uri="{FF2B5EF4-FFF2-40B4-BE49-F238E27FC236}">
                <a16:creationId xmlns:a16="http://schemas.microsoft.com/office/drawing/2014/main" id="{F70C6C46-01BB-C00E-64EE-586D7E0BD2D7}"/>
              </a:ext>
            </a:extLst>
          </p:cNvPr>
          <p:cNvSpPr>
            <a:spLocks noChangeArrowheads="1"/>
          </p:cNvSpPr>
          <p:nvPr/>
        </p:nvSpPr>
        <p:spPr bwMode="auto">
          <a:xfrm>
            <a:off x="6553200" y="3200400"/>
            <a:ext cx="8382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lgn="ctr">
              <a:defRPr/>
            </a:pPr>
            <a:r>
              <a:rPr lang="en-US" altLang="zh-CN" sz="2800" b="1">
                <a:solidFill>
                  <a:srgbClr val="FF3300"/>
                </a:solidFill>
                <a:effectLst>
                  <a:outerShdw blurRad="38100" dist="38100" dir="2700000" algn="tl">
                    <a:srgbClr val="C0C0C0"/>
                  </a:outerShdw>
                </a:effectLst>
              </a:rPr>
              <a:t>25</a:t>
            </a:r>
          </a:p>
        </p:txBody>
      </p:sp>
      <p:sp>
        <p:nvSpPr>
          <p:cNvPr id="323599" name="Rectangle 15" descr="白色大理石">
            <a:extLst>
              <a:ext uri="{FF2B5EF4-FFF2-40B4-BE49-F238E27FC236}">
                <a16:creationId xmlns:a16="http://schemas.microsoft.com/office/drawing/2014/main" id="{13172EAC-8DFF-60BC-4C7D-46B8A0FD0B06}"/>
              </a:ext>
            </a:extLst>
          </p:cNvPr>
          <p:cNvSpPr>
            <a:spLocks noChangeArrowheads="1"/>
          </p:cNvSpPr>
          <p:nvPr/>
        </p:nvSpPr>
        <p:spPr bwMode="auto">
          <a:xfrm>
            <a:off x="4038600" y="3200400"/>
            <a:ext cx="22860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dirty="0">
                <a:solidFill>
                  <a:schemeClr val="bg2"/>
                </a:solidFill>
                <a:effectLst>
                  <a:outerShdw blurRad="38100" dist="38100" dir="2700000" algn="tl">
                    <a:srgbClr val="C0C0C0"/>
                  </a:outerShdw>
                </a:effectLst>
              </a:rPr>
              <a:t> </a:t>
            </a:r>
            <a:r>
              <a:rPr lang="en-US" altLang="zh-CN" sz="2800" b="1" dirty="0">
                <a:solidFill>
                  <a:srgbClr val="FF3300"/>
                </a:solidFill>
                <a:effectLst>
                  <a:outerShdw blurRad="38100" dist="38100" dir="2700000" algn="tl">
                    <a:srgbClr val="C0C0C0"/>
                  </a:outerShdw>
                </a:effectLst>
              </a:rPr>
              <a:t>25</a:t>
            </a:r>
            <a:r>
              <a:rPr lang="en-US" altLang="zh-CN" sz="2800" b="1" dirty="0">
                <a:solidFill>
                  <a:schemeClr val="bg2"/>
                </a:solidFill>
                <a:effectLst>
                  <a:outerShdw blurRad="38100" dist="38100" dir="2700000" algn="tl">
                    <a:srgbClr val="C0C0C0"/>
                  </a:outerShdw>
                </a:effectLst>
              </a:rPr>
              <a:t>     </a:t>
            </a:r>
            <a:r>
              <a:rPr lang="en-US" altLang="zh-CN" sz="2800" b="1" dirty="0">
                <a:solidFill>
                  <a:srgbClr val="92D050"/>
                </a:solidFill>
                <a:effectLst>
                  <a:outerShdw blurRad="38100" dist="38100" dir="2700000" algn="tl">
                    <a:srgbClr val="C0C0C0"/>
                  </a:outerShdw>
                </a:effectLst>
              </a:rPr>
              <a:t>25*   49</a:t>
            </a:r>
            <a:endParaRPr lang="en-US" altLang="zh-CN" dirty="0">
              <a:solidFill>
                <a:srgbClr val="92D05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600" name="Rectangle 16" descr="白色大理石">
            <a:extLst>
              <a:ext uri="{FF2B5EF4-FFF2-40B4-BE49-F238E27FC236}">
                <a16:creationId xmlns:a16="http://schemas.microsoft.com/office/drawing/2014/main" id="{95ADEF04-DE21-085B-284C-6D994B59691D}"/>
              </a:ext>
            </a:extLst>
          </p:cNvPr>
          <p:cNvSpPr>
            <a:spLocks noChangeArrowheads="1"/>
          </p:cNvSpPr>
          <p:nvPr/>
        </p:nvSpPr>
        <p:spPr bwMode="auto">
          <a:xfrm>
            <a:off x="1447800" y="3200400"/>
            <a:ext cx="24384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a:solidFill>
                  <a:schemeClr val="tx2"/>
                </a:solidFill>
                <a:effectLst>
                  <a:outerShdw blurRad="38100" dist="38100" dir="2700000" algn="tl">
                    <a:srgbClr val="C0C0C0"/>
                  </a:outerShdw>
                </a:effectLst>
              </a:rPr>
              <a:t>  </a:t>
            </a:r>
            <a:r>
              <a:rPr lang="en-US" altLang="zh-CN" sz="2800" b="1">
                <a:solidFill>
                  <a:srgbClr val="0000FF"/>
                </a:solidFill>
                <a:effectLst>
                  <a:outerShdw blurRad="38100" dist="38100" dir="2700000" algn="tl">
                    <a:srgbClr val="C0C0C0"/>
                  </a:outerShdw>
                </a:effectLst>
              </a:rPr>
              <a:t>08     16      21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601" name="Rectangle 17" descr="白色大理石">
            <a:extLst>
              <a:ext uri="{FF2B5EF4-FFF2-40B4-BE49-F238E27FC236}">
                <a16:creationId xmlns:a16="http://schemas.microsoft.com/office/drawing/2014/main" id="{B3E0DC3F-B83F-FD21-30BC-05F91A84E46D}"/>
              </a:ext>
            </a:extLst>
          </p:cNvPr>
          <p:cNvSpPr>
            <a:spLocks noChangeArrowheads="1"/>
          </p:cNvSpPr>
          <p:nvPr/>
        </p:nvSpPr>
        <p:spPr bwMode="auto">
          <a:xfrm>
            <a:off x="4876800" y="3962400"/>
            <a:ext cx="14478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dirty="0">
                <a:solidFill>
                  <a:schemeClr val="bg2"/>
                </a:solidFill>
                <a:effectLst>
                  <a:outerShdw blurRad="38100" dist="38100" dir="2700000" algn="tl">
                    <a:srgbClr val="C0C0C0"/>
                  </a:outerShdw>
                </a:effectLst>
              </a:rPr>
              <a:t>  </a:t>
            </a:r>
            <a:r>
              <a:rPr lang="en-US" altLang="zh-CN" sz="2800" b="1" dirty="0">
                <a:solidFill>
                  <a:srgbClr val="FF3300"/>
                </a:solidFill>
                <a:effectLst>
                  <a:outerShdw blurRad="38100" dist="38100" dir="2700000" algn="tl">
                    <a:srgbClr val="C0C0C0"/>
                  </a:outerShdw>
                </a:effectLst>
              </a:rPr>
              <a:t>25*</a:t>
            </a:r>
            <a:r>
              <a:rPr lang="en-US" altLang="zh-CN" sz="2800" b="1" dirty="0">
                <a:solidFill>
                  <a:schemeClr val="bg2"/>
                </a:solidFill>
                <a:effectLst>
                  <a:outerShdw blurRad="38100" dist="38100" dir="2700000" algn="tl">
                    <a:srgbClr val="C0C0C0"/>
                  </a:outerShdw>
                </a:effectLst>
              </a:rPr>
              <a:t>  </a:t>
            </a:r>
            <a:r>
              <a:rPr lang="en-US" altLang="zh-CN" sz="2800" b="1" dirty="0">
                <a:solidFill>
                  <a:srgbClr val="92D050"/>
                </a:solidFill>
                <a:effectLst>
                  <a:outerShdw blurRad="38100" dist="38100" dir="2700000" algn="tl">
                    <a:srgbClr val="C0C0C0"/>
                  </a:outerShdw>
                </a:effectLst>
              </a:rPr>
              <a:t>49</a:t>
            </a:r>
            <a:endParaRPr lang="en-US" altLang="zh-CN" dirty="0">
              <a:solidFill>
                <a:srgbClr val="92D05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602" name="Rectangle 18" descr="白色大理石">
            <a:extLst>
              <a:ext uri="{FF2B5EF4-FFF2-40B4-BE49-F238E27FC236}">
                <a16:creationId xmlns:a16="http://schemas.microsoft.com/office/drawing/2014/main" id="{CAB52C01-AA20-50F9-C4E5-F8C69A65EA9B}"/>
              </a:ext>
            </a:extLst>
          </p:cNvPr>
          <p:cNvSpPr>
            <a:spLocks noChangeArrowheads="1"/>
          </p:cNvSpPr>
          <p:nvPr/>
        </p:nvSpPr>
        <p:spPr bwMode="auto">
          <a:xfrm>
            <a:off x="6553200" y="3962400"/>
            <a:ext cx="8382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lgn="ctr">
              <a:defRPr/>
            </a:pPr>
            <a:r>
              <a:rPr lang="en-US" altLang="zh-CN" sz="2800" b="1">
                <a:solidFill>
                  <a:srgbClr val="FF3300"/>
                </a:solidFill>
                <a:effectLst>
                  <a:outerShdw blurRad="38100" dist="38100" dir="2700000" algn="tl">
                    <a:srgbClr val="C0C0C0"/>
                  </a:outerShdw>
                </a:effectLst>
              </a:rPr>
              <a:t>25*</a:t>
            </a:r>
          </a:p>
        </p:txBody>
      </p:sp>
      <p:sp>
        <p:nvSpPr>
          <p:cNvPr id="323603" name="Rectangle 19" descr="白色大理石">
            <a:extLst>
              <a:ext uri="{FF2B5EF4-FFF2-40B4-BE49-F238E27FC236}">
                <a16:creationId xmlns:a16="http://schemas.microsoft.com/office/drawing/2014/main" id="{9D3A8FB4-988A-5287-A3BD-33C7E837F087}"/>
              </a:ext>
            </a:extLst>
          </p:cNvPr>
          <p:cNvSpPr>
            <a:spLocks noChangeArrowheads="1"/>
          </p:cNvSpPr>
          <p:nvPr/>
        </p:nvSpPr>
        <p:spPr bwMode="auto">
          <a:xfrm>
            <a:off x="1447800" y="3962400"/>
            <a:ext cx="32766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a:solidFill>
                  <a:schemeClr val="tx2"/>
                </a:solidFill>
                <a:effectLst>
                  <a:outerShdw blurRad="38100" dist="38100" dir="2700000" algn="tl">
                    <a:srgbClr val="C0C0C0"/>
                  </a:outerShdw>
                </a:effectLst>
              </a:rPr>
              <a:t>  </a:t>
            </a:r>
            <a:r>
              <a:rPr lang="en-US" altLang="zh-CN" sz="2800" b="1">
                <a:solidFill>
                  <a:srgbClr val="0000FF"/>
                </a:solidFill>
                <a:effectLst>
                  <a:outerShdw blurRad="38100" dist="38100" dir="2700000" algn="tl">
                    <a:srgbClr val="C0C0C0"/>
                  </a:outerShdw>
                </a:effectLst>
              </a:rPr>
              <a:t>08     16      21     25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604" name="Rectangle 20" descr="白色大理石">
            <a:extLst>
              <a:ext uri="{FF2B5EF4-FFF2-40B4-BE49-F238E27FC236}">
                <a16:creationId xmlns:a16="http://schemas.microsoft.com/office/drawing/2014/main" id="{B4E8139B-2BBB-048F-C461-C45302EED110}"/>
              </a:ext>
            </a:extLst>
          </p:cNvPr>
          <p:cNvSpPr>
            <a:spLocks noChangeArrowheads="1"/>
          </p:cNvSpPr>
          <p:nvPr/>
        </p:nvSpPr>
        <p:spPr bwMode="auto">
          <a:xfrm>
            <a:off x="6553200" y="4724400"/>
            <a:ext cx="8382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lgn="ctr">
              <a:defRPr/>
            </a:pPr>
            <a:endParaRPr lang="zh-CN" altLang="zh-CN" sz="2800" b="1">
              <a:solidFill>
                <a:srgbClr val="FF3300"/>
              </a:solidFill>
              <a:effectLst>
                <a:outerShdw blurRad="38100" dist="38100" dir="2700000" algn="tl">
                  <a:srgbClr val="C0C0C0"/>
                </a:outerShdw>
              </a:effectLst>
            </a:endParaRPr>
          </a:p>
        </p:txBody>
      </p:sp>
      <p:sp>
        <p:nvSpPr>
          <p:cNvPr id="323605" name="Rectangle 21" descr="白色大理石">
            <a:extLst>
              <a:ext uri="{FF2B5EF4-FFF2-40B4-BE49-F238E27FC236}">
                <a16:creationId xmlns:a16="http://schemas.microsoft.com/office/drawing/2014/main" id="{76604C77-F08F-F357-47E9-1FEDE85994BE}"/>
              </a:ext>
            </a:extLst>
          </p:cNvPr>
          <p:cNvSpPr>
            <a:spLocks noChangeArrowheads="1"/>
          </p:cNvSpPr>
          <p:nvPr/>
        </p:nvSpPr>
        <p:spPr bwMode="auto">
          <a:xfrm>
            <a:off x="5791200" y="4724400"/>
            <a:ext cx="5334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dirty="0">
                <a:solidFill>
                  <a:srgbClr val="92D050"/>
                </a:solidFill>
                <a:effectLst>
                  <a:outerShdw blurRad="38100" dist="38100" dir="2700000" algn="tl">
                    <a:srgbClr val="C0C0C0"/>
                  </a:outerShdw>
                </a:effectLst>
              </a:rPr>
              <a:t>49</a:t>
            </a:r>
            <a:endParaRPr lang="en-US" altLang="zh-CN" dirty="0">
              <a:solidFill>
                <a:srgbClr val="92D05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606" name="Rectangle 22" descr="白色大理石">
            <a:extLst>
              <a:ext uri="{FF2B5EF4-FFF2-40B4-BE49-F238E27FC236}">
                <a16:creationId xmlns:a16="http://schemas.microsoft.com/office/drawing/2014/main" id="{23A28784-C157-79BC-7B95-822087924962}"/>
              </a:ext>
            </a:extLst>
          </p:cNvPr>
          <p:cNvSpPr>
            <a:spLocks noChangeArrowheads="1"/>
          </p:cNvSpPr>
          <p:nvPr/>
        </p:nvSpPr>
        <p:spPr bwMode="auto">
          <a:xfrm>
            <a:off x="1447800" y="4724400"/>
            <a:ext cx="41910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dirty="0">
                <a:solidFill>
                  <a:schemeClr val="tx2"/>
                </a:solidFill>
                <a:effectLst>
                  <a:outerShdw blurRad="38100" dist="38100" dir="2700000" algn="tl">
                    <a:srgbClr val="C0C0C0"/>
                  </a:outerShdw>
                </a:effectLst>
              </a:rPr>
              <a:t>  </a:t>
            </a:r>
            <a:r>
              <a:rPr lang="en-US" altLang="zh-CN" sz="2800" b="1" dirty="0">
                <a:solidFill>
                  <a:srgbClr val="0000FF"/>
                </a:solidFill>
                <a:effectLst>
                  <a:outerShdw blurRad="38100" dist="38100" dir="2700000" algn="tl">
                    <a:srgbClr val="C0C0C0"/>
                  </a:outerShdw>
                </a:effectLst>
              </a:rPr>
              <a:t>08     16      21     25  25*</a:t>
            </a:r>
            <a:endParaRPr lang="en-US" altLang="zh-CN" dirty="0">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607" name="Text Box 23">
            <a:extLst>
              <a:ext uri="{FF2B5EF4-FFF2-40B4-BE49-F238E27FC236}">
                <a16:creationId xmlns:a16="http://schemas.microsoft.com/office/drawing/2014/main" id="{CE783DC5-A6F6-AAA2-7386-23CC16CE047C}"/>
              </a:ext>
            </a:extLst>
          </p:cNvPr>
          <p:cNvSpPr txBox="1">
            <a:spLocks noChangeArrowheads="1"/>
          </p:cNvSpPr>
          <p:nvPr/>
        </p:nvSpPr>
        <p:spPr bwMode="auto">
          <a:xfrm>
            <a:off x="436563" y="1571625"/>
            <a:ext cx="841375" cy="519113"/>
          </a:xfrm>
          <a:prstGeom prst="rect">
            <a:avLst/>
          </a:prstGeom>
          <a:noFill/>
          <a:ln w="9525">
            <a:noFill/>
            <a:miter lim="800000"/>
            <a:headEnd/>
            <a:tailEnd/>
          </a:ln>
        </p:spPr>
        <p:txBody>
          <a:bodyPr wrap="none">
            <a:spAutoFit/>
          </a:bodyPr>
          <a:lstStyle/>
          <a:p>
            <a:pPr>
              <a:defRPr/>
            </a:pPr>
            <a:r>
              <a:rPr lang="en-US" altLang="zh-CN" sz="28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608" name="Text Box 24">
            <a:extLst>
              <a:ext uri="{FF2B5EF4-FFF2-40B4-BE49-F238E27FC236}">
                <a16:creationId xmlns:a16="http://schemas.microsoft.com/office/drawing/2014/main" id="{C6D4F5F3-E59E-FCF4-581C-255CF86FD592}"/>
              </a:ext>
            </a:extLst>
          </p:cNvPr>
          <p:cNvSpPr txBox="1">
            <a:spLocks noChangeArrowheads="1"/>
          </p:cNvSpPr>
          <p:nvPr/>
        </p:nvSpPr>
        <p:spPr bwMode="auto">
          <a:xfrm>
            <a:off x="457200" y="2376488"/>
            <a:ext cx="841375" cy="519112"/>
          </a:xfrm>
          <a:prstGeom prst="rect">
            <a:avLst/>
          </a:prstGeom>
          <a:noFill/>
          <a:ln w="9525">
            <a:noFill/>
            <a:miter lim="800000"/>
            <a:headEnd/>
            <a:tailEnd/>
          </a:ln>
        </p:spPr>
        <p:txBody>
          <a:bodyPr wrap="none">
            <a:spAutoFit/>
          </a:bodyPr>
          <a:lstStyle/>
          <a:p>
            <a:pPr>
              <a:defRPr/>
            </a:pPr>
            <a:r>
              <a:rPr lang="en-US" altLang="zh-CN" sz="28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609" name="Text Box 25">
            <a:extLst>
              <a:ext uri="{FF2B5EF4-FFF2-40B4-BE49-F238E27FC236}">
                <a16:creationId xmlns:a16="http://schemas.microsoft.com/office/drawing/2014/main" id="{C4290748-B840-9082-3AF1-5B379AF84BDC}"/>
              </a:ext>
            </a:extLst>
          </p:cNvPr>
          <p:cNvSpPr txBox="1">
            <a:spLocks noChangeArrowheads="1"/>
          </p:cNvSpPr>
          <p:nvPr/>
        </p:nvSpPr>
        <p:spPr bwMode="auto">
          <a:xfrm>
            <a:off x="457200" y="3138488"/>
            <a:ext cx="841375" cy="519112"/>
          </a:xfrm>
          <a:prstGeom prst="rect">
            <a:avLst/>
          </a:prstGeom>
          <a:noFill/>
          <a:ln w="9525">
            <a:noFill/>
            <a:miter lim="800000"/>
            <a:headEnd/>
            <a:tailEnd/>
          </a:ln>
        </p:spPr>
        <p:txBody>
          <a:bodyPr wrap="none">
            <a:spAutoFit/>
          </a:bodyPr>
          <a:lstStyle/>
          <a:p>
            <a:pPr>
              <a:defRPr/>
            </a:pPr>
            <a:r>
              <a:rPr lang="en-US" altLang="zh-CN" sz="28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610" name="Text Box 26">
            <a:extLst>
              <a:ext uri="{FF2B5EF4-FFF2-40B4-BE49-F238E27FC236}">
                <a16:creationId xmlns:a16="http://schemas.microsoft.com/office/drawing/2014/main" id="{2306FB5E-586E-79D0-D01A-7E817762841D}"/>
              </a:ext>
            </a:extLst>
          </p:cNvPr>
          <p:cNvSpPr txBox="1">
            <a:spLocks noChangeArrowheads="1"/>
          </p:cNvSpPr>
          <p:nvPr/>
        </p:nvSpPr>
        <p:spPr bwMode="auto">
          <a:xfrm>
            <a:off x="457200" y="3900488"/>
            <a:ext cx="841375" cy="519112"/>
          </a:xfrm>
          <a:prstGeom prst="rect">
            <a:avLst/>
          </a:prstGeom>
          <a:noFill/>
          <a:ln w="9525">
            <a:noFill/>
            <a:miter lim="800000"/>
            <a:headEnd/>
            <a:tailEnd/>
          </a:ln>
        </p:spPr>
        <p:txBody>
          <a:bodyPr wrap="none">
            <a:spAutoFit/>
          </a:bodyPr>
          <a:lstStyle/>
          <a:p>
            <a:pPr>
              <a:defRPr/>
            </a:pPr>
            <a:r>
              <a:rPr lang="en-US" altLang="zh-CN" sz="28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3611" name="Text Box 27">
            <a:extLst>
              <a:ext uri="{FF2B5EF4-FFF2-40B4-BE49-F238E27FC236}">
                <a16:creationId xmlns:a16="http://schemas.microsoft.com/office/drawing/2014/main" id="{82B051B9-EDE6-CD24-71F0-8F6711D15966}"/>
              </a:ext>
            </a:extLst>
          </p:cNvPr>
          <p:cNvSpPr txBox="1">
            <a:spLocks noChangeArrowheads="1"/>
          </p:cNvSpPr>
          <p:nvPr/>
        </p:nvSpPr>
        <p:spPr bwMode="auto">
          <a:xfrm>
            <a:off x="457200" y="4662488"/>
            <a:ext cx="841375" cy="519112"/>
          </a:xfrm>
          <a:prstGeom prst="rect">
            <a:avLst/>
          </a:prstGeom>
          <a:noFill/>
          <a:ln w="9525">
            <a:noFill/>
            <a:miter lim="800000"/>
            <a:headEnd/>
            <a:tailEnd/>
          </a:ln>
        </p:spPr>
        <p:txBody>
          <a:bodyPr wrap="none">
            <a:spAutoFit/>
          </a:bodyPr>
          <a:lstStyle/>
          <a:p>
            <a:pPr>
              <a:defRPr/>
            </a:pPr>
            <a:r>
              <a:rPr lang="en-US" altLang="zh-CN" sz="28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2" name="灯片编号占位符 1">
            <a:extLst>
              <a:ext uri="{FF2B5EF4-FFF2-40B4-BE49-F238E27FC236}">
                <a16:creationId xmlns:a16="http://schemas.microsoft.com/office/drawing/2014/main" id="{707D91EF-488F-2E44-C2E1-5B95D17C3AD9}"/>
              </a:ext>
            </a:extLst>
          </p:cNvPr>
          <p:cNvSpPr>
            <a:spLocks noGrp="1"/>
          </p:cNvSpPr>
          <p:nvPr>
            <p:ph type="sldNum" sz="quarter" idx="12"/>
          </p:nvPr>
        </p:nvSpPr>
        <p:spPr/>
        <p:txBody>
          <a:bodyPr/>
          <a:lstStyle/>
          <a:p>
            <a:pPr>
              <a:defRPr/>
            </a:pPr>
            <a:fld id="{04E4ECFC-90A4-46B6-B7C1-F55F5037C096}" type="slidenum">
              <a:rPr lang="en-US" altLang="zh-CN" smtClean="0"/>
              <a:pPr>
                <a:defRPr/>
              </a:pPr>
              <a:t>40</a:t>
            </a:fld>
            <a:endParaRPr lang="en-US" altLang="zh-CN"/>
          </a:p>
        </p:txBody>
      </p:sp>
    </p:spTree>
  </p:cSld>
  <p:clrMapOvr>
    <a:masterClrMapping/>
  </p:clrMapOvr>
  <p:transition>
    <p:spli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CEBBDFF-B4B4-38B4-698C-B067DB57565E}"/>
              </a:ext>
            </a:extLst>
          </p:cNvPr>
          <p:cNvSpPr>
            <a:spLocks noGrp="1" noChangeArrowheads="1"/>
          </p:cNvSpPr>
          <p:nvPr>
            <p:ph type="title"/>
          </p:nvPr>
        </p:nvSpPr>
        <p:spPr/>
        <p:txBody>
          <a:bodyPr/>
          <a:lstStyle/>
          <a:p>
            <a:r>
              <a:rPr lang="en-US" altLang="zh-CN" dirty="0"/>
              <a:t>9.3.3 </a:t>
            </a:r>
            <a:r>
              <a:rPr lang="zh-CN" altLang="en-US" dirty="0"/>
              <a:t>快速排序的改进算法</a:t>
            </a:r>
          </a:p>
        </p:txBody>
      </p:sp>
      <p:sp>
        <p:nvSpPr>
          <p:cNvPr id="49155" name="Rectangle 3">
            <a:extLst>
              <a:ext uri="{FF2B5EF4-FFF2-40B4-BE49-F238E27FC236}">
                <a16:creationId xmlns:a16="http://schemas.microsoft.com/office/drawing/2014/main" id="{0EA3DA2E-97C1-CCF4-5FAE-DA087C90949D}"/>
              </a:ext>
            </a:extLst>
          </p:cNvPr>
          <p:cNvSpPr>
            <a:spLocks noGrp="1" noChangeArrowheads="1"/>
          </p:cNvSpPr>
          <p:nvPr>
            <p:ph type="body" idx="1"/>
          </p:nvPr>
        </p:nvSpPr>
        <p:spPr/>
        <p:txBody>
          <a:bodyPr/>
          <a:lstStyle/>
          <a:p>
            <a:r>
              <a:rPr lang="zh-CN" altLang="en-US" dirty="0"/>
              <a:t>在递归调用过程中，当待排序的子序列规模小于预先确定的</a:t>
            </a:r>
            <a:r>
              <a:rPr lang="en-US" altLang="zh-CN" dirty="0"/>
              <a:t>M</a:t>
            </a:r>
            <a:r>
              <a:rPr lang="zh-CN" altLang="en-US" dirty="0"/>
              <a:t>时，调用简单插入排序算法对其排序。</a:t>
            </a:r>
          </a:p>
          <a:p>
            <a:r>
              <a:rPr lang="zh-CN" altLang="en-US" dirty="0"/>
              <a:t>在划分过程中跳过小序列，最后进行一次简单插入排序。</a:t>
            </a:r>
          </a:p>
          <a:p>
            <a:r>
              <a:rPr lang="zh-CN" altLang="en-US" dirty="0"/>
              <a:t>改进基准元素的选择方法</a:t>
            </a:r>
          </a:p>
        </p:txBody>
      </p:sp>
      <p:sp>
        <p:nvSpPr>
          <p:cNvPr id="2" name="灯片编号占位符 1">
            <a:extLst>
              <a:ext uri="{FF2B5EF4-FFF2-40B4-BE49-F238E27FC236}">
                <a16:creationId xmlns:a16="http://schemas.microsoft.com/office/drawing/2014/main" id="{F33C2D10-E212-0E9C-42D7-C6A60C363324}"/>
              </a:ext>
            </a:extLst>
          </p:cNvPr>
          <p:cNvSpPr>
            <a:spLocks noGrp="1"/>
          </p:cNvSpPr>
          <p:nvPr>
            <p:ph type="sldNum" sz="quarter" idx="12"/>
          </p:nvPr>
        </p:nvSpPr>
        <p:spPr/>
        <p:txBody>
          <a:bodyPr/>
          <a:lstStyle/>
          <a:p>
            <a:pPr>
              <a:defRPr/>
            </a:pPr>
            <a:fld id="{5F1DCF05-F1E6-414E-BAB4-65AA6A3D43BB}" type="slidenum">
              <a:rPr lang="en-US" altLang="zh-CN" smtClean="0"/>
              <a:pPr>
                <a:defRPr/>
              </a:pPr>
              <a:t>41</a:t>
            </a:fld>
            <a:endParaRPr lang="en-US" altLang="zh-CN"/>
          </a:p>
        </p:txBody>
      </p:sp>
    </p:spTree>
  </p:cSld>
  <p:clrMapOvr>
    <a:masterClrMapping/>
  </p:clrMapOvr>
  <p:transition>
    <p:spli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AB1F1F1-2561-D518-4277-92E3EA25A274}"/>
              </a:ext>
            </a:extLst>
          </p:cNvPr>
          <p:cNvSpPr>
            <a:spLocks noChangeArrowheads="1"/>
          </p:cNvSpPr>
          <p:nvPr/>
        </p:nvSpPr>
        <p:spPr bwMode="auto">
          <a:xfrm>
            <a:off x="1524000" y="6019800"/>
            <a:ext cx="5895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b="1">
                <a:solidFill>
                  <a:srgbClr val="008080"/>
                </a:solidFill>
                <a:latin typeface="Times New Roman" panose="02020603050405020304" pitchFamily="18" charset="0"/>
                <a:ea typeface="隶书" panose="02010509060101010101" pitchFamily="49" charset="-122"/>
              </a:rPr>
              <a:t>用居中排序码元素作为基准元素</a:t>
            </a:r>
            <a:endParaRPr kumimoji="1" lang="zh-CN" altLang="en-US" sz="2000">
              <a:latin typeface="Times New Roman" panose="02020603050405020304" pitchFamily="18" charset="0"/>
              <a:ea typeface="宋体" panose="02010600030101010101" pitchFamily="2" charset="-122"/>
            </a:endParaRPr>
          </a:p>
        </p:txBody>
      </p:sp>
      <p:sp>
        <p:nvSpPr>
          <p:cNvPr id="324613" name="Rectangle 5" descr="白色大理石">
            <a:extLst>
              <a:ext uri="{FF2B5EF4-FFF2-40B4-BE49-F238E27FC236}">
                <a16:creationId xmlns:a16="http://schemas.microsoft.com/office/drawing/2014/main" id="{FD63AA7C-1910-4452-118A-BF68FD4E633F}"/>
              </a:ext>
            </a:extLst>
          </p:cNvPr>
          <p:cNvSpPr>
            <a:spLocks noChangeArrowheads="1"/>
          </p:cNvSpPr>
          <p:nvPr/>
        </p:nvSpPr>
        <p:spPr bwMode="auto">
          <a:xfrm>
            <a:off x="1447800" y="3810000"/>
            <a:ext cx="48006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dirty="0">
                <a:solidFill>
                  <a:schemeClr val="tx2"/>
                </a:solidFill>
                <a:effectLst>
                  <a:outerShdw blurRad="38100" dist="38100" dir="2700000" algn="tl">
                    <a:srgbClr val="C0C0C0"/>
                  </a:outerShdw>
                </a:effectLst>
              </a:rPr>
              <a:t>  </a:t>
            </a:r>
            <a:r>
              <a:rPr lang="en-US" altLang="zh-CN" sz="2800" b="1" dirty="0">
                <a:solidFill>
                  <a:srgbClr val="92D050"/>
                </a:solidFill>
                <a:effectLst>
                  <a:outerShdw blurRad="38100" dist="38100" dir="2700000" algn="tl">
                    <a:srgbClr val="C0C0C0"/>
                  </a:outerShdw>
                </a:effectLst>
              </a:rPr>
              <a:t>08   16    </a:t>
            </a:r>
            <a:r>
              <a:rPr lang="en-US" altLang="zh-CN" sz="2800" b="1" dirty="0">
                <a:solidFill>
                  <a:srgbClr val="FF3300"/>
                </a:solidFill>
                <a:effectLst>
                  <a:outerShdw blurRad="38100" dist="38100" dir="2700000" algn="tl">
                    <a:srgbClr val="C0C0C0"/>
                  </a:outerShdw>
                </a:effectLst>
              </a:rPr>
              <a:t>21</a:t>
            </a:r>
            <a:r>
              <a:rPr lang="en-US" altLang="zh-CN" sz="2800" b="1" dirty="0">
                <a:solidFill>
                  <a:schemeClr val="bg2"/>
                </a:solidFill>
                <a:effectLst>
                  <a:outerShdw blurRad="38100" dist="38100" dir="2700000" algn="tl">
                    <a:srgbClr val="C0C0C0"/>
                  </a:outerShdw>
                </a:effectLst>
              </a:rPr>
              <a:t>    </a:t>
            </a:r>
            <a:r>
              <a:rPr lang="en-US" altLang="zh-CN" sz="2800" b="1" dirty="0">
                <a:solidFill>
                  <a:srgbClr val="92D050"/>
                </a:solidFill>
                <a:effectLst>
                  <a:outerShdw blurRad="38100" dist="38100" dir="2700000" algn="tl">
                    <a:srgbClr val="C0C0C0"/>
                  </a:outerShdw>
                </a:effectLst>
              </a:rPr>
              <a:t>25     25*   49</a:t>
            </a:r>
            <a:endParaRPr lang="en-US" altLang="zh-CN" dirty="0">
              <a:solidFill>
                <a:srgbClr val="92D05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4614" name="Text Box 6">
            <a:extLst>
              <a:ext uri="{FF2B5EF4-FFF2-40B4-BE49-F238E27FC236}">
                <a16:creationId xmlns:a16="http://schemas.microsoft.com/office/drawing/2014/main" id="{EB0BDFF3-56E7-429E-E36C-2C1104E2391C}"/>
              </a:ext>
            </a:extLst>
          </p:cNvPr>
          <p:cNvSpPr txBox="1">
            <a:spLocks noChangeArrowheads="1"/>
          </p:cNvSpPr>
          <p:nvPr/>
        </p:nvSpPr>
        <p:spPr bwMode="auto">
          <a:xfrm>
            <a:off x="1722438" y="3200400"/>
            <a:ext cx="5660524" cy="369332"/>
          </a:xfrm>
          <a:prstGeom prst="rect">
            <a:avLst/>
          </a:prstGeom>
          <a:noFill/>
          <a:ln w="9525">
            <a:noFill/>
            <a:miter lim="800000"/>
            <a:headEnd/>
            <a:tailEnd/>
          </a:ln>
        </p:spPr>
        <p:txBody>
          <a:bodyPr wrap="none">
            <a:spAutoFit/>
          </a:bodyPr>
          <a:lstStyle/>
          <a:p>
            <a:pPr>
              <a:defRPr/>
            </a:pPr>
            <a:r>
              <a:rPr lang="en-US" altLang="zh-CN" b="1" dirty="0">
                <a:effectLst>
                  <a:outerShdw blurRad="38100" dist="38100" dir="2700000" algn="tl">
                    <a:srgbClr val="C0C0C0"/>
                  </a:outerShdw>
                </a:effectLst>
              </a:rPr>
              <a:t>0          1           2          3           4            5           pivot</a:t>
            </a:r>
          </a:p>
        </p:txBody>
      </p:sp>
      <p:sp>
        <p:nvSpPr>
          <p:cNvPr id="324615" name="Rectangle 7" descr="白色大理石">
            <a:extLst>
              <a:ext uri="{FF2B5EF4-FFF2-40B4-BE49-F238E27FC236}">
                <a16:creationId xmlns:a16="http://schemas.microsoft.com/office/drawing/2014/main" id="{C791B2B3-2672-A757-A277-5283AFEC499E}"/>
              </a:ext>
            </a:extLst>
          </p:cNvPr>
          <p:cNvSpPr>
            <a:spLocks noChangeArrowheads="1"/>
          </p:cNvSpPr>
          <p:nvPr/>
        </p:nvSpPr>
        <p:spPr bwMode="auto">
          <a:xfrm>
            <a:off x="6553200" y="3810000"/>
            <a:ext cx="8382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lgn="ctr">
              <a:defRPr/>
            </a:pPr>
            <a:r>
              <a:rPr lang="en-US" altLang="zh-CN" sz="2800" b="1" dirty="0">
                <a:solidFill>
                  <a:srgbClr val="FF3300"/>
                </a:solidFill>
                <a:effectLst>
                  <a:outerShdw blurRad="38100" dist="38100" dir="2700000" algn="tl">
                    <a:srgbClr val="C0C0C0"/>
                  </a:outerShdw>
                </a:effectLst>
              </a:rPr>
              <a:t>21</a:t>
            </a:r>
          </a:p>
        </p:txBody>
      </p:sp>
      <p:sp>
        <p:nvSpPr>
          <p:cNvPr id="324616" name="Text Box 8">
            <a:extLst>
              <a:ext uri="{FF2B5EF4-FFF2-40B4-BE49-F238E27FC236}">
                <a16:creationId xmlns:a16="http://schemas.microsoft.com/office/drawing/2014/main" id="{73DB0B80-9302-726C-18B9-A9B89A90D7F0}"/>
              </a:ext>
            </a:extLst>
          </p:cNvPr>
          <p:cNvSpPr txBox="1">
            <a:spLocks noChangeArrowheads="1"/>
          </p:cNvSpPr>
          <p:nvPr/>
        </p:nvSpPr>
        <p:spPr bwMode="auto">
          <a:xfrm>
            <a:off x="441325" y="3702050"/>
            <a:ext cx="901700" cy="519113"/>
          </a:xfrm>
          <a:prstGeom prst="rect">
            <a:avLst/>
          </a:prstGeom>
          <a:noFill/>
          <a:ln w="9525">
            <a:noFill/>
            <a:miter lim="800000"/>
            <a:headEnd/>
            <a:tailEnd/>
          </a:ln>
        </p:spPr>
        <p:txBody>
          <a:bodyPr wrap="none">
            <a:spAutoFit/>
          </a:bodyPr>
          <a:lstStyle/>
          <a:p>
            <a:pPr>
              <a:defRPr/>
            </a:pPr>
            <a:r>
              <a:rPr lang="zh-CN" altLang="en-US" sz="2800" b="1">
                <a:solidFill>
                  <a:schemeClr val="tx2"/>
                </a:solidFill>
                <a:effectLst>
                  <a:outerShdw blurRad="38100" dist="38100" dir="2700000" algn="tl">
                    <a:srgbClr val="C0C0C0"/>
                  </a:outerShdw>
                </a:effectLst>
                <a:ea typeface="隶书" pitchFamily="49" charset="-122"/>
              </a:rPr>
              <a:t>初始</a:t>
            </a:r>
            <a:endParaRPr lang="zh-CN" altLang="en-US">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4617" name="Rectangle 9" descr="白色大理石">
            <a:extLst>
              <a:ext uri="{FF2B5EF4-FFF2-40B4-BE49-F238E27FC236}">
                <a16:creationId xmlns:a16="http://schemas.microsoft.com/office/drawing/2014/main" id="{4FE59A95-C854-8C48-5B3F-70B2442F62BF}"/>
              </a:ext>
            </a:extLst>
          </p:cNvPr>
          <p:cNvSpPr>
            <a:spLocks noChangeArrowheads="1"/>
          </p:cNvSpPr>
          <p:nvPr/>
        </p:nvSpPr>
        <p:spPr bwMode="auto">
          <a:xfrm>
            <a:off x="1447800" y="4648200"/>
            <a:ext cx="15240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dirty="0">
                <a:solidFill>
                  <a:schemeClr val="tx2"/>
                </a:solidFill>
                <a:effectLst>
                  <a:outerShdw blurRad="38100" dist="38100" dir="2700000" algn="tl">
                    <a:srgbClr val="C0C0C0"/>
                  </a:outerShdw>
                </a:effectLst>
              </a:rPr>
              <a:t> </a:t>
            </a:r>
            <a:r>
              <a:rPr lang="en-US" altLang="zh-CN" sz="2800" b="1" dirty="0">
                <a:solidFill>
                  <a:srgbClr val="FF3300"/>
                </a:solidFill>
                <a:effectLst>
                  <a:outerShdw blurRad="38100" dist="38100" dir="2700000" algn="tl">
                    <a:srgbClr val="C0C0C0"/>
                  </a:outerShdw>
                </a:effectLst>
              </a:rPr>
              <a:t>08 </a:t>
            </a:r>
            <a:r>
              <a:rPr lang="en-US" altLang="zh-CN" sz="2800" b="1" dirty="0">
                <a:solidFill>
                  <a:schemeClr val="tx2"/>
                </a:solidFill>
                <a:effectLst>
                  <a:outerShdw blurRad="38100" dist="38100" dir="2700000" algn="tl">
                    <a:srgbClr val="C0C0C0"/>
                  </a:outerShdw>
                </a:effectLst>
              </a:rPr>
              <a:t>   </a:t>
            </a:r>
            <a:r>
              <a:rPr lang="en-US" altLang="zh-CN" sz="2800" b="1" dirty="0">
                <a:solidFill>
                  <a:srgbClr val="92D050"/>
                </a:solidFill>
                <a:effectLst>
                  <a:outerShdw blurRad="38100" dist="38100" dir="2700000" algn="tl">
                    <a:srgbClr val="C0C0C0"/>
                  </a:outerShdw>
                </a:effectLst>
              </a:rPr>
              <a:t>16</a:t>
            </a:r>
            <a:endParaRPr lang="en-US" altLang="zh-CN" dirty="0">
              <a:solidFill>
                <a:srgbClr val="92D05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4618" name="Rectangle 10" descr="白色大理石">
            <a:extLst>
              <a:ext uri="{FF2B5EF4-FFF2-40B4-BE49-F238E27FC236}">
                <a16:creationId xmlns:a16="http://schemas.microsoft.com/office/drawing/2014/main" id="{6FCCE33C-7EB0-D4CF-5AF4-7E35D6F75C27}"/>
              </a:ext>
            </a:extLst>
          </p:cNvPr>
          <p:cNvSpPr>
            <a:spLocks noChangeArrowheads="1"/>
          </p:cNvSpPr>
          <p:nvPr/>
        </p:nvSpPr>
        <p:spPr bwMode="auto">
          <a:xfrm>
            <a:off x="3124200" y="4648200"/>
            <a:ext cx="6096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a:solidFill>
                  <a:schemeClr val="tx2"/>
                </a:solidFill>
                <a:effectLst>
                  <a:outerShdw blurRad="38100" dist="38100" dir="2700000" algn="tl">
                    <a:srgbClr val="C0C0C0"/>
                  </a:outerShdw>
                </a:effectLst>
              </a:rPr>
              <a:t> </a:t>
            </a:r>
            <a:r>
              <a:rPr lang="en-US" altLang="zh-CN" sz="2800" b="1">
                <a:solidFill>
                  <a:srgbClr val="0000FF"/>
                </a:solidFill>
                <a:effectLst>
                  <a:outerShdw blurRad="38100" dist="38100" dir="2700000" algn="tl">
                    <a:srgbClr val="C0C0C0"/>
                  </a:outerShdw>
                </a:effectLst>
              </a:rPr>
              <a:t>21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4619" name="Rectangle 11" descr="白色大理石">
            <a:extLst>
              <a:ext uri="{FF2B5EF4-FFF2-40B4-BE49-F238E27FC236}">
                <a16:creationId xmlns:a16="http://schemas.microsoft.com/office/drawing/2014/main" id="{E03B3AAE-C7AA-CBA5-C567-901A7FC464A6}"/>
              </a:ext>
            </a:extLst>
          </p:cNvPr>
          <p:cNvSpPr>
            <a:spLocks noChangeArrowheads="1"/>
          </p:cNvSpPr>
          <p:nvPr/>
        </p:nvSpPr>
        <p:spPr bwMode="auto">
          <a:xfrm>
            <a:off x="3886200" y="4648200"/>
            <a:ext cx="23622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dirty="0">
                <a:solidFill>
                  <a:srgbClr val="92D050"/>
                </a:solidFill>
                <a:effectLst>
                  <a:outerShdw blurRad="38100" dist="38100" dir="2700000" algn="tl">
                    <a:srgbClr val="C0C0C0"/>
                  </a:outerShdw>
                </a:effectLst>
              </a:rPr>
              <a:t> 25    </a:t>
            </a:r>
            <a:r>
              <a:rPr lang="en-US" altLang="zh-CN" sz="2800" b="1" dirty="0">
                <a:solidFill>
                  <a:srgbClr val="FF3300"/>
                </a:solidFill>
                <a:effectLst>
                  <a:outerShdw blurRad="38100" dist="38100" dir="2700000" algn="tl">
                    <a:srgbClr val="C0C0C0"/>
                  </a:outerShdw>
                </a:effectLst>
              </a:rPr>
              <a:t>25*</a:t>
            </a:r>
            <a:r>
              <a:rPr lang="en-US" altLang="zh-CN" sz="2800" b="1" dirty="0">
                <a:solidFill>
                  <a:schemeClr val="bg2"/>
                </a:solidFill>
                <a:effectLst>
                  <a:outerShdw blurRad="38100" dist="38100" dir="2700000" algn="tl">
                    <a:srgbClr val="C0C0C0"/>
                  </a:outerShdw>
                </a:effectLst>
              </a:rPr>
              <a:t>   </a:t>
            </a:r>
            <a:r>
              <a:rPr lang="en-US" altLang="zh-CN" sz="2800" b="1" dirty="0">
                <a:solidFill>
                  <a:srgbClr val="92D050"/>
                </a:solidFill>
                <a:effectLst>
                  <a:outerShdw blurRad="38100" dist="38100" dir="2700000" algn="tl">
                    <a:srgbClr val="C0C0C0"/>
                  </a:outerShdw>
                </a:effectLst>
              </a:rPr>
              <a:t>49</a:t>
            </a:r>
            <a:endParaRPr lang="en-US" altLang="zh-CN" dirty="0">
              <a:solidFill>
                <a:srgbClr val="92D05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4620" name="Rectangle 12" descr="白色大理石">
            <a:extLst>
              <a:ext uri="{FF2B5EF4-FFF2-40B4-BE49-F238E27FC236}">
                <a16:creationId xmlns:a16="http://schemas.microsoft.com/office/drawing/2014/main" id="{FC0A83A6-8EB4-2ADD-8F82-609526693B94}"/>
              </a:ext>
            </a:extLst>
          </p:cNvPr>
          <p:cNvSpPr>
            <a:spLocks noChangeArrowheads="1"/>
          </p:cNvSpPr>
          <p:nvPr/>
        </p:nvSpPr>
        <p:spPr bwMode="auto">
          <a:xfrm>
            <a:off x="6553200" y="4648200"/>
            <a:ext cx="8382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lgn="ctr">
              <a:defRPr/>
            </a:pPr>
            <a:r>
              <a:rPr lang="en-US" altLang="zh-CN" sz="2800" b="1">
                <a:solidFill>
                  <a:srgbClr val="FF3300"/>
                </a:solidFill>
                <a:effectLst>
                  <a:outerShdw blurRad="38100" dist="38100" dir="2700000" algn="tl">
                    <a:srgbClr val="C0C0C0"/>
                  </a:outerShdw>
                </a:effectLst>
              </a:rPr>
              <a:t>08</a:t>
            </a:r>
          </a:p>
        </p:txBody>
      </p:sp>
      <p:sp>
        <p:nvSpPr>
          <p:cNvPr id="324621" name="Rectangle 13" descr="白色大理石">
            <a:extLst>
              <a:ext uri="{FF2B5EF4-FFF2-40B4-BE49-F238E27FC236}">
                <a16:creationId xmlns:a16="http://schemas.microsoft.com/office/drawing/2014/main" id="{6EB4605E-C668-4EEA-EF29-6A1169A90F82}"/>
              </a:ext>
            </a:extLst>
          </p:cNvPr>
          <p:cNvSpPr>
            <a:spLocks noChangeArrowheads="1"/>
          </p:cNvSpPr>
          <p:nvPr/>
        </p:nvSpPr>
        <p:spPr bwMode="auto">
          <a:xfrm>
            <a:off x="7543800" y="4648200"/>
            <a:ext cx="8382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lgn="ctr">
              <a:defRPr/>
            </a:pPr>
            <a:r>
              <a:rPr lang="en-US" altLang="zh-CN" sz="2800" b="1">
                <a:solidFill>
                  <a:srgbClr val="FF3300"/>
                </a:solidFill>
                <a:effectLst>
                  <a:outerShdw blurRad="38100" dist="38100" dir="2700000" algn="tl">
                    <a:srgbClr val="C0C0C0"/>
                  </a:outerShdw>
                </a:effectLst>
              </a:rPr>
              <a:t>25*</a:t>
            </a:r>
          </a:p>
        </p:txBody>
      </p:sp>
      <p:sp>
        <p:nvSpPr>
          <p:cNvPr id="324622" name="Rectangle 14" descr="白色大理石">
            <a:extLst>
              <a:ext uri="{FF2B5EF4-FFF2-40B4-BE49-F238E27FC236}">
                <a16:creationId xmlns:a16="http://schemas.microsoft.com/office/drawing/2014/main" id="{99C4F1EE-364A-ABC5-B25D-6B3B541DC92D}"/>
              </a:ext>
            </a:extLst>
          </p:cNvPr>
          <p:cNvSpPr>
            <a:spLocks noChangeArrowheads="1"/>
          </p:cNvSpPr>
          <p:nvPr/>
        </p:nvSpPr>
        <p:spPr bwMode="auto">
          <a:xfrm>
            <a:off x="1447800" y="5486400"/>
            <a:ext cx="6858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a:solidFill>
                  <a:schemeClr val="tx2"/>
                </a:solidFill>
                <a:effectLst>
                  <a:outerShdw blurRad="38100" dist="38100" dir="2700000" algn="tl">
                    <a:srgbClr val="C0C0C0"/>
                  </a:outerShdw>
                </a:effectLst>
              </a:rPr>
              <a:t> </a:t>
            </a:r>
            <a:r>
              <a:rPr lang="en-US" altLang="zh-CN" sz="2800" b="1">
                <a:solidFill>
                  <a:srgbClr val="0000FF"/>
                </a:solidFill>
                <a:effectLst>
                  <a:outerShdw blurRad="38100" dist="38100" dir="2700000" algn="tl">
                    <a:srgbClr val="C0C0C0"/>
                  </a:outerShdw>
                </a:effectLst>
              </a:rPr>
              <a:t>08</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4623" name="Rectangle 15" descr="白色大理石">
            <a:extLst>
              <a:ext uri="{FF2B5EF4-FFF2-40B4-BE49-F238E27FC236}">
                <a16:creationId xmlns:a16="http://schemas.microsoft.com/office/drawing/2014/main" id="{C00331B9-FFF4-2815-DF2B-6E5D5C71067E}"/>
              </a:ext>
            </a:extLst>
          </p:cNvPr>
          <p:cNvSpPr>
            <a:spLocks noChangeArrowheads="1"/>
          </p:cNvSpPr>
          <p:nvPr/>
        </p:nvSpPr>
        <p:spPr bwMode="auto">
          <a:xfrm>
            <a:off x="2286000" y="5486400"/>
            <a:ext cx="6858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dirty="0">
                <a:solidFill>
                  <a:schemeClr val="bg2"/>
                </a:solidFill>
                <a:effectLst>
                  <a:outerShdw blurRad="38100" dist="38100" dir="2700000" algn="tl">
                    <a:srgbClr val="C0C0C0"/>
                  </a:outerShdw>
                </a:effectLst>
              </a:rPr>
              <a:t> </a:t>
            </a:r>
            <a:r>
              <a:rPr lang="en-US" altLang="zh-CN" sz="2800" b="1" dirty="0">
                <a:solidFill>
                  <a:srgbClr val="92D050"/>
                </a:solidFill>
                <a:effectLst>
                  <a:outerShdw blurRad="38100" dist="38100" dir="2700000" algn="tl">
                    <a:srgbClr val="C0C0C0"/>
                  </a:outerShdw>
                </a:effectLst>
              </a:rPr>
              <a:t>16</a:t>
            </a:r>
            <a:endParaRPr lang="en-US" altLang="zh-CN" dirty="0">
              <a:solidFill>
                <a:srgbClr val="92D05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4624" name="Rectangle 16" descr="白色大理石">
            <a:extLst>
              <a:ext uri="{FF2B5EF4-FFF2-40B4-BE49-F238E27FC236}">
                <a16:creationId xmlns:a16="http://schemas.microsoft.com/office/drawing/2014/main" id="{DD504D5A-B188-871D-630E-0ED1942E0E60}"/>
              </a:ext>
            </a:extLst>
          </p:cNvPr>
          <p:cNvSpPr>
            <a:spLocks noChangeArrowheads="1"/>
          </p:cNvSpPr>
          <p:nvPr/>
        </p:nvSpPr>
        <p:spPr bwMode="auto">
          <a:xfrm>
            <a:off x="3124200" y="5486400"/>
            <a:ext cx="6096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a:solidFill>
                  <a:schemeClr val="tx2"/>
                </a:solidFill>
                <a:effectLst>
                  <a:outerShdw blurRad="38100" dist="38100" dir="2700000" algn="tl">
                    <a:srgbClr val="C0C0C0"/>
                  </a:outerShdw>
                </a:effectLst>
              </a:rPr>
              <a:t> </a:t>
            </a:r>
            <a:r>
              <a:rPr lang="en-US" altLang="zh-CN" sz="2800" b="1">
                <a:solidFill>
                  <a:srgbClr val="0000FF"/>
                </a:solidFill>
                <a:effectLst>
                  <a:outerShdw blurRad="38100" dist="38100" dir="2700000" algn="tl">
                    <a:srgbClr val="C0C0C0"/>
                  </a:outerShdw>
                </a:effectLst>
              </a:rPr>
              <a:t>21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4625" name="Rectangle 17" descr="白色大理石">
            <a:extLst>
              <a:ext uri="{FF2B5EF4-FFF2-40B4-BE49-F238E27FC236}">
                <a16:creationId xmlns:a16="http://schemas.microsoft.com/office/drawing/2014/main" id="{9C853AB4-0DDC-4EEF-DE5B-A7797897BE67}"/>
              </a:ext>
            </a:extLst>
          </p:cNvPr>
          <p:cNvSpPr>
            <a:spLocks noChangeArrowheads="1"/>
          </p:cNvSpPr>
          <p:nvPr/>
        </p:nvSpPr>
        <p:spPr bwMode="auto">
          <a:xfrm>
            <a:off x="3886200" y="5486400"/>
            <a:ext cx="7620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dirty="0">
                <a:solidFill>
                  <a:schemeClr val="tx2"/>
                </a:solidFill>
                <a:effectLst>
                  <a:outerShdw blurRad="38100" dist="38100" dir="2700000" algn="tl">
                    <a:srgbClr val="C0C0C0"/>
                  </a:outerShdw>
                </a:effectLst>
              </a:rPr>
              <a:t> </a:t>
            </a:r>
            <a:r>
              <a:rPr lang="en-US" altLang="zh-CN" sz="2800" b="1" dirty="0">
                <a:solidFill>
                  <a:srgbClr val="92D050"/>
                </a:solidFill>
                <a:effectLst>
                  <a:outerShdw blurRad="38100" dist="38100" dir="2700000" algn="tl">
                    <a:srgbClr val="C0C0C0"/>
                  </a:outerShdw>
                </a:effectLst>
              </a:rPr>
              <a:t>25</a:t>
            </a:r>
            <a:endParaRPr lang="en-US" altLang="zh-CN" dirty="0">
              <a:solidFill>
                <a:srgbClr val="92D05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4626" name="Rectangle 18" descr="白色大理石">
            <a:extLst>
              <a:ext uri="{FF2B5EF4-FFF2-40B4-BE49-F238E27FC236}">
                <a16:creationId xmlns:a16="http://schemas.microsoft.com/office/drawing/2014/main" id="{2377B169-CE14-BE36-F447-217E7213CA7F}"/>
              </a:ext>
            </a:extLst>
          </p:cNvPr>
          <p:cNvSpPr>
            <a:spLocks noChangeArrowheads="1"/>
          </p:cNvSpPr>
          <p:nvPr/>
        </p:nvSpPr>
        <p:spPr bwMode="auto">
          <a:xfrm>
            <a:off x="4800600" y="5486400"/>
            <a:ext cx="6858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a:solidFill>
                  <a:schemeClr val="tx2"/>
                </a:solidFill>
                <a:effectLst>
                  <a:outerShdw blurRad="38100" dist="38100" dir="2700000" algn="tl">
                    <a:srgbClr val="C0C0C0"/>
                  </a:outerShdw>
                </a:effectLst>
              </a:rPr>
              <a:t> </a:t>
            </a:r>
            <a:r>
              <a:rPr lang="en-US" altLang="zh-CN" sz="2800" b="1">
                <a:solidFill>
                  <a:srgbClr val="0000FF"/>
                </a:solidFill>
                <a:effectLst>
                  <a:outerShdw blurRad="38100" dist="38100" dir="2700000" algn="tl">
                    <a:srgbClr val="C0C0C0"/>
                  </a:outerShdw>
                </a:effectLst>
              </a:rPr>
              <a:t>25*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4627" name="Rectangle 19" descr="白色大理石">
            <a:extLst>
              <a:ext uri="{FF2B5EF4-FFF2-40B4-BE49-F238E27FC236}">
                <a16:creationId xmlns:a16="http://schemas.microsoft.com/office/drawing/2014/main" id="{EB5CF185-AED6-D9DE-9DA3-BB65AB2BCCF3}"/>
              </a:ext>
            </a:extLst>
          </p:cNvPr>
          <p:cNvSpPr>
            <a:spLocks noChangeArrowheads="1"/>
          </p:cNvSpPr>
          <p:nvPr/>
        </p:nvSpPr>
        <p:spPr bwMode="auto">
          <a:xfrm>
            <a:off x="5638800" y="5486400"/>
            <a:ext cx="609600" cy="4572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FF"/>
            </a:extrusionClr>
          </a:sp3d>
        </p:spPr>
        <p:txBody>
          <a:bodyPr wrap="none" anchor="ctr">
            <a:flatTx/>
          </a:bodyPr>
          <a:lstStyle/>
          <a:p>
            <a:pPr>
              <a:defRPr/>
            </a:pPr>
            <a:r>
              <a:rPr lang="en-US" altLang="zh-CN" sz="2800" b="1" dirty="0">
                <a:solidFill>
                  <a:srgbClr val="92D050"/>
                </a:solidFill>
                <a:effectLst>
                  <a:outerShdw blurRad="38100" dist="38100" dir="2700000" algn="tl">
                    <a:srgbClr val="C0C0C0"/>
                  </a:outerShdw>
                </a:effectLst>
              </a:rPr>
              <a:t>49</a:t>
            </a:r>
            <a:endParaRPr lang="en-US" altLang="zh-CN" dirty="0">
              <a:solidFill>
                <a:srgbClr val="92D050"/>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4628" name="Text Box 20">
            <a:extLst>
              <a:ext uri="{FF2B5EF4-FFF2-40B4-BE49-F238E27FC236}">
                <a16:creationId xmlns:a16="http://schemas.microsoft.com/office/drawing/2014/main" id="{94952ADC-F1BE-CB63-70E1-2B6EA8B1FF32}"/>
              </a:ext>
            </a:extLst>
          </p:cNvPr>
          <p:cNvSpPr txBox="1">
            <a:spLocks noChangeArrowheads="1"/>
          </p:cNvSpPr>
          <p:nvPr/>
        </p:nvSpPr>
        <p:spPr bwMode="auto">
          <a:xfrm>
            <a:off x="436563" y="4510088"/>
            <a:ext cx="841375" cy="519112"/>
          </a:xfrm>
          <a:prstGeom prst="rect">
            <a:avLst/>
          </a:prstGeom>
          <a:noFill/>
          <a:ln w="9525">
            <a:noFill/>
            <a:miter lim="800000"/>
            <a:headEnd/>
            <a:tailEnd/>
          </a:ln>
        </p:spPr>
        <p:txBody>
          <a:bodyPr wrap="none">
            <a:spAutoFit/>
          </a:bodyPr>
          <a:lstStyle/>
          <a:p>
            <a:pPr>
              <a:defRPr/>
            </a:pPr>
            <a:r>
              <a:rPr lang="en-US" altLang="zh-CN" sz="28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4629" name="Text Box 21">
            <a:extLst>
              <a:ext uri="{FF2B5EF4-FFF2-40B4-BE49-F238E27FC236}">
                <a16:creationId xmlns:a16="http://schemas.microsoft.com/office/drawing/2014/main" id="{2927C966-7C5F-B82B-5AC1-7A6E36BFAB45}"/>
              </a:ext>
            </a:extLst>
          </p:cNvPr>
          <p:cNvSpPr txBox="1">
            <a:spLocks noChangeArrowheads="1"/>
          </p:cNvSpPr>
          <p:nvPr/>
        </p:nvSpPr>
        <p:spPr bwMode="auto">
          <a:xfrm>
            <a:off x="457200" y="5348288"/>
            <a:ext cx="841375" cy="519112"/>
          </a:xfrm>
          <a:prstGeom prst="rect">
            <a:avLst/>
          </a:prstGeom>
          <a:noFill/>
          <a:ln w="9525">
            <a:noFill/>
            <a:miter lim="800000"/>
            <a:headEnd/>
            <a:tailEnd/>
          </a:ln>
        </p:spPr>
        <p:txBody>
          <a:bodyPr wrap="none">
            <a:spAutoFit/>
          </a:bodyPr>
          <a:lstStyle/>
          <a:p>
            <a:pPr>
              <a:defRPr/>
            </a:pPr>
            <a:r>
              <a:rPr lang="en-US" altLang="zh-CN" sz="28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4" name="标题 3">
            <a:extLst>
              <a:ext uri="{FF2B5EF4-FFF2-40B4-BE49-F238E27FC236}">
                <a16:creationId xmlns:a16="http://schemas.microsoft.com/office/drawing/2014/main" id="{6E83E0ED-0C5E-A4A4-EC10-6D7AD8C74AC3}"/>
              </a:ext>
            </a:extLst>
          </p:cNvPr>
          <p:cNvSpPr>
            <a:spLocks noGrp="1"/>
          </p:cNvSpPr>
          <p:nvPr>
            <p:ph type="title"/>
          </p:nvPr>
        </p:nvSpPr>
        <p:spPr/>
        <p:txBody>
          <a:bodyPr/>
          <a:lstStyle/>
          <a:p>
            <a:r>
              <a:rPr lang="zh-CN" altLang="en-US" dirty="0"/>
              <a:t>改进基准元素的选择方法</a:t>
            </a:r>
          </a:p>
        </p:txBody>
      </p:sp>
      <p:sp>
        <p:nvSpPr>
          <p:cNvPr id="3" name="内容占位符 2">
            <a:extLst>
              <a:ext uri="{FF2B5EF4-FFF2-40B4-BE49-F238E27FC236}">
                <a16:creationId xmlns:a16="http://schemas.microsoft.com/office/drawing/2014/main" id="{AA67DF03-3694-40F6-8BAE-B3A37568A235}"/>
              </a:ext>
            </a:extLst>
          </p:cNvPr>
          <p:cNvSpPr>
            <a:spLocks noGrp="1"/>
          </p:cNvSpPr>
          <p:nvPr>
            <p:ph idx="1"/>
          </p:nvPr>
        </p:nvSpPr>
        <p:spPr>
          <a:xfrm>
            <a:off x="628650" y="1825625"/>
            <a:ext cx="7886700" cy="1433513"/>
          </a:xfrm>
        </p:spPr>
        <p:txBody>
          <a:bodyPr>
            <a:normAutofit fontScale="92500" lnSpcReduction="10000"/>
          </a:bodyPr>
          <a:lstStyle/>
          <a:p>
            <a:r>
              <a:rPr lang="zh-CN" altLang="en-US" dirty="0"/>
              <a:t>例如取每个待排序元素序列的第一个、最后一个和位置接近正中的共 </a:t>
            </a:r>
            <a:r>
              <a:rPr lang="en-US" altLang="zh-CN" dirty="0"/>
              <a:t>3 </a:t>
            </a:r>
            <a:r>
              <a:rPr lang="zh-CN" altLang="en-US" dirty="0"/>
              <a:t>个元素，取其中排序码居中者作为基准元素。</a:t>
            </a:r>
          </a:p>
        </p:txBody>
      </p:sp>
      <p:sp>
        <p:nvSpPr>
          <p:cNvPr id="2" name="灯片编号占位符 1">
            <a:extLst>
              <a:ext uri="{FF2B5EF4-FFF2-40B4-BE49-F238E27FC236}">
                <a16:creationId xmlns:a16="http://schemas.microsoft.com/office/drawing/2014/main" id="{84AE3C0B-AED5-68C4-04DA-E4883E346953}"/>
              </a:ext>
            </a:extLst>
          </p:cNvPr>
          <p:cNvSpPr>
            <a:spLocks noGrp="1"/>
          </p:cNvSpPr>
          <p:nvPr>
            <p:ph type="sldNum" sz="quarter" idx="12"/>
          </p:nvPr>
        </p:nvSpPr>
        <p:spPr/>
        <p:txBody>
          <a:bodyPr/>
          <a:lstStyle/>
          <a:p>
            <a:pPr>
              <a:defRPr/>
            </a:pPr>
            <a:fld id="{5F1DCF05-F1E6-414E-BAB4-65AA6A3D43BB}" type="slidenum">
              <a:rPr lang="en-US" altLang="zh-CN" smtClean="0"/>
              <a:pPr>
                <a:defRPr/>
              </a:pPr>
              <a:t>42</a:t>
            </a:fld>
            <a:endParaRPr lang="en-US" altLang="zh-CN"/>
          </a:p>
        </p:txBody>
      </p:sp>
    </p:spTree>
  </p:cSld>
  <p:clrMapOvr>
    <a:masterClrMapping/>
  </p:clrMapOvr>
  <p:transition>
    <p:spli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C6E8B79-6893-A930-E7BC-346563A8754B}"/>
              </a:ext>
            </a:extLst>
          </p:cNvPr>
          <p:cNvSpPr>
            <a:spLocks noGrp="1" noChangeArrowheads="1"/>
          </p:cNvSpPr>
          <p:nvPr>
            <p:ph type="title"/>
          </p:nvPr>
        </p:nvSpPr>
        <p:spPr/>
        <p:txBody>
          <a:bodyPr/>
          <a:lstStyle/>
          <a:p>
            <a:r>
              <a:rPr lang="en-US" altLang="zh-CN" dirty="0"/>
              <a:t>9.3.4 </a:t>
            </a:r>
            <a:r>
              <a:rPr lang="zh-CN" altLang="en-US" dirty="0"/>
              <a:t>三路划分的快速排序算法</a:t>
            </a:r>
          </a:p>
        </p:txBody>
      </p:sp>
      <p:sp>
        <p:nvSpPr>
          <p:cNvPr id="51203" name="Rectangle 3">
            <a:extLst>
              <a:ext uri="{FF2B5EF4-FFF2-40B4-BE49-F238E27FC236}">
                <a16:creationId xmlns:a16="http://schemas.microsoft.com/office/drawing/2014/main" id="{A436494F-88D3-D7D3-D315-ACBE0F60EC7D}"/>
              </a:ext>
            </a:extLst>
          </p:cNvPr>
          <p:cNvSpPr>
            <a:spLocks noGrp="1" noChangeArrowheads="1"/>
          </p:cNvSpPr>
          <p:nvPr>
            <p:ph type="body" idx="1"/>
          </p:nvPr>
        </p:nvSpPr>
        <p:spPr/>
        <p:txBody>
          <a:bodyPr>
            <a:normAutofit fontScale="85000" lnSpcReduction="20000"/>
          </a:bodyPr>
          <a:lstStyle/>
          <a:p>
            <a:pPr>
              <a:lnSpc>
                <a:spcPct val="100000"/>
              </a:lnSpc>
            </a:pPr>
            <a:r>
              <a:rPr lang="zh-CN" altLang="en-US" dirty="0"/>
              <a:t>针对待排序元素序列中有大量的重复排序码的情况，过程如下（具体代码见教材）：</a:t>
            </a:r>
          </a:p>
          <a:p>
            <a:pPr lvl="1">
              <a:lnSpc>
                <a:spcPct val="100000"/>
              </a:lnSpc>
            </a:pPr>
            <a:r>
              <a:rPr lang="zh-CN" altLang="en-US" dirty="0"/>
              <a:t>左右两个指针向中间扫描直到相遇。扫描过程中左指针遇到大于等于基准元素时暂停，右指针遇到小于等于基准元素时暂停</a:t>
            </a:r>
          </a:p>
          <a:p>
            <a:pPr lvl="2">
              <a:lnSpc>
                <a:spcPct val="100000"/>
              </a:lnSpc>
            </a:pPr>
            <a:r>
              <a:rPr lang="zh-CN" altLang="en-US" dirty="0"/>
              <a:t>交换左右指针所指元素，如果其中有等于基准元素的，再分别交换到左右两端</a:t>
            </a:r>
          </a:p>
          <a:p>
            <a:pPr lvl="1">
              <a:lnSpc>
                <a:spcPct val="100000"/>
              </a:lnSpc>
            </a:pPr>
            <a:r>
              <a:rPr lang="zh-CN" altLang="en-US" dirty="0"/>
              <a:t>然后以两个指针相遇位置为基准，把左右两端与基准元素相等的元素交换到这个位置周围。</a:t>
            </a:r>
          </a:p>
          <a:p>
            <a:pPr lvl="2">
              <a:lnSpc>
                <a:spcPct val="100000"/>
              </a:lnSpc>
            </a:pPr>
            <a:r>
              <a:rPr lang="zh-CN" altLang="en-US" dirty="0"/>
              <a:t>之前的元素则小于基准元素</a:t>
            </a:r>
          </a:p>
          <a:p>
            <a:pPr lvl="2">
              <a:lnSpc>
                <a:spcPct val="100000"/>
              </a:lnSpc>
            </a:pPr>
            <a:r>
              <a:rPr lang="zh-CN" altLang="en-US" dirty="0"/>
              <a:t>之后的元素则大于基准元素</a:t>
            </a:r>
          </a:p>
        </p:txBody>
      </p:sp>
      <p:sp>
        <p:nvSpPr>
          <p:cNvPr id="2" name="灯片编号占位符 1">
            <a:extLst>
              <a:ext uri="{FF2B5EF4-FFF2-40B4-BE49-F238E27FC236}">
                <a16:creationId xmlns:a16="http://schemas.microsoft.com/office/drawing/2014/main" id="{8DB93B0E-2523-033A-753B-43F66D4F96AF}"/>
              </a:ext>
            </a:extLst>
          </p:cNvPr>
          <p:cNvSpPr>
            <a:spLocks noGrp="1"/>
          </p:cNvSpPr>
          <p:nvPr>
            <p:ph type="sldNum" sz="quarter" idx="12"/>
          </p:nvPr>
        </p:nvSpPr>
        <p:spPr/>
        <p:txBody>
          <a:bodyPr/>
          <a:lstStyle/>
          <a:p>
            <a:pPr>
              <a:defRPr/>
            </a:pPr>
            <a:fld id="{5F1DCF05-F1E6-414E-BAB4-65AA6A3D43BB}" type="slidenum">
              <a:rPr lang="en-US" altLang="zh-CN" smtClean="0"/>
              <a:pPr>
                <a:defRPr/>
              </a:pPr>
              <a:t>43</a:t>
            </a:fld>
            <a:endParaRPr lang="en-US" altLang="zh-CN"/>
          </a:p>
        </p:txBody>
      </p:sp>
    </p:spTree>
  </p:cSld>
  <p:clrMapOvr>
    <a:masterClrMapping/>
  </p:clrMapOvr>
  <p:transition>
    <p:spli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5DDF27-0391-4166-8861-B1353BD796D1}"/>
              </a:ext>
            </a:extLst>
          </p:cNvPr>
          <p:cNvSpPr>
            <a:spLocks noGrp="1"/>
          </p:cNvSpPr>
          <p:nvPr>
            <p:ph type="title"/>
          </p:nvPr>
        </p:nvSpPr>
        <p:spPr/>
        <p:txBody>
          <a:bodyPr>
            <a:normAutofit/>
          </a:bodyPr>
          <a:lstStyle/>
          <a:p>
            <a:r>
              <a:rPr lang="zh-CN" altLang="en-US" dirty="0"/>
              <a:t>第</a:t>
            </a:r>
            <a:r>
              <a:rPr lang="en-US" altLang="zh-CN" dirty="0"/>
              <a:t>9</a:t>
            </a:r>
            <a:r>
              <a:rPr lang="zh-CN" altLang="en-US" dirty="0"/>
              <a:t>章作业</a:t>
            </a:r>
            <a:r>
              <a:rPr lang="en-US" altLang="zh-CN" dirty="0"/>
              <a:t>1</a:t>
            </a:r>
            <a:endParaRPr lang="zh-CN" altLang="en-US" dirty="0"/>
          </a:p>
        </p:txBody>
      </p:sp>
      <p:sp>
        <p:nvSpPr>
          <p:cNvPr id="3" name="内容占位符 2">
            <a:extLst>
              <a:ext uri="{FF2B5EF4-FFF2-40B4-BE49-F238E27FC236}">
                <a16:creationId xmlns:a16="http://schemas.microsoft.com/office/drawing/2014/main" id="{ABF7A3AD-29B8-4F74-8623-AA27B11BCA67}"/>
              </a:ext>
            </a:extLst>
          </p:cNvPr>
          <p:cNvSpPr>
            <a:spLocks noGrp="1"/>
          </p:cNvSpPr>
          <p:nvPr>
            <p:ph idx="1"/>
          </p:nvPr>
        </p:nvSpPr>
        <p:spPr/>
        <p:txBody>
          <a:bodyPr>
            <a:normAutofit fontScale="92500" lnSpcReduction="10000"/>
          </a:bodyPr>
          <a:lstStyle/>
          <a:p>
            <a:pPr>
              <a:lnSpc>
                <a:spcPct val="120000"/>
              </a:lnSpc>
            </a:pPr>
            <a:r>
              <a:rPr lang="zh-CN" altLang="en-US" dirty="0"/>
              <a:t>堆排、冒泡、插入、快排中哪一种可能会在最后一趟开始前，所有元素都不在其最终位置上？请举例说明。</a:t>
            </a:r>
          </a:p>
          <a:p>
            <a:pPr>
              <a:lnSpc>
                <a:spcPct val="120000"/>
              </a:lnSpc>
            </a:pPr>
            <a:r>
              <a:rPr lang="zh-CN" altLang="en-US" dirty="0"/>
              <a:t>不用栈，设计快排的非递归算法。</a:t>
            </a:r>
            <a:r>
              <a:rPr lang="zh-CN" altLang="en-US" sz="3600" dirty="0"/>
              <a:t>要求用</a:t>
            </a:r>
            <a:r>
              <a:rPr lang="en-US" altLang="zh-CN" sz="3600" dirty="0"/>
              <a:t>c</a:t>
            </a:r>
            <a:r>
              <a:rPr lang="zh-CN" altLang="en-US" sz="3600" dirty="0"/>
              <a:t>或者</a:t>
            </a:r>
            <a:r>
              <a:rPr lang="en-US" altLang="zh-CN" sz="3600" dirty="0"/>
              <a:t>C++</a:t>
            </a:r>
            <a:r>
              <a:rPr lang="zh-CN" altLang="en-US" sz="3600" dirty="0"/>
              <a:t>写出可执行的程序，源代码中应包括</a:t>
            </a:r>
            <a:r>
              <a:rPr lang="en-US" altLang="zh-CN" sz="3600" dirty="0"/>
              <a:t>main</a:t>
            </a:r>
            <a:r>
              <a:rPr lang="zh-CN" altLang="en-US" sz="3600" dirty="0"/>
              <a:t>函数，提交源代码和生成的</a:t>
            </a:r>
            <a:r>
              <a:rPr lang="en-US" altLang="zh-CN" sz="3600" dirty="0"/>
              <a:t>exe</a:t>
            </a:r>
            <a:r>
              <a:rPr lang="zh-CN" altLang="en-US" sz="3600" dirty="0"/>
              <a:t>文件。</a:t>
            </a:r>
            <a:endParaRPr lang="en-US" altLang="zh-CN" sz="3600" dirty="0"/>
          </a:p>
        </p:txBody>
      </p:sp>
      <p:sp>
        <p:nvSpPr>
          <p:cNvPr id="4" name="灯片编号占位符 3"/>
          <p:cNvSpPr>
            <a:spLocks noGrp="1"/>
          </p:cNvSpPr>
          <p:nvPr>
            <p:ph type="sldNum" sz="quarter" idx="12"/>
          </p:nvPr>
        </p:nvSpPr>
        <p:spPr/>
        <p:txBody>
          <a:bodyPr/>
          <a:lstStyle/>
          <a:p>
            <a:fld id="{C8283BC9-C505-498E-A445-42B3E3C5981A}" type="slidenum">
              <a:rPr lang="en-US" altLang="zh-CN" smtClean="0"/>
              <a:pPr/>
              <a:t>44</a:t>
            </a:fld>
            <a:endParaRPr lang="en-US" altLang="zh-CN" dirty="0"/>
          </a:p>
        </p:txBody>
      </p:sp>
    </p:spTree>
    <p:extLst>
      <p:ext uri="{BB962C8B-B14F-4D97-AF65-F5344CB8AC3E}">
        <p14:creationId xmlns:p14="http://schemas.microsoft.com/office/powerpoint/2010/main" val="557209194"/>
      </p:ext>
    </p:extLst>
  </p:cSld>
  <p:clrMapOvr>
    <a:masterClrMapping/>
  </p:clrMapOvr>
  <p:transition>
    <p:spli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5" name="Rectangle 3">
            <a:extLst>
              <a:ext uri="{FF2B5EF4-FFF2-40B4-BE49-F238E27FC236}">
                <a16:creationId xmlns:a16="http://schemas.microsoft.com/office/drawing/2014/main" id="{150AB8EE-7E37-7519-A07B-DB27B4B8ADFF}"/>
              </a:ext>
            </a:extLst>
          </p:cNvPr>
          <p:cNvSpPr>
            <a:spLocks noGrp="1" noChangeArrowheads="1"/>
          </p:cNvSpPr>
          <p:nvPr>
            <p:ph type="title"/>
          </p:nvPr>
        </p:nvSpPr>
        <p:spPr/>
        <p:txBody>
          <a:bodyPr/>
          <a:lstStyle/>
          <a:p>
            <a:r>
              <a:rPr lang="en-US" altLang="zh-CN"/>
              <a:t>9.4 </a:t>
            </a:r>
            <a:r>
              <a:rPr lang="zh-CN" altLang="en-US"/>
              <a:t>选择排序</a:t>
            </a:r>
          </a:p>
        </p:txBody>
      </p:sp>
      <p:sp>
        <p:nvSpPr>
          <p:cNvPr id="3" name="内容占位符 2">
            <a:extLst>
              <a:ext uri="{FF2B5EF4-FFF2-40B4-BE49-F238E27FC236}">
                <a16:creationId xmlns:a16="http://schemas.microsoft.com/office/drawing/2014/main" id="{6EEE7669-0853-48D2-80DE-D6576012FCDE}"/>
              </a:ext>
            </a:extLst>
          </p:cNvPr>
          <p:cNvSpPr>
            <a:spLocks noGrp="1"/>
          </p:cNvSpPr>
          <p:nvPr>
            <p:ph idx="1"/>
          </p:nvPr>
        </p:nvSpPr>
        <p:spPr/>
        <p:txBody>
          <a:bodyPr/>
          <a:lstStyle/>
          <a:p>
            <a:r>
              <a:rPr lang="zh-CN" altLang="en-US" dirty="0"/>
              <a:t>基本过程：每一趟 </a:t>
            </a:r>
            <a:r>
              <a:rPr lang="en-US" altLang="zh-CN" dirty="0"/>
              <a:t>(</a:t>
            </a:r>
            <a:r>
              <a:rPr lang="zh-CN" altLang="en-US" dirty="0"/>
              <a:t>例如第 </a:t>
            </a:r>
            <a:r>
              <a:rPr lang="en-US" altLang="zh-CN" dirty="0" err="1"/>
              <a:t>i</a:t>
            </a:r>
            <a:r>
              <a:rPr lang="en-US" altLang="zh-CN" dirty="0"/>
              <a:t> </a:t>
            </a:r>
            <a:r>
              <a:rPr lang="zh-CN" altLang="en-US" dirty="0"/>
              <a:t>趟，</a:t>
            </a:r>
            <a:r>
              <a:rPr lang="en-US" altLang="zh-CN" dirty="0"/>
              <a:t> </a:t>
            </a:r>
            <a:r>
              <a:rPr lang="en-US" altLang="zh-CN" dirty="0" err="1"/>
              <a:t>i</a:t>
            </a:r>
            <a:r>
              <a:rPr lang="en-US" altLang="zh-CN" dirty="0"/>
              <a:t> = 0</a:t>
            </a:r>
            <a:r>
              <a:rPr lang="zh-CN" altLang="en-US" dirty="0"/>
              <a:t>，</a:t>
            </a:r>
            <a:r>
              <a:rPr lang="en-US" altLang="zh-CN" dirty="0"/>
              <a:t> 1</a:t>
            </a:r>
            <a:r>
              <a:rPr lang="zh-CN" altLang="en-US" dirty="0"/>
              <a:t>，</a:t>
            </a:r>
            <a:r>
              <a:rPr lang="en-US" altLang="zh-CN" dirty="0"/>
              <a:t> …</a:t>
            </a:r>
            <a:r>
              <a:rPr lang="zh-CN" altLang="en-US" dirty="0"/>
              <a:t>，</a:t>
            </a:r>
            <a:r>
              <a:rPr lang="en-US" altLang="zh-CN" dirty="0"/>
              <a:t> n-2) </a:t>
            </a:r>
            <a:r>
              <a:rPr lang="zh-CN" altLang="en-US" dirty="0"/>
              <a:t>在后面 </a:t>
            </a:r>
            <a:r>
              <a:rPr lang="en-US" altLang="zh-CN" dirty="0"/>
              <a:t>n-</a:t>
            </a:r>
            <a:r>
              <a:rPr lang="en-US" altLang="zh-CN" dirty="0" err="1"/>
              <a:t>i</a:t>
            </a:r>
            <a:r>
              <a:rPr lang="en-US" altLang="zh-CN" dirty="0"/>
              <a:t> </a:t>
            </a:r>
            <a:r>
              <a:rPr lang="zh-CN" altLang="en-US" dirty="0"/>
              <a:t>个待排序元素中选出排序码最小的元素，作为有序元素序列的第 </a:t>
            </a:r>
            <a:r>
              <a:rPr lang="en-US" altLang="zh-CN" dirty="0" err="1"/>
              <a:t>i</a:t>
            </a:r>
            <a:r>
              <a:rPr lang="en-US" altLang="zh-CN" dirty="0"/>
              <a:t> </a:t>
            </a:r>
            <a:r>
              <a:rPr lang="zh-CN" altLang="en-US" dirty="0"/>
              <a:t>个元素。到第 </a:t>
            </a:r>
            <a:r>
              <a:rPr lang="en-US" altLang="zh-CN" dirty="0"/>
              <a:t>n-2 </a:t>
            </a:r>
            <a:r>
              <a:rPr lang="zh-CN" altLang="en-US" dirty="0"/>
              <a:t>趟完成，待排序元素只剩下</a:t>
            </a:r>
            <a:r>
              <a:rPr lang="en-US" altLang="zh-CN" dirty="0"/>
              <a:t>1</a:t>
            </a:r>
            <a:r>
              <a:rPr lang="zh-CN" altLang="en-US" dirty="0"/>
              <a:t>个，结束算法。</a:t>
            </a:r>
          </a:p>
        </p:txBody>
      </p:sp>
      <p:sp>
        <p:nvSpPr>
          <p:cNvPr id="2" name="灯片编号占位符 1">
            <a:extLst>
              <a:ext uri="{FF2B5EF4-FFF2-40B4-BE49-F238E27FC236}">
                <a16:creationId xmlns:a16="http://schemas.microsoft.com/office/drawing/2014/main" id="{2D58B87F-7DA2-D179-315A-E68196ED6AF8}"/>
              </a:ext>
            </a:extLst>
          </p:cNvPr>
          <p:cNvSpPr>
            <a:spLocks noGrp="1"/>
          </p:cNvSpPr>
          <p:nvPr>
            <p:ph type="sldNum" sz="quarter" idx="12"/>
          </p:nvPr>
        </p:nvSpPr>
        <p:spPr/>
        <p:txBody>
          <a:bodyPr/>
          <a:lstStyle/>
          <a:p>
            <a:pPr>
              <a:defRPr/>
            </a:pPr>
            <a:fld id="{5F1DCF05-F1E6-414E-BAB4-65AA6A3D43BB}" type="slidenum">
              <a:rPr lang="en-US" altLang="zh-CN" smtClean="0"/>
              <a:pPr>
                <a:defRPr/>
              </a:pPr>
              <a:t>45</a:t>
            </a:fld>
            <a:endParaRPr lang="en-US" altLang="zh-CN"/>
          </a:p>
        </p:txBody>
      </p:sp>
    </p:spTree>
  </p:cSld>
  <p:clrMapOvr>
    <a:masterClrMapping/>
  </p:clrMapOvr>
  <p:transition>
    <p:spli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9A71723F-F9C2-4DA2-A00B-D54ECA556B13}"/>
              </a:ext>
            </a:extLst>
          </p:cNvPr>
          <p:cNvSpPr>
            <a:spLocks noGrp="1"/>
          </p:cNvSpPr>
          <p:nvPr>
            <p:ph type="title"/>
          </p:nvPr>
        </p:nvSpPr>
        <p:spPr/>
        <p:txBody>
          <a:bodyPr/>
          <a:lstStyle/>
          <a:p>
            <a:r>
              <a:rPr lang="en-US" altLang="zh-CN" dirty="0"/>
              <a:t>9.4.1 </a:t>
            </a:r>
            <a:r>
              <a:rPr lang="zh-CN" altLang="en-US" dirty="0"/>
              <a:t>直接选择排序 </a:t>
            </a:r>
            <a:r>
              <a:rPr lang="en-US" altLang="zh-CN" dirty="0"/>
              <a:t>(Select Sort)</a:t>
            </a:r>
            <a:endParaRPr lang="zh-CN" altLang="en-US" dirty="0"/>
          </a:p>
        </p:txBody>
      </p:sp>
      <p:sp>
        <p:nvSpPr>
          <p:cNvPr id="326658" name="Rectangle 2">
            <a:extLst>
              <a:ext uri="{FF2B5EF4-FFF2-40B4-BE49-F238E27FC236}">
                <a16:creationId xmlns:a16="http://schemas.microsoft.com/office/drawing/2014/main" id="{FDC75BAA-0229-A645-EF2D-87086EB3021D}"/>
              </a:ext>
            </a:extLst>
          </p:cNvPr>
          <p:cNvSpPr>
            <a:spLocks noGrp="1" noChangeArrowheads="1"/>
          </p:cNvSpPr>
          <p:nvPr>
            <p:ph type="body" idx="1"/>
          </p:nvPr>
        </p:nvSpPr>
        <p:spPr/>
        <p:txBody>
          <a:bodyPr>
            <a:normAutofit fontScale="85000" lnSpcReduction="10000"/>
          </a:bodyPr>
          <a:lstStyle/>
          <a:p>
            <a:pPr>
              <a:lnSpc>
                <a:spcPct val="120000"/>
              </a:lnSpc>
            </a:pPr>
            <a:r>
              <a:rPr lang="zh-CN" altLang="en-US" dirty="0"/>
              <a:t>直接选择排序是一种简单的排序方法，它的基本步骤是：</a:t>
            </a:r>
          </a:p>
          <a:p>
            <a:pPr lvl="1">
              <a:lnSpc>
                <a:spcPct val="120000"/>
              </a:lnSpc>
            </a:pPr>
            <a:r>
              <a:rPr lang="zh-CN" altLang="en-US" dirty="0"/>
              <a:t>①在一组元素 </a:t>
            </a:r>
            <a:r>
              <a:rPr lang="en-US" altLang="zh-CN" dirty="0"/>
              <a:t>V[</a:t>
            </a:r>
            <a:r>
              <a:rPr lang="en-US" altLang="zh-CN" dirty="0" err="1"/>
              <a:t>i</a:t>
            </a:r>
            <a:r>
              <a:rPr lang="en-US" altLang="zh-CN" dirty="0"/>
              <a:t>]</a:t>
            </a:r>
            <a:r>
              <a:rPr lang="zh-CN" altLang="en-US" dirty="0"/>
              <a:t>～</a:t>
            </a:r>
            <a:r>
              <a:rPr lang="en-US" altLang="zh-CN" dirty="0"/>
              <a:t>V[n-1] </a:t>
            </a:r>
            <a:r>
              <a:rPr lang="zh-CN" altLang="en-US" dirty="0"/>
              <a:t>中选择具有最小排序码的元素；</a:t>
            </a:r>
          </a:p>
          <a:p>
            <a:pPr lvl="1">
              <a:lnSpc>
                <a:spcPct val="120000"/>
              </a:lnSpc>
            </a:pPr>
            <a:r>
              <a:rPr lang="zh-CN" altLang="en-US" dirty="0"/>
              <a:t>②若它不是这组元素中的第一个元素，则将它与这组元素中的第一个元素交换；</a:t>
            </a:r>
            <a:endParaRPr lang="en-US" altLang="zh-CN" dirty="0"/>
          </a:p>
          <a:p>
            <a:pPr lvl="1">
              <a:lnSpc>
                <a:spcPct val="120000"/>
              </a:lnSpc>
            </a:pPr>
            <a:r>
              <a:rPr lang="zh-CN" altLang="en-US" dirty="0">
                <a:latin typeface="等线" panose="02010600030101010101" pitchFamily="2" charset="-122"/>
                <a:ea typeface="等线" panose="02010600030101010101" pitchFamily="2" charset="-122"/>
              </a:rPr>
              <a:t>③</a:t>
            </a:r>
            <a:r>
              <a:rPr lang="zh-CN" altLang="en-US" dirty="0"/>
              <a:t>在剩下的元素</a:t>
            </a:r>
            <a:r>
              <a:rPr lang="en-US" altLang="zh-CN" dirty="0"/>
              <a:t>V[i+1]</a:t>
            </a:r>
            <a:r>
              <a:rPr lang="zh-CN" altLang="en-US" dirty="0"/>
              <a:t>～</a:t>
            </a:r>
            <a:r>
              <a:rPr lang="en-US" altLang="zh-CN" dirty="0"/>
              <a:t>V[n-1]</a:t>
            </a:r>
            <a:r>
              <a:rPr lang="zh-CN" altLang="en-US" dirty="0"/>
              <a:t>中重复执行第①、②步，</a:t>
            </a:r>
            <a:r>
              <a:rPr lang="en-US" altLang="zh-CN" dirty="0"/>
              <a:t> </a:t>
            </a:r>
            <a:r>
              <a:rPr lang="zh-CN" altLang="en-US" dirty="0"/>
              <a:t>直到剩余元素只有一个为止。</a:t>
            </a:r>
          </a:p>
        </p:txBody>
      </p:sp>
      <p:sp>
        <p:nvSpPr>
          <p:cNvPr id="53251" name="Rectangle 3">
            <a:extLst>
              <a:ext uri="{FF2B5EF4-FFF2-40B4-BE49-F238E27FC236}">
                <a16:creationId xmlns:a16="http://schemas.microsoft.com/office/drawing/2014/main" id="{8F5D7E39-E2A8-6DE3-DD7F-129B2857CB79}"/>
              </a:ext>
            </a:extLst>
          </p:cNvPr>
          <p:cNvSpPr>
            <a:spLocks noChangeArrowheads="1"/>
          </p:cNvSpPr>
          <p:nvPr/>
        </p:nvSpPr>
        <p:spPr bwMode="auto">
          <a:xfrm>
            <a:off x="428625" y="3629025"/>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3200" b="1">
              <a:solidFill>
                <a:srgbClr val="CC3300"/>
              </a:solidFill>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4CA7AB78-9571-CA7B-C59F-0A656960541E}"/>
              </a:ext>
            </a:extLst>
          </p:cNvPr>
          <p:cNvSpPr>
            <a:spLocks noGrp="1"/>
          </p:cNvSpPr>
          <p:nvPr>
            <p:ph type="sldNum" sz="quarter" idx="12"/>
          </p:nvPr>
        </p:nvSpPr>
        <p:spPr/>
        <p:txBody>
          <a:bodyPr/>
          <a:lstStyle/>
          <a:p>
            <a:pPr>
              <a:defRPr/>
            </a:pPr>
            <a:fld id="{5F1DCF05-F1E6-414E-BAB4-65AA6A3D43BB}" type="slidenum">
              <a:rPr lang="en-US" altLang="zh-CN" smtClean="0"/>
              <a:pPr>
                <a:defRPr/>
              </a:pPr>
              <a:t>46</a:t>
            </a:fld>
            <a:endParaRPr lang="en-US" altLang="zh-CN"/>
          </a:p>
        </p:txBody>
      </p:sp>
    </p:spTree>
  </p:cSld>
  <p:clrMapOvr>
    <a:masterClrMapping/>
  </p:clrMapOvr>
  <p:transition>
    <p:spli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AutoShape 2" descr="白色大理石">
            <a:extLst>
              <a:ext uri="{FF2B5EF4-FFF2-40B4-BE49-F238E27FC236}">
                <a16:creationId xmlns:a16="http://schemas.microsoft.com/office/drawing/2014/main" id="{F9D93872-3492-ACEF-653E-AE9CAB9E4A98}"/>
              </a:ext>
            </a:extLst>
          </p:cNvPr>
          <p:cNvSpPr>
            <a:spLocks noChangeArrowheads="1"/>
          </p:cNvSpPr>
          <p:nvPr/>
        </p:nvSpPr>
        <p:spPr bwMode="auto">
          <a:xfrm>
            <a:off x="609600" y="57912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4275" name="AutoShape 3" descr="白色大理石">
            <a:extLst>
              <a:ext uri="{FF2B5EF4-FFF2-40B4-BE49-F238E27FC236}">
                <a16:creationId xmlns:a16="http://schemas.microsoft.com/office/drawing/2014/main" id="{40C295F1-A0DE-04A4-A60F-625D18D3E05E}"/>
              </a:ext>
            </a:extLst>
          </p:cNvPr>
          <p:cNvSpPr>
            <a:spLocks noChangeArrowheads="1"/>
          </p:cNvSpPr>
          <p:nvPr/>
        </p:nvSpPr>
        <p:spPr bwMode="auto">
          <a:xfrm>
            <a:off x="609600" y="43434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4276" name="AutoShape 4" descr="白色大理石">
            <a:extLst>
              <a:ext uri="{FF2B5EF4-FFF2-40B4-BE49-F238E27FC236}">
                <a16:creationId xmlns:a16="http://schemas.microsoft.com/office/drawing/2014/main" id="{CFE83F6A-0B49-C90C-1684-F3DA525E3715}"/>
              </a:ext>
            </a:extLst>
          </p:cNvPr>
          <p:cNvSpPr>
            <a:spLocks noChangeArrowheads="1"/>
          </p:cNvSpPr>
          <p:nvPr/>
        </p:nvSpPr>
        <p:spPr bwMode="auto">
          <a:xfrm>
            <a:off x="609600" y="28956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4277" name="AutoShape 5" descr="白色大理石">
            <a:extLst>
              <a:ext uri="{FF2B5EF4-FFF2-40B4-BE49-F238E27FC236}">
                <a16:creationId xmlns:a16="http://schemas.microsoft.com/office/drawing/2014/main" id="{D30DCA24-D597-3688-453B-1FC996A93671}"/>
              </a:ext>
            </a:extLst>
          </p:cNvPr>
          <p:cNvSpPr>
            <a:spLocks noChangeArrowheads="1"/>
          </p:cNvSpPr>
          <p:nvPr/>
        </p:nvSpPr>
        <p:spPr bwMode="auto">
          <a:xfrm>
            <a:off x="609600" y="12192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4278" name="Rectangle 6">
            <a:extLst>
              <a:ext uri="{FF2B5EF4-FFF2-40B4-BE49-F238E27FC236}">
                <a16:creationId xmlns:a16="http://schemas.microsoft.com/office/drawing/2014/main" id="{A488F9DE-D5A1-7606-5828-0F639B8FAFF1}"/>
              </a:ext>
            </a:extLst>
          </p:cNvPr>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3200" b="1">
              <a:solidFill>
                <a:schemeClr val="tx2"/>
              </a:solidFill>
              <a:latin typeface="Times New Roman" panose="02020603050405020304" pitchFamily="18" charset="0"/>
              <a:ea typeface="宋体" panose="02010600030101010101" pitchFamily="2" charset="-122"/>
            </a:endParaRPr>
          </a:p>
        </p:txBody>
      </p:sp>
      <p:sp>
        <p:nvSpPr>
          <p:cNvPr id="328711" name="AutoShape 7">
            <a:extLst>
              <a:ext uri="{FF2B5EF4-FFF2-40B4-BE49-F238E27FC236}">
                <a16:creationId xmlns:a16="http://schemas.microsoft.com/office/drawing/2014/main" id="{A9764097-61DF-4855-DD0E-1B6A0AA09C6C}"/>
              </a:ext>
            </a:extLst>
          </p:cNvPr>
          <p:cNvSpPr>
            <a:spLocks noChangeArrowheads="1"/>
          </p:cNvSpPr>
          <p:nvPr/>
        </p:nvSpPr>
        <p:spPr bwMode="auto">
          <a:xfrm>
            <a:off x="1676400" y="8382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328712" name="AutoShape 8">
            <a:extLst>
              <a:ext uri="{FF2B5EF4-FFF2-40B4-BE49-F238E27FC236}">
                <a16:creationId xmlns:a16="http://schemas.microsoft.com/office/drawing/2014/main" id="{D3771B28-0230-93DF-F036-71119BBA3026}"/>
              </a:ext>
            </a:extLst>
          </p:cNvPr>
          <p:cNvSpPr>
            <a:spLocks noChangeArrowheads="1"/>
          </p:cNvSpPr>
          <p:nvPr/>
        </p:nvSpPr>
        <p:spPr bwMode="auto">
          <a:xfrm>
            <a:off x="26670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28713" name="AutoShape 9">
            <a:extLst>
              <a:ext uri="{FF2B5EF4-FFF2-40B4-BE49-F238E27FC236}">
                <a16:creationId xmlns:a16="http://schemas.microsoft.com/office/drawing/2014/main" id="{8BF3197E-8B43-68E0-94F9-4E9C1F6908DA}"/>
              </a:ext>
            </a:extLst>
          </p:cNvPr>
          <p:cNvSpPr>
            <a:spLocks noChangeArrowheads="1"/>
          </p:cNvSpPr>
          <p:nvPr/>
        </p:nvSpPr>
        <p:spPr bwMode="auto">
          <a:xfrm>
            <a:off x="3657600" y="4572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28714" name="AutoShape 10">
            <a:extLst>
              <a:ext uri="{FF2B5EF4-FFF2-40B4-BE49-F238E27FC236}">
                <a16:creationId xmlns:a16="http://schemas.microsoft.com/office/drawing/2014/main" id="{F5C24A1B-F560-E88D-44D5-278A6EBE4DCE}"/>
              </a:ext>
            </a:extLst>
          </p:cNvPr>
          <p:cNvSpPr>
            <a:spLocks noChangeArrowheads="1"/>
          </p:cNvSpPr>
          <p:nvPr/>
        </p:nvSpPr>
        <p:spPr bwMode="auto">
          <a:xfrm>
            <a:off x="46482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28715" name="AutoShape 11">
            <a:extLst>
              <a:ext uri="{FF2B5EF4-FFF2-40B4-BE49-F238E27FC236}">
                <a16:creationId xmlns:a16="http://schemas.microsoft.com/office/drawing/2014/main" id="{61026AFC-83E3-0EE4-E268-17D8F24F5B0C}"/>
              </a:ext>
            </a:extLst>
          </p:cNvPr>
          <p:cNvSpPr>
            <a:spLocks noChangeArrowheads="1"/>
          </p:cNvSpPr>
          <p:nvPr/>
        </p:nvSpPr>
        <p:spPr bwMode="auto">
          <a:xfrm>
            <a:off x="5638800" y="9144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16</a:t>
            </a:r>
            <a:endParaRPr lang="en-US" altLang="zh-CN">
              <a:solidFill>
                <a:schemeClr val="tx2"/>
              </a:solidFill>
              <a:effectLst>
                <a:outerShdw blurRad="38100" dist="38100" dir="2700000" algn="tl">
                  <a:srgbClr val="000000"/>
                </a:outerShdw>
              </a:effectLst>
            </a:endParaRPr>
          </a:p>
        </p:txBody>
      </p:sp>
      <p:sp>
        <p:nvSpPr>
          <p:cNvPr id="328716" name="AutoShape 12">
            <a:extLst>
              <a:ext uri="{FF2B5EF4-FFF2-40B4-BE49-F238E27FC236}">
                <a16:creationId xmlns:a16="http://schemas.microsoft.com/office/drawing/2014/main" id="{1ECF1C46-A06E-EC3D-9A4D-EE27238531AD}"/>
              </a:ext>
            </a:extLst>
          </p:cNvPr>
          <p:cNvSpPr>
            <a:spLocks noChangeArrowheads="1"/>
          </p:cNvSpPr>
          <p:nvPr/>
        </p:nvSpPr>
        <p:spPr bwMode="auto">
          <a:xfrm>
            <a:off x="6629400" y="12192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54285" name="Text Box 13">
            <a:extLst>
              <a:ext uri="{FF2B5EF4-FFF2-40B4-BE49-F238E27FC236}">
                <a16:creationId xmlns:a16="http://schemas.microsoft.com/office/drawing/2014/main" id="{D72D72F3-4D99-E25C-5DC2-B98FBA22B97A}"/>
              </a:ext>
            </a:extLst>
          </p:cNvPr>
          <p:cNvSpPr txBox="1">
            <a:spLocks noChangeArrowheads="1"/>
          </p:cNvSpPr>
          <p:nvPr/>
        </p:nvSpPr>
        <p:spPr bwMode="auto">
          <a:xfrm>
            <a:off x="1752600" y="1676400"/>
            <a:ext cx="528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a:t>
            </a:r>
            <a:endParaRPr kumimoji="1" lang="en-US" altLang="zh-CN" sz="2400">
              <a:latin typeface="Times New Roman" panose="02020603050405020304" pitchFamily="18" charset="0"/>
              <a:ea typeface="宋体" panose="02010600030101010101" pitchFamily="2" charset="-122"/>
            </a:endParaRPr>
          </a:p>
        </p:txBody>
      </p:sp>
      <p:sp>
        <p:nvSpPr>
          <p:cNvPr id="328718" name="AutoShape 14">
            <a:extLst>
              <a:ext uri="{FF2B5EF4-FFF2-40B4-BE49-F238E27FC236}">
                <a16:creationId xmlns:a16="http://schemas.microsoft.com/office/drawing/2014/main" id="{00EF1792-2E7C-9C95-2129-7F0F6F56F69E}"/>
              </a:ext>
            </a:extLst>
          </p:cNvPr>
          <p:cNvSpPr>
            <a:spLocks noChangeArrowheads="1"/>
          </p:cNvSpPr>
          <p:nvPr/>
        </p:nvSpPr>
        <p:spPr bwMode="auto">
          <a:xfrm>
            <a:off x="1676400" y="25146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21</a:t>
            </a:r>
            <a:endParaRPr lang="en-US" altLang="zh-CN">
              <a:solidFill>
                <a:schemeClr val="bg2"/>
              </a:solidFill>
              <a:effectLst>
                <a:outerShdw blurRad="38100" dist="38100" dir="2700000" algn="tl">
                  <a:srgbClr val="000000"/>
                </a:outerShdw>
              </a:effectLst>
            </a:endParaRPr>
          </a:p>
        </p:txBody>
      </p:sp>
      <p:sp>
        <p:nvSpPr>
          <p:cNvPr id="328719" name="AutoShape 15">
            <a:extLst>
              <a:ext uri="{FF2B5EF4-FFF2-40B4-BE49-F238E27FC236}">
                <a16:creationId xmlns:a16="http://schemas.microsoft.com/office/drawing/2014/main" id="{E3C30E1D-2D97-5E7B-F4AF-F7F0A5FCA411}"/>
              </a:ext>
            </a:extLst>
          </p:cNvPr>
          <p:cNvSpPr>
            <a:spLocks noChangeArrowheads="1"/>
          </p:cNvSpPr>
          <p:nvPr/>
        </p:nvSpPr>
        <p:spPr bwMode="auto">
          <a:xfrm>
            <a:off x="4648200" y="2438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28720" name="Text Box 16">
            <a:extLst>
              <a:ext uri="{FF2B5EF4-FFF2-40B4-BE49-F238E27FC236}">
                <a16:creationId xmlns:a16="http://schemas.microsoft.com/office/drawing/2014/main" id="{48CE4283-3EA5-ADC4-BC93-6C56F729CAEA}"/>
              </a:ext>
            </a:extLst>
          </p:cNvPr>
          <p:cNvSpPr txBox="1">
            <a:spLocks noChangeArrowheads="1"/>
          </p:cNvSpPr>
          <p:nvPr/>
        </p:nvSpPr>
        <p:spPr bwMode="auto">
          <a:xfrm>
            <a:off x="436563" y="2468563"/>
            <a:ext cx="868362" cy="579437"/>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8721" name="AutoShape 17">
            <a:extLst>
              <a:ext uri="{FF2B5EF4-FFF2-40B4-BE49-F238E27FC236}">
                <a16:creationId xmlns:a16="http://schemas.microsoft.com/office/drawing/2014/main" id="{E1418EEE-99D4-787A-C1AC-0B8F3052F9C6}"/>
              </a:ext>
            </a:extLst>
          </p:cNvPr>
          <p:cNvSpPr>
            <a:spLocks noChangeArrowheads="1"/>
          </p:cNvSpPr>
          <p:nvPr/>
        </p:nvSpPr>
        <p:spPr bwMode="auto">
          <a:xfrm>
            <a:off x="3657600" y="50292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28722" name="AutoShape 18">
            <a:extLst>
              <a:ext uri="{FF2B5EF4-FFF2-40B4-BE49-F238E27FC236}">
                <a16:creationId xmlns:a16="http://schemas.microsoft.com/office/drawing/2014/main" id="{BF670DD6-6D7C-7A86-EAD5-B3D584A65572}"/>
              </a:ext>
            </a:extLst>
          </p:cNvPr>
          <p:cNvSpPr>
            <a:spLocks noChangeArrowheads="1"/>
          </p:cNvSpPr>
          <p:nvPr/>
        </p:nvSpPr>
        <p:spPr bwMode="auto">
          <a:xfrm>
            <a:off x="2667000" y="38862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328723" name="AutoShape 19">
            <a:extLst>
              <a:ext uri="{FF2B5EF4-FFF2-40B4-BE49-F238E27FC236}">
                <a16:creationId xmlns:a16="http://schemas.microsoft.com/office/drawing/2014/main" id="{F8EB266D-6E12-D742-34F5-DB7997E72256}"/>
              </a:ext>
            </a:extLst>
          </p:cNvPr>
          <p:cNvSpPr>
            <a:spLocks noChangeArrowheads="1"/>
          </p:cNvSpPr>
          <p:nvPr/>
        </p:nvSpPr>
        <p:spPr bwMode="auto">
          <a:xfrm>
            <a:off x="5638800" y="40386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accent2"/>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328724" name="AutoShape 20">
            <a:extLst>
              <a:ext uri="{FF2B5EF4-FFF2-40B4-BE49-F238E27FC236}">
                <a16:creationId xmlns:a16="http://schemas.microsoft.com/office/drawing/2014/main" id="{83FDFDF1-3D79-9D41-FE0C-4DED28E71138}"/>
              </a:ext>
            </a:extLst>
          </p:cNvPr>
          <p:cNvSpPr>
            <a:spLocks noChangeArrowheads="1"/>
          </p:cNvSpPr>
          <p:nvPr/>
        </p:nvSpPr>
        <p:spPr bwMode="auto">
          <a:xfrm>
            <a:off x="2667000" y="2438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28725" name="AutoShape 21">
            <a:extLst>
              <a:ext uri="{FF2B5EF4-FFF2-40B4-BE49-F238E27FC236}">
                <a16:creationId xmlns:a16="http://schemas.microsoft.com/office/drawing/2014/main" id="{BBD89727-0DB9-66A4-D34B-F5ACA7C40139}"/>
              </a:ext>
            </a:extLst>
          </p:cNvPr>
          <p:cNvSpPr>
            <a:spLocks noChangeArrowheads="1"/>
          </p:cNvSpPr>
          <p:nvPr/>
        </p:nvSpPr>
        <p:spPr bwMode="auto">
          <a:xfrm>
            <a:off x="5638800" y="25908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328726" name="AutoShape 22">
            <a:extLst>
              <a:ext uri="{FF2B5EF4-FFF2-40B4-BE49-F238E27FC236}">
                <a16:creationId xmlns:a16="http://schemas.microsoft.com/office/drawing/2014/main" id="{229A0C52-FB1A-C587-31E3-3FC8DD31F780}"/>
              </a:ext>
            </a:extLst>
          </p:cNvPr>
          <p:cNvSpPr>
            <a:spLocks noChangeArrowheads="1"/>
          </p:cNvSpPr>
          <p:nvPr/>
        </p:nvSpPr>
        <p:spPr bwMode="auto">
          <a:xfrm>
            <a:off x="1676400" y="4343400"/>
            <a:ext cx="533400" cy="38100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08</a:t>
            </a:r>
            <a:endParaRPr lang="en-US" altLang="zh-CN">
              <a:solidFill>
                <a:srgbClr val="FFFFCC"/>
              </a:solidFill>
              <a:effectLst>
                <a:outerShdw blurRad="38100" dist="38100" dir="2700000" algn="tl">
                  <a:srgbClr val="000000"/>
                </a:outerShdw>
              </a:effectLst>
            </a:endParaRPr>
          </a:p>
        </p:txBody>
      </p:sp>
      <p:sp>
        <p:nvSpPr>
          <p:cNvPr id="328727" name="AutoShape 23">
            <a:extLst>
              <a:ext uri="{FF2B5EF4-FFF2-40B4-BE49-F238E27FC236}">
                <a16:creationId xmlns:a16="http://schemas.microsoft.com/office/drawing/2014/main" id="{5260842E-8D45-390A-8761-503E850365EC}"/>
              </a:ext>
            </a:extLst>
          </p:cNvPr>
          <p:cNvSpPr>
            <a:spLocks noChangeArrowheads="1"/>
          </p:cNvSpPr>
          <p:nvPr/>
        </p:nvSpPr>
        <p:spPr bwMode="auto">
          <a:xfrm>
            <a:off x="3657600" y="21336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28728" name="AutoShape 24">
            <a:extLst>
              <a:ext uri="{FF2B5EF4-FFF2-40B4-BE49-F238E27FC236}">
                <a16:creationId xmlns:a16="http://schemas.microsoft.com/office/drawing/2014/main" id="{4D83F224-3BAD-0ED3-5FDE-28B1B0B6E0A6}"/>
              </a:ext>
            </a:extLst>
          </p:cNvPr>
          <p:cNvSpPr>
            <a:spLocks noChangeArrowheads="1"/>
          </p:cNvSpPr>
          <p:nvPr/>
        </p:nvSpPr>
        <p:spPr bwMode="auto">
          <a:xfrm>
            <a:off x="6629400" y="28956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accent2"/>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328729" name="AutoShape 25">
            <a:extLst>
              <a:ext uri="{FF2B5EF4-FFF2-40B4-BE49-F238E27FC236}">
                <a16:creationId xmlns:a16="http://schemas.microsoft.com/office/drawing/2014/main" id="{CF3BB374-63A2-029B-3500-BE8AC30CECF9}"/>
              </a:ext>
            </a:extLst>
          </p:cNvPr>
          <p:cNvSpPr>
            <a:spLocks noChangeArrowheads="1"/>
          </p:cNvSpPr>
          <p:nvPr/>
        </p:nvSpPr>
        <p:spPr bwMode="auto">
          <a:xfrm>
            <a:off x="4648200" y="38862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28730" name="AutoShape 26">
            <a:extLst>
              <a:ext uri="{FF2B5EF4-FFF2-40B4-BE49-F238E27FC236}">
                <a16:creationId xmlns:a16="http://schemas.microsoft.com/office/drawing/2014/main" id="{15C70F9F-16C2-170B-4538-144EA517301D}"/>
              </a:ext>
            </a:extLst>
          </p:cNvPr>
          <p:cNvSpPr>
            <a:spLocks noChangeArrowheads="1"/>
          </p:cNvSpPr>
          <p:nvPr/>
        </p:nvSpPr>
        <p:spPr bwMode="auto">
          <a:xfrm>
            <a:off x="3657600" y="35814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28731" name="AutoShape 27">
            <a:extLst>
              <a:ext uri="{FF2B5EF4-FFF2-40B4-BE49-F238E27FC236}">
                <a16:creationId xmlns:a16="http://schemas.microsoft.com/office/drawing/2014/main" id="{D0049A3D-7879-293C-5853-EC3C0311D4E6}"/>
              </a:ext>
            </a:extLst>
          </p:cNvPr>
          <p:cNvSpPr>
            <a:spLocks noChangeArrowheads="1"/>
          </p:cNvSpPr>
          <p:nvPr/>
        </p:nvSpPr>
        <p:spPr bwMode="auto">
          <a:xfrm>
            <a:off x="6629400" y="39624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328732" name="Text Box 28">
            <a:extLst>
              <a:ext uri="{FF2B5EF4-FFF2-40B4-BE49-F238E27FC236}">
                <a16:creationId xmlns:a16="http://schemas.microsoft.com/office/drawing/2014/main" id="{F935C08B-1628-3B1C-BD8E-23344E82E2F7}"/>
              </a:ext>
            </a:extLst>
          </p:cNvPr>
          <p:cNvSpPr txBox="1">
            <a:spLocks noChangeArrowheads="1"/>
          </p:cNvSpPr>
          <p:nvPr/>
        </p:nvSpPr>
        <p:spPr bwMode="auto">
          <a:xfrm>
            <a:off x="457200" y="3886200"/>
            <a:ext cx="868363" cy="579438"/>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8733" name="Text Box 29">
            <a:extLst>
              <a:ext uri="{FF2B5EF4-FFF2-40B4-BE49-F238E27FC236}">
                <a16:creationId xmlns:a16="http://schemas.microsoft.com/office/drawing/2014/main" id="{60B67353-D918-73EC-2439-6D363BA9C452}"/>
              </a:ext>
            </a:extLst>
          </p:cNvPr>
          <p:cNvSpPr txBox="1">
            <a:spLocks noChangeArrowheads="1"/>
          </p:cNvSpPr>
          <p:nvPr/>
        </p:nvSpPr>
        <p:spPr bwMode="auto">
          <a:xfrm>
            <a:off x="457200" y="5334000"/>
            <a:ext cx="868363" cy="579438"/>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8734" name="AutoShape 30">
            <a:extLst>
              <a:ext uri="{FF2B5EF4-FFF2-40B4-BE49-F238E27FC236}">
                <a16:creationId xmlns:a16="http://schemas.microsoft.com/office/drawing/2014/main" id="{BE642512-8BE4-90F3-4CBE-70D15A998312}"/>
              </a:ext>
            </a:extLst>
          </p:cNvPr>
          <p:cNvSpPr>
            <a:spLocks noChangeArrowheads="1"/>
          </p:cNvSpPr>
          <p:nvPr/>
        </p:nvSpPr>
        <p:spPr bwMode="auto">
          <a:xfrm>
            <a:off x="1676400" y="5791200"/>
            <a:ext cx="533400" cy="38100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08</a:t>
            </a:r>
            <a:endParaRPr lang="en-US" altLang="zh-CN">
              <a:solidFill>
                <a:srgbClr val="FFFFCC"/>
              </a:solidFill>
              <a:effectLst>
                <a:outerShdw blurRad="38100" dist="38100" dir="2700000" algn="tl">
                  <a:srgbClr val="000000"/>
                </a:outerShdw>
              </a:effectLst>
            </a:endParaRPr>
          </a:p>
        </p:txBody>
      </p:sp>
      <p:sp>
        <p:nvSpPr>
          <p:cNvPr id="328735" name="AutoShape 31">
            <a:extLst>
              <a:ext uri="{FF2B5EF4-FFF2-40B4-BE49-F238E27FC236}">
                <a16:creationId xmlns:a16="http://schemas.microsoft.com/office/drawing/2014/main" id="{BD4CD9CD-06D3-4DAC-982B-0D3A12590C2D}"/>
              </a:ext>
            </a:extLst>
          </p:cNvPr>
          <p:cNvSpPr>
            <a:spLocks noChangeArrowheads="1"/>
          </p:cNvSpPr>
          <p:nvPr/>
        </p:nvSpPr>
        <p:spPr bwMode="auto">
          <a:xfrm>
            <a:off x="2667000" y="5486400"/>
            <a:ext cx="533400" cy="685800"/>
          </a:xfrm>
          <a:prstGeom prst="can">
            <a:avLst>
              <a:gd name="adj" fmla="val 32143"/>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16</a:t>
            </a:r>
            <a:endParaRPr lang="en-US" altLang="zh-CN">
              <a:solidFill>
                <a:srgbClr val="FFFFCC"/>
              </a:solidFill>
              <a:effectLst>
                <a:outerShdw blurRad="38100" dist="38100" dir="2700000" algn="tl">
                  <a:srgbClr val="000000"/>
                </a:outerShdw>
              </a:effectLst>
            </a:endParaRPr>
          </a:p>
        </p:txBody>
      </p:sp>
      <p:sp>
        <p:nvSpPr>
          <p:cNvPr id="328736" name="AutoShape 32">
            <a:extLst>
              <a:ext uri="{FF2B5EF4-FFF2-40B4-BE49-F238E27FC236}">
                <a16:creationId xmlns:a16="http://schemas.microsoft.com/office/drawing/2014/main" id="{B1289B97-476F-F7C8-C5FD-A0E488082674}"/>
              </a:ext>
            </a:extLst>
          </p:cNvPr>
          <p:cNvSpPr>
            <a:spLocks noChangeArrowheads="1"/>
          </p:cNvSpPr>
          <p:nvPr/>
        </p:nvSpPr>
        <p:spPr bwMode="auto">
          <a:xfrm>
            <a:off x="4648200" y="52578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328737" name="AutoShape 33">
            <a:extLst>
              <a:ext uri="{FF2B5EF4-FFF2-40B4-BE49-F238E27FC236}">
                <a16:creationId xmlns:a16="http://schemas.microsoft.com/office/drawing/2014/main" id="{3CC07A02-7245-2348-AD3D-0A358055B749}"/>
              </a:ext>
            </a:extLst>
          </p:cNvPr>
          <p:cNvSpPr>
            <a:spLocks noChangeArrowheads="1"/>
          </p:cNvSpPr>
          <p:nvPr/>
        </p:nvSpPr>
        <p:spPr bwMode="auto">
          <a:xfrm>
            <a:off x="5638800" y="52578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328738" name="AutoShape 34">
            <a:extLst>
              <a:ext uri="{FF2B5EF4-FFF2-40B4-BE49-F238E27FC236}">
                <a16:creationId xmlns:a16="http://schemas.microsoft.com/office/drawing/2014/main" id="{3AC776E5-FC15-630F-241A-F41412824773}"/>
              </a:ext>
            </a:extLst>
          </p:cNvPr>
          <p:cNvSpPr>
            <a:spLocks noChangeArrowheads="1"/>
          </p:cNvSpPr>
          <p:nvPr/>
        </p:nvSpPr>
        <p:spPr bwMode="auto">
          <a:xfrm>
            <a:off x="6629400" y="53340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accent2"/>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328739" name="Text Box 35">
            <a:extLst>
              <a:ext uri="{FF2B5EF4-FFF2-40B4-BE49-F238E27FC236}">
                <a16:creationId xmlns:a16="http://schemas.microsoft.com/office/drawing/2014/main" id="{E7BF352C-7F19-DA12-F14D-2067D629CEF2}"/>
              </a:ext>
            </a:extLst>
          </p:cNvPr>
          <p:cNvSpPr txBox="1">
            <a:spLocks noChangeArrowheads="1"/>
          </p:cNvSpPr>
          <p:nvPr/>
        </p:nvSpPr>
        <p:spPr bwMode="auto">
          <a:xfrm>
            <a:off x="441325" y="806450"/>
            <a:ext cx="901700" cy="519113"/>
          </a:xfrm>
          <a:prstGeom prst="rect">
            <a:avLst/>
          </a:prstGeom>
          <a:noFill/>
          <a:ln w="9525">
            <a:noFill/>
            <a:miter lim="800000"/>
            <a:headEnd/>
            <a:tailEnd/>
          </a:ln>
        </p:spPr>
        <p:txBody>
          <a:bodyPr wrap="none">
            <a:spAutoFit/>
          </a:bodyPr>
          <a:lstStyle/>
          <a:p>
            <a:pPr>
              <a:defRPr/>
            </a:pPr>
            <a:r>
              <a:rPr lang="zh-CN" altLang="en-US" sz="2800" b="1">
                <a:solidFill>
                  <a:schemeClr val="tx2"/>
                </a:solidFill>
                <a:effectLst>
                  <a:outerShdw blurRad="38100" dist="38100" dir="2700000" algn="tl">
                    <a:srgbClr val="C0C0C0"/>
                  </a:outerShdw>
                </a:effectLst>
                <a:ea typeface="隶书" pitchFamily="49" charset="-122"/>
              </a:rPr>
              <a:t>初始</a:t>
            </a:r>
            <a:endParaRPr lang="zh-CN" altLang="en-US">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8740" name="Text Box 36">
            <a:extLst>
              <a:ext uri="{FF2B5EF4-FFF2-40B4-BE49-F238E27FC236}">
                <a16:creationId xmlns:a16="http://schemas.microsoft.com/office/drawing/2014/main" id="{2E1279E5-CB97-CEB2-0D92-C34949A3E078}"/>
              </a:ext>
            </a:extLst>
          </p:cNvPr>
          <p:cNvSpPr txBox="1">
            <a:spLocks noChangeArrowheads="1"/>
          </p:cNvSpPr>
          <p:nvPr/>
        </p:nvSpPr>
        <p:spPr bwMode="auto">
          <a:xfrm>
            <a:off x="7239000" y="2111375"/>
            <a:ext cx="2060179" cy="867930"/>
          </a:xfrm>
          <a:prstGeom prst="rect">
            <a:avLst/>
          </a:prstGeom>
          <a:noFill/>
          <a:ln w="9525">
            <a:noFill/>
            <a:miter lim="800000"/>
            <a:headEnd/>
            <a:tailEnd/>
          </a:ln>
        </p:spPr>
        <p:txBody>
          <a:bodyPr wrap="none">
            <a:spAutoFit/>
          </a:bodyPr>
          <a:lstStyle/>
          <a:p>
            <a:pPr>
              <a:lnSpc>
                <a:spcPct val="90000"/>
              </a:lnSpc>
              <a:defRPr/>
            </a:pPr>
            <a:r>
              <a:rPr lang="zh-CN" altLang="en-US" sz="2800" b="1" dirty="0">
                <a:ea typeface="隶书" pitchFamily="49" charset="-122"/>
              </a:rPr>
              <a:t>最小者</a:t>
            </a:r>
            <a:r>
              <a:rPr lang="zh-CN" altLang="en-US" sz="2800" b="1" dirty="0">
                <a:effectLst>
                  <a:outerShdw blurRad="38100" dist="38100" dir="2700000" algn="tl">
                    <a:srgbClr val="C0C0C0"/>
                  </a:outerShdw>
                </a:effectLst>
                <a:ea typeface="仿宋_GB2312" pitchFamily="49" charset="-122"/>
              </a:rPr>
              <a:t> </a:t>
            </a:r>
            <a:r>
              <a:rPr lang="en-US" altLang="zh-CN" sz="2800" b="1" dirty="0">
                <a:effectLst>
                  <a:outerShdw blurRad="38100" dist="38100" dir="2700000" algn="tl">
                    <a:srgbClr val="C0C0C0"/>
                  </a:outerShdw>
                </a:effectLst>
                <a:ea typeface="仿宋_GB2312" pitchFamily="49" charset="-122"/>
              </a:rPr>
              <a:t>08</a:t>
            </a:r>
          </a:p>
          <a:p>
            <a:pPr>
              <a:lnSpc>
                <a:spcPct val="90000"/>
              </a:lnSpc>
              <a:defRPr/>
            </a:pPr>
            <a:r>
              <a:rPr lang="zh-CN" altLang="en-US" sz="2800" b="1" dirty="0">
                <a:effectLst>
                  <a:outerShdw blurRad="38100" dist="38100" dir="2700000" algn="tl">
                    <a:srgbClr val="C0C0C0"/>
                  </a:outerShdw>
                </a:effectLst>
                <a:ea typeface="隶书" pitchFamily="49" charset="-122"/>
              </a:rPr>
              <a:t>交换</a:t>
            </a:r>
            <a:r>
              <a:rPr lang="en-US" altLang="zh-CN" sz="2800" b="1" dirty="0">
                <a:effectLst>
                  <a:outerShdw blurRad="38100" dist="38100" dir="2700000" algn="tl">
                    <a:srgbClr val="C0C0C0"/>
                  </a:outerShdw>
                </a:effectLst>
                <a:ea typeface="仿宋_GB2312" pitchFamily="49" charset="-122"/>
              </a:rPr>
              <a:t>21</a:t>
            </a:r>
            <a:r>
              <a:rPr lang="zh-CN" altLang="en-US" sz="2800" b="1" dirty="0">
                <a:effectLst>
                  <a:outerShdw blurRad="38100" dist="38100" dir="2700000" algn="tl">
                    <a:srgbClr val="C0C0C0"/>
                  </a:outerShdw>
                </a:effectLst>
                <a:ea typeface="仿宋_GB2312" pitchFamily="49" charset="-122"/>
              </a:rPr>
              <a:t>，</a:t>
            </a:r>
            <a:r>
              <a:rPr lang="en-US" altLang="zh-CN" sz="2800" b="1" dirty="0">
                <a:effectLst>
                  <a:outerShdw blurRad="38100" dist="38100" dir="2700000" algn="tl">
                    <a:srgbClr val="C0C0C0"/>
                  </a:outerShdw>
                </a:effectLst>
                <a:ea typeface="仿宋_GB2312" pitchFamily="49" charset="-122"/>
              </a:rPr>
              <a:t>08</a:t>
            </a:r>
            <a:endParaRPr lang="en-US" altLang="zh-CN"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8741" name="Text Box 37">
            <a:extLst>
              <a:ext uri="{FF2B5EF4-FFF2-40B4-BE49-F238E27FC236}">
                <a16:creationId xmlns:a16="http://schemas.microsoft.com/office/drawing/2014/main" id="{78ECD222-12C0-3930-0D1F-A4D8D45198D7}"/>
              </a:ext>
            </a:extLst>
          </p:cNvPr>
          <p:cNvSpPr txBox="1">
            <a:spLocks noChangeArrowheads="1"/>
          </p:cNvSpPr>
          <p:nvPr/>
        </p:nvSpPr>
        <p:spPr bwMode="auto">
          <a:xfrm>
            <a:off x="7210425" y="3559175"/>
            <a:ext cx="2061783" cy="867930"/>
          </a:xfrm>
          <a:prstGeom prst="rect">
            <a:avLst/>
          </a:prstGeom>
          <a:noFill/>
          <a:ln w="9525">
            <a:noFill/>
            <a:miter lim="800000"/>
            <a:headEnd/>
            <a:tailEnd/>
          </a:ln>
        </p:spPr>
        <p:txBody>
          <a:bodyPr wrap="none">
            <a:spAutoFit/>
          </a:bodyPr>
          <a:lstStyle/>
          <a:p>
            <a:pPr>
              <a:lnSpc>
                <a:spcPct val="90000"/>
              </a:lnSpc>
              <a:defRPr/>
            </a:pPr>
            <a:r>
              <a:rPr lang="zh-CN" altLang="en-US" sz="2800" b="1" dirty="0">
                <a:ea typeface="隶书" pitchFamily="49" charset="-122"/>
              </a:rPr>
              <a:t>最小者</a:t>
            </a:r>
            <a:r>
              <a:rPr lang="zh-CN" altLang="en-US" sz="2800" b="1" dirty="0">
                <a:effectLst>
                  <a:outerShdw blurRad="38100" dist="38100" dir="2700000" algn="tl">
                    <a:srgbClr val="C0C0C0"/>
                  </a:outerShdw>
                </a:effectLst>
                <a:ea typeface="仿宋_GB2312" pitchFamily="49" charset="-122"/>
              </a:rPr>
              <a:t> </a:t>
            </a:r>
            <a:r>
              <a:rPr lang="en-US" altLang="zh-CN" sz="2800" b="1" dirty="0">
                <a:effectLst>
                  <a:outerShdw blurRad="38100" dist="38100" dir="2700000" algn="tl">
                    <a:srgbClr val="C0C0C0"/>
                  </a:outerShdw>
                </a:effectLst>
                <a:ea typeface="仿宋_GB2312" pitchFamily="49" charset="-122"/>
              </a:rPr>
              <a:t>16</a:t>
            </a:r>
          </a:p>
          <a:p>
            <a:pPr>
              <a:lnSpc>
                <a:spcPct val="90000"/>
              </a:lnSpc>
              <a:defRPr/>
            </a:pPr>
            <a:r>
              <a:rPr lang="zh-CN" altLang="en-US" sz="2800" b="1" dirty="0">
                <a:effectLst>
                  <a:outerShdw blurRad="38100" dist="38100" dir="2700000" algn="tl">
                    <a:srgbClr val="C0C0C0"/>
                  </a:outerShdw>
                </a:effectLst>
                <a:ea typeface="隶书" pitchFamily="49" charset="-122"/>
              </a:rPr>
              <a:t>交换</a:t>
            </a:r>
            <a:r>
              <a:rPr lang="en-US" altLang="zh-CN" sz="2800" b="1" dirty="0">
                <a:effectLst>
                  <a:outerShdw blurRad="38100" dist="38100" dir="2700000" algn="tl">
                    <a:srgbClr val="C0C0C0"/>
                  </a:outerShdw>
                </a:effectLst>
                <a:ea typeface="隶书" pitchFamily="49" charset="-122"/>
              </a:rPr>
              <a:t>25</a:t>
            </a:r>
            <a:r>
              <a:rPr lang="zh-CN" altLang="en-US" sz="2800" b="1" dirty="0">
                <a:effectLst>
                  <a:outerShdw blurRad="38100" dist="38100" dir="2700000" algn="tl">
                    <a:srgbClr val="C0C0C0"/>
                  </a:outerShdw>
                </a:effectLst>
                <a:ea typeface="隶书" pitchFamily="49" charset="-122"/>
              </a:rPr>
              <a:t>，</a:t>
            </a:r>
            <a:r>
              <a:rPr lang="en-US" altLang="zh-CN" sz="2800" b="1" dirty="0">
                <a:effectLst>
                  <a:outerShdw blurRad="38100" dist="38100" dir="2700000" algn="tl">
                    <a:srgbClr val="C0C0C0"/>
                  </a:outerShdw>
                </a:effectLst>
                <a:ea typeface="隶书" pitchFamily="49" charset="-122"/>
              </a:rPr>
              <a:t>16</a:t>
            </a:r>
            <a:endParaRPr lang="en-US" altLang="zh-CN"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8742" name="Text Box 38">
            <a:extLst>
              <a:ext uri="{FF2B5EF4-FFF2-40B4-BE49-F238E27FC236}">
                <a16:creationId xmlns:a16="http://schemas.microsoft.com/office/drawing/2014/main" id="{61335A89-0DF4-6D86-6496-EB50AE4F0D84}"/>
              </a:ext>
            </a:extLst>
          </p:cNvPr>
          <p:cNvSpPr txBox="1">
            <a:spLocks noChangeArrowheads="1"/>
          </p:cNvSpPr>
          <p:nvPr/>
        </p:nvSpPr>
        <p:spPr bwMode="auto">
          <a:xfrm>
            <a:off x="7239000" y="5006975"/>
            <a:ext cx="2061783" cy="867930"/>
          </a:xfrm>
          <a:prstGeom prst="rect">
            <a:avLst/>
          </a:prstGeom>
          <a:noFill/>
          <a:ln w="9525">
            <a:noFill/>
            <a:miter lim="800000"/>
            <a:headEnd/>
            <a:tailEnd/>
          </a:ln>
        </p:spPr>
        <p:txBody>
          <a:bodyPr wrap="none">
            <a:spAutoFit/>
          </a:bodyPr>
          <a:lstStyle/>
          <a:p>
            <a:pPr>
              <a:lnSpc>
                <a:spcPct val="90000"/>
              </a:lnSpc>
              <a:defRPr/>
            </a:pPr>
            <a:r>
              <a:rPr lang="zh-CN" altLang="en-US" sz="2800" b="1" dirty="0">
                <a:ea typeface="隶书" pitchFamily="49" charset="-122"/>
              </a:rPr>
              <a:t>最小者</a:t>
            </a:r>
            <a:r>
              <a:rPr lang="zh-CN" altLang="en-US" sz="2800" b="1" dirty="0">
                <a:effectLst>
                  <a:outerShdw blurRad="38100" dist="38100" dir="2700000" algn="tl">
                    <a:srgbClr val="C0C0C0"/>
                  </a:outerShdw>
                </a:effectLst>
                <a:ea typeface="仿宋_GB2312" pitchFamily="49" charset="-122"/>
              </a:rPr>
              <a:t> </a:t>
            </a:r>
            <a:r>
              <a:rPr lang="en-US" altLang="zh-CN" sz="2800" b="1" dirty="0">
                <a:effectLst>
                  <a:outerShdw blurRad="38100" dist="38100" dir="2700000" algn="tl">
                    <a:srgbClr val="C0C0C0"/>
                  </a:outerShdw>
                </a:effectLst>
                <a:ea typeface="仿宋_GB2312" pitchFamily="49" charset="-122"/>
              </a:rPr>
              <a:t>21</a:t>
            </a:r>
          </a:p>
          <a:p>
            <a:pPr>
              <a:lnSpc>
                <a:spcPct val="90000"/>
              </a:lnSpc>
              <a:defRPr/>
            </a:pPr>
            <a:r>
              <a:rPr lang="zh-CN" altLang="en-US" sz="2800" b="1" dirty="0">
                <a:effectLst>
                  <a:outerShdw blurRad="38100" dist="38100" dir="2700000" algn="tl">
                    <a:srgbClr val="C0C0C0"/>
                  </a:outerShdw>
                </a:effectLst>
                <a:ea typeface="隶书" pitchFamily="49" charset="-122"/>
              </a:rPr>
              <a:t>交换</a:t>
            </a:r>
            <a:r>
              <a:rPr lang="en-US" altLang="zh-CN" sz="2800" b="1" dirty="0">
                <a:effectLst>
                  <a:outerShdw blurRad="38100" dist="38100" dir="2700000" algn="tl">
                    <a:srgbClr val="C0C0C0"/>
                  </a:outerShdw>
                </a:effectLst>
                <a:ea typeface="隶书" pitchFamily="49" charset="-122"/>
              </a:rPr>
              <a:t>49</a:t>
            </a:r>
            <a:r>
              <a:rPr lang="zh-CN" altLang="en-US" sz="2800" b="1" dirty="0">
                <a:effectLst>
                  <a:outerShdw blurRad="38100" dist="38100" dir="2700000" algn="tl">
                    <a:srgbClr val="C0C0C0"/>
                  </a:outerShdw>
                </a:effectLst>
                <a:ea typeface="隶书" pitchFamily="49" charset="-122"/>
              </a:rPr>
              <a:t>，</a:t>
            </a:r>
            <a:r>
              <a:rPr lang="en-US" altLang="zh-CN" sz="2800" b="1" dirty="0">
                <a:effectLst>
                  <a:outerShdw blurRad="38100" dist="38100" dir="2700000" algn="tl">
                    <a:srgbClr val="C0C0C0"/>
                  </a:outerShdw>
                </a:effectLst>
                <a:ea typeface="隶书" pitchFamily="49" charset="-122"/>
              </a:rPr>
              <a:t>21</a:t>
            </a:r>
            <a:endParaRPr lang="en-US" altLang="zh-CN"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2" name="灯片编号占位符 1">
            <a:extLst>
              <a:ext uri="{FF2B5EF4-FFF2-40B4-BE49-F238E27FC236}">
                <a16:creationId xmlns:a16="http://schemas.microsoft.com/office/drawing/2014/main" id="{A5963775-99C4-DC8A-B9D9-AD8518D8D59F}"/>
              </a:ext>
            </a:extLst>
          </p:cNvPr>
          <p:cNvSpPr>
            <a:spLocks noGrp="1"/>
          </p:cNvSpPr>
          <p:nvPr>
            <p:ph type="sldNum" sz="quarter" idx="12"/>
          </p:nvPr>
        </p:nvSpPr>
        <p:spPr/>
        <p:txBody>
          <a:bodyPr/>
          <a:lstStyle/>
          <a:p>
            <a:pPr>
              <a:defRPr/>
            </a:pPr>
            <a:fld id="{04E4ECFC-90A4-46B6-B7C1-F55F5037C096}" type="slidenum">
              <a:rPr lang="en-US" altLang="zh-CN" smtClean="0"/>
              <a:pPr>
                <a:defRPr/>
              </a:pPr>
              <a:t>47</a:t>
            </a:fld>
            <a:endParaRPr lang="en-US" altLang="zh-CN"/>
          </a:p>
        </p:txBody>
      </p:sp>
    </p:spTree>
  </p:cSld>
  <p:clrMapOvr>
    <a:masterClrMapping/>
  </p:clrMapOvr>
  <p:transition>
    <p:spli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AutoShape 2" descr="白色大理石">
            <a:extLst>
              <a:ext uri="{FF2B5EF4-FFF2-40B4-BE49-F238E27FC236}">
                <a16:creationId xmlns:a16="http://schemas.microsoft.com/office/drawing/2014/main" id="{B7A866AF-F99B-D49D-96FE-1BB3B6F7B22C}"/>
              </a:ext>
            </a:extLst>
          </p:cNvPr>
          <p:cNvSpPr>
            <a:spLocks noChangeArrowheads="1"/>
          </p:cNvSpPr>
          <p:nvPr/>
        </p:nvSpPr>
        <p:spPr bwMode="auto">
          <a:xfrm>
            <a:off x="609600" y="43434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5299" name="AutoShape 3" descr="白色大理石">
            <a:extLst>
              <a:ext uri="{FF2B5EF4-FFF2-40B4-BE49-F238E27FC236}">
                <a16:creationId xmlns:a16="http://schemas.microsoft.com/office/drawing/2014/main" id="{091DC6EE-CE23-58A9-BB38-CE14E5EAC2A4}"/>
              </a:ext>
            </a:extLst>
          </p:cNvPr>
          <p:cNvSpPr>
            <a:spLocks noChangeArrowheads="1"/>
          </p:cNvSpPr>
          <p:nvPr/>
        </p:nvSpPr>
        <p:spPr bwMode="auto">
          <a:xfrm>
            <a:off x="609600" y="28956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5300" name="AutoShape 4" descr="白色大理石">
            <a:extLst>
              <a:ext uri="{FF2B5EF4-FFF2-40B4-BE49-F238E27FC236}">
                <a16:creationId xmlns:a16="http://schemas.microsoft.com/office/drawing/2014/main" id="{3BE8BA90-BC8A-4464-2403-E7A2DFFE282C}"/>
              </a:ext>
            </a:extLst>
          </p:cNvPr>
          <p:cNvSpPr>
            <a:spLocks noChangeArrowheads="1"/>
          </p:cNvSpPr>
          <p:nvPr/>
        </p:nvSpPr>
        <p:spPr bwMode="auto">
          <a:xfrm>
            <a:off x="609600" y="12192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p>
        </p:txBody>
      </p:sp>
      <p:sp>
        <p:nvSpPr>
          <p:cNvPr id="55301" name="Rectangle 5">
            <a:extLst>
              <a:ext uri="{FF2B5EF4-FFF2-40B4-BE49-F238E27FC236}">
                <a16:creationId xmlns:a16="http://schemas.microsoft.com/office/drawing/2014/main" id="{0B325A7E-FE52-7543-4C8B-56564540F5AC}"/>
              </a:ext>
            </a:extLst>
          </p:cNvPr>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3200" b="1">
              <a:solidFill>
                <a:schemeClr val="tx2"/>
              </a:solidFill>
              <a:latin typeface="Times New Roman" panose="02020603050405020304" pitchFamily="18" charset="0"/>
              <a:ea typeface="宋体" panose="02010600030101010101" pitchFamily="2" charset="-122"/>
            </a:endParaRPr>
          </a:p>
        </p:txBody>
      </p:sp>
      <p:sp>
        <p:nvSpPr>
          <p:cNvPr id="329734" name="AutoShape 6">
            <a:extLst>
              <a:ext uri="{FF2B5EF4-FFF2-40B4-BE49-F238E27FC236}">
                <a16:creationId xmlns:a16="http://schemas.microsoft.com/office/drawing/2014/main" id="{4656D82D-466A-D522-C705-C12CD2AFE1EC}"/>
              </a:ext>
            </a:extLst>
          </p:cNvPr>
          <p:cNvSpPr>
            <a:spLocks noChangeArrowheads="1"/>
          </p:cNvSpPr>
          <p:nvPr/>
        </p:nvSpPr>
        <p:spPr bwMode="auto">
          <a:xfrm>
            <a:off x="6629400" y="4572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29735" name="AutoShape 7">
            <a:extLst>
              <a:ext uri="{FF2B5EF4-FFF2-40B4-BE49-F238E27FC236}">
                <a16:creationId xmlns:a16="http://schemas.microsoft.com/office/drawing/2014/main" id="{D38E1671-F21B-1896-17C4-BC2A4B05A23E}"/>
              </a:ext>
            </a:extLst>
          </p:cNvPr>
          <p:cNvSpPr>
            <a:spLocks noChangeArrowheads="1"/>
          </p:cNvSpPr>
          <p:nvPr/>
        </p:nvSpPr>
        <p:spPr bwMode="auto">
          <a:xfrm>
            <a:off x="46482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accent2"/>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55304" name="Text Box 8">
            <a:extLst>
              <a:ext uri="{FF2B5EF4-FFF2-40B4-BE49-F238E27FC236}">
                <a16:creationId xmlns:a16="http://schemas.microsoft.com/office/drawing/2014/main" id="{259C280D-DD0B-0E3E-D57D-E9C01FF135CA}"/>
              </a:ext>
            </a:extLst>
          </p:cNvPr>
          <p:cNvSpPr txBox="1">
            <a:spLocks noChangeArrowheads="1"/>
          </p:cNvSpPr>
          <p:nvPr/>
        </p:nvSpPr>
        <p:spPr bwMode="auto">
          <a:xfrm>
            <a:off x="1752600" y="1676400"/>
            <a:ext cx="528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0           1           2           3           4           5</a:t>
            </a:r>
            <a:endParaRPr kumimoji="1" lang="en-US" altLang="zh-CN" sz="2400">
              <a:latin typeface="Times New Roman" panose="02020603050405020304" pitchFamily="18" charset="0"/>
              <a:ea typeface="宋体" panose="02010600030101010101" pitchFamily="2" charset="-122"/>
            </a:endParaRPr>
          </a:p>
        </p:txBody>
      </p:sp>
      <p:sp>
        <p:nvSpPr>
          <p:cNvPr id="329737" name="AutoShape 9">
            <a:extLst>
              <a:ext uri="{FF2B5EF4-FFF2-40B4-BE49-F238E27FC236}">
                <a16:creationId xmlns:a16="http://schemas.microsoft.com/office/drawing/2014/main" id="{B6B6F62B-880D-DB35-7FE5-742C73652563}"/>
              </a:ext>
            </a:extLst>
          </p:cNvPr>
          <p:cNvSpPr>
            <a:spLocks noChangeArrowheads="1"/>
          </p:cNvSpPr>
          <p:nvPr/>
        </p:nvSpPr>
        <p:spPr bwMode="auto">
          <a:xfrm>
            <a:off x="4648200" y="24384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329738" name="Text Box 10">
            <a:extLst>
              <a:ext uri="{FF2B5EF4-FFF2-40B4-BE49-F238E27FC236}">
                <a16:creationId xmlns:a16="http://schemas.microsoft.com/office/drawing/2014/main" id="{19251758-D3D7-4577-839E-E25C58DEB720}"/>
              </a:ext>
            </a:extLst>
          </p:cNvPr>
          <p:cNvSpPr txBox="1">
            <a:spLocks noChangeArrowheads="1"/>
          </p:cNvSpPr>
          <p:nvPr/>
        </p:nvSpPr>
        <p:spPr bwMode="auto">
          <a:xfrm>
            <a:off x="436563" y="2468563"/>
            <a:ext cx="868362" cy="579437"/>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9739" name="AutoShape 11">
            <a:extLst>
              <a:ext uri="{FF2B5EF4-FFF2-40B4-BE49-F238E27FC236}">
                <a16:creationId xmlns:a16="http://schemas.microsoft.com/office/drawing/2014/main" id="{F4C0F492-0C83-8C4A-B48A-36DF3E057DAD}"/>
              </a:ext>
            </a:extLst>
          </p:cNvPr>
          <p:cNvSpPr>
            <a:spLocks noChangeArrowheads="1"/>
          </p:cNvSpPr>
          <p:nvPr/>
        </p:nvSpPr>
        <p:spPr bwMode="auto">
          <a:xfrm>
            <a:off x="5638800" y="38862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b="1">
              <a:solidFill>
                <a:srgbClr val="FFFFCC"/>
              </a:solidFill>
              <a:effectLst>
                <a:outerShdw blurRad="38100" dist="38100" dir="2700000" algn="tl">
                  <a:srgbClr val="000000"/>
                </a:outerShdw>
              </a:effectLst>
            </a:endParaRPr>
          </a:p>
        </p:txBody>
      </p:sp>
      <p:sp>
        <p:nvSpPr>
          <p:cNvPr id="329740" name="AutoShape 12">
            <a:extLst>
              <a:ext uri="{FF2B5EF4-FFF2-40B4-BE49-F238E27FC236}">
                <a16:creationId xmlns:a16="http://schemas.microsoft.com/office/drawing/2014/main" id="{92959D1A-A4BE-BC33-2986-2FE8B060A88E}"/>
              </a:ext>
            </a:extLst>
          </p:cNvPr>
          <p:cNvSpPr>
            <a:spLocks noChangeArrowheads="1"/>
          </p:cNvSpPr>
          <p:nvPr/>
        </p:nvSpPr>
        <p:spPr bwMode="auto">
          <a:xfrm>
            <a:off x="2667000" y="4038600"/>
            <a:ext cx="533400" cy="685800"/>
          </a:xfrm>
          <a:prstGeom prst="can">
            <a:avLst>
              <a:gd name="adj" fmla="val 32143"/>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16</a:t>
            </a:r>
            <a:endParaRPr lang="en-US" altLang="zh-CN">
              <a:solidFill>
                <a:srgbClr val="FFFFCC"/>
              </a:solidFill>
              <a:effectLst>
                <a:outerShdw blurRad="38100" dist="38100" dir="2700000" algn="tl">
                  <a:srgbClr val="000000"/>
                </a:outerShdw>
              </a:effectLst>
            </a:endParaRPr>
          </a:p>
        </p:txBody>
      </p:sp>
      <p:sp>
        <p:nvSpPr>
          <p:cNvPr id="329741" name="AutoShape 13">
            <a:extLst>
              <a:ext uri="{FF2B5EF4-FFF2-40B4-BE49-F238E27FC236}">
                <a16:creationId xmlns:a16="http://schemas.microsoft.com/office/drawing/2014/main" id="{ADF8A0A5-DB3A-258C-25C0-B1E77B2D45CF}"/>
              </a:ext>
            </a:extLst>
          </p:cNvPr>
          <p:cNvSpPr>
            <a:spLocks noChangeArrowheads="1"/>
          </p:cNvSpPr>
          <p:nvPr/>
        </p:nvSpPr>
        <p:spPr bwMode="auto">
          <a:xfrm>
            <a:off x="1676400" y="4343400"/>
            <a:ext cx="533400" cy="38100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08</a:t>
            </a:r>
            <a:endParaRPr lang="en-US" altLang="zh-CN">
              <a:solidFill>
                <a:srgbClr val="FFFFCC"/>
              </a:solidFill>
              <a:effectLst>
                <a:outerShdw blurRad="38100" dist="38100" dir="2700000" algn="tl">
                  <a:srgbClr val="000000"/>
                </a:outerShdw>
              </a:effectLst>
            </a:endParaRPr>
          </a:p>
        </p:txBody>
      </p:sp>
      <p:sp>
        <p:nvSpPr>
          <p:cNvPr id="329742" name="AutoShape 14">
            <a:extLst>
              <a:ext uri="{FF2B5EF4-FFF2-40B4-BE49-F238E27FC236}">
                <a16:creationId xmlns:a16="http://schemas.microsoft.com/office/drawing/2014/main" id="{5E31B652-D370-A896-5687-E4EAEDF30529}"/>
              </a:ext>
            </a:extLst>
          </p:cNvPr>
          <p:cNvSpPr>
            <a:spLocks noChangeArrowheads="1"/>
          </p:cNvSpPr>
          <p:nvPr/>
        </p:nvSpPr>
        <p:spPr bwMode="auto">
          <a:xfrm>
            <a:off x="6629400" y="21336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29743" name="AutoShape 15">
            <a:extLst>
              <a:ext uri="{FF2B5EF4-FFF2-40B4-BE49-F238E27FC236}">
                <a16:creationId xmlns:a16="http://schemas.microsoft.com/office/drawing/2014/main" id="{563542AF-5740-5406-125B-35C5472701CB}"/>
              </a:ext>
            </a:extLst>
          </p:cNvPr>
          <p:cNvSpPr>
            <a:spLocks noChangeArrowheads="1"/>
          </p:cNvSpPr>
          <p:nvPr/>
        </p:nvSpPr>
        <p:spPr bwMode="auto">
          <a:xfrm>
            <a:off x="4648200" y="3886200"/>
            <a:ext cx="533400" cy="838200"/>
          </a:xfrm>
          <a:prstGeom prst="can">
            <a:avLst>
              <a:gd name="adj" fmla="val 39286"/>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25*</a:t>
            </a:r>
            <a:endParaRPr lang="en-US" altLang="zh-CN">
              <a:solidFill>
                <a:srgbClr val="FFFFCC"/>
              </a:solidFill>
              <a:effectLst>
                <a:outerShdw blurRad="38100" dist="38100" dir="2700000" algn="tl">
                  <a:srgbClr val="000000"/>
                </a:outerShdw>
              </a:effectLst>
            </a:endParaRPr>
          </a:p>
        </p:txBody>
      </p:sp>
      <p:sp>
        <p:nvSpPr>
          <p:cNvPr id="329744" name="AutoShape 16">
            <a:extLst>
              <a:ext uri="{FF2B5EF4-FFF2-40B4-BE49-F238E27FC236}">
                <a16:creationId xmlns:a16="http://schemas.microsoft.com/office/drawing/2014/main" id="{01E270F4-DCC0-D9CB-9834-6FFA71FBBCCA}"/>
              </a:ext>
            </a:extLst>
          </p:cNvPr>
          <p:cNvSpPr>
            <a:spLocks noChangeArrowheads="1"/>
          </p:cNvSpPr>
          <p:nvPr/>
        </p:nvSpPr>
        <p:spPr bwMode="auto">
          <a:xfrm>
            <a:off x="6629400" y="35814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49</a:t>
            </a:r>
            <a:endParaRPr lang="en-US" altLang="zh-CN">
              <a:effectLst>
                <a:outerShdw blurRad="38100" dist="38100" dir="2700000" algn="tl">
                  <a:srgbClr val="FFFFFF"/>
                </a:outerShdw>
              </a:effectLst>
            </a:endParaRPr>
          </a:p>
        </p:txBody>
      </p:sp>
      <p:sp>
        <p:nvSpPr>
          <p:cNvPr id="329745" name="AutoShape 17">
            <a:extLst>
              <a:ext uri="{FF2B5EF4-FFF2-40B4-BE49-F238E27FC236}">
                <a16:creationId xmlns:a16="http://schemas.microsoft.com/office/drawing/2014/main" id="{74FE410C-3E15-6884-9D11-E8781052E711}"/>
              </a:ext>
            </a:extLst>
          </p:cNvPr>
          <p:cNvSpPr>
            <a:spLocks noChangeArrowheads="1"/>
          </p:cNvSpPr>
          <p:nvPr/>
        </p:nvSpPr>
        <p:spPr bwMode="auto">
          <a:xfrm>
            <a:off x="3657600" y="39624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329746" name="Text Box 18">
            <a:extLst>
              <a:ext uri="{FF2B5EF4-FFF2-40B4-BE49-F238E27FC236}">
                <a16:creationId xmlns:a16="http://schemas.microsoft.com/office/drawing/2014/main" id="{9E9866D4-A37A-6FE9-5347-47AE99833405}"/>
              </a:ext>
            </a:extLst>
          </p:cNvPr>
          <p:cNvSpPr txBox="1">
            <a:spLocks noChangeArrowheads="1"/>
          </p:cNvSpPr>
          <p:nvPr/>
        </p:nvSpPr>
        <p:spPr bwMode="auto">
          <a:xfrm>
            <a:off x="457200" y="3911600"/>
            <a:ext cx="901700" cy="519113"/>
          </a:xfrm>
          <a:prstGeom prst="rect">
            <a:avLst/>
          </a:prstGeom>
          <a:noFill/>
          <a:ln w="9525">
            <a:noFill/>
            <a:miter lim="800000"/>
            <a:headEnd/>
            <a:tailEnd/>
          </a:ln>
        </p:spPr>
        <p:txBody>
          <a:bodyPr wrap="none">
            <a:spAutoFit/>
          </a:bodyPr>
          <a:lstStyle/>
          <a:p>
            <a:pPr>
              <a:defRPr/>
            </a:pPr>
            <a:r>
              <a:rPr lang="zh-CN" altLang="en-US" sz="2800" b="1">
                <a:solidFill>
                  <a:schemeClr val="hlink"/>
                </a:solidFill>
                <a:ea typeface="隶书" pitchFamily="49" charset="-122"/>
              </a:rPr>
              <a:t>结果</a:t>
            </a:r>
            <a:endParaRPr lang="zh-CN" altLang="en-US">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9747" name="Text Box 19">
            <a:extLst>
              <a:ext uri="{FF2B5EF4-FFF2-40B4-BE49-F238E27FC236}">
                <a16:creationId xmlns:a16="http://schemas.microsoft.com/office/drawing/2014/main" id="{E4DF235C-4FF2-1B84-CAE3-A37F7200B37F}"/>
              </a:ext>
            </a:extLst>
          </p:cNvPr>
          <p:cNvSpPr txBox="1">
            <a:spLocks noChangeArrowheads="1"/>
          </p:cNvSpPr>
          <p:nvPr/>
        </p:nvSpPr>
        <p:spPr bwMode="auto">
          <a:xfrm>
            <a:off x="457200" y="792163"/>
            <a:ext cx="868363" cy="579437"/>
          </a:xfrm>
          <a:prstGeom prst="rect">
            <a:avLst/>
          </a:prstGeom>
          <a:noFill/>
          <a:ln w="9525">
            <a:noFill/>
            <a:miter lim="800000"/>
            <a:headEnd/>
            <a:tailEnd/>
          </a:ln>
        </p:spPr>
        <p:txBody>
          <a:bodyPr wrap="none">
            <a:spAutoFit/>
          </a:bodyPr>
          <a:lstStyle/>
          <a:p>
            <a:pPr>
              <a:defRPr/>
            </a:pPr>
            <a:r>
              <a:rPr lang="en-US" altLang="zh-CN" sz="3200" b="1" i="1">
                <a:solidFill>
                  <a:schemeClr val="hlink"/>
                </a:solidFill>
                <a:effectLst>
                  <a:outerShdw blurRad="38100" dist="38100" dir="2700000" algn="tl">
                    <a:srgbClr val="C0C0C0"/>
                  </a:outerShdw>
                </a:effectLst>
              </a:rPr>
              <a:t>i </a:t>
            </a:r>
            <a:r>
              <a:rPr lang="en-US" altLang="zh-CN" sz="2800" b="1">
                <a:solidFill>
                  <a:schemeClr val="hlink"/>
                </a:solidFill>
                <a:effectLst>
                  <a:outerShdw blurRad="38100" dist="38100" dir="2700000" algn="tl">
                    <a:srgbClr val="C0C0C0"/>
                  </a:outerShdw>
                </a:effectLst>
              </a:rPr>
              <a:t>= 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9748" name="AutoShape 20">
            <a:extLst>
              <a:ext uri="{FF2B5EF4-FFF2-40B4-BE49-F238E27FC236}">
                <a16:creationId xmlns:a16="http://schemas.microsoft.com/office/drawing/2014/main" id="{9672ACEE-3937-2612-D578-96F283721ED6}"/>
              </a:ext>
            </a:extLst>
          </p:cNvPr>
          <p:cNvSpPr>
            <a:spLocks noChangeArrowheads="1"/>
          </p:cNvSpPr>
          <p:nvPr/>
        </p:nvSpPr>
        <p:spPr bwMode="auto">
          <a:xfrm>
            <a:off x="1676400" y="1219200"/>
            <a:ext cx="533400" cy="38100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08</a:t>
            </a:r>
            <a:endParaRPr lang="en-US" altLang="zh-CN">
              <a:solidFill>
                <a:srgbClr val="FFFFCC"/>
              </a:solidFill>
              <a:effectLst>
                <a:outerShdw blurRad="38100" dist="38100" dir="2700000" algn="tl">
                  <a:srgbClr val="000000"/>
                </a:outerShdw>
              </a:effectLst>
            </a:endParaRPr>
          </a:p>
        </p:txBody>
      </p:sp>
      <p:sp>
        <p:nvSpPr>
          <p:cNvPr id="329749" name="AutoShape 21">
            <a:extLst>
              <a:ext uri="{FF2B5EF4-FFF2-40B4-BE49-F238E27FC236}">
                <a16:creationId xmlns:a16="http://schemas.microsoft.com/office/drawing/2014/main" id="{868BFA16-D054-504A-ABD6-99F536DEB527}"/>
              </a:ext>
            </a:extLst>
          </p:cNvPr>
          <p:cNvSpPr>
            <a:spLocks noChangeArrowheads="1"/>
          </p:cNvSpPr>
          <p:nvPr/>
        </p:nvSpPr>
        <p:spPr bwMode="auto">
          <a:xfrm>
            <a:off x="2667000" y="914400"/>
            <a:ext cx="533400" cy="685800"/>
          </a:xfrm>
          <a:prstGeom prst="can">
            <a:avLst>
              <a:gd name="adj" fmla="val 32143"/>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16</a:t>
            </a:r>
            <a:endParaRPr lang="en-US" altLang="zh-CN">
              <a:solidFill>
                <a:srgbClr val="FFFFCC"/>
              </a:solidFill>
              <a:effectLst>
                <a:outerShdw blurRad="38100" dist="38100" dir="2700000" algn="tl">
                  <a:srgbClr val="000000"/>
                </a:outerShdw>
              </a:effectLst>
            </a:endParaRPr>
          </a:p>
        </p:txBody>
      </p:sp>
      <p:sp>
        <p:nvSpPr>
          <p:cNvPr id="329750" name="AutoShape 22">
            <a:extLst>
              <a:ext uri="{FF2B5EF4-FFF2-40B4-BE49-F238E27FC236}">
                <a16:creationId xmlns:a16="http://schemas.microsoft.com/office/drawing/2014/main" id="{A36FCA03-2AC3-9CF9-D841-22E2C521C8CA}"/>
              </a:ext>
            </a:extLst>
          </p:cNvPr>
          <p:cNvSpPr>
            <a:spLocks noChangeArrowheads="1"/>
          </p:cNvSpPr>
          <p:nvPr/>
        </p:nvSpPr>
        <p:spPr bwMode="auto">
          <a:xfrm>
            <a:off x="56388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329751" name="AutoShape 23">
            <a:extLst>
              <a:ext uri="{FF2B5EF4-FFF2-40B4-BE49-F238E27FC236}">
                <a16:creationId xmlns:a16="http://schemas.microsoft.com/office/drawing/2014/main" id="{11D1A871-005D-F5A1-C187-E062E1593C83}"/>
              </a:ext>
            </a:extLst>
          </p:cNvPr>
          <p:cNvSpPr>
            <a:spLocks noChangeArrowheads="1"/>
          </p:cNvSpPr>
          <p:nvPr/>
        </p:nvSpPr>
        <p:spPr bwMode="auto">
          <a:xfrm>
            <a:off x="3657600" y="8382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329752" name="Text Box 24">
            <a:extLst>
              <a:ext uri="{FF2B5EF4-FFF2-40B4-BE49-F238E27FC236}">
                <a16:creationId xmlns:a16="http://schemas.microsoft.com/office/drawing/2014/main" id="{A65C25B5-4850-0F95-B2E3-AC3C42CDA701}"/>
              </a:ext>
            </a:extLst>
          </p:cNvPr>
          <p:cNvSpPr txBox="1">
            <a:spLocks noChangeArrowheads="1"/>
          </p:cNvSpPr>
          <p:nvPr/>
        </p:nvSpPr>
        <p:spPr bwMode="auto">
          <a:xfrm>
            <a:off x="7239000" y="415925"/>
            <a:ext cx="1882775" cy="860425"/>
          </a:xfrm>
          <a:prstGeom prst="rect">
            <a:avLst/>
          </a:prstGeom>
          <a:noFill/>
          <a:ln w="9525">
            <a:noFill/>
            <a:miter lim="800000"/>
            <a:headEnd/>
            <a:tailEnd/>
          </a:ln>
        </p:spPr>
        <p:txBody>
          <a:bodyPr wrap="none">
            <a:spAutoFit/>
          </a:bodyPr>
          <a:lstStyle/>
          <a:p>
            <a:pPr>
              <a:lnSpc>
                <a:spcPct val="90000"/>
              </a:lnSpc>
              <a:defRPr/>
            </a:pPr>
            <a:r>
              <a:rPr lang="zh-CN" altLang="en-US" sz="2800" b="1">
                <a:ea typeface="隶书" pitchFamily="49" charset="-122"/>
              </a:rPr>
              <a:t>最小者</a:t>
            </a:r>
            <a:r>
              <a:rPr lang="zh-CN" altLang="en-US" sz="2800" b="1">
                <a:effectLst>
                  <a:outerShdw blurRad="38100" dist="38100" dir="2700000" algn="tl">
                    <a:srgbClr val="C0C0C0"/>
                  </a:outerShdw>
                </a:effectLst>
                <a:ea typeface="仿宋_GB2312" pitchFamily="49" charset="-122"/>
              </a:rPr>
              <a:t> </a:t>
            </a:r>
            <a:r>
              <a:rPr lang="en-US" altLang="zh-CN" sz="2800" b="1">
                <a:effectLst>
                  <a:outerShdw blurRad="38100" dist="38100" dir="2700000" algn="tl">
                    <a:srgbClr val="C0C0C0"/>
                  </a:outerShdw>
                </a:effectLst>
                <a:ea typeface="仿宋_GB2312" pitchFamily="49" charset="-122"/>
              </a:rPr>
              <a:t>25*</a:t>
            </a:r>
          </a:p>
          <a:p>
            <a:pPr>
              <a:lnSpc>
                <a:spcPct val="90000"/>
              </a:lnSpc>
              <a:defRPr/>
            </a:pPr>
            <a:r>
              <a:rPr lang="zh-CN" altLang="en-US" sz="2800" b="1">
                <a:effectLst>
                  <a:outerShdw blurRad="38100" dist="38100" dir="2700000" algn="tl">
                    <a:srgbClr val="C0C0C0"/>
                  </a:outerShdw>
                </a:effectLst>
                <a:ea typeface="隶书" pitchFamily="49" charset="-122"/>
              </a:rPr>
              <a:t>无交换</a:t>
            </a:r>
            <a:endParaRPr lang="zh-CN" altLang="en-US">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9753" name="Text Box 25">
            <a:extLst>
              <a:ext uri="{FF2B5EF4-FFF2-40B4-BE49-F238E27FC236}">
                <a16:creationId xmlns:a16="http://schemas.microsoft.com/office/drawing/2014/main" id="{6E9E944C-D92D-DD7C-6B31-CBFE2F9AD2A8}"/>
              </a:ext>
            </a:extLst>
          </p:cNvPr>
          <p:cNvSpPr txBox="1">
            <a:spLocks noChangeArrowheads="1"/>
          </p:cNvSpPr>
          <p:nvPr/>
        </p:nvSpPr>
        <p:spPr bwMode="auto">
          <a:xfrm>
            <a:off x="7210425" y="2111375"/>
            <a:ext cx="1704975" cy="860425"/>
          </a:xfrm>
          <a:prstGeom prst="rect">
            <a:avLst/>
          </a:prstGeom>
          <a:noFill/>
          <a:ln w="9525">
            <a:noFill/>
            <a:miter lim="800000"/>
            <a:headEnd/>
            <a:tailEnd/>
          </a:ln>
        </p:spPr>
        <p:txBody>
          <a:bodyPr wrap="none">
            <a:spAutoFit/>
          </a:bodyPr>
          <a:lstStyle/>
          <a:p>
            <a:pPr>
              <a:lnSpc>
                <a:spcPct val="90000"/>
              </a:lnSpc>
              <a:defRPr/>
            </a:pPr>
            <a:r>
              <a:rPr lang="zh-CN" altLang="en-US" sz="2800" b="1">
                <a:ea typeface="隶书" pitchFamily="49" charset="-122"/>
              </a:rPr>
              <a:t>最小者</a:t>
            </a:r>
            <a:r>
              <a:rPr lang="zh-CN" altLang="en-US" sz="2800" b="1">
                <a:effectLst>
                  <a:outerShdw blurRad="38100" dist="38100" dir="2700000" algn="tl">
                    <a:srgbClr val="C0C0C0"/>
                  </a:outerShdw>
                </a:effectLst>
                <a:ea typeface="仿宋_GB2312" pitchFamily="49" charset="-122"/>
              </a:rPr>
              <a:t> </a:t>
            </a:r>
            <a:r>
              <a:rPr lang="en-US" altLang="zh-CN" sz="2800" b="1">
                <a:effectLst>
                  <a:outerShdw blurRad="38100" dist="38100" dir="2700000" algn="tl">
                    <a:srgbClr val="C0C0C0"/>
                  </a:outerShdw>
                </a:effectLst>
                <a:ea typeface="仿宋_GB2312" pitchFamily="49" charset="-122"/>
              </a:rPr>
              <a:t>25</a:t>
            </a:r>
          </a:p>
          <a:p>
            <a:pPr>
              <a:lnSpc>
                <a:spcPct val="90000"/>
              </a:lnSpc>
              <a:defRPr/>
            </a:pPr>
            <a:r>
              <a:rPr lang="zh-CN" altLang="en-US" sz="2800" b="1">
                <a:effectLst>
                  <a:outerShdw blurRad="38100" dist="38100" dir="2700000" algn="tl">
                    <a:srgbClr val="C0C0C0"/>
                  </a:outerShdw>
                </a:effectLst>
                <a:ea typeface="隶书" pitchFamily="49" charset="-122"/>
              </a:rPr>
              <a:t>无交换</a:t>
            </a:r>
            <a:endParaRPr lang="zh-CN" altLang="en-US">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29754" name="AutoShape 26">
            <a:extLst>
              <a:ext uri="{FF2B5EF4-FFF2-40B4-BE49-F238E27FC236}">
                <a16:creationId xmlns:a16="http://schemas.microsoft.com/office/drawing/2014/main" id="{C46E2F4B-E63A-2882-D9A2-E3B2E262E6EF}"/>
              </a:ext>
            </a:extLst>
          </p:cNvPr>
          <p:cNvSpPr>
            <a:spLocks noChangeArrowheads="1"/>
          </p:cNvSpPr>
          <p:nvPr/>
        </p:nvSpPr>
        <p:spPr bwMode="auto">
          <a:xfrm>
            <a:off x="5638800" y="2438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pPr algn="ctr">
              <a:defRPr/>
            </a:pPr>
            <a:r>
              <a:rPr lang="en-US" altLang="zh-CN" b="1">
                <a:solidFill>
                  <a:schemeClr val="accent2"/>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329755" name="AutoShape 27">
            <a:extLst>
              <a:ext uri="{FF2B5EF4-FFF2-40B4-BE49-F238E27FC236}">
                <a16:creationId xmlns:a16="http://schemas.microsoft.com/office/drawing/2014/main" id="{CF9B37BD-A8A5-FDD2-9F62-69A99289C20A}"/>
              </a:ext>
            </a:extLst>
          </p:cNvPr>
          <p:cNvSpPr>
            <a:spLocks noChangeArrowheads="1"/>
          </p:cNvSpPr>
          <p:nvPr/>
        </p:nvSpPr>
        <p:spPr bwMode="auto">
          <a:xfrm>
            <a:off x="3657600" y="2514600"/>
            <a:ext cx="533400" cy="762000"/>
          </a:xfrm>
          <a:prstGeom prst="can">
            <a:avLst>
              <a:gd name="adj" fmla="val 35714"/>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21</a:t>
            </a:r>
            <a:endParaRPr lang="en-US" altLang="zh-CN">
              <a:solidFill>
                <a:srgbClr val="FFFFCC"/>
              </a:solidFill>
              <a:effectLst>
                <a:outerShdw blurRad="38100" dist="38100" dir="2700000" algn="tl">
                  <a:srgbClr val="000000"/>
                </a:outerShdw>
              </a:effectLst>
            </a:endParaRPr>
          </a:p>
        </p:txBody>
      </p:sp>
      <p:sp>
        <p:nvSpPr>
          <p:cNvPr id="329756" name="AutoShape 28">
            <a:extLst>
              <a:ext uri="{FF2B5EF4-FFF2-40B4-BE49-F238E27FC236}">
                <a16:creationId xmlns:a16="http://schemas.microsoft.com/office/drawing/2014/main" id="{9A6532F3-D3BF-D86F-8DE8-473CDC3DC9B7}"/>
              </a:ext>
            </a:extLst>
          </p:cNvPr>
          <p:cNvSpPr>
            <a:spLocks noChangeArrowheads="1"/>
          </p:cNvSpPr>
          <p:nvPr/>
        </p:nvSpPr>
        <p:spPr bwMode="auto">
          <a:xfrm>
            <a:off x="2667000" y="2590800"/>
            <a:ext cx="533400" cy="685800"/>
          </a:xfrm>
          <a:prstGeom prst="can">
            <a:avLst>
              <a:gd name="adj" fmla="val 32143"/>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16</a:t>
            </a:r>
            <a:endParaRPr lang="en-US" altLang="zh-CN">
              <a:solidFill>
                <a:srgbClr val="FFFFCC"/>
              </a:solidFill>
              <a:effectLst>
                <a:outerShdw blurRad="38100" dist="38100" dir="2700000" algn="tl">
                  <a:srgbClr val="000000"/>
                </a:outerShdw>
              </a:effectLst>
            </a:endParaRPr>
          </a:p>
        </p:txBody>
      </p:sp>
      <p:sp>
        <p:nvSpPr>
          <p:cNvPr id="329757" name="AutoShape 29">
            <a:extLst>
              <a:ext uri="{FF2B5EF4-FFF2-40B4-BE49-F238E27FC236}">
                <a16:creationId xmlns:a16="http://schemas.microsoft.com/office/drawing/2014/main" id="{08820A91-95C4-EB1D-59C9-64EDE31A3F25}"/>
              </a:ext>
            </a:extLst>
          </p:cNvPr>
          <p:cNvSpPr>
            <a:spLocks noChangeArrowheads="1"/>
          </p:cNvSpPr>
          <p:nvPr/>
        </p:nvSpPr>
        <p:spPr bwMode="auto">
          <a:xfrm>
            <a:off x="1676400" y="2895600"/>
            <a:ext cx="533400" cy="381000"/>
          </a:xfrm>
          <a:prstGeom prst="can">
            <a:avLst>
              <a:gd name="adj" fmla="val 25000"/>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latin typeface="Arial" charset="0"/>
              </a:rPr>
              <a:t>08</a:t>
            </a:r>
            <a:endParaRPr lang="en-US" altLang="zh-CN">
              <a:solidFill>
                <a:srgbClr val="FFFFCC"/>
              </a:solidFill>
              <a:effectLst>
                <a:outerShdw blurRad="38100" dist="38100" dir="2700000" algn="tl">
                  <a:srgbClr val="000000"/>
                </a:outerShdw>
              </a:effectLst>
            </a:endParaRPr>
          </a:p>
        </p:txBody>
      </p:sp>
      <p:sp>
        <p:nvSpPr>
          <p:cNvPr id="329758" name="Text Box 30">
            <a:extLst>
              <a:ext uri="{FF2B5EF4-FFF2-40B4-BE49-F238E27FC236}">
                <a16:creationId xmlns:a16="http://schemas.microsoft.com/office/drawing/2014/main" id="{49EC64DC-F44C-131D-9A30-CF521D3127F5}"/>
              </a:ext>
            </a:extLst>
          </p:cNvPr>
          <p:cNvSpPr txBox="1">
            <a:spLocks noChangeArrowheads="1"/>
          </p:cNvSpPr>
          <p:nvPr/>
        </p:nvSpPr>
        <p:spPr bwMode="auto">
          <a:xfrm>
            <a:off x="3041650" y="5043488"/>
            <a:ext cx="3054350" cy="519112"/>
          </a:xfrm>
          <a:prstGeom prst="rect">
            <a:avLst/>
          </a:prstGeom>
          <a:noFill/>
          <a:ln w="9525">
            <a:noFill/>
            <a:miter lim="800000"/>
            <a:headEnd/>
            <a:tailEnd/>
          </a:ln>
        </p:spPr>
        <p:txBody>
          <a:bodyPr wrap="none">
            <a:spAutoFit/>
          </a:bodyPr>
          <a:lstStyle/>
          <a:p>
            <a:pPr>
              <a:defRPr/>
            </a:pPr>
            <a:r>
              <a:rPr lang="zh-CN" altLang="en-US" sz="2800" b="1">
                <a:ea typeface="仿宋_GB2312" pitchFamily="49" charset="-122"/>
              </a:rPr>
              <a:t>各趟排序后的结果</a:t>
            </a:r>
            <a:endParaRPr lang="zh-CN" altLang="en-US" sz="2800" b="1">
              <a:effectLst>
                <a:outerShdw blurRad="38100" dist="38100" dir="2700000" algn="tl">
                  <a:srgbClr val="C0C0C0"/>
                </a:outerShdw>
              </a:effectLst>
              <a:ea typeface="隶书" pitchFamily="49" charset="-122"/>
            </a:endParaRPr>
          </a:p>
        </p:txBody>
      </p:sp>
      <p:sp>
        <p:nvSpPr>
          <p:cNvPr id="2" name="灯片编号占位符 1">
            <a:extLst>
              <a:ext uri="{FF2B5EF4-FFF2-40B4-BE49-F238E27FC236}">
                <a16:creationId xmlns:a16="http://schemas.microsoft.com/office/drawing/2014/main" id="{42730D6F-DC9E-C28B-21A9-E3BBED54FCF4}"/>
              </a:ext>
            </a:extLst>
          </p:cNvPr>
          <p:cNvSpPr>
            <a:spLocks noGrp="1"/>
          </p:cNvSpPr>
          <p:nvPr>
            <p:ph type="sldNum" sz="quarter" idx="12"/>
          </p:nvPr>
        </p:nvSpPr>
        <p:spPr/>
        <p:txBody>
          <a:bodyPr/>
          <a:lstStyle/>
          <a:p>
            <a:pPr>
              <a:defRPr/>
            </a:pPr>
            <a:fld id="{04E4ECFC-90A4-46B6-B7C1-F55F5037C096}" type="slidenum">
              <a:rPr lang="en-US" altLang="zh-CN" smtClean="0"/>
              <a:pPr>
                <a:defRPr/>
              </a:pPr>
              <a:t>48</a:t>
            </a:fld>
            <a:endParaRPr lang="en-US" altLang="zh-CN"/>
          </a:p>
        </p:txBody>
      </p:sp>
    </p:spTree>
  </p:cSld>
  <p:clrMapOvr>
    <a:masterClrMapping/>
  </p:clrMapOvr>
  <p:transition>
    <p:spli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01F93E3-2B65-47F7-B168-276A74497F67}"/>
              </a:ext>
            </a:extLst>
          </p:cNvPr>
          <p:cNvSpPr>
            <a:spLocks noGrp="1"/>
          </p:cNvSpPr>
          <p:nvPr>
            <p:ph idx="1"/>
          </p:nvPr>
        </p:nvSpPr>
        <p:spPr>
          <a:xfrm>
            <a:off x="628650" y="404664"/>
            <a:ext cx="7886700" cy="5772299"/>
          </a:xfrm>
        </p:spPr>
        <p:txBody>
          <a:bodyPr>
            <a:normAutofit fontScale="77500" lnSpcReduction="20000"/>
          </a:bodyPr>
          <a:lstStyle/>
          <a:p>
            <a:pPr marL="0" indent="0">
              <a:buNone/>
            </a:pPr>
            <a:r>
              <a:rPr lang="en-US" altLang="zh-CN" dirty="0"/>
              <a:t>//</a:t>
            </a:r>
            <a:r>
              <a:rPr lang="zh-CN" altLang="en-US" dirty="0"/>
              <a:t>直接选择排序的算法</a:t>
            </a:r>
          </a:p>
          <a:p>
            <a:pPr marL="0" indent="0">
              <a:buNone/>
            </a:pPr>
            <a:r>
              <a:rPr lang="en-US" altLang="zh-CN" dirty="0"/>
              <a:t>template &lt;class T&gt; </a:t>
            </a:r>
          </a:p>
          <a:p>
            <a:pPr marL="0" indent="0">
              <a:buNone/>
            </a:pPr>
            <a:r>
              <a:rPr lang="en-US" altLang="zh-CN" dirty="0"/>
              <a:t>void </a:t>
            </a:r>
            <a:r>
              <a:rPr lang="en-US" altLang="zh-CN" dirty="0" err="1"/>
              <a:t>SelectSort</a:t>
            </a:r>
            <a:r>
              <a:rPr lang="en-US" altLang="zh-CN" dirty="0"/>
              <a:t> (</a:t>
            </a:r>
            <a:r>
              <a:rPr lang="en-US" altLang="zh-CN" dirty="0" err="1"/>
              <a:t>dataList</a:t>
            </a:r>
            <a:r>
              <a:rPr lang="en-US" altLang="zh-CN" dirty="0"/>
              <a:t> &lt;T&gt;&amp; L , const int left , const int right ) {</a:t>
            </a:r>
          </a:p>
          <a:p>
            <a:pPr marL="0" indent="0">
              <a:buNone/>
            </a:pPr>
            <a:r>
              <a:rPr lang="en-US" altLang="zh-CN" dirty="0"/>
              <a:t>    for ( int </a:t>
            </a:r>
            <a:r>
              <a:rPr lang="en-US" altLang="zh-CN" dirty="0" err="1"/>
              <a:t>i</a:t>
            </a:r>
            <a:r>
              <a:rPr lang="en-US" altLang="zh-CN" dirty="0"/>
              <a:t> = left; </a:t>
            </a:r>
            <a:r>
              <a:rPr lang="en-US" altLang="zh-CN" dirty="0" err="1"/>
              <a:t>i</a:t>
            </a:r>
            <a:r>
              <a:rPr lang="en-US" altLang="zh-CN" dirty="0"/>
              <a:t> &lt; right; </a:t>
            </a:r>
            <a:r>
              <a:rPr lang="en-US" altLang="zh-CN" dirty="0" err="1"/>
              <a:t>i</a:t>
            </a:r>
            <a:r>
              <a:rPr lang="en-US" altLang="zh-CN" dirty="0"/>
              <a:t>++ ) {</a:t>
            </a:r>
          </a:p>
          <a:p>
            <a:pPr marL="0" indent="0">
              <a:buNone/>
            </a:pPr>
            <a:r>
              <a:rPr lang="en-US" altLang="zh-CN" dirty="0"/>
              <a:t>        int k = </a:t>
            </a:r>
            <a:r>
              <a:rPr lang="en-US" altLang="zh-CN" dirty="0" err="1"/>
              <a:t>i</a:t>
            </a:r>
            <a:r>
              <a:rPr lang="en-US" altLang="zh-CN" dirty="0"/>
              <a:t>;      //</a:t>
            </a:r>
            <a:r>
              <a:rPr lang="zh-CN" altLang="en-US" dirty="0"/>
              <a:t>选择具有最小排序码的元素</a:t>
            </a:r>
          </a:p>
          <a:p>
            <a:pPr marL="0" indent="0">
              <a:buNone/>
            </a:pPr>
            <a:r>
              <a:rPr lang="zh-CN" altLang="en-US" dirty="0"/>
              <a:t>        </a:t>
            </a:r>
            <a:r>
              <a:rPr lang="en-US" altLang="zh-CN" dirty="0"/>
              <a:t>for ( int j = i+1; j &lt;= right; </a:t>
            </a:r>
            <a:r>
              <a:rPr lang="en-US" altLang="zh-CN" dirty="0" err="1"/>
              <a:t>j++</a:t>
            </a:r>
            <a:r>
              <a:rPr lang="en-US" altLang="zh-CN" dirty="0"/>
              <a:t>)</a:t>
            </a:r>
          </a:p>
          <a:p>
            <a:pPr marL="0" indent="0">
              <a:buNone/>
            </a:pPr>
            <a:r>
              <a:rPr lang="en-US" altLang="zh-CN" dirty="0"/>
              <a:t>            if ( L[j] &lt; L[k] )</a:t>
            </a:r>
          </a:p>
          <a:p>
            <a:pPr marL="0" indent="0">
              <a:buNone/>
            </a:pPr>
            <a:r>
              <a:rPr lang="en-US" altLang="zh-CN" dirty="0"/>
              <a:t>                k = j;    //</a:t>
            </a:r>
            <a:r>
              <a:rPr lang="zh-CN" altLang="en-US" dirty="0"/>
              <a:t>当前具最小排序码的元素</a:t>
            </a:r>
          </a:p>
          <a:p>
            <a:pPr marL="0" indent="0">
              <a:buNone/>
            </a:pPr>
            <a:r>
              <a:rPr lang="zh-CN" altLang="en-US" dirty="0"/>
              <a:t>        </a:t>
            </a:r>
            <a:r>
              <a:rPr lang="en-US" altLang="zh-CN" dirty="0"/>
              <a:t>if ( k != </a:t>
            </a:r>
            <a:r>
              <a:rPr lang="en-US" altLang="zh-CN" dirty="0" err="1"/>
              <a:t>i</a:t>
            </a:r>
            <a:r>
              <a:rPr lang="en-US" altLang="zh-CN" dirty="0"/>
              <a:t> )    //</a:t>
            </a:r>
            <a:r>
              <a:rPr lang="zh-CN" altLang="en-US" dirty="0"/>
              <a:t>交换到第 </a:t>
            </a:r>
            <a:r>
              <a:rPr lang="en-US" altLang="zh-CN" dirty="0" err="1"/>
              <a:t>i</a:t>
            </a:r>
            <a:r>
              <a:rPr lang="en-US" altLang="zh-CN" dirty="0"/>
              <a:t> </a:t>
            </a:r>
            <a:r>
              <a:rPr lang="zh-CN" altLang="en-US" dirty="0"/>
              <a:t>个位置</a:t>
            </a:r>
          </a:p>
          <a:p>
            <a:pPr marL="0" indent="0">
              <a:buNone/>
            </a:pPr>
            <a:r>
              <a:rPr lang="zh-CN" altLang="en-US" dirty="0"/>
              <a:t>	   </a:t>
            </a:r>
            <a:r>
              <a:rPr lang="en-US" altLang="zh-CN" dirty="0"/>
              <a:t>Swap ( L[</a:t>
            </a:r>
            <a:r>
              <a:rPr lang="en-US" altLang="zh-CN" dirty="0" err="1"/>
              <a:t>i</a:t>
            </a:r>
            <a:r>
              <a:rPr lang="en-US" altLang="zh-CN" dirty="0"/>
              <a:t>] , L[k] );</a:t>
            </a:r>
          </a:p>
          <a:p>
            <a:pPr marL="0" indent="0">
              <a:buNone/>
            </a:pPr>
            <a:r>
              <a:rPr lang="en-US" altLang="zh-CN" dirty="0"/>
              <a:t>    }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01DE2582-B9B5-EF21-3638-26A9C059EA34}"/>
              </a:ext>
            </a:extLst>
          </p:cNvPr>
          <p:cNvSpPr>
            <a:spLocks noGrp="1"/>
          </p:cNvSpPr>
          <p:nvPr>
            <p:ph type="sldNum" sz="quarter" idx="12"/>
          </p:nvPr>
        </p:nvSpPr>
        <p:spPr/>
        <p:txBody>
          <a:bodyPr/>
          <a:lstStyle/>
          <a:p>
            <a:pPr>
              <a:defRPr/>
            </a:pPr>
            <a:fld id="{5F1DCF05-F1E6-414E-BAB4-65AA6A3D43BB}" type="slidenum">
              <a:rPr lang="en-US" altLang="zh-CN" smtClean="0"/>
              <a:pPr>
                <a:defRPr/>
              </a:pPr>
              <a:t>49</a:t>
            </a:fld>
            <a:endParaRPr lang="en-US" altLang="zh-CN"/>
          </a:p>
        </p:txBody>
      </p:sp>
    </p:spTree>
  </p:cSld>
  <p:clrMapOvr>
    <a:masterClrMapping/>
  </p:clrMapOvr>
  <p:transition>
    <p:spli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F042C63-564E-457B-971C-A6D2F208CCCE}"/>
              </a:ext>
            </a:extLst>
          </p:cNvPr>
          <p:cNvSpPr>
            <a:spLocks noGrp="1"/>
          </p:cNvSpPr>
          <p:nvPr>
            <p:ph type="title"/>
          </p:nvPr>
        </p:nvSpPr>
        <p:spPr/>
        <p:txBody>
          <a:bodyPr/>
          <a:lstStyle/>
          <a:p>
            <a:r>
              <a:rPr lang="zh-CN" altLang="en-US" dirty="0"/>
              <a:t>性能分析</a:t>
            </a:r>
          </a:p>
        </p:txBody>
      </p:sp>
      <p:sp>
        <p:nvSpPr>
          <p:cNvPr id="332802" name="Rectangle 2">
            <a:extLst>
              <a:ext uri="{FF2B5EF4-FFF2-40B4-BE49-F238E27FC236}">
                <a16:creationId xmlns:a16="http://schemas.microsoft.com/office/drawing/2014/main" id="{4BE6C794-9D6F-EC9E-4D7C-1577C3B4FEC2}"/>
              </a:ext>
            </a:extLst>
          </p:cNvPr>
          <p:cNvSpPr>
            <a:spLocks noGrp="1" noChangeArrowheads="1"/>
          </p:cNvSpPr>
          <p:nvPr>
            <p:ph type="body" idx="1"/>
          </p:nvPr>
        </p:nvSpPr>
        <p:spPr>
          <a:xfrm>
            <a:off x="628650" y="1825625"/>
            <a:ext cx="7886700" cy="4895850"/>
          </a:xfrm>
        </p:spPr>
        <p:txBody>
          <a:bodyPr>
            <a:normAutofit fontScale="55000" lnSpcReduction="20000"/>
          </a:bodyPr>
          <a:lstStyle/>
          <a:p>
            <a:pPr>
              <a:lnSpc>
                <a:spcPct val="120000"/>
              </a:lnSpc>
            </a:pPr>
            <a:r>
              <a:rPr lang="zh-CN" altLang="en-US" dirty="0"/>
              <a:t>直接选择排序的排序码比较次数 </a:t>
            </a:r>
            <a:r>
              <a:rPr lang="en-US" altLang="zh-CN" dirty="0"/>
              <a:t>KCN </a:t>
            </a:r>
            <a:r>
              <a:rPr lang="zh-CN" altLang="en-US" dirty="0"/>
              <a:t>与元素的初始排列无关。设整个待排序元素序列有 </a:t>
            </a:r>
            <a:r>
              <a:rPr lang="en-US" altLang="zh-CN" dirty="0"/>
              <a:t>n </a:t>
            </a:r>
            <a:r>
              <a:rPr lang="zh-CN" altLang="en-US" dirty="0"/>
              <a:t>个元素，则第 </a:t>
            </a:r>
            <a:r>
              <a:rPr lang="en-US" altLang="zh-CN" dirty="0" err="1"/>
              <a:t>i</a:t>
            </a:r>
            <a:r>
              <a:rPr lang="en-US" altLang="zh-CN" dirty="0"/>
              <a:t> </a:t>
            </a:r>
            <a:r>
              <a:rPr lang="zh-CN" altLang="en-US" dirty="0"/>
              <a:t>趟选择具有最小排序码元素所需的比较次数 </a:t>
            </a:r>
            <a:r>
              <a:rPr lang="en-US" altLang="zh-CN" dirty="0"/>
              <a:t>n-i-1 </a:t>
            </a:r>
            <a:r>
              <a:rPr lang="zh-CN" altLang="en-US" dirty="0"/>
              <a:t>次。总的排序码比较次数为</a:t>
            </a:r>
          </a:p>
          <a:p>
            <a:pPr>
              <a:lnSpc>
                <a:spcPct val="120000"/>
              </a:lnSpc>
            </a:pPr>
            <a:endParaRPr lang="en-US" altLang="zh-CN" dirty="0"/>
          </a:p>
          <a:p>
            <a:pPr>
              <a:lnSpc>
                <a:spcPct val="120000"/>
              </a:lnSpc>
            </a:pPr>
            <a:endParaRPr lang="en-US" altLang="zh-CN" dirty="0"/>
          </a:p>
          <a:p>
            <a:pPr>
              <a:lnSpc>
                <a:spcPct val="120000"/>
              </a:lnSpc>
            </a:pPr>
            <a:r>
              <a:rPr lang="zh-CN" altLang="en-US" dirty="0"/>
              <a:t>元素的移动次数与元素序列的初始排列有关。当这组元素的初始状态是按其排序码从小到大有序的时候，元素的移动次数</a:t>
            </a:r>
            <a:r>
              <a:rPr lang="en-US" altLang="zh-CN" dirty="0"/>
              <a:t>RMN = 0</a:t>
            </a:r>
            <a:r>
              <a:rPr lang="zh-CN" altLang="en-US" dirty="0"/>
              <a:t>，达到最少。</a:t>
            </a:r>
          </a:p>
          <a:p>
            <a:pPr>
              <a:lnSpc>
                <a:spcPct val="120000"/>
              </a:lnSpc>
            </a:pPr>
            <a:r>
              <a:rPr lang="zh-CN" altLang="en-US" dirty="0"/>
              <a:t>最坏情况是每一趟都要交换，总的元素移动次数为 </a:t>
            </a:r>
            <a:r>
              <a:rPr lang="en-US" altLang="zh-CN" dirty="0"/>
              <a:t>RMN = 3(n-1)</a:t>
            </a:r>
            <a:r>
              <a:rPr lang="zh-CN" altLang="en-US" dirty="0"/>
              <a:t>。</a:t>
            </a:r>
          </a:p>
          <a:p>
            <a:pPr>
              <a:lnSpc>
                <a:spcPct val="120000"/>
              </a:lnSpc>
            </a:pPr>
            <a:r>
              <a:rPr lang="zh-CN" altLang="en-US" dirty="0"/>
              <a:t>由于移动次数少于其它排序算法，因此适合于单个元素数据量很大，而单个排序码的数据量较小的情况。</a:t>
            </a:r>
          </a:p>
          <a:p>
            <a:pPr>
              <a:lnSpc>
                <a:spcPct val="120000"/>
              </a:lnSpc>
            </a:pPr>
            <a:r>
              <a:rPr lang="zh-CN" altLang="en-US" dirty="0"/>
              <a:t>直接选择排序是一种不稳定的排序方法。</a:t>
            </a:r>
          </a:p>
        </p:txBody>
      </p:sp>
      <p:sp>
        <p:nvSpPr>
          <p:cNvPr id="2" name="灯片编号占位符 1">
            <a:extLst>
              <a:ext uri="{FF2B5EF4-FFF2-40B4-BE49-F238E27FC236}">
                <a16:creationId xmlns:a16="http://schemas.microsoft.com/office/drawing/2014/main" id="{76AA3F6E-6023-A6FD-BA41-04E1D30BB8F4}"/>
              </a:ext>
            </a:extLst>
          </p:cNvPr>
          <p:cNvSpPr>
            <a:spLocks noGrp="1"/>
          </p:cNvSpPr>
          <p:nvPr>
            <p:ph type="sldNum" sz="quarter" idx="12"/>
          </p:nvPr>
        </p:nvSpPr>
        <p:spPr/>
        <p:txBody>
          <a:bodyPr/>
          <a:lstStyle/>
          <a:p>
            <a:pPr>
              <a:defRPr/>
            </a:pPr>
            <a:fld id="{5F1DCF05-F1E6-414E-BAB4-65AA6A3D43BB}" type="slidenum">
              <a:rPr lang="en-US" altLang="zh-CN" smtClean="0"/>
              <a:pPr>
                <a:defRPr/>
              </a:pPr>
              <a:t>50</a:t>
            </a:fld>
            <a:endParaRPr lang="en-US" altLang="zh-CN"/>
          </a:p>
        </p:txBody>
      </p:sp>
      <p:graphicFrame>
        <p:nvGraphicFramePr>
          <p:cNvPr id="4" name="Object 1024">
            <a:extLst>
              <a:ext uri="{FF2B5EF4-FFF2-40B4-BE49-F238E27FC236}">
                <a16:creationId xmlns:a16="http://schemas.microsoft.com/office/drawing/2014/main" id="{C0138B9E-7EA7-69CA-F879-78B187CF2D9A}"/>
              </a:ext>
            </a:extLst>
          </p:cNvPr>
          <p:cNvGraphicFramePr>
            <a:graphicFrameLocks noChangeAspect="1"/>
          </p:cNvGraphicFramePr>
          <p:nvPr>
            <p:extLst>
              <p:ext uri="{D42A27DB-BD31-4B8C-83A1-F6EECF244321}">
                <p14:modId xmlns:p14="http://schemas.microsoft.com/office/powerpoint/2010/main" val="1573727976"/>
              </p:ext>
            </p:extLst>
          </p:nvPr>
        </p:nvGraphicFramePr>
        <p:xfrm>
          <a:off x="2019300" y="2708920"/>
          <a:ext cx="5105400" cy="1066800"/>
        </p:xfrm>
        <a:graphic>
          <a:graphicData uri="http://schemas.openxmlformats.org/presentationml/2006/ole">
            <mc:AlternateContent xmlns:mc="http://schemas.openxmlformats.org/markup-compatibility/2006">
              <mc:Choice xmlns:v="urn:schemas-microsoft-com:vml" Requires="v">
                <p:oleObj name="公式" r:id="rId2" imgW="1943100" imgH="431800" progId="Equation.3">
                  <p:embed/>
                </p:oleObj>
              </mc:Choice>
              <mc:Fallback>
                <p:oleObj name="公式" r:id="rId2" imgW="1943100" imgH="431800" progId="Equation.3">
                  <p:embed/>
                  <p:pic>
                    <p:nvPicPr>
                      <p:cNvPr id="58385" name="Object 1024">
                        <a:extLst>
                          <a:ext uri="{FF2B5EF4-FFF2-40B4-BE49-F238E27FC236}">
                            <a16:creationId xmlns:a16="http://schemas.microsoft.com/office/drawing/2014/main" id="{1DD2F076-B4A3-4304-E3D2-8DBB3709EF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2708920"/>
                        <a:ext cx="51054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pli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a:extLst>
              <a:ext uri="{FF2B5EF4-FFF2-40B4-BE49-F238E27FC236}">
                <a16:creationId xmlns:a16="http://schemas.microsoft.com/office/drawing/2014/main" id="{A67D42CF-2B64-6AD3-A1B5-8E08C93D2417}"/>
              </a:ext>
            </a:extLst>
          </p:cNvPr>
          <p:cNvSpPr>
            <a:spLocks noGrp="1" noChangeArrowheads="1"/>
          </p:cNvSpPr>
          <p:nvPr>
            <p:ph type="title"/>
          </p:nvPr>
        </p:nvSpPr>
        <p:spPr/>
        <p:txBody>
          <a:bodyPr/>
          <a:lstStyle/>
          <a:p>
            <a:r>
              <a:rPr lang="en-US" altLang="zh-CN" dirty="0"/>
              <a:t>9.4.2 </a:t>
            </a:r>
            <a:r>
              <a:rPr lang="zh-CN" altLang="en-US" dirty="0"/>
              <a:t>锦标赛排序 </a:t>
            </a:r>
            <a:r>
              <a:rPr lang="en-US" altLang="zh-CN" dirty="0"/>
              <a:t>(Tournament Tree Sort)</a:t>
            </a:r>
            <a:r>
              <a:rPr lang="zh-CN" altLang="en-US" dirty="0"/>
              <a:t>（自学）</a:t>
            </a:r>
            <a:endParaRPr lang="en-US" altLang="zh-CN" dirty="0"/>
          </a:p>
        </p:txBody>
      </p:sp>
      <p:sp>
        <p:nvSpPr>
          <p:cNvPr id="333827" name="Rectangle 3">
            <a:extLst>
              <a:ext uri="{FF2B5EF4-FFF2-40B4-BE49-F238E27FC236}">
                <a16:creationId xmlns:a16="http://schemas.microsoft.com/office/drawing/2014/main" id="{359FCFCD-3617-E82A-B996-499F7D69BE48}"/>
              </a:ext>
            </a:extLst>
          </p:cNvPr>
          <p:cNvSpPr>
            <a:spLocks noGrp="1" noChangeArrowheads="1"/>
          </p:cNvSpPr>
          <p:nvPr>
            <p:ph type="body" idx="1"/>
          </p:nvPr>
        </p:nvSpPr>
        <p:spPr/>
        <p:txBody>
          <a:bodyPr>
            <a:normAutofit fontScale="70000" lnSpcReduction="20000"/>
          </a:bodyPr>
          <a:lstStyle/>
          <a:p>
            <a:pPr>
              <a:lnSpc>
                <a:spcPct val="120000"/>
              </a:lnSpc>
            </a:pPr>
            <a:r>
              <a:rPr lang="zh-CN" altLang="en-US" dirty="0"/>
              <a:t>与体育比赛时的淘汰赛过程类似。</a:t>
            </a:r>
            <a:endParaRPr lang="en-US" altLang="zh-CN" dirty="0"/>
          </a:p>
          <a:p>
            <a:pPr lvl="1">
              <a:lnSpc>
                <a:spcPct val="120000"/>
              </a:lnSpc>
            </a:pPr>
            <a:r>
              <a:rPr lang="zh-CN" altLang="en-US" dirty="0"/>
              <a:t>首先进行两两比较，得到 </a:t>
            </a:r>
            <a:r>
              <a:rPr lang="zh-CN" altLang="en-US" dirty="0">
                <a:sym typeface="Symbol" pitchFamily="18" charset="2"/>
              </a:rPr>
              <a:t></a:t>
            </a:r>
            <a:r>
              <a:rPr lang="en-US" altLang="zh-CN" dirty="0"/>
              <a:t>n/2</a:t>
            </a:r>
            <a:r>
              <a:rPr lang="en-US" altLang="zh-CN" dirty="0">
                <a:sym typeface="Symbol" pitchFamily="18" charset="2"/>
              </a:rPr>
              <a:t></a:t>
            </a:r>
            <a:r>
              <a:rPr lang="en-US" altLang="zh-CN" dirty="0"/>
              <a:t> </a:t>
            </a:r>
            <a:r>
              <a:rPr lang="zh-CN" altLang="en-US" dirty="0"/>
              <a:t>个比较的优胜者</a:t>
            </a:r>
            <a:r>
              <a:rPr lang="en-US" altLang="zh-CN" dirty="0"/>
              <a:t>(</a:t>
            </a:r>
            <a:r>
              <a:rPr lang="zh-CN" altLang="en-US" dirty="0"/>
              <a:t>排序码小者</a:t>
            </a:r>
            <a:r>
              <a:rPr lang="en-US" altLang="zh-CN" dirty="0"/>
              <a:t>)</a:t>
            </a:r>
            <a:r>
              <a:rPr lang="zh-CN" altLang="en-US" dirty="0"/>
              <a:t>，作为第一步比较的结果保留下来。</a:t>
            </a:r>
            <a:endParaRPr lang="en-US" altLang="zh-CN" dirty="0"/>
          </a:p>
          <a:p>
            <a:pPr lvl="1">
              <a:lnSpc>
                <a:spcPct val="120000"/>
              </a:lnSpc>
            </a:pPr>
            <a:r>
              <a:rPr lang="zh-CN" altLang="en-US" dirty="0"/>
              <a:t>然后对这 </a:t>
            </a:r>
            <a:r>
              <a:rPr lang="zh-CN" altLang="en-US" dirty="0">
                <a:sym typeface="Symbol" pitchFamily="18" charset="2"/>
              </a:rPr>
              <a:t></a:t>
            </a:r>
            <a:r>
              <a:rPr lang="en-US" altLang="zh-CN" dirty="0"/>
              <a:t>n/2</a:t>
            </a:r>
            <a:r>
              <a:rPr lang="en-US" altLang="zh-CN" dirty="0">
                <a:sym typeface="Symbol" pitchFamily="18" charset="2"/>
              </a:rPr>
              <a:t></a:t>
            </a:r>
            <a:r>
              <a:rPr lang="en-US" altLang="zh-CN" dirty="0"/>
              <a:t> </a:t>
            </a:r>
            <a:r>
              <a:rPr lang="zh-CN" altLang="en-US" dirty="0"/>
              <a:t>个元素再进行两两比较，</a:t>
            </a:r>
            <a:r>
              <a:rPr lang="en-US" altLang="zh-CN" dirty="0"/>
              <a:t>…</a:t>
            </a:r>
            <a:r>
              <a:rPr lang="zh-CN" altLang="en-US" dirty="0"/>
              <a:t>，如此重复，直到选出一个排序码最小的元素为止。</a:t>
            </a:r>
          </a:p>
          <a:p>
            <a:pPr>
              <a:lnSpc>
                <a:spcPct val="120000"/>
              </a:lnSpc>
            </a:pPr>
            <a:r>
              <a:rPr lang="zh-CN" altLang="en-US" dirty="0"/>
              <a:t>可以用一棵完全二叉树表示排序过程。叶子结点是元素排列的初始状态，相当于一棵完全二叉树的叶结点，它存放的是所有参加排序的元素的排序码。</a:t>
            </a:r>
            <a:endParaRPr lang="en-US" altLang="zh-CN" dirty="0"/>
          </a:p>
          <a:p>
            <a:pPr>
              <a:lnSpc>
                <a:spcPct val="120000"/>
              </a:lnSpc>
            </a:pPr>
            <a:r>
              <a:rPr lang="zh-CN" altLang="en-US" dirty="0"/>
              <a:t>缺点：重复存储优胜者；选出优胜者后，从叶结点开始把该元素设为无穷大，需要再次逐层向上比较。</a:t>
            </a:r>
          </a:p>
        </p:txBody>
      </p:sp>
      <p:sp>
        <p:nvSpPr>
          <p:cNvPr id="2" name="灯片编号占位符 1">
            <a:extLst>
              <a:ext uri="{FF2B5EF4-FFF2-40B4-BE49-F238E27FC236}">
                <a16:creationId xmlns:a16="http://schemas.microsoft.com/office/drawing/2014/main" id="{9B7FC3B6-2271-B3FB-7DCC-5D78873D5DFA}"/>
              </a:ext>
            </a:extLst>
          </p:cNvPr>
          <p:cNvSpPr>
            <a:spLocks noGrp="1"/>
          </p:cNvSpPr>
          <p:nvPr>
            <p:ph type="sldNum" sz="quarter" idx="12"/>
          </p:nvPr>
        </p:nvSpPr>
        <p:spPr/>
        <p:txBody>
          <a:bodyPr/>
          <a:lstStyle/>
          <a:p>
            <a:pPr>
              <a:defRPr/>
            </a:pPr>
            <a:fld id="{5F1DCF05-F1E6-414E-BAB4-65AA6A3D43BB}" type="slidenum">
              <a:rPr lang="en-US" altLang="zh-CN" smtClean="0"/>
              <a:pPr>
                <a:defRPr/>
              </a:pPr>
              <a:t>51</a:t>
            </a:fld>
            <a:endParaRPr lang="en-US" altLang="zh-CN"/>
          </a:p>
        </p:txBody>
      </p:sp>
    </p:spTree>
  </p:cSld>
  <p:clrMapOvr>
    <a:masterClrMapping/>
  </p:clrMapOvr>
  <p:transition>
    <p:spli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a:extLst>
              <a:ext uri="{FF2B5EF4-FFF2-40B4-BE49-F238E27FC236}">
                <a16:creationId xmlns:a16="http://schemas.microsoft.com/office/drawing/2014/main" id="{CD0E89B6-4B79-4C94-045B-15B9B2311B77}"/>
              </a:ext>
            </a:extLst>
          </p:cNvPr>
          <p:cNvSpPr>
            <a:spLocks noChangeArrowheads="1"/>
          </p:cNvSpPr>
          <p:nvPr/>
        </p:nvSpPr>
        <p:spPr bwMode="auto">
          <a:xfrm>
            <a:off x="1219200" y="134938"/>
            <a:ext cx="184150" cy="519112"/>
          </a:xfrm>
          <a:prstGeom prst="rect">
            <a:avLst/>
          </a:prstGeom>
          <a:noFill/>
          <a:ln w="9525">
            <a:noFill/>
            <a:miter lim="800000"/>
            <a:headEnd/>
            <a:tailEnd/>
          </a:ln>
        </p:spPr>
        <p:txBody>
          <a:bodyPr wrap="none">
            <a:spAutoFit/>
          </a:bodyPr>
          <a:lstStyle/>
          <a:p>
            <a:pPr>
              <a:defRPr/>
            </a:pPr>
            <a:endParaRPr lang="zh-CN" altLang="zh-CN" sz="2800" b="1">
              <a:effectLst>
                <a:outerShdw blurRad="38100" dist="38100" dir="2700000" algn="tl">
                  <a:srgbClr val="C0C0C0"/>
                </a:outerShdw>
              </a:effectLst>
              <a:ea typeface="楷体_GB2312" pitchFamily="49" charset="-122"/>
            </a:endParaRPr>
          </a:p>
        </p:txBody>
      </p:sp>
      <p:sp>
        <p:nvSpPr>
          <p:cNvPr id="349191" name="Rectangle 7">
            <a:extLst>
              <a:ext uri="{FF2B5EF4-FFF2-40B4-BE49-F238E27FC236}">
                <a16:creationId xmlns:a16="http://schemas.microsoft.com/office/drawing/2014/main" id="{2C96500D-C003-3B94-110E-6DB29D532F56}"/>
              </a:ext>
            </a:extLst>
          </p:cNvPr>
          <p:cNvSpPr>
            <a:spLocks noGrp="1" noChangeArrowheads="1"/>
          </p:cNvSpPr>
          <p:nvPr>
            <p:ph type="title"/>
          </p:nvPr>
        </p:nvSpPr>
        <p:spPr/>
        <p:txBody>
          <a:bodyPr/>
          <a:lstStyle/>
          <a:p>
            <a:r>
              <a:rPr lang="en-US" altLang="zh-CN" dirty="0"/>
              <a:t>9.4.3 </a:t>
            </a:r>
            <a:r>
              <a:rPr lang="zh-CN" altLang="en-US" dirty="0"/>
              <a:t>堆排序 </a:t>
            </a:r>
            <a:r>
              <a:rPr lang="en-US" altLang="zh-CN" dirty="0"/>
              <a:t>(Heap Sort)</a:t>
            </a:r>
          </a:p>
        </p:txBody>
      </p:sp>
      <p:sp>
        <p:nvSpPr>
          <p:cNvPr id="3" name="内容占位符 2">
            <a:extLst>
              <a:ext uri="{FF2B5EF4-FFF2-40B4-BE49-F238E27FC236}">
                <a16:creationId xmlns:a16="http://schemas.microsoft.com/office/drawing/2014/main" id="{1C7B1EF2-659E-4C7D-A867-7D4B66541452}"/>
              </a:ext>
            </a:extLst>
          </p:cNvPr>
          <p:cNvSpPr>
            <a:spLocks noGrp="1"/>
          </p:cNvSpPr>
          <p:nvPr>
            <p:ph idx="1"/>
          </p:nvPr>
        </p:nvSpPr>
        <p:spPr/>
        <p:txBody>
          <a:bodyPr>
            <a:normAutofit fontScale="77500" lnSpcReduction="20000"/>
          </a:bodyPr>
          <a:lstStyle/>
          <a:p>
            <a:pPr>
              <a:lnSpc>
                <a:spcPct val="110000"/>
              </a:lnSpc>
            </a:pPr>
            <a:r>
              <a:rPr lang="zh-CN" altLang="en-US" dirty="0"/>
              <a:t>用堆实现选择排序中的选择操作。</a:t>
            </a:r>
          </a:p>
          <a:p>
            <a:pPr>
              <a:lnSpc>
                <a:spcPct val="110000"/>
              </a:lnSpc>
            </a:pPr>
            <a:r>
              <a:rPr lang="zh-CN" altLang="en-US" dirty="0"/>
              <a:t>堆排序分为两个步骤</a:t>
            </a:r>
          </a:p>
          <a:p>
            <a:pPr lvl="1">
              <a:lnSpc>
                <a:spcPct val="110000"/>
              </a:lnSpc>
            </a:pPr>
            <a:r>
              <a:rPr lang="zh-CN" altLang="en-US" dirty="0"/>
              <a:t>根据初始输入数据，利用堆的调整算法</a:t>
            </a:r>
            <a:r>
              <a:rPr lang="en-US" altLang="zh-CN" dirty="0" err="1"/>
              <a:t>siftDown</a:t>
            </a:r>
            <a:r>
              <a:rPr lang="en-US" altLang="zh-CN" dirty="0"/>
              <a:t>( ) </a:t>
            </a:r>
            <a:r>
              <a:rPr lang="zh-CN" altLang="en-US" dirty="0"/>
              <a:t>形成初始最大堆</a:t>
            </a:r>
            <a:r>
              <a:rPr lang="en-US" altLang="zh-CN" dirty="0"/>
              <a:t>;</a:t>
            </a:r>
          </a:p>
          <a:p>
            <a:pPr lvl="2">
              <a:lnSpc>
                <a:spcPct val="110000"/>
              </a:lnSpc>
            </a:pPr>
            <a:r>
              <a:rPr lang="zh-CN" altLang="en-US" dirty="0"/>
              <a:t>只要把第</a:t>
            </a:r>
            <a:r>
              <a:rPr lang="en-US" altLang="zh-CN" dirty="0"/>
              <a:t>5</a:t>
            </a:r>
            <a:r>
              <a:rPr lang="zh-CN" altLang="en-US" dirty="0"/>
              <a:t>章最小堆的</a:t>
            </a:r>
            <a:r>
              <a:rPr lang="en-US" altLang="zh-CN" dirty="0" err="1"/>
              <a:t>siftDown</a:t>
            </a:r>
            <a:r>
              <a:rPr lang="zh-CN" altLang="en-US" dirty="0"/>
              <a:t>代码中的元素间的比较改为相反方向就可以得到用于这里的</a:t>
            </a:r>
            <a:r>
              <a:rPr lang="en-US" altLang="zh-CN" dirty="0" err="1"/>
              <a:t>siftDown</a:t>
            </a:r>
            <a:r>
              <a:rPr lang="zh-CN" altLang="en-US" dirty="0"/>
              <a:t>。具体代码可参考以下自行构造：</a:t>
            </a:r>
            <a:endParaRPr lang="en-US" altLang="zh-CN" dirty="0"/>
          </a:p>
          <a:p>
            <a:pPr marL="685800" lvl="2" indent="0">
              <a:lnSpc>
                <a:spcPct val="110000"/>
              </a:lnSpc>
              <a:buNone/>
            </a:pPr>
            <a:r>
              <a:rPr lang="en-US" altLang="zh-CN" dirty="0"/>
              <a:t>     “heap[j] &gt; heap[j+1]” </a:t>
            </a:r>
            <a:r>
              <a:rPr lang="zh-CN" altLang="en-US" dirty="0"/>
              <a:t>改为</a:t>
            </a:r>
            <a:r>
              <a:rPr lang="en-US" altLang="zh-CN" dirty="0"/>
              <a:t>“heap[j] &lt; heap[j+1]”</a:t>
            </a:r>
          </a:p>
          <a:p>
            <a:pPr marL="685800" lvl="2" indent="0">
              <a:lnSpc>
                <a:spcPct val="110000"/>
              </a:lnSpc>
              <a:buNone/>
            </a:pPr>
            <a:r>
              <a:rPr lang="en-US" altLang="zh-CN" dirty="0"/>
              <a:t>     “temp &lt;= heap[j]”</a:t>
            </a:r>
            <a:r>
              <a:rPr lang="zh-CN" altLang="en-US" dirty="0"/>
              <a:t>改为</a:t>
            </a:r>
            <a:r>
              <a:rPr lang="en-US" altLang="zh-CN" dirty="0"/>
              <a:t>“temp &gt;= heap[j]” </a:t>
            </a:r>
          </a:p>
          <a:p>
            <a:pPr lvl="1">
              <a:lnSpc>
                <a:spcPct val="110000"/>
              </a:lnSpc>
            </a:pPr>
            <a:r>
              <a:rPr lang="zh-CN" altLang="en-US" dirty="0"/>
              <a:t>堆顶元素与堆尾元素交换，堆规模减一，重新调整堆。重复这个过程直到完成排序。</a:t>
            </a:r>
          </a:p>
        </p:txBody>
      </p:sp>
      <p:sp>
        <p:nvSpPr>
          <p:cNvPr id="2" name="灯片编号占位符 1">
            <a:extLst>
              <a:ext uri="{FF2B5EF4-FFF2-40B4-BE49-F238E27FC236}">
                <a16:creationId xmlns:a16="http://schemas.microsoft.com/office/drawing/2014/main" id="{573745D0-68EB-A00D-2DA9-8E22CE2FB98E}"/>
              </a:ext>
            </a:extLst>
          </p:cNvPr>
          <p:cNvSpPr>
            <a:spLocks noGrp="1"/>
          </p:cNvSpPr>
          <p:nvPr>
            <p:ph type="sldNum" sz="quarter" idx="12"/>
          </p:nvPr>
        </p:nvSpPr>
        <p:spPr/>
        <p:txBody>
          <a:bodyPr/>
          <a:lstStyle/>
          <a:p>
            <a:pPr>
              <a:defRPr/>
            </a:pPr>
            <a:fld id="{5F1DCF05-F1E6-414E-BAB4-65AA6A3D43BB}" type="slidenum">
              <a:rPr lang="en-US" altLang="zh-CN" smtClean="0"/>
              <a:pPr>
                <a:defRPr/>
              </a:pPr>
              <a:t>52</a:t>
            </a:fld>
            <a:endParaRPr lang="en-US" altLang="zh-CN"/>
          </a:p>
        </p:txBody>
      </p:sp>
    </p:spTree>
  </p:cSld>
  <p:clrMapOvr>
    <a:masterClrMapping/>
  </p:clrMapOvr>
  <p:transition>
    <p:spli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787" name="Object 1024">
            <a:extLst>
              <a:ext uri="{FF2B5EF4-FFF2-40B4-BE49-F238E27FC236}">
                <a16:creationId xmlns:a16="http://schemas.microsoft.com/office/drawing/2014/main" id="{4BCC8C6F-1984-7911-4AA6-571354023AA7}"/>
              </a:ext>
            </a:extLst>
          </p:cNvPr>
          <p:cNvGraphicFramePr>
            <a:graphicFrameLocks noChangeAspect="1"/>
          </p:cNvGraphicFramePr>
          <p:nvPr/>
        </p:nvGraphicFramePr>
        <p:xfrm>
          <a:off x="10082213" y="1092200"/>
          <a:ext cx="827087" cy="4445000"/>
        </p:xfrm>
        <a:graphic>
          <a:graphicData uri="http://schemas.openxmlformats.org/presentationml/2006/ole">
            <mc:AlternateContent xmlns:mc="http://schemas.openxmlformats.org/markup-compatibility/2006">
              <mc:Choice xmlns:v="urn:schemas-microsoft-com:vml" Requires="v">
                <p:oleObj name="Document" r:id="rId2" imgW="828675" imgH="4448175" progId="Word.Document.8">
                  <p:embed/>
                </p:oleObj>
              </mc:Choice>
              <mc:Fallback>
                <p:oleObj name="Document" r:id="rId2" imgW="828675" imgH="4448175" progId="Word.Document.8">
                  <p:embed/>
                  <p:pic>
                    <p:nvPicPr>
                      <p:cNvPr id="0"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2213" y="1092200"/>
                        <a:ext cx="827087" cy="444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组合 2">
            <a:extLst>
              <a:ext uri="{FF2B5EF4-FFF2-40B4-BE49-F238E27FC236}">
                <a16:creationId xmlns:a16="http://schemas.microsoft.com/office/drawing/2014/main" id="{21D16E8B-BF55-4B10-B9A8-A9CC68F97340}"/>
              </a:ext>
            </a:extLst>
          </p:cNvPr>
          <p:cNvGrpSpPr/>
          <p:nvPr/>
        </p:nvGrpSpPr>
        <p:grpSpPr>
          <a:xfrm>
            <a:off x="419100" y="1690688"/>
            <a:ext cx="8305800" cy="4495800"/>
            <a:chOff x="609600" y="1066800"/>
            <a:chExt cx="8305800" cy="4495800"/>
          </a:xfrm>
        </p:grpSpPr>
        <p:sp>
          <p:nvSpPr>
            <p:cNvPr id="75778" name="Line 2">
              <a:extLst>
                <a:ext uri="{FF2B5EF4-FFF2-40B4-BE49-F238E27FC236}">
                  <a16:creationId xmlns:a16="http://schemas.microsoft.com/office/drawing/2014/main" id="{A8909F79-3790-68A8-5016-2EA3B9FB17A6}"/>
                </a:ext>
              </a:extLst>
            </p:cNvPr>
            <p:cNvSpPr>
              <a:spLocks noChangeShapeType="1"/>
            </p:cNvSpPr>
            <p:nvPr/>
          </p:nvSpPr>
          <p:spPr bwMode="auto">
            <a:xfrm flipH="1">
              <a:off x="6975475" y="2743200"/>
              <a:ext cx="228600" cy="5334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79" name="Line 3">
              <a:extLst>
                <a:ext uri="{FF2B5EF4-FFF2-40B4-BE49-F238E27FC236}">
                  <a16:creationId xmlns:a16="http://schemas.microsoft.com/office/drawing/2014/main" id="{BBC94197-92B7-B49B-DC81-EE7ABF5EBBC1}"/>
                </a:ext>
              </a:extLst>
            </p:cNvPr>
            <p:cNvSpPr>
              <a:spLocks noChangeShapeType="1"/>
            </p:cNvSpPr>
            <p:nvPr/>
          </p:nvSpPr>
          <p:spPr bwMode="auto">
            <a:xfrm>
              <a:off x="6594475" y="1828800"/>
              <a:ext cx="609600" cy="762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0" name="Line 4">
              <a:extLst>
                <a:ext uri="{FF2B5EF4-FFF2-40B4-BE49-F238E27FC236}">
                  <a16:creationId xmlns:a16="http://schemas.microsoft.com/office/drawing/2014/main" id="{F4356BC3-521E-3214-B269-3C7F870CE1C1}"/>
                </a:ext>
              </a:extLst>
            </p:cNvPr>
            <p:cNvSpPr>
              <a:spLocks noChangeShapeType="1"/>
            </p:cNvSpPr>
            <p:nvPr/>
          </p:nvSpPr>
          <p:spPr bwMode="auto">
            <a:xfrm>
              <a:off x="5924550" y="2743200"/>
              <a:ext cx="152400" cy="4572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1" name="Line 5">
              <a:extLst>
                <a:ext uri="{FF2B5EF4-FFF2-40B4-BE49-F238E27FC236}">
                  <a16:creationId xmlns:a16="http://schemas.microsoft.com/office/drawing/2014/main" id="{BAAFC997-C2C5-4099-0131-A4A07F685BC5}"/>
                </a:ext>
              </a:extLst>
            </p:cNvPr>
            <p:cNvSpPr>
              <a:spLocks noChangeShapeType="1"/>
            </p:cNvSpPr>
            <p:nvPr/>
          </p:nvSpPr>
          <p:spPr bwMode="auto">
            <a:xfrm flipH="1">
              <a:off x="5162550" y="1828800"/>
              <a:ext cx="1219200" cy="1524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2" name="Line 6">
              <a:extLst>
                <a:ext uri="{FF2B5EF4-FFF2-40B4-BE49-F238E27FC236}">
                  <a16:creationId xmlns:a16="http://schemas.microsoft.com/office/drawing/2014/main" id="{7E1EFF6C-633D-9BEE-554A-FD5A2D0CDE60}"/>
                </a:ext>
              </a:extLst>
            </p:cNvPr>
            <p:cNvSpPr>
              <a:spLocks noChangeShapeType="1"/>
            </p:cNvSpPr>
            <p:nvPr/>
          </p:nvSpPr>
          <p:spPr bwMode="auto">
            <a:xfrm flipH="1">
              <a:off x="2895600" y="2743200"/>
              <a:ext cx="228600" cy="5334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3" name="Line 7">
              <a:extLst>
                <a:ext uri="{FF2B5EF4-FFF2-40B4-BE49-F238E27FC236}">
                  <a16:creationId xmlns:a16="http://schemas.microsoft.com/office/drawing/2014/main" id="{6397BDFA-91FE-12E0-B8C0-FBB0F60A4918}"/>
                </a:ext>
              </a:extLst>
            </p:cNvPr>
            <p:cNvSpPr>
              <a:spLocks noChangeShapeType="1"/>
            </p:cNvSpPr>
            <p:nvPr/>
          </p:nvSpPr>
          <p:spPr bwMode="auto">
            <a:xfrm>
              <a:off x="1828800" y="2743200"/>
              <a:ext cx="152400" cy="4572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4" name="Line 8">
              <a:extLst>
                <a:ext uri="{FF2B5EF4-FFF2-40B4-BE49-F238E27FC236}">
                  <a16:creationId xmlns:a16="http://schemas.microsoft.com/office/drawing/2014/main" id="{B5E43CE3-AD29-D796-2512-796D40D9BCFF}"/>
                </a:ext>
              </a:extLst>
            </p:cNvPr>
            <p:cNvSpPr>
              <a:spLocks noChangeShapeType="1"/>
            </p:cNvSpPr>
            <p:nvPr/>
          </p:nvSpPr>
          <p:spPr bwMode="auto">
            <a:xfrm>
              <a:off x="2667000" y="1828800"/>
              <a:ext cx="609600" cy="762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5" name="Line 9">
              <a:extLst>
                <a:ext uri="{FF2B5EF4-FFF2-40B4-BE49-F238E27FC236}">
                  <a16:creationId xmlns:a16="http://schemas.microsoft.com/office/drawing/2014/main" id="{BCEA1320-EC16-AC4E-CD27-19B283C268ED}"/>
                </a:ext>
              </a:extLst>
            </p:cNvPr>
            <p:cNvSpPr>
              <a:spLocks noChangeShapeType="1"/>
            </p:cNvSpPr>
            <p:nvPr/>
          </p:nvSpPr>
          <p:spPr bwMode="auto">
            <a:xfrm flipH="1">
              <a:off x="1066800" y="1828800"/>
              <a:ext cx="1219200" cy="1524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0220" name="Oval 12">
              <a:extLst>
                <a:ext uri="{FF2B5EF4-FFF2-40B4-BE49-F238E27FC236}">
                  <a16:creationId xmlns:a16="http://schemas.microsoft.com/office/drawing/2014/main" id="{A4E9030D-5DBB-EB66-98F7-1D49C65B5C16}"/>
                </a:ext>
              </a:extLst>
            </p:cNvPr>
            <p:cNvSpPr>
              <a:spLocks noChangeArrowheads="1"/>
            </p:cNvSpPr>
            <p:nvPr/>
          </p:nvSpPr>
          <p:spPr bwMode="auto">
            <a:xfrm>
              <a:off x="2209800" y="14478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21</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0221" name="Oval 13">
              <a:extLst>
                <a:ext uri="{FF2B5EF4-FFF2-40B4-BE49-F238E27FC236}">
                  <a16:creationId xmlns:a16="http://schemas.microsoft.com/office/drawing/2014/main" id="{BD2067AC-AB45-EEAB-8E0D-2A25F9A94AC5}"/>
                </a:ext>
              </a:extLst>
            </p:cNvPr>
            <p:cNvSpPr>
              <a:spLocks noChangeArrowheads="1"/>
            </p:cNvSpPr>
            <p:nvPr/>
          </p:nvSpPr>
          <p:spPr bwMode="auto">
            <a:xfrm>
              <a:off x="14478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0222" name="Oval 14">
              <a:extLst>
                <a:ext uri="{FF2B5EF4-FFF2-40B4-BE49-F238E27FC236}">
                  <a16:creationId xmlns:a16="http://schemas.microsoft.com/office/drawing/2014/main" id="{0332B3FC-0922-B736-4114-DD39E9984235}"/>
                </a:ext>
              </a:extLst>
            </p:cNvPr>
            <p:cNvSpPr>
              <a:spLocks noChangeArrowheads="1"/>
            </p:cNvSpPr>
            <p:nvPr/>
          </p:nvSpPr>
          <p:spPr bwMode="auto">
            <a:xfrm>
              <a:off x="6858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0223" name="Oval 15">
              <a:extLst>
                <a:ext uri="{FF2B5EF4-FFF2-40B4-BE49-F238E27FC236}">
                  <a16:creationId xmlns:a16="http://schemas.microsoft.com/office/drawing/2014/main" id="{596CC8BA-9197-983B-E721-65B8FB9D343C}"/>
                </a:ext>
              </a:extLst>
            </p:cNvPr>
            <p:cNvSpPr>
              <a:spLocks noChangeArrowheads="1"/>
            </p:cNvSpPr>
            <p:nvPr/>
          </p:nvSpPr>
          <p:spPr bwMode="auto">
            <a:xfrm>
              <a:off x="29718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49</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0224" name="Oval 16">
              <a:extLst>
                <a:ext uri="{FF2B5EF4-FFF2-40B4-BE49-F238E27FC236}">
                  <a16:creationId xmlns:a16="http://schemas.microsoft.com/office/drawing/2014/main" id="{DC841F05-952A-810B-D3DF-94E20D792D1C}"/>
                </a:ext>
              </a:extLst>
            </p:cNvPr>
            <p:cNvSpPr>
              <a:spLocks noChangeArrowheads="1"/>
            </p:cNvSpPr>
            <p:nvPr/>
          </p:nvSpPr>
          <p:spPr bwMode="auto">
            <a:xfrm>
              <a:off x="17526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16</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0225" name="Oval 17">
              <a:extLst>
                <a:ext uri="{FF2B5EF4-FFF2-40B4-BE49-F238E27FC236}">
                  <a16:creationId xmlns:a16="http://schemas.microsoft.com/office/drawing/2014/main" id="{79710094-C2F7-A9AC-7BE1-97F23642D2F8}"/>
                </a:ext>
              </a:extLst>
            </p:cNvPr>
            <p:cNvSpPr>
              <a:spLocks noChangeArrowheads="1"/>
            </p:cNvSpPr>
            <p:nvPr/>
          </p:nvSpPr>
          <p:spPr bwMode="auto">
            <a:xfrm>
              <a:off x="25908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08</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0226" name="Text Box 18">
              <a:extLst>
                <a:ext uri="{FF2B5EF4-FFF2-40B4-BE49-F238E27FC236}">
                  <a16:creationId xmlns:a16="http://schemas.microsoft.com/office/drawing/2014/main" id="{8BEA9FB4-0906-C60F-B38F-481C4C1F6825}"/>
                </a:ext>
              </a:extLst>
            </p:cNvPr>
            <p:cNvSpPr txBox="1">
              <a:spLocks noChangeArrowheads="1"/>
            </p:cNvSpPr>
            <p:nvPr/>
          </p:nvSpPr>
          <p:spPr bwMode="auto">
            <a:xfrm>
              <a:off x="2000250" y="1081088"/>
              <a:ext cx="361950" cy="519112"/>
            </a:xfrm>
            <a:prstGeom prst="rect">
              <a:avLst/>
            </a:prstGeom>
            <a:noFill/>
            <a:ln w="9525">
              <a:noFill/>
              <a:miter lim="800000"/>
              <a:headEnd/>
              <a:tailEnd/>
            </a:ln>
          </p:spPr>
          <p:txBody>
            <a:bodyPr wrap="none">
              <a:spAutoFit/>
            </a:bodyPr>
            <a:lstStyle/>
            <a:p>
              <a:pPr>
                <a:defRPr/>
              </a:pPr>
              <a:r>
                <a:rPr lang="en-US" altLang="zh-CN" sz="2800" b="1"/>
                <a:t>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0227" name="Text Box 19">
              <a:extLst>
                <a:ext uri="{FF2B5EF4-FFF2-40B4-BE49-F238E27FC236}">
                  <a16:creationId xmlns:a16="http://schemas.microsoft.com/office/drawing/2014/main" id="{CC49938C-8714-6702-F674-940140DCB145}"/>
                </a:ext>
              </a:extLst>
            </p:cNvPr>
            <p:cNvSpPr txBox="1">
              <a:spLocks noChangeArrowheads="1"/>
            </p:cNvSpPr>
            <p:nvPr/>
          </p:nvSpPr>
          <p:spPr bwMode="auto">
            <a:xfrm>
              <a:off x="1314450" y="1828800"/>
              <a:ext cx="361950" cy="519113"/>
            </a:xfrm>
            <a:prstGeom prst="rect">
              <a:avLst/>
            </a:prstGeom>
            <a:noFill/>
            <a:ln w="9525">
              <a:noFill/>
              <a:miter lim="800000"/>
              <a:headEnd/>
              <a:tailEnd/>
            </a:ln>
          </p:spPr>
          <p:txBody>
            <a:bodyPr wrap="none">
              <a:spAutoFit/>
            </a:bodyPr>
            <a:lstStyle/>
            <a:p>
              <a:pPr>
                <a:defRPr/>
              </a:pPr>
              <a:r>
                <a:rPr lang="en-US" altLang="zh-CN" sz="2800" b="1"/>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0228" name="Text Box 20">
              <a:extLst>
                <a:ext uri="{FF2B5EF4-FFF2-40B4-BE49-F238E27FC236}">
                  <a16:creationId xmlns:a16="http://schemas.microsoft.com/office/drawing/2014/main" id="{5E14CCEE-2208-9559-0E05-4F97224AD58F}"/>
                </a:ext>
              </a:extLst>
            </p:cNvPr>
            <p:cNvSpPr txBox="1">
              <a:spLocks noChangeArrowheads="1"/>
            </p:cNvSpPr>
            <p:nvPr/>
          </p:nvSpPr>
          <p:spPr bwMode="auto">
            <a:xfrm>
              <a:off x="3448050" y="1981200"/>
              <a:ext cx="361950" cy="519113"/>
            </a:xfrm>
            <a:prstGeom prst="rect">
              <a:avLst/>
            </a:prstGeom>
            <a:noFill/>
            <a:ln w="9525">
              <a:noFill/>
              <a:miter lim="800000"/>
              <a:headEnd/>
              <a:tailEnd/>
            </a:ln>
          </p:spPr>
          <p:txBody>
            <a:bodyPr wrap="none">
              <a:spAutoFit/>
            </a:bodyPr>
            <a:lstStyle/>
            <a:p>
              <a:pPr>
                <a:defRPr/>
              </a:pPr>
              <a:r>
                <a:rPr lang="en-US" altLang="zh-CN" sz="2800" b="1"/>
                <a:t>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0229" name="Text Box 21">
              <a:extLst>
                <a:ext uri="{FF2B5EF4-FFF2-40B4-BE49-F238E27FC236}">
                  <a16:creationId xmlns:a16="http://schemas.microsoft.com/office/drawing/2014/main" id="{E8480181-7651-F2DE-6EC8-C814B981FC3A}"/>
                </a:ext>
              </a:extLst>
            </p:cNvPr>
            <p:cNvSpPr txBox="1">
              <a:spLocks noChangeArrowheads="1"/>
            </p:cNvSpPr>
            <p:nvPr/>
          </p:nvSpPr>
          <p:spPr bwMode="auto">
            <a:xfrm>
              <a:off x="609600" y="2757488"/>
              <a:ext cx="361950" cy="519112"/>
            </a:xfrm>
            <a:prstGeom prst="rect">
              <a:avLst/>
            </a:prstGeom>
            <a:noFill/>
            <a:ln w="9525">
              <a:noFill/>
              <a:miter lim="800000"/>
              <a:headEnd/>
              <a:tailEnd/>
            </a:ln>
          </p:spPr>
          <p:txBody>
            <a:bodyPr wrap="none">
              <a:spAutoFit/>
            </a:bodyPr>
            <a:lstStyle/>
            <a:p>
              <a:pPr>
                <a:defRPr/>
              </a:pPr>
              <a:r>
                <a:rPr lang="en-US" altLang="zh-CN" sz="2800" b="1"/>
                <a:t>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0230" name="Text Box 22">
              <a:extLst>
                <a:ext uri="{FF2B5EF4-FFF2-40B4-BE49-F238E27FC236}">
                  <a16:creationId xmlns:a16="http://schemas.microsoft.com/office/drawing/2014/main" id="{C534F904-583B-C6E7-8502-F022E8789FBE}"/>
                </a:ext>
              </a:extLst>
            </p:cNvPr>
            <p:cNvSpPr txBox="1">
              <a:spLocks noChangeArrowheads="1"/>
            </p:cNvSpPr>
            <p:nvPr/>
          </p:nvSpPr>
          <p:spPr bwMode="auto">
            <a:xfrm>
              <a:off x="1981200" y="2757488"/>
              <a:ext cx="361950" cy="519112"/>
            </a:xfrm>
            <a:prstGeom prst="rect">
              <a:avLst/>
            </a:prstGeom>
            <a:noFill/>
            <a:ln w="9525">
              <a:noFill/>
              <a:miter lim="800000"/>
              <a:headEnd/>
              <a:tailEnd/>
            </a:ln>
          </p:spPr>
          <p:txBody>
            <a:bodyPr wrap="none">
              <a:spAutoFit/>
            </a:bodyPr>
            <a:lstStyle/>
            <a:p>
              <a:pPr>
                <a:defRPr/>
              </a:pPr>
              <a:r>
                <a:rPr lang="en-US" altLang="zh-CN" sz="2800" b="1"/>
                <a:t>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0231" name="Text Box 23">
              <a:extLst>
                <a:ext uri="{FF2B5EF4-FFF2-40B4-BE49-F238E27FC236}">
                  <a16:creationId xmlns:a16="http://schemas.microsoft.com/office/drawing/2014/main" id="{0D467255-017D-6B22-EA5E-F19C41154955}"/>
                </a:ext>
              </a:extLst>
            </p:cNvPr>
            <p:cNvSpPr txBox="1">
              <a:spLocks noChangeArrowheads="1"/>
            </p:cNvSpPr>
            <p:nvPr/>
          </p:nvSpPr>
          <p:spPr bwMode="auto">
            <a:xfrm>
              <a:off x="2533650" y="2757488"/>
              <a:ext cx="361950" cy="519112"/>
            </a:xfrm>
            <a:prstGeom prst="rect">
              <a:avLst/>
            </a:prstGeom>
            <a:noFill/>
            <a:ln w="9525">
              <a:noFill/>
              <a:miter lim="800000"/>
              <a:headEnd/>
              <a:tailEnd/>
            </a:ln>
          </p:spPr>
          <p:txBody>
            <a:bodyPr wrap="none">
              <a:spAutoFit/>
            </a:bodyPr>
            <a:lstStyle/>
            <a:p>
              <a:pPr>
                <a:defRPr/>
              </a:pPr>
              <a:r>
                <a:rPr lang="en-US" altLang="zh-CN" sz="2800" b="1"/>
                <a:t>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75800" name="Line 24">
              <a:extLst>
                <a:ext uri="{FF2B5EF4-FFF2-40B4-BE49-F238E27FC236}">
                  <a16:creationId xmlns:a16="http://schemas.microsoft.com/office/drawing/2014/main" id="{C5703F0B-DA57-1880-4D20-2E5616143535}"/>
                </a:ext>
              </a:extLst>
            </p:cNvPr>
            <p:cNvSpPr>
              <a:spLocks noChangeShapeType="1"/>
            </p:cNvSpPr>
            <p:nvPr/>
          </p:nvSpPr>
          <p:spPr bwMode="auto">
            <a:xfrm flipH="1">
              <a:off x="3352800" y="1905000"/>
              <a:ext cx="228600" cy="38100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0233" name="Text Box 25">
              <a:extLst>
                <a:ext uri="{FF2B5EF4-FFF2-40B4-BE49-F238E27FC236}">
                  <a16:creationId xmlns:a16="http://schemas.microsoft.com/office/drawing/2014/main" id="{A0366F0D-51A4-5D03-9F91-7369E05185A0}"/>
                </a:ext>
              </a:extLst>
            </p:cNvPr>
            <p:cNvSpPr txBox="1">
              <a:spLocks noChangeArrowheads="1"/>
            </p:cNvSpPr>
            <p:nvPr/>
          </p:nvSpPr>
          <p:spPr bwMode="auto">
            <a:xfrm>
              <a:off x="3527425" y="1414463"/>
              <a:ext cx="296863" cy="579437"/>
            </a:xfrm>
            <a:prstGeom prst="rect">
              <a:avLst/>
            </a:prstGeom>
            <a:noFill/>
            <a:ln w="9525">
              <a:noFill/>
              <a:miter lim="800000"/>
              <a:headEnd/>
              <a:tailEnd/>
            </a:ln>
          </p:spPr>
          <p:txBody>
            <a:bodyPr wrap="none">
              <a:spAutoFit/>
            </a:bodyPr>
            <a:lstStyle/>
            <a:p>
              <a:pPr>
                <a:defRPr/>
              </a:pPr>
              <a:r>
                <a:rPr lang="en-US" altLang="zh-CN" sz="3200" b="1" i="1">
                  <a:solidFill>
                    <a:srgbClr val="FF3300"/>
                  </a:solidFill>
                  <a:effectLst>
                    <a:outerShdw blurRad="38100" dist="38100" dir="2700000" algn="tl">
                      <a:srgbClr val="C0C0C0"/>
                    </a:outerShdw>
                  </a:effectLst>
                </a:rPr>
                <a:t>i</a:t>
              </a:r>
              <a:endParaRPr lang="en-US" altLang="zh-CN" sz="32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75802" name="AutoShape 26">
              <a:extLst>
                <a:ext uri="{FF2B5EF4-FFF2-40B4-BE49-F238E27FC236}">
                  <a16:creationId xmlns:a16="http://schemas.microsoft.com/office/drawing/2014/main" id="{B5CAAD10-48D0-45B6-CD0D-B23F6F999804}"/>
                </a:ext>
              </a:extLst>
            </p:cNvPr>
            <p:cNvSpPr>
              <a:spLocks noChangeArrowheads="1"/>
            </p:cNvSpPr>
            <p:nvPr/>
          </p:nvSpPr>
          <p:spPr bwMode="auto">
            <a:xfrm>
              <a:off x="40386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50235" name="Oval 27">
              <a:extLst>
                <a:ext uri="{FF2B5EF4-FFF2-40B4-BE49-F238E27FC236}">
                  <a16:creationId xmlns:a16="http://schemas.microsoft.com/office/drawing/2014/main" id="{817F7F26-97BF-AAF4-0944-35966AB7E78E}"/>
                </a:ext>
              </a:extLst>
            </p:cNvPr>
            <p:cNvSpPr>
              <a:spLocks noChangeArrowheads="1"/>
            </p:cNvSpPr>
            <p:nvPr/>
          </p:nvSpPr>
          <p:spPr bwMode="auto">
            <a:xfrm>
              <a:off x="6229350" y="14478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21</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0236" name="Oval 28">
              <a:extLst>
                <a:ext uri="{FF2B5EF4-FFF2-40B4-BE49-F238E27FC236}">
                  <a16:creationId xmlns:a16="http://schemas.microsoft.com/office/drawing/2014/main" id="{223801FC-C3C8-67A4-977C-DEA148C48694}"/>
                </a:ext>
              </a:extLst>
            </p:cNvPr>
            <p:cNvSpPr>
              <a:spLocks noChangeArrowheads="1"/>
            </p:cNvSpPr>
            <p:nvPr/>
          </p:nvSpPr>
          <p:spPr bwMode="auto">
            <a:xfrm>
              <a:off x="554355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0237" name="Oval 29">
              <a:extLst>
                <a:ext uri="{FF2B5EF4-FFF2-40B4-BE49-F238E27FC236}">
                  <a16:creationId xmlns:a16="http://schemas.microsoft.com/office/drawing/2014/main" id="{B4493753-9206-F67B-9B0A-DC16190F636A}"/>
                </a:ext>
              </a:extLst>
            </p:cNvPr>
            <p:cNvSpPr>
              <a:spLocks noChangeArrowheads="1"/>
            </p:cNvSpPr>
            <p:nvPr/>
          </p:nvSpPr>
          <p:spPr bwMode="auto">
            <a:xfrm>
              <a:off x="478155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0238" name="Oval 30">
              <a:extLst>
                <a:ext uri="{FF2B5EF4-FFF2-40B4-BE49-F238E27FC236}">
                  <a16:creationId xmlns:a16="http://schemas.microsoft.com/office/drawing/2014/main" id="{C4A6D03F-0BF5-8B1E-E192-5FCBDE2F23D6}"/>
                </a:ext>
              </a:extLst>
            </p:cNvPr>
            <p:cNvSpPr>
              <a:spLocks noChangeArrowheads="1"/>
            </p:cNvSpPr>
            <p:nvPr/>
          </p:nvSpPr>
          <p:spPr bwMode="auto">
            <a:xfrm>
              <a:off x="584835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16</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0239" name="Oval 31">
              <a:extLst>
                <a:ext uri="{FF2B5EF4-FFF2-40B4-BE49-F238E27FC236}">
                  <a16:creationId xmlns:a16="http://schemas.microsoft.com/office/drawing/2014/main" id="{D9819EFE-F754-75FC-DBE3-337F0510B19D}"/>
                </a:ext>
              </a:extLst>
            </p:cNvPr>
            <p:cNvSpPr>
              <a:spLocks noChangeArrowheads="1"/>
            </p:cNvSpPr>
            <p:nvPr/>
          </p:nvSpPr>
          <p:spPr bwMode="auto">
            <a:xfrm>
              <a:off x="699135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49</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0240" name="Oval 32">
              <a:extLst>
                <a:ext uri="{FF2B5EF4-FFF2-40B4-BE49-F238E27FC236}">
                  <a16:creationId xmlns:a16="http://schemas.microsoft.com/office/drawing/2014/main" id="{081A6E86-D6F9-8B36-D0F8-42C3C9304630}"/>
                </a:ext>
              </a:extLst>
            </p:cNvPr>
            <p:cNvSpPr>
              <a:spLocks noChangeArrowheads="1"/>
            </p:cNvSpPr>
            <p:nvPr/>
          </p:nvSpPr>
          <p:spPr bwMode="auto">
            <a:xfrm>
              <a:off x="668655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08</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0241" name="Text Box 33">
              <a:extLst>
                <a:ext uri="{FF2B5EF4-FFF2-40B4-BE49-F238E27FC236}">
                  <a16:creationId xmlns:a16="http://schemas.microsoft.com/office/drawing/2014/main" id="{454069CA-6FEA-5545-8C48-2F0BACCD1A76}"/>
                </a:ext>
              </a:extLst>
            </p:cNvPr>
            <p:cNvSpPr txBox="1">
              <a:spLocks noChangeArrowheads="1"/>
            </p:cNvSpPr>
            <p:nvPr/>
          </p:nvSpPr>
          <p:spPr bwMode="auto">
            <a:xfrm>
              <a:off x="6496050" y="1066800"/>
              <a:ext cx="361950" cy="519113"/>
            </a:xfrm>
            <a:prstGeom prst="rect">
              <a:avLst/>
            </a:prstGeom>
            <a:noFill/>
            <a:ln w="9525">
              <a:noFill/>
              <a:miter lim="800000"/>
              <a:headEnd/>
              <a:tailEnd/>
            </a:ln>
          </p:spPr>
          <p:txBody>
            <a:bodyPr wrap="none">
              <a:spAutoFit/>
            </a:bodyPr>
            <a:lstStyle/>
            <a:p>
              <a:pPr>
                <a:defRPr/>
              </a:pPr>
              <a:r>
                <a:rPr lang="en-US" altLang="zh-CN" sz="2800" b="1"/>
                <a:t>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0242" name="Text Box 34">
              <a:extLst>
                <a:ext uri="{FF2B5EF4-FFF2-40B4-BE49-F238E27FC236}">
                  <a16:creationId xmlns:a16="http://schemas.microsoft.com/office/drawing/2014/main" id="{4DE7E8F6-7445-53AD-9CDB-5039C10F4FD2}"/>
                </a:ext>
              </a:extLst>
            </p:cNvPr>
            <p:cNvSpPr txBox="1">
              <a:spLocks noChangeArrowheads="1"/>
            </p:cNvSpPr>
            <p:nvPr/>
          </p:nvSpPr>
          <p:spPr bwMode="auto">
            <a:xfrm>
              <a:off x="7467600" y="2057400"/>
              <a:ext cx="361950" cy="519113"/>
            </a:xfrm>
            <a:prstGeom prst="rect">
              <a:avLst/>
            </a:prstGeom>
            <a:noFill/>
            <a:ln w="9525">
              <a:noFill/>
              <a:miter lim="800000"/>
              <a:headEnd/>
              <a:tailEnd/>
            </a:ln>
          </p:spPr>
          <p:txBody>
            <a:bodyPr wrap="none">
              <a:spAutoFit/>
            </a:bodyPr>
            <a:lstStyle/>
            <a:p>
              <a:pPr>
                <a:defRPr/>
              </a:pPr>
              <a:r>
                <a:rPr lang="en-US" altLang="zh-CN" sz="2800" b="1"/>
                <a:t>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0243" name="Text Box 35">
              <a:extLst>
                <a:ext uri="{FF2B5EF4-FFF2-40B4-BE49-F238E27FC236}">
                  <a16:creationId xmlns:a16="http://schemas.microsoft.com/office/drawing/2014/main" id="{91961E2A-795C-2C3D-C0CF-F6955749761B}"/>
                </a:ext>
              </a:extLst>
            </p:cNvPr>
            <p:cNvSpPr txBox="1">
              <a:spLocks noChangeArrowheads="1"/>
            </p:cNvSpPr>
            <p:nvPr/>
          </p:nvSpPr>
          <p:spPr bwMode="auto">
            <a:xfrm>
              <a:off x="6553200" y="2819400"/>
              <a:ext cx="361950" cy="519113"/>
            </a:xfrm>
            <a:prstGeom prst="rect">
              <a:avLst/>
            </a:prstGeom>
            <a:noFill/>
            <a:ln w="9525">
              <a:noFill/>
              <a:miter lim="800000"/>
              <a:headEnd/>
              <a:tailEnd/>
            </a:ln>
          </p:spPr>
          <p:txBody>
            <a:bodyPr wrap="none">
              <a:spAutoFit/>
            </a:bodyPr>
            <a:lstStyle/>
            <a:p>
              <a:pPr>
                <a:defRPr/>
              </a:pPr>
              <a:r>
                <a:rPr lang="en-US" altLang="zh-CN" sz="2800" b="1"/>
                <a:t>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0244" name="Text Box 36">
              <a:extLst>
                <a:ext uri="{FF2B5EF4-FFF2-40B4-BE49-F238E27FC236}">
                  <a16:creationId xmlns:a16="http://schemas.microsoft.com/office/drawing/2014/main" id="{79F782B0-3764-97A5-42A0-EB1EAAA96DF9}"/>
                </a:ext>
              </a:extLst>
            </p:cNvPr>
            <p:cNvSpPr txBox="1">
              <a:spLocks noChangeArrowheads="1"/>
            </p:cNvSpPr>
            <p:nvPr/>
          </p:nvSpPr>
          <p:spPr bwMode="auto">
            <a:xfrm>
              <a:off x="6153150" y="2819400"/>
              <a:ext cx="361950" cy="519113"/>
            </a:xfrm>
            <a:prstGeom prst="rect">
              <a:avLst/>
            </a:prstGeom>
            <a:noFill/>
            <a:ln w="9525">
              <a:noFill/>
              <a:miter lim="800000"/>
              <a:headEnd/>
              <a:tailEnd/>
            </a:ln>
          </p:spPr>
          <p:txBody>
            <a:bodyPr wrap="none">
              <a:spAutoFit/>
            </a:bodyPr>
            <a:lstStyle/>
            <a:p>
              <a:pPr>
                <a:defRPr/>
              </a:pPr>
              <a:r>
                <a:rPr lang="en-US" altLang="zh-CN" sz="2800" b="1"/>
                <a:t>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0245" name="Text Box 37">
              <a:extLst>
                <a:ext uri="{FF2B5EF4-FFF2-40B4-BE49-F238E27FC236}">
                  <a16:creationId xmlns:a16="http://schemas.microsoft.com/office/drawing/2014/main" id="{919B8BCC-8A61-CCDF-C620-F94558BE54D8}"/>
                </a:ext>
              </a:extLst>
            </p:cNvPr>
            <p:cNvSpPr txBox="1">
              <a:spLocks noChangeArrowheads="1"/>
            </p:cNvSpPr>
            <p:nvPr/>
          </p:nvSpPr>
          <p:spPr bwMode="auto">
            <a:xfrm>
              <a:off x="4648200" y="2819400"/>
              <a:ext cx="361950" cy="519113"/>
            </a:xfrm>
            <a:prstGeom prst="rect">
              <a:avLst/>
            </a:prstGeom>
            <a:noFill/>
            <a:ln w="9525">
              <a:noFill/>
              <a:miter lim="800000"/>
              <a:headEnd/>
              <a:tailEnd/>
            </a:ln>
          </p:spPr>
          <p:txBody>
            <a:bodyPr wrap="none">
              <a:spAutoFit/>
            </a:bodyPr>
            <a:lstStyle/>
            <a:p>
              <a:pPr>
                <a:defRPr/>
              </a:pPr>
              <a:r>
                <a:rPr lang="en-US" altLang="zh-CN" sz="2800" b="1"/>
                <a:t>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0246" name="Text Box 38">
              <a:extLst>
                <a:ext uri="{FF2B5EF4-FFF2-40B4-BE49-F238E27FC236}">
                  <a16:creationId xmlns:a16="http://schemas.microsoft.com/office/drawing/2014/main" id="{4FC5F46E-6A06-68CC-5543-AFBCC5365065}"/>
                </a:ext>
              </a:extLst>
            </p:cNvPr>
            <p:cNvSpPr txBox="1">
              <a:spLocks noChangeArrowheads="1"/>
            </p:cNvSpPr>
            <p:nvPr/>
          </p:nvSpPr>
          <p:spPr bwMode="auto">
            <a:xfrm>
              <a:off x="5299075" y="1919288"/>
              <a:ext cx="361950" cy="519112"/>
            </a:xfrm>
            <a:prstGeom prst="rect">
              <a:avLst/>
            </a:prstGeom>
            <a:noFill/>
            <a:ln w="9525">
              <a:noFill/>
              <a:miter lim="800000"/>
              <a:headEnd/>
              <a:tailEnd/>
            </a:ln>
          </p:spPr>
          <p:txBody>
            <a:bodyPr wrap="none">
              <a:spAutoFit/>
            </a:bodyPr>
            <a:lstStyle/>
            <a:p>
              <a:pPr>
                <a:defRPr/>
              </a:pPr>
              <a:r>
                <a:rPr lang="en-US" altLang="zh-CN" sz="2800" b="1"/>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0247" name="AutoShape 39">
              <a:extLst>
                <a:ext uri="{FF2B5EF4-FFF2-40B4-BE49-F238E27FC236}">
                  <a16:creationId xmlns:a16="http://schemas.microsoft.com/office/drawing/2014/main" id="{CEE41C33-4621-40AB-4300-8715B19A64C5}"/>
                </a:ext>
              </a:extLst>
            </p:cNvPr>
            <p:cNvSpPr>
              <a:spLocks noChangeArrowheads="1"/>
            </p:cNvSpPr>
            <p:nvPr/>
          </p:nvSpPr>
          <p:spPr bwMode="auto">
            <a:xfrm>
              <a:off x="8001000" y="2362200"/>
              <a:ext cx="914400" cy="457200"/>
            </a:xfrm>
            <a:prstGeom prst="rightArrow">
              <a:avLst>
                <a:gd name="adj1" fmla="val 50000"/>
                <a:gd name="adj2" fmla="val 50000"/>
              </a:avLst>
            </a:prstGeom>
            <a:gradFill rotWithShape="0">
              <a:gsLst>
                <a:gs pos="0">
                  <a:schemeClr val="accent2"/>
                </a:gs>
                <a:gs pos="100000">
                  <a:schemeClr val="accent2">
                    <a:gamma/>
                    <a:shade val="46275"/>
                    <a:invGamma/>
                  </a:schemeClr>
                </a:gs>
              </a:gsLst>
              <a:lin ang="2700000" scaled="1"/>
            </a:gradFill>
            <a:ln w="9525">
              <a:solidFill>
                <a:schemeClr val="hlink"/>
              </a:solidFill>
              <a:miter lim="800000"/>
              <a:headEnd/>
              <a:tailEnd/>
            </a:ln>
          </p:spPr>
          <p:txBody>
            <a:bodyPr wrap="none" anchor="ctr"/>
            <a:lstStyle/>
            <a:p>
              <a:pPr>
                <a:defRPr/>
              </a:pPr>
              <a:endParaRPr lang="zh-CN" altLang="en-US"/>
            </a:p>
          </p:txBody>
        </p:sp>
        <p:sp>
          <p:nvSpPr>
            <p:cNvPr id="350248" name="Text Box 40">
              <a:extLst>
                <a:ext uri="{FF2B5EF4-FFF2-40B4-BE49-F238E27FC236}">
                  <a16:creationId xmlns:a16="http://schemas.microsoft.com/office/drawing/2014/main" id="{C2695208-B61E-621E-8CFE-E53918E73DBE}"/>
                </a:ext>
              </a:extLst>
            </p:cNvPr>
            <p:cNvSpPr txBox="1">
              <a:spLocks noChangeArrowheads="1"/>
            </p:cNvSpPr>
            <p:nvPr/>
          </p:nvSpPr>
          <p:spPr bwMode="auto">
            <a:xfrm>
              <a:off x="5535613" y="1401763"/>
              <a:ext cx="296862" cy="579437"/>
            </a:xfrm>
            <a:prstGeom prst="rect">
              <a:avLst/>
            </a:prstGeom>
            <a:noFill/>
            <a:ln w="9525">
              <a:noFill/>
              <a:miter lim="800000"/>
              <a:headEnd/>
              <a:tailEnd/>
            </a:ln>
          </p:spPr>
          <p:txBody>
            <a:bodyPr wrap="none">
              <a:spAutoFit/>
            </a:bodyPr>
            <a:lstStyle/>
            <a:p>
              <a:pPr>
                <a:defRPr/>
              </a:pPr>
              <a:r>
                <a:rPr lang="en-US" altLang="zh-CN" sz="3200" b="1" i="1">
                  <a:solidFill>
                    <a:srgbClr val="FF3300"/>
                  </a:solidFill>
                  <a:effectLst>
                    <a:outerShdw blurRad="38100" dist="38100" dir="2700000" algn="tl">
                      <a:srgbClr val="C0C0C0"/>
                    </a:outerShdw>
                  </a:effectLst>
                </a:rPr>
                <a:t>i</a:t>
              </a:r>
              <a:endParaRPr lang="en-US" altLang="zh-CN" sz="32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75817" name="Line 41">
              <a:extLst>
                <a:ext uri="{FF2B5EF4-FFF2-40B4-BE49-F238E27FC236}">
                  <a16:creationId xmlns:a16="http://schemas.microsoft.com/office/drawing/2014/main" id="{C71B526C-24F2-952F-63AC-B0674D0CF205}"/>
                </a:ext>
              </a:extLst>
            </p:cNvPr>
            <p:cNvSpPr>
              <a:spLocks noChangeShapeType="1"/>
            </p:cNvSpPr>
            <p:nvPr/>
          </p:nvSpPr>
          <p:spPr bwMode="auto">
            <a:xfrm>
              <a:off x="5680075" y="1905000"/>
              <a:ext cx="76200" cy="38100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0250" name="Rectangle 42" descr="永恒">
              <a:extLst>
                <a:ext uri="{FF2B5EF4-FFF2-40B4-BE49-F238E27FC236}">
                  <a16:creationId xmlns:a16="http://schemas.microsoft.com/office/drawing/2014/main" id="{C4918610-1630-CB18-286A-2D1BD4C1ABD3}"/>
                </a:ext>
              </a:extLst>
            </p:cNvPr>
            <p:cNvSpPr>
              <a:spLocks noChangeArrowheads="1"/>
            </p:cNvSpPr>
            <p:nvPr/>
          </p:nvSpPr>
          <p:spPr bwMode="auto">
            <a:xfrm>
              <a:off x="685800" y="4343400"/>
              <a:ext cx="3276600" cy="533400"/>
            </a:xfrm>
            <a:prstGeom prst="rect">
              <a:avLst/>
            </a:prstGeom>
            <a:blipFill dpi="0" rotWithShape="0">
              <a:blip r:embed="rId4"/>
              <a:srcRect/>
              <a:tile tx="0" ty="0" sx="100000" sy="100000" flip="none" algn="tl"/>
            </a:blipFill>
            <a:ln w="28575">
              <a:solidFill>
                <a:schemeClr val="tx1"/>
              </a:solidFill>
              <a:miter lim="800000"/>
              <a:headEnd/>
              <a:tailEnd/>
            </a:ln>
            <a:effectLst>
              <a:outerShdw dist="107763" dir="2700000" algn="ctr" rotWithShape="0">
                <a:srgbClr val="808080"/>
              </a:outerShdw>
            </a:effectLst>
          </p:spPr>
          <p:txBody>
            <a:bodyPr wrap="none" anchor="ctr"/>
            <a:lstStyle/>
            <a:p>
              <a:pPr algn="ctr">
                <a:defRPr/>
              </a:pPr>
              <a:r>
                <a:rPr lang="en-US" altLang="zh-CN" sz="2800" b="1" dirty="0">
                  <a:solidFill>
                    <a:schemeClr val="tx2"/>
                  </a:solidFill>
                  <a:effectLst>
                    <a:outerShdw blurRad="38100" dist="38100" dir="2700000" algn="tl">
                      <a:srgbClr val="000000"/>
                    </a:outerShdw>
                  </a:effectLst>
                </a:rPr>
                <a:t>21 25 49 25* 16 08</a:t>
              </a:r>
              <a:endParaRPr lang="en-US" altLang="zh-CN" dirty="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75819" name="Line 43">
              <a:extLst>
                <a:ext uri="{FF2B5EF4-FFF2-40B4-BE49-F238E27FC236}">
                  <a16:creationId xmlns:a16="http://schemas.microsoft.com/office/drawing/2014/main" id="{85D2E122-C02B-78EA-6682-162EDDDFA97F}"/>
                </a:ext>
              </a:extLst>
            </p:cNvPr>
            <p:cNvSpPr>
              <a:spLocks noChangeShapeType="1"/>
            </p:cNvSpPr>
            <p:nvPr/>
          </p:nvSpPr>
          <p:spPr bwMode="auto">
            <a:xfrm>
              <a:off x="1219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20" name="Line 44">
              <a:extLst>
                <a:ext uri="{FF2B5EF4-FFF2-40B4-BE49-F238E27FC236}">
                  <a16:creationId xmlns:a16="http://schemas.microsoft.com/office/drawing/2014/main" id="{DD3D83A5-C30A-D09F-FBAD-C85411D99003}"/>
                </a:ext>
              </a:extLst>
            </p:cNvPr>
            <p:cNvSpPr>
              <a:spLocks noChangeShapeType="1"/>
            </p:cNvSpPr>
            <p:nvPr/>
          </p:nvSpPr>
          <p:spPr bwMode="auto">
            <a:xfrm>
              <a:off x="1752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21" name="Line 45">
              <a:extLst>
                <a:ext uri="{FF2B5EF4-FFF2-40B4-BE49-F238E27FC236}">
                  <a16:creationId xmlns:a16="http://schemas.microsoft.com/office/drawing/2014/main" id="{64A5E719-E4B1-5957-82B4-EC48A729009A}"/>
                </a:ext>
              </a:extLst>
            </p:cNvPr>
            <p:cNvSpPr>
              <a:spLocks noChangeShapeType="1"/>
            </p:cNvSpPr>
            <p:nvPr/>
          </p:nvSpPr>
          <p:spPr bwMode="auto">
            <a:xfrm>
              <a:off x="22860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22" name="Line 46">
              <a:extLst>
                <a:ext uri="{FF2B5EF4-FFF2-40B4-BE49-F238E27FC236}">
                  <a16:creationId xmlns:a16="http://schemas.microsoft.com/office/drawing/2014/main" id="{2EF0A29E-9FEF-8126-B451-9D17517722F8}"/>
                </a:ext>
              </a:extLst>
            </p:cNvPr>
            <p:cNvSpPr>
              <a:spLocks noChangeShapeType="1"/>
            </p:cNvSpPr>
            <p:nvPr/>
          </p:nvSpPr>
          <p:spPr bwMode="auto">
            <a:xfrm>
              <a:off x="2895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23" name="Line 47">
              <a:extLst>
                <a:ext uri="{FF2B5EF4-FFF2-40B4-BE49-F238E27FC236}">
                  <a16:creationId xmlns:a16="http://schemas.microsoft.com/office/drawing/2014/main" id="{CC91B881-FFE7-1500-9036-50FC01220A14}"/>
                </a:ext>
              </a:extLst>
            </p:cNvPr>
            <p:cNvSpPr>
              <a:spLocks noChangeShapeType="1"/>
            </p:cNvSpPr>
            <p:nvPr/>
          </p:nvSpPr>
          <p:spPr bwMode="auto">
            <a:xfrm>
              <a:off x="34290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0256" name="Text Box 48">
              <a:extLst>
                <a:ext uri="{FF2B5EF4-FFF2-40B4-BE49-F238E27FC236}">
                  <a16:creationId xmlns:a16="http://schemas.microsoft.com/office/drawing/2014/main" id="{E7B5A854-AAFA-8F15-F77A-74EE7A4A22CA}"/>
                </a:ext>
              </a:extLst>
            </p:cNvPr>
            <p:cNvSpPr txBox="1">
              <a:spLocks noChangeArrowheads="1"/>
            </p:cNvSpPr>
            <p:nvPr/>
          </p:nvSpPr>
          <p:spPr bwMode="auto">
            <a:xfrm>
              <a:off x="962025" y="5029200"/>
              <a:ext cx="2695575" cy="519113"/>
            </a:xfrm>
            <a:prstGeom prst="rect">
              <a:avLst/>
            </a:prstGeom>
            <a:noFill/>
            <a:ln w="9525">
              <a:noFill/>
              <a:miter lim="800000"/>
              <a:headEnd/>
              <a:tailEnd/>
            </a:ln>
          </p:spPr>
          <p:txBody>
            <a:bodyPr wrap="none">
              <a:spAutoFit/>
            </a:bodyPr>
            <a:lstStyle/>
            <a:p>
              <a:pPr>
                <a:defRPr/>
              </a:pPr>
              <a:r>
                <a:rPr lang="zh-CN" altLang="en-US" sz="2800" b="1">
                  <a:effectLst>
                    <a:outerShdw blurRad="38100" dist="38100" dir="2700000" algn="tl">
                      <a:srgbClr val="C0C0C0"/>
                    </a:outerShdw>
                  </a:effectLst>
                  <a:ea typeface="仿宋_GB2312" pitchFamily="49" charset="-122"/>
                </a:rPr>
                <a:t>初始排序码集合</a:t>
              </a:r>
              <a:endParaRPr lang="zh-CN" altLang="en-US">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0257" name="Rectangle 49" descr="永恒">
              <a:extLst>
                <a:ext uri="{FF2B5EF4-FFF2-40B4-BE49-F238E27FC236}">
                  <a16:creationId xmlns:a16="http://schemas.microsoft.com/office/drawing/2014/main" id="{EC213054-11F8-CC0B-0D55-82ED72858DB4}"/>
                </a:ext>
              </a:extLst>
            </p:cNvPr>
            <p:cNvSpPr>
              <a:spLocks noChangeArrowheads="1"/>
            </p:cNvSpPr>
            <p:nvPr/>
          </p:nvSpPr>
          <p:spPr bwMode="auto">
            <a:xfrm>
              <a:off x="4705350" y="4343400"/>
              <a:ext cx="3276600" cy="533400"/>
            </a:xfrm>
            <a:prstGeom prst="rect">
              <a:avLst/>
            </a:prstGeom>
            <a:blipFill dpi="0" rotWithShape="0">
              <a:blip r:embed="rId4"/>
              <a:srcRect/>
              <a:tile tx="0" ty="0" sx="100000" sy="100000" flip="none" algn="tl"/>
            </a:blipFill>
            <a:ln w="28575">
              <a:solidFill>
                <a:schemeClr val="tx1"/>
              </a:solidFill>
              <a:miter lim="800000"/>
              <a:headEnd/>
              <a:tailEnd/>
            </a:ln>
            <a:effectLst>
              <a:outerShdw dist="107763" dir="2700000" algn="ctr" rotWithShape="0">
                <a:srgbClr val="808080"/>
              </a:outerShdw>
            </a:effectLst>
          </p:spPr>
          <p:txBody>
            <a:bodyPr wrap="none" anchor="ctr"/>
            <a:lstStyle/>
            <a:p>
              <a:pPr algn="ctr">
                <a:defRPr/>
              </a:pPr>
              <a:r>
                <a:rPr lang="en-US" altLang="zh-CN" sz="2800" b="1" dirty="0">
                  <a:solidFill>
                    <a:schemeClr val="tx2"/>
                  </a:solidFill>
                  <a:effectLst>
                    <a:outerShdw blurRad="38100" dist="38100" dir="2700000" algn="tl">
                      <a:srgbClr val="000000"/>
                    </a:outerShdw>
                  </a:effectLst>
                </a:rPr>
                <a:t>21 25  49 25* 16 08</a:t>
              </a:r>
              <a:endParaRPr lang="en-US" altLang="zh-CN" dirty="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75826" name="Line 50">
              <a:extLst>
                <a:ext uri="{FF2B5EF4-FFF2-40B4-BE49-F238E27FC236}">
                  <a16:creationId xmlns:a16="http://schemas.microsoft.com/office/drawing/2014/main" id="{07F2657A-E349-B810-DEFE-1FAB92FA6971}"/>
                </a:ext>
              </a:extLst>
            </p:cNvPr>
            <p:cNvSpPr>
              <a:spLocks noChangeShapeType="1"/>
            </p:cNvSpPr>
            <p:nvPr/>
          </p:nvSpPr>
          <p:spPr bwMode="auto">
            <a:xfrm>
              <a:off x="523875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27" name="Line 51">
              <a:extLst>
                <a:ext uri="{FF2B5EF4-FFF2-40B4-BE49-F238E27FC236}">
                  <a16:creationId xmlns:a16="http://schemas.microsoft.com/office/drawing/2014/main" id="{12C0CABD-C765-68AA-A938-84D731630905}"/>
                </a:ext>
              </a:extLst>
            </p:cNvPr>
            <p:cNvSpPr>
              <a:spLocks noChangeShapeType="1"/>
            </p:cNvSpPr>
            <p:nvPr/>
          </p:nvSpPr>
          <p:spPr bwMode="auto">
            <a:xfrm>
              <a:off x="577215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28" name="Line 52">
              <a:extLst>
                <a:ext uri="{FF2B5EF4-FFF2-40B4-BE49-F238E27FC236}">
                  <a16:creationId xmlns:a16="http://schemas.microsoft.com/office/drawing/2014/main" id="{D599A9F9-7C9A-F121-15DA-855E94D91526}"/>
                </a:ext>
              </a:extLst>
            </p:cNvPr>
            <p:cNvSpPr>
              <a:spLocks noChangeShapeType="1"/>
            </p:cNvSpPr>
            <p:nvPr/>
          </p:nvSpPr>
          <p:spPr bwMode="auto">
            <a:xfrm>
              <a:off x="630555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29" name="Line 53">
              <a:extLst>
                <a:ext uri="{FF2B5EF4-FFF2-40B4-BE49-F238E27FC236}">
                  <a16:creationId xmlns:a16="http://schemas.microsoft.com/office/drawing/2014/main" id="{81475EB3-A63C-49D4-C7F9-D02772CA4C89}"/>
                </a:ext>
              </a:extLst>
            </p:cNvPr>
            <p:cNvSpPr>
              <a:spLocks noChangeShapeType="1"/>
            </p:cNvSpPr>
            <p:nvPr/>
          </p:nvSpPr>
          <p:spPr bwMode="auto">
            <a:xfrm>
              <a:off x="691515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830" name="Line 54">
              <a:extLst>
                <a:ext uri="{FF2B5EF4-FFF2-40B4-BE49-F238E27FC236}">
                  <a16:creationId xmlns:a16="http://schemas.microsoft.com/office/drawing/2014/main" id="{C9E196B7-ECDC-62E1-565A-51CFF0E1A9B6}"/>
                </a:ext>
              </a:extLst>
            </p:cNvPr>
            <p:cNvSpPr>
              <a:spLocks noChangeShapeType="1"/>
            </p:cNvSpPr>
            <p:nvPr/>
          </p:nvSpPr>
          <p:spPr bwMode="auto">
            <a:xfrm>
              <a:off x="744855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0263" name="Text Box 55">
              <a:extLst>
                <a:ext uri="{FF2B5EF4-FFF2-40B4-BE49-F238E27FC236}">
                  <a16:creationId xmlns:a16="http://schemas.microsoft.com/office/drawing/2014/main" id="{0CDF849D-3AE6-08B8-B745-B07008261F84}"/>
                </a:ext>
              </a:extLst>
            </p:cNvPr>
            <p:cNvSpPr txBox="1">
              <a:spLocks noChangeArrowheads="1"/>
            </p:cNvSpPr>
            <p:nvPr/>
          </p:nvSpPr>
          <p:spPr bwMode="auto">
            <a:xfrm>
              <a:off x="4918075" y="5043488"/>
              <a:ext cx="3082925" cy="519112"/>
            </a:xfrm>
            <a:prstGeom prst="rect">
              <a:avLst/>
            </a:prstGeom>
            <a:noFill/>
            <a:ln w="9525">
              <a:noFill/>
              <a:miter lim="800000"/>
              <a:headEnd/>
              <a:tailEnd/>
            </a:ln>
          </p:spPr>
          <p:txBody>
            <a:bodyPr wrap="none">
              <a:spAutoFit/>
            </a:bodyPr>
            <a:lstStyle/>
            <a:p>
              <a:pPr>
                <a:defRPr/>
              </a:pPr>
              <a:r>
                <a:rPr lang="en-US" altLang="zh-CN" sz="2800" b="1" i="1">
                  <a:effectLst>
                    <a:outerShdw blurRad="38100" dist="38100" dir="2700000" algn="tl">
                      <a:srgbClr val="C0C0C0"/>
                    </a:outerShdw>
                  </a:effectLst>
                  <a:ea typeface="仿宋_GB2312" pitchFamily="49" charset="-122"/>
                </a:rPr>
                <a:t>i</a:t>
              </a:r>
              <a:r>
                <a:rPr lang="en-US" altLang="zh-CN" sz="2800" b="1">
                  <a:effectLst>
                    <a:outerShdw blurRad="38100" dist="38100" dir="2700000" algn="tl">
                      <a:srgbClr val="C0C0C0"/>
                    </a:outerShdw>
                  </a:effectLst>
                  <a:ea typeface="仿宋_GB2312" pitchFamily="49" charset="-122"/>
                </a:rPr>
                <a:t> = 2 </a:t>
              </a:r>
              <a:r>
                <a:rPr lang="zh-CN" altLang="en-US" sz="2800" b="1">
                  <a:effectLst>
                    <a:outerShdw blurRad="38100" dist="38100" dir="2700000" algn="tl">
                      <a:srgbClr val="C0C0C0"/>
                    </a:outerShdw>
                  </a:effectLst>
                  <a:ea typeface="仿宋_GB2312" pitchFamily="49" charset="-122"/>
                </a:rPr>
                <a:t>时的局部调整</a:t>
              </a:r>
              <a:endParaRPr lang="zh-CN" altLang="en-US">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grpSp>
      <p:sp>
        <p:nvSpPr>
          <p:cNvPr id="2" name="标题 1">
            <a:extLst>
              <a:ext uri="{FF2B5EF4-FFF2-40B4-BE49-F238E27FC236}">
                <a16:creationId xmlns:a16="http://schemas.microsoft.com/office/drawing/2014/main" id="{E21E75AD-C783-42AB-B216-E875700DE8F2}"/>
              </a:ext>
            </a:extLst>
          </p:cNvPr>
          <p:cNvSpPr>
            <a:spLocks noGrp="1"/>
          </p:cNvSpPr>
          <p:nvPr>
            <p:ph type="title"/>
          </p:nvPr>
        </p:nvSpPr>
        <p:spPr/>
        <p:txBody>
          <a:bodyPr/>
          <a:lstStyle/>
          <a:p>
            <a:r>
              <a:rPr lang="zh-CN" altLang="en-US" dirty="0"/>
              <a:t>建立初始的最大堆</a:t>
            </a:r>
          </a:p>
        </p:txBody>
      </p:sp>
      <p:sp>
        <p:nvSpPr>
          <p:cNvPr id="4" name="灯片编号占位符 3">
            <a:extLst>
              <a:ext uri="{FF2B5EF4-FFF2-40B4-BE49-F238E27FC236}">
                <a16:creationId xmlns:a16="http://schemas.microsoft.com/office/drawing/2014/main" id="{E6839F30-EA75-11D5-21CC-49E57D605AE2}"/>
              </a:ext>
            </a:extLst>
          </p:cNvPr>
          <p:cNvSpPr>
            <a:spLocks noGrp="1"/>
          </p:cNvSpPr>
          <p:nvPr>
            <p:ph type="sldNum" sz="quarter" idx="12"/>
          </p:nvPr>
        </p:nvSpPr>
        <p:spPr/>
        <p:txBody>
          <a:bodyPr/>
          <a:lstStyle/>
          <a:p>
            <a:pPr>
              <a:defRPr/>
            </a:pPr>
            <a:fld id="{9BDB78BB-1998-4591-9984-25E32120A030}" type="slidenum">
              <a:rPr lang="en-US" altLang="zh-CN" smtClean="0"/>
              <a:pPr>
                <a:defRPr/>
              </a:pPr>
              <a:t>53</a:t>
            </a:fld>
            <a:endParaRPr lang="en-US" altLang="zh-CN"/>
          </a:p>
        </p:txBody>
      </p:sp>
    </p:spTree>
  </p:cSld>
  <p:clrMapOvr>
    <a:masterClrMapping/>
  </p:clrMapOvr>
  <p:transition>
    <p:spli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Line 2">
            <a:extLst>
              <a:ext uri="{FF2B5EF4-FFF2-40B4-BE49-F238E27FC236}">
                <a16:creationId xmlns:a16="http://schemas.microsoft.com/office/drawing/2014/main" id="{9D65521B-78D3-FB02-16F6-920E2AAD3868}"/>
              </a:ext>
            </a:extLst>
          </p:cNvPr>
          <p:cNvSpPr>
            <a:spLocks noChangeShapeType="1"/>
          </p:cNvSpPr>
          <p:nvPr/>
        </p:nvSpPr>
        <p:spPr bwMode="auto">
          <a:xfrm flipH="1">
            <a:off x="7391400" y="2743200"/>
            <a:ext cx="228600" cy="5334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3" name="Line 3">
            <a:extLst>
              <a:ext uri="{FF2B5EF4-FFF2-40B4-BE49-F238E27FC236}">
                <a16:creationId xmlns:a16="http://schemas.microsoft.com/office/drawing/2014/main" id="{922B4D43-9761-E08B-B1D4-758D327DA522}"/>
              </a:ext>
            </a:extLst>
          </p:cNvPr>
          <p:cNvSpPr>
            <a:spLocks noChangeShapeType="1"/>
          </p:cNvSpPr>
          <p:nvPr/>
        </p:nvSpPr>
        <p:spPr bwMode="auto">
          <a:xfrm>
            <a:off x="7010400" y="1828800"/>
            <a:ext cx="609600" cy="762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4" name="Line 4">
            <a:extLst>
              <a:ext uri="{FF2B5EF4-FFF2-40B4-BE49-F238E27FC236}">
                <a16:creationId xmlns:a16="http://schemas.microsoft.com/office/drawing/2014/main" id="{68554355-E2E0-12A7-5AA7-0D40DDE9589E}"/>
              </a:ext>
            </a:extLst>
          </p:cNvPr>
          <p:cNvSpPr>
            <a:spLocks noChangeShapeType="1"/>
          </p:cNvSpPr>
          <p:nvPr/>
        </p:nvSpPr>
        <p:spPr bwMode="auto">
          <a:xfrm>
            <a:off x="6324600" y="2743200"/>
            <a:ext cx="152400" cy="4572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5" name="Line 5">
            <a:extLst>
              <a:ext uri="{FF2B5EF4-FFF2-40B4-BE49-F238E27FC236}">
                <a16:creationId xmlns:a16="http://schemas.microsoft.com/office/drawing/2014/main" id="{AE7816ED-20C2-FC67-3237-06CFF436D875}"/>
              </a:ext>
            </a:extLst>
          </p:cNvPr>
          <p:cNvSpPr>
            <a:spLocks noChangeShapeType="1"/>
          </p:cNvSpPr>
          <p:nvPr/>
        </p:nvSpPr>
        <p:spPr bwMode="auto">
          <a:xfrm flipH="1">
            <a:off x="5562600" y="1828800"/>
            <a:ext cx="1219200" cy="1524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6" name="Line 6">
            <a:extLst>
              <a:ext uri="{FF2B5EF4-FFF2-40B4-BE49-F238E27FC236}">
                <a16:creationId xmlns:a16="http://schemas.microsoft.com/office/drawing/2014/main" id="{237EB2A1-AD59-4511-021D-FDD663717E20}"/>
              </a:ext>
            </a:extLst>
          </p:cNvPr>
          <p:cNvSpPr>
            <a:spLocks noChangeShapeType="1"/>
          </p:cNvSpPr>
          <p:nvPr/>
        </p:nvSpPr>
        <p:spPr bwMode="auto">
          <a:xfrm flipH="1">
            <a:off x="3352800" y="2743200"/>
            <a:ext cx="228600" cy="5334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7" name="Line 7">
            <a:extLst>
              <a:ext uri="{FF2B5EF4-FFF2-40B4-BE49-F238E27FC236}">
                <a16:creationId xmlns:a16="http://schemas.microsoft.com/office/drawing/2014/main" id="{2E37D4F6-F9BB-9AA7-536F-69A49E93F577}"/>
              </a:ext>
            </a:extLst>
          </p:cNvPr>
          <p:cNvSpPr>
            <a:spLocks noChangeShapeType="1"/>
          </p:cNvSpPr>
          <p:nvPr/>
        </p:nvSpPr>
        <p:spPr bwMode="auto">
          <a:xfrm>
            <a:off x="2286000" y="2743200"/>
            <a:ext cx="152400" cy="4572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8" name="Line 8">
            <a:extLst>
              <a:ext uri="{FF2B5EF4-FFF2-40B4-BE49-F238E27FC236}">
                <a16:creationId xmlns:a16="http://schemas.microsoft.com/office/drawing/2014/main" id="{BA9B7F30-7C2D-757A-DC66-6FA9BC9D77D4}"/>
              </a:ext>
            </a:extLst>
          </p:cNvPr>
          <p:cNvSpPr>
            <a:spLocks noChangeShapeType="1"/>
          </p:cNvSpPr>
          <p:nvPr/>
        </p:nvSpPr>
        <p:spPr bwMode="auto">
          <a:xfrm>
            <a:off x="3124200" y="1828800"/>
            <a:ext cx="609600" cy="762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9" name="Line 9">
            <a:extLst>
              <a:ext uri="{FF2B5EF4-FFF2-40B4-BE49-F238E27FC236}">
                <a16:creationId xmlns:a16="http://schemas.microsoft.com/office/drawing/2014/main" id="{E9BCEB44-E620-5C3D-DA58-D9B43074E401}"/>
              </a:ext>
            </a:extLst>
          </p:cNvPr>
          <p:cNvSpPr>
            <a:spLocks noChangeShapeType="1"/>
          </p:cNvSpPr>
          <p:nvPr/>
        </p:nvSpPr>
        <p:spPr bwMode="auto">
          <a:xfrm flipH="1">
            <a:off x="1524000" y="1828800"/>
            <a:ext cx="1219200" cy="1524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6810" name="Object 1024">
            <a:extLst>
              <a:ext uri="{FF2B5EF4-FFF2-40B4-BE49-F238E27FC236}">
                <a16:creationId xmlns:a16="http://schemas.microsoft.com/office/drawing/2014/main" id="{696C45A6-9405-5056-8540-DBAC575B97EC}"/>
              </a:ext>
            </a:extLst>
          </p:cNvPr>
          <p:cNvGraphicFramePr>
            <a:graphicFrameLocks noChangeAspect="1"/>
          </p:cNvGraphicFramePr>
          <p:nvPr/>
        </p:nvGraphicFramePr>
        <p:xfrm>
          <a:off x="10082213" y="1092200"/>
          <a:ext cx="827087" cy="4445000"/>
        </p:xfrm>
        <a:graphic>
          <a:graphicData uri="http://schemas.openxmlformats.org/presentationml/2006/ole">
            <mc:AlternateContent xmlns:mc="http://schemas.openxmlformats.org/markup-compatibility/2006">
              <mc:Choice xmlns:v="urn:schemas-microsoft-com:vml" Requires="v">
                <p:oleObj name="Document" r:id="rId3" imgW="828675" imgH="4448175" progId="Word.Document.8">
                  <p:embed/>
                </p:oleObj>
              </mc:Choice>
              <mc:Fallback>
                <p:oleObj name="Document" r:id="rId3" imgW="828675" imgH="4448175" progId="Word.Document.8">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82213" y="1092200"/>
                        <a:ext cx="827087" cy="444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1243" name="Oval 11">
            <a:extLst>
              <a:ext uri="{FF2B5EF4-FFF2-40B4-BE49-F238E27FC236}">
                <a16:creationId xmlns:a16="http://schemas.microsoft.com/office/drawing/2014/main" id="{64B742AA-95CB-6E4D-B356-F9F02EAE31FB}"/>
              </a:ext>
            </a:extLst>
          </p:cNvPr>
          <p:cNvSpPr>
            <a:spLocks noChangeArrowheads="1"/>
          </p:cNvSpPr>
          <p:nvPr/>
        </p:nvSpPr>
        <p:spPr bwMode="auto">
          <a:xfrm>
            <a:off x="2667000" y="14478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21</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1244" name="Oval 12">
            <a:extLst>
              <a:ext uri="{FF2B5EF4-FFF2-40B4-BE49-F238E27FC236}">
                <a16:creationId xmlns:a16="http://schemas.microsoft.com/office/drawing/2014/main" id="{2D28B6BF-9F15-C709-48FD-23C6428E9219}"/>
              </a:ext>
            </a:extLst>
          </p:cNvPr>
          <p:cNvSpPr>
            <a:spLocks noChangeArrowheads="1"/>
          </p:cNvSpPr>
          <p:nvPr/>
        </p:nvSpPr>
        <p:spPr bwMode="auto">
          <a:xfrm>
            <a:off x="19050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1245" name="Oval 13">
            <a:extLst>
              <a:ext uri="{FF2B5EF4-FFF2-40B4-BE49-F238E27FC236}">
                <a16:creationId xmlns:a16="http://schemas.microsoft.com/office/drawing/2014/main" id="{61696C15-8A5A-DECC-31FC-49A4656C8F36}"/>
              </a:ext>
            </a:extLst>
          </p:cNvPr>
          <p:cNvSpPr>
            <a:spLocks noChangeArrowheads="1"/>
          </p:cNvSpPr>
          <p:nvPr/>
        </p:nvSpPr>
        <p:spPr bwMode="auto">
          <a:xfrm>
            <a:off x="11430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1246" name="Oval 14">
            <a:extLst>
              <a:ext uri="{FF2B5EF4-FFF2-40B4-BE49-F238E27FC236}">
                <a16:creationId xmlns:a16="http://schemas.microsoft.com/office/drawing/2014/main" id="{94105C3E-4357-6114-8837-67F8DBFF66BE}"/>
              </a:ext>
            </a:extLst>
          </p:cNvPr>
          <p:cNvSpPr>
            <a:spLocks noChangeArrowheads="1"/>
          </p:cNvSpPr>
          <p:nvPr/>
        </p:nvSpPr>
        <p:spPr bwMode="auto">
          <a:xfrm>
            <a:off x="34290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49</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1247" name="Oval 15">
            <a:extLst>
              <a:ext uri="{FF2B5EF4-FFF2-40B4-BE49-F238E27FC236}">
                <a16:creationId xmlns:a16="http://schemas.microsoft.com/office/drawing/2014/main" id="{F4604832-BDC2-D1F1-6B24-902B0CE46CD8}"/>
              </a:ext>
            </a:extLst>
          </p:cNvPr>
          <p:cNvSpPr>
            <a:spLocks noChangeArrowheads="1"/>
          </p:cNvSpPr>
          <p:nvPr/>
        </p:nvSpPr>
        <p:spPr bwMode="auto">
          <a:xfrm>
            <a:off x="22098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16</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1248" name="Oval 16">
            <a:extLst>
              <a:ext uri="{FF2B5EF4-FFF2-40B4-BE49-F238E27FC236}">
                <a16:creationId xmlns:a16="http://schemas.microsoft.com/office/drawing/2014/main" id="{5674D06C-DBEA-AB6F-349E-95A0A314646C}"/>
              </a:ext>
            </a:extLst>
          </p:cNvPr>
          <p:cNvSpPr>
            <a:spLocks noChangeArrowheads="1"/>
          </p:cNvSpPr>
          <p:nvPr/>
        </p:nvSpPr>
        <p:spPr bwMode="auto">
          <a:xfrm>
            <a:off x="30480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08</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1249" name="Text Box 17">
            <a:extLst>
              <a:ext uri="{FF2B5EF4-FFF2-40B4-BE49-F238E27FC236}">
                <a16:creationId xmlns:a16="http://schemas.microsoft.com/office/drawing/2014/main" id="{BC8CA321-AE21-2628-0E60-A0187DF3C842}"/>
              </a:ext>
            </a:extLst>
          </p:cNvPr>
          <p:cNvSpPr txBox="1">
            <a:spLocks noChangeArrowheads="1"/>
          </p:cNvSpPr>
          <p:nvPr/>
        </p:nvSpPr>
        <p:spPr bwMode="auto">
          <a:xfrm>
            <a:off x="2457450" y="1081088"/>
            <a:ext cx="361950" cy="519112"/>
          </a:xfrm>
          <a:prstGeom prst="rect">
            <a:avLst/>
          </a:prstGeom>
          <a:noFill/>
          <a:ln w="9525">
            <a:noFill/>
            <a:miter lim="800000"/>
            <a:headEnd/>
            <a:tailEnd/>
          </a:ln>
        </p:spPr>
        <p:txBody>
          <a:bodyPr wrap="none">
            <a:spAutoFit/>
          </a:bodyPr>
          <a:lstStyle/>
          <a:p>
            <a:pPr>
              <a:defRPr/>
            </a:pPr>
            <a:r>
              <a:rPr lang="en-US" altLang="zh-CN" sz="2800" b="1"/>
              <a:t>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1250" name="Text Box 18">
            <a:extLst>
              <a:ext uri="{FF2B5EF4-FFF2-40B4-BE49-F238E27FC236}">
                <a16:creationId xmlns:a16="http://schemas.microsoft.com/office/drawing/2014/main" id="{596FA225-A2B5-CDBC-747E-ED17143F6707}"/>
              </a:ext>
            </a:extLst>
          </p:cNvPr>
          <p:cNvSpPr txBox="1">
            <a:spLocks noChangeArrowheads="1"/>
          </p:cNvSpPr>
          <p:nvPr/>
        </p:nvSpPr>
        <p:spPr bwMode="auto">
          <a:xfrm>
            <a:off x="1771650" y="1828800"/>
            <a:ext cx="361950" cy="519113"/>
          </a:xfrm>
          <a:prstGeom prst="rect">
            <a:avLst/>
          </a:prstGeom>
          <a:noFill/>
          <a:ln w="9525">
            <a:noFill/>
            <a:miter lim="800000"/>
            <a:headEnd/>
            <a:tailEnd/>
          </a:ln>
        </p:spPr>
        <p:txBody>
          <a:bodyPr wrap="none">
            <a:spAutoFit/>
          </a:bodyPr>
          <a:lstStyle/>
          <a:p>
            <a:pPr>
              <a:defRPr/>
            </a:pPr>
            <a:r>
              <a:rPr lang="en-US" altLang="zh-CN" sz="2800" b="1"/>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1251" name="Text Box 19">
            <a:extLst>
              <a:ext uri="{FF2B5EF4-FFF2-40B4-BE49-F238E27FC236}">
                <a16:creationId xmlns:a16="http://schemas.microsoft.com/office/drawing/2014/main" id="{01F2BEF1-C921-D1EF-692C-24E48164CB31}"/>
              </a:ext>
            </a:extLst>
          </p:cNvPr>
          <p:cNvSpPr txBox="1">
            <a:spLocks noChangeArrowheads="1"/>
          </p:cNvSpPr>
          <p:nvPr/>
        </p:nvSpPr>
        <p:spPr bwMode="auto">
          <a:xfrm>
            <a:off x="3905250" y="1981200"/>
            <a:ext cx="361950" cy="519113"/>
          </a:xfrm>
          <a:prstGeom prst="rect">
            <a:avLst/>
          </a:prstGeom>
          <a:noFill/>
          <a:ln w="9525">
            <a:noFill/>
            <a:miter lim="800000"/>
            <a:headEnd/>
            <a:tailEnd/>
          </a:ln>
        </p:spPr>
        <p:txBody>
          <a:bodyPr wrap="none">
            <a:spAutoFit/>
          </a:bodyPr>
          <a:lstStyle/>
          <a:p>
            <a:pPr>
              <a:defRPr/>
            </a:pPr>
            <a:r>
              <a:rPr lang="en-US" altLang="zh-CN" sz="2800" b="1"/>
              <a:t>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1252" name="Text Box 20">
            <a:extLst>
              <a:ext uri="{FF2B5EF4-FFF2-40B4-BE49-F238E27FC236}">
                <a16:creationId xmlns:a16="http://schemas.microsoft.com/office/drawing/2014/main" id="{43BA4230-D5F0-7DFF-328A-8BBAF58FECDA}"/>
              </a:ext>
            </a:extLst>
          </p:cNvPr>
          <p:cNvSpPr txBox="1">
            <a:spLocks noChangeArrowheads="1"/>
          </p:cNvSpPr>
          <p:nvPr/>
        </p:nvSpPr>
        <p:spPr bwMode="auto">
          <a:xfrm>
            <a:off x="1066800" y="2757488"/>
            <a:ext cx="361950" cy="519112"/>
          </a:xfrm>
          <a:prstGeom prst="rect">
            <a:avLst/>
          </a:prstGeom>
          <a:noFill/>
          <a:ln w="9525">
            <a:noFill/>
            <a:miter lim="800000"/>
            <a:headEnd/>
            <a:tailEnd/>
          </a:ln>
        </p:spPr>
        <p:txBody>
          <a:bodyPr wrap="none">
            <a:spAutoFit/>
          </a:bodyPr>
          <a:lstStyle/>
          <a:p>
            <a:pPr>
              <a:defRPr/>
            </a:pPr>
            <a:r>
              <a:rPr lang="en-US" altLang="zh-CN" sz="2800" b="1"/>
              <a:t>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1253" name="Text Box 21">
            <a:extLst>
              <a:ext uri="{FF2B5EF4-FFF2-40B4-BE49-F238E27FC236}">
                <a16:creationId xmlns:a16="http://schemas.microsoft.com/office/drawing/2014/main" id="{136A713B-7A1F-3A7A-5340-A57E9B528B4C}"/>
              </a:ext>
            </a:extLst>
          </p:cNvPr>
          <p:cNvSpPr txBox="1">
            <a:spLocks noChangeArrowheads="1"/>
          </p:cNvSpPr>
          <p:nvPr/>
        </p:nvSpPr>
        <p:spPr bwMode="auto">
          <a:xfrm>
            <a:off x="2438400" y="2757488"/>
            <a:ext cx="361950" cy="519112"/>
          </a:xfrm>
          <a:prstGeom prst="rect">
            <a:avLst/>
          </a:prstGeom>
          <a:noFill/>
          <a:ln w="9525">
            <a:noFill/>
            <a:miter lim="800000"/>
            <a:headEnd/>
            <a:tailEnd/>
          </a:ln>
        </p:spPr>
        <p:txBody>
          <a:bodyPr wrap="none">
            <a:spAutoFit/>
          </a:bodyPr>
          <a:lstStyle/>
          <a:p>
            <a:pPr>
              <a:defRPr/>
            </a:pPr>
            <a:r>
              <a:rPr lang="en-US" altLang="zh-CN" sz="2800" b="1"/>
              <a:t>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1254" name="Text Box 22">
            <a:extLst>
              <a:ext uri="{FF2B5EF4-FFF2-40B4-BE49-F238E27FC236}">
                <a16:creationId xmlns:a16="http://schemas.microsoft.com/office/drawing/2014/main" id="{A199C222-C2EF-7A71-F1AF-14CBF523E436}"/>
              </a:ext>
            </a:extLst>
          </p:cNvPr>
          <p:cNvSpPr txBox="1">
            <a:spLocks noChangeArrowheads="1"/>
          </p:cNvSpPr>
          <p:nvPr/>
        </p:nvSpPr>
        <p:spPr bwMode="auto">
          <a:xfrm>
            <a:off x="2990850" y="2757488"/>
            <a:ext cx="361950" cy="519112"/>
          </a:xfrm>
          <a:prstGeom prst="rect">
            <a:avLst/>
          </a:prstGeom>
          <a:noFill/>
          <a:ln w="9525">
            <a:noFill/>
            <a:miter lim="800000"/>
            <a:headEnd/>
            <a:tailEnd/>
          </a:ln>
        </p:spPr>
        <p:txBody>
          <a:bodyPr wrap="none">
            <a:spAutoFit/>
          </a:bodyPr>
          <a:lstStyle/>
          <a:p>
            <a:pPr>
              <a:defRPr/>
            </a:pPr>
            <a:r>
              <a:rPr lang="en-US" altLang="zh-CN" sz="2800" b="1"/>
              <a:t>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76823" name="Line 23">
            <a:extLst>
              <a:ext uri="{FF2B5EF4-FFF2-40B4-BE49-F238E27FC236}">
                <a16:creationId xmlns:a16="http://schemas.microsoft.com/office/drawing/2014/main" id="{91F8B8CA-5A57-B2A0-1D10-83EB9A2595D5}"/>
              </a:ext>
            </a:extLst>
          </p:cNvPr>
          <p:cNvSpPr>
            <a:spLocks noChangeShapeType="1"/>
          </p:cNvSpPr>
          <p:nvPr/>
        </p:nvSpPr>
        <p:spPr bwMode="auto">
          <a:xfrm flipH="1">
            <a:off x="3048000" y="1066800"/>
            <a:ext cx="228600" cy="3810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1256" name="Text Box 24">
            <a:extLst>
              <a:ext uri="{FF2B5EF4-FFF2-40B4-BE49-F238E27FC236}">
                <a16:creationId xmlns:a16="http://schemas.microsoft.com/office/drawing/2014/main" id="{FF9B1162-AAE8-2328-7ECA-26D37A4E7145}"/>
              </a:ext>
            </a:extLst>
          </p:cNvPr>
          <p:cNvSpPr txBox="1">
            <a:spLocks noChangeArrowheads="1"/>
          </p:cNvSpPr>
          <p:nvPr/>
        </p:nvSpPr>
        <p:spPr bwMode="auto">
          <a:xfrm>
            <a:off x="3200400" y="563563"/>
            <a:ext cx="296863" cy="579437"/>
          </a:xfrm>
          <a:prstGeom prst="rect">
            <a:avLst/>
          </a:prstGeom>
          <a:noFill/>
          <a:ln w="9525">
            <a:noFill/>
            <a:miter lim="800000"/>
            <a:headEnd/>
            <a:tailEnd/>
          </a:ln>
        </p:spPr>
        <p:txBody>
          <a:bodyPr wrap="none">
            <a:spAutoFit/>
          </a:bodyPr>
          <a:lstStyle/>
          <a:p>
            <a:pPr>
              <a:defRPr/>
            </a:pPr>
            <a:r>
              <a:rPr lang="en-US" altLang="zh-CN" sz="3200" b="1" i="1">
                <a:solidFill>
                  <a:srgbClr val="FF3300"/>
                </a:solidFill>
                <a:effectLst>
                  <a:outerShdw blurRad="38100" dist="38100" dir="2700000" algn="tl">
                    <a:srgbClr val="C0C0C0"/>
                  </a:outerShdw>
                </a:effectLst>
              </a:rPr>
              <a:t>i</a:t>
            </a:r>
            <a:endParaRPr lang="en-US" altLang="zh-CN" sz="32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76825" name="AutoShape 25">
            <a:extLst>
              <a:ext uri="{FF2B5EF4-FFF2-40B4-BE49-F238E27FC236}">
                <a16:creationId xmlns:a16="http://schemas.microsoft.com/office/drawing/2014/main" id="{7ADDB014-80DB-C677-B9C4-9A3AEEFD4660}"/>
              </a:ext>
            </a:extLst>
          </p:cNvPr>
          <p:cNvSpPr>
            <a:spLocks noChangeArrowheads="1"/>
          </p:cNvSpPr>
          <p:nvPr/>
        </p:nvSpPr>
        <p:spPr bwMode="auto">
          <a:xfrm>
            <a:off x="42672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51258" name="Oval 26">
            <a:extLst>
              <a:ext uri="{FF2B5EF4-FFF2-40B4-BE49-F238E27FC236}">
                <a16:creationId xmlns:a16="http://schemas.microsoft.com/office/drawing/2014/main" id="{A055D966-BE59-E84D-E774-C4459B1ABBD8}"/>
              </a:ext>
            </a:extLst>
          </p:cNvPr>
          <p:cNvSpPr>
            <a:spLocks noChangeArrowheads="1"/>
          </p:cNvSpPr>
          <p:nvPr/>
        </p:nvSpPr>
        <p:spPr bwMode="auto">
          <a:xfrm>
            <a:off x="6629400" y="14478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49</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1259" name="Oval 27">
            <a:extLst>
              <a:ext uri="{FF2B5EF4-FFF2-40B4-BE49-F238E27FC236}">
                <a16:creationId xmlns:a16="http://schemas.microsoft.com/office/drawing/2014/main" id="{33C130E9-EBB5-BC92-8CB5-69A53ED6E76C}"/>
              </a:ext>
            </a:extLst>
          </p:cNvPr>
          <p:cNvSpPr>
            <a:spLocks noChangeArrowheads="1"/>
          </p:cNvSpPr>
          <p:nvPr/>
        </p:nvSpPr>
        <p:spPr bwMode="auto">
          <a:xfrm>
            <a:off x="59436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1260" name="Oval 28">
            <a:extLst>
              <a:ext uri="{FF2B5EF4-FFF2-40B4-BE49-F238E27FC236}">
                <a16:creationId xmlns:a16="http://schemas.microsoft.com/office/drawing/2014/main" id="{E3202DE9-A896-6AFC-A4B9-DDB179B0BF76}"/>
              </a:ext>
            </a:extLst>
          </p:cNvPr>
          <p:cNvSpPr>
            <a:spLocks noChangeArrowheads="1"/>
          </p:cNvSpPr>
          <p:nvPr/>
        </p:nvSpPr>
        <p:spPr bwMode="auto">
          <a:xfrm>
            <a:off x="51816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b="1">
                <a:solidFill>
                  <a:srgbClr val="FFFFCC"/>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1261" name="Oval 29">
            <a:extLst>
              <a:ext uri="{FF2B5EF4-FFF2-40B4-BE49-F238E27FC236}">
                <a16:creationId xmlns:a16="http://schemas.microsoft.com/office/drawing/2014/main" id="{662FB8EF-1143-D6EE-071F-7690CD3BA734}"/>
              </a:ext>
            </a:extLst>
          </p:cNvPr>
          <p:cNvSpPr>
            <a:spLocks noChangeArrowheads="1"/>
          </p:cNvSpPr>
          <p:nvPr/>
        </p:nvSpPr>
        <p:spPr bwMode="auto">
          <a:xfrm>
            <a:off x="62484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16</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1262" name="Oval 30">
            <a:extLst>
              <a:ext uri="{FF2B5EF4-FFF2-40B4-BE49-F238E27FC236}">
                <a16:creationId xmlns:a16="http://schemas.microsoft.com/office/drawing/2014/main" id="{8A44F35B-3939-8108-13FE-FBDB8DE56AF0}"/>
              </a:ext>
            </a:extLst>
          </p:cNvPr>
          <p:cNvSpPr>
            <a:spLocks noChangeArrowheads="1"/>
          </p:cNvSpPr>
          <p:nvPr/>
        </p:nvSpPr>
        <p:spPr bwMode="auto">
          <a:xfrm>
            <a:off x="73914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21</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1263" name="Oval 31">
            <a:extLst>
              <a:ext uri="{FF2B5EF4-FFF2-40B4-BE49-F238E27FC236}">
                <a16:creationId xmlns:a16="http://schemas.microsoft.com/office/drawing/2014/main" id="{16779BB3-CEBA-0A45-ADB1-1C89ADF413A1}"/>
              </a:ext>
            </a:extLst>
          </p:cNvPr>
          <p:cNvSpPr>
            <a:spLocks noChangeArrowheads="1"/>
          </p:cNvSpPr>
          <p:nvPr/>
        </p:nvSpPr>
        <p:spPr bwMode="auto">
          <a:xfrm>
            <a:off x="70866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rgbClr val="FFFFCC"/>
                </a:solidFill>
                <a:effectLst>
                  <a:outerShdw blurRad="38100" dist="38100" dir="2700000" algn="tl">
                    <a:srgbClr val="000000"/>
                  </a:outerShdw>
                </a:effectLst>
              </a:rPr>
              <a:t>08</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1264" name="Text Box 32">
            <a:extLst>
              <a:ext uri="{FF2B5EF4-FFF2-40B4-BE49-F238E27FC236}">
                <a16:creationId xmlns:a16="http://schemas.microsoft.com/office/drawing/2014/main" id="{8D9E19EC-4CA7-D197-05EC-CF92E24AEBAF}"/>
              </a:ext>
            </a:extLst>
          </p:cNvPr>
          <p:cNvSpPr txBox="1">
            <a:spLocks noChangeArrowheads="1"/>
          </p:cNvSpPr>
          <p:nvPr/>
        </p:nvSpPr>
        <p:spPr bwMode="auto">
          <a:xfrm>
            <a:off x="6496050" y="1066800"/>
            <a:ext cx="361950" cy="519113"/>
          </a:xfrm>
          <a:prstGeom prst="rect">
            <a:avLst/>
          </a:prstGeom>
          <a:noFill/>
          <a:ln w="9525">
            <a:noFill/>
            <a:miter lim="800000"/>
            <a:headEnd/>
            <a:tailEnd/>
          </a:ln>
        </p:spPr>
        <p:txBody>
          <a:bodyPr wrap="none">
            <a:spAutoFit/>
          </a:bodyPr>
          <a:lstStyle/>
          <a:p>
            <a:pPr>
              <a:defRPr/>
            </a:pPr>
            <a:r>
              <a:rPr lang="en-US" altLang="zh-CN" sz="2800" b="1"/>
              <a:t>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1265" name="Text Box 33">
            <a:extLst>
              <a:ext uri="{FF2B5EF4-FFF2-40B4-BE49-F238E27FC236}">
                <a16:creationId xmlns:a16="http://schemas.microsoft.com/office/drawing/2014/main" id="{7B083D0A-7CB0-321D-A7D1-6C8ED52A5B08}"/>
              </a:ext>
            </a:extLst>
          </p:cNvPr>
          <p:cNvSpPr txBox="1">
            <a:spLocks noChangeArrowheads="1"/>
          </p:cNvSpPr>
          <p:nvPr/>
        </p:nvSpPr>
        <p:spPr bwMode="auto">
          <a:xfrm>
            <a:off x="7867650" y="2057400"/>
            <a:ext cx="361950" cy="519113"/>
          </a:xfrm>
          <a:prstGeom prst="rect">
            <a:avLst/>
          </a:prstGeom>
          <a:noFill/>
          <a:ln w="9525">
            <a:noFill/>
            <a:miter lim="800000"/>
            <a:headEnd/>
            <a:tailEnd/>
          </a:ln>
        </p:spPr>
        <p:txBody>
          <a:bodyPr wrap="none">
            <a:spAutoFit/>
          </a:bodyPr>
          <a:lstStyle/>
          <a:p>
            <a:pPr>
              <a:defRPr/>
            </a:pPr>
            <a:r>
              <a:rPr lang="en-US" altLang="zh-CN" sz="2800" b="1"/>
              <a:t>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1266" name="Text Box 34">
            <a:extLst>
              <a:ext uri="{FF2B5EF4-FFF2-40B4-BE49-F238E27FC236}">
                <a16:creationId xmlns:a16="http://schemas.microsoft.com/office/drawing/2014/main" id="{D96DF020-4606-1A85-36D0-E26A66A5D4B9}"/>
              </a:ext>
            </a:extLst>
          </p:cNvPr>
          <p:cNvSpPr txBox="1">
            <a:spLocks noChangeArrowheads="1"/>
          </p:cNvSpPr>
          <p:nvPr/>
        </p:nvSpPr>
        <p:spPr bwMode="auto">
          <a:xfrm>
            <a:off x="6953250" y="2819400"/>
            <a:ext cx="361950" cy="519113"/>
          </a:xfrm>
          <a:prstGeom prst="rect">
            <a:avLst/>
          </a:prstGeom>
          <a:noFill/>
          <a:ln w="9525">
            <a:noFill/>
            <a:miter lim="800000"/>
            <a:headEnd/>
            <a:tailEnd/>
          </a:ln>
        </p:spPr>
        <p:txBody>
          <a:bodyPr wrap="none">
            <a:spAutoFit/>
          </a:bodyPr>
          <a:lstStyle/>
          <a:p>
            <a:pPr>
              <a:defRPr/>
            </a:pPr>
            <a:r>
              <a:rPr lang="en-US" altLang="zh-CN" sz="2800" b="1"/>
              <a:t>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1267" name="Text Box 35">
            <a:extLst>
              <a:ext uri="{FF2B5EF4-FFF2-40B4-BE49-F238E27FC236}">
                <a16:creationId xmlns:a16="http://schemas.microsoft.com/office/drawing/2014/main" id="{B520C8E0-A621-C027-0571-AC9302FD21CF}"/>
              </a:ext>
            </a:extLst>
          </p:cNvPr>
          <p:cNvSpPr txBox="1">
            <a:spLocks noChangeArrowheads="1"/>
          </p:cNvSpPr>
          <p:nvPr/>
        </p:nvSpPr>
        <p:spPr bwMode="auto">
          <a:xfrm>
            <a:off x="6553200" y="2819400"/>
            <a:ext cx="361950" cy="519113"/>
          </a:xfrm>
          <a:prstGeom prst="rect">
            <a:avLst/>
          </a:prstGeom>
          <a:noFill/>
          <a:ln w="9525">
            <a:noFill/>
            <a:miter lim="800000"/>
            <a:headEnd/>
            <a:tailEnd/>
          </a:ln>
        </p:spPr>
        <p:txBody>
          <a:bodyPr wrap="none">
            <a:spAutoFit/>
          </a:bodyPr>
          <a:lstStyle/>
          <a:p>
            <a:pPr>
              <a:defRPr/>
            </a:pPr>
            <a:r>
              <a:rPr lang="en-US" altLang="zh-CN" sz="2800" b="1"/>
              <a:t>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1268" name="Text Box 36">
            <a:extLst>
              <a:ext uri="{FF2B5EF4-FFF2-40B4-BE49-F238E27FC236}">
                <a16:creationId xmlns:a16="http://schemas.microsoft.com/office/drawing/2014/main" id="{53909915-5D81-4606-F1F0-CB3CB2B2F491}"/>
              </a:ext>
            </a:extLst>
          </p:cNvPr>
          <p:cNvSpPr txBox="1">
            <a:spLocks noChangeArrowheads="1"/>
          </p:cNvSpPr>
          <p:nvPr/>
        </p:nvSpPr>
        <p:spPr bwMode="auto">
          <a:xfrm>
            <a:off x="5048250" y="2819400"/>
            <a:ext cx="361950" cy="519113"/>
          </a:xfrm>
          <a:prstGeom prst="rect">
            <a:avLst/>
          </a:prstGeom>
          <a:noFill/>
          <a:ln w="9525">
            <a:noFill/>
            <a:miter lim="800000"/>
            <a:headEnd/>
            <a:tailEnd/>
          </a:ln>
        </p:spPr>
        <p:txBody>
          <a:bodyPr wrap="none">
            <a:spAutoFit/>
          </a:bodyPr>
          <a:lstStyle/>
          <a:p>
            <a:pPr>
              <a:defRPr/>
            </a:pPr>
            <a:r>
              <a:rPr lang="en-US" altLang="zh-CN" sz="2800" b="1"/>
              <a:t>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1269" name="Text Box 37">
            <a:extLst>
              <a:ext uri="{FF2B5EF4-FFF2-40B4-BE49-F238E27FC236}">
                <a16:creationId xmlns:a16="http://schemas.microsoft.com/office/drawing/2014/main" id="{8DEE4B48-6ABE-D295-D6FB-F704A4F73595}"/>
              </a:ext>
            </a:extLst>
          </p:cNvPr>
          <p:cNvSpPr txBox="1">
            <a:spLocks noChangeArrowheads="1"/>
          </p:cNvSpPr>
          <p:nvPr/>
        </p:nvSpPr>
        <p:spPr bwMode="auto">
          <a:xfrm>
            <a:off x="5715000" y="1919288"/>
            <a:ext cx="361950" cy="519112"/>
          </a:xfrm>
          <a:prstGeom prst="rect">
            <a:avLst/>
          </a:prstGeom>
          <a:noFill/>
          <a:ln w="9525">
            <a:noFill/>
            <a:miter lim="800000"/>
            <a:headEnd/>
            <a:tailEnd/>
          </a:ln>
        </p:spPr>
        <p:txBody>
          <a:bodyPr wrap="none">
            <a:spAutoFit/>
          </a:bodyPr>
          <a:lstStyle/>
          <a:p>
            <a:pPr>
              <a:defRPr/>
            </a:pPr>
            <a:r>
              <a:rPr lang="en-US" altLang="zh-CN" sz="2800" b="1"/>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1270" name="Rectangle 38" descr="永恒">
            <a:extLst>
              <a:ext uri="{FF2B5EF4-FFF2-40B4-BE49-F238E27FC236}">
                <a16:creationId xmlns:a16="http://schemas.microsoft.com/office/drawing/2014/main" id="{34C25F6C-BA08-5A24-5872-6591CBC868A5}"/>
              </a:ext>
            </a:extLst>
          </p:cNvPr>
          <p:cNvSpPr>
            <a:spLocks noChangeArrowheads="1"/>
          </p:cNvSpPr>
          <p:nvPr/>
        </p:nvSpPr>
        <p:spPr bwMode="auto">
          <a:xfrm>
            <a:off x="990600" y="4343400"/>
            <a:ext cx="3276600" cy="533400"/>
          </a:xfrm>
          <a:prstGeom prst="rect">
            <a:avLst/>
          </a:prstGeom>
          <a:blipFill dpi="0" rotWithShape="0">
            <a:blip r:embed="rId5"/>
            <a:srcRect/>
            <a:tile tx="0" ty="0" sx="100000" sy="100000" flip="none" algn="tl"/>
          </a:blipFill>
          <a:ln w="28575">
            <a:solidFill>
              <a:schemeClr val="tx1"/>
            </a:solidFill>
            <a:miter lim="800000"/>
            <a:headEnd/>
            <a:tailEnd/>
          </a:ln>
          <a:effectLst>
            <a:outerShdw dist="107763" dir="2700000" algn="ctr" rotWithShape="0">
              <a:srgbClr val="808080"/>
            </a:outerShdw>
          </a:effectLst>
        </p:spPr>
        <p:txBody>
          <a:bodyPr wrap="none" anchor="ctr"/>
          <a:lstStyle/>
          <a:p>
            <a:pPr algn="ctr">
              <a:defRPr/>
            </a:pPr>
            <a:r>
              <a:rPr lang="en-US" altLang="zh-CN" sz="2800" b="1" dirty="0">
                <a:solidFill>
                  <a:schemeClr val="tx2"/>
                </a:solidFill>
                <a:effectLst>
                  <a:outerShdw blurRad="38100" dist="38100" dir="2700000" algn="tl">
                    <a:srgbClr val="000000"/>
                  </a:outerShdw>
                </a:effectLst>
              </a:rPr>
              <a:t>21  25  49 25* 16 08</a:t>
            </a:r>
            <a:endParaRPr lang="en-US" altLang="zh-CN" dirty="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76839" name="Line 39">
            <a:extLst>
              <a:ext uri="{FF2B5EF4-FFF2-40B4-BE49-F238E27FC236}">
                <a16:creationId xmlns:a16="http://schemas.microsoft.com/office/drawing/2014/main" id="{73FFD3B5-5E3B-0E82-AA06-65CC7AEB6E1C}"/>
              </a:ext>
            </a:extLst>
          </p:cNvPr>
          <p:cNvSpPr>
            <a:spLocks noChangeShapeType="1"/>
          </p:cNvSpPr>
          <p:nvPr/>
        </p:nvSpPr>
        <p:spPr bwMode="auto">
          <a:xfrm>
            <a:off x="1565275"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40" name="Line 40">
            <a:extLst>
              <a:ext uri="{FF2B5EF4-FFF2-40B4-BE49-F238E27FC236}">
                <a16:creationId xmlns:a16="http://schemas.microsoft.com/office/drawing/2014/main" id="{BE1E3EEC-2B9D-30AB-86F7-F0F8C7B7FE58}"/>
              </a:ext>
            </a:extLst>
          </p:cNvPr>
          <p:cNvSpPr>
            <a:spLocks noChangeShapeType="1"/>
          </p:cNvSpPr>
          <p:nvPr/>
        </p:nvSpPr>
        <p:spPr bwMode="auto">
          <a:xfrm>
            <a:off x="2098675"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41" name="Line 41">
            <a:extLst>
              <a:ext uri="{FF2B5EF4-FFF2-40B4-BE49-F238E27FC236}">
                <a16:creationId xmlns:a16="http://schemas.microsoft.com/office/drawing/2014/main" id="{7C0A5670-CBD0-426F-3179-7D8AB08F861D}"/>
              </a:ext>
            </a:extLst>
          </p:cNvPr>
          <p:cNvSpPr>
            <a:spLocks noChangeShapeType="1"/>
          </p:cNvSpPr>
          <p:nvPr/>
        </p:nvSpPr>
        <p:spPr bwMode="auto">
          <a:xfrm>
            <a:off x="2632075"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42" name="Line 42">
            <a:extLst>
              <a:ext uri="{FF2B5EF4-FFF2-40B4-BE49-F238E27FC236}">
                <a16:creationId xmlns:a16="http://schemas.microsoft.com/office/drawing/2014/main" id="{61E8E760-863D-1C3E-91D9-C701D0B83632}"/>
              </a:ext>
            </a:extLst>
          </p:cNvPr>
          <p:cNvSpPr>
            <a:spLocks noChangeShapeType="1"/>
          </p:cNvSpPr>
          <p:nvPr/>
        </p:nvSpPr>
        <p:spPr bwMode="auto">
          <a:xfrm>
            <a:off x="3241675"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43" name="Line 43">
            <a:extLst>
              <a:ext uri="{FF2B5EF4-FFF2-40B4-BE49-F238E27FC236}">
                <a16:creationId xmlns:a16="http://schemas.microsoft.com/office/drawing/2014/main" id="{E890947D-EBCB-05CA-1132-B2F099A043ED}"/>
              </a:ext>
            </a:extLst>
          </p:cNvPr>
          <p:cNvSpPr>
            <a:spLocks noChangeShapeType="1"/>
          </p:cNvSpPr>
          <p:nvPr/>
        </p:nvSpPr>
        <p:spPr bwMode="auto">
          <a:xfrm>
            <a:off x="3775075"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1276" name="Rectangle 44" descr="永恒">
            <a:extLst>
              <a:ext uri="{FF2B5EF4-FFF2-40B4-BE49-F238E27FC236}">
                <a16:creationId xmlns:a16="http://schemas.microsoft.com/office/drawing/2014/main" id="{5ECC2020-CA04-BEF1-64D4-4C7429BA6B5E}"/>
              </a:ext>
            </a:extLst>
          </p:cNvPr>
          <p:cNvSpPr>
            <a:spLocks noChangeArrowheads="1"/>
          </p:cNvSpPr>
          <p:nvPr/>
        </p:nvSpPr>
        <p:spPr bwMode="auto">
          <a:xfrm>
            <a:off x="5105400" y="4343400"/>
            <a:ext cx="3276600" cy="533400"/>
          </a:xfrm>
          <a:prstGeom prst="rect">
            <a:avLst/>
          </a:prstGeom>
          <a:blipFill dpi="0" rotWithShape="0">
            <a:blip r:embed="rId5"/>
            <a:srcRect/>
            <a:tile tx="0" ty="0" sx="100000" sy="100000" flip="none" algn="tl"/>
          </a:blipFill>
          <a:ln w="28575">
            <a:solidFill>
              <a:schemeClr val="tx1"/>
            </a:solidFill>
            <a:miter lim="800000"/>
            <a:headEnd/>
            <a:tailEnd/>
          </a:ln>
          <a:effectLst>
            <a:outerShdw dist="107763" dir="2700000" algn="ctr" rotWithShape="0">
              <a:srgbClr val="808080"/>
            </a:outerShdw>
          </a:effectLst>
        </p:spPr>
        <p:txBody>
          <a:bodyPr wrap="none" anchor="ctr"/>
          <a:lstStyle/>
          <a:p>
            <a:pPr algn="ctr">
              <a:defRPr/>
            </a:pPr>
            <a:r>
              <a:rPr lang="en-US" altLang="zh-CN" sz="2800" b="1" dirty="0">
                <a:solidFill>
                  <a:schemeClr val="tx2"/>
                </a:solidFill>
                <a:effectLst>
                  <a:outerShdw blurRad="38100" dist="38100" dir="2700000" algn="tl">
                    <a:srgbClr val="000000"/>
                  </a:outerShdw>
                </a:effectLst>
              </a:rPr>
              <a:t>49 25 21  25* 16 08</a:t>
            </a:r>
            <a:endParaRPr lang="en-US" altLang="zh-CN" dirty="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76845" name="Line 45">
            <a:extLst>
              <a:ext uri="{FF2B5EF4-FFF2-40B4-BE49-F238E27FC236}">
                <a16:creationId xmlns:a16="http://schemas.microsoft.com/office/drawing/2014/main" id="{9911A32C-D3AA-369C-025D-D8608172BC1F}"/>
              </a:ext>
            </a:extLst>
          </p:cNvPr>
          <p:cNvSpPr>
            <a:spLocks noChangeShapeType="1"/>
          </p:cNvSpPr>
          <p:nvPr/>
        </p:nvSpPr>
        <p:spPr bwMode="auto">
          <a:xfrm>
            <a:off x="56388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46" name="Line 46">
            <a:extLst>
              <a:ext uri="{FF2B5EF4-FFF2-40B4-BE49-F238E27FC236}">
                <a16:creationId xmlns:a16="http://schemas.microsoft.com/office/drawing/2014/main" id="{C6837743-DF53-E7EC-901A-AF86EAD24100}"/>
              </a:ext>
            </a:extLst>
          </p:cNvPr>
          <p:cNvSpPr>
            <a:spLocks noChangeShapeType="1"/>
          </p:cNvSpPr>
          <p:nvPr/>
        </p:nvSpPr>
        <p:spPr bwMode="auto">
          <a:xfrm>
            <a:off x="6172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47" name="Line 47">
            <a:extLst>
              <a:ext uri="{FF2B5EF4-FFF2-40B4-BE49-F238E27FC236}">
                <a16:creationId xmlns:a16="http://schemas.microsoft.com/office/drawing/2014/main" id="{4CFB399B-1611-8828-F363-BF9E75DC5539}"/>
              </a:ext>
            </a:extLst>
          </p:cNvPr>
          <p:cNvSpPr>
            <a:spLocks noChangeShapeType="1"/>
          </p:cNvSpPr>
          <p:nvPr/>
        </p:nvSpPr>
        <p:spPr bwMode="auto">
          <a:xfrm>
            <a:off x="6705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48" name="Line 48">
            <a:extLst>
              <a:ext uri="{FF2B5EF4-FFF2-40B4-BE49-F238E27FC236}">
                <a16:creationId xmlns:a16="http://schemas.microsoft.com/office/drawing/2014/main" id="{9FF74C4C-5294-8E59-24E2-A8CC36CA6587}"/>
              </a:ext>
            </a:extLst>
          </p:cNvPr>
          <p:cNvSpPr>
            <a:spLocks noChangeShapeType="1"/>
          </p:cNvSpPr>
          <p:nvPr/>
        </p:nvSpPr>
        <p:spPr bwMode="auto">
          <a:xfrm>
            <a:off x="7315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49" name="Line 49">
            <a:extLst>
              <a:ext uri="{FF2B5EF4-FFF2-40B4-BE49-F238E27FC236}">
                <a16:creationId xmlns:a16="http://schemas.microsoft.com/office/drawing/2014/main" id="{803E2021-465B-4E50-5BB2-1D7EAE571A6F}"/>
              </a:ext>
            </a:extLst>
          </p:cNvPr>
          <p:cNvSpPr>
            <a:spLocks noChangeShapeType="1"/>
          </p:cNvSpPr>
          <p:nvPr/>
        </p:nvSpPr>
        <p:spPr bwMode="auto">
          <a:xfrm>
            <a:off x="7848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1282" name="Text Box 50">
            <a:extLst>
              <a:ext uri="{FF2B5EF4-FFF2-40B4-BE49-F238E27FC236}">
                <a16:creationId xmlns:a16="http://schemas.microsoft.com/office/drawing/2014/main" id="{161361ED-133D-4E81-C4F3-3DB0B0C632EE}"/>
              </a:ext>
            </a:extLst>
          </p:cNvPr>
          <p:cNvSpPr txBox="1">
            <a:spLocks noChangeArrowheads="1"/>
          </p:cNvSpPr>
          <p:nvPr/>
        </p:nvSpPr>
        <p:spPr bwMode="auto">
          <a:xfrm>
            <a:off x="5257800" y="5043488"/>
            <a:ext cx="3082925" cy="946150"/>
          </a:xfrm>
          <a:prstGeom prst="rect">
            <a:avLst/>
          </a:prstGeom>
          <a:noFill/>
          <a:ln w="9525">
            <a:noFill/>
            <a:miter lim="800000"/>
            <a:headEnd/>
            <a:tailEnd/>
          </a:ln>
        </p:spPr>
        <p:txBody>
          <a:bodyPr wrap="none">
            <a:spAutoFit/>
          </a:bodyPr>
          <a:lstStyle/>
          <a:p>
            <a:pPr>
              <a:defRPr/>
            </a:pPr>
            <a:r>
              <a:rPr lang="en-US" altLang="zh-CN" sz="2800" b="1" i="1">
                <a:effectLst>
                  <a:outerShdw blurRad="38100" dist="38100" dir="2700000" algn="tl">
                    <a:srgbClr val="C0C0C0"/>
                  </a:outerShdw>
                </a:effectLst>
                <a:ea typeface="仿宋_GB2312" pitchFamily="49" charset="-122"/>
              </a:rPr>
              <a:t>i</a:t>
            </a:r>
            <a:r>
              <a:rPr lang="en-US" altLang="zh-CN" sz="2800" b="1">
                <a:effectLst>
                  <a:outerShdw blurRad="38100" dist="38100" dir="2700000" algn="tl">
                    <a:srgbClr val="C0C0C0"/>
                  </a:outerShdw>
                </a:effectLst>
                <a:ea typeface="仿宋_GB2312" pitchFamily="49" charset="-122"/>
              </a:rPr>
              <a:t> = 0 </a:t>
            </a:r>
            <a:r>
              <a:rPr lang="zh-CN" altLang="en-US" sz="2800" b="1">
                <a:effectLst>
                  <a:outerShdw blurRad="38100" dist="38100" dir="2700000" algn="tl">
                    <a:srgbClr val="C0C0C0"/>
                  </a:outerShdw>
                </a:effectLst>
                <a:ea typeface="仿宋_GB2312" pitchFamily="49" charset="-122"/>
              </a:rPr>
              <a:t>时的局部调整</a:t>
            </a:r>
          </a:p>
          <a:p>
            <a:pPr>
              <a:defRPr/>
            </a:pPr>
            <a:r>
              <a:rPr lang="zh-CN" altLang="en-US" sz="2800" b="1">
                <a:effectLst>
                  <a:outerShdw blurRad="38100" dist="38100" dir="2700000" algn="tl">
                    <a:srgbClr val="C0C0C0"/>
                  </a:outerShdw>
                </a:effectLst>
                <a:ea typeface="仿宋_GB2312" pitchFamily="49" charset="-122"/>
              </a:rPr>
              <a:t>形成最大堆</a:t>
            </a:r>
            <a:endParaRPr lang="zh-CN" altLang="en-US">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76851" name="AutoShape 51">
            <a:extLst>
              <a:ext uri="{FF2B5EF4-FFF2-40B4-BE49-F238E27FC236}">
                <a16:creationId xmlns:a16="http://schemas.microsoft.com/office/drawing/2014/main" id="{5D876478-DAB9-1EE8-3337-10C8A4A6A324}"/>
              </a:ext>
            </a:extLst>
          </p:cNvPr>
          <p:cNvSpPr>
            <a:spLocks noChangeArrowheads="1"/>
          </p:cNvSpPr>
          <p:nvPr/>
        </p:nvSpPr>
        <p:spPr bwMode="auto">
          <a:xfrm>
            <a:off x="4572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51284" name="Text Box 52">
            <a:extLst>
              <a:ext uri="{FF2B5EF4-FFF2-40B4-BE49-F238E27FC236}">
                <a16:creationId xmlns:a16="http://schemas.microsoft.com/office/drawing/2014/main" id="{37D5CEC6-0C5D-EE83-886C-87B320E120FB}"/>
              </a:ext>
            </a:extLst>
          </p:cNvPr>
          <p:cNvSpPr txBox="1">
            <a:spLocks noChangeArrowheads="1"/>
          </p:cNvSpPr>
          <p:nvPr/>
        </p:nvSpPr>
        <p:spPr bwMode="auto">
          <a:xfrm>
            <a:off x="1184275" y="5029200"/>
            <a:ext cx="3082925" cy="519113"/>
          </a:xfrm>
          <a:prstGeom prst="rect">
            <a:avLst/>
          </a:prstGeom>
          <a:noFill/>
          <a:ln w="9525">
            <a:noFill/>
            <a:miter lim="800000"/>
            <a:headEnd/>
            <a:tailEnd/>
          </a:ln>
        </p:spPr>
        <p:txBody>
          <a:bodyPr wrap="none">
            <a:spAutoFit/>
          </a:bodyPr>
          <a:lstStyle/>
          <a:p>
            <a:pPr>
              <a:defRPr/>
            </a:pPr>
            <a:r>
              <a:rPr lang="en-US" altLang="zh-CN" sz="2800" b="1" i="1">
                <a:effectLst>
                  <a:outerShdw blurRad="38100" dist="38100" dir="2700000" algn="tl">
                    <a:srgbClr val="C0C0C0"/>
                  </a:outerShdw>
                </a:effectLst>
                <a:ea typeface="仿宋_GB2312" pitchFamily="49" charset="-122"/>
              </a:rPr>
              <a:t>i</a:t>
            </a:r>
            <a:r>
              <a:rPr lang="en-US" altLang="zh-CN" sz="2800" b="1">
                <a:effectLst>
                  <a:outerShdw blurRad="38100" dist="38100" dir="2700000" algn="tl">
                    <a:srgbClr val="C0C0C0"/>
                  </a:outerShdw>
                </a:effectLst>
                <a:ea typeface="仿宋_GB2312" pitchFamily="49" charset="-122"/>
              </a:rPr>
              <a:t> = 1 </a:t>
            </a:r>
            <a:r>
              <a:rPr lang="zh-CN" altLang="en-US" sz="2800" b="1">
                <a:effectLst>
                  <a:outerShdw blurRad="38100" dist="38100" dir="2700000" algn="tl">
                    <a:srgbClr val="C0C0C0"/>
                  </a:outerShdw>
                </a:effectLst>
                <a:ea typeface="仿宋_GB2312" pitchFamily="49" charset="-122"/>
              </a:rPr>
              <a:t>时的局部调整</a:t>
            </a:r>
            <a:endParaRPr lang="zh-CN" altLang="en-US">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76853" name="Line 53">
            <a:extLst>
              <a:ext uri="{FF2B5EF4-FFF2-40B4-BE49-F238E27FC236}">
                <a16:creationId xmlns:a16="http://schemas.microsoft.com/office/drawing/2014/main" id="{09A839D1-4BCD-DC47-C32F-315383B126E3}"/>
              </a:ext>
            </a:extLst>
          </p:cNvPr>
          <p:cNvSpPr>
            <a:spLocks noChangeShapeType="1"/>
          </p:cNvSpPr>
          <p:nvPr/>
        </p:nvSpPr>
        <p:spPr bwMode="auto">
          <a:xfrm flipH="1" flipV="1">
            <a:off x="7239000" y="1828800"/>
            <a:ext cx="304800" cy="3810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54" name="Line 54">
            <a:extLst>
              <a:ext uri="{FF2B5EF4-FFF2-40B4-BE49-F238E27FC236}">
                <a16:creationId xmlns:a16="http://schemas.microsoft.com/office/drawing/2014/main" id="{D6F8F33D-8EA0-ABAC-78DB-69D93C2ACEC1}"/>
              </a:ext>
            </a:extLst>
          </p:cNvPr>
          <p:cNvSpPr>
            <a:spLocks noChangeShapeType="1"/>
          </p:cNvSpPr>
          <p:nvPr/>
        </p:nvSpPr>
        <p:spPr bwMode="auto">
          <a:xfrm>
            <a:off x="7315200" y="1752600"/>
            <a:ext cx="381000" cy="457200"/>
          </a:xfrm>
          <a:prstGeom prst="line">
            <a:avLst/>
          </a:prstGeom>
          <a:noFill/>
          <a:ln w="28575">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CFCD268E-C377-8151-8A2F-991461B00F86}"/>
              </a:ext>
            </a:extLst>
          </p:cNvPr>
          <p:cNvSpPr>
            <a:spLocks noGrp="1"/>
          </p:cNvSpPr>
          <p:nvPr>
            <p:ph type="sldNum" sz="quarter" idx="12"/>
          </p:nvPr>
        </p:nvSpPr>
        <p:spPr/>
        <p:txBody>
          <a:bodyPr/>
          <a:lstStyle/>
          <a:p>
            <a:pPr>
              <a:defRPr/>
            </a:pPr>
            <a:fld id="{04E4ECFC-90A4-46B6-B7C1-F55F5037C096}" type="slidenum">
              <a:rPr lang="en-US" altLang="zh-CN" smtClean="0"/>
              <a:pPr>
                <a:defRPr/>
              </a:pPr>
              <a:t>54</a:t>
            </a:fld>
            <a:endParaRPr lang="en-US" altLang="zh-CN"/>
          </a:p>
        </p:txBody>
      </p:sp>
    </p:spTree>
  </p:cSld>
  <p:clrMapOvr>
    <a:masterClrMapping/>
  </p:clrMapOvr>
  <p:transition>
    <p:spli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a:extLst>
              <a:ext uri="{FF2B5EF4-FFF2-40B4-BE49-F238E27FC236}">
                <a16:creationId xmlns:a16="http://schemas.microsoft.com/office/drawing/2014/main" id="{C4957999-3E18-FEB0-33FC-C7D9D5EFCCB5}"/>
              </a:ext>
            </a:extLst>
          </p:cNvPr>
          <p:cNvSpPr>
            <a:spLocks noGrp="1" noChangeArrowheads="1"/>
          </p:cNvSpPr>
          <p:nvPr>
            <p:ph type="title"/>
          </p:nvPr>
        </p:nvSpPr>
        <p:spPr/>
        <p:txBody>
          <a:bodyPr/>
          <a:lstStyle/>
          <a:p>
            <a:r>
              <a:rPr lang="zh-CN" altLang="en-US"/>
              <a:t>基于初始堆进行堆排序</a:t>
            </a:r>
          </a:p>
        </p:txBody>
      </p:sp>
      <p:sp>
        <p:nvSpPr>
          <p:cNvPr id="354307" name="Rectangle 3">
            <a:extLst>
              <a:ext uri="{FF2B5EF4-FFF2-40B4-BE49-F238E27FC236}">
                <a16:creationId xmlns:a16="http://schemas.microsoft.com/office/drawing/2014/main" id="{97AFD4BC-FE43-B52E-1B83-4C7064149829}"/>
              </a:ext>
            </a:extLst>
          </p:cNvPr>
          <p:cNvSpPr>
            <a:spLocks noGrp="1" noChangeArrowheads="1"/>
          </p:cNvSpPr>
          <p:nvPr>
            <p:ph type="body" idx="1"/>
          </p:nvPr>
        </p:nvSpPr>
        <p:spPr/>
        <p:txBody>
          <a:bodyPr>
            <a:normAutofit fontScale="70000" lnSpcReduction="20000"/>
          </a:bodyPr>
          <a:lstStyle/>
          <a:p>
            <a:pPr>
              <a:lnSpc>
                <a:spcPct val="120000"/>
              </a:lnSpc>
            </a:pPr>
            <a:r>
              <a:rPr lang="zh-CN" altLang="en-US" dirty="0"/>
              <a:t>最大堆堆顶</a:t>
            </a:r>
            <a:r>
              <a:rPr lang="en-US" altLang="zh-CN" dirty="0"/>
              <a:t>heap[0]</a:t>
            </a:r>
            <a:r>
              <a:rPr lang="zh-CN" altLang="en-US" dirty="0"/>
              <a:t>具有最大的排序码，将</a:t>
            </a:r>
            <a:r>
              <a:rPr lang="en-US" altLang="zh-CN" dirty="0"/>
              <a:t>heap[0]</a:t>
            </a:r>
            <a:r>
              <a:rPr lang="zh-CN" altLang="en-US" dirty="0"/>
              <a:t>与</a:t>
            </a:r>
            <a:r>
              <a:rPr lang="en-US" altLang="zh-CN" dirty="0"/>
              <a:t>heap[n-1]</a:t>
            </a:r>
            <a:r>
              <a:rPr lang="zh-CN" altLang="en-US" dirty="0"/>
              <a:t>对调，把具有最大排序码的元素交换到最后，再对前面的</a:t>
            </a:r>
            <a:r>
              <a:rPr lang="en-US" altLang="zh-CN" dirty="0"/>
              <a:t>n-1</a:t>
            </a:r>
            <a:r>
              <a:rPr lang="zh-CN" altLang="en-US" dirty="0"/>
              <a:t>个元素，使用堆的调整算法</a:t>
            </a:r>
            <a:r>
              <a:rPr lang="en-US" altLang="zh-CN" dirty="0" err="1"/>
              <a:t>siftDown</a:t>
            </a:r>
            <a:r>
              <a:rPr lang="en-US" altLang="zh-CN" dirty="0"/>
              <a:t>(0, n-2)</a:t>
            </a:r>
            <a:r>
              <a:rPr lang="zh-CN" altLang="en-US" dirty="0"/>
              <a:t>，重新建立最大堆，具有次最大排序码的元素又上浮到</a:t>
            </a:r>
            <a:r>
              <a:rPr lang="en-US" altLang="zh-CN" dirty="0"/>
              <a:t>heap[0]</a:t>
            </a:r>
            <a:r>
              <a:rPr lang="zh-CN" altLang="en-US" dirty="0"/>
              <a:t>位置。</a:t>
            </a:r>
          </a:p>
          <a:p>
            <a:pPr>
              <a:lnSpc>
                <a:spcPct val="120000"/>
              </a:lnSpc>
            </a:pPr>
            <a:r>
              <a:rPr lang="zh-CN" altLang="en-US" dirty="0"/>
              <a:t>再交换</a:t>
            </a:r>
            <a:r>
              <a:rPr lang="en-US" altLang="zh-CN" dirty="0"/>
              <a:t>heap[0]</a:t>
            </a:r>
            <a:r>
              <a:rPr lang="zh-CN" altLang="en-US" dirty="0"/>
              <a:t>和</a:t>
            </a:r>
            <a:r>
              <a:rPr lang="en-US" altLang="zh-CN" dirty="0"/>
              <a:t>heap[n-2]</a:t>
            </a:r>
            <a:r>
              <a:rPr lang="zh-CN" altLang="en-US" dirty="0"/>
              <a:t>，调用</a:t>
            </a:r>
            <a:r>
              <a:rPr lang="en-US" altLang="zh-CN" dirty="0" err="1"/>
              <a:t>siftDown</a:t>
            </a:r>
            <a:r>
              <a:rPr lang="en-US" altLang="zh-CN" dirty="0"/>
              <a:t>(0, n-3)</a:t>
            </a:r>
            <a:r>
              <a:rPr lang="zh-CN" altLang="en-US" dirty="0"/>
              <a:t>，对前</a:t>
            </a:r>
            <a:r>
              <a:rPr lang="en-US" altLang="zh-CN" dirty="0"/>
              <a:t>n-2</a:t>
            </a:r>
            <a:r>
              <a:rPr lang="zh-CN" altLang="en-US" dirty="0"/>
              <a:t>个元素重新调整，</a:t>
            </a:r>
            <a:r>
              <a:rPr lang="en-US" altLang="zh-CN" dirty="0"/>
              <a:t>…</a:t>
            </a:r>
            <a:r>
              <a:rPr lang="zh-CN" altLang="en-US" dirty="0"/>
              <a:t>。</a:t>
            </a:r>
          </a:p>
          <a:p>
            <a:pPr>
              <a:lnSpc>
                <a:spcPct val="120000"/>
              </a:lnSpc>
            </a:pPr>
            <a:r>
              <a:rPr lang="zh-CN" altLang="en-US" dirty="0"/>
              <a:t>重复这个过程，最后得到全部排序好的元素序列。这个算法即堆排序算法。</a:t>
            </a:r>
          </a:p>
        </p:txBody>
      </p:sp>
      <p:sp>
        <p:nvSpPr>
          <p:cNvPr id="2" name="灯片编号占位符 1">
            <a:extLst>
              <a:ext uri="{FF2B5EF4-FFF2-40B4-BE49-F238E27FC236}">
                <a16:creationId xmlns:a16="http://schemas.microsoft.com/office/drawing/2014/main" id="{B1203091-6C96-7728-7AC5-70EA9778FCA5}"/>
              </a:ext>
            </a:extLst>
          </p:cNvPr>
          <p:cNvSpPr>
            <a:spLocks noGrp="1"/>
          </p:cNvSpPr>
          <p:nvPr>
            <p:ph type="sldNum" sz="quarter" idx="12"/>
          </p:nvPr>
        </p:nvSpPr>
        <p:spPr/>
        <p:txBody>
          <a:bodyPr/>
          <a:lstStyle/>
          <a:p>
            <a:pPr>
              <a:defRPr/>
            </a:pPr>
            <a:fld id="{5F1DCF05-F1E6-414E-BAB4-65AA6A3D43BB}" type="slidenum">
              <a:rPr lang="en-US" altLang="zh-CN" smtClean="0"/>
              <a:pPr>
                <a:defRPr/>
              </a:pPr>
              <a:t>55</a:t>
            </a:fld>
            <a:endParaRPr lang="en-US" altLang="zh-CN"/>
          </a:p>
        </p:txBody>
      </p:sp>
    </p:spTree>
  </p:cSld>
  <p:clrMapOvr>
    <a:masterClrMapping/>
  </p:clrMapOvr>
  <p:transition>
    <p:spli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Line 2">
            <a:extLst>
              <a:ext uri="{FF2B5EF4-FFF2-40B4-BE49-F238E27FC236}">
                <a16:creationId xmlns:a16="http://schemas.microsoft.com/office/drawing/2014/main" id="{2D962E1F-F800-A102-0555-C77128456674}"/>
              </a:ext>
            </a:extLst>
          </p:cNvPr>
          <p:cNvSpPr>
            <a:spLocks noChangeShapeType="1"/>
          </p:cNvSpPr>
          <p:nvPr/>
        </p:nvSpPr>
        <p:spPr bwMode="auto">
          <a:xfrm flipH="1">
            <a:off x="7162800" y="2743200"/>
            <a:ext cx="228600" cy="5334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5" name="Line 3">
            <a:extLst>
              <a:ext uri="{FF2B5EF4-FFF2-40B4-BE49-F238E27FC236}">
                <a16:creationId xmlns:a16="http://schemas.microsoft.com/office/drawing/2014/main" id="{00333961-6104-F622-DB44-07DA2193FB95}"/>
              </a:ext>
            </a:extLst>
          </p:cNvPr>
          <p:cNvSpPr>
            <a:spLocks noChangeShapeType="1"/>
          </p:cNvSpPr>
          <p:nvPr/>
        </p:nvSpPr>
        <p:spPr bwMode="auto">
          <a:xfrm>
            <a:off x="6781800" y="1828800"/>
            <a:ext cx="609600" cy="762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6" name="Line 4">
            <a:extLst>
              <a:ext uri="{FF2B5EF4-FFF2-40B4-BE49-F238E27FC236}">
                <a16:creationId xmlns:a16="http://schemas.microsoft.com/office/drawing/2014/main" id="{6932665B-2CAB-CA60-6948-0CA40A3880DF}"/>
              </a:ext>
            </a:extLst>
          </p:cNvPr>
          <p:cNvSpPr>
            <a:spLocks noChangeShapeType="1"/>
          </p:cNvSpPr>
          <p:nvPr/>
        </p:nvSpPr>
        <p:spPr bwMode="auto">
          <a:xfrm>
            <a:off x="6096000" y="2743200"/>
            <a:ext cx="152400" cy="4572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7" name="Line 5">
            <a:extLst>
              <a:ext uri="{FF2B5EF4-FFF2-40B4-BE49-F238E27FC236}">
                <a16:creationId xmlns:a16="http://schemas.microsoft.com/office/drawing/2014/main" id="{0AC66BEB-F71B-A55F-7E20-A4A3EEB91353}"/>
              </a:ext>
            </a:extLst>
          </p:cNvPr>
          <p:cNvSpPr>
            <a:spLocks noChangeShapeType="1"/>
          </p:cNvSpPr>
          <p:nvPr/>
        </p:nvSpPr>
        <p:spPr bwMode="auto">
          <a:xfrm flipH="1">
            <a:off x="5334000" y="1828800"/>
            <a:ext cx="1219200" cy="1524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8" name="Line 6">
            <a:extLst>
              <a:ext uri="{FF2B5EF4-FFF2-40B4-BE49-F238E27FC236}">
                <a16:creationId xmlns:a16="http://schemas.microsoft.com/office/drawing/2014/main" id="{BEE24B72-F56B-91CA-4CFE-88F9EA5F2235}"/>
              </a:ext>
            </a:extLst>
          </p:cNvPr>
          <p:cNvSpPr>
            <a:spLocks noChangeShapeType="1"/>
          </p:cNvSpPr>
          <p:nvPr/>
        </p:nvSpPr>
        <p:spPr bwMode="auto">
          <a:xfrm flipH="1">
            <a:off x="2895600" y="2743200"/>
            <a:ext cx="228600" cy="5334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9" name="Line 7">
            <a:extLst>
              <a:ext uri="{FF2B5EF4-FFF2-40B4-BE49-F238E27FC236}">
                <a16:creationId xmlns:a16="http://schemas.microsoft.com/office/drawing/2014/main" id="{FF1BC521-BE7A-6454-7974-EAB20C0C4440}"/>
              </a:ext>
            </a:extLst>
          </p:cNvPr>
          <p:cNvSpPr>
            <a:spLocks noChangeShapeType="1"/>
          </p:cNvSpPr>
          <p:nvPr/>
        </p:nvSpPr>
        <p:spPr bwMode="auto">
          <a:xfrm>
            <a:off x="1828800" y="2743200"/>
            <a:ext cx="152400" cy="4572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0" name="Line 8">
            <a:extLst>
              <a:ext uri="{FF2B5EF4-FFF2-40B4-BE49-F238E27FC236}">
                <a16:creationId xmlns:a16="http://schemas.microsoft.com/office/drawing/2014/main" id="{7E119FD4-63AC-3982-4A25-7D018E3F363E}"/>
              </a:ext>
            </a:extLst>
          </p:cNvPr>
          <p:cNvSpPr>
            <a:spLocks noChangeShapeType="1"/>
          </p:cNvSpPr>
          <p:nvPr/>
        </p:nvSpPr>
        <p:spPr bwMode="auto">
          <a:xfrm>
            <a:off x="2667000" y="1828800"/>
            <a:ext cx="609600" cy="762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1" name="Line 9">
            <a:extLst>
              <a:ext uri="{FF2B5EF4-FFF2-40B4-BE49-F238E27FC236}">
                <a16:creationId xmlns:a16="http://schemas.microsoft.com/office/drawing/2014/main" id="{0ED0BFA2-EA7C-4AF6-88D9-445B3BC389BF}"/>
              </a:ext>
            </a:extLst>
          </p:cNvPr>
          <p:cNvSpPr>
            <a:spLocks noChangeShapeType="1"/>
          </p:cNvSpPr>
          <p:nvPr/>
        </p:nvSpPr>
        <p:spPr bwMode="auto">
          <a:xfrm flipH="1">
            <a:off x="1066800" y="1828800"/>
            <a:ext cx="1219200" cy="1524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5339" name="Oval 11">
            <a:extLst>
              <a:ext uri="{FF2B5EF4-FFF2-40B4-BE49-F238E27FC236}">
                <a16:creationId xmlns:a16="http://schemas.microsoft.com/office/drawing/2014/main" id="{3849784D-3190-7418-76CF-7DB75F3E5A76}"/>
              </a:ext>
            </a:extLst>
          </p:cNvPr>
          <p:cNvSpPr>
            <a:spLocks noChangeArrowheads="1"/>
          </p:cNvSpPr>
          <p:nvPr/>
        </p:nvSpPr>
        <p:spPr bwMode="auto">
          <a:xfrm>
            <a:off x="2209800" y="14478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49</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5340" name="Oval 12">
            <a:extLst>
              <a:ext uri="{FF2B5EF4-FFF2-40B4-BE49-F238E27FC236}">
                <a16:creationId xmlns:a16="http://schemas.microsoft.com/office/drawing/2014/main" id="{668D8122-F5AE-C6E7-1728-53145B2BFF12}"/>
              </a:ext>
            </a:extLst>
          </p:cNvPr>
          <p:cNvSpPr>
            <a:spLocks noChangeArrowheads="1"/>
          </p:cNvSpPr>
          <p:nvPr/>
        </p:nvSpPr>
        <p:spPr bwMode="auto">
          <a:xfrm>
            <a:off x="14478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5341" name="Oval 13">
            <a:extLst>
              <a:ext uri="{FF2B5EF4-FFF2-40B4-BE49-F238E27FC236}">
                <a16:creationId xmlns:a16="http://schemas.microsoft.com/office/drawing/2014/main" id="{0B85F1B9-506F-A79B-FF3E-D0BD2DC6A74A}"/>
              </a:ext>
            </a:extLst>
          </p:cNvPr>
          <p:cNvSpPr>
            <a:spLocks noChangeArrowheads="1"/>
          </p:cNvSpPr>
          <p:nvPr/>
        </p:nvSpPr>
        <p:spPr bwMode="auto">
          <a:xfrm>
            <a:off x="6858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5342" name="Oval 14">
            <a:extLst>
              <a:ext uri="{FF2B5EF4-FFF2-40B4-BE49-F238E27FC236}">
                <a16:creationId xmlns:a16="http://schemas.microsoft.com/office/drawing/2014/main" id="{0C200A4F-C106-E326-B52E-351E50561E5A}"/>
              </a:ext>
            </a:extLst>
          </p:cNvPr>
          <p:cNvSpPr>
            <a:spLocks noChangeArrowheads="1"/>
          </p:cNvSpPr>
          <p:nvPr/>
        </p:nvSpPr>
        <p:spPr bwMode="auto">
          <a:xfrm>
            <a:off x="29718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21</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5343" name="Oval 15">
            <a:extLst>
              <a:ext uri="{FF2B5EF4-FFF2-40B4-BE49-F238E27FC236}">
                <a16:creationId xmlns:a16="http://schemas.microsoft.com/office/drawing/2014/main" id="{3995E928-15F9-DB2F-7CC2-05387375CC79}"/>
              </a:ext>
            </a:extLst>
          </p:cNvPr>
          <p:cNvSpPr>
            <a:spLocks noChangeArrowheads="1"/>
          </p:cNvSpPr>
          <p:nvPr/>
        </p:nvSpPr>
        <p:spPr bwMode="auto">
          <a:xfrm>
            <a:off x="17526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16</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5344" name="Oval 16">
            <a:extLst>
              <a:ext uri="{FF2B5EF4-FFF2-40B4-BE49-F238E27FC236}">
                <a16:creationId xmlns:a16="http://schemas.microsoft.com/office/drawing/2014/main" id="{7B0F85C7-0A1E-A262-164C-B3AB5A4A1A82}"/>
              </a:ext>
            </a:extLst>
          </p:cNvPr>
          <p:cNvSpPr>
            <a:spLocks noChangeArrowheads="1"/>
          </p:cNvSpPr>
          <p:nvPr/>
        </p:nvSpPr>
        <p:spPr bwMode="auto">
          <a:xfrm>
            <a:off x="25908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08</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5345" name="Text Box 17">
            <a:extLst>
              <a:ext uri="{FF2B5EF4-FFF2-40B4-BE49-F238E27FC236}">
                <a16:creationId xmlns:a16="http://schemas.microsoft.com/office/drawing/2014/main" id="{2BF98A41-DD00-8BBB-E13B-3B3C920E300B}"/>
              </a:ext>
            </a:extLst>
          </p:cNvPr>
          <p:cNvSpPr txBox="1">
            <a:spLocks noChangeArrowheads="1"/>
          </p:cNvSpPr>
          <p:nvPr/>
        </p:nvSpPr>
        <p:spPr bwMode="auto">
          <a:xfrm>
            <a:off x="2000250" y="1081088"/>
            <a:ext cx="361950" cy="519112"/>
          </a:xfrm>
          <a:prstGeom prst="rect">
            <a:avLst/>
          </a:prstGeom>
          <a:noFill/>
          <a:ln w="9525">
            <a:noFill/>
            <a:miter lim="800000"/>
            <a:headEnd/>
            <a:tailEnd/>
          </a:ln>
        </p:spPr>
        <p:txBody>
          <a:bodyPr wrap="none">
            <a:spAutoFit/>
          </a:bodyPr>
          <a:lstStyle/>
          <a:p>
            <a:pPr>
              <a:defRPr/>
            </a:pPr>
            <a:r>
              <a:rPr lang="en-US" altLang="zh-CN" sz="2800" b="1"/>
              <a:t>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5346" name="Text Box 18">
            <a:extLst>
              <a:ext uri="{FF2B5EF4-FFF2-40B4-BE49-F238E27FC236}">
                <a16:creationId xmlns:a16="http://schemas.microsoft.com/office/drawing/2014/main" id="{BE7075A8-E17E-24FE-EB2C-87DAA1CB02F2}"/>
              </a:ext>
            </a:extLst>
          </p:cNvPr>
          <p:cNvSpPr txBox="1">
            <a:spLocks noChangeArrowheads="1"/>
          </p:cNvSpPr>
          <p:nvPr/>
        </p:nvSpPr>
        <p:spPr bwMode="auto">
          <a:xfrm>
            <a:off x="1314450" y="1828800"/>
            <a:ext cx="361950" cy="519113"/>
          </a:xfrm>
          <a:prstGeom prst="rect">
            <a:avLst/>
          </a:prstGeom>
          <a:noFill/>
          <a:ln w="9525">
            <a:noFill/>
            <a:miter lim="800000"/>
            <a:headEnd/>
            <a:tailEnd/>
          </a:ln>
        </p:spPr>
        <p:txBody>
          <a:bodyPr wrap="none">
            <a:spAutoFit/>
          </a:bodyPr>
          <a:lstStyle/>
          <a:p>
            <a:pPr>
              <a:defRPr/>
            </a:pPr>
            <a:r>
              <a:rPr lang="en-US" altLang="zh-CN" sz="2800" b="1"/>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5347" name="Text Box 19">
            <a:extLst>
              <a:ext uri="{FF2B5EF4-FFF2-40B4-BE49-F238E27FC236}">
                <a16:creationId xmlns:a16="http://schemas.microsoft.com/office/drawing/2014/main" id="{86B5AE00-3A1B-6DEC-417F-A6715F22098E}"/>
              </a:ext>
            </a:extLst>
          </p:cNvPr>
          <p:cNvSpPr txBox="1">
            <a:spLocks noChangeArrowheads="1"/>
          </p:cNvSpPr>
          <p:nvPr/>
        </p:nvSpPr>
        <p:spPr bwMode="auto">
          <a:xfrm>
            <a:off x="3448050" y="1981200"/>
            <a:ext cx="361950" cy="519113"/>
          </a:xfrm>
          <a:prstGeom prst="rect">
            <a:avLst/>
          </a:prstGeom>
          <a:noFill/>
          <a:ln w="9525">
            <a:noFill/>
            <a:miter lim="800000"/>
            <a:headEnd/>
            <a:tailEnd/>
          </a:ln>
        </p:spPr>
        <p:txBody>
          <a:bodyPr wrap="none">
            <a:spAutoFit/>
          </a:bodyPr>
          <a:lstStyle/>
          <a:p>
            <a:pPr>
              <a:defRPr/>
            </a:pPr>
            <a:r>
              <a:rPr lang="en-US" altLang="zh-CN" sz="2800" b="1"/>
              <a:t>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5348" name="Text Box 20">
            <a:extLst>
              <a:ext uri="{FF2B5EF4-FFF2-40B4-BE49-F238E27FC236}">
                <a16:creationId xmlns:a16="http://schemas.microsoft.com/office/drawing/2014/main" id="{1EBC7804-657A-1F83-BF67-88C250A58B3B}"/>
              </a:ext>
            </a:extLst>
          </p:cNvPr>
          <p:cNvSpPr txBox="1">
            <a:spLocks noChangeArrowheads="1"/>
          </p:cNvSpPr>
          <p:nvPr/>
        </p:nvSpPr>
        <p:spPr bwMode="auto">
          <a:xfrm>
            <a:off x="609600" y="2757488"/>
            <a:ext cx="361950" cy="519112"/>
          </a:xfrm>
          <a:prstGeom prst="rect">
            <a:avLst/>
          </a:prstGeom>
          <a:noFill/>
          <a:ln w="9525">
            <a:noFill/>
            <a:miter lim="800000"/>
            <a:headEnd/>
            <a:tailEnd/>
          </a:ln>
        </p:spPr>
        <p:txBody>
          <a:bodyPr wrap="none">
            <a:spAutoFit/>
          </a:bodyPr>
          <a:lstStyle/>
          <a:p>
            <a:pPr>
              <a:defRPr/>
            </a:pPr>
            <a:r>
              <a:rPr lang="en-US" altLang="zh-CN" sz="2800" b="1"/>
              <a:t>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5349" name="Text Box 21">
            <a:extLst>
              <a:ext uri="{FF2B5EF4-FFF2-40B4-BE49-F238E27FC236}">
                <a16:creationId xmlns:a16="http://schemas.microsoft.com/office/drawing/2014/main" id="{221237EB-CBDB-412C-BD91-4879C2FC8F49}"/>
              </a:ext>
            </a:extLst>
          </p:cNvPr>
          <p:cNvSpPr txBox="1">
            <a:spLocks noChangeArrowheads="1"/>
          </p:cNvSpPr>
          <p:nvPr/>
        </p:nvSpPr>
        <p:spPr bwMode="auto">
          <a:xfrm>
            <a:off x="1981200" y="2757488"/>
            <a:ext cx="361950" cy="519112"/>
          </a:xfrm>
          <a:prstGeom prst="rect">
            <a:avLst/>
          </a:prstGeom>
          <a:noFill/>
          <a:ln w="9525">
            <a:noFill/>
            <a:miter lim="800000"/>
            <a:headEnd/>
            <a:tailEnd/>
          </a:ln>
        </p:spPr>
        <p:txBody>
          <a:bodyPr wrap="none">
            <a:spAutoFit/>
          </a:bodyPr>
          <a:lstStyle/>
          <a:p>
            <a:pPr>
              <a:defRPr/>
            </a:pPr>
            <a:r>
              <a:rPr lang="en-US" altLang="zh-CN" sz="2800" b="1"/>
              <a:t>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5350" name="Text Box 22">
            <a:extLst>
              <a:ext uri="{FF2B5EF4-FFF2-40B4-BE49-F238E27FC236}">
                <a16:creationId xmlns:a16="http://schemas.microsoft.com/office/drawing/2014/main" id="{DABDC511-1594-7AA1-A30D-80462A7DA5F0}"/>
              </a:ext>
            </a:extLst>
          </p:cNvPr>
          <p:cNvSpPr txBox="1">
            <a:spLocks noChangeArrowheads="1"/>
          </p:cNvSpPr>
          <p:nvPr/>
        </p:nvSpPr>
        <p:spPr bwMode="auto">
          <a:xfrm>
            <a:off x="2533650" y="2757488"/>
            <a:ext cx="361950" cy="519112"/>
          </a:xfrm>
          <a:prstGeom prst="rect">
            <a:avLst/>
          </a:prstGeom>
          <a:noFill/>
          <a:ln w="9525">
            <a:noFill/>
            <a:miter lim="800000"/>
            <a:headEnd/>
            <a:tailEnd/>
          </a:ln>
        </p:spPr>
        <p:txBody>
          <a:bodyPr wrap="none">
            <a:spAutoFit/>
          </a:bodyPr>
          <a:lstStyle/>
          <a:p>
            <a:pPr>
              <a:defRPr/>
            </a:pPr>
            <a:r>
              <a:rPr lang="en-US" altLang="zh-CN" sz="2800" b="1"/>
              <a:t>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79895" name="AutoShape 23">
            <a:extLst>
              <a:ext uri="{FF2B5EF4-FFF2-40B4-BE49-F238E27FC236}">
                <a16:creationId xmlns:a16="http://schemas.microsoft.com/office/drawing/2014/main" id="{B1FFE676-7B31-8259-599D-3D3A44B5DEA3}"/>
              </a:ext>
            </a:extLst>
          </p:cNvPr>
          <p:cNvSpPr>
            <a:spLocks noChangeArrowheads="1"/>
          </p:cNvSpPr>
          <p:nvPr/>
        </p:nvSpPr>
        <p:spPr bwMode="auto">
          <a:xfrm>
            <a:off x="38862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55352" name="Oval 24">
            <a:extLst>
              <a:ext uri="{FF2B5EF4-FFF2-40B4-BE49-F238E27FC236}">
                <a16:creationId xmlns:a16="http://schemas.microsoft.com/office/drawing/2014/main" id="{E08FC318-9D94-62B2-970B-96A022E81CAF}"/>
              </a:ext>
            </a:extLst>
          </p:cNvPr>
          <p:cNvSpPr>
            <a:spLocks noChangeArrowheads="1"/>
          </p:cNvSpPr>
          <p:nvPr/>
        </p:nvSpPr>
        <p:spPr bwMode="auto">
          <a:xfrm>
            <a:off x="6400800" y="1447800"/>
            <a:ext cx="533400" cy="533400"/>
          </a:xfrm>
          <a:prstGeom prst="ellipse">
            <a:avLst/>
          </a:prstGeom>
          <a:gradFill rotWithShape="0">
            <a:gsLst>
              <a:gs pos="0">
                <a:srgbClr val="CCECFF"/>
              </a:gs>
              <a:gs pos="100000">
                <a:srgbClr val="CCECFF">
                  <a:gamma/>
                  <a:shade val="46275"/>
                  <a:invGamma/>
                </a:srgbClr>
              </a:gs>
            </a:gsLst>
            <a:lin ang="2700000" scaled="1"/>
          </a:gradFill>
          <a:ln w="6350">
            <a:solidFill>
              <a:srgbClr val="00FFFF"/>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08</a:t>
            </a:r>
            <a:endParaRPr lang="en-US" altLang="zh-CN">
              <a:solidFill>
                <a:srgbClr val="CCECFF"/>
              </a:solidFill>
              <a:effectDag name="">
                <a:cont type="tree" name="">
                  <a:effect ref="fillLine"/>
                  <a:outerShdw dist="38100" dir="13500000" algn="br">
                    <a:srgbClr val="DDF3FF"/>
                  </a:outerShdw>
                </a:cont>
                <a:cont type="tree" name="">
                  <a:effect ref="fillLine"/>
                  <a:outerShdw dist="38100" dir="2700000" algn="tl">
                    <a:srgbClr val="7A8D99"/>
                  </a:outerShdw>
                </a:cont>
                <a:effect ref="fillLine"/>
              </a:effectDag>
            </a:endParaRPr>
          </a:p>
        </p:txBody>
      </p:sp>
      <p:sp>
        <p:nvSpPr>
          <p:cNvPr id="355353" name="Oval 25">
            <a:extLst>
              <a:ext uri="{FF2B5EF4-FFF2-40B4-BE49-F238E27FC236}">
                <a16:creationId xmlns:a16="http://schemas.microsoft.com/office/drawing/2014/main" id="{7371D05F-AA45-E4C8-2F8F-838935F581D0}"/>
              </a:ext>
            </a:extLst>
          </p:cNvPr>
          <p:cNvSpPr>
            <a:spLocks noChangeArrowheads="1"/>
          </p:cNvSpPr>
          <p:nvPr/>
        </p:nvSpPr>
        <p:spPr bwMode="auto">
          <a:xfrm>
            <a:off x="57150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5354" name="Oval 26">
            <a:extLst>
              <a:ext uri="{FF2B5EF4-FFF2-40B4-BE49-F238E27FC236}">
                <a16:creationId xmlns:a16="http://schemas.microsoft.com/office/drawing/2014/main" id="{E87BF097-32BA-B4BA-03ED-77DBFE2DC06A}"/>
              </a:ext>
            </a:extLst>
          </p:cNvPr>
          <p:cNvSpPr>
            <a:spLocks noChangeArrowheads="1"/>
          </p:cNvSpPr>
          <p:nvPr/>
        </p:nvSpPr>
        <p:spPr bwMode="auto">
          <a:xfrm>
            <a:off x="49530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5355" name="Oval 27">
            <a:extLst>
              <a:ext uri="{FF2B5EF4-FFF2-40B4-BE49-F238E27FC236}">
                <a16:creationId xmlns:a16="http://schemas.microsoft.com/office/drawing/2014/main" id="{2B6378A3-6965-84ED-88AE-552AC5E434FC}"/>
              </a:ext>
            </a:extLst>
          </p:cNvPr>
          <p:cNvSpPr>
            <a:spLocks noChangeArrowheads="1"/>
          </p:cNvSpPr>
          <p:nvPr/>
        </p:nvSpPr>
        <p:spPr bwMode="auto">
          <a:xfrm>
            <a:off x="60198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16</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5356" name="Oval 28">
            <a:extLst>
              <a:ext uri="{FF2B5EF4-FFF2-40B4-BE49-F238E27FC236}">
                <a16:creationId xmlns:a16="http://schemas.microsoft.com/office/drawing/2014/main" id="{163261CE-2A0A-3102-5C96-DEB8241D8783}"/>
              </a:ext>
            </a:extLst>
          </p:cNvPr>
          <p:cNvSpPr>
            <a:spLocks noChangeArrowheads="1"/>
          </p:cNvSpPr>
          <p:nvPr/>
        </p:nvSpPr>
        <p:spPr bwMode="auto">
          <a:xfrm>
            <a:off x="71628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21</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5357" name="Oval 29">
            <a:extLst>
              <a:ext uri="{FF2B5EF4-FFF2-40B4-BE49-F238E27FC236}">
                <a16:creationId xmlns:a16="http://schemas.microsoft.com/office/drawing/2014/main" id="{8F1B10E5-441C-FCB3-1ECA-503CB1F6CD6F}"/>
              </a:ext>
            </a:extLst>
          </p:cNvPr>
          <p:cNvSpPr>
            <a:spLocks noChangeArrowheads="1"/>
          </p:cNvSpPr>
          <p:nvPr/>
        </p:nvSpPr>
        <p:spPr bwMode="auto">
          <a:xfrm>
            <a:off x="6858000" y="3200400"/>
            <a:ext cx="533400" cy="533400"/>
          </a:xfrm>
          <a:prstGeom prst="ellipse">
            <a:avLst/>
          </a:prstGeom>
          <a:gradFill rotWithShape="0">
            <a:gsLst>
              <a:gs pos="0">
                <a:srgbClr val="CCECFF"/>
              </a:gs>
              <a:gs pos="100000">
                <a:srgbClr val="CCECFF">
                  <a:gamma/>
                  <a:shade val="46275"/>
                  <a:invGamma/>
                </a:srgbClr>
              </a:gs>
            </a:gsLst>
            <a:lin ang="2700000" scaled="1"/>
          </a:gradFill>
          <a:ln w="6350">
            <a:solidFill>
              <a:srgbClr val="00FFFF"/>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49</a:t>
            </a:r>
            <a:endParaRPr lang="en-US" altLang="zh-CN">
              <a:solidFill>
                <a:srgbClr val="CCECFF"/>
              </a:solidFill>
              <a:effectDag name="">
                <a:cont type="tree" name="">
                  <a:effect ref="fillLine"/>
                  <a:outerShdw dist="38100" dir="13500000" algn="br">
                    <a:srgbClr val="DDF3FF"/>
                  </a:outerShdw>
                </a:cont>
                <a:cont type="tree" name="">
                  <a:effect ref="fillLine"/>
                  <a:outerShdw dist="38100" dir="2700000" algn="tl">
                    <a:srgbClr val="7A8D99"/>
                  </a:outerShdw>
                </a:cont>
                <a:effect ref="fillLine"/>
              </a:effectDag>
            </a:endParaRPr>
          </a:p>
        </p:txBody>
      </p:sp>
      <p:sp>
        <p:nvSpPr>
          <p:cNvPr id="355358" name="Text Box 30">
            <a:extLst>
              <a:ext uri="{FF2B5EF4-FFF2-40B4-BE49-F238E27FC236}">
                <a16:creationId xmlns:a16="http://schemas.microsoft.com/office/drawing/2014/main" id="{AE980456-FAA2-9853-197C-8FC0318B0E55}"/>
              </a:ext>
            </a:extLst>
          </p:cNvPr>
          <p:cNvSpPr txBox="1">
            <a:spLocks noChangeArrowheads="1"/>
          </p:cNvSpPr>
          <p:nvPr/>
        </p:nvSpPr>
        <p:spPr bwMode="auto">
          <a:xfrm>
            <a:off x="6248400" y="1066800"/>
            <a:ext cx="361950" cy="519113"/>
          </a:xfrm>
          <a:prstGeom prst="rect">
            <a:avLst/>
          </a:prstGeom>
          <a:noFill/>
          <a:ln w="9525">
            <a:noFill/>
            <a:miter lim="800000"/>
            <a:headEnd/>
            <a:tailEnd/>
          </a:ln>
        </p:spPr>
        <p:txBody>
          <a:bodyPr wrap="none">
            <a:spAutoFit/>
          </a:bodyPr>
          <a:lstStyle/>
          <a:p>
            <a:pPr>
              <a:defRPr/>
            </a:pPr>
            <a:r>
              <a:rPr lang="en-US" altLang="zh-CN" sz="2800" b="1"/>
              <a:t>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5359" name="Text Box 31">
            <a:extLst>
              <a:ext uri="{FF2B5EF4-FFF2-40B4-BE49-F238E27FC236}">
                <a16:creationId xmlns:a16="http://schemas.microsoft.com/office/drawing/2014/main" id="{BDFCEBF3-9880-1BE7-8E1C-4581D1D98593}"/>
              </a:ext>
            </a:extLst>
          </p:cNvPr>
          <p:cNvSpPr txBox="1">
            <a:spLocks noChangeArrowheads="1"/>
          </p:cNvSpPr>
          <p:nvPr/>
        </p:nvSpPr>
        <p:spPr bwMode="auto">
          <a:xfrm>
            <a:off x="7620000" y="2057400"/>
            <a:ext cx="361950" cy="519113"/>
          </a:xfrm>
          <a:prstGeom prst="rect">
            <a:avLst/>
          </a:prstGeom>
          <a:noFill/>
          <a:ln w="9525">
            <a:noFill/>
            <a:miter lim="800000"/>
            <a:headEnd/>
            <a:tailEnd/>
          </a:ln>
        </p:spPr>
        <p:txBody>
          <a:bodyPr wrap="none">
            <a:spAutoFit/>
          </a:bodyPr>
          <a:lstStyle/>
          <a:p>
            <a:pPr>
              <a:defRPr/>
            </a:pPr>
            <a:r>
              <a:rPr lang="en-US" altLang="zh-CN" sz="2800" b="1"/>
              <a:t>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5360" name="Text Box 32">
            <a:extLst>
              <a:ext uri="{FF2B5EF4-FFF2-40B4-BE49-F238E27FC236}">
                <a16:creationId xmlns:a16="http://schemas.microsoft.com/office/drawing/2014/main" id="{59D34AD7-71B3-3CE8-820C-1AD8B6C5AA20}"/>
              </a:ext>
            </a:extLst>
          </p:cNvPr>
          <p:cNvSpPr txBox="1">
            <a:spLocks noChangeArrowheads="1"/>
          </p:cNvSpPr>
          <p:nvPr/>
        </p:nvSpPr>
        <p:spPr bwMode="auto">
          <a:xfrm>
            <a:off x="6705600" y="2819400"/>
            <a:ext cx="361950" cy="519113"/>
          </a:xfrm>
          <a:prstGeom prst="rect">
            <a:avLst/>
          </a:prstGeom>
          <a:noFill/>
          <a:ln w="9525">
            <a:noFill/>
            <a:miter lim="800000"/>
            <a:headEnd/>
            <a:tailEnd/>
          </a:ln>
        </p:spPr>
        <p:txBody>
          <a:bodyPr wrap="none">
            <a:spAutoFit/>
          </a:bodyPr>
          <a:lstStyle/>
          <a:p>
            <a:pPr>
              <a:defRPr/>
            </a:pPr>
            <a:r>
              <a:rPr lang="en-US" altLang="zh-CN" sz="2800" b="1"/>
              <a:t>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5361" name="Text Box 33">
            <a:extLst>
              <a:ext uri="{FF2B5EF4-FFF2-40B4-BE49-F238E27FC236}">
                <a16:creationId xmlns:a16="http://schemas.microsoft.com/office/drawing/2014/main" id="{001F254B-DD33-94DE-52CA-B94BE2F81861}"/>
              </a:ext>
            </a:extLst>
          </p:cNvPr>
          <p:cNvSpPr txBox="1">
            <a:spLocks noChangeArrowheads="1"/>
          </p:cNvSpPr>
          <p:nvPr/>
        </p:nvSpPr>
        <p:spPr bwMode="auto">
          <a:xfrm>
            <a:off x="6305550" y="2819400"/>
            <a:ext cx="361950" cy="519113"/>
          </a:xfrm>
          <a:prstGeom prst="rect">
            <a:avLst/>
          </a:prstGeom>
          <a:noFill/>
          <a:ln w="9525">
            <a:noFill/>
            <a:miter lim="800000"/>
            <a:headEnd/>
            <a:tailEnd/>
          </a:ln>
        </p:spPr>
        <p:txBody>
          <a:bodyPr wrap="none">
            <a:spAutoFit/>
          </a:bodyPr>
          <a:lstStyle/>
          <a:p>
            <a:pPr>
              <a:defRPr/>
            </a:pPr>
            <a:r>
              <a:rPr lang="en-US" altLang="zh-CN" sz="2800" b="1"/>
              <a:t>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5362" name="Text Box 34">
            <a:extLst>
              <a:ext uri="{FF2B5EF4-FFF2-40B4-BE49-F238E27FC236}">
                <a16:creationId xmlns:a16="http://schemas.microsoft.com/office/drawing/2014/main" id="{1F97223D-AC62-6B60-4FCC-23DE9EA69BE7}"/>
              </a:ext>
            </a:extLst>
          </p:cNvPr>
          <p:cNvSpPr txBox="1">
            <a:spLocks noChangeArrowheads="1"/>
          </p:cNvSpPr>
          <p:nvPr/>
        </p:nvSpPr>
        <p:spPr bwMode="auto">
          <a:xfrm>
            <a:off x="4800600" y="2819400"/>
            <a:ext cx="361950" cy="519113"/>
          </a:xfrm>
          <a:prstGeom prst="rect">
            <a:avLst/>
          </a:prstGeom>
          <a:noFill/>
          <a:ln w="9525">
            <a:noFill/>
            <a:miter lim="800000"/>
            <a:headEnd/>
            <a:tailEnd/>
          </a:ln>
        </p:spPr>
        <p:txBody>
          <a:bodyPr wrap="none">
            <a:spAutoFit/>
          </a:bodyPr>
          <a:lstStyle/>
          <a:p>
            <a:pPr>
              <a:defRPr/>
            </a:pPr>
            <a:r>
              <a:rPr lang="en-US" altLang="zh-CN" sz="2800" b="1"/>
              <a:t>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5363" name="Text Box 35">
            <a:extLst>
              <a:ext uri="{FF2B5EF4-FFF2-40B4-BE49-F238E27FC236}">
                <a16:creationId xmlns:a16="http://schemas.microsoft.com/office/drawing/2014/main" id="{EEB3A20D-5746-2F76-384F-6857371A7BA6}"/>
              </a:ext>
            </a:extLst>
          </p:cNvPr>
          <p:cNvSpPr txBox="1">
            <a:spLocks noChangeArrowheads="1"/>
          </p:cNvSpPr>
          <p:nvPr/>
        </p:nvSpPr>
        <p:spPr bwMode="auto">
          <a:xfrm>
            <a:off x="5467350" y="1919288"/>
            <a:ext cx="361950" cy="519112"/>
          </a:xfrm>
          <a:prstGeom prst="rect">
            <a:avLst/>
          </a:prstGeom>
          <a:noFill/>
          <a:ln w="9525">
            <a:noFill/>
            <a:miter lim="800000"/>
            <a:headEnd/>
            <a:tailEnd/>
          </a:ln>
        </p:spPr>
        <p:txBody>
          <a:bodyPr wrap="none">
            <a:spAutoFit/>
          </a:bodyPr>
          <a:lstStyle/>
          <a:p>
            <a:pPr>
              <a:defRPr/>
            </a:pPr>
            <a:r>
              <a:rPr lang="en-US" altLang="zh-CN" sz="2800" b="1"/>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5364" name="Rectangle 36" descr="永恒">
            <a:extLst>
              <a:ext uri="{FF2B5EF4-FFF2-40B4-BE49-F238E27FC236}">
                <a16:creationId xmlns:a16="http://schemas.microsoft.com/office/drawing/2014/main" id="{E74D6F09-6F0B-18A5-233A-8A74064F4D6D}"/>
              </a:ext>
            </a:extLst>
          </p:cNvPr>
          <p:cNvSpPr>
            <a:spLocks noChangeArrowheads="1"/>
          </p:cNvSpPr>
          <p:nvPr/>
        </p:nvSpPr>
        <p:spPr bwMode="auto">
          <a:xfrm>
            <a:off x="533400" y="4343400"/>
            <a:ext cx="3276600" cy="533400"/>
          </a:xfrm>
          <a:prstGeom prst="rect">
            <a:avLst/>
          </a:prstGeom>
          <a:blipFill dpi="0" rotWithShape="0">
            <a:blip r:embed="rId2"/>
            <a:srcRect/>
            <a:tile tx="0" ty="0" sx="100000" sy="100000" flip="none" algn="tl"/>
          </a:blipFill>
          <a:ln w="28575">
            <a:solidFill>
              <a:schemeClr val="tx1"/>
            </a:solidFill>
            <a:miter lim="800000"/>
            <a:headEnd/>
            <a:tailEnd/>
          </a:ln>
          <a:effectLst>
            <a:outerShdw dist="107763" dir="2700000" algn="ctr" rotWithShape="0">
              <a:srgbClr val="808080"/>
            </a:outerShdw>
          </a:effectLst>
        </p:spPr>
        <p:txBody>
          <a:bodyPr wrap="none" anchor="ctr"/>
          <a:lstStyle/>
          <a:p>
            <a:pPr algn="ctr">
              <a:defRPr/>
            </a:pPr>
            <a:r>
              <a:rPr lang="en-US" altLang="zh-CN" sz="2800" b="1" dirty="0">
                <a:solidFill>
                  <a:schemeClr val="tx2"/>
                </a:solidFill>
                <a:effectLst>
                  <a:outerShdw blurRad="38100" dist="38100" dir="2700000" algn="tl">
                    <a:srgbClr val="000000"/>
                  </a:outerShdw>
                </a:effectLst>
              </a:rPr>
              <a:t>49 25 21 25* 16 08</a:t>
            </a:r>
            <a:endParaRPr lang="en-US" altLang="zh-CN" dirty="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79909" name="Line 37">
            <a:extLst>
              <a:ext uri="{FF2B5EF4-FFF2-40B4-BE49-F238E27FC236}">
                <a16:creationId xmlns:a16="http://schemas.microsoft.com/office/drawing/2014/main" id="{4E52A9A3-91B1-88C9-5DD7-EC337136286D}"/>
              </a:ext>
            </a:extLst>
          </p:cNvPr>
          <p:cNvSpPr>
            <a:spLocks noChangeShapeType="1"/>
          </p:cNvSpPr>
          <p:nvPr/>
        </p:nvSpPr>
        <p:spPr bwMode="auto">
          <a:xfrm>
            <a:off x="10668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0" name="Line 38">
            <a:extLst>
              <a:ext uri="{FF2B5EF4-FFF2-40B4-BE49-F238E27FC236}">
                <a16:creationId xmlns:a16="http://schemas.microsoft.com/office/drawing/2014/main" id="{8FE1C9D6-0BE8-6180-65E5-6317F7C578C8}"/>
              </a:ext>
            </a:extLst>
          </p:cNvPr>
          <p:cNvSpPr>
            <a:spLocks noChangeShapeType="1"/>
          </p:cNvSpPr>
          <p:nvPr/>
        </p:nvSpPr>
        <p:spPr bwMode="auto">
          <a:xfrm>
            <a:off x="1600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1" name="Line 39">
            <a:extLst>
              <a:ext uri="{FF2B5EF4-FFF2-40B4-BE49-F238E27FC236}">
                <a16:creationId xmlns:a16="http://schemas.microsoft.com/office/drawing/2014/main" id="{109CC2D5-A765-37F4-2AE1-EDC37212FC0A}"/>
              </a:ext>
            </a:extLst>
          </p:cNvPr>
          <p:cNvSpPr>
            <a:spLocks noChangeShapeType="1"/>
          </p:cNvSpPr>
          <p:nvPr/>
        </p:nvSpPr>
        <p:spPr bwMode="auto">
          <a:xfrm>
            <a:off x="2133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2" name="Line 40">
            <a:extLst>
              <a:ext uri="{FF2B5EF4-FFF2-40B4-BE49-F238E27FC236}">
                <a16:creationId xmlns:a16="http://schemas.microsoft.com/office/drawing/2014/main" id="{7D61ABAE-FA25-E539-BA9E-65D521DDB59B}"/>
              </a:ext>
            </a:extLst>
          </p:cNvPr>
          <p:cNvSpPr>
            <a:spLocks noChangeShapeType="1"/>
          </p:cNvSpPr>
          <p:nvPr/>
        </p:nvSpPr>
        <p:spPr bwMode="auto">
          <a:xfrm>
            <a:off x="2743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3" name="Line 41">
            <a:extLst>
              <a:ext uri="{FF2B5EF4-FFF2-40B4-BE49-F238E27FC236}">
                <a16:creationId xmlns:a16="http://schemas.microsoft.com/office/drawing/2014/main" id="{12D9F473-B9C5-A39E-D69E-EEDA36D1864D}"/>
              </a:ext>
            </a:extLst>
          </p:cNvPr>
          <p:cNvSpPr>
            <a:spLocks noChangeShapeType="1"/>
          </p:cNvSpPr>
          <p:nvPr/>
        </p:nvSpPr>
        <p:spPr bwMode="auto">
          <a:xfrm>
            <a:off x="3276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5370" name="Rectangle 42" descr="永恒">
            <a:extLst>
              <a:ext uri="{FF2B5EF4-FFF2-40B4-BE49-F238E27FC236}">
                <a16:creationId xmlns:a16="http://schemas.microsoft.com/office/drawing/2014/main" id="{BF672868-254E-25F4-937D-C927A995AC7E}"/>
              </a:ext>
            </a:extLst>
          </p:cNvPr>
          <p:cNvSpPr>
            <a:spLocks noChangeArrowheads="1"/>
          </p:cNvSpPr>
          <p:nvPr/>
        </p:nvSpPr>
        <p:spPr bwMode="auto">
          <a:xfrm>
            <a:off x="4800600" y="4343400"/>
            <a:ext cx="3276600" cy="533400"/>
          </a:xfrm>
          <a:prstGeom prst="rect">
            <a:avLst/>
          </a:prstGeom>
          <a:blipFill dpi="0" rotWithShape="0">
            <a:blip r:embed="rId2"/>
            <a:srcRect/>
            <a:tile tx="0" ty="0" sx="100000" sy="100000" flip="none" algn="tl"/>
          </a:blipFill>
          <a:ln w="28575">
            <a:solidFill>
              <a:schemeClr val="tx1"/>
            </a:solidFill>
            <a:miter lim="800000"/>
            <a:headEnd/>
            <a:tailEnd/>
          </a:ln>
          <a:effectLst>
            <a:outerShdw dist="107763" dir="2700000" algn="ctr" rotWithShape="0">
              <a:srgbClr val="808080"/>
            </a:outerShdw>
          </a:effectLst>
        </p:spPr>
        <p:txBody>
          <a:bodyPr wrap="none" anchor="ctr"/>
          <a:lstStyle/>
          <a:p>
            <a:pPr algn="ctr">
              <a:defRPr/>
            </a:pPr>
            <a:r>
              <a:rPr lang="en-US" altLang="zh-CN" sz="2800" b="1" dirty="0">
                <a:solidFill>
                  <a:schemeClr val="tx2"/>
                </a:solidFill>
                <a:effectLst>
                  <a:outerShdw blurRad="38100" dist="38100" dir="2700000" algn="tl">
                    <a:srgbClr val="000000"/>
                  </a:outerShdw>
                </a:effectLst>
              </a:rPr>
              <a:t>08 25 21 25*  16 </a:t>
            </a:r>
            <a:r>
              <a:rPr lang="en-US" altLang="zh-CN" sz="2800" b="1" dirty="0">
                <a:solidFill>
                  <a:schemeClr val="bg2"/>
                </a:solidFill>
                <a:effectLst>
                  <a:outerShdw blurRad="38100" dist="38100" dir="2700000" algn="tl">
                    <a:srgbClr val="000000"/>
                  </a:outerShdw>
                </a:effectLst>
              </a:rPr>
              <a:t>49</a:t>
            </a:r>
            <a:endParaRPr lang="en-US" altLang="zh-CN" dirty="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79915" name="Line 43">
            <a:extLst>
              <a:ext uri="{FF2B5EF4-FFF2-40B4-BE49-F238E27FC236}">
                <a16:creationId xmlns:a16="http://schemas.microsoft.com/office/drawing/2014/main" id="{0F159CE2-4B6D-D573-9A59-404CAABCC784}"/>
              </a:ext>
            </a:extLst>
          </p:cNvPr>
          <p:cNvSpPr>
            <a:spLocks noChangeShapeType="1"/>
          </p:cNvSpPr>
          <p:nvPr/>
        </p:nvSpPr>
        <p:spPr bwMode="auto">
          <a:xfrm>
            <a:off x="53340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6" name="Line 44">
            <a:extLst>
              <a:ext uri="{FF2B5EF4-FFF2-40B4-BE49-F238E27FC236}">
                <a16:creationId xmlns:a16="http://schemas.microsoft.com/office/drawing/2014/main" id="{560D11C7-5722-50A7-9B16-919CC5F70ACA}"/>
              </a:ext>
            </a:extLst>
          </p:cNvPr>
          <p:cNvSpPr>
            <a:spLocks noChangeShapeType="1"/>
          </p:cNvSpPr>
          <p:nvPr/>
        </p:nvSpPr>
        <p:spPr bwMode="auto">
          <a:xfrm>
            <a:off x="58674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7" name="Line 45">
            <a:extLst>
              <a:ext uri="{FF2B5EF4-FFF2-40B4-BE49-F238E27FC236}">
                <a16:creationId xmlns:a16="http://schemas.microsoft.com/office/drawing/2014/main" id="{2F5D9A23-88BA-2BD9-3AC5-DF1DE4DB93FF}"/>
              </a:ext>
            </a:extLst>
          </p:cNvPr>
          <p:cNvSpPr>
            <a:spLocks noChangeShapeType="1"/>
          </p:cNvSpPr>
          <p:nvPr/>
        </p:nvSpPr>
        <p:spPr bwMode="auto">
          <a:xfrm>
            <a:off x="64008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8" name="Line 46">
            <a:extLst>
              <a:ext uri="{FF2B5EF4-FFF2-40B4-BE49-F238E27FC236}">
                <a16:creationId xmlns:a16="http://schemas.microsoft.com/office/drawing/2014/main" id="{D201B02C-B518-887C-79B2-80A87383A910}"/>
              </a:ext>
            </a:extLst>
          </p:cNvPr>
          <p:cNvSpPr>
            <a:spLocks noChangeShapeType="1"/>
          </p:cNvSpPr>
          <p:nvPr/>
        </p:nvSpPr>
        <p:spPr bwMode="auto">
          <a:xfrm>
            <a:off x="70104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9" name="Line 47">
            <a:extLst>
              <a:ext uri="{FF2B5EF4-FFF2-40B4-BE49-F238E27FC236}">
                <a16:creationId xmlns:a16="http://schemas.microsoft.com/office/drawing/2014/main" id="{38FC9C05-E150-F5A9-0D13-172F38A64E5E}"/>
              </a:ext>
            </a:extLst>
          </p:cNvPr>
          <p:cNvSpPr>
            <a:spLocks noChangeShapeType="1"/>
          </p:cNvSpPr>
          <p:nvPr/>
        </p:nvSpPr>
        <p:spPr bwMode="auto">
          <a:xfrm>
            <a:off x="75438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5376" name="Text Box 48">
            <a:extLst>
              <a:ext uri="{FF2B5EF4-FFF2-40B4-BE49-F238E27FC236}">
                <a16:creationId xmlns:a16="http://schemas.microsoft.com/office/drawing/2014/main" id="{11E61B04-77D8-76E1-FAB3-2AA5D0C3816D}"/>
              </a:ext>
            </a:extLst>
          </p:cNvPr>
          <p:cNvSpPr txBox="1">
            <a:spLocks noChangeArrowheads="1"/>
          </p:cNvSpPr>
          <p:nvPr/>
        </p:nvSpPr>
        <p:spPr bwMode="auto">
          <a:xfrm>
            <a:off x="4724400" y="5043488"/>
            <a:ext cx="3852337" cy="954107"/>
          </a:xfrm>
          <a:prstGeom prst="rect">
            <a:avLst/>
          </a:prstGeom>
          <a:noFill/>
          <a:ln w="9525">
            <a:noFill/>
            <a:miter lim="800000"/>
            <a:headEnd/>
            <a:tailEnd/>
          </a:ln>
        </p:spPr>
        <p:txBody>
          <a:bodyPr wrap="none">
            <a:spAutoFit/>
          </a:bodyPr>
          <a:lstStyle/>
          <a:p>
            <a:pPr>
              <a:defRPr/>
            </a:pPr>
            <a:r>
              <a:rPr lang="zh-CN" altLang="en-US" sz="2800" b="1" dirty="0">
                <a:effectLst>
                  <a:outerShdw blurRad="38100" dist="38100" dir="2700000" algn="tl">
                    <a:srgbClr val="C0C0C0"/>
                  </a:outerShdw>
                </a:effectLst>
                <a:ea typeface="仿宋_GB2312" pitchFamily="49" charset="-122"/>
              </a:rPr>
              <a:t>交换 </a:t>
            </a:r>
            <a:r>
              <a:rPr lang="en-US" altLang="en-US" sz="2800" b="1" dirty="0">
                <a:effectLst>
                  <a:outerShdw blurRad="38100" dist="38100" dir="2700000" algn="tl">
                    <a:srgbClr val="C0C0C0"/>
                  </a:outerShdw>
                </a:effectLst>
                <a:ea typeface="仿宋_GB2312" pitchFamily="49" charset="-122"/>
              </a:rPr>
              <a:t>0 </a:t>
            </a:r>
            <a:r>
              <a:rPr lang="zh-CN" altLang="en-US" sz="2800" b="1" dirty="0">
                <a:effectLst>
                  <a:outerShdw blurRad="38100" dist="38100" dir="2700000" algn="tl">
                    <a:srgbClr val="C0C0C0"/>
                  </a:outerShdw>
                </a:effectLst>
                <a:ea typeface="仿宋_GB2312" pitchFamily="49" charset="-122"/>
              </a:rPr>
              <a:t>号与 </a:t>
            </a:r>
            <a:r>
              <a:rPr lang="en-US" altLang="zh-CN" sz="2800" b="1" dirty="0">
                <a:effectLst>
                  <a:outerShdw blurRad="38100" dist="38100" dir="2700000" algn="tl">
                    <a:srgbClr val="C0C0C0"/>
                  </a:outerShdw>
                </a:effectLst>
                <a:ea typeface="仿宋_GB2312" pitchFamily="49" charset="-122"/>
              </a:rPr>
              <a:t>5 </a:t>
            </a:r>
            <a:r>
              <a:rPr lang="zh-CN" altLang="en-US" sz="2800" b="1" dirty="0">
                <a:effectLst>
                  <a:outerShdw blurRad="38100" dist="38100" dir="2700000" algn="tl">
                    <a:srgbClr val="C0C0C0"/>
                  </a:outerShdw>
                </a:effectLst>
                <a:ea typeface="仿宋_GB2312" pitchFamily="49" charset="-122"/>
              </a:rPr>
              <a:t>号元素，</a:t>
            </a:r>
            <a:endParaRPr lang="en-US" altLang="zh-CN" sz="2800" b="1" dirty="0">
              <a:effectLst>
                <a:outerShdw blurRad="38100" dist="38100" dir="2700000" algn="tl">
                  <a:srgbClr val="C0C0C0"/>
                </a:outerShdw>
              </a:effectLst>
              <a:ea typeface="仿宋_GB2312" pitchFamily="49" charset="-122"/>
            </a:endParaRPr>
          </a:p>
          <a:p>
            <a:pPr>
              <a:defRPr/>
            </a:pPr>
            <a:r>
              <a:rPr lang="en-US" altLang="zh-CN" sz="2800" b="1" dirty="0">
                <a:effectLst>
                  <a:outerShdw blurRad="38100" dist="38100" dir="2700000" algn="tl">
                    <a:srgbClr val="C0C0C0"/>
                  </a:outerShdw>
                </a:effectLst>
                <a:ea typeface="仿宋_GB2312" pitchFamily="49" charset="-122"/>
              </a:rPr>
              <a:t>5 </a:t>
            </a:r>
            <a:r>
              <a:rPr lang="zh-CN" altLang="en-US" sz="2800" b="1" dirty="0">
                <a:effectLst>
                  <a:outerShdw blurRad="38100" dist="38100" dir="2700000" algn="tl">
                    <a:srgbClr val="C0C0C0"/>
                  </a:outerShdw>
                </a:effectLst>
                <a:ea typeface="仿宋_GB2312" pitchFamily="49" charset="-122"/>
              </a:rPr>
              <a:t>号元素就位</a:t>
            </a:r>
            <a:endParaRPr lang="zh-CN" altLang="en-US"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5377" name="Text Box 49">
            <a:extLst>
              <a:ext uri="{FF2B5EF4-FFF2-40B4-BE49-F238E27FC236}">
                <a16:creationId xmlns:a16="http://schemas.microsoft.com/office/drawing/2014/main" id="{F6157CDF-5BC1-C0A5-2913-30F687E59F0D}"/>
              </a:ext>
            </a:extLst>
          </p:cNvPr>
          <p:cNvSpPr txBox="1">
            <a:spLocks noChangeArrowheads="1"/>
          </p:cNvSpPr>
          <p:nvPr/>
        </p:nvSpPr>
        <p:spPr bwMode="auto">
          <a:xfrm>
            <a:off x="1146175" y="5006975"/>
            <a:ext cx="1978025" cy="519113"/>
          </a:xfrm>
          <a:prstGeom prst="rect">
            <a:avLst/>
          </a:prstGeom>
          <a:noFill/>
          <a:ln w="9525">
            <a:noFill/>
            <a:miter lim="800000"/>
            <a:headEnd/>
            <a:tailEnd/>
          </a:ln>
        </p:spPr>
        <p:txBody>
          <a:bodyPr wrap="none">
            <a:spAutoFit/>
          </a:bodyPr>
          <a:lstStyle/>
          <a:p>
            <a:pPr>
              <a:defRPr/>
            </a:pPr>
            <a:r>
              <a:rPr lang="zh-CN" altLang="en-US" sz="2800" b="1">
                <a:effectLst>
                  <a:outerShdw blurRad="38100" dist="38100" dir="2700000" algn="tl">
                    <a:srgbClr val="C0C0C0"/>
                  </a:outerShdw>
                </a:effectLst>
                <a:ea typeface="仿宋_GB2312" pitchFamily="49" charset="-122"/>
              </a:rPr>
              <a:t>初始最大堆</a:t>
            </a:r>
          </a:p>
        </p:txBody>
      </p:sp>
      <p:sp>
        <p:nvSpPr>
          <p:cNvPr id="79922" name="Freeform 50">
            <a:extLst>
              <a:ext uri="{FF2B5EF4-FFF2-40B4-BE49-F238E27FC236}">
                <a16:creationId xmlns:a16="http://schemas.microsoft.com/office/drawing/2014/main" id="{36CFDFE7-581D-79D6-CF40-283C53FEDBB7}"/>
              </a:ext>
            </a:extLst>
          </p:cNvPr>
          <p:cNvSpPr>
            <a:spLocks/>
          </p:cNvSpPr>
          <p:nvPr/>
        </p:nvSpPr>
        <p:spPr bwMode="auto">
          <a:xfrm>
            <a:off x="4533900" y="1028700"/>
            <a:ext cx="3619500" cy="3035300"/>
          </a:xfrm>
          <a:custGeom>
            <a:avLst/>
            <a:gdLst>
              <a:gd name="T0" fmla="*/ 2147483646 w 2280"/>
              <a:gd name="T1" fmla="*/ 2147483646 h 1912"/>
              <a:gd name="T2" fmla="*/ 2147483646 w 2280"/>
              <a:gd name="T3" fmla="*/ 2147483646 h 1912"/>
              <a:gd name="T4" fmla="*/ 2147483646 w 2280"/>
              <a:gd name="T5" fmla="*/ 2147483646 h 1912"/>
              <a:gd name="T6" fmla="*/ 2147483646 w 2280"/>
              <a:gd name="T7" fmla="*/ 2147483646 h 1912"/>
              <a:gd name="T8" fmla="*/ 2147483646 w 2280"/>
              <a:gd name="T9" fmla="*/ 2147483646 h 1912"/>
              <a:gd name="T10" fmla="*/ 2147483646 w 2280"/>
              <a:gd name="T11" fmla="*/ 2147483646 h 1912"/>
              <a:gd name="T12" fmla="*/ 2147483646 w 2280"/>
              <a:gd name="T13" fmla="*/ 2147483646 h 1912"/>
              <a:gd name="T14" fmla="*/ 2147483646 w 2280"/>
              <a:gd name="T15" fmla="*/ 2147483646 h 1912"/>
              <a:gd name="T16" fmla="*/ 2147483646 w 2280"/>
              <a:gd name="T17" fmla="*/ 2147483646 h 1912"/>
              <a:gd name="T18" fmla="*/ 2147483646 w 2280"/>
              <a:gd name="T19" fmla="*/ 2147483646 h 1912"/>
              <a:gd name="T20" fmla="*/ 2147483646 w 2280"/>
              <a:gd name="T21" fmla="*/ 2147483646 h 1912"/>
              <a:gd name="T22" fmla="*/ 2147483646 w 2280"/>
              <a:gd name="T23" fmla="*/ 2147483646 h 19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80"/>
              <a:gd name="T37" fmla="*/ 0 h 1912"/>
              <a:gd name="T38" fmla="*/ 2280 w 2280"/>
              <a:gd name="T39" fmla="*/ 1912 h 19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80" h="1912">
                <a:moveTo>
                  <a:pt x="936" y="216"/>
                </a:moveTo>
                <a:cubicBezTo>
                  <a:pt x="760" y="408"/>
                  <a:pt x="296" y="920"/>
                  <a:pt x="168" y="1176"/>
                </a:cubicBezTo>
                <a:cubicBezTo>
                  <a:pt x="40" y="1432"/>
                  <a:pt x="0" y="1640"/>
                  <a:pt x="168" y="1752"/>
                </a:cubicBezTo>
                <a:cubicBezTo>
                  <a:pt x="336" y="1864"/>
                  <a:pt x="968" y="1912"/>
                  <a:pt x="1176" y="1848"/>
                </a:cubicBezTo>
                <a:cubicBezTo>
                  <a:pt x="1384" y="1784"/>
                  <a:pt x="1336" y="1464"/>
                  <a:pt x="1416" y="1368"/>
                </a:cubicBezTo>
                <a:cubicBezTo>
                  <a:pt x="1496" y="1272"/>
                  <a:pt x="1560" y="1288"/>
                  <a:pt x="1656" y="1272"/>
                </a:cubicBezTo>
                <a:cubicBezTo>
                  <a:pt x="1752" y="1256"/>
                  <a:pt x="1904" y="1312"/>
                  <a:pt x="1992" y="1272"/>
                </a:cubicBezTo>
                <a:cubicBezTo>
                  <a:pt x="2080" y="1232"/>
                  <a:pt x="2152" y="1120"/>
                  <a:pt x="2184" y="1032"/>
                </a:cubicBezTo>
                <a:cubicBezTo>
                  <a:pt x="2216" y="944"/>
                  <a:pt x="2280" y="896"/>
                  <a:pt x="2184" y="744"/>
                </a:cubicBezTo>
                <a:cubicBezTo>
                  <a:pt x="2088" y="592"/>
                  <a:pt x="1768" y="240"/>
                  <a:pt x="1608" y="120"/>
                </a:cubicBezTo>
                <a:cubicBezTo>
                  <a:pt x="1448" y="0"/>
                  <a:pt x="1336" y="8"/>
                  <a:pt x="1224" y="24"/>
                </a:cubicBezTo>
                <a:cubicBezTo>
                  <a:pt x="1112" y="40"/>
                  <a:pt x="1112" y="24"/>
                  <a:pt x="936" y="216"/>
                </a:cubicBezTo>
                <a:close/>
              </a:path>
            </a:pathLst>
          </a:custGeom>
          <a:noFill/>
          <a:ln w="28575"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923" name="AutoShape 51">
            <a:extLst>
              <a:ext uri="{FF2B5EF4-FFF2-40B4-BE49-F238E27FC236}">
                <a16:creationId xmlns:a16="http://schemas.microsoft.com/office/drawing/2014/main" id="{A48D4124-AF8F-B767-26E0-4314F1016BC4}"/>
              </a:ext>
            </a:extLst>
          </p:cNvPr>
          <p:cNvSpPr>
            <a:spLocks noChangeArrowheads="1"/>
          </p:cNvSpPr>
          <p:nvPr/>
        </p:nvSpPr>
        <p:spPr bwMode="auto">
          <a:xfrm>
            <a:off x="80010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5FD5E8D9-6901-A36D-64FD-D4B270A2E69F}"/>
              </a:ext>
            </a:extLst>
          </p:cNvPr>
          <p:cNvSpPr>
            <a:spLocks noGrp="1"/>
          </p:cNvSpPr>
          <p:nvPr>
            <p:ph type="sldNum" sz="quarter" idx="12"/>
          </p:nvPr>
        </p:nvSpPr>
        <p:spPr/>
        <p:txBody>
          <a:bodyPr/>
          <a:lstStyle/>
          <a:p>
            <a:pPr>
              <a:defRPr/>
            </a:pPr>
            <a:fld id="{04E4ECFC-90A4-46B6-B7C1-F55F5037C096}" type="slidenum">
              <a:rPr lang="en-US" altLang="zh-CN" smtClean="0"/>
              <a:pPr>
                <a:defRPr/>
              </a:pPr>
              <a:t>56</a:t>
            </a:fld>
            <a:endParaRPr lang="en-US" altLang="zh-CN"/>
          </a:p>
        </p:txBody>
      </p:sp>
    </p:spTree>
  </p:cSld>
  <p:clrMapOvr>
    <a:masterClrMapping/>
  </p:clrMapOvr>
  <p:transition>
    <p:spli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Line 2">
            <a:extLst>
              <a:ext uri="{FF2B5EF4-FFF2-40B4-BE49-F238E27FC236}">
                <a16:creationId xmlns:a16="http://schemas.microsoft.com/office/drawing/2014/main" id="{997FF242-F2DC-D115-D66E-68FE06231BB6}"/>
              </a:ext>
            </a:extLst>
          </p:cNvPr>
          <p:cNvSpPr>
            <a:spLocks noChangeShapeType="1"/>
          </p:cNvSpPr>
          <p:nvPr/>
        </p:nvSpPr>
        <p:spPr bwMode="auto">
          <a:xfrm flipH="1">
            <a:off x="7143750" y="2743200"/>
            <a:ext cx="22860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899" name="Line 3">
            <a:extLst>
              <a:ext uri="{FF2B5EF4-FFF2-40B4-BE49-F238E27FC236}">
                <a16:creationId xmlns:a16="http://schemas.microsoft.com/office/drawing/2014/main" id="{0D25E255-7497-A442-DD9A-9A086FE17CF9}"/>
              </a:ext>
            </a:extLst>
          </p:cNvPr>
          <p:cNvSpPr>
            <a:spLocks noChangeShapeType="1"/>
          </p:cNvSpPr>
          <p:nvPr/>
        </p:nvSpPr>
        <p:spPr bwMode="auto">
          <a:xfrm>
            <a:off x="6762750" y="1828800"/>
            <a:ext cx="6096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0" name="Line 4">
            <a:extLst>
              <a:ext uri="{FF2B5EF4-FFF2-40B4-BE49-F238E27FC236}">
                <a16:creationId xmlns:a16="http://schemas.microsoft.com/office/drawing/2014/main" id="{EB94995E-8E8B-94FF-458D-8DD0B4155BA4}"/>
              </a:ext>
            </a:extLst>
          </p:cNvPr>
          <p:cNvSpPr>
            <a:spLocks noChangeShapeType="1"/>
          </p:cNvSpPr>
          <p:nvPr/>
        </p:nvSpPr>
        <p:spPr bwMode="auto">
          <a:xfrm>
            <a:off x="6076950" y="2743200"/>
            <a:ext cx="1524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1" name="Line 5">
            <a:extLst>
              <a:ext uri="{FF2B5EF4-FFF2-40B4-BE49-F238E27FC236}">
                <a16:creationId xmlns:a16="http://schemas.microsoft.com/office/drawing/2014/main" id="{659585BF-0AC0-7214-EC7E-2F4051E49BCB}"/>
              </a:ext>
            </a:extLst>
          </p:cNvPr>
          <p:cNvSpPr>
            <a:spLocks noChangeShapeType="1"/>
          </p:cNvSpPr>
          <p:nvPr/>
        </p:nvSpPr>
        <p:spPr bwMode="auto">
          <a:xfrm flipH="1">
            <a:off x="5314950" y="1828800"/>
            <a:ext cx="1219200" cy="1524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2" name="Line 6">
            <a:extLst>
              <a:ext uri="{FF2B5EF4-FFF2-40B4-BE49-F238E27FC236}">
                <a16:creationId xmlns:a16="http://schemas.microsoft.com/office/drawing/2014/main" id="{FE483200-6711-7EB2-3C73-370C3724BA7B}"/>
              </a:ext>
            </a:extLst>
          </p:cNvPr>
          <p:cNvSpPr>
            <a:spLocks noChangeShapeType="1"/>
          </p:cNvSpPr>
          <p:nvPr/>
        </p:nvSpPr>
        <p:spPr bwMode="auto">
          <a:xfrm flipH="1">
            <a:off x="3124200" y="2743200"/>
            <a:ext cx="228600" cy="5334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3" name="Line 7">
            <a:extLst>
              <a:ext uri="{FF2B5EF4-FFF2-40B4-BE49-F238E27FC236}">
                <a16:creationId xmlns:a16="http://schemas.microsoft.com/office/drawing/2014/main" id="{4D114FCE-FB68-40A2-3AFB-88BC2D6B6500}"/>
              </a:ext>
            </a:extLst>
          </p:cNvPr>
          <p:cNvSpPr>
            <a:spLocks noChangeShapeType="1"/>
          </p:cNvSpPr>
          <p:nvPr/>
        </p:nvSpPr>
        <p:spPr bwMode="auto">
          <a:xfrm>
            <a:off x="2057400" y="2743200"/>
            <a:ext cx="152400" cy="4572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4" name="Line 8">
            <a:extLst>
              <a:ext uri="{FF2B5EF4-FFF2-40B4-BE49-F238E27FC236}">
                <a16:creationId xmlns:a16="http://schemas.microsoft.com/office/drawing/2014/main" id="{45E83100-A382-5494-35FB-249FA7406EFA}"/>
              </a:ext>
            </a:extLst>
          </p:cNvPr>
          <p:cNvSpPr>
            <a:spLocks noChangeShapeType="1"/>
          </p:cNvSpPr>
          <p:nvPr/>
        </p:nvSpPr>
        <p:spPr bwMode="auto">
          <a:xfrm>
            <a:off x="2895600" y="1828800"/>
            <a:ext cx="609600" cy="762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5" name="Line 9">
            <a:extLst>
              <a:ext uri="{FF2B5EF4-FFF2-40B4-BE49-F238E27FC236}">
                <a16:creationId xmlns:a16="http://schemas.microsoft.com/office/drawing/2014/main" id="{715456CC-94F1-6BAF-1055-44D65FCA0A76}"/>
              </a:ext>
            </a:extLst>
          </p:cNvPr>
          <p:cNvSpPr>
            <a:spLocks noChangeShapeType="1"/>
          </p:cNvSpPr>
          <p:nvPr/>
        </p:nvSpPr>
        <p:spPr bwMode="auto">
          <a:xfrm flipH="1">
            <a:off x="1295400" y="1828800"/>
            <a:ext cx="1219200" cy="1524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0906" name="Object 1024">
            <a:extLst>
              <a:ext uri="{FF2B5EF4-FFF2-40B4-BE49-F238E27FC236}">
                <a16:creationId xmlns:a16="http://schemas.microsoft.com/office/drawing/2014/main" id="{CA47BFA8-C243-E9D1-2050-865FDE081970}"/>
              </a:ext>
            </a:extLst>
          </p:cNvPr>
          <p:cNvGraphicFramePr>
            <a:graphicFrameLocks noChangeAspect="1"/>
          </p:cNvGraphicFramePr>
          <p:nvPr/>
        </p:nvGraphicFramePr>
        <p:xfrm>
          <a:off x="10082213" y="1092200"/>
          <a:ext cx="827087" cy="4445000"/>
        </p:xfrm>
        <a:graphic>
          <a:graphicData uri="http://schemas.openxmlformats.org/presentationml/2006/ole">
            <mc:AlternateContent xmlns:mc="http://schemas.openxmlformats.org/markup-compatibility/2006">
              <mc:Choice xmlns:v="urn:schemas-microsoft-com:vml" Requires="v">
                <p:oleObj name="Document" r:id="rId2" imgW="828675" imgH="4448175" progId="Word.Document.8">
                  <p:embed/>
                </p:oleObj>
              </mc:Choice>
              <mc:Fallback>
                <p:oleObj name="Document" r:id="rId2" imgW="828675" imgH="4448175" progId="Word.Document.8">
                  <p:embed/>
                  <p:pic>
                    <p:nvPicPr>
                      <p:cNvPr id="0"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2213" y="1092200"/>
                        <a:ext cx="827087" cy="444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6363" name="Oval 11">
            <a:extLst>
              <a:ext uri="{FF2B5EF4-FFF2-40B4-BE49-F238E27FC236}">
                <a16:creationId xmlns:a16="http://schemas.microsoft.com/office/drawing/2014/main" id="{53CD16CB-C15E-24F2-0B9D-6F6BE27DA64E}"/>
              </a:ext>
            </a:extLst>
          </p:cNvPr>
          <p:cNvSpPr>
            <a:spLocks noChangeArrowheads="1"/>
          </p:cNvSpPr>
          <p:nvPr/>
        </p:nvSpPr>
        <p:spPr bwMode="auto">
          <a:xfrm>
            <a:off x="2438400" y="14478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6364" name="Oval 12">
            <a:extLst>
              <a:ext uri="{FF2B5EF4-FFF2-40B4-BE49-F238E27FC236}">
                <a16:creationId xmlns:a16="http://schemas.microsoft.com/office/drawing/2014/main" id="{6B1C0766-1330-75EE-91F7-99737CD4AF3D}"/>
              </a:ext>
            </a:extLst>
          </p:cNvPr>
          <p:cNvSpPr>
            <a:spLocks noChangeArrowheads="1"/>
          </p:cNvSpPr>
          <p:nvPr/>
        </p:nvSpPr>
        <p:spPr bwMode="auto">
          <a:xfrm>
            <a:off x="16764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rPr>
              <a:t>25*</a:t>
            </a:r>
          </a:p>
        </p:txBody>
      </p:sp>
      <p:sp>
        <p:nvSpPr>
          <p:cNvPr id="356365" name="Oval 13">
            <a:extLst>
              <a:ext uri="{FF2B5EF4-FFF2-40B4-BE49-F238E27FC236}">
                <a16:creationId xmlns:a16="http://schemas.microsoft.com/office/drawing/2014/main" id="{2791E135-398B-A185-5967-F389F7DB44CD}"/>
              </a:ext>
            </a:extLst>
          </p:cNvPr>
          <p:cNvSpPr>
            <a:spLocks noChangeArrowheads="1"/>
          </p:cNvSpPr>
          <p:nvPr/>
        </p:nvSpPr>
        <p:spPr bwMode="auto">
          <a:xfrm>
            <a:off x="9144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08</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6366" name="Oval 14">
            <a:extLst>
              <a:ext uri="{FF2B5EF4-FFF2-40B4-BE49-F238E27FC236}">
                <a16:creationId xmlns:a16="http://schemas.microsoft.com/office/drawing/2014/main" id="{2714A76F-1C80-FB75-97D8-9B678B282B7F}"/>
              </a:ext>
            </a:extLst>
          </p:cNvPr>
          <p:cNvSpPr>
            <a:spLocks noChangeArrowheads="1"/>
          </p:cNvSpPr>
          <p:nvPr/>
        </p:nvSpPr>
        <p:spPr bwMode="auto">
          <a:xfrm>
            <a:off x="32004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21</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6367" name="Oval 15">
            <a:extLst>
              <a:ext uri="{FF2B5EF4-FFF2-40B4-BE49-F238E27FC236}">
                <a16:creationId xmlns:a16="http://schemas.microsoft.com/office/drawing/2014/main" id="{89C6F2BE-AAC9-A4C7-45F1-658594B8626B}"/>
              </a:ext>
            </a:extLst>
          </p:cNvPr>
          <p:cNvSpPr>
            <a:spLocks noChangeArrowheads="1"/>
          </p:cNvSpPr>
          <p:nvPr/>
        </p:nvSpPr>
        <p:spPr bwMode="auto">
          <a:xfrm>
            <a:off x="19812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16</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6368" name="Oval 16">
            <a:extLst>
              <a:ext uri="{FF2B5EF4-FFF2-40B4-BE49-F238E27FC236}">
                <a16:creationId xmlns:a16="http://schemas.microsoft.com/office/drawing/2014/main" id="{A8C1A400-4E39-7D8A-98A2-92F748CA37EC}"/>
              </a:ext>
            </a:extLst>
          </p:cNvPr>
          <p:cNvSpPr>
            <a:spLocks noChangeArrowheads="1"/>
          </p:cNvSpPr>
          <p:nvPr/>
        </p:nvSpPr>
        <p:spPr bwMode="auto">
          <a:xfrm>
            <a:off x="281940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49</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6369" name="Text Box 17">
            <a:extLst>
              <a:ext uri="{FF2B5EF4-FFF2-40B4-BE49-F238E27FC236}">
                <a16:creationId xmlns:a16="http://schemas.microsoft.com/office/drawing/2014/main" id="{8927F57B-7400-6A13-E438-2C92BAF2F668}"/>
              </a:ext>
            </a:extLst>
          </p:cNvPr>
          <p:cNvSpPr txBox="1">
            <a:spLocks noChangeArrowheads="1"/>
          </p:cNvSpPr>
          <p:nvPr/>
        </p:nvSpPr>
        <p:spPr bwMode="auto">
          <a:xfrm>
            <a:off x="2228850" y="1081088"/>
            <a:ext cx="361950" cy="519112"/>
          </a:xfrm>
          <a:prstGeom prst="rect">
            <a:avLst/>
          </a:prstGeom>
          <a:noFill/>
          <a:ln w="9525">
            <a:noFill/>
            <a:miter lim="800000"/>
            <a:headEnd/>
            <a:tailEnd/>
          </a:ln>
        </p:spPr>
        <p:txBody>
          <a:bodyPr wrap="none">
            <a:spAutoFit/>
          </a:bodyPr>
          <a:lstStyle/>
          <a:p>
            <a:pPr>
              <a:defRPr/>
            </a:pPr>
            <a:r>
              <a:rPr lang="en-US" altLang="zh-CN" sz="2800" b="1"/>
              <a:t>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6370" name="Text Box 18">
            <a:extLst>
              <a:ext uri="{FF2B5EF4-FFF2-40B4-BE49-F238E27FC236}">
                <a16:creationId xmlns:a16="http://schemas.microsoft.com/office/drawing/2014/main" id="{97F27C81-1F04-09F3-0EB4-77DEEF27C912}"/>
              </a:ext>
            </a:extLst>
          </p:cNvPr>
          <p:cNvSpPr txBox="1">
            <a:spLocks noChangeArrowheads="1"/>
          </p:cNvSpPr>
          <p:nvPr/>
        </p:nvSpPr>
        <p:spPr bwMode="auto">
          <a:xfrm>
            <a:off x="1543050" y="1828800"/>
            <a:ext cx="361950" cy="519113"/>
          </a:xfrm>
          <a:prstGeom prst="rect">
            <a:avLst/>
          </a:prstGeom>
          <a:noFill/>
          <a:ln w="9525">
            <a:noFill/>
            <a:miter lim="800000"/>
            <a:headEnd/>
            <a:tailEnd/>
          </a:ln>
        </p:spPr>
        <p:txBody>
          <a:bodyPr wrap="none">
            <a:spAutoFit/>
          </a:bodyPr>
          <a:lstStyle/>
          <a:p>
            <a:pPr>
              <a:defRPr/>
            </a:pPr>
            <a:r>
              <a:rPr lang="en-US" altLang="zh-CN" sz="2800" b="1"/>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6371" name="Text Box 19">
            <a:extLst>
              <a:ext uri="{FF2B5EF4-FFF2-40B4-BE49-F238E27FC236}">
                <a16:creationId xmlns:a16="http://schemas.microsoft.com/office/drawing/2014/main" id="{22C146F1-BB34-DD3E-712E-F20D09E44358}"/>
              </a:ext>
            </a:extLst>
          </p:cNvPr>
          <p:cNvSpPr txBox="1">
            <a:spLocks noChangeArrowheads="1"/>
          </p:cNvSpPr>
          <p:nvPr/>
        </p:nvSpPr>
        <p:spPr bwMode="auto">
          <a:xfrm>
            <a:off x="3676650" y="1981200"/>
            <a:ext cx="361950" cy="519113"/>
          </a:xfrm>
          <a:prstGeom prst="rect">
            <a:avLst/>
          </a:prstGeom>
          <a:noFill/>
          <a:ln w="9525">
            <a:noFill/>
            <a:miter lim="800000"/>
            <a:headEnd/>
            <a:tailEnd/>
          </a:ln>
        </p:spPr>
        <p:txBody>
          <a:bodyPr wrap="none">
            <a:spAutoFit/>
          </a:bodyPr>
          <a:lstStyle/>
          <a:p>
            <a:pPr>
              <a:defRPr/>
            </a:pPr>
            <a:r>
              <a:rPr lang="en-US" altLang="zh-CN" sz="2800" b="1"/>
              <a:t>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6372" name="Text Box 20">
            <a:extLst>
              <a:ext uri="{FF2B5EF4-FFF2-40B4-BE49-F238E27FC236}">
                <a16:creationId xmlns:a16="http://schemas.microsoft.com/office/drawing/2014/main" id="{220B79FE-3A32-A2DE-80C0-58F78738B0DC}"/>
              </a:ext>
            </a:extLst>
          </p:cNvPr>
          <p:cNvSpPr txBox="1">
            <a:spLocks noChangeArrowheads="1"/>
          </p:cNvSpPr>
          <p:nvPr/>
        </p:nvSpPr>
        <p:spPr bwMode="auto">
          <a:xfrm>
            <a:off x="838200" y="2757488"/>
            <a:ext cx="361950" cy="519112"/>
          </a:xfrm>
          <a:prstGeom prst="rect">
            <a:avLst/>
          </a:prstGeom>
          <a:noFill/>
          <a:ln w="9525">
            <a:noFill/>
            <a:miter lim="800000"/>
            <a:headEnd/>
            <a:tailEnd/>
          </a:ln>
        </p:spPr>
        <p:txBody>
          <a:bodyPr wrap="none">
            <a:spAutoFit/>
          </a:bodyPr>
          <a:lstStyle/>
          <a:p>
            <a:pPr>
              <a:defRPr/>
            </a:pPr>
            <a:r>
              <a:rPr lang="en-US" altLang="zh-CN" sz="2800" b="1"/>
              <a:t>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6373" name="Text Box 21">
            <a:extLst>
              <a:ext uri="{FF2B5EF4-FFF2-40B4-BE49-F238E27FC236}">
                <a16:creationId xmlns:a16="http://schemas.microsoft.com/office/drawing/2014/main" id="{D7264B45-C326-DC98-8373-E9CC1A040B05}"/>
              </a:ext>
            </a:extLst>
          </p:cNvPr>
          <p:cNvSpPr txBox="1">
            <a:spLocks noChangeArrowheads="1"/>
          </p:cNvSpPr>
          <p:nvPr/>
        </p:nvSpPr>
        <p:spPr bwMode="auto">
          <a:xfrm>
            <a:off x="2209800" y="2757488"/>
            <a:ext cx="361950" cy="519112"/>
          </a:xfrm>
          <a:prstGeom prst="rect">
            <a:avLst/>
          </a:prstGeom>
          <a:noFill/>
          <a:ln w="9525">
            <a:noFill/>
            <a:miter lim="800000"/>
            <a:headEnd/>
            <a:tailEnd/>
          </a:ln>
        </p:spPr>
        <p:txBody>
          <a:bodyPr wrap="none">
            <a:spAutoFit/>
          </a:bodyPr>
          <a:lstStyle/>
          <a:p>
            <a:pPr>
              <a:defRPr/>
            </a:pPr>
            <a:r>
              <a:rPr lang="en-US" altLang="zh-CN" sz="2800" b="1"/>
              <a:t>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6374" name="Text Box 22">
            <a:extLst>
              <a:ext uri="{FF2B5EF4-FFF2-40B4-BE49-F238E27FC236}">
                <a16:creationId xmlns:a16="http://schemas.microsoft.com/office/drawing/2014/main" id="{AFB64827-809B-7516-736B-81A472855F89}"/>
              </a:ext>
            </a:extLst>
          </p:cNvPr>
          <p:cNvSpPr txBox="1">
            <a:spLocks noChangeArrowheads="1"/>
          </p:cNvSpPr>
          <p:nvPr/>
        </p:nvSpPr>
        <p:spPr bwMode="auto">
          <a:xfrm>
            <a:off x="2762250" y="2757488"/>
            <a:ext cx="361950" cy="519112"/>
          </a:xfrm>
          <a:prstGeom prst="rect">
            <a:avLst/>
          </a:prstGeom>
          <a:noFill/>
          <a:ln w="9525">
            <a:noFill/>
            <a:miter lim="800000"/>
            <a:headEnd/>
            <a:tailEnd/>
          </a:ln>
        </p:spPr>
        <p:txBody>
          <a:bodyPr wrap="none">
            <a:spAutoFit/>
          </a:bodyPr>
          <a:lstStyle/>
          <a:p>
            <a:pPr>
              <a:defRPr/>
            </a:pPr>
            <a:r>
              <a:rPr lang="en-US" altLang="zh-CN" sz="2800" b="1"/>
              <a:t>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80919" name="AutoShape 23">
            <a:extLst>
              <a:ext uri="{FF2B5EF4-FFF2-40B4-BE49-F238E27FC236}">
                <a16:creationId xmlns:a16="http://schemas.microsoft.com/office/drawing/2014/main" id="{AAE29AD2-CF3E-35C4-BCFC-AC9AA1D0E74D}"/>
              </a:ext>
            </a:extLst>
          </p:cNvPr>
          <p:cNvSpPr>
            <a:spLocks noChangeArrowheads="1"/>
          </p:cNvSpPr>
          <p:nvPr/>
        </p:nvSpPr>
        <p:spPr bwMode="auto">
          <a:xfrm>
            <a:off x="42672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56376" name="Oval 24">
            <a:extLst>
              <a:ext uri="{FF2B5EF4-FFF2-40B4-BE49-F238E27FC236}">
                <a16:creationId xmlns:a16="http://schemas.microsoft.com/office/drawing/2014/main" id="{D535198F-F3B4-08C5-1CD0-10876070EBF0}"/>
              </a:ext>
            </a:extLst>
          </p:cNvPr>
          <p:cNvSpPr>
            <a:spLocks noChangeArrowheads="1"/>
          </p:cNvSpPr>
          <p:nvPr/>
        </p:nvSpPr>
        <p:spPr bwMode="auto">
          <a:xfrm>
            <a:off x="6381750" y="1447800"/>
            <a:ext cx="533400" cy="533400"/>
          </a:xfrm>
          <a:prstGeom prst="ellipse">
            <a:avLst/>
          </a:prstGeom>
          <a:gradFill rotWithShape="0">
            <a:gsLst>
              <a:gs pos="0">
                <a:srgbClr val="00FFFF"/>
              </a:gs>
              <a:gs pos="100000">
                <a:srgbClr val="00FFFF">
                  <a:gamma/>
                  <a:shade val="46275"/>
                  <a:invGamma/>
                </a:srgbClr>
              </a:gs>
            </a:gsLst>
            <a:lin ang="2700000" scaled="1"/>
          </a:gradFill>
          <a:ln w="9525">
            <a:solidFill>
              <a:srgbClr val="00FFFF"/>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16</a:t>
            </a:r>
            <a:endParaRPr lang="en-US" altLang="zh-CN">
              <a:solidFill>
                <a:srgbClr val="00FFFF"/>
              </a:solidFill>
              <a:effectDag name="">
                <a:cont type="tree" name="">
                  <a:effect ref="fillLine"/>
                  <a:outerShdw dist="38100" dir="13500000" algn="br">
                    <a:srgbClr val="55FFFF"/>
                  </a:outerShdw>
                </a:cont>
                <a:cont type="tree" name="">
                  <a:effect ref="fillLine"/>
                  <a:outerShdw dist="38100" dir="2700000" algn="tl">
                    <a:srgbClr val="009999"/>
                  </a:outerShdw>
                </a:cont>
                <a:effect ref="fillLine"/>
              </a:effectDag>
            </a:endParaRPr>
          </a:p>
        </p:txBody>
      </p:sp>
      <p:sp>
        <p:nvSpPr>
          <p:cNvPr id="356377" name="Oval 25">
            <a:extLst>
              <a:ext uri="{FF2B5EF4-FFF2-40B4-BE49-F238E27FC236}">
                <a16:creationId xmlns:a16="http://schemas.microsoft.com/office/drawing/2014/main" id="{66E9DB39-4871-7BF9-C226-5E1E90FE18E4}"/>
              </a:ext>
            </a:extLst>
          </p:cNvPr>
          <p:cNvSpPr>
            <a:spLocks noChangeArrowheads="1"/>
          </p:cNvSpPr>
          <p:nvPr/>
        </p:nvSpPr>
        <p:spPr bwMode="auto">
          <a:xfrm>
            <a:off x="569595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6378" name="Oval 26">
            <a:extLst>
              <a:ext uri="{FF2B5EF4-FFF2-40B4-BE49-F238E27FC236}">
                <a16:creationId xmlns:a16="http://schemas.microsoft.com/office/drawing/2014/main" id="{275BF659-116E-E83C-9DA6-52C84C189857}"/>
              </a:ext>
            </a:extLst>
          </p:cNvPr>
          <p:cNvSpPr>
            <a:spLocks noChangeArrowheads="1"/>
          </p:cNvSpPr>
          <p:nvPr/>
        </p:nvSpPr>
        <p:spPr bwMode="auto">
          <a:xfrm>
            <a:off x="493395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08</a:t>
            </a:r>
            <a:endParaRPr lang="en-US" altLang="zh-CN" sz="2800">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6379" name="Oval 27">
            <a:extLst>
              <a:ext uri="{FF2B5EF4-FFF2-40B4-BE49-F238E27FC236}">
                <a16:creationId xmlns:a16="http://schemas.microsoft.com/office/drawing/2014/main" id="{BAD823D3-916D-3D12-8395-BF5DD056B929}"/>
              </a:ext>
            </a:extLst>
          </p:cNvPr>
          <p:cNvSpPr>
            <a:spLocks noChangeArrowheads="1"/>
          </p:cNvSpPr>
          <p:nvPr/>
        </p:nvSpPr>
        <p:spPr bwMode="auto">
          <a:xfrm>
            <a:off x="6000750" y="3200400"/>
            <a:ext cx="533400" cy="533400"/>
          </a:xfrm>
          <a:prstGeom prst="ellipse">
            <a:avLst/>
          </a:prstGeom>
          <a:gradFill rotWithShape="0">
            <a:gsLst>
              <a:gs pos="0">
                <a:srgbClr val="00FFFF"/>
              </a:gs>
              <a:gs pos="100000">
                <a:srgbClr val="00FFFF">
                  <a:gamma/>
                  <a:shade val="46275"/>
                  <a:invGamma/>
                </a:srgbClr>
              </a:gs>
            </a:gsLst>
            <a:lin ang="2700000" scaled="1"/>
          </a:gradFill>
          <a:ln w="9525">
            <a:solidFill>
              <a:srgbClr val="00FFFF"/>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25</a:t>
            </a:r>
            <a:endParaRPr lang="en-US" altLang="zh-CN">
              <a:solidFill>
                <a:srgbClr val="00FFFF"/>
              </a:solidFill>
              <a:effectDag name="">
                <a:cont type="tree" name="">
                  <a:effect ref="fillLine"/>
                  <a:outerShdw dist="38100" dir="13500000" algn="br">
                    <a:srgbClr val="55FFFF"/>
                  </a:outerShdw>
                </a:cont>
                <a:cont type="tree" name="">
                  <a:effect ref="fillLine"/>
                  <a:outerShdw dist="38100" dir="2700000" algn="tl">
                    <a:srgbClr val="009999"/>
                  </a:outerShdw>
                </a:cont>
                <a:effect ref="fillLine"/>
              </a:effectDag>
            </a:endParaRPr>
          </a:p>
        </p:txBody>
      </p:sp>
      <p:sp>
        <p:nvSpPr>
          <p:cNvPr id="356380" name="Oval 28">
            <a:extLst>
              <a:ext uri="{FF2B5EF4-FFF2-40B4-BE49-F238E27FC236}">
                <a16:creationId xmlns:a16="http://schemas.microsoft.com/office/drawing/2014/main" id="{1A710D64-7669-EB76-85E0-544F5EF90EC2}"/>
              </a:ext>
            </a:extLst>
          </p:cNvPr>
          <p:cNvSpPr>
            <a:spLocks noChangeArrowheads="1"/>
          </p:cNvSpPr>
          <p:nvPr/>
        </p:nvSpPr>
        <p:spPr bwMode="auto">
          <a:xfrm>
            <a:off x="714375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21</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6381" name="Oval 29">
            <a:extLst>
              <a:ext uri="{FF2B5EF4-FFF2-40B4-BE49-F238E27FC236}">
                <a16:creationId xmlns:a16="http://schemas.microsoft.com/office/drawing/2014/main" id="{2A5DEDDE-109C-7BD6-FF1A-E1A72B6E4E99}"/>
              </a:ext>
            </a:extLst>
          </p:cNvPr>
          <p:cNvSpPr>
            <a:spLocks noChangeArrowheads="1"/>
          </p:cNvSpPr>
          <p:nvPr/>
        </p:nvSpPr>
        <p:spPr bwMode="auto">
          <a:xfrm>
            <a:off x="683895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49</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6382" name="Text Box 30">
            <a:extLst>
              <a:ext uri="{FF2B5EF4-FFF2-40B4-BE49-F238E27FC236}">
                <a16:creationId xmlns:a16="http://schemas.microsoft.com/office/drawing/2014/main" id="{DC4E8639-CB03-D31B-5D5F-DF674BBB87B8}"/>
              </a:ext>
            </a:extLst>
          </p:cNvPr>
          <p:cNvSpPr txBox="1">
            <a:spLocks noChangeArrowheads="1"/>
          </p:cNvSpPr>
          <p:nvPr/>
        </p:nvSpPr>
        <p:spPr bwMode="auto">
          <a:xfrm>
            <a:off x="6248400" y="1066800"/>
            <a:ext cx="361950" cy="519113"/>
          </a:xfrm>
          <a:prstGeom prst="rect">
            <a:avLst/>
          </a:prstGeom>
          <a:noFill/>
          <a:ln w="9525">
            <a:noFill/>
            <a:miter lim="800000"/>
            <a:headEnd/>
            <a:tailEnd/>
          </a:ln>
        </p:spPr>
        <p:txBody>
          <a:bodyPr wrap="none">
            <a:spAutoFit/>
          </a:bodyPr>
          <a:lstStyle/>
          <a:p>
            <a:pPr>
              <a:defRPr/>
            </a:pPr>
            <a:r>
              <a:rPr lang="en-US" altLang="zh-CN" sz="2800" b="1"/>
              <a:t>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6383" name="Text Box 31">
            <a:extLst>
              <a:ext uri="{FF2B5EF4-FFF2-40B4-BE49-F238E27FC236}">
                <a16:creationId xmlns:a16="http://schemas.microsoft.com/office/drawing/2014/main" id="{A8A56DF5-00A9-6019-9548-A704B27827A3}"/>
              </a:ext>
            </a:extLst>
          </p:cNvPr>
          <p:cNvSpPr txBox="1">
            <a:spLocks noChangeArrowheads="1"/>
          </p:cNvSpPr>
          <p:nvPr/>
        </p:nvSpPr>
        <p:spPr bwMode="auto">
          <a:xfrm>
            <a:off x="7620000" y="2057400"/>
            <a:ext cx="361950" cy="519113"/>
          </a:xfrm>
          <a:prstGeom prst="rect">
            <a:avLst/>
          </a:prstGeom>
          <a:noFill/>
          <a:ln w="9525">
            <a:noFill/>
            <a:miter lim="800000"/>
            <a:headEnd/>
            <a:tailEnd/>
          </a:ln>
        </p:spPr>
        <p:txBody>
          <a:bodyPr wrap="none">
            <a:spAutoFit/>
          </a:bodyPr>
          <a:lstStyle/>
          <a:p>
            <a:pPr>
              <a:defRPr/>
            </a:pPr>
            <a:r>
              <a:rPr lang="en-US" altLang="zh-CN" sz="2800" b="1"/>
              <a:t>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6384" name="Text Box 32">
            <a:extLst>
              <a:ext uri="{FF2B5EF4-FFF2-40B4-BE49-F238E27FC236}">
                <a16:creationId xmlns:a16="http://schemas.microsoft.com/office/drawing/2014/main" id="{DB8F9359-1162-6E22-69E6-061CFBF3B3A1}"/>
              </a:ext>
            </a:extLst>
          </p:cNvPr>
          <p:cNvSpPr txBox="1">
            <a:spLocks noChangeArrowheads="1"/>
          </p:cNvSpPr>
          <p:nvPr/>
        </p:nvSpPr>
        <p:spPr bwMode="auto">
          <a:xfrm>
            <a:off x="6705600" y="2819400"/>
            <a:ext cx="361950" cy="519113"/>
          </a:xfrm>
          <a:prstGeom prst="rect">
            <a:avLst/>
          </a:prstGeom>
          <a:noFill/>
          <a:ln w="9525">
            <a:noFill/>
            <a:miter lim="800000"/>
            <a:headEnd/>
            <a:tailEnd/>
          </a:ln>
        </p:spPr>
        <p:txBody>
          <a:bodyPr wrap="none">
            <a:spAutoFit/>
          </a:bodyPr>
          <a:lstStyle/>
          <a:p>
            <a:pPr>
              <a:defRPr/>
            </a:pPr>
            <a:r>
              <a:rPr lang="en-US" altLang="zh-CN" sz="2800" b="1"/>
              <a:t>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6385" name="Text Box 33">
            <a:extLst>
              <a:ext uri="{FF2B5EF4-FFF2-40B4-BE49-F238E27FC236}">
                <a16:creationId xmlns:a16="http://schemas.microsoft.com/office/drawing/2014/main" id="{87211C05-3B6E-5D6C-22F1-3125C1568389}"/>
              </a:ext>
            </a:extLst>
          </p:cNvPr>
          <p:cNvSpPr txBox="1">
            <a:spLocks noChangeArrowheads="1"/>
          </p:cNvSpPr>
          <p:nvPr/>
        </p:nvSpPr>
        <p:spPr bwMode="auto">
          <a:xfrm>
            <a:off x="6305550" y="2819400"/>
            <a:ext cx="361950" cy="519113"/>
          </a:xfrm>
          <a:prstGeom prst="rect">
            <a:avLst/>
          </a:prstGeom>
          <a:noFill/>
          <a:ln w="9525">
            <a:noFill/>
            <a:miter lim="800000"/>
            <a:headEnd/>
            <a:tailEnd/>
          </a:ln>
        </p:spPr>
        <p:txBody>
          <a:bodyPr wrap="none">
            <a:spAutoFit/>
          </a:bodyPr>
          <a:lstStyle/>
          <a:p>
            <a:pPr>
              <a:defRPr/>
            </a:pPr>
            <a:r>
              <a:rPr lang="en-US" altLang="zh-CN" sz="2800" b="1"/>
              <a:t>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6386" name="Text Box 34">
            <a:extLst>
              <a:ext uri="{FF2B5EF4-FFF2-40B4-BE49-F238E27FC236}">
                <a16:creationId xmlns:a16="http://schemas.microsoft.com/office/drawing/2014/main" id="{2D33A0E4-BDBA-7BC4-B147-82B0B93D3FC4}"/>
              </a:ext>
            </a:extLst>
          </p:cNvPr>
          <p:cNvSpPr txBox="1">
            <a:spLocks noChangeArrowheads="1"/>
          </p:cNvSpPr>
          <p:nvPr/>
        </p:nvSpPr>
        <p:spPr bwMode="auto">
          <a:xfrm>
            <a:off x="4800600" y="2819400"/>
            <a:ext cx="361950" cy="519113"/>
          </a:xfrm>
          <a:prstGeom prst="rect">
            <a:avLst/>
          </a:prstGeom>
          <a:noFill/>
          <a:ln w="9525">
            <a:noFill/>
            <a:miter lim="800000"/>
            <a:headEnd/>
            <a:tailEnd/>
          </a:ln>
        </p:spPr>
        <p:txBody>
          <a:bodyPr wrap="none">
            <a:spAutoFit/>
          </a:bodyPr>
          <a:lstStyle/>
          <a:p>
            <a:pPr>
              <a:defRPr/>
            </a:pPr>
            <a:r>
              <a:rPr lang="en-US" altLang="zh-CN" sz="2800" b="1"/>
              <a:t>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6387" name="Text Box 35">
            <a:extLst>
              <a:ext uri="{FF2B5EF4-FFF2-40B4-BE49-F238E27FC236}">
                <a16:creationId xmlns:a16="http://schemas.microsoft.com/office/drawing/2014/main" id="{63EDDF7D-967B-D03F-40AB-3F14BFCE079C}"/>
              </a:ext>
            </a:extLst>
          </p:cNvPr>
          <p:cNvSpPr txBox="1">
            <a:spLocks noChangeArrowheads="1"/>
          </p:cNvSpPr>
          <p:nvPr/>
        </p:nvSpPr>
        <p:spPr bwMode="auto">
          <a:xfrm>
            <a:off x="5467350" y="1919288"/>
            <a:ext cx="361950" cy="519112"/>
          </a:xfrm>
          <a:prstGeom prst="rect">
            <a:avLst/>
          </a:prstGeom>
          <a:noFill/>
          <a:ln w="9525">
            <a:noFill/>
            <a:miter lim="800000"/>
            <a:headEnd/>
            <a:tailEnd/>
          </a:ln>
        </p:spPr>
        <p:txBody>
          <a:bodyPr wrap="none">
            <a:spAutoFit/>
          </a:bodyPr>
          <a:lstStyle/>
          <a:p>
            <a:pPr>
              <a:defRPr/>
            </a:pPr>
            <a:r>
              <a:rPr lang="en-US" altLang="zh-CN" sz="2800" b="1"/>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6388" name="Rectangle 36" descr="永恒">
            <a:extLst>
              <a:ext uri="{FF2B5EF4-FFF2-40B4-BE49-F238E27FC236}">
                <a16:creationId xmlns:a16="http://schemas.microsoft.com/office/drawing/2014/main" id="{5170B97A-FF03-C42F-91EE-EF3548CC0A40}"/>
              </a:ext>
            </a:extLst>
          </p:cNvPr>
          <p:cNvSpPr>
            <a:spLocks noChangeArrowheads="1"/>
          </p:cNvSpPr>
          <p:nvPr/>
        </p:nvSpPr>
        <p:spPr bwMode="auto">
          <a:xfrm>
            <a:off x="685800" y="4343400"/>
            <a:ext cx="3276600" cy="533400"/>
          </a:xfrm>
          <a:prstGeom prst="rect">
            <a:avLst/>
          </a:prstGeom>
          <a:blipFill dpi="0" rotWithShape="0">
            <a:blip r:embed="rId4"/>
            <a:srcRect/>
            <a:tile tx="0" ty="0" sx="100000" sy="100000" flip="none" algn="tl"/>
          </a:blipFill>
          <a:ln w="28575">
            <a:solidFill>
              <a:schemeClr val="tx1"/>
            </a:solidFill>
            <a:miter lim="800000"/>
            <a:headEnd/>
            <a:tailEnd/>
          </a:ln>
          <a:effectLst>
            <a:outerShdw dist="107763" dir="2700000" algn="ctr" rotWithShape="0">
              <a:srgbClr val="808080"/>
            </a:outerShdw>
          </a:effectLst>
        </p:spPr>
        <p:txBody>
          <a:bodyPr wrap="none" anchor="ctr"/>
          <a:lstStyle/>
          <a:p>
            <a:pPr algn="ctr">
              <a:defRPr/>
            </a:pPr>
            <a:r>
              <a:rPr lang="en-US" altLang="zh-CN" sz="2800" b="1" dirty="0">
                <a:solidFill>
                  <a:schemeClr val="tx2"/>
                </a:solidFill>
                <a:effectLst>
                  <a:outerShdw blurRad="38100" dist="38100" dir="2700000" algn="tl">
                    <a:srgbClr val="000000"/>
                  </a:outerShdw>
                </a:effectLst>
              </a:rPr>
              <a:t>25 25* 21  08 16 </a:t>
            </a:r>
            <a:r>
              <a:rPr lang="en-US" altLang="zh-CN" sz="2800" b="1" dirty="0">
                <a:solidFill>
                  <a:schemeClr val="bg2"/>
                </a:solidFill>
                <a:effectLst>
                  <a:outerShdw blurRad="38100" dist="38100" dir="2700000" algn="tl">
                    <a:srgbClr val="000000"/>
                  </a:outerShdw>
                </a:effectLst>
              </a:rPr>
              <a:t>49</a:t>
            </a:r>
            <a:endParaRPr lang="en-US" altLang="zh-CN" dirty="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80933" name="Line 37">
            <a:extLst>
              <a:ext uri="{FF2B5EF4-FFF2-40B4-BE49-F238E27FC236}">
                <a16:creationId xmlns:a16="http://schemas.microsoft.com/office/drawing/2014/main" id="{21E7D0D6-8003-5AB5-B293-595FD0775A50}"/>
              </a:ext>
            </a:extLst>
          </p:cNvPr>
          <p:cNvSpPr>
            <a:spLocks noChangeShapeType="1"/>
          </p:cNvSpPr>
          <p:nvPr/>
        </p:nvSpPr>
        <p:spPr bwMode="auto">
          <a:xfrm>
            <a:off x="1219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4" name="Line 38">
            <a:extLst>
              <a:ext uri="{FF2B5EF4-FFF2-40B4-BE49-F238E27FC236}">
                <a16:creationId xmlns:a16="http://schemas.microsoft.com/office/drawing/2014/main" id="{37B82C83-0D09-A52D-0F70-637DB8674F22}"/>
              </a:ext>
            </a:extLst>
          </p:cNvPr>
          <p:cNvSpPr>
            <a:spLocks noChangeShapeType="1"/>
          </p:cNvSpPr>
          <p:nvPr/>
        </p:nvSpPr>
        <p:spPr bwMode="auto">
          <a:xfrm>
            <a:off x="18288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5" name="Line 39">
            <a:extLst>
              <a:ext uri="{FF2B5EF4-FFF2-40B4-BE49-F238E27FC236}">
                <a16:creationId xmlns:a16="http://schemas.microsoft.com/office/drawing/2014/main" id="{65596FB2-7ECA-304B-FC4F-C5594D0F9E7A}"/>
              </a:ext>
            </a:extLst>
          </p:cNvPr>
          <p:cNvSpPr>
            <a:spLocks noChangeShapeType="1"/>
          </p:cNvSpPr>
          <p:nvPr/>
        </p:nvSpPr>
        <p:spPr bwMode="auto">
          <a:xfrm>
            <a:off x="2362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6" name="Line 40">
            <a:extLst>
              <a:ext uri="{FF2B5EF4-FFF2-40B4-BE49-F238E27FC236}">
                <a16:creationId xmlns:a16="http://schemas.microsoft.com/office/drawing/2014/main" id="{9E154E12-918B-4D98-89DD-759F4A536659}"/>
              </a:ext>
            </a:extLst>
          </p:cNvPr>
          <p:cNvSpPr>
            <a:spLocks noChangeShapeType="1"/>
          </p:cNvSpPr>
          <p:nvPr/>
        </p:nvSpPr>
        <p:spPr bwMode="auto">
          <a:xfrm>
            <a:off x="2895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7" name="Line 41">
            <a:extLst>
              <a:ext uri="{FF2B5EF4-FFF2-40B4-BE49-F238E27FC236}">
                <a16:creationId xmlns:a16="http://schemas.microsoft.com/office/drawing/2014/main" id="{9B83C218-C0B0-7BFE-8BE1-97A11AD43850}"/>
              </a:ext>
            </a:extLst>
          </p:cNvPr>
          <p:cNvSpPr>
            <a:spLocks noChangeShapeType="1"/>
          </p:cNvSpPr>
          <p:nvPr/>
        </p:nvSpPr>
        <p:spPr bwMode="auto">
          <a:xfrm>
            <a:off x="34290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6394" name="Rectangle 42" descr="永恒">
            <a:extLst>
              <a:ext uri="{FF2B5EF4-FFF2-40B4-BE49-F238E27FC236}">
                <a16:creationId xmlns:a16="http://schemas.microsoft.com/office/drawing/2014/main" id="{3D83ADA1-6FDD-CC75-EE9C-B503B47A5651}"/>
              </a:ext>
            </a:extLst>
          </p:cNvPr>
          <p:cNvSpPr>
            <a:spLocks noChangeArrowheads="1"/>
          </p:cNvSpPr>
          <p:nvPr/>
        </p:nvSpPr>
        <p:spPr bwMode="auto">
          <a:xfrm>
            <a:off x="5105400" y="4343400"/>
            <a:ext cx="3276600" cy="533400"/>
          </a:xfrm>
          <a:prstGeom prst="rect">
            <a:avLst/>
          </a:prstGeom>
          <a:blipFill dpi="0" rotWithShape="0">
            <a:blip r:embed="rId4"/>
            <a:srcRect/>
            <a:tile tx="0" ty="0" sx="100000" sy="100000" flip="none" algn="tl"/>
          </a:blipFill>
          <a:ln w="28575">
            <a:solidFill>
              <a:schemeClr val="tx1"/>
            </a:solidFill>
            <a:miter lim="800000"/>
            <a:headEnd/>
            <a:tailEnd/>
          </a:ln>
          <a:effectLst>
            <a:outerShdw dist="107763" dir="2700000" algn="ctr" rotWithShape="0">
              <a:srgbClr val="808080"/>
            </a:outerShdw>
          </a:effectLst>
        </p:spPr>
        <p:txBody>
          <a:bodyPr wrap="none" anchor="ctr"/>
          <a:lstStyle/>
          <a:p>
            <a:pPr algn="ctr">
              <a:defRPr/>
            </a:pPr>
            <a:r>
              <a:rPr lang="en-US" altLang="zh-CN" sz="2800" b="1" dirty="0">
                <a:solidFill>
                  <a:schemeClr val="tx2"/>
                </a:solidFill>
                <a:effectLst>
                  <a:outerShdw blurRad="38100" dist="38100" dir="2700000" algn="tl">
                    <a:srgbClr val="000000"/>
                  </a:outerShdw>
                </a:effectLst>
              </a:rPr>
              <a:t>16 25* 21 08  </a:t>
            </a:r>
            <a:r>
              <a:rPr lang="en-US" altLang="zh-CN" sz="2800" b="1" dirty="0">
                <a:solidFill>
                  <a:schemeClr val="bg2"/>
                </a:solidFill>
                <a:effectLst>
                  <a:outerShdw blurRad="38100" dist="38100" dir="2700000" algn="tl">
                    <a:srgbClr val="000000"/>
                  </a:outerShdw>
                </a:effectLst>
              </a:rPr>
              <a:t>25</a:t>
            </a:r>
            <a:r>
              <a:rPr lang="en-US" altLang="zh-CN" sz="2800" b="1" dirty="0">
                <a:solidFill>
                  <a:schemeClr val="tx2"/>
                </a:solidFill>
                <a:effectLst>
                  <a:outerShdw blurRad="38100" dist="38100" dir="2700000" algn="tl">
                    <a:srgbClr val="000000"/>
                  </a:outerShdw>
                </a:effectLst>
              </a:rPr>
              <a:t>  </a:t>
            </a:r>
            <a:r>
              <a:rPr lang="en-US" altLang="zh-CN" sz="2800" b="1" dirty="0">
                <a:solidFill>
                  <a:schemeClr val="bg2"/>
                </a:solidFill>
                <a:effectLst>
                  <a:outerShdw blurRad="38100" dist="38100" dir="2700000" algn="tl">
                    <a:srgbClr val="000000"/>
                  </a:outerShdw>
                </a:effectLst>
              </a:rPr>
              <a:t>49</a:t>
            </a:r>
            <a:endParaRPr lang="en-US" altLang="zh-CN" dirty="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80939" name="Line 43">
            <a:extLst>
              <a:ext uri="{FF2B5EF4-FFF2-40B4-BE49-F238E27FC236}">
                <a16:creationId xmlns:a16="http://schemas.microsoft.com/office/drawing/2014/main" id="{BC9473CC-A8F6-2C9A-6D51-4D7094505C7D}"/>
              </a:ext>
            </a:extLst>
          </p:cNvPr>
          <p:cNvSpPr>
            <a:spLocks noChangeShapeType="1"/>
          </p:cNvSpPr>
          <p:nvPr/>
        </p:nvSpPr>
        <p:spPr bwMode="auto">
          <a:xfrm>
            <a:off x="56388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0" name="Line 44">
            <a:extLst>
              <a:ext uri="{FF2B5EF4-FFF2-40B4-BE49-F238E27FC236}">
                <a16:creationId xmlns:a16="http://schemas.microsoft.com/office/drawing/2014/main" id="{11E7348A-AE25-CBE7-2271-466C3D3319F2}"/>
              </a:ext>
            </a:extLst>
          </p:cNvPr>
          <p:cNvSpPr>
            <a:spLocks noChangeShapeType="1"/>
          </p:cNvSpPr>
          <p:nvPr/>
        </p:nvSpPr>
        <p:spPr bwMode="auto">
          <a:xfrm>
            <a:off x="62484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1" name="Line 45">
            <a:extLst>
              <a:ext uri="{FF2B5EF4-FFF2-40B4-BE49-F238E27FC236}">
                <a16:creationId xmlns:a16="http://schemas.microsoft.com/office/drawing/2014/main" id="{244B5409-0F44-A52E-C3AB-A5795B9376DC}"/>
              </a:ext>
            </a:extLst>
          </p:cNvPr>
          <p:cNvSpPr>
            <a:spLocks noChangeShapeType="1"/>
          </p:cNvSpPr>
          <p:nvPr/>
        </p:nvSpPr>
        <p:spPr bwMode="auto">
          <a:xfrm>
            <a:off x="67818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2" name="Line 46">
            <a:extLst>
              <a:ext uri="{FF2B5EF4-FFF2-40B4-BE49-F238E27FC236}">
                <a16:creationId xmlns:a16="http://schemas.microsoft.com/office/drawing/2014/main" id="{813C855D-4365-901E-DAD3-D9295F62F07D}"/>
              </a:ext>
            </a:extLst>
          </p:cNvPr>
          <p:cNvSpPr>
            <a:spLocks noChangeShapeType="1"/>
          </p:cNvSpPr>
          <p:nvPr/>
        </p:nvSpPr>
        <p:spPr bwMode="auto">
          <a:xfrm>
            <a:off x="7315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3" name="Line 47">
            <a:extLst>
              <a:ext uri="{FF2B5EF4-FFF2-40B4-BE49-F238E27FC236}">
                <a16:creationId xmlns:a16="http://schemas.microsoft.com/office/drawing/2014/main" id="{3A11CD70-C14B-66AB-6071-AA9BB1FAA7EE}"/>
              </a:ext>
            </a:extLst>
          </p:cNvPr>
          <p:cNvSpPr>
            <a:spLocks noChangeShapeType="1"/>
          </p:cNvSpPr>
          <p:nvPr/>
        </p:nvSpPr>
        <p:spPr bwMode="auto">
          <a:xfrm>
            <a:off x="7848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6400" name="Text Box 48">
            <a:extLst>
              <a:ext uri="{FF2B5EF4-FFF2-40B4-BE49-F238E27FC236}">
                <a16:creationId xmlns:a16="http://schemas.microsoft.com/office/drawing/2014/main" id="{4802DB66-1ADA-DBCA-DE4B-B40376D42E73}"/>
              </a:ext>
            </a:extLst>
          </p:cNvPr>
          <p:cNvSpPr txBox="1">
            <a:spLocks noChangeArrowheads="1"/>
          </p:cNvSpPr>
          <p:nvPr/>
        </p:nvSpPr>
        <p:spPr bwMode="auto">
          <a:xfrm>
            <a:off x="5029200" y="5043488"/>
            <a:ext cx="3852337" cy="954107"/>
          </a:xfrm>
          <a:prstGeom prst="rect">
            <a:avLst/>
          </a:prstGeom>
          <a:noFill/>
          <a:ln w="9525">
            <a:noFill/>
            <a:miter lim="800000"/>
            <a:headEnd/>
            <a:tailEnd/>
          </a:ln>
        </p:spPr>
        <p:txBody>
          <a:bodyPr wrap="none">
            <a:spAutoFit/>
          </a:bodyPr>
          <a:lstStyle/>
          <a:p>
            <a:pPr>
              <a:defRPr/>
            </a:pPr>
            <a:r>
              <a:rPr lang="zh-CN" altLang="en-US" sz="2800" b="1" dirty="0">
                <a:effectLst>
                  <a:outerShdw blurRad="38100" dist="38100" dir="2700000" algn="tl">
                    <a:srgbClr val="C0C0C0"/>
                  </a:outerShdw>
                </a:effectLst>
                <a:ea typeface="仿宋_GB2312" pitchFamily="49" charset="-122"/>
              </a:rPr>
              <a:t>交换 </a:t>
            </a:r>
            <a:r>
              <a:rPr lang="en-US" altLang="en-US" sz="2800" b="1" dirty="0">
                <a:effectLst>
                  <a:outerShdw blurRad="38100" dist="38100" dir="2700000" algn="tl">
                    <a:srgbClr val="C0C0C0"/>
                  </a:outerShdw>
                </a:effectLst>
                <a:ea typeface="仿宋_GB2312" pitchFamily="49" charset="-122"/>
              </a:rPr>
              <a:t>0 </a:t>
            </a:r>
            <a:r>
              <a:rPr lang="zh-CN" altLang="en-US" sz="2800" b="1" dirty="0">
                <a:effectLst>
                  <a:outerShdw blurRad="38100" dist="38100" dir="2700000" algn="tl">
                    <a:srgbClr val="C0C0C0"/>
                  </a:outerShdw>
                </a:effectLst>
                <a:ea typeface="仿宋_GB2312" pitchFamily="49" charset="-122"/>
              </a:rPr>
              <a:t>号与 </a:t>
            </a:r>
            <a:r>
              <a:rPr lang="en-US" altLang="zh-CN" sz="2800" b="1" dirty="0">
                <a:effectLst>
                  <a:outerShdw blurRad="38100" dist="38100" dir="2700000" algn="tl">
                    <a:srgbClr val="C0C0C0"/>
                  </a:outerShdw>
                </a:effectLst>
                <a:ea typeface="仿宋_GB2312" pitchFamily="49" charset="-122"/>
              </a:rPr>
              <a:t>4 </a:t>
            </a:r>
            <a:r>
              <a:rPr lang="zh-CN" altLang="en-US" sz="2800" b="1" dirty="0">
                <a:effectLst>
                  <a:outerShdw blurRad="38100" dist="38100" dir="2700000" algn="tl">
                    <a:srgbClr val="C0C0C0"/>
                  </a:outerShdw>
                </a:effectLst>
                <a:ea typeface="仿宋_GB2312" pitchFamily="49" charset="-122"/>
              </a:rPr>
              <a:t>号元素，</a:t>
            </a:r>
            <a:endParaRPr lang="en-US" altLang="zh-CN" sz="2800" b="1" dirty="0">
              <a:effectLst>
                <a:outerShdw blurRad="38100" dist="38100" dir="2700000" algn="tl">
                  <a:srgbClr val="C0C0C0"/>
                </a:outerShdw>
              </a:effectLst>
              <a:ea typeface="仿宋_GB2312" pitchFamily="49" charset="-122"/>
            </a:endParaRPr>
          </a:p>
          <a:p>
            <a:pPr>
              <a:defRPr/>
            </a:pPr>
            <a:r>
              <a:rPr lang="en-US" altLang="zh-CN" sz="2800" b="1" dirty="0">
                <a:effectLst>
                  <a:outerShdw blurRad="38100" dist="38100" dir="2700000" algn="tl">
                    <a:srgbClr val="C0C0C0"/>
                  </a:outerShdw>
                </a:effectLst>
                <a:ea typeface="仿宋_GB2312" pitchFamily="49" charset="-122"/>
              </a:rPr>
              <a:t>4 </a:t>
            </a:r>
            <a:r>
              <a:rPr lang="zh-CN" altLang="en-US" sz="2800" b="1" dirty="0">
                <a:effectLst>
                  <a:outerShdw blurRad="38100" dist="38100" dir="2700000" algn="tl">
                    <a:srgbClr val="C0C0C0"/>
                  </a:outerShdw>
                </a:effectLst>
                <a:ea typeface="仿宋_GB2312" pitchFamily="49" charset="-122"/>
              </a:rPr>
              <a:t>号元素就位</a:t>
            </a:r>
            <a:endParaRPr lang="zh-CN" altLang="en-US"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6401" name="Text Box 49">
            <a:extLst>
              <a:ext uri="{FF2B5EF4-FFF2-40B4-BE49-F238E27FC236}">
                <a16:creationId xmlns:a16="http://schemas.microsoft.com/office/drawing/2014/main" id="{724A893F-C0FA-E0B4-F446-8E9259017DFC}"/>
              </a:ext>
            </a:extLst>
          </p:cNvPr>
          <p:cNvSpPr txBox="1">
            <a:spLocks noChangeArrowheads="1"/>
          </p:cNvSpPr>
          <p:nvPr/>
        </p:nvSpPr>
        <p:spPr bwMode="auto">
          <a:xfrm>
            <a:off x="838200" y="5029200"/>
            <a:ext cx="3136900" cy="946150"/>
          </a:xfrm>
          <a:prstGeom prst="rect">
            <a:avLst/>
          </a:prstGeom>
          <a:noFill/>
          <a:ln w="9525">
            <a:noFill/>
            <a:miter lim="800000"/>
            <a:headEnd/>
            <a:tailEnd/>
          </a:ln>
        </p:spPr>
        <p:txBody>
          <a:bodyPr wrap="none">
            <a:spAutoFit/>
          </a:bodyPr>
          <a:lstStyle/>
          <a:p>
            <a:pPr>
              <a:defRPr/>
            </a:pPr>
            <a:r>
              <a:rPr lang="zh-CN" altLang="en-US" sz="2800" b="1">
                <a:effectLst>
                  <a:outerShdw blurRad="38100" dist="38100" dir="2700000" algn="tl">
                    <a:srgbClr val="C0C0C0"/>
                  </a:outerShdw>
                </a:effectLst>
                <a:ea typeface="仿宋_GB2312" pitchFamily="49" charset="-122"/>
              </a:rPr>
              <a:t>从 </a:t>
            </a:r>
            <a:r>
              <a:rPr lang="en-US" altLang="zh-CN" sz="2800" b="1">
                <a:effectLst>
                  <a:outerShdw blurRad="38100" dist="38100" dir="2700000" algn="tl">
                    <a:srgbClr val="C0C0C0"/>
                  </a:outerShdw>
                </a:effectLst>
                <a:ea typeface="仿宋_GB2312" pitchFamily="49" charset="-122"/>
              </a:rPr>
              <a:t>0 </a:t>
            </a:r>
            <a:r>
              <a:rPr lang="zh-CN" altLang="en-US" sz="2800" b="1">
                <a:effectLst>
                  <a:outerShdw blurRad="38100" dist="38100" dir="2700000" algn="tl">
                    <a:srgbClr val="C0C0C0"/>
                  </a:outerShdw>
                </a:effectLst>
                <a:ea typeface="仿宋_GB2312" pitchFamily="49" charset="-122"/>
              </a:rPr>
              <a:t>号到 </a:t>
            </a:r>
            <a:r>
              <a:rPr lang="en-US" altLang="zh-CN" sz="2800" b="1">
                <a:effectLst>
                  <a:outerShdw blurRad="38100" dist="38100" dir="2700000" algn="tl">
                    <a:srgbClr val="C0C0C0"/>
                  </a:outerShdw>
                </a:effectLst>
                <a:ea typeface="仿宋_GB2312" pitchFamily="49" charset="-122"/>
              </a:rPr>
              <a:t>4 </a:t>
            </a:r>
            <a:r>
              <a:rPr lang="zh-CN" altLang="en-US" sz="2800" b="1">
                <a:effectLst>
                  <a:outerShdw blurRad="38100" dist="38100" dir="2700000" algn="tl">
                    <a:srgbClr val="C0C0C0"/>
                  </a:outerShdw>
                </a:effectLst>
                <a:ea typeface="仿宋_GB2312" pitchFamily="49" charset="-122"/>
              </a:rPr>
              <a:t>号 重新</a:t>
            </a:r>
          </a:p>
          <a:p>
            <a:pPr>
              <a:defRPr/>
            </a:pPr>
            <a:r>
              <a:rPr lang="zh-CN" altLang="en-US" sz="2800" b="1">
                <a:effectLst>
                  <a:outerShdw blurRad="38100" dist="38100" dir="2700000" algn="tl">
                    <a:srgbClr val="C0C0C0"/>
                  </a:outerShdw>
                </a:effectLst>
                <a:ea typeface="仿宋_GB2312" pitchFamily="49" charset="-122"/>
              </a:rPr>
              <a:t>调整为最大堆</a:t>
            </a:r>
          </a:p>
        </p:txBody>
      </p:sp>
      <p:sp>
        <p:nvSpPr>
          <p:cNvPr id="80946" name="Freeform 50">
            <a:extLst>
              <a:ext uri="{FF2B5EF4-FFF2-40B4-BE49-F238E27FC236}">
                <a16:creationId xmlns:a16="http://schemas.microsoft.com/office/drawing/2014/main" id="{6B1820AC-FD41-6EE8-FB4E-B1FD7AFB6E32}"/>
              </a:ext>
            </a:extLst>
          </p:cNvPr>
          <p:cNvSpPr>
            <a:spLocks/>
          </p:cNvSpPr>
          <p:nvPr/>
        </p:nvSpPr>
        <p:spPr bwMode="auto">
          <a:xfrm>
            <a:off x="495300" y="1028700"/>
            <a:ext cx="3619500" cy="3035300"/>
          </a:xfrm>
          <a:custGeom>
            <a:avLst/>
            <a:gdLst>
              <a:gd name="T0" fmla="*/ 2147483646 w 2280"/>
              <a:gd name="T1" fmla="*/ 2147483646 h 1912"/>
              <a:gd name="T2" fmla="*/ 2147483646 w 2280"/>
              <a:gd name="T3" fmla="*/ 2147483646 h 1912"/>
              <a:gd name="T4" fmla="*/ 2147483646 w 2280"/>
              <a:gd name="T5" fmla="*/ 2147483646 h 1912"/>
              <a:gd name="T6" fmla="*/ 2147483646 w 2280"/>
              <a:gd name="T7" fmla="*/ 2147483646 h 1912"/>
              <a:gd name="T8" fmla="*/ 2147483646 w 2280"/>
              <a:gd name="T9" fmla="*/ 2147483646 h 1912"/>
              <a:gd name="T10" fmla="*/ 2147483646 w 2280"/>
              <a:gd name="T11" fmla="*/ 2147483646 h 1912"/>
              <a:gd name="T12" fmla="*/ 2147483646 w 2280"/>
              <a:gd name="T13" fmla="*/ 2147483646 h 1912"/>
              <a:gd name="T14" fmla="*/ 2147483646 w 2280"/>
              <a:gd name="T15" fmla="*/ 2147483646 h 1912"/>
              <a:gd name="T16" fmla="*/ 2147483646 w 2280"/>
              <a:gd name="T17" fmla="*/ 2147483646 h 1912"/>
              <a:gd name="T18" fmla="*/ 2147483646 w 2280"/>
              <a:gd name="T19" fmla="*/ 2147483646 h 1912"/>
              <a:gd name="T20" fmla="*/ 2147483646 w 2280"/>
              <a:gd name="T21" fmla="*/ 2147483646 h 1912"/>
              <a:gd name="T22" fmla="*/ 2147483646 w 2280"/>
              <a:gd name="T23" fmla="*/ 2147483646 h 19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80"/>
              <a:gd name="T37" fmla="*/ 0 h 1912"/>
              <a:gd name="T38" fmla="*/ 2280 w 2280"/>
              <a:gd name="T39" fmla="*/ 1912 h 19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80" h="1912">
                <a:moveTo>
                  <a:pt x="936" y="216"/>
                </a:moveTo>
                <a:cubicBezTo>
                  <a:pt x="760" y="408"/>
                  <a:pt x="296" y="920"/>
                  <a:pt x="168" y="1176"/>
                </a:cubicBezTo>
                <a:cubicBezTo>
                  <a:pt x="40" y="1432"/>
                  <a:pt x="0" y="1640"/>
                  <a:pt x="168" y="1752"/>
                </a:cubicBezTo>
                <a:cubicBezTo>
                  <a:pt x="336" y="1864"/>
                  <a:pt x="968" y="1912"/>
                  <a:pt x="1176" y="1848"/>
                </a:cubicBezTo>
                <a:cubicBezTo>
                  <a:pt x="1384" y="1784"/>
                  <a:pt x="1336" y="1464"/>
                  <a:pt x="1416" y="1368"/>
                </a:cubicBezTo>
                <a:cubicBezTo>
                  <a:pt x="1496" y="1272"/>
                  <a:pt x="1560" y="1288"/>
                  <a:pt x="1656" y="1272"/>
                </a:cubicBezTo>
                <a:cubicBezTo>
                  <a:pt x="1752" y="1256"/>
                  <a:pt x="1904" y="1312"/>
                  <a:pt x="1992" y="1272"/>
                </a:cubicBezTo>
                <a:cubicBezTo>
                  <a:pt x="2080" y="1232"/>
                  <a:pt x="2152" y="1120"/>
                  <a:pt x="2184" y="1032"/>
                </a:cubicBezTo>
                <a:cubicBezTo>
                  <a:pt x="2216" y="944"/>
                  <a:pt x="2280" y="896"/>
                  <a:pt x="2184" y="744"/>
                </a:cubicBezTo>
                <a:cubicBezTo>
                  <a:pt x="2088" y="592"/>
                  <a:pt x="1768" y="240"/>
                  <a:pt x="1608" y="120"/>
                </a:cubicBezTo>
                <a:cubicBezTo>
                  <a:pt x="1448" y="0"/>
                  <a:pt x="1336" y="8"/>
                  <a:pt x="1224" y="24"/>
                </a:cubicBezTo>
                <a:cubicBezTo>
                  <a:pt x="1112" y="40"/>
                  <a:pt x="1112" y="24"/>
                  <a:pt x="936" y="216"/>
                </a:cubicBezTo>
                <a:close/>
              </a:path>
            </a:pathLst>
          </a:custGeom>
          <a:noFill/>
          <a:ln w="28575"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47" name="AutoShape 51">
            <a:extLst>
              <a:ext uri="{FF2B5EF4-FFF2-40B4-BE49-F238E27FC236}">
                <a16:creationId xmlns:a16="http://schemas.microsoft.com/office/drawing/2014/main" id="{0424F564-9439-5DB8-13F6-AAA0F4397E60}"/>
              </a:ext>
            </a:extLst>
          </p:cNvPr>
          <p:cNvSpPr>
            <a:spLocks noChangeArrowheads="1"/>
          </p:cNvSpPr>
          <p:nvPr/>
        </p:nvSpPr>
        <p:spPr bwMode="auto">
          <a:xfrm>
            <a:off x="762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80948" name="Line 52">
            <a:extLst>
              <a:ext uri="{FF2B5EF4-FFF2-40B4-BE49-F238E27FC236}">
                <a16:creationId xmlns:a16="http://schemas.microsoft.com/office/drawing/2014/main" id="{E87FA9D1-64DE-FFF8-3AC7-3E7B82859B62}"/>
              </a:ext>
            </a:extLst>
          </p:cNvPr>
          <p:cNvSpPr>
            <a:spLocks noChangeShapeType="1"/>
          </p:cNvSpPr>
          <p:nvPr/>
        </p:nvSpPr>
        <p:spPr bwMode="auto">
          <a:xfrm flipV="1">
            <a:off x="1295400" y="2743200"/>
            <a:ext cx="304800" cy="3810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9" name="Line 53">
            <a:extLst>
              <a:ext uri="{FF2B5EF4-FFF2-40B4-BE49-F238E27FC236}">
                <a16:creationId xmlns:a16="http://schemas.microsoft.com/office/drawing/2014/main" id="{63093AA3-D3AE-254E-E051-3C5D31F8D3AD}"/>
              </a:ext>
            </a:extLst>
          </p:cNvPr>
          <p:cNvSpPr>
            <a:spLocks noChangeShapeType="1"/>
          </p:cNvSpPr>
          <p:nvPr/>
        </p:nvSpPr>
        <p:spPr bwMode="auto">
          <a:xfrm flipV="1">
            <a:off x="2057400" y="1828800"/>
            <a:ext cx="304800" cy="3810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50" name="Line 54">
            <a:extLst>
              <a:ext uri="{FF2B5EF4-FFF2-40B4-BE49-F238E27FC236}">
                <a16:creationId xmlns:a16="http://schemas.microsoft.com/office/drawing/2014/main" id="{87E7BE7F-FD7F-6729-0381-14680AB8997A}"/>
              </a:ext>
            </a:extLst>
          </p:cNvPr>
          <p:cNvSpPr>
            <a:spLocks noChangeShapeType="1"/>
          </p:cNvSpPr>
          <p:nvPr/>
        </p:nvSpPr>
        <p:spPr bwMode="auto">
          <a:xfrm flipH="1">
            <a:off x="1905000" y="1752600"/>
            <a:ext cx="304800" cy="381000"/>
          </a:xfrm>
          <a:prstGeom prst="line">
            <a:avLst/>
          </a:prstGeom>
          <a:noFill/>
          <a:ln w="28575">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51" name="Line 55">
            <a:extLst>
              <a:ext uri="{FF2B5EF4-FFF2-40B4-BE49-F238E27FC236}">
                <a16:creationId xmlns:a16="http://schemas.microsoft.com/office/drawing/2014/main" id="{905178E5-BC72-0F5D-6E1F-6B490ABD0D4A}"/>
              </a:ext>
            </a:extLst>
          </p:cNvPr>
          <p:cNvSpPr>
            <a:spLocks noChangeShapeType="1"/>
          </p:cNvSpPr>
          <p:nvPr/>
        </p:nvSpPr>
        <p:spPr bwMode="auto">
          <a:xfrm flipH="1">
            <a:off x="1219200" y="2667000"/>
            <a:ext cx="304800" cy="381000"/>
          </a:xfrm>
          <a:prstGeom prst="line">
            <a:avLst/>
          </a:prstGeom>
          <a:noFill/>
          <a:ln w="28575">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52" name="Freeform 56">
            <a:extLst>
              <a:ext uri="{FF2B5EF4-FFF2-40B4-BE49-F238E27FC236}">
                <a16:creationId xmlns:a16="http://schemas.microsoft.com/office/drawing/2014/main" id="{67413267-ECB4-D80F-72D8-919CC75E96DE}"/>
              </a:ext>
            </a:extLst>
          </p:cNvPr>
          <p:cNvSpPr>
            <a:spLocks/>
          </p:cNvSpPr>
          <p:nvPr/>
        </p:nvSpPr>
        <p:spPr bwMode="auto">
          <a:xfrm>
            <a:off x="4826000" y="1066800"/>
            <a:ext cx="3403600" cy="2933700"/>
          </a:xfrm>
          <a:custGeom>
            <a:avLst/>
            <a:gdLst>
              <a:gd name="T0" fmla="*/ 2147483646 w 2144"/>
              <a:gd name="T1" fmla="*/ 2147483646 h 1848"/>
              <a:gd name="T2" fmla="*/ 2147483646 w 2144"/>
              <a:gd name="T3" fmla="*/ 2147483646 h 1848"/>
              <a:gd name="T4" fmla="*/ 2147483646 w 2144"/>
              <a:gd name="T5" fmla="*/ 2147483646 h 1848"/>
              <a:gd name="T6" fmla="*/ 2147483646 w 2144"/>
              <a:gd name="T7" fmla="*/ 2147483646 h 1848"/>
              <a:gd name="T8" fmla="*/ 2147483646 w 2144"/>
              <a:gd name="T9" fmla="*/ 2147483646 h 1848"/>
              <a:gd name="T10" fmla="*/ 2147483646 w 2144"/>
              <a:gd name="T11" fmla="*/ 2147483646 h 1848"/>
              <a:gd name="T12" fmla="*/ 2147483646 w 2144"/>
              <a:gd name="T13" fmla="*/ 2147483646 h 1848"/>
              <a:gd name="T14" fmla="*/ 2147483646 w 2144"/>
              <a:gd name="T15" fmla="*/ 2147483646 h 1848"/>
              <a:gd name="T16" fmla="*/ 2147483646 w 2144"/>
              <a:gd name="T17" fmla="*/ 2147483646 h 1848"/>
              <a:gd name="T18" fmla="*/ 2147483646 w 2144"/>
              <a:gd name="T19" fmla="*/ 2147483646 h 1848"/>
              <a:gd name="T20" fmla="*/ 2147483646 w 2144"/>
              <a:gd name="T21" fmla="*/ 2147483646 h 1848"/>
              <a:gd name="T22" fmla="*/ 2147483646 w 2144"/>
              <a:gd name="T23" fmla="*/ 2147483646 h 1848"/>
              <a:gd name="T24" fmla="*/ 2147483646 w 2144"/>
              <a:gd name="T25" fmla="*/ 2147483646 h 1848"/>
              <a:gd name="T26" fmla="*/ 2147483646 w 2144"/>
              <a:gd name="T27" fmla="*/ 2147483646 h 1848"/>
              <a:gd name="T28" fmla="*/ 2147483646 w 2144"/>
              <a:gd name="T29" fmla="*/ 2147483646 h 1848"/>
              <a:gd name="T30" fmla="*/ 2147483646 w 2144"/>
              <a:gd name="T31" fmla="*/ 2147483646 h 1848"/>
              <a:gd name="T32" fmla="*/ 2147483646 w 2144"/>
              <a:gd name="T33" fmla="*/ 2147483646 h 18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44"/>
              <a:gd name="T52" fmla="*/ 0 h 1848"/>
              <a:gd name="T53" fmla="*/ 2144 w 2144"/>
              <a:gd name="T54" fmla="*/ 1848 h 184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44" h="1848">
                <a:moveTo>
                  <a:pt x="896" y="192"/>
                </a:moveTo>
                <a:cubicBezTo>
                  <a:pt x="736" y="384"/>
                  <a:pt x="256" y="952"/>
                  <a:pt x="128" y="1200"/>
                </a:cubicBezTo>
                <a:cubicBezTo>
                  <a:pt x="0" y="1448"/>
                  <a:pt x="72" y="1576"/>
                  <a:pt x="128" y="1680"/>
                </a:cubicBezTo>
                <a:cubicBezTo>
                  <a:pt x="184" y="1784"/>
                  <a:pt x="368" y="1848"/>
                  <a:pt x="464" y="1824"/>
                </a:cubicBezTo>
                <a:cubicBezTo>
                  <a:pt x="560" y="1800"/>
                  <a:pt x="648" y="1616"/>
                  <a:pt x="704" y="1536"/>
                </a:cubicBezTo>
                <a:cubicBezTo>
                  <a:pt x="760" y="1456"/>
                  <a:pt x="776" y="1384"/>
                  <a:pt x="800" y="1344"/>
                </a:cubicBezTo>
                <a:cubicBezTo>
                  <a:pt x="824" y="1304"/>
                  <a:pt x="832" y="1312"/>
                  <a:pt x="848" y="1296"/>
                </a:cubicBezTo>
                <a:cubicBezTo>
                  <a:pt x="864" y="1280"/>
                  <a:pt x="872" y="1264"/>
                  <a:pt x="896" y="1248"/>
                </a:cubicBezTo>
                <a:cubicBezTo>
                  <a:pt x="920" y="1232"/>
                  <a:pt x="928" y="1216"/>
                  <a:pt x="992" y="1200"/>
                </a:cubicBezTo>
                <a:cubicBezTo>
                  <a:pt x="1056" y="1184"/>
                  <a:pt x="1160" y="1144"/>
                  <a:pt x="1280" y="1152"/>
                </a:cubicBezTo>
                <a:cubicBezTo>
                  <a:pt x="1400" y="1160"/>
                  <a:pt x="1592" y="1240"/>
                  <a:pt x="1712" y="1248"/>
                </a:cubicBezTo>
                <a:cubicBezTo>
                  <a:pt x="1832" y="1256"/>
                  <a:pt x="1928" y="1264"/>
                  <a:pt x="2000" y="1200"/>
                </a:cubicBezTo>
                <a:cubicBezTo>
                  <a:pt x="2072" y="1136"/>
                  <a:pt x="2144" y="984"/>
                  <a:pt x="2144" y="864"/>
                </a:cubicBezTo>
                <a:cubicBezTo>
                  <a:pt x="2144" y="744"/>
                  <a:pt x="2112" y="608"/>
                  <a:pt x="2000" y="480"/>
                </a:cubicBezTo>
                <a:cubicBezTo>
                  <a:pt x="1888" y="352"/>
                  <a:pt x="1624" y="168"/>
                  <a:pt x="1472" y="96"/>
                </a:cubicBezTo>
                <a:cubicBezTo>
                  <a:pt x="1320" y="24"/>
                  <a:pt x="1184" y="32"/>
                  <a:pt x="1088" y="48"/>
                </a:cubicBezTo>
                <a:cubicBezTo>
                  <a:pt x="992" y="64"/>
                  <a:pt x="1056" y="0"/>
                  <a:pt x="896" y="192"/>
                </a:cubicBezTo>
                <a:close/>
              </a:path>
            </a:pathLst>
          </a:custGeom>
          <a:noFill/>
          <a:ln w="28575"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6409" name="AutoShape 57">
            <a:extLst>
              <a:ext uri="{FF2B5EF4-FFF2-40B4-BE49-F238E27FC236}">
                <a16:creationId xmlns:a16="http://schemas.microsoft.com/office/drawing/2014/main" id="{89FEE683-0E23-2BBD-EAAD-FEA18159AA10}"/>
              </a:ext>
            </a:extLst>
          </p:cNvPr>
          <p:cNvSpPr>
            <a:spLocks noChangeArrowheads="1"/>
          </p:cNvSpPr>
          <p:nvPr/>
        </p:nvSpPr>
        <p:spPr bwMode="auto">
          <a:xfrm>
            <a:off x="8153400" y="2362200"/>
            <a:ext cx="914400" cy="457200"/>
          </a:xfrm>
          <a:prstGeom prst="rightArrow">
            <a:avLst>
              <a:gd name="adj1" fmla="val 50000"/>
              <a:gd name="adj2" fmla="val 50000"/>
            </a:avLst>
          </a:prstGeom>
          <a:gradFill rotWithShape="0">
            <a:gsLst>
              <a:gs pos="0">
                <a:schemeClr val="hlink"/>
              </a:gs>
              <a:gs pos="100000">
                <a:schemeClr val="hlink">
                  <a:gamma/>
                  <a:shade val="46275"/>
                  <a:invGamma/>
                </a:schemeClr>
              </a:gs>
            </a:gsLst>
            <a:lin ang="2700000" scaled="1"/>
          </a:gradFill>
          <a:ln w="9525">
            <a:solidFill>
              <a:schemeClr val="hlink"/>
            </a:solidFill>
            <a:miter lim="800000"/>
            <a:headEnd/>
            <a:tailEnd/>
          </a:ln>
        </p:spPr>
        <p:txBody>
          <a:bodyPr wrap="none" anchor="ctr"/>
          <a:lstStyle/>
          <a:p>
            <a:pPr>
              <a:defRPr/>
            </a:pPr>
            <a:endParaRPr lang="zh-CN" altLang="en-US"/>
          </a:p>
        </p:txBody>
      </p:sp>
      <p:sp>
        <p:nvSpPr>
          <p:cNvPr id="2" name="灯片编号占位符 1">
            <a:extLst>
              <a:ext uri="{FF2B5EF4-FFF2-40B4-BE49-F238E27FC236}">
                <a16:creationId xmlns:a16="http://schemas.microsoft.com/office/drawing/2014/main" id="{49CABA4D-1511-B85F-563C-EA6B37A66FB6}"/>
              </a:ext>
            </a:extLst>
          </p:cNvPr>
          <p:cNvSpPr>
            <a:spLocks noGrp="1"/>
          </p:cNvSpPr>
          <p:nvPr>
            <p:ph type="sldNum" sz="quarter" idx="12"/>
          </p:nvPr>
        </p:nvSpPr>
        <p:spPr/>
        <p:txBody>
          <a:bodyPr/>
          <a:lstStyle/>
          <a:p>
            <a:pPr>
              <a:defRPr/>
            </a:pPr>
            <a:fld id="{04E4ECFC-90A4-46B6-B7C1-F55F5037C096}" type="slidenum">
              <a:rPr lang="en-US" altLang="zh-CN" smtClean="0"/>
              <a:pPr>
                <a:defRPr/>
              </a:pPr>
              <a:t>57</a:t>
            </a:fld>
            <a:endParaRPr lang="en-US" altLang="zh-CN"/>
          </a:p>
        </p:txBody>
      </p:sp>
    </p:spTree>
  </p:cSld>
  <p:clrMapOvr>
    <a:masterClrMapping/>
  </p:clrMapOvr>
  <p:transition>
    <p:spli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Line 2">
            <a:extLst>
              <a:ext uri="{FF2B5EF4-FFF2-40B4-BE49-F238E27FC236}">
                <a16:creationId xmlns:a16="http://schemas.microsoft.com/office/drawing/2014/main" id="{9335EDB2-C007-DB8B-1916-39CA04A6526E}"/>
              </a:ext>
            </a:extLst>
          </p:cNvPr>
          <p:cNvSpPr>
            <a:spLocks noChangeShapeType="1"/>
          </p:cNvSpPr>
          <p:nvPr/>
        </p:nvSpPr>
        <p:spPr bwMode="auto">
          <a:xfrm flipH="1">
            <a:off x="7073900" y="2743200"/>
            <a:ext cx="228600" cy="5334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23" name="Line 3">
            <a:extLst>
              <a:ext uri="{FF2B5EF4-FFF2-40B4-BE49-F238E27FC236}">
                <a16:creationId xmlns:a16="http://schemas.microsoft.com/office/drawing/2014/main" id="{DE7E94AF-372D-B158-C38E-174EAB39C348}"/>
              </a:ext>
            </a:extLst>
          </p:cNvPr>
          <p:cNvSpPr>
            <a:spLocks noChangeShapeType="1"/>
          </p:cNvSpPr>
          <p:nvPr/>
        </p:nvSpPr>
        <p:spPr bwMode="auto">
          <a:xfrm>
            <a:off x="6692900" y="1828800"/>
            <a:ext cx="609600" cy="762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24" name="Line 4">
            <a:extLst>
              <a:ext uri="{FF2B5EF4-FFF2-40B4-BE49-F238E27FC236}">
                <a16:creationId xmlns:a16="http://schemas.microsoft.com/office/drawing/2014/main" id="{71ACDE07-ADB6-5417-280E-8F9A4758F484}"/>
              </a:ext>
            </a:extLst>
          </p:cNvPr>
          <p:cNvSpPr>
            <a:spLocks noChangeShapeType="1"/>
          </p:cNvSpPr>
          <p:nvPr/>
        </p:nvSpPr>
        <p:spPr bwMode="auto">
          <a:xfrm>
            <a:off x="6007100" y="2743200"/>
            <a:ext cx="152400" cy="4572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25" name="Line 5">
            <a:extLst>
              <a:ext uri="{FF2B5EF4-FFF2-40B4-BE49-F238E27FC236}">
                <a16:creationId xmlns:a16="http://schemas.microsoft.com/office/drawing/2014/main" id="{ACED3AA5-AE25-16EC-06E1-A25EF35B4315}"/>
              </a:ext>
            </a:extLst>
          </p:cNvPr>
          <p:cNvSpPr>
            <a:spLocks noChangeShapeType="1"/>
          </p:cNvSpPr>
          <p:nvPr/>
        </p:nvSpPr>
        <p:spPr bwMode="auto">
          <a:xfrm flipH="1">
            <a:off x="5245100" y="1828800"/>
            <a:ext cx="1219200" cy="1524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26" name="Line 6">
            <a:extLst>
              <a:ext uri="{FF2B5EF4-FFF2-40B4-BE49-F238E27FC236}">
                <a16:creationId xmlns:a16="http://schemas.microsoft.com/office/drawing/2014/main" id="{7CB19448-EE60-CA5E-A4AD-0DDD70C77A59}"/>
              </a:ext>
            </a:extLst>
          </p:cNvPr>
          <p:cNvSpPr>
            <a:spLocks noChangeShapeType="1"/>
          </p:cNvSpPr>
          <p:nvPr/>
        </p:nvSpPr>
        <p:spPr bwMode="auto">
          <a:xfrm flipH="1">
            <a:off x="3124200" y="2743200"/>
            <a:ext cx="22860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27" name="Line 7">
            <a:extLst>
              <a:ext uri="{FF2B5EF4-FFF2-40B4-BE49-F238E27FC236}">
                <a16:creationId xmlns:a16="http://schemas.microsoft.com/office/drawing/2014/main" id="{448A640C-8F35-6B3E-9375-99A322B7BB9D}"/>
              </a:ext>
            </a:extLst>
          </p:cNvPr>
          <p:cNvSpPr>
            <a:spLocks noChangeShapeType="1"/>
          </p:cNvSpPr>
          <p:nvPr/>
        </p:nvSpPr>
        <p:spPr bwMode="auto">
          <a:xfrm>
            <a:off x="2057400" y="2743200"/>
            <a:ext cx="1524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28" name="Line 8">
            <a:extLst>
              <a:ext uri="{FF2B5EF4-FFF2-40B4-BE49-F238E27FC236}">
                <a16:creationId xmlns:a16="http://schemas.microsoft.com/office/drawing/2014/main" id="{19E2F1E9-A1BE-8C0D-FB98-F48CB79C46C0}"/>
              </a:ext>
            </a:extLst>
          </p:cNvPr>
          <p:cNvSpPr>
            <a:spLocks noChangeShapeType="1"/>
          </p:cNvSpPr>
          <p:nvPr/>
        </p:nvSpPr>
        <p:spPr bwMode="auto">
          <a:xfrm>
            <a:off x="2895600" y="1828800"/>
            <a:ext cx="6096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29" name="Line 9">
            <a:extLst>
              <a:ext uri="{FF2B5EF4-FFF2-40B4-BE49-F238E27FC236}">
                <a16:creationId xmlns:a16="http://schemas.microsoft.com/office/drawing/2014/main" id="{59856A19-E8B1-2B6D-2E6E-778562337F73}"/>
              </a:ext>
            </a:extLst>
          </p:cNvPr>
          <p:cNvSpPr>
            <a:spLocks noChangeShapeType="1"/>
          </p:cNvSpPr>
          <p:nvPr/>
        </p:nvSpPr>
        <p:spPr bwMode="auto">
          <a:xfrm flipH="1">
            <a:off x="1295400" y="1828800"/>
            <a:ext cx="1219200" cy="1524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1930" name="Object 1024">
            <a:extLst>
              <a:ext uri="{FF2B5EF4-FFF2-40B4-BE49-F238E27FC236}">
                <a16:creationId xmlns:a16="http://schemas.microsoft.com/office/drawing/2014/main" id="{29684786-5A10-D103-175B-369B1047445E}"/>
              </a:ext>
            </a:extLst>
          </p:cNvPr>
          <p:cNvGraphicFramePr>
            <a:graphicFrameLocks noChangeAspect="1"/>
          </p:cNvGraphicFramePr>
          <p:nvPr/>
        </p:nvGraphicFramePr>
        <p:xfrm>
          <a:off x="10082213" y="1092200"/>
          <a:ext cx="827087" cy="4445000"/>
        </p:xfrm>
        <a:graphic>
          <a:graphicData uri="http://schemas.openxmlformats.org/presentationml/2006/ole">
            <mc:AlternateContent xmlns:mc="http://schemas.openxmlformats.org/markup-compatibility/2006">
              <mc:Choice xmlns:v="urn:schemas-microsoft-com:vml" Requires="v">
                <p:oleObj name="Document" r:id="rId2" imgW="828675" imgH="4448175" progId="Word.Document.8">
                  <p:embed/>
                </p:oleObj>
              </mc:Choice>
              <mc:Fallback>
                <p:oleObj name="Document" r:id="rId2" imgW="828675" imgH="4448175" progId="Word.Document.8">
                  <p:embed/>
                  <p:pic>
                    <p:nvPicPr>
                      <p:cNvPr id="0"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2213" y="1092200"/>
                        <a:ext cx="827087" cy="444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7387" name="Oval 11">
            <a:extLst>
              <a:ext uri="{FF2B5EF4-FFF2-40B4-BE49-F238E27FC236}">
                <a16:creationId xmlns:a16="http://schemas.microsoft.com/office/drawing/2014/main" id="{CF73DB3A-EFB4-3A11-6636-209584F057EC}"/>
              </a:ext>
            </a:extLst>
          </p:cNvPr>
          <p:cNvSpPr>
            <a:spLocks noChangeArrowheads="1"/>
          </p:cNvSpPr>
          <p:nvPr/>
        </p:nvSpPr>
        <p:spPr bwMode="auto">
          <a:xfrm>
            <a:off x="2438400" y="14478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b="1">
                <a:solidFill>
                  <a:schemeClr val="tx2"/>
                </a:solidFill>
                <a:effectLst>
                  <a:outerShdw blurRad="38100" dist="38100" dir="2700000" algn="tl">
                    <a:srgbClr val="000000"/>
                  </a:outerShdw>
                </a:effectLst>
              </a:rPr>
              <a:t>25*</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7388" name="Oval 12">
            <a:extLst>
              <a:ext uri="{FF2B5EF4-FFF2-40B4-BE49-F238E27FC236}">
                <a16:creationId xmlns:a16="http://schemas.microsoft.com/office/drawing/2014/main" id="{1AD3A95B-0032-3EE3-1B6B-F53DCD0782C4}"/>
              </a:ext>
            </a:extLst>
          </p:cNvPr>
          <p:cNvSpPr>
            <a:spLocks noChangeArrowheads="1"/>
          </p:cNvSpPr>
          <p:nvPr/>
        </p:nvSpPr>
        <p:spPr bwMode="auto">
          <a:xfrm>
            <a:off x="16764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16</a:t>
            </a:r>
            <a:endParaRPr lang="en-US" altLang="zh-CN" b="1">
              <a:solidFill>
                <a:schemeClr val="tx2"/>
              </a:solidFill>
              <a:effectLst>
                <a:outerShdw blurRad="38100" dist="38100" dir="2700000" algn="tl">
                  <a:srgbClr val="000000"/>
                </a:outerShdw>
              </a:effectLst>
            </a:endParaRPr>
          </a:p>
        </p:txBody>
      </p:sp>
      <p:sp>
        <p:nvSpPr>
          <p:cNvPr id="357389" name="Oval 13">
            <a:extLst>
              <a:ext uri="{FF2B5EF4-FFF2-40B4-BE49-F238E27FC236}">
                <a16:creationId xmlns:a16="http://schemas.microsoft.com/office/drawing/2014/main" id="{CD5306AB-6329-AA78-C8DF-F038D51E4194}"/>
              </a:ext>
            </a:extLst>
          </p:cNvPr>
          <p:cNvSpPr>
            <a:spLocks noChangeArrowheads="1"/>
          </p:cNvSpPr>
          <p:nvPr/>
        </p:nvSpPr>
        <p:spPr bwMode="auto">
          <a:xfrm>
            <a:off x="914400" y="32004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08</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7390" name="Oval 14">
            <a:extLst>
              <a:ext uri="{FF2B5EF4-FFF2-40B4-BE49-F238E27FC236}">
                <a16:creationId xmlns:a16="http://schemas.microsoft.com/office/drawing/2014/main" id="{4A500DAB-3F7D-C3F4-6339-0939B1599443}"/>
              </a:ext>
            </a:extLst>
          </p:cNvPr>
          <p:cNvSpPr>
            <a:spLocks noChangeArrowheads="1"/>
          </p:cNvSpPr>
          <p:nvPr/>
        </p:nvSpPr>
        <p:spPr bwMode="auto">
          <a:xfrm>
            <a:off x="32004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21</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7391" name="Oval 15">
            <a:extLst>
              <a:ext uri="{FF2B5EF4-FFF2-40B4-BE49-F238E27FC236}">
                <a16:creationId xmlns:a16="http://schemas.microsoft.com/office/drawing/2014/main" id="{7D3C3E9F-1443-8A32-0CD4-3AABDD5F5C30}"/>
              </a:ext>
            </a:extLst>
          </p:cNvPr>
          <p:cNvSpPr>
            <a:spLocks noChangeArrowheads="1"/>
          </p:cNvSpPr>
          <p:nvPr/>
        </p:nvSpPr>
        <p:spPr bwMode="auto">
          <a:xfrm>
            <a:off x="198120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25</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7392" name="Oval 16">
            <a:extLst>
              <a:ext uri="{FF2B5EF4-FFF2-40B4-BE49-F238E27FC236}">
                <a16:creationId xmlns:a16="http://schemas.microsoft.com/office/drawing/2014/main" id="{E387D13F-E1FF-42C2-4C5B-3F90BDF1F56C}"/>
              </a:ext>
            </a:extLst>
          </p:cNvPr>
          <p:cNvSpPr>
            <a:spLocks noChangeArrowheads="1"/>
          </p:cNvSpPr>
          <p:nvPr/>
        </p:nvSpPr>
        <p:spPr bwMode="auto">
          <a:xfrm>
            <a:off x="281940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49</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7393" name="Text Box 17">
            <a:extLst>
              <a:ext uri="{FF2B5EF4-FFF2-40B4-BE49-F238E27FC236}">
                <a16:creationId xmlns:a16="http://schemas.microsoft.com/office/drawing/2014/main" id="{FAE41BA3-836E-B1C9-1F9F-D42322601B14}"/>
              </a:ext>
            </a:extLst>
          </p:cNvPr>
          <p:cNvSpPr txBox="1">
            <a:spLocks noChangeArrowheads="1"/>
          </p:cNvSpPr>
          <p:nvPr/>
        </p:nvSpPr>
        <p:spPr bwMode="auto">
          <a:xfrm>
            <a:off x="2228850" y="1081088"/>
            <a:ext cx="361950" cy="519112"/>
          </a:xfrm>
          <a:prstGeom prst="rect">
            <a:avLst/>
          </a:prstGeom>
          <a:noFill/>
          <a:ln w="9525">
            <a:noFill/>
            <a:miter lim="800000"/>
            <a:headEnd/>
            <a:tailEnd/>
          </a:ln>
        </p:spPr>
        <p:txBody>
          <a:bodyPr wrap="none">
            <a:spAutoFit/>
          </a:bodyPr>
          <a:lstStyle/>
          <a:p>
            <a:pPr>
              <a:defRPr/>
            </a:pPr>
            <a:r>
              <a:rPr lang="en-US" altLang="zh-CN" sz="2800" b="1"/>
              <a:t>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7394" name="Text Box 18">
            <a:extLst>
              <a:ext uri="{FF2B5EF4-FFF2-40B4-BE49-F238E27FC236}">
                <a16:creationId xmlns:a16="http://schemas.microsoft.com/office/drawing/2014/main" id="{8579A2EC-1697-7004-7364-409AB766FD9F}"/>
              </a:ext>
            </a:extLst>
          </p:cNvPr>
          <p:cNvSpPr txBox="1">
            <a:spLocks noChangeArrowheads="1"/>
          </p:cNvSpPr>
          <p:nvPr/>
        </p:nvSpPr>
        <p:spPr bwMode="auto">
          <a:xfrm>
            <a:off x="1543050" y="1828800"/>
            <a:ext cx="361950" cy="519113"/>
          </a:xfrm>
          <a:prstGeom prst="rect">
            <a:avLst/>
          </a:prstGeom>
          <a:noFill/>
          <a:ln w="9525">
            <a:noFill/>
            <a:miter lim="800000"/>
            <a:headEnd/>
            <a:tailEnd/>
          </a:ln>
        </p:spPr>
        <p:txBody>
          <a:bodyPr wrap="none">
            <a:spAutoFit/>
          </a:bodyPr>
          <a:lstStyle/>
          <a:p>
            <a:pPr>
              <a:defRPr/>
            </a:pPr>
            <a:r>
              <a:rPr lang="en-US" altLang="zh-CN" sz="2800" b="1"/>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7395" name="Text Box 19">
            <a:extLst>
              <a:ext uri="{FF2B5EF4-FFF2-40B4-BE49-F238E27FC236}">
                <a16:creationId xmlns:a16="http://schemas.microsoft.com/office/drawing/2014/main" id="{C29A6D92-433B-972E-6013-FAF613AC8761}"/>
              </a:ext>
            </a:extLst>
          </p:cNvPr>
          <p:cNvSpPr txBox="1">
            <a:spLocks noChangeArrowheads="1"/>
          </p:cNvSpPr>
          <p:nvPr/>
        </p:nvSpPr>
        <p:spPr bwMode="auto">
          <a:xfrm>
            <a:off x="3676650" y="1981200"/>
            <a:ext cx="361950" cy="519113"/>
          </a:xfrm>
          <a:prstGeom prst="rect">
            <a:avLst/>
          </a:prstGeom>
          <a:noFill/>
          <a:ln w="9525">
            <a:noFill/>
            <a:miter lim="800000"/>
            <a:headEnd/>
            <a:tailEnd/>
          </a:ln>
        </p:spPr>
        <p:txBody>
          <a:bodyPr wrap="none">
            <a:spAutoFit/>
          </a:bodyPr>
          <a:lstStyle/>
          <a:p>
            <a:pPr>
              <a:defRPr/>
            </a:pPr>
            <a:r>
              <a:rPr lang="en-US" altLang="zh-CN" sz="2800" b="1"/>
              <a:t>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7396" name="Text Box 20">
            <a:extLst>
              <a:ext uri="{FF2B5EF4-FFF2-40B4-BE49-F238E27FC236}">
                <a16:creationId xmlns:a16="http://schemas.microsoft.com/office/drawing/2014/main" id="{22CCDC06-A29E-3D49-61EE-71C4CAEFCEAC}"/>
              </a:ext>
            </a:extLst>
          </p:cNvPr>
          <p:cNvSpPr txBox="1">
            <a:spLocks noChangeArrowheads="1"/>
          </p:cNvSpPr>
          <p:nvPr/>
        </p:nvSpPr>
        <p:spPr bwMode="auto">
          <a:xfrm>
            <a:off x="838200" y="2757488"/>
            <a:ext cx="361950" cy="519112"/>
          </a:xfrm>
          <a:prstGeom prst="rect">
            <a:avLst/>
          </a:prstGeom>
          <a:noFill/>
          <a:ln w="9525">
            <a:noFill/>
            <a:miter lim="800000"/>
            <a:headEnd/>
            <a:tailEnd/>
          </a:ln>
        </p:spPr>
        <p:txBody>
          <a:bodyPr wrap="none">
            <a:spAutoFit/>
          </a:bodyPr>
          <a:lstStyle/>
          <a:p>
            <a:pPr>
              <a:defRPr/>
            </a:pPr>
            <a:r>
              <a:rPr lang="en-US" altLang="zh-CN" sz="2800" b="1"/>
              <a:t>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7397" name="Text Box 21">
            <a:extLst>
              <a:ext uri="{FF2B5EF4-FFF2-40B4-BE49-F238E27FC236}">
                <a16:creationId xmlns:a16="http://schemas.microsoft.com/office/drawing/2014/main" id="{3B60414D-3B40-7B09-E566-9DB561EACACF}"/>
              </a:ext>
            </a:extLst>
          </p:cNvPr>
          <p:cNvSpPr txBox="1">
            <a:spLocks noChangeArrowheads="1"/>
          </p:cNvSpPr>
          <p:nvPr/>
        </p:nvSpPr>
        <p:spPr bwMode="auto">
          <a:xfrm>
            <a:off x="2209800" y="2757488"/>
            <a:ext cx="361950" cy="519112"/>
          </a:xfrm>
          <a:prstGeom prst="rect">
            <a:avLst/>
          </a:prstGeom>
          <a:noFill/>
          <a:ln w="9525">
            <a:noFill/>
            <a:miter lim="800000"/>
            <a:headEnd/>
            <a:tailEnd/>
          </a:ln>
        </p:spPr>
        <p:txBody>
          <a:bodyPr wrap="none">
            <a:spAutoFit/>
          </a:bodyPr>
          <a:lstStyle/>
          <a:p>
            <a:pPr>
              <a:defRPr/>
            </a:pPr>
            <a:r>
              <a:rPr lang="en-US" altLang="zh-CN" sz="2800" b="1"/>
              <a:t>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7398" name="Text Box 22">
            <a:extLst>
              <a:ext uri="{FF2B5EF4-FFF2-40B4-BE49-F238E27FC236}">
                <a16:creationId xmlns:a16="http://schemas.microsoft.com/office/drawing/2014/main" id="{E614A0E1-2198-6DE9-6574-C2934FEA463B}"/>
              </a:ext>
            </a:extLst>
          </p:cNvPr>
          <p:cNvSpPr txBox="1">
            <a:spLocks noChangeArrowheads="1"/>
          </p:cNvSpPr>
          <p:nvPr/>
        </p:nvSpPr>
        <p:spPr bwMode="auto">
          <a:xfrm>
            <a:off x="2762250" y="2757488"/>
            <a:ext cx="361950" cy="519112"/>
          </a:xfrm>
          <a:prstGeom prst="rect">
            <a:avLst/>
          </a:prstGeom>
          <a:noFill/>
          <a:ln w="9525">
            <a:noFill/>
            <a:miter lim="800000"/>
            <a:headEnd/>
            <a:tailEnd/>
          </a:ln>
        </p:spPr>
        <p:txBody>
          <a:bodyPr wrap="none">
            <a:spAutoFit/>
          </a:bodyPr>
          <a:lstStyle/>
          <a:p>
            <a:pPr>
              <a:defRPr/>
            </a:pPr>
            <a:r>
              <a:rPr lang="en-US" altLang="zh-CN" sz="2800" b="1"/>
              <a:t>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81943" name="AutoShape 23">
            <a:extLst>
              <a:ext uri="{FF2B5EF4-FFF2-40B4-BE49-F238E27FC236}">
                <a16:creationId xmlns:a16="http://schemas.microsoft.com/office/drawing/2014/main" id="{46218401-51D6-8EC6-38AE-95FE3028481C}"/>
              </a:ext>
            </a:extLst>
          </p:cNvPr>
          <p:cNvSpPr>
            <a:spLocks noChangeArrowheads="1"/>
          </p:cNvSpPr>
          <p:nvPr/>
        </p:nvSpPr>
        <p:spPr bwMode="auto">
          <a:xfrm>
            <a:off x="41148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57400" name="Oval 24">
            <a:extLst>
              <a:ext uri="{FF2B5EF4-FFF2-40B4-BE49-F238E27FC236}">
                <a16:creationId xmlns:a16="http://schemas.microsoft.com/office/drawing/2014/main" id="{6D985D6C-6EFB-5134-EE52-6288530AA23C}"/>
              </a:ext>
            </a:extLst>
          </p:cNvPr>
          <p:cNvSpPr>
            <a:spLocks noChangeArrowheads="1"/>
          </p:cNvSpPr>
          <p:nvPr/>
        </p:nvSpPr>
        <p:spPr bwMode="auto">
          <a:xfrm>
            <a:off x="6311900" y="1447800"/>
            <a:ext cx="533400" cy="533400"/>
          </a:xfrm>
          <a:prstGeom prst="ellipse">
            <a:avLst/>
          </a:prstGeom>
          <a:gradFill rotWithShape="0">
            <a:gsLst>
              <a:gs pos="0">
                <a:srgbClr val="CCECFF"/>
              </a:gs>
              <a:gs pos="100000">
                <a:srgbClr val="CCECFF">
                  <a:gamma/>
                  <a:shade val="46275"/>
                  <a:invGamma/>
                </a:srgbClr>
              </a:gs>
            </a:gsLst>
            <a:lin ang="2700000" scaled="1"/>
          </a:gradFill>
          <a:ln w="9525">
            <a:solidFill>
              <a:srgbClr val="00FFFF"/>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08</a:t>
            </a:r>
            <a:endParaRPr lang="en-US" altLang="zh-CN">
              <a:solidFill>
                <a:srgbClr val="CCECFF"/>
              </a:solidFill>
              <a:effectDag name="">
                <a:cont type="tree" name="">
                  <a:effect ref="fillLine"/>
                  <a:outerShdw dist="38100" dir="13500000" algn="br">
                    <a:srgbClr val="DDF3FF"/>
                  </a:outerShdw>
                </a:cont>
                <a:cont type="tree" name="">
                  <a:effect ref="fillLine"/>
                  <a:outerShdw dist="38100" dir="2700000" algn="tl">
                    <a:srgbClr val="7A8D99"/>
                  </a:outerShdw>
                </a:cont>
                <a:effect ref="fillLine"/>
              </a:effectDag>
            </a:endParaRPr>
          </a:p>
        </p:txBody>
      </p:sp>
      <p:sp>
        <p:nvSpPr>
          <p:cNvPr id="357401" name="Oval 25">
            <a:extLst>
              <a:ext uri="{FF2B5EF4-FFF2-40B4-BE49-F238E27FC236}">
                <a16:creationId xmlns:a16="http://schemas.microsoft.com/office/drawing/2014/main" id="{55F90DD3-581A-BD3B-34D5-BABC7D1B850F}"/>
              </a:ext>
            </a:extLst>
          </p:cNvPr>
          <p:cNvSpPr>
            <a:spLocks noChangeArrowheads="1"/>
          </p:cNvSpPr>
          <p:nvPr/>
        </p:nvSpPr>
        <p:spPr bwMode="auto">
          <a:xfrm>
            <a:off x="56261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16</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7402" name="Oval 26">
            <a:extLst>
              <a:ext uri="{FF2B5EF4-FFF2-40B4-BE49-F238E27FC236}">
                <a16:creationId xmlns:a16="http://schemas.microsoft.com/office/drawing/2014/main" id="{ED8DF78F-0206-92FB-D708-BA9FD88324AC}"/>
              </a:ext>
            </a:extLst>
          </p:cNvPr>
          <p:cNvSpPr>
            <a:spLocks noChangeArrowheads="1"/>
          </p:cNvSpPr>
          <p:nvPr/>
        </p:nvSpPr>
        <p:spPr bwMode="auto">
          <a:xfrm>
            <a:off x="4864100" y="3200400"/>
            <a:ext cx="533400" cy="533400"/>
          </a:xfrm>
          <a:prstGeom prst="ellipse">
            <a:avLst/>
          </a:prstGeom>
          <a:gradFill rotWithShape="0">
            <a:gsLst>
              <a:gs pos="0">
                <a:srgbClr val="CCECFF"/>
              </a:gs>
              <a:gs pos="100000">
                <a:srgbClr val="CCECFF">
                  <a:gamma/>
                  <a:shade val="46275"/>
                  <a:invGamma/>
                </a:srgbClr>
              </a:gs>
            </a:gsLst>
            <a:lin ang="2700000" scaled="1"/>
          </a:gradFill>
          <a:ln w="9525">
            <a:solidFill>
              <a:srgbClr val="00FFFF"/>
            </a:solidFill>
            <a:round/>
            <a:headEnd/>
            <a:tailEnd/>
          </a:ln>
        </p:spPr>
        <p:txBody>
          <a:bodyPr wrap="none" anchor="ctr"/>
          <a:lstStyle/>
          <a:p>
            <a:pPr algn="ctr">
              <a:defRPr/>
            </a:pPr>
            <a:r>
              <a:rPr lang="en-US" altLang="zh-CN" b="1">
                <a:solidFill>
                  <a:schemeClr val="bg2"/>
                </a:solidFill>
                <a:effectLst>
                  <a:outerShdw blurRad="38100" dist="38100" dir="2700000" algn="tl">
                    <a:srgbClr val="000000"/>
                  </a:outerShdw>
                </a:effectLst>
              </a:rPr>
              <a:t>25*</a:t>
            </a:r>
            <a:endParaRPr lang="en-US" altLang="zh-CN" sz="2800">
              <a:solidFill>
                <a:srgbClr val="CCECFF"/>
              </a:solidFill>
              <a:effectDag name="">
                <a:cont type="tree" name="">
                  <a:effect ref="fillLine"/>
                  <a:outerShdw dist="38100" dir="13500000" algn="br">
                    <a:srgbClr val="DDF3FF"/>
                  </a:outerShdw>
                </a:cont>
                <a:cont type="tree" name="">
                  <a:effect ref="fillLine"/>
                  <a:outerShdw dist="38100" dir="2700000" algn="tl">
                    <a:srgbClr val="7A8D99"/>
                  </a:outerShdw>
                </a:cont>
                <a:effect ref="fillLine"/>
              </a:effectDag>
            </a:endParaRPr>
          </a:p>
        </p:txBody>
      </p:sp>
      <p:sp>
        <p:nvSpPr>
          <p:cNvPr id="357403" name="Oval 27">
            <a:extLst>
              <a:ext uri="{FF2B5EF4-FFF2-40B4-BE49-F238E27FC236}">
                <a16:creationId xmlns:a16="http://schemas.microsoft.com/office/drawing/2014/main" id="{C11044AD-43B5-B372-FB37-C2391B12FA4A}"/>
              </a:ext>
            </a:extLst>
          </p:cNvPr>
          <p:cNvSpPr>
            <a:spLocks noChangeArrowheads="1"/>
          </p:cNvSpPr>
          <p:nvPr/>
        </p:nvSpPr>
        <p:spPr bwMode="auto">
          <a:xfrm>
            <a:off x="593090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25</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7404" name="Oval 28">
            <a:extLst>
              <a:ext uri="{FF2B5EF4-FFF2-40B4-BE49-F238E27FC236}">
                <a16:creationId xmlns:a16="http://schemas.microsoft.com/office/drawing/2014/main" id="{E08DCF3B-4971-9152-4434-34F55A4A7092}"/>
              </a:ext>
            </a:extLst>
          </p:cNvPr>
          <p:cNvSpPr>
            <a:spLocks noChangeArrowheads="1"/>
          </p:cNvSpPr>
          <p:nvPr/>
        </p:nvSpPr>
        <p:spPr bwMode="auto">
          <a:xfrm>
            <a:off x="70739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21</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7405" name="Oval 29">
            <a:extLst>
              <a:ext uri="{FF2B5EF4-FFF2-40B4-BE49-F238E27FC236}">
                <a16:creationId xmlns:a16="http://schemas.microsoft.com/office/drawing/2014/main" id="{5E2496C4-B324-6CFA-1003-ADBC805A6A38}"/>
              </a:ext>
            </a:extLst>
          </p:cNvPr>
          <p:cNvSpPr>
            <a:spLocks noChangeArrowheads="1"/>
          </p:cNvSpPr>
          <p:nvPr/>
        </p:nvSpPr>
        <p:spPr bwMode="auto">
          <a:xfrm>
            <a:off x="676910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49</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7406" name="Text Box 30">
            <a:extLst>
              <a:ext uri="{FF2B5EF4-FFF2-40B4-BE49-F238E27FC236}">
                <a16:creationId xmlns:a16="http://schemas.microsoft.com/office/drawing/2014/main" id="{086B8213-0449-7239-F4AC-1D034D2989EC}"/>
              </a:ext>
            </a:extLst>
          </p:cNvPr>
          <p:cNvSpPr txBox="1">
            <a:spLocks noChangeArrowheads="1"/>
          </p:cNvSpPr>
          <p:nvPr/>
        </p:nvSpPr>
        <p:spPr bwMode="auto">
          <a:xfrm>
            <a:off x="6178550" y="1066800"/>
            <a:ext cx="361950" cy="519113"/>
          </a:xfrm>
          <a:prstGeom prst="rect">
            <a:avLst/>
          </a:prstGeom>
          <a:noFill/>
          <a:ln w="9525">
            <a:noFill/>
            <a:miter lim="800000"/>
            <a:headEnd/>
            <a:tailEnd/>
          </a:ln>
        </p:spPr>
        <p:txBody>
          <a:bodyPr wrap="none">
            <a:spAutoFit/>
          </a:bodyPr>
          <a:lstStyle/>
          <a:p>
            <a:pPr>
              <a:defRPr/>
            </a:pPr>
            <a:r>
              <a:rPr lang="en-US" altLang="zh-CN" sz="2800" b="1"/>
              <a:t>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7407" name="Text Box 31">
            <a:extLst>
              <a:ext uri="{FF2B5EF4-FFF2-40B4-BE49-F238E27FC236}">
                <a16:creationId xmlns:a16="http://schemas.microsoft.com/office/drawing/2014/main" id="{71FA5898-FE5C-87CE-0792-7A55303E932F}"/>
              </a:ext>
            </a:extLst>
          </p:cNvPr>
          <p:cNvSpPr txBox="1">
            <a:spLocks noChangeArrowheads="1"/>
          </p:cNvSpPr>
          <p:nvPr/>
        </p:nvSpPr>
        <p:spPr bwMode="auto">
          <a:xfrm>
            <a:off x="7550150" y="2057400"/>
            <a:ext cx="361950" cy="519113"/>
          </a:xfrm>
          <a:prstGeom prst="rect">
            <a:avLst/>
          </a:prstGeom>
          <a:noFill/>
          <a:ln w="9525">
            <a:noFill/>
            <a:miter lim="800000"/>
            <a:headEnd/>
            <a:tailEnd/>
          </a:ln>
        </p:spPr>
        <p:txBody>
          <a:bodyPr wrap="none">
            <a:spAutoFit/>
          </a:bodyPr>
          <a:lstStyle/>
          <a:p>
            <a:pPr>
              <a:defRPr/>
            </a:pPr>
            <a:r>
              <a:rPr lang="en-US" altLang="zh-CN" sz="2800" b="1"/>
              <a:t>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7408" name="Text Box 32">
            <a:extLst>
              <a:ext uri="{FF2B5EF4-FFF2-40B4-BE49-F238E27FC236}">
                <a16:creationId xmlns:a16="http://schemas.microsoft.com/office/drawing/2014/main" id="{776FB369-3F12-DB97-C467-4E4351DBCCFD}"/>
              </a:ext>
            </a:extLst>
          </p:cNvPr>
          <p:cNvSpPr txBox="1">
            <a:spLocks noChangeArrowheads="1"/>
          </p:cNvSpPr>
          <p:nvPr/>
        </p:nvSpPr>
        <p:spPr bwMode="auto">
          <a:xfrm>
            <a:off x="6635750" y="2819400"/>
            <a:ext cx="361950" cy="519113"/>
          </a:xfrm>
          <a:prstGeom prst="rect">
            <a:avLst/>
          </a:prstGeom>
          <a:noFill/>
          <a:ln w="9525">
            <a:noFill/>
            <a:miter lim="800000"/>
            <a:headEnd/>
            <a:tailEnd/>
          </a:ln>
        </p:spPr>
        <p:txBody>
          <a:bodyPr wrap="none">
            <a:spAutoFit/>
          </a:bodyPr>
          <a:lstStyle/>
          <a:p>
            <a:pPr>
              <a:defRPr/>
            </a:pPr>
            <a:r>
              <a:rPr lang="en-US" altLang="zh-CN" sz="2800" b="1"/>
              <a:t>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7409" name="Text Box 33">
            <a:extLst>
              <a:ext uri="{FF2B5EF4-FFF2-40B4-BE49-F238E27FC236}">
                <a16:creationId xmlns:a16="http://schemas.microsoft.com/office/drawing/2014/main" id="{29F8A0F9-7A6A-60EC-4C62-65DC58464DE9}"/>
              </a:ext>
            </a:extLst>
          </p:cNvPr>
          <p:cNvSpPr txBox="1">
            <a:spLocks noChangeArrowheads="1"/>
          </p:cNvSpPr>
          <p:nvPr/>
        </p:nvSpPr>
        <p:spPr bwMode="auto">
          <a:xfrm>
            <a:off x="6235700" y="2819400"/>
            <a:ext cx="361950" cy="519113"/>
          </a:xfrm>
          <a:prstGeom prst="rect">
            <a:avLst/>
          </a:prstGeom>
          <a:noFill/>
          <a:ln w="9525">
            <a:noFill/>
            <a:miter lim="800000"/>
            <a:headEnd/>
            <a:tailEnd/>
          </a:ln>
        </p:spPr>
        <p:txBody>
          <a:bodyPr wrap="none">
            <a:spAutoFit/>
          </a:bodyPr>
          <a:lstStyle/>
          <a:p>
            <a:pPr>
              <a:defRPr/>
            </a:pPr>
            <a:r>
              <a:rPr lang="en-US" altLang="zh-CN" sz="2800" b="1"/>
              <a:t>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7410" name="Text Box 34">
            <a:extLst>
              <a:ext uri="{FF2B5EF4-FFF2-40B4-BE49-F238E27FC236}">
                <a16:creationId xmlns:a16="http://schemas.microsoft.com/office/drawing/2014/main" id="{DF44DC3F-97C1-4367-F884-2221BF281413}"/>
              </a:ext>
            </a:extLst>
          </p:cNvPr>
          <p:cNvSpPr txBox="1">
            <a:spLocks noChangeArrowheads="1"/>
          </p:cNvSpPr>
          <p:nvPr/>
        </p:nvSpPr>
        <p:spPr bwMode="auto">
          <a:xfrm>
            <a:off x="4730750" y="2819400"/>
            <a:ext cx="361950" cy="519113"/>
          </a:xfrm>
          <a:prstGeom prst="rect">
            <a:avLst/>
          </a:prstGeom>
          <a:noFill/>
          <a:ln w="9525">
            <a:noFill/>
            <a:miter lim="800000"/>
            <a:headEnd/>
            <a:tailEnd/>
          </a:ln>
        </p:spPr>
        <p:txBody>
          <a:bodyPr wrap="none">
            <a:spAutoFit/>
          </a:bodyPr>
          <a:lstStyle/>
          <a:p>
            <a:pPr>
              <a:defRPr/>
            </a:pPr>
            <a:r>
              <a:rPr lang="en-US" altLang="zh-CN" sz="2800" b="1"/>
              <a:t>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7411" name="Text Box 35">
            <a:extLst>
              <a:ext uri="{FF2B5EF4-FFF2-40B4-BE49-F238E27FC236}">
                <a16:creationId xmlns:a16="http://schemas.microsoft.com/office/drawing/2014/main" id="{FA19D842-5DE5-BEFF-A223-2DF686D412D7}"/>
              </a:ext>
            </a:extLst>
          </p:cNvPr>
          <p:cNvSpPr txBox="1">
            <a:spLocks noChangeArrowheads="1"/>
          </p:cNvSpPr>
          <p:nvPr/>
        </p:nvSpPr>
        <p:spPr bwMode="auto">
          <a:xfrm>
            <a:off x="5397500" y="1919288"/>
            <a:ext cx="361950" cy="519112"/>
          </a:xfrm>
          <a:prstGeom prst="rect">
            <a:avLst/>
          </a:prstGeom>
          <a:noFill/>
          <a:ln w="9525">
            <a:noFill/>
            <a:miter lim="800000"/>
            <a:headEnd/>
            <a:tailEnd/>
          </a:ln>
        </p:spPr>
        <p:txBody>
          <a:bodyPr wrap="none">
            <a:spAutoFit/>
          </a:bodyPr>
          <a:lstStyle/>
          <a:p>
            <a:pPr>
              <a:defRPr/>
            </a:pPr>
            <a:r>
              <a:rPr lang="en-US" altLang="zh-CN" sz="2800" b="1"/>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7412" name="Rectangle 36" descr="永恒">
            <a:extLst>
              <a:ext uri="{FF2B5EF4-FFF2-40B4-BE49-F238E27FC236}">
                <a16:creationId xmlns:a16="http://schemas.microsoft.com/office/drawing/2014/main" id="{48340FDA-F5B3-16DC-1CF2-F1B9459A2266}"/>
              </a:ext>
            </a:extLst>
          </p:cNvPr>
          <p:cNvSpPr>
            <a:spLocks noChangeArrowheads="1"/>
          </p:cNvSpPr>
          <p:nvPr/>
        </p:nvSpPr>
        <p:spPr bwMode="auto">
          <a:xfrm>
            <a:off x="685800" y="4343400"/>
            <a:ext cx="3276600" cy="533400"/>
          </a:xfrm>
          <a:prstGeom prst="rect">
            <a:avLst/>
          </a:prstGeom>
          <a:blipFill dpi="0" rotWithShape="0">
            <a:blip r:embed="rId4"/>
            <a:srcRect/>
            <a:tile tx="0" ty="0" sx="100000" sy="100000" flip="none" algn="tl"/>
          </a:blipFill>
          <a:ln w="28575">
            <a:solidFill>
              <a:schemeClr val="tx1"/>
            </a:solidFill>
            <a:miter lim="800000"/>
            <a:headEnd/>
            <a:tailEnd/>
          </a:ln>
          <a:effectLst>
            <a:outerShdw dist="107763" dir="2700000" algn="ctr" rotWithShape="0">
              <a:srgbClr val="808080"/>
            </a:outerShdw>
          </a:effectLst>
        </p:spPr>
        <p:txBody>
          <a:bodyPr wrap="none" anchor="ctr"/>
          <a:lstStyle/>
          <a:p>
            <a:pPr algn="ctr">
              <a:defRPr/>
            </a:pPr>
            <a:r>
              <a:rPr lang="en-US" altLang="zh-CN" sz="2800" b="1" dirty="0">
                <a:solidFill>
                  <a:schemeClr val="tx2"/>
                </a:solidFill>
                <a:effectLst>
                  <a:outerShdw blurRad="38100" dist="38100" dir="2700000" algn="tl">
                    <a:srgbClr val="000000"/>
                  </a:outerShdw>
                </a:effectLst>
              </a:rPr>
              <a:t>25* 16  21 08  </a:t>
            </a:r>
            <a:r>
              <a:rPr lang="en-US" altLang="zh-CN" sz="2800" b="1" dirty="0">
                <a:solidFill>
                  <a:schemeClr val="bg2"/>
                </a:solidFill>
                <a:effectLst>
                  <a:outerShdw blurRad="38100" dist="38100" dir="2700000" algn="tl">
                    <a:srgbClr val="000000"/>
                  </a:outerShdw>
                </a:effectLst>
              </a:rPr>
              <a:t>25</a:t>
            </a:r>
            <a:r>
              <a:rPr lang="en-US" altLang="zh-CN" sz="2800" b="1" dirty="0">
                <a:solidFill>
                  <a:schemeClr val="tx2"/>
                </a:solidFill>
                <a:effectLst>
                  <a:outerShdw blurRad="38100" dist="38100" dir="2700000" algn="tl">
                    <a:srgbClr val="000000"/>
                  </a:outerShdw>
                </a:effectLst>
              </a:rPr>
              <a:t> </a:t>
            </a:r>
            <a:r>
              <a:rPr lang="en-US" altLang="zh-CN" sz="2800" b="1" dirty="0">
                <a:solidFill>
                  <a:schemeClr val="bg2"/>
                </a:solidFill>
                <a:effectLst>
                  <a:outerShdw blurRad="38100" dist="38100" dir="2700000" algn="tl">
                    <a:srgbClr val="000000"/>
                  </a:outerShdw>
                </a:effectLst>
              </a:rPr>
              <a:t>49</a:t>
            </a:r>
            <a:endParaRPr lang="en-US" altLang="zh-CN" dirty="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81957" name="Line 37">
            <a:extLst>
              <a:ext uri="{FF2B5EF4-FFF2-40B4-BE49-F238E27FC236}">
                <a16:creationId xmlns:a16="http://schemas.microsoft.com/office/drawing/2014/main" id="{EF78C635-EFF1-3675-0E8B-59103F82B9F2}"/>
              </a:ext>
            </a:extLst>
          </p:cNvPr>
          <p:cNvSpPr>
            <a:spLocks noChangeShapeType="1"/>
          </p:cNvSpPr>
          <p:nvPr/>
        </p:nvSpPr>
        <p:spPr bwMode="auto">
          <a:xfrm>
            <a:off x="12954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58" name="Line 38">
            <a:extLst>
              <a:ext uri="{FF2B5EF4-FFF2-40B4-BE49-F238E27FC236}">
                <a16:creationId xmlns:a16="http://schemas.microsoft.com/office/drawing/2014/main" id="{F06A7014-A779-6E3B-AC62-9A8C0DBFBD4D}"/>
              </a:ext>
            </a:extLst>
          </p:cNvPr>
          <p:cNvSpPr>
            <a:spLocks noChangeShapeType="1"/>
          </p:cNvSpPr>
          <p:nvPr/>
        </p:nvSpPr>
        <p:spPr bwMode="auto">
          <a:xfrm>
            <a:off x="18288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59" name="Line 39">
            <a:extLst>
              <a:ext uri="{FF2B5EF4-FFF2-40B4-BE49-F238E27FC236}">
                <a16:creationId xmlns:a16="http://schemas.microsoft.com/office/drawing/2014/main" id="{BF981ABF-E627-C37A-2EE2-FC958CD5854D}"/>
              </a:ext>
            </a:extLst>
          </p:cNvPr>
          <p:cNvSpPr>
            <a:spLocks noChangeShapeType="1"/>
          </p:cNvSpPr>
          <p:nvPr/>
        </p:nvSpPr>
        <p:spPr bwMode="auto">
          <a:xfrm>
            <a:off x="2362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0" name="Line 40">
            <a:extLst>
              <a:ext uri="{FF2B5EF4-FFF2-40B4-BE49-F238E27FC236}">
                <a16:creationId xmlns:a16="http://schemas.microsoft.com/office/drawing/2014/main" id="{7D3D768E-BE4D-7EEF-A778-9DFD1F685F51}"/>
              </a:ext>
            </a:extLst>
          </p:cNvPr>
          <p:cNvSpPr>
            <a:spLocks noChangeShapeType="1"/>
          </p:cNvSpPr>
          <p:nvPr/>
        </p:nvSpPr>
        <p:spPr bwMode="auto">
          <a:xfrm>
            <a:off x="2895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1" name="Line 41">
            <a:extLst>
              <a:ext uri="{FF2B5EF4-FFF2-40B4-BE49-F238E27FC236}">
                <a16:creationId xmlns:a16="http://schemas.microsoft.com/office/drawing/2014/main" id="{1550493D-D8F8-0763-10F2-92A895066E4E}"/>
              </a:ext>
            </a:extLst>
          </p:cNvPr>
          <p:cNvSpPr>
            <a:spLocks noChangeShapeType="1"/>
          </p:cNvSpPr>
          <p:nvPr/>
        </p:nvSpPr>
        <p:spPr bwMode="auto">
          <a:xfrm>
            <a:off x="34290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7418" name="Rectangle 42" descr="永恒">
            <a:extLst>
              <a:ext uri="{FF2B5EF4-FFF2-40B4-BE49-F238E27FC236}">
                <a16:creationId xmlns:a16="http://schemas.microsoft.com/office/drawing/2014/main" id="{8F6E8940-26AC-B41A-4124-25DD3DA080E9}"/>
              </a:ext>
            </a:extLst>
          </p:cNvPr>
          <p:cNvSpPr>
            <a:spLocks noChangeArrowheads="1"/>
          </p:cNvSpPr>
          <p:nvPr/>
        </p:nvSpPr>
        <p:spPr bwMode="auto">
          <a:xfrm>
            <a:off x="4810125" y="4343400"/>
            <a:ext cx="3276600" cy="533400"/>
          </a:xfrm>
          <a:prstGeom prst="rect">
            <a:avLst/>
          </a:prstGeom>
          <a:blipFill dpi="0" rotWithShape="0">
            <a:blip r:embed="rId4"/>
            <a:srcRect/>
            <a:tile tx="0" ty="0" sx="100000" sy="100000" flip="none" algn="tl"/>
          </a:blipFill>
          <a:ln w="28575">
            <a:solidFill>
              <a:schemeClr val="tx1"/>
            </a:solidFill>
            <a:miter lim="800000"/>
            <a:headEnd/>
            <a:tailEnd/>
          </a:ln>
          <a:effectLst>
            <a:outerShdw dist="107763" dir="2700000" algn="ctr" rotWithShape="0">
              <a:srgbClr val="808080"/>
            </a:outerShdw>
          </a:effectLst>
        </p:spPr>
        <p:txBody>
          <a:bodyPr wrap="none" anchor="ctr"/>
          <a:lstStyle/>
          <a:p>
            <a:pPr algn="ctr">
              <a:defRPr/>
            </a:pPr>
            <a:r>
              <a:rPr lang="en-US" altLang="zh-CN" sz="2800" b="1" dirty="0">
                <a:solidFill>
                  <a:schemeClr val="tx2"/>
                </a:solidFill>
                <a:effectLst>
                  <a:outerShdw blurRad="38100" dist="38100" dir="2700000" algn="tl">
                    <a:srgbClr val="000000"/>
                  </a:outerShdw>
                </a:effectLst>
              </a:rPr>
              <a:t>08 16 21 </a:t>
            </a:r>
            <a:r>
              <a:rPr lang="en-US" altLang="zh-CN" sz="2800" b="1" dirty="0">
                <a:solidFill>
                  <a:schemeClr val="bg2"/>
                </a:solidFill>
                <a:effectLst>
                  <a:outerShdw blurRad="38100" dist="38100" dir="2700000" algn="tl">
                    <a:srgbClr val="000000"/>
                  </a:outerShdw>
                </a:effectLst>
              </a:rPr>
              <a:t>25*</a:t>
            </a:r>
            <a:r>
              <a:rPr lang="en-US" altLang="zh-CN" sz="2800" b="1" dirty="0">
                <a:solidFill>
                  <a:schemeClr val="tx2"/>
                </a:solidFill>
                <a:effectLst>
                  <a:outerShdw blurRad="38100" dist="38100" dir="2700000" algn="tl">
                    <a:srgbClr val="000000"/>
                  </a:outerShdw>
                </a:effectLst>
              </a:rPr>
              <a:t> </a:t>
            </a:r>
            <a:r>
              <a:rPr lang="en-US" altLang="zh-CN" sz="2800" b="1" dirty="0">
                <a:solidFill>
                  <a:schemeClr val="bg2"/>
                </a:solidFill>
                <a:effectLst>
                  <a:outerShdw blurRad="38100" dist="38100" dir="2700000" algn="tl">
                    <a:srgbClr val="000000"/>
                  </a:outerShdw>
                </a:effectLst>
              </a:rPr>
              <a:t>25</a:t>
            </a:r>
            <a:r>
              <a:rPr lang="en-US" altLang="zh-CN" sz="2800" b="1" dirty="0">
                <a:solidFill>
                  <a:schemeClr val="tx2"/>
                </a:solidFill>
                <a:effectLst>
                  <a:outerShdw blurRad="38100" dist="38100" dir="2700000" algn="tl">
                    <a:srgbClr val="000000"/>
                  </a:outerShdw>
                </a:effectLst>
              </a:rPr>
              <a:t> </a:t>
            </a:r>
            <a:r>
              <a:rPr lang="en-US" altLang="zh-CN" sz="2800" b="1" dirty="0">
                <a:solidFill>
                  <a:schemeClr val="bg2"/>
                </a:solidFill>
                <a:effectLst>
                  <a:outerShdw blurRad="38100" dist="38100" dir="2700000" algn="tl">
                    <a:srgbClr val="000000"/>
                  </a:outerShdw>
                </a:effectLst>
              </a:rPr>
              <a:t>49</a:t>
            </a:r>
            <a:endParaRPr lang="en-US" altLang="zh-CN" dirty="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81963" name="Line 43">
            <a:extLst>
              <a:ext uri="{FF2B5EF4-FFF2-40B4-BE49-F238E27FC236}">
                <a16:creationId xmlns:a16="http://schemas.microsoft.com/office/drawing/2014/main" id="{C0B4A68C-7970-EC35-24C1-5B80EF5EE3E7}"/>
              </a:ext>
            </a:extLst>
          </p:cNvPr>
          <p:cNvSpPr>
            <a:spLocks noChangeShapeType="1"/>
          </p:cNvSpPr>
          <p:nvPr/>
        </p:nvSpPr>
        <p:spPr bwMode="auto">
          <a:xfrm>
            <a:off x="5343525"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4" name="Line 44">
            <a:extLst>
              <a:ext uri="{FF2B5EF4-FFF2-40B4-BE49-F238E27FC236}">
                <a16:creationId xmlns:a16="http://schemas.microsoft.com/office/drawing/2014/main" id="{954F4567-137F-393C-AA49-08DBCA1E5CD6}"/>
              </a:ext>
            </a:extLst>
          </p:cNvPr>
          <p:cNvSpPr>
            <a:spLocks noChangeShapeType="1"/>
          </p:cNvSpPr>
          <p:nvPr/>
        </p:nvSpPr>
        <p:spPr bwMode="auto">
          <a:xfrm>
            <a:off x="5876925"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5" name="Line 45">
            <a:extLst>
              <a:ext uri="{FF2B5EF4-FFF2-40B4-BE49-F238E27FC236}">
                <a16:creationId xmlns:a16="http://schemas.microsoft.com/office/drawing/2014/main" id="{8500A02A-70B2-F308-8207-ABAF22EB7E10}"/>
              </a:ext>
            </a:extLst>
          </p:cNvPr>
          <p:cNvSpPr>
            <a:spLocks noChangeShapeType="1"/>
          </p:cNvSpPr>
          <p:nvPr/>
        </p:nvSpPr>
        <p:spPr bwMode="auto">
          <a:xfrm>
            <a:off x="6410325"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6" name="Line 46">
            <a:extLst>
              <a:ext uri="{FF2B5EF4-FFF2-40B4-BE49-F238E27FC236}">
                <a16:creationId xmlns:a16="http://schemas.microsoft.com/office/drawing/2014/main" id="{BCC1F389-9CD0-9ABA-0483-6BCEC367444B}"/>
              </a:ext>
            </a:extLst>
          </p:cNvPr>
          <p:cNvSpPr>
            <a:spLocks noChangeShapeType="1"/>
          </p:cNvSpPr>
          <p:nvPr/>
        </p:nvSpPr>
        <p:spPr bwMode="auto">
          <a:xfrm>
            <a:off x="7019925"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7" name="Line 47">
            <a:extLst>
              <a:ext uri="{FF2B5EF4-FFF2-40B4-BE49-F238E27FC236}">
                <a16:creationId xmlns:a16="http://schemas.microsoft.com/office/drawing/2014/main" id="{80ABDEB2-043E-9863-CBAE-EBE39BFA6B01}"/>
              </a:ext>
            </a:extLst>
          </p:cNvPr>
          <p:cNvSpPr>
            <a:spLocks noChangeShapeType="1"/>
          </p:cNvSpPr>
          <p:nvPr/>
        </p:nvSpPr>
        <p:spPr bwMode="auto">
          <a:xfrm>
            <a:off x="7553325"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7424" name="Text Box 48">
            <a:extLst>
              <a:ext uri="{FF2B5EF4-FFF2-40B4-BE49-F238E27FC236}">
                <a16:creationId xmlns:a16="http://schemas.microsoft.com/office/drawing/2014/main" id="{61CCC1C8-0900-DAB1-76D6-640555B27E20}"/>
              </a:ext>
            </a:extLst>
          </p:cNvPr>
          <p:cNvSpPr txBox="1">
            <a:spLocks noChangeArrowheads="1"/>
          </p:cNvSpPr>
          <p:nvPr/>
        </p:nvSpPr>
        <p:spPr bwMode="auto">
          <a:xfrm>
            <a:off x="4733925" y="5043488"/>
            <a:ext cx="3852337" cy="954107"/>
          </a:xfrm>
          <a:prstGeom prst="rect">
            <a:avLst/>
          </a:prstGeom>
          <a:noFill/>
          <a:ln w="9525">
            <a:noFill/>
            <a:miter lim="800000"/>
            <a:headEnd/>
            <a:tailEnd/>
          </a:ln>
        </p:spPr>
        <p:txBody>
          <a:bodyPr wrap="none">
            <a:spAutoFit/>
          </a:bodyPr>
          <a:lstStyle/>
          <a:p>
            <a:pPr>
              <a:defRPr/>
            </a:pPr>
            <a:r>
              <a:rPr lang="zh-CN" altLang="en-US" sz="2800" b="1" dirty="0">
                <a:effectLst>
                  <a:outerShdw blurRad="38100" dist="38100" dir="2700000" algn="tl">
                    <a:srgbClr val="C0C0C0"/>
                  </a:outerShdw>
                </a:effectLst>
                <a:ea typeface="仿宋_GB2312" pitchFamily="49" charset="-122"/>
              </a:rPr>
              <a:t>交换 </a:t>
            </a:r>
            <a:r>
              <a:rPr lang="en-US" altLang="en-US" sz="2800" b="1" dirty="0">
                <a:effectLst>
                  <a:outerShdw blurRad="38100" dist="38100" dir="2700000" algn="tl">
                    <a:srgbClr val="C0C0C0"/>
                  </a:outerShdw>
                </a:effectLst>
                <a:ea typeface="仿宋_GB2312" pitchFamily="49" charset="-122"/>
              </a:rPr>
              <a:t>0 </a:t>
            </a:r>
            <a:r>
              <a:rPr lang="zh-CN" altLang="en-US" sz="2800" b="1" dirty="0">
                <a:effectLst>
                  <a:outerShdw blurRad="38100" dist="38100" dir="2700000" algn="tl">
                    <a:srgbClr val="C0C0C0"/>
                  </a:outerShdw>
                </a:effectLst>
                <a:ea typeface="仿宋_GB2312" pitchFamily="49" charset="-122"/>
              </a:rPr>
              <a:t>号与 </a:t>
            </a:r>
            <a:r>
              <a:rPr lang="en-US" altLang="zh-CN" sz="2800" b="1" dirty="0">
                <a:effectLst>
                  <a:outerShdw blurRad="38100" dist="38100" dir="2700000" algn="tl">
                    <a:srgbClr val="C0C0C0"/>
                  </a:outerShdw>
                </a:effectLst>
                <a:ea typeface="仿宋_GB2312" pitchFamily="49" charset="-122"/>
              </a:rPr>
              <a:t>3 </a:t>
            </a:r>
            <a:r>
              <a:rPr lang="zh-CN" altLang="en-US" sz="2800" b="1" dirty="0">
                <a:effectLst>
                  <a:outerShdw blurRad="38100" dist="38100" dir="2700000" algn="tl">
                    <a:srgbClr val="C0C0C0"/>
                  </a:outerShdw>
                </a:effectLst>
                <a:ea typeface="仿宋_GB2312" pitchFamily="49" charset="-122"/>
              </a:rPr>
              <a:t>号元素，</a:t>
            </a:r>
            <a:endParaRPr lang="en-US" altLang="zh-CN" sz="2800" b="1" dirty="0">
              <a:effectLst>
                <a:outerShdw blurRad="38100" dist="38100" dir="2700000" algn="tl">
                  <a:srgbClr val="C0C0C0"/>
                </a:outerShdw>
              </a:effectLst>
              <a:ea typeface="仿宋_GB2312" pitchFamily="49" charset="-122"/>
            </a:endParaRPr>
          </a:p>
          <a:p>
            <a:pPr>
              <a:defRPr/>
            </a:pPr>
            <a:r>
              <a:rPr lang="en-US" altLang="zh-CN" sz="2800" b="1" dirty="0">
                <a:effectLst>
                  <a:outerShdw blurRad="38100" dist="38100" dir="2700000" algn="tl">
                    <a:srgbClr val="C0C0C0"/>
                  </a:outerShdw>
                </a:effectLst>
                <a:ea typeface="仿宋_GB2312" pitchFamily="49" charset="-122"/>
              </a:rPr>
              <a:t>3 </a:t>
            </a:r>
            <a:r>
              <a:rPr lang="zh-CN" altLang="en-US" sz="2800" b="1" dirty="0">
                <a:effectLst>
                  <a:outerShdw blurRad="38100" dist="38100" dir="2700000" algn="tl">
                    <a:srgbClr val="C0C0C0"/>
                  </a:outerShdw>
                </a:effectLst>
                <a:ea typeface="仿宋_GB2312" pitchFamily="49" charset="-122"/>
              </a:rPr>
              <a:t>号元素就位</a:t>
            </a:r>
            <a:endParaRPr lang="zh-CN" altLang="en-US"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7425" name="Text Box 49">
            <a:extLst>
              <a:ext uri="{FF2B5EF4-FFF2-40B4-BE49-F238E27FC236}">
                <a16:creationId xmlns:a16="http://schemas.microsoft.com/office/drawing/2014/main" id="{EC36FA89-A092-099B-DE68-4B3EBD7A7518}"/>
              </a:ext>
            </a:extLst>
          </p:cNvPr>
          <p:cNvSpPr txBox="1">
            <a:spLocks noChangeArrowheads="1"/>
          </p:cNvSpPr>
          <p:nvPr/>
        </p:nvSpPr>
        <p:spPr bwMode="auto">
          <a:xfrm>
            <a:off x="838200" y="5029200"/>
            <a:ext cx="3136900" cy="946150"/>
          </a:xfrm>
          <a:prstGeom prst="rect">
            <a:avLst/>
          </a:prstGeom>
          <a:noFill/>
          <a:ln w="9525">
            <a:noFill/>
            <a:miter lim="800000"/>
            <a:headEnd/>
            <a:tailEnd/>
          </a:ln>
        </p:spPr>
        <p:txBody>
          <a:bodyPr wrap="none">
            <a:spAutoFit/>
          </a:bodyPr>
          <a:lstStyle/>
          <a:p>
            <a:pPr>
              <a:defRPr/>
            </a:pPr>
            <a:r>
              <a:rPr lang="zh-CN" altLang="en-US" sz="2800" b="1">
                <a:effectLst>
                  <a:outerShdw blurRad="38100" dist="38100" dir="2700000" algn="tl">
                    <a:srgbClr val="C0C0C0"/>
                  </a:outerShdw>
                </a:effectLst>
                <a:ea typeface="仿宋_GB2312" pitchFamily="49" charset="-122"/>
              </a:rPr>
              <a:t>从 </a:t>
            </a:r>
            <a:r>
              <a:rPr lang="en-US" altLang="zh-CN" sz="2800" b="1">
                <a:effectLst>
                  <a:outerShdw blurRad="38100" dist="38100" dir="2700000" algn="tl">
                    <a:srgbClr val="C0C0C0"/>
                  </a:outerShdw>
                </a:effectLst>
                <a:ea typeface="仿宋_GB2312" pitchFamily="49" charset="-122"/>
              </a:rPr>
              <a:t>0 </a:t>
            </a:r>
            <a:r>
              <a:rPr lang="zh-CN" altLang="en-US" sz="2800" b="1">
                <a:effectLst>
                  <a:outerShdw blurRad="38100" dist="38100" dir="2700000" algn="tl">
                    <a:srgbClr val="C0C0C0"/>
                  </a:outerShdw>
                </a:effectLst>
                <a:ea typeface="仿宋_GB2312" pitchFamily="49" charset="-122"/>
              </a:rPr>
              <a:t>号到 </a:t>
            </a:r>
            <a:r>
              <a:rPr lang="en-US" altLang="zh-CN" sz="2800" b="1">
                <a:effectLst>
                  <a:outerShdw blurRad="38100" dist="38100" dir="2700000" algn="tl">
                    <a:srgbClr val="C0C0C0"/>
                  </a:outerShdw>
                </a:effectLst>
                <a:ea typeface="仿宋_GB2312" pitchFamily="49" charset="-122"/>
              </a:rPr>
              <a:t>3 </a:t>
            </a:r>
            <a:r>
              <a:rPr lang="zh-CN" altLang="en-US" sz="2800" b="1">
                <a:effectLst>
                  <a:outerShdw blurRad="38100" dist="38100" dir="2700000" algn="tl">
                    <a:srgbClr val="C0C0C0"/>
                  </a:outerShdw>
                </a:effectLst>
                <a:ea typeface="仿宋_GB2312" pitchFamily="49" charset="-122"/>
              </a:rPr>
              <a:t>号 重新</a:t>
            </a:r>
          </a:p>
          <a:p>
            <a:pPr>
              <a:defRPr/>
            </a:pPr>
            <a:r>
              <a:rPr lang="zh-CN" altLang="en-US" sz="2800" b="1">
                <a:effectLst>
                  <a:outerShdw blurRad="38100" dist="38100" dir="2700000" algn="tl">
                    <a:srgbClr val="C0C0C0"/>
                  </a:outerShdw>
                </a:effectLst>
                <a:ea typeface="仿宋_GB2312" pitchFamily="49" charset="-122"/>
              </a:rPr>
              <a:t>调整为最大堆</a:t>
            </a:r>
          </a:p>
        </p:txBody>
      </p:sp>
      <p:sp>
        <p:nvSpPr>
          <p:cNvPr id="81970" name="AutoShape 50">
            <a:extLst>
              <a:ext uri="{FF2B5EF4-FFF2-40B4-BE49-F238E27FC236}">
                <a16:creationId xmlns:a16="http://schemas.microsoft.com/office/drawing/2014/main" id="{6F77977B-C1A1-6D7B-E8EA-FB79E4128086}"/>
              </a:ext>
            </a:extLst>
          </p:cNvPr>
          <p:cNvSpPr>
            <a:spLocks noChangeArrowheads="1"/>
          </p:cNvSpPr>
          <p:nvPr/>
        </p:nvSpPr>
        <p:spPr bwMode="auto">
          <a:xfrm>
            <a:off x="1524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81971" name="Line 51">
            <a:extLst>
              <a:ext uri="{FF2B5EF4-FFF2-40B4-BE49-F238E27FC236}">
                <a16:creationId xmlns:a16="http://schemas.microsoft.com/office/drawing/2014/main" id="{62652F7A-CD47-6206-5A0D-37A164C63E01}"/>
              </a:ext>
            </a:extLst>
          </p:cNvPr>
          <p:cNvSpPr>
            <a:spLocks noChangeShapeType="1"/>
          </p:cNvSpPr>
          <p:nvPr/>
        </p:nvSpPr>
        <p:spPr bwMode="auto">
          <a:xfrm flipV="1">
            <a:off x="2057400" y="1828800"/>
            <a:ext cx="304800" cy="3810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72" name="Line 52">
            <a:extLst>
              <a:ext uri="{FF2B5EF4-FFF2-40B4-BE49-F238E27FC236}">
                <a16:creationId xmlns:a16="http://schemas.microsoft.com/office/drawing/2014/main" id="{69DA42E9-9BD6-BBF5-AC53-FCA7A01177CF}"/>
              </a:ext>
            </a:extLst>
          </p:cNvPr>
          <p:cNvSpPr>
            <a:spLocks noChangeShapeType="1"/>
          </p:cNvSpPr>
          <p:nvPr/>
        </p:nvSpPr>
        <p:spPr bwMode="auto">
          <a:xfrm flipH="1">
            <a:off x="1905000" y="1752600"/>
            <a:ext cx="304800" cy="381000"/>
          </a:xfrm>
          <a:prstGeom prst="line">
            <a:avLst/>
          </a:prstGeom>
          <a:noFill/>
          <a:ln w="28575">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73" name="Freeform 53">
            <a:extLst>
              <a:ext uri="{FF2B5EF4-FFF2-40B4-BE49-F238E27FC236}">
                <a16:creationId xmlns:a16="http://schemas.microsoft.com/office/drawing/2014/main" id="{2CEF6127-2119-6B56-1747-B2E1FD8C3207}"/>
              </a:ext>
            </a:extLst>
          </p:cNvPr>
          <p:cNvSpPr>
            <a:spLocks/>
          </p:cNvSpPr>
          <p:nvPr/>
        </p:nvSpPr>
        <p:spPr bwMode="auto">
          <a:xfrm>
            <a:off x="609600" y="1066800"/>
            <a:ext cx="3403600" cy="2933700"/>
          </a:xfrm>
          <a:custGeom>
            <a:avLst/>
            <a:gdLst>
              <a:gd name="T0" fmla="*/ 2147483646 w 2144"/>
              <a:gd name="T1" fmla="*/ 2147483646 h 1848"/>
              <a:gd name="T2" fmla="*/ 2147483646 w 2144"/>
              <a:gd name="T3" fmla="*/ 2147483646 h 1848"/>
              <a:gd name="T4" fmla="*/ 2147483646 w 2144"/>
              <a:gd name="T5" fmla="*/ 2147483646 h 1848"/>
              <a:gd name="T6" fmla="*/ 2147483646 w 2144"/>
              <a:gd name="T7" fmla="*/ 2147483646 h 1848"/>
              <a:gd name="T8" fmla="*/ 2147483646 w 2144"/>
              <a:gd name="T9" fmla="*/ 2147483646 h 1848"/>
              <a:gd name="T10" fmla="*/ 2147483646 w 2144"/>
              <a:gd name="T11" fmla="*/ 2147483646 h 1848"/>
              <a:gd name="T12" fmla="*/ 2147483646 w 2144"/>
              <a:gd name="T13" fmla="*/ 2147483646 h 1848"/>
              <a:gd name="T14" fmla="*/ 2147483646 w 2144"/>
              <a:gd name="T15" fmla="*/ 2147483646 h 1848"/>
              <a:gd name="T16" fmla="*/ 2147483646 w 2144"/>
              <a:gd name="T17" fmla="*/ 2147483646 h 1848"/>
              <a:gd name="T18" fmla="*/ 2147483646 w 2144"/>
              <a:gd name="T19" fmla="*/ 2147483646 h 1848"/>
              <a:gd name="T20" fmla="*/ 2147483646 w 2144"/>
              <a:gd name="T21" fmla="*/ 2147483646 h 1848"/>
              <a:gd name="T22" fmla="*/ 2147483646 w 2144"/>
              <a:gd name="T23" fmla="*/ 2147483646 h 1848"/>
              <a:gd name="T24" fmla="*/ 2147483646 w 2144"/>
              <a:gd name="T25" fmla="*/ 2147483646 h 1848"/>
              <a:gd name="T26" fmla="*/ 2147483646 w 2144"/>
              <a:gd name="T27" fmla="*/ 2147483646 h 1848"/>
              <a:gd name="T28" fmla="*/ 2147483646 w 2144"/>
              <a:gd name="T29" fmla="*/ 2147483646 h 1848"/>
              <a:gd name="T30" fmla="*/ 2147483646 w 2144"/>
              <a:gd name="T31" fmla="*/ 2147483646 h 1848"/>
              <a:gd name="T32" fmla="*/ 2147483646 w 2144"/>
              <a:gd name="T33" fmla="*/ 2147483646 h 18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44"/>
              <a:gd name="T52" fmla="*/ 0 h 1848"/>
              <a:gd name="T53" fmla="*/ 2144 w 2144"/>
              <a:gd name="T54" fmla="*/ 1848 h 184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44" h="1848">
                <a:moveTo>
                  <a:pt x="896" y="192"/>
                </a:moveTo>
                <a:cubicBezTo>
                  <a:pt x="736" y="384"/>
                  <a:pt x="256" y="952"/>
                  <a:pt x="128" y="1200"/>
                </a:cubicBezTo>
                <a:cubicBezTo>
                  <a:pt x="0" y="1448"/>
                  <a:pt x="72" y="1576"/>
                  <a:pt x="128" y="1680"/>
                </a:cubicBezTo>
                <a:cubicBezTo>
                  <a:pt x="184" y="1784"/>
                  <a:pt x="368" y="1848"/>
                  <a:pt x="464" y="1824"/>
                </a:cubicBezTo>
                <a:cubicBezTo>
                  <a:pt x="560" y="1800"/>
                  <a:pt x="648" y="1616"/>
                  <a:pt x="704" y="1536"/>
                </a:cubicBezTo>
                <a:cubicBezTo>
                  <a:pt x="760" y="1456"/>
                  <a:pt x="776" y="1384"/>
                  <a:pt x="800" y="1344"/>
                </a:cubicBezTo>
                <a:cubicBezTo>
                  <a:pt x="824" y="1304"/>
                  <a:pt x="832" y="1312"/>
                  <a:pt x="848" y="1296"/>
                </a:cubicBezTo>
                <a:cubicBezTo>
                  <a:pt x="864" y="1280"/>
                  <a:pt x="872" y="1264"/>
                  <a:pt x="896" y="1248"/>
                </a:cubicBezTo>
                <a:cubicBezTo>
                  <a:pt x="920" y="1232"/>
                  <a:pt x="928" y="1216"/>
                  <a:pt x="992" y="1200"/>
                </a:cubicBezTo>
                <a:cubicBezTo>
                  <a:pt x="1056" y="1184"/>
                  <a:pt x="1160" y="1144"/>
                  <a:pt x="1280" y="1152"/>
                </a:cubicBezTo>
                <a:cubicBezTo>
                  <a:pt x="1400" y="1160"/>
                  <a:pt x="1592" y="1240"/>
                  <a:pt x="1712" y="1248"/>
                </a:cubicBezTo>
                <a:cubicBezTo>
                  <a:pt x="1832" y="1256"/>
                  <a:pt x="1928" y="1264"/>
                  <a:pt x="2000" y="1200"/>
                </a:cubicBezTo>
                <a:cubicBezTo>
                  <a:pt x="2072" y="1136"/>
                  <a:pt x="2144" y="984"/>
                  <a:pt x="2144" y="864"/>
                </a:cubicBezTo>
                <a:cubicBezTo>
                  <a:pt x="2144" y="744"/>
                  <a:pt x="2112" y="608"/>
                  <a:pt x="2000" y="480"/>
                </a:cubicBezTo>
                <a:cubicBezTo>
                  <a:pt x="1888" y="352"/>
                  <a:pt x="1624" y="168"/>
                  <a:pt x="1472" y="96"/>
                </a:cubicBezTo>
                <a:cubicBezTo>
                  <a:pt x="1320" y="24"/>
                  <a:pt x="1184" y="32"/>
                  <a:pt x="1088" y="48"/>
                </a:cubicBezTo>
                <a:cubicBezTo>
                  <a:pt x="992" y="64"/>
                  <a:pt x="1056" y="0"/>
                  <a:pt x="896" y="192"/>
                </a:cubicBezTo>
                <a:close/>
              </a:path>
            </a:pathLst>
          </a:custGeom>
          <a:noFill/>
          <a:ln w="28575"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1974" name="AutoShape 54">
            <a:extLst>
              <a:ext uri="{FF2B5EF4-FFF2-40B4-BE49-F238E27FC236}">
                <a16:creationId xmlns:a16="http://schemas.microsoft.com/office/drawing/2014/main" id="{004F5B38-5E41-308F-923C-5BEEA7D6B8C7}"/>
              </a:ext>
            </a:extLst>
          </p:cNvPr>
          <p:cNvSpPr>
            <a:spLocks noChangeArrowheads="1"/>
          </p:cNvSpPr>
          <p:nvPr/>
        </p:nvSpPr>
        <p:spPr bwMode="auto">
          <a:xfrm>
            <a:off x="80772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81975" name="Freeform 55">
            <a:extLst>
              <a:ext uri="{FF2B5EF4-FFF2-40B4-BE49-F238E27FC236}">
                <a16:creationId xmlns:a16="http://schemas.microsoft.com/office/drawing/2014/main" id="{0243DA7F-9B0F-FDD6-C553-27F68F74F05A}"/>
              </a:ext>
            </a:extLst>
          </p:cNvPr>
          <p:cNvSpPr>
            <a:spLocks/>
          </p:cNvSpPr>
          <p:nvPr/>
        </p:nvSpPr>
        <p:spPr bwMode="auto">
          <a:xfrm>
            <a:off x="5219700" y="1028700"/>
            <a:ext cx="2781300" cy="2044700"/>
          </a:xfrm>
          <a:custGeom>
            <a:avLst/>
            <a:gdLst>
              <a:gd name="T0" fmla="*/ 2147483646 w 1752"/>
              <a:gd name="T1" fmla="*/ 2147483646 h 1288"/>
              <a:gd name="T2" fmla="*/ 2147483646 w 1752"/>
              <a:gd name="T3" fmla="*/ 2147483646 h 1288"/>
              <a:gd name="T4" fmla="*/ 2147483646 w 1752"/>
              <a:gd name="T5" fmla="*/ 2147483646 h 1288"/>
              <a:gd name="T6" fmla="*/ 2147483646 w 1752"/>
              <a:gd name="T7" fmla="*/ 2147483646 h 1288"/>
              <a:gd name="T8" fmla="*/ 2147483646 w 1752"/>
              <a:gd name="T9" fmla="*/ 2147483646 h 1288"/>
              <a:gd name="T10" fmla="*/ 2147483646 w 1752"/>
              <a:gd name="T11" fmla="*/ 2147483646 h 1288"/>
              <a:gd name="T12" fmla="*/ 2147483646 w 1752"/>
              <a:gd name="T13" fmla="*/ 2147483646 h 1288"/>
              <a:gd name="T14" fmla="*/ 2147483646 w 1752"/>
              <a:gd name="T15" fmla="*/ 2147483646 h 1288"/>
              <a:gd name="T16" fmla="*/ 2147483646 w 1752"/>
              <a:gd name="T17" fmla="*/ 2147483646 h 1288"/>
              <a:gd name="T18" fmla="*/ 2147483646 w 1752"/>
              <a:gd name="T19" fmla="*/ 2147483646 h 12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52"/>
              <a:gd name="T31" fmla="*/ 0 h 1288"/>
              <a:gd name="T32" fmla="*/ 1752 w 1752"/>
              <a:gd name="T33" fmla="*/ 1288 h 12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52" h="1288">
                <a:moveTo>
                  <a:pt x="496" y="216"/>
                </a:moveTo>
                <a:cubicBezTo>
                  <a:pt x="384" y="336"/>
                  <a:pt x="128" y="592"/>
                  <a:pt x="64" y="744"/>
                </a:cubicBezTo>
                <a:cubicBezTo>
                  <a:pt x="0" y="896"/>
                  <a:pt x="64" y="1040"/>
                  <a:pt x="112" y="1128"/>
                </a:cubicBezTo>
                <a:cubicBezTo>
                  <a:pt x="160" y="1216"/>
                  <a:pt x="120" y="1256"/>
                  <a:pt x="352" y="1272"/>
                </a:cubicBezTo>
                <a:cubicBezTo>
                  <a:pt x="584" y="1288"/>
                  <a:pt x="1272" y="1280"/>
                  <a:pt x="1504" y="1224"/>
                </a:cubicBezTo>
                <a:cubicBezTo>
                  <a:pt x="1736" y="1168"/>
                  <a:pt x="1752" y="1072"/>
                  <a:pt x="1744" y="936"/>
                </a:cubicBezTo>
                <a:cubicBezTo>
                  <a:pt x="1736" y="800"/>
                  <a:pt x="1576" y="552"/>
                  <a:pt x="1456" y="408"/>
                </a:cubicBezTo>
                <a:cubicBezTo>
                  <a:pt x="1336" y="264"/>
                  <a:pt x="1144" y="136"/>
                  <a:pt x="1024" y="72"/>
                </a:cubicBezTo>
                <a:cubicBezTo>
                  <a:pt x="904" y="8"/>
                  <a:pt x="824" y="0"/>
                  <a:pt x="736" y="24"/>
                </a:cubicBezTo>
                <a:cubicBezTo>
                  <a:pt x="648" y="48"/>
                  <a:pt x="608" y="96"/>
                  <a:pt x="496" y="216"/>
                </a:cubicBezTo>
                <a:close/>
              </a:path>
            </a:pathLst>
          </a:custGeom>
          <a:noFill/>
          <a:ln w="28575"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9A4338C2-908A-D8D9-12AA-C1B703DFC3CD}"/>
              </a:ext>
            </a:extLst>
          </p:cNvPr>
          <p:cNvSpPr>
            <a:spLocks noGrp="1"/>
          </p:cNvSpPr>
          <p:nvPr>
            <p:ph type="sldNum" sz="quarter" idx="12"/>
          </p:nvPr>
        </p:nvSpPr>
        <p:spPr/>
        <p:txBody>
          <a:bodyPr/>
          <a:lstStyle/>
          <a:p>
            <a:pPr>
              <a:defRPr/>
            </a:pPr>
            <a:fld id="{04E4ECFC-90A4-46B6-B7C1-F55F5037C096}" type="slidenum">
              <a:rPr lang="en-US" altLang="zh-CN" smtClean="0"/>
              <a:pPr>
                <a:defRPr/>
              </a:pPr>
              <a:t>58</a:t>
            </a:fld>
            <a:endParaRPr lang="en-US" altLang="zh-CN"/>
          </a:p>
        </p:txBody>
      </p:sp>
    </p:spTree>
  </p:cSld>
  <p:clrMapOvr>
    <a:masterClrMapping/>
  </p:clrMapOvr>
  <p:transition>
    <p:spli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Line 2">
            <a:extLst>
              <a:ext uri="{FF2B5EF4-FFF2-40B4-BE49-F238E27FC236}">
                <a16:creationId xmlns:a16="http://schemas.microsoft.com/office/drawing/2014/main" id="{BD762DDA-5A0C-C61A-D76F-F07596F992E1}"/>
              </a:ext>
            </a:extLst>
          </p:cNvPr>
          <p:cNvSpPr>
            <a:spLocks noChangeShapeType="1"/>
          </p:cNvSpPr>
          <p:nvPr/>
        </p:nvSpPr>
        <p:spPr bwMode="auto">
          <a:xfrm flipH="1">
            <a:off x="6915150" y="2743200"/>
            <a:ext cx="228600" cy="5334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7" name="Line 3">
            <a:extLst>
              <a:ext uri="{FF2B5EF4-FFF2-40B4-BE49-F238E27FC236}">
                <a16:creationId xmlns:a16="http://schemas.microsoft.com/office/drawing/2014/main" id="{EB5B6612-D4DD-E834-F77A-FB0AAEC60469}"/>
              </a:ext>
            </a:extLst>
          </p:cNvPr>
          <p:cNvSpPr>
            <a:spLocks noChangeShapeType="1"/>
          </p:cNvSpPr>
          <p:nvPr/>
        </p:nvSpPr>
        <p:spPr bwMode="auto">
          <a:xfrm>
            <a:off x="6534150" y="1828800"/>
            <a:ext cx="609600" cy="762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8" name="Line 4">
            <a:extLst>
              <a:ext uri="{FF2B5EF4-FFF2-40B4-BE49-F238E27FC236}">
                <a16:creationId xmlns:a16="http://schemas.microsoft.com/office/drawing/2014/main" id="{C2DF8637-7456-3FBB-5953-5AE8E59FFC7F}"/>
              </a:ext>
            </a:extLst>
          </p:cNvPr>
          <p:cNvSpPr>
            <a:spLocks noChangeShapeType="1"/>
          </p:cNvSpPr>
          <p:nvPr/>
        </p:nvSpPr>
        <p:spPr bwMode="auto">
          <a:xfrm>
            <a:off x="5848350" y="2743200"/>
            <a:ext cx="152400" cy="4572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9" name="Line 5">
            <a:extLst>
              <a:ext uri="{FF2B5EF4-FFF2-40B4-BE49-F238E27FC236}">
                <a16:creationId xmlns:a16="http://schemas.microsoft.com/office/drawing/2014/main" id="{6E0A1FEC-5983-1900-2C48-8D6E3D83AD34}"/>
              </a:ext>
            </a:extLst>
          </p:cNvPr>
          <p:cNvSpPr>
            <a:spLocks noChangeShapeType="1"/>
          </p:cNvSpPr>
          <p:nvPr/>
        </p:nvSpPr>
        <p:spPr bwMode="auto">
          <a:xfrm flipH="1">
            <a:off x="5086350" y="1828800"/>
            <a:ext cx="1219200" cy="1524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0" name="Line 6">
            <a:extLst>
              <a:ext uri="{FF2B5EF4-FFF2-40B4-BE49-F238E27FC236}">
                <a16:creationId xmlns:a16="http://schemas.microsoft.com/office/drawing/2014/main" id="{94A11AA2-8E06-192A-1083-21B802F57865}"/>
              </a:ext>
            </a:extLst>
          </p:cNvPr>
          <p:cNvSpPr>
            <a:spLocks noChangeShapeType="1"/>
          </p:cNvSpPr>
          <p:nvPr/>
        </p:nvSpPr>
        <p:spPr bwMode="auto">
          <a:xfrm flipH="1">
            <a:off x="3124200" y="2743200"/>
            <a:ext cx="228600" cy="5334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1" name="Line 7">
            <a:extLst>
              <a:ext uri="{FF2B5EF4-FFF2-40B4-BE49-F238E27FC236}">
                <a16:creationId xmlns:a16="http://schemas.microsoft.com/office/drawing/2014/main" id="{E96A58A4-A9C5-1B2F-C097-67F2093A52F9}"/>
              </a:ext>
            </a:extLst>
          </p:cNvPr>
          <p:cNvSpPr>
            <a:spLocks noChangeShapeType="1"/>
          </p:cNvSpPr>
          <p:nvPr/>
        </p:nvSpPr>
        <p:spPr bwMode="auto">
          <a:xfrm>
            <a:off x="2057400" y="2743200"/>
            <a:ext cx="152400" cy="4572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2" name="Line 8">
            <a:extLst>
              <a:ext uri="{FF2B5EF4-FFF2-40B4-BE49-F238E27FC236}">
                <a16:creationId xmlns:a16="http://schemas.microsoft.com/office/drawing/2014/main" id="{7D318B1A-D0D6-C26B-92ED-B417211959E3}"/>
              </a:ext>
            </a:extLst>
          </p:cNvPr>
          <p:cNvSpPr>
            <a:spLocks noChangeShapeType="1"/>
          </p:cNvSpPr>
          <p:nvPr/>
        </p:nvSpPr>
        <p:spPr bwMode="auto">
          <a:xfrm>
            <a:off x="2895600" y="1828800"/>
            <a:ext cx="609600" cy="762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3" name="Line 9">
            <a:extLst>
              <a:ext uri="{FF2B5EF4-FFF2-40B4-BE49-F238E27FC236}">
                <a16:creationId xmlns:a16="http://schemas.microsoft.com/office/drawing/2014/main" id="{4579D462-DF43-F840-4C42-02CACEDBBEE2}"/>
              </a:ext>
            </a:extLst>
          </p:cNvPr>
          <p:cNvSpPr>
            <a:spLocks noChangeShapeType="1"/>
          </p:cNvSpPr>
          <p:nvPr/>
        </p:nvSpPr>
        <p:spPr bwMode="auto">
          <a:xfrm flipH="1">
            <a:off x="1295400" y="1828800"/>
            <a:ext cx="1219200" cy="1524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2954" name="Object 1024">
            <a:extLst>
              <a:ext uri="{FF2B5EF4-FFF2-40B4-BE49-F238E27FC236}">
                <a16:creationId xmlns:a16="http://schemas.microsoft.com/office/drawing/2014/main" id="{B9F61232-FCC8-4AAD-598B-D9827C485F10}"/>
              </a:ext>
            </a:extLst>
          </p:cNvPr>
          <p:cNvGraphicFramePr>
            <a:graphicFrameLocks noChangeAspect="1"/>
          </p:cNvGraphicFramePr>
          <p:nvPr/>
        </p:nvGraphicFramePr>
        <p:xfrm>
          <a:off x="10082213" y="1092200"/>
          <a:ext cx="827087" cy="4445000"/>
        </p:xfrm>
        <a:graphic>
          <a:graphicData uri="http://schemas.openxmlformats.org/presentationml/2006/ole">
            <mc:AlternateContent xmlns:mc="http://schemas.openxmlformats.org/markup-compatibility/2006">
              <mc:Choice xmlns:v="urn:schemas-microsoft-com:vml" Requires="v">
                <p:oleObj name="Document" r:id="rId2" imgW="828675" imgH="4448175" progId="Word.Document.8">
                  <p:embed/>
                </p:oleObj>
              </mc:Choice>
              <mc:Fallback>
                <p:oleObj name="Document" r:id="rId2" imgW="828675" imgH="4448175" progId="Word.Document.8">
                  <p:embed/>
                  <p:pic>
                    <p:nvPicPr>
                      <p:cNvPr id="0"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2213" y="1092200"/>
                        <a:ext cx="827087" cy="444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11" name="Oval 11">
            <a:extLst>
              <a:ext uri="{FF2B5EF4-FFF2-40B4-BE49-F238E27FC236}">
                <a16:creationId xmlns:a16="http://schemas.microsoft.com/office/drawing/2014/main" id="{BEE9ED67-5E1E-0DA5-802D-5064550071D9}"/>
              </a:ext>
            </a:extLst>
          </p:cNvPr>
          <p:cNvSpPr>
            <a:spLocks noChangeArrowheads="1"/>
          </p:cNvSpPr>
          <p:nvPr/>
        </p:nvSpPr>
        <p:spPr bwMode="auto">
          <a:xfrm>
            <a:off x="2438400" y="14478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21</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8412" name="Oval 12">
            <a:extLst>
              <a:ext uri="{FF2B5EF4-FFF2-40B4-BE49-F238E27FC236}">
                <a16:creationId xmlns:a16="http://schemas.microsoft.com/office/drawing/2014/main" id="{F7C9E2A7-6DDA-7092-A0DE-B20504F34979}"/>
              </a:ext>
            </a:extLst>
          </p:cNvPr>
          <p:cNvSpPr>
            <a:spLocks noChangeArrowheads="1"/>
          </p:cNvSpPr>
          <p:nvPr/>
        </p:nvSpPr>
        <p:spPr bwMode="auto">
          <a:xfrm>
            <a:off x="16764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16</a:t>
            </a:r>
            <a:endParaRPr lang="en-US" altLang="zh-CN" b="1">
              <a:solidFill>
                <a:schemeClr val="tx2"/>
              </a:solidFill>
              <a:effectLst>
                <a:outerShdw blurRad="38100" dist="38100" dir="2700000" algn="tl">
                  <a:srgbClr val="000000"/>
                </a:outerShdw>
              </a:effectLst>
            </a:endParaRPr>
          </a:p>
        </p:txBody>
      </p:sp>
      <p:sp>
        <p:nvSpPr>
          <p:cNvPr id="358413" name="Oval 13">
            <a:extLst>
              <a:ext uri="{FF2B5EF4-FFF2-40B4-BE49-F238E27FC236}">
                <a16:creationId xmlns:a16="http://schemas.microsoft.com/office/drawing/2014/main" id="{A1AEF46E-9955-CCDA-43B6-F7AAA085904E}"/>
              </a:ext>
            </a:extLst>
          </p:cNvPr>
          <p:cNvSpPr>
            <a:spLocks noChangeArrowheads="1"/>
          </p:cNvSpPr>
          <p:nvPr/>
        </p:nvSpPr>
        <p:spPr bwMode="auto">
          <a:xfrm>
            <a:off x="91440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b="1">
                <a:solidFill>
                  <a:schemeClr val="bg2"/>
                </a:solidFill>
                <a:effectLst>
                  <a:outerShdw blurRad="38100" dist="38100" dir="2700000" algn="tl">
                    <a:srgbClr val="000000"/>
                  </a:outerShdw>
                </a:effectLst>
              </a:rPr>
              <a:t>25*</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8414" name="Oval 14">
            <a:extLst>
              <a:ext uri="{FF2B5EF4-FFF2-40B4-BE49-F238E27FC236}">
                <a16:creationId xmlns:a16="http://schemas.microsoft.com/office/drawing/2014/main" id="{F19E7B65-EFC5-EFE8-8064-F309CE3A4C06}"/>
              </a:ext>
            </a:extLst>
          </p:cNvPr>
          <p:cNvSpPr>
            <a:spLocks noChangeArrowheads="1"/>
          </p:cNvSpPr>
          <p:nvPr/>
        </p:nvSpPr>
        <p:spPr bwMode="auto">
          <a:xfrm>
            <a:off x="32004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08</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8415" name="Oval 15">
            <a:extLst>
              <a:ext uri="{FF2B5EF4-FFF2-40B4-BE49-F238E27FC236}">
                <a16:creationId xmlns:a16="http://schemas.microsoft.com/office/drawing/2014/main" id="{27A3E142-ADFA-5F62-9067-1582593B6388}"/>
              </a:ext>
            </a:extLst>
          </p:cNvPr>
          <p:cNvSpPr>
            <a:spLocks noChangeArrowheads="1"/>
          </p:cNvSpPr>
          <p:nvPr/>
        </p:nvSpPr>
        <p:spPr bwMode="auto">
          <a:xfrm>
            <a:off x="198120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25</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8416" name="Oval 16">
            <a:extLst>
              <a:ext uri="{FF2B5EF4-FFF2-40B4-BE49-F238E27FC236}">
                <a16:creationId xmlns:a16="http://schemas.microsoft.com/office/drawing/2014/main" id="{0B74E2FF-E924-16C2-2B12-A844350536AE}"/>
              </a:ext>
            </a:extLst>
          </p:cNvPr>
          <p:cNvSpPr>
            <a:spLocks noChangeArrowheads="1"/>
          </p:cNvSpPr>
          <p:nvPr/>
        </p:nvSpPr>
        <p:spPr bwMode="auto">
          <a:xfrm>
            <a:off x="281940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49</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8417" name="Text Box 17">
            <a:extLst>
              <a:ext uri="{FF2B5EF4-FFF2-40B4-BE49-F238E27FC236}">
                <a16:creationId xmlns:a16="http://schemas.microsoft.com/office/drawing/2014/main" id="{7AD4D04C-3D80-92FF-1205-29450A407793}"/>
              </a:ext>
            </a:extLst>
          </p:cNvPr>
          <p:cNvSpPr txBox="1">
            <a:spLocks noChangeArrowheads="1"/>
          </p:cNvSpPr>
          <p:nvPr/>
        </p:nvSpPr>
        <p:spPr bwMode="auto">
          <a:xfrm>
            <a:off x="2228850" y="1081088"/>
            <a:ext cx="361950" cy="519112"/>
          </a:xfrm>
          <a:prstGeom prst="rect">
            <a:avLst/>
          </a:prstGeom>
          <a:noFill/>
          <a:ln w="9525">
            <a:noFill/>
            <a:miter lim="800000"/>
            <a:headEnd/>
            <a:tailEnd/>
          </a:ln>
        </p:spPr>
        <p:txBody>
          <a:bodyPr wrap="none">
            <a:spAutoFit/>
          </a:bodyPr>
          <a:lstStyle/>
          <a:p>
            <a:pPr>
              <a:defRPr/>
            </a:pPr>
            <a:r>
              <a:rPr lang="en-US" altLang="zh-CN" sz="2800" b="1"/>
              <a:t>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8418" name="Text Box 18">
            <a:extLst>
              <a:ext uri="{FF2B5EF4-FFF2-40B4-BE49-F238E27FC236}">
                <a16:creationId xmlns:a16="http://schemas.microsoft.com/office/drawing/2014/main" id="{0AF2982F-E25C-5DEF-4D92-D5B649A54F11}"/>
              </a:ext>
            </a:extLst>
          </p:cNvPr>
          <p:cNvSpPr txBox="1">
            <a:spLocks noChangeArrowheads="1"/>
          </p:cNvSpPr>
          <p:nvPr/>
        </p:nvSpPr>
        <p:spPr bwMode="auto">
          <a:xfrm>
            <a:off x="1543050" y="1828800"/>
            <a:ext cx="361950" cy="519113"/>
          </a:xfrm>
          <a:prstGeom prst="rect">
            <a:avLst/>
          </a:prstGeom>
          <a:noFill/>
          <a:ln w="9525">
            <a:noFill/>
            <a:miter lim="800000"/>
            <a:headEnd/>
            <a:tailEnd/>
          </a:ln>
        </p:spPr>
        <p:txBody>
          <a:bodyPr wrap="none">
            <a:spAutoFit/>
          </a:bodyPr>
          <a:lstStyle/>
          <a:p>
            <a:pPr>
              <a:defRPr/>
            </a:pPr>
            <a:r>
              <a:rPr lang="en-US" altLang="zh-CN" sz="2800" b="1"/>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8419" name="Text Box 19">
            <a:extLst>
              <a:ext uri="{FF2B5EF4-FFF2-40B4-BE49-F238E27FC236}">
                <a16:creationId xmlns:a16="http://schemas.microsoft.com/office/drawing/2014/main" id="{DE52248D-D40E-F447-C647-5592F14006D7}"/>
              </a:ext>
            </a:extLst>
          </p:cNvPr>
          <p:cNvSpPr txBox="1">
            <a:spLocks noChangeArrowheads="1"/>
          </p:cNvSpPr>
          <p:nvPr/>
        </p:nvSpPr>
        <p:spPr bwMode="auto">
          <a:xfrm>
            <a:off x="3676650" y="1981200"/>
            <a:ext cx="361950" cy="519113"/>
          </a:xfrm>
          <a:prstGeom prst="rect">
            <a:avLst/>
          </a:prstGeom>
          <a:noFill/>
          <a:ln w="9525">
            <a:noFill/>
            <a:miter lim="800000"/>
            <a:headEnd/>
            <a:tailEnd/>
          </a:ln>
        </p:spPr>
        <p:txBody>
          <a:bodyPr wrap="none">
            <a:spAutoFit/>
          </a:bodyPr>
          <a:lstStyle/>
          <a:p>
            <a:pPr>
              <a:defRPr/>
            </a:pPr>
            <a:r>
              <a:rPr lang="en-US" altLang="zh-CN" sz="2800" b="1"/>
              <a:t>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8420" name="Text Box 20">
            <a:extLst>
              <a:ext uri="{FF2B5EF4-FFF2-40B4-BE49-F238E27FC236}">
                <a16:creationId xmlns:a16="http://schemas.microsoft.com/office/drawing/2014/main" id="{F77865C2-B86A-D72D-B097-56C239F25E7D}"/>
              </a:ext>
            </a:extLst>
          </p:cNvPr>
          <p:cNvSpPr txBox="1">
            <a:spLocks noChangeArrowheads="1"/>
          </p:cNvSpPr>
          <p:nvPr/>
        </p:nvSpPr>
        <p:spPr bwMode="auto">
          <a:xfrm>
            <a:off x="838200" y="2757488"/>
            <a:ext cx="361950" cy="519112"/>
          </a:xfrm>
          <a:prstGeom prst="rect">
            <a:avLst/>
          </a:prstGeom>
          <a:noFill/>
          <a:ln w="9525">
            <a:noFill/>
            <a:miter lim="800000"/>
            <a:headEnd/>
            <a:tailEnd/>
          </a:ln>
        </p:spPr>
        <p:txBody>
          <a:bodyPr wrap="none">
            <a:spAutoFit/>
          </a:bodyPr>
          <a:lstStyle/>
          <a:p>
            <a:pPr>
              <a:defRPr/>
            </a:pPr>
            <a:r>
              <a:rPr lang="en-US" altLang="zh-CN" sz="2800" b="1"/>
              <a:t>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8421" name="Text Box 21">
            <a:extLst>
              <a:ext uri="{FF2B5EF4-FFF2-40B4-BE49-F238E27FC236}">
                <a16:creationId xmlns:a16="http://schemas.microsoft.com/office/drawing/2014/main" id="{AEFFBC96-2852-47E9-16CF-CAE496717AC0}"/>
              </a:ext>
            </a:extLst>
          </p:cNvPr>
          <p:cNvSpPr txBox="1">
            <a:spLocks noChangeArrowheads="1"/>
          </p:cNvSpPr>
          <p:nvPr/>
        </p:nvSpPr>
        <p:spPr bwMode="auto">
          <a:xfrm>
            <a:off x="2209800" y="2757488"/>
            <a:ext cx="361950" cy="519112"/>
          </a:xfrm>
          <a:prstGeom prst="rect">
            <a:avLst/>
          </a:prstGeom>
          <a:noFill/>
          <a:ln w="9525">
            <a:noFill/>
            <a:miter lim="800000"/>
            <a:headEnd/>
            <a:tailEnd/>
          </a:ln>
        </p:spPr>
        <p:txBody>
          <a:bodyPr wrap="none">
            <a:spAutoFit/>
          </a:bodyPr>
          <a:lstStyle/>
          <a:p>
            <a:pPr>
              <a:defRPr/>
            </a:pPr>
            <a:r>
              <a:rPr lang="en-US" altLang="zh-CN" sz="2800" b="1"/>
              <a:t>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8422" name="Text Box 22">
            <a:extLst>
              <a:ext uri="{FF2B5EF4-FFF2-40B4-BE49-F238E27FC236}">
                <a16:creationId xmlns:a16="http://schemas.microsoft.com/office/drawing/2014/main" id="{4F904FDB-5548-0F99-E921-D9F2DEC43D15}"/>
              </a:ext>
            </a:extLst>
          </p:cNvPr>
          <p:cNvSpPr txBox="1">
            <a:spLocks noChangeArrowheads="1"/>
          </p:cNvSpPr>
          <p:nvPr/>
        </p:nvSpPr>
        <p:spPr bwMode="auto">
          <a:xfrm>
            <a:off x="2762250" y="2757488"/>
            <a:ext cx="361950" cy="519112"/>
          </a:xfrm>
          <a:prstGeom prst="rect">
            <a:avLst/>
          </a:prstGeom>
          <a:noFill/>
          <a:ln w="9525">
            <a:noFill/>
            <a:miter lim="800000"/>
            <a:headEnd/>
            <a:tailEnd/>
          </a:ln>
        </p:spPr>
        <p:txBody>
          <a:bodyPr wrap="none">
            <a:spAutoFit/>
          </a:bodyPr>
          <a:lstStyle/>
          <a:p>
            <a:pPr>
              <a:defRPr/>
            </a:pPr>
            <a:r>
              <a:rPr lang="en-US" altLang="zh-CN" sz="2800" b="1"/>
              <a:t>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82967" name="AutoShape 23">
            <a:extLst>
              <a:ext uri="{FF2B5EF4-FFF2-40B4-BE49-F238E27FC236}">
                <a16:creationId xmlns:a16="http://schemas.microsoft.com/office/drawing/2014/main" id="{E9F9E413-3E23-E373-4DC0-6CAAFA5095BB}"/>
              </a:ext>
            </a:extLst>
          </p:cNvPr>
          <p:cNvSpPr>
            <a:spLocks noChangeArrowheads="1"/>
          </p:cNvSpPr>
          <p:nvPr/>
        </p:nvSpPr>
        <p:spPr bwMode="auto">
          <a:xfrm>
            <a:off x="40386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58424" name="Oval 24">
            <a:extLst>
              <a:ext uri="{FF2B5EF4-FFF2-40B4-BE49-F238E27FC236}">
                <a16:creationId xmlns:a16="http://schemas.microsoft.com/office/drawing/2014/main" id="{2F29AA10-9BDB-662D-FA0C-B93E9ECDAF50}"/>
              </a:ext>
            </a:extLst>
          </p:cNvPr>
          <p:cNvSpPr>
            <a:spLocks noChangeArrowheads="1"/>
          </p:cNvSpPr>
          <p:nvPr/>
        </p:nvSpPr>
        <p:spPr bwMode="auto">
          <a:xfrm>
            <a:off x="6153150" y="1447800"/>
            <a:ext cx="533400" cy="533400"/>
          </a:xfrm>
          <a:prstGeom prst="ellipse">
            <a:avLst/>
          </a:prstGeom>
          <a:gradFill rotWithShape="0">
            <a:gsLst>
              <a:gs pos="0">
                <a:srgbClr val="CCECFF"/>
              </a:gs>
              <a:gs pos="100000">
                <a:srgbClr val="CCECFF">
                  <a:gamma/>
                  <a:shade val="46275"/>
                  <a:invGamma/>
                </a:srgbClr>
              </a:gs>
            </a:gsLst>
            <a:lin ang="2700000" scaled="1"/>
          </a:gradFill>
          <a:ln w="9525">
            <a:solidFill>
              <a:srgbClr val="00FFFF"/>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08</a:t>
            </a:r>
            <a:endParaRPr lang="en-US" altLang="zh-CN">
              <a:solidFill>
                <a:srgbClr val="CCECFF"/>
              </a:solidFill>
              <a:effectDag name="">
                <a:cont type="tree" name="">
                  <a:effect ref="fillLine"/>
                  <a:outerShdw dist="38100" dir="13500000" algn="br">
                    <a:srgbClr val="DDF3FF"/>
                  </a:outerShdw>
                </a:cont>
                <a:cont type="tree" name="">
                  <a:effect ref="fillLine"/>
                  <a:outerShdw dist="38100" dir="2700000" algn="tl">
                    <a:srgbClr val="7A8D99"/>
                  </a:outerShdw>
                </a:cont>
                <a:effect ref="fillLine"/>
              </a:effectDag>
            </a:endParaRPr>
          </a:p>
        </p:txBody>
      </p:sp>
      <p:sp>
        <p:nvSpPr>
          <p:cNvPr id="358425" name="Oval 25">
            <a:extLst>
              <a:ext uri="{FF2B5EF4-FFF2-40B4-BE49-F238E27FC236}">
                <a16:creationId xmlns:a16="http://schemas.microsoft.com/office/drawing/2014/main" id="{23054F0A-106F-FAA2-BA89-343BE12F72F5}"/>
              </a:ext>
            </a:extLst>
          </p:cNvPr>
          <p:cNvSpPr>
            <a:spLocks noChangeArrowheads="1"/>
          </p:cNvSpPr>
          <p:nvPr/>
        </p:nvSpPr>
        <p:spPr bwMode="auto">
          <a:xfrm>
            <a:off x="546735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16</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8426" name="Oval 26">
            <a:extLst>
              <a:ext uri="{FF2B5EF4-FFF2-40B4-BE49-F238E27FC236}">
                <a16:creationId xmlns:a16="http://schemas.microsoft.com/office/drawing/2014/main" id="{6BA83181-D19A-4FDE-283F-05902707EE3C}"/>
              </a:ext>
            </a:extLst>
          </p:cNvPr>
          <p:cNvSpPr>
            <a:spLocks noChangeArrowheads="1"/>
          </p:cNvSpPr>
          <p:nvPr/>
        </p:nvSpPr>
        <p:spPr bwMode="auto">
          <a:xfrm>
            <a:off x="470535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b="1">
                <a:solidFill>
                  <a:schemeClr val="bg2"/>
                </a:solidFill>
                <a:effectLst>
                  <a:outerShdw blurRad="38100" dist="38100" dir="2700000" algn="tl">
                    <a:srgbClr val="000000"/>
                  </a:outerShdw>
                </a:effectLst>
              </a:rPr>
              <a:t>25*</a:t>
            </a:r>
            <a:endParaRPr lang="en-US" altLang="zh-CN" sz="280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8427" name="Oval 27">
            <a:extLst>
              <a:ext uri="{FF2B5EF4-FFF2-40B4-BE49-F238E27FC236}">
                <a16:creationId xmlns:a16="http://schemas.microsoft.com/office/drawing/2014/main" id="{8B7BDD2A-4267-3E72-F9C8-B7C621A6519A}"/>
              </a:ext>
            </a:extLst>
          </p:cNvPr>
          <p:cNvSpPr>
            <a:spLocks noChangeArrowheads="1"/>
          </p:cNvSpPr>
          <p:nvPr/>
        </p:nvSpPr>
        <p:spPr bwMode="auto">
          <a:xfrm>
            <a:off x="577215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25</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8428" name="Oval 28">
            <a:extLst>
              <a:ext uri="{FF2B5EF4-FFF2-40B4-BE49-F238E27FC236}">
                <a16:creationId xmlns:a16="http://schemas.microsoft.com/office/drawing/2014/main" id="{7F3CB610-5D50-A469-9BE4-8C03849C4C79}"/>
              </a:ext>
            </a:extLst>
          </p:cNvPr>
          <p:cNvSpPr>
            <a:spLocks noChangeArrowheads="1"/>
          </p:cNvSpPr>
          <p:nvPr/>
        </p:nvSpPr>
        <p:spPr bwMode="auto">
          <a:xfrm>
            <a:off x="6915150" y="2286000"/>
            <a:ext cx="533400" cy="533400"/>
          </a:xfrm>
          <a:prstGeom prst="ellipse">
            <a:avLst/>
          </a:prstGeom>
          <a:gradFill rotWithShape="0">
            <a:gsLst>
              <a:gs pos="0">
                <a:srgbClr val="00FFFF"/>
              </a:gs>
              <a:gs pos="100000">
                <a:srgbClr val="00FFFF">
                  <a:gamma/>
                  <a:shade val="46275"/>
                  <a:invGamma/>
                </a:srgbClr>
              </a:gs>
            </a:gsLst>
            <a:lin ang="2700000" scaled="1"/>
          </a:gradFill>
          <a:ln w="9525">
            <a:solidFill>
              <a:srgbClr val="00FFFF"/>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21</a:t>
            </a:r>
            <a:endParaRPr lang="en-US" altLang="zh-CN">
              <a:solidFill>
                <a:srgbClr val="00FFFF"/>
              </a:solidFill>
              <a:effectDag name="">
                <a:cont type="tree" name="">
                  <a:effect ref="fillLine"/>
                  <a:outerShdw dist="38100" dir="13500000" algn="br">
                    <a:srgbClr val="55FFFF"/>
                  </a:outerShdw>
                </a:cont>
                <a:cont type="tree" name="">
                  <a:effect ref="fillLine"/>
                  <a:outerShdw dist="38100" dir="2700000" algn="tl">
                    <a:srgbClr val="009999"/>
                  </a:outerShdw>
                </a:cont>
                <a:effect ref="fillLine"/>
              </a:effectDag>
            </a:endParaRPr>
          </a:p>
        </p:txBody>
      </p:sp>
      <p:sp>
        <p:nvSpPr>
          <p:cNvPr id="358429" name="Oval 29">
            <a:extLst>
              <a:ext uri="{FF2B5EF4-FFF2-40B4-BE49-F238E27FC236}">
                <a16:creationId xmlns:a16="http://schemas.microsoft.com/office/drawing/2014/main" id="{1ABBC461-E321-2127-D904-10B6DA49DD3C}"/>
              </a:ext>
            </a:extLst>
          </p:cNvPr>
          <p:cNvSpPr>
            <a:spLocks noChangeArrowheads="1"/>
          </p:cNvSpPr>
          <p:nvPr/>
        </p:nvSpPr>
        <p:spPr bwMode="auto">
          <a:xfrm>
            <a:off x="661035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49</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8430" name="Text Box 30">
            <a:extLst>
              <a:ext uri="{FF2B5EF4-FFF2-40B4-BE49-F238E27FC236}">
                <a16:creationId xmlns:a16="http://schemas.microsoft.com/office/drawing/2014/main" id="{061A8864-56C4-96E9-E160-1DE1E1B05750}"/>
              </a:ext>
            </a:extLst>
          </p:cNvPr>
          <p:cNvSpPr txBox="1">
            <a:spLocks noChangeArrowheads="1"/>
          </p:cNvSpPr>
          <p:nvPr/>
        </p:nvSpPr>
        <p:spPr bwMode="auto">
          <a:xfrm>
            <a:off x="6019800" y="1066800"/>
            <a:ext cx="361950" cy="519113"/>
          </a:xfrm>
          <a:prstGeom prst="rect">
            <a:avLst/>
          </a:prstGeom>
          <a:noFill/>
          <a:ln w="9525">
            <a:noFill/>
            <a:miter lim="800000"/>
            <a:headEnd/>
            <a:tailEnd/>
          </a:ln>
        </p:spPr>
        <p:txBody>
          <a:bodyPr wrap="none">
            <a:spAutoFit/>
          </a:bodyPr>
          <a:lstStyle/>
          <a:p>
            <a:pPr>
              <a:defRPr/>
            </a:pPr>
            <a:r>
              <a:rPr lang="en-US" altLang="zh-CN" sz="2800" b="1"/>
              <a:t>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8431" name="Text Box 31">
            <a:extLst>
              <a:ext uri="{FF2B5EF4-FFF2-40B4-BE49-F238E27FC236}">
                <a16:creationId xmlns:a16="http://schemas.microsoft.com/office/drawing/2014/main" id="{73B30850-C7C1-3BD9-EBDF-E7DF80B9D478}"/>
              </a:ext>
            </a:extLst>
          </p:cNvPr>
          <p:cNvSpPr txBox="1">
            <a:spLocks noChangeArrowheads="1"/>
          </p:cNvSpPr>
          <p:nvPr/>
        </p:nvSpPr>
        <p:spPr bwMode="auto">
          <a:xfrm>
            <a:off x="7391400" y="2057400"/>
            <a:ext cx="361950" cy="519113"/>
          </a:xfrm>
          <a:prstGeom prst="rect">
            <a:avLst/>
          </a:prstGeom>
          <a:noFill/>
          <a:ln w="9525">
            <a:noFill/>
            <a:miter lim="800000"/>
            <a:headEnd/>
            <a:tailEnd/>
          </a:ln>
        </p:spPr>
        <p:txBody>
          <a:bodyPr wrap="none">
            <a:spAutoFit/>
          </a:bodyPr>
          <a:lstStyle/>
          <a:p>
            <a:pPr>
              <a:defRPr/>
            </a:pPr>
            <a:r>
              <a:rPr lang="en-US" altLang="zh-CN" sz="2800" b="1"/>
              <a:t>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8432" name="Text Box 32">
            <a:extLst>
              <a:ext uri="{FF2B5EF4-FFF2-40B4-BE49-F238E27FC236}">
                <a16:creationId xmlns:a16="http://schemas.microsoft.com/office/drawing/2014/main" id="{FFB9C5E1-961F-A55A-A8E4-13D83D9831B2}"/>
              </a:ext>
            </a:extLst>
          </p:cNvPr>
          <p:cNvSpPr txBox="1">
            <a:spLocks noChangeArrowheads="1"/>
          </p:cNvSpPr>
          <p:nvPr/>
        </p:nvSpPr>
        <p:spPr bwMode="auto">
          <a:xfrm>
            <a:off x="6477000" y="2819400"/>
            <a:ext cx="361950" cy="519113"/>
          </a:xfrm>
          <a:prstGeom prst="rect">
            <a:avLst/>
          </a:prstGeom>
          <a:noFill/>
          <a:ln w="9525">
            <a:noFill/>
            <a:miter lim="800000"/>
            <a:headEnd/>
            <a:tailEnd/>
          </a:ln>
        </p:spPr>
        <p:txBody>
          <a:bodyPr wrap="none">
            <a:spAutoFit/>
          </a:bodyPr>
          <a:lstStyle/>
          <a:p>
            <a:pPr>
              <a:defRPr/>
            </a:pPr>
            <a:r>
              <a:rPr lang="en-US" altLang="zh-CN" sz="2800" b="1"/>
              <a:t>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8433" name="Text Box 33">
            <a:extLst>
              <a:ext uri="{FF2B5EF4-FFF2-40B4-BE49-F238E27FC236}">
                <a16:creationId xmlns:a16="http://schemas.microsoft.com/office/drawing/2014/main" id="{C44B3394-4C11-3ECD-F64A-A413BB5BD6BB}"/>
              </a:ext>
            </a:extLst>
          </p:cNvPr>
          <p:cNvSpPr txBox="1">
            <a:spLocks noChangeArrowheads="1"/>
          </p:cNvSpPr>
          <p:nvPr/>
        </p:nvSpPr>
        <p:spPr bwMode="auto">
          <a:xfrm>
            <a:off x="6076950" y="2819400"/>
            <a:ext cx="361950" cy="519113"/>
          </a:xfrm>
          <a:prstGeom prst="rect">
            <a:avLst/>
          </a:prstGeom>
          <a:noFill/>
          <a:ln w="9525">
            <a:noFill/>
            <a:miter lim="800000"/>
            <a:headEnd/>
            <a:tailEnd/>
          </a:ln>
        </p:spPr>
        <p:txBody>
          <a:bodyPr wrap="none">
            <a:spAutoFit/>
          </a:bodyPr>
          <a:lstStyle/>
          <a:p>
            <a:pPr>
              <a:defRPr/>
            </a:pPr>
            <a:r>
              <a:rPr lang="en-US" altLang="zh-CN" sz="2800" b="1"/>
              <a:t>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8434" name="Text Box 34">
            <a:extLst>
              <a:ext uri="{FF2B5EF4-FFF2-40B4-BE49-F238E27FC236}">
                <a16:creationId xmlns:a16="http://schemas.microsoft.com/office/drawing/2014/main" id="{669E3AE5-4EB2-9F28-7731-E9584E330323}"/>
              </a:ext>
            </a:extLst>
          </p:cNvPr>
          <p:cNvSpPr txBox="1">
            <a:spLocks noChangeArrowheads="1"/>
          </p:cNvSpPr>
          <p:nvPr/>
        </p:nvSpPr>
        <p:spPr bwMode="auto">
          <a:xfrm>
            <a:off x="4572000" y="2819400"/>
            <a:ext cx="361950" cy="519113"/>
          </a:xfrm>
          <a:prstGeom prst="rect">
            <a:avLst/>
          </a:prstGeom>
          <a:noFill/>
          <a:ln w="9525">
            <a:noFill/>
            <a:miter lim="800000"/>
            <a:headEnd/>
            <a:tailEnd/>
          </a:ln>
        </p:spPr>
        <p:txBody>
          <a:bodyPr wrap="none">
            <a:spAutoFit/>
          </a:bodyPr>
          <a:lstStyle/>
          <a:p>
            <a:pPr>
              <a:defRPr/>
            </a:pPr>
            <a:r>
              <a:rPr lang="en-US" altLang="zh-CN" sz="2800" b="1"/>
              <a:t>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8435" name="Text Box 35">
            <a:extLst>
              <a:ext uri="{FF2B5EF4-FFF2-40B4-BE49-F238E27FC236}">
                <a16:creationId xmlns:a16="http://schemas.microsoft.com/office/drawing/2014/main" id="{E483D2F8-92CC-95AB-AF6A-A9A9CD6E0E4B}"/>
              </a:ext>
            </a:extLst>
          </p:cNvPr>
          <p:cNvSpPr txBox="1">
            <a:spLocks noChangeArrowheads="1"/>
          </p:cNvSpPr>
          <p:nvPr/>
        </p:nvSpPr>
        <p:spPr bwMode="auto">
          <a:xfrm>
            <a:off x="5238750" y="1919288"/>
            <a:ext cx="361950" cy="519112"/>
          </a:xfrm>
          <a:prstGeom prst="rect">
            <a:avLst/>
          </a:prstGeom>
          <a:noFill/>
          <a:ln w="9525">
            <a:noFill/>
            <a:miter lim="800000"/>
            <a:headEnd/>
            <a:tailEnd/>
          </a:ln>
        </p:spPr>
        <p:txBody>
          <a:bodyPr wrap="none">
            <a:spAutoFit/>
          </a:bodyPr>
          <a:lstStyle/>
          <a:p>
            <a:pPr>
              <a:defRPr/>
            </a:pPr>
            <a:r>
              <a:rPr lang="en-US" altLang="zh-CN" sz="2800" b="1"/>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8436" name="Rectangle 36" descr="永恒">
            <a:extLst>
              <a:ext uri="{FF2B5EF4-FFF2-40B4-BE49-F238E27FC236}">
                <a16:creationId xmlns:a16="http://schemas.microsoft.com/office/drawing/2014/main" id="{9C2EF011-C190-3F0A-BAE3-BC75FDEE8E26}"/>
              </a:ext>
            </a:extLst>
          </p:cNvPr>
          <p:cNvSpPr>
            <a:spLocks noChangeArrowheads="1"/>
          </p:cNvSpPr>
          <p:nvPr/>
        </p:nvSpPr>
        <p:spPr bwMode="auto">
          <a:xfrm>
            <a:off x="685800" y="4343400"/>
            <a:ext cx="3276600" cy="533400"/>
          </a:xfrm>
          <a:prstGeom prst="rect">
            <a:avLst/>
          </a:prstGeom>
          <a:blipFill dpi="0" rotWithShape="0">
            <a:blip r:embed="rId4"/>
            <a:srcRect/>
            <a:tile tx="0" ty="0" sx="100000" sy="100000" flip="none" algn="tl"/>
          </a:blipFill>
          <a:ln w="28575">
            <a:solidFill>
              <a:schemeClr val="tx1"/>
            </a:solidFill>
            <a:miter lim="800000"/>
            <a:headEnd/>
            <a:tailEnd/>
          </a:ln>
          <a:effectLst>
            <a:outerShdw dist="35921" dir="2700000" algn="ctr" rotWithShape="0">
              <a:srgbClr val="808080"/>
            </a:outerShdw>
          </a:effectLst>
        </p:spPr>
        <p:txBody>
          <a:bodyPr wrap="none" anchor="ctr"/>
          <a:lstStyle/>
          <a:p>
            <a:pPr algn="ctr">
              <a:defRPr/>
            </a:pPr>
            <a:r>
              <a:rPr lang="en-US" altLang="zh-CN" sz="2800" b="1" dirty="0">
                <a:solidFill>
                  <a:schemeClr val="tx2"/>
                </a:solidFill>
                <a:effectLst>
                  <a:outerShdw blurRad="38100" dist="38100" dir="2700000" algn="tl">
                    <a:srgbClr val="000000"/>
                  </a:outerShdw>
                </a:effectLst>
              </a:rPr>
              <a:t>21  16 08 </a:t>
            </a:r>
            <a:r>
              <a:rPr lang="en-US" altLang="zh-CN" sz="2800" b="1" dirty="0">
                <a:solidFill>
                  <a:schemeClr val="bg2"/>
                </a:solidFill>
                <a:effectLst>
                  <a:outerShdw blurRad="38100" dist="38100" dir="2700000" algn="tl">
                    <a:srgbClr val="000000"/>
                  </a:outerShdw>
                </a:effectLst>
              </a:rPr>
              <a:t>25*</a:t>
            </a:r>
            <a:r>
              <a:rPr lang="en-US" altLang="zh-CN" sz="2800" b="1" dirty="0">
                <a:solidFill>
                  <a:schemeClr val="tx2"/>
                </a:solidFill>
                <a:effectLst>
                  <a:outerShdw blurRad="38100" dist="38100" dir="2700000" algn="tl">
                    <a:srgbClr val="000000"/>
                  </a:outerShdw>
                </a:effectLst>
              </a:rPr>
              <a:t> </a:t>
            </a:r>
            <a:r>
              <a:rPr lang="en-US" altLang="zh-CN" sz="2800" b="1" dirty="0">
                <a:solidFill>
                  <a:schemeClr val="bg2"/>
                </a:solidFill>
                <a:effectLst>
                  <a:outerShdw blurRad="38100" dist="38100" dir="2700000" algn="tl">
                    <a:srgbClr val="000000"/>
                  </a:outerShdw>
                </a:effectLst>
              </a:rPr>
              <a:t>25</a:t>
            </a:r>
            <a:r>
              <a:rPr lang="en-US" altLang="zh-CN" sz="2800" b="1" dirty="0">
                <a:solidFill>
                  <a:schemeClr val="tx2"/>
                </a:solidFill>
                <a:effectLst>
                  <a:outerShdw blurRad="38100" dist="38100" dir="2700000" algn="tl">
                    <a:srgbClr val="000000"/>
                  </a:outerShdw>
                </a:effectLst>
              </a:rPr>
              <a:t> </a:t>
            </a:r>
            <a:r>
              <a:rPr lang="en-US" altLang="zh-CN" sz="2800" b="1" dirty="0">
                <a:solidFill>
                  <a:schemeClr val="bg2"/>
                </a:solidFill>
                <a:effectLst>
                  <a:outerShdw blurRad="38100" dist="38100" dir="2700000" algn="tl">
                    <a:srgbClr val="000000"/>
                  </a:outerShdw>
                </a:effectLst>
              </a:rPr>
              <a:t>49</a:t>
            </a:r>
            <a:endParaRPr lang="en-US" altLang="zh-CN" dirty="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82981" name="Line 37">
            <a:extLst>
              <a:ext uri="{FF2B5EF4-FFF2-40B4-BE49-F238E27FC236}">
                <a16:creationId xmlns:a16="http://schemas.microsoft.com/office/drawing/2014/main" id="{3C1C7103-6F34-F55D-462B-BEFB357CE43B}"/>
              </a:ext>
            </a:extLst>
          </p:cNvPr>
          <p:cNvSpPr>
            <a:spLocks noChangeShapeType="1"/>
          </p:cNvSpPr>
          <p:nvPr/>
        </p:nvSpPr>
        <p:spPr bwMode="auto">
          <a:xfrm>
            <a:off x="1219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82" name="Line 38">
            <a:extLst>
              <a:ext uri="{FF2B5EF4-FFF2-40B4-BE49-F238E27FC236}">
                <a16:creationId xmlns:a16="http://schemas.microsoft.com/office/drawing/2014/main" id="{5AB5ED3B-D50B-157F-3FC0-05C253DD523F}"/>
              </a:ext>
            </a:extLst>
          </p:cNvPr>
          <p:cNvSpPr>
            <a:spLocks noChangeShapeType="1"/>
          </p:cNvSpPr>
          <p:nvPr/>
        </p:nvSpPr>
        <p:spPr bwMode="auto">
          <a:xfrm>
            <a:off x="1752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83" name="Line 39">
            <a:extLst>
              <a:ext uri="{FF2B5EF4-FFF2-40B4-BE49-F238E27FC236}">
                <a16:creationId xmlns:a16="http://schemas.microsoft.com/office/drawing/2014/main" id="{CAF7AB34-73E8-202F-3A36-9DD0F607A404}"/>
              </a:ext>
            </a:extLst>
          </p:cNvPr>
          <p:cNvSpPr>
            <a:spLocks noChangeShapeType="1"/>
          </p:cNvSpPr>
          <p:nvPr/>
        </p:nvSpPr>
        <p:spPr bwMode="auto">
          <a:xfrm>
            <a:off x="22860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84" name="Line 40">
            <a:extLst>
              <a:ext uri="{FF2B5EF4-FFF2-40B4-BE49-F238E27FC236}">
                <a16:creationId xmlns:a16="http://schemas.microsoft.com/office/drawing/2014/main" id="{5C671E14-3CFC-0C15-0E8C-CC1FAED68B2B}"/>
              </a:ext>
            </a:extLst>
          </p:cNvPr>
          <p:cNvSpPr>
            <a:spLocks noChangeShapeType="1"/>
          </p:cNvSpPr>
          <p:nvPr/>
        </p:nvSpPr>
        <p:spPr bwMode="auto">
          <a:xfrm>
            <a:off x="2895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85" name="Line 41">
            <a:extLst>
              <a:ext uri="{FF2B5EF4-FFF2-40B4-BE49-F238E27FC236}">
                <a16:creationId xmlns:a16="http://schemas.microsoft.com/office/drawing/2014/main" id="{F95EB258-ECD1-C596-DDC7-0EF26B04F738}"/>
              </a:ext>
            </a:extLst>
          </p:cNvPr>
          <p:cNvSpPr>
            <a:spLocks noChangeShapeType="1"/>
          </p:cNvSpPr>
          <p:nvPr/>
        </p:nvSpPr>
        <p:spPr bwMode="auto">
          <a:xfrm>
            <a:off x="34290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42" name="Rectangle 42" descr="永恒">
            <a:extLst>
              <a:ext uri="{FF2B5EF4-FFF2-40B4-BE49-F238E27FC236}">
                <a16:creationId xmlns:a16="http://schemas.microsoft.com/office/drawing/2014/main" id="{EB6C1413-DF97-4095-565C-E8E0FAD88972}"/>
              </a:ext>
            </a:extLst>
          </p:cNvPr>
          <p:cNvSpPr>
            <a:spLocks noChangeArrowheads="1"/>
          </p:cNvSpPr>
          <p:nvPr/>
        </p:nvSpPr>
        <p:spPr bwMode="auto">
          <a:xfrm>
            <a:off x="5105400" y="4343400"/>
            <a:ext cx="3276600" cy="533400"/>
          </a:xfrm>
          <a:prstGeom prst="rect">
            <a:avLst/>
          </a:prstGeom>
          <a:blipFill dpi="0" rotWithShape="0">
            <a:blip r:embed="rId4"/>
            <a:srcRect/>
            <a:tile tx="0" ty="0" sx="100000" sy="100000" flip="none" algn="tl"/>
          </a:blipFill>
          <a:ln w="28575">
            <a:solidFill>
              <a:schemeClr val="tx1"/>
            </a:solidFill>
            <a:miter lim="800000"/>
            <a:headEnd/>
            <a:tailEnd/>
          </a:ln>
          <a:effectLst>
            <a:outerShdw dist="35921" dir="2700000" algn="ctr" rotWithShape="0">
              <a:srgbClr val="808080"/>
            </a:outerShdw>
          </a:effectLst>
        </p:spPr>
        <p:txBody>
          <a:bodyPr wrap="none" anchor="ctr"/>
          <a:lstStyle/>
          <a:p>
            <a:pPr algn="ctr">
              <a:defRPr/>
            </a:pPr>
            <a:r>
              <a:rPr lang="en-US" altLang="zh-CN" sz="2800" b="1" dirty="0">
                <a:solidFill>
                  <a:schemeClr val="tx2"/>
                </a:solidFill>
                <a:effectLst>
                  <a:outerShdw blurRad="38100" dist="38100" dir="2700000" algn="tl">
                    <a:srgbClr val="000000"/>
                  </a:outerShdw>
                </a:effectLst>
              </a:rPr>
              <a:t>08 16 </a:t>
            </a:r>
            <a:r>
              <a:rPr lang="en-US" altLang="zh-CN" sz="2800" b="1" dirty="0">
                <a:solidFill>
                  <a:schemeClr val="bg2"/>
                </a:solidFill>
                <a:effectLst>
                  <a:outerShdw blurRad="38100" dist="38100" dir="2700000" algn="tl">
                    <a:srgbClr val="000000"/>
                  </a:outerShdw>
                </a:effectLst>
              </a:rPr>
              <a:t>21</a:t>
            </a:r>
            <a:r>
              <a:rPr lang="en-US" altLang="zh-CN" sz="2800" b="1" dirty="0">
                <a:solidFill>
                  <a:schemeClr val="tx2"/>
                </a:solidFill>
                <a:effectLst>
                  <a:outerShdw blurRad="38100" dist="38100" dir="2700000" algn="tl">
                    <a:srgbClr val="000000"/>
                  </a:outerShdw>
                </a:effectLst>
              </a:rPr>
              <a:t> </a:t>
            </a:r>
            <a:r>
              <a:rPr lang="en-US" altLang="zh-CN" sz="2800" b="1" dirty="0">
                <a:solidFill>
                  <a:schemeClr val="bg2"/>
                </a:solidFill>
                <a:effectLst>
                  <a:outerShdw blurRad="38100" dist="38100" dir="2700000" algn="tl">
                    <a:srgbClr val="000000"/>
                  </a:outerShdw>
                </a:effectLst>
              </a:rPr>
              <a:t>25*</a:t>
            </a:r>
            <a:r>
              <a:rPr lang="en-US" altLang="zh-CN" sz="2800" b="1" dirty="0">
                <a:solidFill>
                  <a:schemeClr val="tx2"/>
                </a:solidFill>
                <a:effectLst>
                  <a:outerShdw blurRad="38100" dist="38100" dir="2700000" algn="tl">
                    <a:srgbClr val="000000"/>
                  </a:outerShdw>
                </a:effectLst>
              </a:rPr>
              <a:t> </a:t>
            </a:r>
            <a:r>
              <a:rPr lang="en-US" altLang="zh-CN" sz="2800" b="1" dirty="0">
                <a:solidFill>
                  <a:schemeClr val="bg2"/>
                </a:solidFill>
                <a:effectLst>
                  <a:outerShdw blurRad="38100" dist="38100" dir="2700000" algn="tl">
                    <a:srgbClr val="000000"/>
                  </a:outerShdw>
                </a:effectLst>
              </a:rPr>
              <a:t>25</a:t>
            </a:r>
            <a:r>
              <a:rPr lang="en-US" altLang="zh-CN" sz="2800" b="1" dirty="0">
                <a:solidFill>
                  <a:schemeClr val="tx2"/>
                </a:solidFill>
                <a:effectLst>
                  <a:outerShdw blurRad="38100" dist="38100" dir="2700000" algn="tl">
                    <a:srgbClr val="000000"/>
                  </a:outerShdw>
                </a:effectLst>
              </a:rPr>
              <a:t> </a:t>
            </a:r>
            <a:r>
              <a:rPr lang="en-US" altLang="zh-CN" sz="2800" b="1" dirty="0">
                <a:solidFill>
                  <a:schemeClr val="bg2"/>
                </a:solidFill>
                <a:effectLst>
                  <a:outerShdw blurRad="38100" dist="38100" dir="2700000" algn="tl">
                    <a:srgbClr val="000000"/>
                  </a:outerShdw>
                </a:effectLst>
              </a:rPr>
              <a:t>49</a:t>
            </a:r>
            <a:endParaRPr lang="en-US" altLang="zh-CN" dirty="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82987" name="Line 43">
            <a:extLst>
              <a:ext uri="{FF2B5EF4-FFF2-40B4-BE49-F238E27FC236}">
                <a16:creationId xmlns:a16="http://schemas.microsoft.com/office/drawing/2014/main" id="{9FB81AD0-080C-0A97-8A98-C99667E1F6EF}"/>
              </a:ext>
            </a:extLst>
          </p:cNvPr>
          <p:cNvSpPr>
            <a:spLocks noChangeShapeType="1"/>
          </p:cNvSpPr>
          <p:nvPr/>
        </p:nvSpPr>
        <p:spPr bwMode="auto">
          <a:xfrm>
            <a:off x="56388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88" name="Line 44">
            <a:extLst>
              <a:ext uri="{FF2B5EF4-FFF2-40B4-BE49-F238E27FC236}">
                <a16:creationId xmlns:a16="http://schemas.microsoft.com/office/drawing/2014/main" id="{BB1A1694-17C0-9C98-D6EA-4153FBF33943}"/>
              </a:ext>
            </a:extLst>
          </p:cNvPr>
          <p:cNvSpPr>
            <a:spLocks noChangeShapeType="1"/>
          </p:cNvSpPr>
          <p:nvPr/>
        </p:nvSpPr>
        <p:spPr bwMode="auto">
          <a:xfrm>
            <a:off x="6172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89" name="Line 45">
            <a:extLst>
              <a:ext uri="{FF2B5EF4-FFF2-40B4-BE49-F238E27FC236}">
                <a16:creationId xmlns:a16="http://schemas.microsoft.com/office/drawing/2014/main" id="{BD3D9BF8-CFC5-C2D9-C4D5-78073AAF65AB}"/>
              </a:ext>
            </a:extLst>
          </p:cNvPr>
          <p:cNvSpPr>
            <a:spLocks noChangeShapeType="1"/>
          </p:cNvSpPr>
          <p:nvPr/>
        </p:nvSpPr>
        <p:spPr bwMode="auto">
          <a:xfrm>
            <a:off x="6705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90" name="Line 46">
            <a:extLst>
              <a:ext uri="{FF2B5EF4-FFF2-40B4-BE49-F238E27FC236}">
                <a16:creationId xmlns:a16="http://schemas.microsoft.com/office/drawing/2014/main" id="{3DB33547-3F79-5C4F-0824-B15F2576B8FE}"/>
              </a:ext>
            </a:extLst>
          </p:cNvPr>
          <p:cNvSpPr>
            <a:spLocks noChangeShapeType="1"/>
          </p:cNvSpPr>
          <p:nvPr/>
        </p:nvSpPr>
        <p:spPr bwMode="auto">
          <a:xfrm>
            <a:off x="7315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91" name="Line 47">
            <a:extLst>
              <a:ext uri="{FF2B5EF4-FFF2-40B4-BE49-F238E27FC236}">
                <a16:creationId xmlns:a16="http://schemas.microsoft.com/office/drawing/2014/main" id="{02A27EE1-1133-82B0-F5A9-67D40829AC2E}"/>
              </a:ext>
            </a:extLst>
          </p:cNvPr>
          <p:cNvSpPr>
            <a:spLocks noChangeShapeType="1"/>
          </p:cNvSpPr>
          <p:nvPr/>
        </p:nvSpPr>
        <p:spPr bwMode="auto">
          <a:xfrm>
            <a:off x="7848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48" name="Text Box 48">
            <a:extLst>
              <a:ext uri="{FF2B5EF4-FFF2-40B4-BE49-F238E27FC236}">
                <a16:creationId xmlns:a16="http://schemas.microsoft.com/office/drawing/2014/main" id="{73E8F6D4-5A82-68E7-3178-1F9018971029}"/>
              </a:ext>
            </a:extLst>
          </p:cNvPr>
          <p:cNvSpPr txBox="1">
            <a:spLocks noChangeArrowheads="1"/>
          </p:cNvSpPr>
          <p:nvPr/>
        </p:nvSpPr>
        <p:spPr bwMode="auto">
          <a:xfrm>
            <a:off x="5029200" y="5043488"/>
            <a:ext cx="3852337" cy="954107"/>
          </a:xfrm>
          <a:prstGeom prst="rect">
            <a:avLst/>
          </a:prstGeom>
          <a:noFill/>
          <a:ln w="9525">
            <a:noFill/>
            <a:miter lim="800000"/>
            <a:headEnd/>
            <a:tailEnd/>
          </a:ln>
        </p:spPr>
        <p:txBody>
          <a:bodyPr wrap="none">
            <a:spAutoFit/>
          </a:bodyPr>
          <a:lstStyle/>
          <a:p>
            <a:pPr>
              <a:defRPr/>
            </a:pPr>
            <a:r>
              <a:rPr lang="zh-CN" altLang="en-US" sz="2800" b="1" dirty="0">
                <a:effectLst>
                  <a:outerShdw blurRad="38100" dist="38100" dir="2700000" algn="tl">
                    <a:srgbClr val="C0C0C0"/>
                  </a:outerShdw>
                </a:effectLst>
                <a:ea typeface="仿宋_GB2312" pitchFamily="49" charset="-122"/>
              </a:rPr>
              <a:t>交换 </a:t>
            </a:r>
            <a:r>
              <a:rPr lang="en-US" altLang="en-US" sz="2800" b="1" dirty="0">
                <a:effectLst>
                  <a:outerShdw blurRad="38100" dist="38100" dir="2700000" algn="tl">
                    <a:srgbClr val="C0C0C0"/>
                  </a:outerShdw>
                </a:effectLst>
                <a:ea typeface="仿宋_GB2312" pitchFamily="49" charset="-122"/>
              </a:rPr>
              <a:t>0 </a:t>
            </a:r>
            <a:r>
              <a:rPr lang="zh-CN" altLang="en-US" sz="2800" b="1" dirty="0">
                <a:effectLst>
                  <a:outerShdw blurRad="38100" dist="38100" dir="2700000" algn="tl">
                    <a:srgbClr val="C0C0C0"/>
                  </a:outerShdw>
                </a:effectLst>
                <a:ea typeface="仿宋_GB2312" pitchFamily="49" charset="-122"/>
              </a:rPr>
              <a:t>号与 </a:t>
            </a:r>
            <a:r>
              <a:rPr lang="en-US" altLang="zh-CN" sz="2800" b="1" dirty="0">
                <a:effectLst>
                  <a:outerShdw blurRad="38100" dist="38100" dir="2700000" algn="tl">
                    <a:srgbClr val="C0C0C0"/>
                  </a:outerShdw>
                </a:effectLst>
                <a:ea typeface="仿宋_GB2312" pitchFamily="49" charset="-122"/>
              </a:rPr>
              <a:t>2 </a:t>
            </a:r>
            <a:r>
              <a:rPr lang="zh-CN" altLang="en-US" sz="2800" b="1" dirty="0">
                <a:effectLst>
                  <a:outerShdw blurRad="38100" dist="38100" dir="2700000" algn="tl">
                    <a:srgbClr val="C0C0C0"/>
                  </a:outerShdw>
                </a:effectLst>
                <a:ea typeface="仿宋_GB2312" pitchFamily="49" charset="-122"/>
              </a:rPr>
              <a:t>号元素，</a:t>
            </a:r>
            <a:endParaRPr lang="en-US" altLang="zh-CN" sz="2800" b="1" dirty="0">
              <a:effectLst>
                <a:outerShdw blurRad="38100" dist="38100" dir="2700000" algn="tl">
                  <a:srgbClr val="C0C0C0"/>
                </a:outerShdw>
              </a:effectLst>
              <a:ea typeface="仿宋_GB2312" pitchFamily="49" charset="-122"/>
            </a:endParaRPr>
          </a:p>
          <a:p>
            <a:pPr>
              <a:defRPr/>
            </a:pPr>
            <a:r>
              <a:rPr lang="en-US" altLang="zh-CN" sz="2800" b="1" dirty="0">
                <a:effectLst>
                  <a:outerShdw blurRad="38100" dist="38100" dir="2700000" algn="tl">
                    <a:srgbClr val="C0C0C0"/>
                  </a:outerShdw>
                </a:effectLst>
                <a:ea typeface="仿宋_GB2312" pitchFamily="49" charset="-122"/>
              </a:rPr>
              <a:t>2 </a:t>
            </a:r>
            <a:r>
              <a:rPr lang="zh-CN" altLang="en-US" sz="2800" b="1" dirty="0">
                <a:effectLst>
                  <a:outerShdw blurRad="38100" dist="38100" dir="2700000" algn="tl">
                    <a:srgbClr val="C0C0C0"/>
                  </a:outerShdw>
                </a:effectLst>
                <a:ea typeface="仿宋_GB2312" pitchFamily="49" charset="-122"/>
              </a:rPr>
              <a:t>号元素就位</a:t>
            </a:r>
            <a:endParaRPr lang="zh-CN" altLang="en-US"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8449" name="Text Box 49">
            <a:extLst>
              <a:ext uri="{FF2B5EF4-FFF2-40B4-BE49-F238E27FC236}">
                <a16:creationId xmlns:a16="http://schemas.microsoft.com/office/drawing/2014/main" id="{D4C9A46B-DD35-6E3D-8A05-0328DCB13E76}"/>
              </a:ext>
            </a:extLst>
          </p:cNvPr>
          <p:cNvSpPr txBox="1">
            <a:spLocks noChangeArrowheads="1"/>
          </p:cNvSpPr>
          <p:nvPr/>
        </p:nvSpPr>
        <p:spPr bwMode="auto">
          <a:xfrm>
            <a:off x="838200" y="5029200"/>
            <a:ext cx="3136900" cy="946150"/>
          </a:xfrm>
          <a:prstGeom prst="rect">
            <a:avLst/>
          </a:prstGeom>
          <a:noFill/>
          <a:ln w="9525">
            <a:noFill/>
            <a:miter lim="800000"/>
            <a:headEnd/>
            <a:tailEnd/>
          </a:ln>
        </p:spPr>
        <p:txBody>
          <a:bodyPr wrap="none">
            <a:spAutoFit/>
          </a:bodyPr>
          <a:lstStyle/>
          <a:p>
            <a:pPr>
              <a:defRPr/>
            </a:pPr>
            <a:r>
              <a:rPr lang="zh-CN" altLang="en-US" sz="2800" b="1">
                <a:effectLst>
                  <a:outerShdw blurRad="38100" dist="38100" dir="2700000" algn="tl">
                    <a:srgbClr val="C0C0C0"/>
                  </a:outerShdw>
                </a:effectLst>
                <a:ea typeface="仿宋_GB2312" pitchFamily="49" charset="-122"/>
              </a:rPr>
              <a:t>从 </a:t>
            </a:r>
            <a:r>
              <a:rPr lang="en-US" altLang="zh-CN" sz="2800" b="1">
                <a:effectLst>
                  <a:outerShdw blurRad="38100" dist="38100" dir="2700000" algn="tl">
                    <a:srgbClr val="C0C0C0"/>
                  </a:outerShdw>
                </a:effectLst>
                <a:ea typeface="仿宋_GB2312" pitchFamily="49" charset="-122"/>
              </a:rPr>
              <a:t>0 </a:t>
            </a:r>
            <a:r>
              <a:rPr lang="zh-CN" altLang="en-US" sz="2800" b="1">
                <a:effectLst>
                  <a:outerShdw blurRad="38100" dist="38100" dir="2700000" algn="tl">
                    <a:srgbClr val="C0C0C0"/>
                  </a:outerShdw>
                </a:effectLst>
                <a:ea typeface="仿宋_GB2312" pitchFamily="49" charset="-122"/>
              </a:rPr>
              <a:t>号到 </a:t>
            </a:r>
            <a:r>
              <a:rPr lang="en-US" altLang="zh-CN" sz="2800" b="1">
                <a:effectLst>
                  <a:outerShdw blurRad="38100" dist="38100" dir="2700000" algn="tl">
                    <a:srgbClr val="C0C0C0"/>
                  </a:outerShdw>
                </a:effectLst>
                <a:ea typeface="仿宋_GB2312" pitchFamily="49" charset="-122"/>
              </a:rPr>
              <a:t>2 </a:t>
            </a:r>
            <a:r>
              <a:rPr lang="zh-CN" altLang="en-US" sz="2800" b="1">
                <a:effectLst>
                  <a:outerShdw blurRad="38100" dist="38100" dir="2700000" algn="tl">
                    <a:srgbClr val="C0C0C0"/>
                  </a:outerShdw>
                </a:effectLst>
                <a:ea typeface="仿宋_GB2312" pitchFamily="49" charset="-122"/>
              </a:rPr>
              <a:t>号 重新</a:t>
            </a:r>
          </a:p>
          <a:p>
            <a:pPr>
              <a:defRPr/>
            </a:pPr>
            <a:r>
              <a:rPr lang="zh-CN" altLang="en-US" sz="2800" b="1">
                <a:effectLst>
                  <a:outerShdw blurRad="38100" dist="38100" dir="2700000" algn="tl">
                    <a:srgbClr val="C0C0C0"/>
                  </a:outerShdw>
                </a:effectLst>
                <a:ea typeface="仿宋_GB2312" pitchFamily="49" charset="-122"/>
              </a:rPr>
              <a:t>调整为最大堆</a:t>
            </a:r>
          </a:p>
        </p:txBody>
      </p:sp>
      <p:sp>
        <p:nvSpPr>
          <p:cNvPr id="82994" name="AutoShape 50">
            <a:extLst>
              <a:ext uri="{FF2B5EF4-FFF2-40B4-BE49-F238E27FC236}">
                <a16:creationId xmlns:a16="http://schemas.microsoft.com/office/drawing/2014/main" id="{BD1A8267-BEEF-7ACD-DFBC-9D2DA6A1722D}"/>
              </a:ext>
            </a:extLst>
          </p:cNvPr>
          <p:cNvSpPr>
            <a:spLocks noChangeArrowheads="1"/>
          </p:cNvSpPr>
          <p:nvPr/>
        </p:nvSpPr>
        <p:spPr bwMode="auto">
          <a:xfrm>
            <a:off x="2286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82995" name="Line 51">
            <a:extLst>
              <a:ext uri="{FF2B5EF4-FFF2-40B4-BE49-F238E27FC236}">
                <a16:creationId xmlns:a16="http://schemas.microsoft.com/office/drawing/2014/main" id="{97537E4A-77B4-02DF-AA4F-6798AE8D5843}"/>
              </a:ext>
            </a:extLst>
          </p:cNvPr>
          <p:cNvSpPr>
            <a:spLocks noChangeShapeType="1"/>
          </p:cNvSpPr>
          <p:nvPr/>
        </p:nvSpPr>
        <p:spPr bwMode="auto">
          <a:xfrm flipH="1" flipV="1">
            <a:off x="3124200" y="1828800"/>
            <a:ext cx="228600" cy="3048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96" name="Line 52">
            <a:extLst>
              <a:ext uri="{FF2B5EF4-FFF2-40B4-BE49-F238E27FC236}">
                <a16:creationId xmlns:a16="http://schemas.microsoft.com/office/drawing/2014/main" id="{BCFB4953-B890-4DF4-05B2-8A1FF815B1BC}"/>
              </a:ext>
            </a:extLst>
          </p:cNvPr>
          <p:cNvSpPr>
            <a:spLocks noChangeShapeType="1"/>
          </p:cNvSpPr>
          <p:nvPr/>
        </p:nvSpPr>
        <p:spPr bwMode="auto">
          <a:xfrm>
            <a:off x="3276600" y="1752600"/>
            <a:ext cx="228600" cy="304800"/>
          </a:xfrm>
          <a:prstGeom prst="line">
            <a:avLst/>
          </a:prstGeom>
          <a:noFill/>
          <a:ln w="28575">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97" name="AutoShape 53">
            <a:extLst>
              <a:ext uri="{FF2B5EF4-FFF2-40B4-BE49-F238E27FC236}">
                <a16:creationId xmlns:a16="http://schemas.microsoft.com/office/drawing/2014/main" id="{D53BE351-2538-1926-5911-10CC961B3906}"/>
              </a:ext>
            </a:extLst>
          </p:cNvPr>
          <p:cNvSpPr>
            <a:spLocks noChangeArrowheads="1"/>
          </p:cNvSpPr>
          <p:nvPr/>
        </p:nvSpPr>
        <p:spPr bwMode="auto">
          <a:xfrm>
            <a:off x="79248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82998" name="Freeform 54">
            <a:extLst>
              <a:ext uri="{FF2B5EF4-FFF2-40B4-BE49-F238E27FC236}">
                <a16:creationId xmlns:a16="http://schemas.microsoft.com/office/drawing/2014/main" id="{6019DA15-B8E9-6DFC-2200-D251F034DF30}"/>
              </a:ext>
            </a:extLst>
          </p:cNvPr>
          <p:cNvSpPr>
            <a:spLocks/>
          </p:cNvSpPr>
          <p:nvPr/>
        </p:nvSpPr>
        <p:spPr bwMode="auto">
          <a:xfrm>
            <a:off x="1333500" y="1028700"/>
            <a:ext cx="2781300" cy="2044700"/>
          </a:xfrm>
          <a:custGeom>
            <a:avLst/>
            <a:gdLst>
              <a:gd name="T0" fmla="*/ 2147483646 w 1752"/>
              <a:gd name="T1" fmla="*/ 2147483646 h 1288"/>
              <a:gd name="T2" fmla="*/ 2147483646 w 1752"/>
              <a:gd name="T3" fmla="*/ 2147483646 h 1288"/>
              <a:gd name="T4" fmla="*/ 2147483646 w 1752"/>
              <a:gd name="T5" fmla="*/ 2147483646 h 1288"/>
              <a:gd name="T6" fmla="*/ 2147483646 w 1752"/>
              <a:gd name="T7" fmla="*/ 2147483646 h 1288"/>
              <a:gd name="T8" fmla="*/ 2147483646 w 1752"/>
              <a:gd name="T9" fmla="*/ 2147483646 h 1288"/>
              <a:gd name="T10" fmla="*/ 2147483646 w 1752"/>
              <a:gd name="T11" fmla="*/ 2147483646 h 1288"/>
              <a:gd name="T12" fmla="*/ 2147483646 w 1752"/>
              <a:gd name="T13" fmla="*/ 2147483646 h 1288"/>
              <a:gd name="T14" fmla="*/ 2147483646 w 1752"/>
              <a:gd name="T15" fmla="*/ 2147483646 h 1288"/>
              <a:gd name="T16" fmla="*/ 2147483646 w 1752"/>
              <a:gd name="T17" fmla="*/ 2147483646 h 1288"/>
              <a:gd name="T18" fmla="*/ 2147483646 w 1752"/>
              <a:gd name="T19" fmla="*/ 2147483646 h 12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52"/>
              <a:gd name="T31" fmla="*/ 0 h 1288"/>
              <a:gd name="T32" fmla="*/ 1752 w 1752"/>
              <a:gd name="T33" fmla="*/ 1288 h 12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52" h="1288">
                <a:moveTo>
                  <a:pt x="496" y="216"/>
                </a:moveTo>
                <a:cubicBezTo>
                  <a:pt x="384" y="336"/>
                  <a:pt x="128" y="592"/>
                  <a:pt x="64" y="744"/>
                </a:cubicBezTo>
                <a:cubicBezTo>
                  <a:pt x="0" y="896"/>
                  <a:pt x="64" y="1040"/>
                  <a:pt x="112" y="1128"/>
                </a:cubicBezTo>
                <a:cubicBezTo>
                  <a:pt x="160" y="1216"/>
                  <a:pt x="120" y="1256"/>
                  <a:pt x="352" y="1272"/>
                </a:cubicBezTo>
                <a:cubicBezTo>
                  <a:pt x="584" y="1288"/>
                  <a:pt x="1272" y="1280"/>
                  <a:pt x="1504" y="1224"/>
                </a:cubicBezTo>
                <a:cubicBezTo>
                  <a:pt x="1736" y="1168"/>
                  <a:pt x="1752" y="1072"/>
                  <a:pt x="1744" y="936"/>
                </a:cubicBezTo>
                <a:cubicBezTo>
                  <a:pt x="1736" y="800"/>
                  <a:pt x="1576" y="552"/>
                  <a:pt x="1456" y="408"/>
                </a:cubicBezTo>
                <a:cubicBezTo>
                  <a:pt x="1336" y="264"/>
                  <a:pt x="1144" y="136"/>
                  <a:pt x="1024" y="72"/>
                </a:cubicBezTo>
                <a:cubicBezTo>
                  <a:pt x="904" y="8"/>
                  <a:pt x="824" y="0"/>
                  <a:pt x="736" y="24"/>
                </a:cubicBezTo>
                <a:cubicBezTo>
                  <a:pt x="648" y="48"/>
                  <a:pt x="608" y="96"/>
                  <a:pt x="496" y="216"/>
                </a:cubicBezTo>
                <a:close/>
              </a:path>
            </a:pathLst>
          </a:custGeom>
          <a:noFill/>
          <a:ln w="28575"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99" name="Freeform 55">
            <a:extLst>
              <a:ext uri="{FF2B5EF4-FFF2-40B4-BE49-F238E27FC236}">
                <a16:creationId xmlns:a16="http://schemas.microsoft.com/office/drawing/2014/main" id="{59863892-6CF1-D4FD-954C-07529CA98602}"/>
              </a:ext>
            </a:extLst>
          </p:cNvPr>
          <p:cNvSpPr>
            <a:spLocks/>
          </p:cNvSpPr>
          <p:nvPr/>
        </p:nvSpPr>
        <p:spPr bwMode="auto">
          <a:xfrm>
            <a:off x="4984750" y="1003300"/>
            <a:ext cx="1981200" cy="2222500"/>
          </a:xfrm>
          <a:custGeom>
            <a:avLst/>
            <a:gdLst>
              <a:gd name="T0" fmla="*/ 2147483646 w 1248"/>
              <a:gd name="T1" fmla="*/ 2147483646 h 1400"/>
              <a:gd name="T2" fmla="*/ 2147483646 w 1248"/>
              <a:gd name="T3" fmla="*/ 2147483646 h 1400"/>
              <a:gd name="T4" fmla="*/ 2147483646 w 1248"/>
              <a:gd name="T5" fmla="*/ 2147483646 h 1400"/>
              <a:gd name="T6" fmla="*/ 2147483646 w 1248"/>
              <a:gd name="T7" fmla="*/ 2147483646 h 1400"/>
              <a:gd name="T8" fmla="*/ 2147483646 w 1248"/>
              <a:gd name="T9" fmla="*/ 2147483646 h 1400"/>
              <a:gd name="T10" fmla="*/ 2147483646 w 1248"/>
              <a:gd name="T11" fmla="*/ 2147483646 h 1400"/>
              <a:gd name="T12" fmla="*/ 2147483646 w 1248"/>
              <a:gd name="T13" fmla="*/ 2147483646 h 1400"/>
              <a:gd name="T14" fmla="*/ 2147483646 w 1248"/>
              <a:gd name="T15" fmla="*/ 2147483646 h 1400"/>
              <a:gd name="T16" fmla="*/ 2147483646 w 1248"/>
              <a:gd name="T17" fmla="*/ 2147483646 h 1400"/>
              <a:gd name="T18" fmla="*/ 2147483646 w 1248"/>
              <a:gd name="T19" fmla="*/ 2147483646 h 14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48"/>
              <a:gd name="T31" fmla="*/ 0 h 1400"/>
              <a:gd name="T32" fmla="*/ 1248 w 1248"/>
              <a:gd name="T33" fmla="*/ 1400 h 14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48" h="1400">
                <a:moveTo>
                  <a:pt x="544" y="280"/>
                </a:moveTo>
                <a:cubicBezTo>
                  <a:pt x="424" y="416"/>
                  <a:pt x="128" y="704"/>
                  <a:pt x="64" y="856"/>
                </a:cubicBezTo>
                <a:cubicBezTo>
                  <a:pt x="0" y="1008"/>
                  <a:pt x="80" y="1112"/>
                  <a:pt x="160" y="1192"/>
                </a:cubicBezTo>
                <a:cubicBezTo>
                  <a:pt x="240" y="1272"/>
                  <a:pt x="408" y="1400"/>
                  <a:pt x="544" y="1336"/>
                </a:cubicBezTo>
                <a:cubicBezTo>
                  <a:pt x="680" y="1272"/>
                  <a:pt x="864" y="960"/>
                  <a:pt x="976" y="808"/>
                </a:cubicBezTo>
                <a:cubicBezTo>
                  <a:pt x="1088" y="656"/>
                  <a:pt x="1184" y="536"/>
                  <a:pt x="1216" y="424"/>
                </a:cubicBezTo>
                <a:cubicBezTo>
                  <a:pt x="1248" y="312"/>
                  <a:pt x="1208" y="200"/>
                  <a:pt x="1168" y="136"/>
                </a:cubicBezTo>
                <a:cubicBezTo>
                  <a:pt x="1128" y="72"/>
                  <a:pt x="1040" y="56"/>
                  <a:pt x="976" y="40"/>
                </a:cubicBezTo>
                <a:cubicBezTo>
                  <a:pt x="912" y="24"/>
                  <a:pt x="856" y="0"/>
                  <a:pt x="784" y="40"/>
                </a:cubicBezTo>
                <a:cubicBezTo>
                  <a:pt x="712" y="80"/>
                  <a:pt x="664" y="144"/>
                  <a:pt x="544" y="280"/>
                </a:cubicBezTo>
                <a:close/>
              </a:path>
            </a:pathLst>
          </a:custGeom>
          <a:noFill/>
          <a:ln w="28575"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20AFAC14-EEC9-2328-BCA6-A405EFD49B68}"/>
              </a:ext>
            </a:extLst>
          </p:cNvPr>
          <p:cNvSpPr>
            <a:spLocks noGrp="1"/>
          </p:cNvSpPr>
          <p:nvPr>
            <p:ph type="sldNum" sz="quarter" idx="12"/>
          </p:nvPr>
        </p:nvSpPr>
        <p:spPr/>
        <p:txBody>
          <a:bodyPr/>
          <a:lstStyle/>
          <a:p>
            <a:pPr>
              <a:defRPr/>
            </a:pPr>
            <a:fld id="{04E4ECFC-90A4-46B6-B7C1-F55F5037C096}" type="slidenum">
              <a:rPr lang="en-US" altLang="zh-CN" smtClean="0"/>
              <a:pPr>
                <a:defRPr/>
              </a:pPr>
              <a:t>59</a:t>
            </a:fld>
            <a:endParaRPr lang="en-US" altLang="zh-CN"/>
          </a:p>
        </p:txBody>
      </p:sp>
    </p:spTree>
  </p:cSld>
  <p:clrMapOvr>
    <a:masterClrMapping/>
  </p:clrMapOvr>
  <p:transition>
    <p:spli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Line 2">
            <a:extLst>
              <a:ext uri="{FF2B5EF4-FFF2-40B4-BE49-F238E27FC236}">
                <a16:creationId xmlns:a16="http://schemas.microsoft.com/office/drawing/2014/main" id="{5364449F-C816-6C38-0B78-8B9F91FFFBEC}"/>
              </a:ext>
            </a:extLst>
          </p:cNvPr>
          <p:cNvSpPr>
            <a:spLocks noChangeShapeType="1"/>
          </p:cNvSpPr>
          <p:nvPr/>
        </p:nvSpPr>
        <p:spPr bwMode="auto">
          <a:xfrm flipH="1">
            <a:off x="7391400" y="2743200"/>
            <a:ext cx="228600" cy="5334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1" name="Line 3">
            <a:extLst>
              <a:ext uri="{FF2B5EF4-FFF2-40B4-BE49-F238E27FC236}">
                <a16:creationId xmlns:a16="http://schemas.microsoft.com/office/drawing/2014/main" id="{1DEF23AB-8E6E-23B8-EE75-46379C924067}"/>
              </a:ext>
            </a:extLst>
          </p:cNvPr>
          <p:cNvSpPr>
            <a:spLocks noChangeShapeType="1"/>
          </p:cNvSpPr>
          <p:nvPr/>
        </p:nvSpPr>
        <p:spPr bwMode="auto">
          <a:xfrm>
            <a:off x="7010400" y="1828800"/>
            <a:ext cx="609600" cy="762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2" name="Line 4">
            <a:extLst>
              <a:ext uri="{FF2B5EF4-FFF2-40B4-BE49-F238E27FC236}">
                <a16:creationId xmlns:a16="http://schemas.microsoft.com/office/drawing/2014/main" id="{F9BE831A-711F-23E5-7E23-C6801A1DF8AE}"/>
              </a:ext>
            </a:extLst>
          </p:cNvPr>
          <p:cNvSpPr>
            <a:spLocks noChangeShapeType="1"/>
          </p:cNvSpPr>
          <p:nvPr/>
        </p:nvSpPr>
        <p:spPr bwMode="auto">
          <a:xfrm>
            <a:off x="6324600" y="2743200"/>
            <a:ext cx="152400" cy="4572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3" name="Line 5">
            <a:extLst>
              <a:ext uri="{FF2B5EF4-FFF2-40B4-BE49-F238E27FC236}">
                <a16:creationId xmlns:a16="http://schemas.microsoft.com/office/drawing/2014/main" id="{447A4E3F-CFFB-E6A1-ED40-8E3F3785283E}"/>
              </a:ext>
            </a:extLst>
          </p:cNvPr>
          <p:cNvSpPr>
            <a:spLocks noChangeShapeType="1"/>
          </p:cNvSpPr>
          <p:nvPr/>
        </p:nvSpPr>
        <p:spPr bwMode="auto">
          <a:xfrm flipH="1">
            <a:off x="5562600" y="1828800"/>
            <a:ext cx="1219200" cy="1524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4" name="Line 6">
            <a:extLst>
              <a:ext uri="{FF2B5EF4-FFF2-40B4-BE49-F238E27FC236}">
                <a16:creationId xmlns:a16="http://schemas.microsoft.com/office/drawing/2014/main" id="{586E212D-34F4-FF87-DB34-72E08C567319}"/>
              </a:ext>
            </a:extLst>
          </p:cNvPr>
          <p:cNvSpPr>
            <a:spLocks noChangeShapeType="1"/>
          </p:cNvSpPr>
          <p:nvPr/>
        </p:nvSpPr>
        <p:spPr bwMode="auto">
          <a:xfrm flipH="1">
            <a:off x="3200400" y="2743200"/>
            <a:ext cx="228600" cy="5334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5" name="Line 7">
            <a:extLst>
              <a:ext uri="{FF2B5EF4-FFF2-40B4-BE49-F238E27FC236}">
                <a16:creationId xmlns:a16="http://schemas.microsoft.com/office/drawing/2014/main" id="{1312398E-92D6-89A0-4324-17FE37CDC914}"/>
              </a:ext>
            </a:extLst>
          </p:cNvPr>
          <p:cNvSpPr>
            <a:spLocks noChangeShapeType="1"/>
          </p:cNvSpPr>
          <p:nvPr/>
        </p:nvSpPr>
        <p:spPr bwMode="auto">
          <a:xfrm>
            <a:off x="2133600" y="2743200"/>
            <a:ext cx="152400" cy="4572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6" name="Line 8">
            <a:extLst>
              <a:ext uri="{FF2B5EF4-FFF2-40B4-BE49-F238E27FC236}">
                <a16:creationId xmlns:a16="http://schemas.microsoft.com/office/drawing/2014/main" id="{6BCA1AD7-4D74-43FF-8861-0F6C4EB836AD}"/>
              </a:ext>
            </a:extLst>
          </p:cNvPr>
          <p:cNvSpPr>
            <a:spLocks noChangeShapeType="1"/>
          </p:cNvSpPr>
          <p:nvPr/>
        </p:nvSpPr>
        <p:spPr bwMode="auto">
          <a:xfrm>
            <a:off x="2971800" y="1828800"/>
            <a:ext cx="609600" cy="762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7" name="Line 9">
            <a:extLst>
              <a:ext uri="{FF2B5EF4-FFF2-40B4-BE49-F238E27FC236}">
                <a16:creationId xmlns:a16="http://schemas.microsoft.com/office/drawing/2014/main" id="{94DBC71D-6929-1DA9-E4E9-E0EA325D71D2}"/>
              </a:ext>
            </a:extLst>
          </p:cNvPr>
          <p:cNvSpPr>
            <a:spLocks noChangeShapeType="1"/>
          </p:cNvSpPr>
          <p:nvPr/>
        </p:nvSpPr>
        <p:spPr bwMode="auto">
          <a:xfrm flipH="1">
            <a:off x="1371600" y="1828800"/>
            <a:ext cx="1219200" cy="152400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3978" name="Object 1024">
            <a:extLst>
              <a:ext uri="{FF2B5EF4-FFF2-40B4-BE49-F238E27FC236}">
                <a16:creationId xmlns:a16="http://schemas.microsoft.com/office/drawing/2014/main" id="{950A0303-375F-2363-2EE9-6946A3A0A9D6}"/>
              </a:ext>
            </a:extLst>
          </p:cNvPr>
          <p:cNvGraphicFramePr>
            <a:graphicFrameLocks noChangeAspect="1"/>
          </p:cNvGraphicFramePr>
          <p:nvPr/>
        </p:nvGraphicFramePr>
        <p:xfrm>
          <a:off x="10082213" y="1092200"/>
          <a:ext cx="827087" cy="4445000"/>
        </p:xfrm>
        <a:graphic>
          <a:graphicData uri="http://schemas.openxmlformats.org/presentationml/2006/ole">
            <mc:AlternateContent xmlns:mc="http://schemas.openxmlformats.org/markup-compatibility/2006">
              <mc:Choice xmlns:v="urn:schemas-microsoft-com:vml" Requires="v">
                <p:oleObj name="Document" r:id="rId2" imgW="828675" imgH="4448175" progId="Word.Document.8">
                  <p:embed/>
                </p:oleObj>
              </mc:Choice>
              <mc:Fallback>
                <p:oleObj name="Document" r:id="rId2" imgW="828675" imgH="4448175" progId="Word.Document.8">
                  <p:embed/>
                  <p:pic>
                    <p:nvPicPr>
                      <p:cNvPr id="0"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2213" y="1092200"/>
                        <a:ext cx="827087" cy="444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9435" name="Oval 11">
            <a:extLst>
              <a:ext uri="{FF2B5EF4-FFF2-40B4-BE49-F238E27FC236}">
                <a16:creationId xmlns:a16="http://schemas.microsoft.com/office/drawing/2014/main" id="{7481AF41-33BB-EDB4-D72E-7E098C534C25}"/>
              </a:ext>
            </a:extLst>
          </p:cNvPr>
          <p:cNvSpPr>
            <a:spLocks noChangeArrowheads="1"/>
          </p:cNvSpPr>
          <p:nvPr/>
        </p:nvSpPr>
        <p:spPr bwMode="auto">
          <a:xfrm>
            <a:off x="2514600" y="14478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16</a:t>
            </a:r>
            <a:endParaRPr lang="en-US" altLang="zh-CN">
              <a:solidFill>
                <a:schemeClr val="accent1"/>
              </a:solidFill>
              <a:effectDag name="">
                <a:cont type="tree" name="">
                  <a:effect ref="fillLine"/>
                  <a:outerShdw dist="38100" dir="13500000" algn="br">
                    <a:srgbClr val="55FFD5"/>
                  </a:outerShdw>
                </a:cont>
                <a:cont type="tree" name="">
                  <a:effect ref="fillLine"/>
                  <a:outerShdw dist="38100" dir="2700000" algn="tl">
                    <a:srgbClr val="007A5B"/>
                  </a:outerShdw>
                </a:cont>
                <a:effect ref="fillLine"/>
              </a:effectDag>
            </a:endParaRPr>
          </a:p>
        </p:txBody>
      </p:sp>
      <p:sp>
        <p:nvSpPr>
          <p:cNvPr id="359436" name="Oval 12">
            <a:extLst>
              <a:ext uri="{FF2B5EF4-FFF2-40B4-BE49-F238E27FC236}">
                <a16:creationId xmlns:a16="http://schemas.microsoft.com/office/drawing/2014/main" id="{A4FFD09C-621C-0319-7040-2842CBCF67DB}"/>
              </a:ext>
            </a:extLst>
          </p:cNvPr>
          <p:cNvSpPr>
            <a:spLocks noChangeArrowheads="1"/>
          </p:cNvSpPr>
          <p:nvPr/>
        </p:nvSpPr>
        <p:spPr bwMode="auto">
          <a:xfrm>
            <a:off x="1752600" y="2286000"/>
            <a:ext cx="533400" cy="533400"/>
          </a:xfrm>
          <a:prstGeom prst="ellipse">
            <a:avLst/>
          </a:prstGeom>
          <a:gradFill rotWithShape="0">
            <a:gsLst>
              <a:gs pos="0">
                <a:schemeClr val="accent1"/>
              </a:gs>
              <a:gs pos="100000">
                <a:schemeClr val="accent1">
                  <a:gamma/>
                  <a:shade val="46275"/>
                  <a:invGamma/>
                </a:schemeClr>
              </a:gs>
            </a:gsLst>
            <a:lin ang="2700000" scaled="1"/>
          </a:gradFill>
          <a:ln w="9525">
            <a:solidFill>
              <a:schemeClr val="accent1"/>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08</a:t>
            </a:r>
            <a:endParaRPr lang="en-US" altLang="zh-CN" b="1">
              <a:solidFill>
                <a:schemeClr val="tx2"/>
              </a:solidFill>
              <a:effectLst>
                <a:outerShdw blurRad="38100" dist="38100" dir="2700000" algn="tl">
                  <a:srgbClr val="000000"/>
                </a:outerShdw>
              </a:effectLst>
            </a:endParaRPr>
          </a:p>
        </p:txBody>
      </p:sp>
      <p:sp>
        <p:nvSpPr>
          <p:cNvPr id="359437" name="Oval 13">
            <a:extLst>
              <a:ext uri="{FF2B5EF4-FFF2-40B4-BE49-F238E27FC236}">
                <a16:creationId xmlns:a16="http://schemas.microsoft.com/office/drawing/2014/main" id="{D61E7285-A7B1-8097-9303-8D73F08EB3E8}"/>
              </a:ext>
            </a:extLst>
          </p:cNvPr>
          <p:cNvSpPr>
            <a:spLocks noChangeArrowheads="1"/>
          </p:cNvSpPr>
          <p:nvPr/>
        </p:nvSpPr>
        <p:spPr bwMode="auto">
          <a:xfrm>
            <a:off x="99060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b="1">
                <a:solidFill>
                  <a:schemeClr val="bg2"/>
                </a:solidFill>
                <a:effectLst>
                  <a:outerShdw blurRad="38100" dist="38100" dir="2700000" algn="tl">
                    <a:srgbClr val="000000"/>
                  </a:outerShdw>
                </a:effectLst>
              </a:rPr>
              <a:t>25*</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9438" name="Oval 14">
            <a:extLst>
              <a:ext uri="{FF2B5EF4-FFF2-40B4-BE49-F238E27FC236}">
                <a16:creationId xmlns:a16="http://schemas.microsoft.com/office/drawing/2014/main" id="{98E05E3F-E9F0-46AD-B573-E3C3BC06BC08}"/>
              </a:ext>
            </a:extLst>
          </p:cNvPr>
          <p:cNvSpPr>
            <a:spLocks noChangeArrowheads="1"/>
          </p:cNvSpPr>
          <p:nvPr/>
        </p:nvSpPr>
        <p:spPr bwMode="auto">
          <a:xfrm>
            <a:off x="3276600" y="22860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21</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9439" name="Oval 15">
            <a:extLst>
              <a:ext uri="{FF2B5EF4-FFF2-40B4-BE49-F238E27FC236}">
                <a16:creationId xmlns:a16="http://schemas.microsoft.com/office/drawing/2014/main" id="{BD01D8B1-F982-D282-CB00-75F4B360345F}"/>
              </a:ext>
            </a:extLst>
          </p:cNvPr>
          <p:cNvSpPr>
            <a:spLocks noChangeArrowheads="1"/>
          </p:cNvSpPr>
          <p:nvPr/>
        </p:nvSpPr>
        <p:spPr bwMode="auto">
          <a:xfrm>
            <a:off x="205740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25</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9440" name="Oval 16">
            <a:extLst>
              <a:ext uri="{FF2B5EF4-FFF2-40B4-BE49-F238E27FC236}">
                <a16:creationId xmlns:a16="http://schemas.microsoft.com/office/drawing/2014/main" id="{11150EC4-033D-7879-4F21-814E226120DF}"/>
              </a:ext>
            </a:extLst>
          </p:cNvPr>
          <p:cNvSpPr>
            <a:spLocks noChangeArrowheads="1"/>
          </p:cNvSpPr>
          <p:nvPr/>
        </p:nvSpPr>
        <p:spPr bwMode="auto">
          <a:xfrm>
            <a:off x="289560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49</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9441" name="Text Box 17">
            <a:extLst>
              <a:ext uri="{FF2B5EF4-FFF2-40B4-BE49-F238E27FC236}">
                <a16:creationId xmlns:a16="http://schemas.microsoft.com/office/drawing/2014/main" id="{AF6BE8F7-1A42-CB01-0E1B-44373503F2B5}"/>
              </a:ext>
            </a:extLst>
          </p:cNvPr>
          <p:cNvSpPr txBox="1">
            <a:spLocks noChangeArrowheads="1"/>
          </p:cNvSpPr>
          <p:nvPr/>
        </p:nvSpPr>
        <p:spPr bwMode="auto">
          <a:xfrm>
            <a:off x="2305050" y="1081088"/>
            <a:ext cx="361950" cy="519112"/>
          </a:xfrm>
          <a:prstGeom prst="rect">
            <a:avLst/>
          </a:prstGeom>
          <a:noFill/>
          <a:ln w="9525">
            <a:noFill/>
            <a:miter lim="800000"/>
            <a:headEnd/>
            <a:tailEnd/>
          </a:ln>
        </p:spPr>
        <p:txBody>
          <a:bodyPr wrap="none">
            <a:spAutoFit/>
          </a:bodyPr>
          <a:lstStyle/>
          <a:p>
            <a:pPr>
              <a:defRPr/>
            </a:pPr>
            <a:r>
              <a:rPr lang="en-US" altLang="zh-CN" sz="2800" b="1"/>
              <a:t>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9442" name="Text Box 18">
            <a:extLst>
              <a:ext uri="{FF2B5EF4-FFF2-40B4-BE49-F238E27FC236}">
                <a16:creationId xmlns:a16="http://schemas.microsoft.com/office/drawing/2014/main" id="{7C52941A-04F2-4752-EA00-10EBAEFBF3F0}"/>
              </a:ext>
            </a:extLst>
          </p:cNvPr>
          <p:cNvSpPr txBox="1">
            <a:spLocks noChangeArrowheads="1"/>
          </p:cNvSpPr>
          <p:nvPr/>
        </p:nvSpPr>
        <p:spPr bwMode="auto">
          <a:xfrm>
            <a:off x="1619250" y="1828800"/>
            <a:ext cx="361950" cy="519113"/>
          </a:xfrm>
          <a:prstGeom prst="rect">
            <a:avLst/>
          </a:prstGeom>
          <a:noFill/>
          <a:ln w="9525">
            <a:noFill/>
            <a:miter lim="800000"/>
            <a:headEnd/>
            <a:tailEnd/>
          </a:ln>
        </p:spPr>
        <p:txBody>
          <a:bodyPr wrap="none">
            <a:spAutoFit/>
          </a:bodyPr>
          <a:lstStyle/>
          <a:p>
            <a:pPr>
              <a:defRPr/>
            </a:pPr>
            <a:r>
              <a:rPr lang="en-US" altLang="zh-CN" sz="2800" b="1"/>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9443" name="Text Box 19">
            <a:extLst>
              <a:ext uri="{FF2B5EF4-FFF2-40B4-BE49-F238E27FC236}">
                <a16:creationId xmlns:a16="http://schemas.microsoft.com/office/drawing/2014/main" id="{4322BD29-CF42-E585-E8B8-20EC908E6A90}"/>
              </a:ext>
            </a:extLst>
          </p:cNvPr>
          <p:cNvSpPr txBox="1">
            <a:spLocks noChangeArrowheads="1"/>
          </p:cNvSpPr>
          <p:nvPr/>
        </p:nvSpPr>
        <p:spPr bwMode="auto">
          <a:xfrm>
            <a:off x="3752850" y="1981200"/>
            <a:ext cx="361950" cy="519113"/>
          </a:xfrm>
          <a:prstGeom prst="rect">
            <a:avLst/>
          </a:prstGeom>
          <a:noFill/>
          <a:ln w="9525">
            <a:noFill/>
            <a:miter lim="800000"/>
            <a:headEnd/>
            <a:tailEnd/>
          </a:ln>
        </p:spPr>
        <p:txBody>
          <a:bodyPr wrap="none">
            <a:spAutoFit/>
          </a:bodyPr>
          <a:lstStyle/>
          <a:p>
            <a:pPr>
              <a:defRPr/>
            </a:pPr>
            <a:r>
              <a:rPr lang="en-US" altLang="zh-CN" sz="2800" b="1"/>
              <a:t>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9444" name="Text Box 20">
            <a:extLst>
              <a:ext uri="{FF2B5EF4-FFF2-40B4-BE49-F238E27FC236}">
                <a16:creationId xmlns:a16="http://schemas.microsoft.com/office/drawing/2014/main" id="{29E6471D-5E95-B317-5BD3-C8AF1B570FF5}"/>
              </a:ext>
            </a:extLst>
          </p:cNvPr>
          <p:cNvSpPr txBox="1">
            <a:spLocks noChangeArrowheads="1"/>
          </p:cNvSpPr>
          <p:nvPr/>
        </p:nvSpPr>
        <p:spPr bwMode="auto">
          <a:xfrm>
            <a:off x="914400" y="2757488"/>
            <a:ext cx="361950" cy="519112"/>
          </a:xfrm>
          <a:prstGeom prst="rect">
            <a:avLst/>
          </a:prstGeom>
          <a:noFill/>
          <a:ln w="9525">
            <a:noFill/>
            <a:miter lim="800000"/>
            <a:headEnd/>
            <a:tailEnd/>
          </a:ln>
        </p:spPr>
        <p:txBody>
          <a:bodyPr wrap="none">
            <a:spAutoFit/>
          </a:bodyPr>
          <a:lstStyle/>
          <a:p>
            <a:pPr>
              <a:defRPr/>
            </a:pPr>
            <a:r>
              <a:rPr lang="en-US" altLang="zh-CN" sz="2800" b="1"/>
              <a:t>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9445" name="Text Box 21">
            <a:extLst>
              <a:ext uri="{FF2B5EF4-FFF2-40B4-BE49-F238E27FC236}">
                <a16:creationId xmlns:a16="http://schemas.microsoft.com/office/drawing/2014/main" id="{7C5ECA6A-699B-3145-8CA3-D617F0AE783D}"/>
              </a:ext>
            </a:extLst>
          </p:cNvPr>
          <p:cNvSpPr txBox="1">
            <a:spLocks noChangeArrowheads="1"/>
          </p:cNvSpPr>
          <p:nvPr/>
        </p:nvSpPr>
        <p:spPr bwMode="auto">
          <a:xfrm>
            <a:off x="2286000" y="2757488"/>
            <a:ext cx="361950" cy="519112"/>
          </a:xfrm>
          <a:prstGeom prst="rect">
            <a:avLst/>
          </a:prstGeom>
          <a:noFill/>
          <a:ln w="9525">
            <a:noFill/>
            <a:miter lim="800000"/>
            <a:headEnd/>
            <a:tailEnd/>
          </a:ln>
        </p:spPr>
        <p:txBody>
          <a:bodyPr wrap="none">
            <a:spAutoFit/>
          </a:bodyPr>
          <a:lstStyle/>
          <a:p>
            <a:pPr>
              <a:defRPr/>
            </a:pPr>
            <a:r>
              <a:rPr lang="en-US" altLang="zh-CN" sz="2800" b="1"/>
              <a:t>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9446" name="Text Box 22">
            <a:extLst>
              <a:ext uri="{FF2B5EF4-FFF2-40B4-BE49-F238E27FC236}">
                <a16:creationId xmlns:a16="http://schemas.microsoft.com/office/drawing/2014/main" id="{E240D4F3-C955-B6C9-E17D-BC7D761DD321}"/>
              </a:ext>
            </a:extLst>
          </p:cNvPr>
          <p:cNvSpPr txBox="1">
            <a:spLocks noChangeArrowheads="1"/>
          </p:cNvSpPr>
          <p:nvPr/>
        </p:nvSpPr>
        <p:spPr bwMode="auto">
          <a:xfrm>
            <a:off x="2838450" y="2757488"/>
            <a:ext cx="361950" cy="519112"/>
          </a:xfrm>
          <a:prstGeom prst="rect">
            <a:avLst/>
          </a:prstGeom>
          <a:noFill/>
          <a:ln w="9525">
            <a:noFill/>
            <a:miter lim="800000"/>
            <a:headEnd/>
            <a:tailEnd/>
          </a:ln>
        </p:spPr>
        <p:txBody>
          <a:bodyPr wrap="none">
            <a:spAutoFit/>
          </a:bodyPr>
          <a:lstStyle/>
          <a:p>
            <a:pPr>
              <a:defRPr/>
            </a:pPr>
            <a:r>
              <a:rPr lang="en-US" altLang="zh-CN" sz="2800" b="1"/>
              <a:t>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83991" name="AutoShape 23">
            <a:extLst>
              <a:ext uri="{FF2B5EF4-FFF2-40B4-BE49-F238E27FC236}">
                <a16:creationId xmlns:a16="http://schemas.microsoft.com/office/drawing/2014/main" id="{327114FE-D402-627D-883F-BDB767659CFE}"/>
              </a:ext>
            </a:extLst>
          </p:cNvPr>
          <p:cNvSpPr>
            <a:spLocks noChangeArrowheads="1"/>
          </p:cNvSpPr>
          <p:nvPr/>
        </p:nvSpPr>
        <p:spPr bwMode="auto">
          <a:xfrm>
            <a:off x="42672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59448" name="Oval 24">
            <a:extLst>
              <a:ext uri="{FF2B5EF4-FFF2-40B4-BE49-F238E27FC236}">
                <a16:creationId xmlns:a16="http://schemas.microsoft.com/office/drawing/2014/main" id="{7FF026F7-ED5E-05C9-5FD5-7E31AB6F0B34}"/>
              </a:ext>
            </a:extLst>
          </p:cNvPr>
          <p:cNvSpPr>
            <a:spLocks noChangeArrowheads="1"/>
          </p:cNvSpPr>
          <p:nvPr/>
        </p:nvSpPr>
        <p:spPr bwMode="auto">
          <a:xfrm>
            <a:off x="6629400" y="1447800"/>
            <a:ext cx="533400" cy="533400"/>
          </a:xfrm>
          <a:prstGeom prst="ellipse">
            <a:avLst/>
          </a:prstGeom>
          <a:gradFill rotWithShape="0">
            <a:gsLst>
              <a:gs pos="0">
                <a:srgbClr val="CCECFF"/>
              </a:gs>
              <a:gs pos="100000">
                <a:srgbClr val="CCECFF">
                  <a:gamma/>
                  <a:shade val="46275"/>
                  <a:invGamma/>
                </a:srgbClr>
              </a:gs>
            </a:gsLst>
            <a:lin ang="2700000" scaled="1"/>
          </a:gradFill>
          <a:ln w="9525">
            <a:solidFill>
              <a:srgbClr val="00FFFF"/>
            </a:solidFill>
            <a:round/>
            <a:headEnd/>
            <a:tailEnd/>
          </a:ln>
        </p:spPr>
        <p:txBody>
          <a:bodyPr wrap="none" anchor="ctr"/>
          <a:lstStyle/>
          <a:p>
            <a:pPr algn="ctr">
              <a:defRPr/>
            </a:pPr>
            <a:r>
              <a:rPr lang="en-US" altLang="zh-CN" sz="2800" b="1">
                <a:solidFill>
                  <a:schemeClr val="tx2"/>
                </a:solidFill>
                <a:effectLst>
                  <a:outerShdw blurRad="38100" dist="38100" dir="2700000" algn="tl">
                    <a:srgbClr val="000000"/>
                  </a:outerShdw>
                </a:effectLst>
              </a:rPr>
              <a:t>08</a:t>
            </a:r>
            <a:endParaRPr lang="en-US" altLang="zh-CN">
              <a:solidFill>
                <a:srgbClr val="CCECFF"/>
              </a:solidFill>
              <a:effectDag name="">
                <a:cont type="tree" name="">
                  <a:effect ref="fillLine"/>
                  <a:outerShdw dist="38100" dir="13500000" algn="br">
                    <a:srgbClr val="DDF3FF"/>
                  </a:outerShdw>
                </a:cont>
                <a:cont type="tree" name="">
                  <a:effect ref="fillLine"/>
                  <a:outerShdw dist="38100" dir="2700000" algn="tl">
                    <a:srgbClr val="7A8D99"/>
                  </a:outerShdw>
                </a:cont>
                <a:effect ref="fillLine"/>
              </a:effectDag>
            </a:endParaRPr>
          </a:p>
        </p:txBody>
      </p:sp>
      <p:sp>
        <p:nvSpPr>
          <p:cNvPr id="359449" name="Oval 25">
            <a:extLst>
              <a:ext uri="{FF2B5EF4-FFF2-40B4-BE49-F238E27FC236}">
                <a16:creationId xmlns:a16="http://schemas.microsoft.com/office/drawing/2014/main" id="{C5F7886E-927C-8115-AC86-273819080645}"/>
              </a:ext>
            </a:extLst>
          </p:cNvPr>
          <p:cNvSpPr>
            <a:spLocks noChangeArrowheads="1"/>
          </p:cNvSpPr>
          <p:nvPr/>
        </p:nvSpPr>
        <p:spPr bwMode="auto">
          <a:xfrm>
            <a:off x="5943600" y="2286000"/>
            <a:ext cx="533400" cy="533400"/>
          </a:xfrm>
          <a:prstGeom prst="ellipse">
            <a:avLst/>
          </a:prstGeom>
          <a:gradFill rotWithShape="0">
            <a:gsLst>
              <a:gs pos="0">
                <a:srgbClr val="CCECFF"/>
              </a:gs>
              <a:gs pos="100000">
                <a:srgbClr val="CCECFF">
                  <a:gamma/>
                  <a:shade val="46275"/>
                  <a:invGamma/>
                </a:srgbClr>
              </a:gs>
            </a:gsLst>
            <a:lin ang="2700000" scaled="1"/>
          </a:gradFill>
          <a:ln w="9525">
            <a:solidFill>
              <a:srgbClr val="00FFFF"/>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16</a:t>
            </a:r>
            <a:endParaRPr lang="en-US" altLang="zh-CN">
              <a:solidFill>
                <a:srgbClr val="CCECFF"/>
              </a:solidFill>
              <a:effectDag name="">
                <a:cont type="tree" name="">
                  <a:effect ref="fillLine"/>
                  <a:outerShdw dist="38100" dir="13500000" algn="br">
                    <a:srgbClr val="DDF3FF"/>
                  </a:outerShdw>
                </a:cont>
                <a:cont type="tree" name="">
                  <a:effect ref="fillLine"/>
                  <a:outerShdw dist="38100" dir="2700000" algn="tl">
                    <a:srgbClr val="7A8D99"/>
                  </a:outerShdw>
                </a:cont>
                <a:effect ref="fillLine"/>
              </a:effectDag>
            </a:endParaRPr>
          </a:p>
        </p:txBody>
      </p:sp>
      <p:sp>
        <p:nvSpPr>
          <p:cNvPr id="359450" name="Oval 26">
            <a:extLst>
              <a:ext uri="{FF2B5EF4-FFF2-40B4-BE49-F238E27FC236}">
                <a16:creationId xmlns:a16="http://schemas.microsoft.com/office/drawing/2014/main" id="{0AAEE7B4-DDFB-E6EC-0003-8966547D14DD}"/>
              </a:ext>
            </a:extLst>
          </p:cNvPr>
          <p:cNvSpPr>
            <a:spLocks noChangeArrowheads="1"/>
          </p:cNvSpPr>
          <p:nvPr/>
        </p:nvSpPr>
        <p:spPr bwMode="auto">
          <a:xfrm>
            <a:off x="518160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b="1">
                <a:solidFill>
                  <a:schemeClr val="bg2"/>
                </a:solidFill>
                <a:effectLst>
                  <a:outerShdw blurRad="38100" dist="38100" dir="2700000" algn="tl">
                    <a:srgbClr val="000000"/>
                  </a:outerShdw>
                </a:effectLst>
              </a:rPr>
              <a:t>25*</a:t>
            </a:r>
            <a:endParaRPr lang="en-US" altLang="zh-CN" sz="280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9451" name="Oval 27">
            <a:extLst>
              <a:ext uri="{FF2B5EF4-FFF2-40B4-BE49-F238E27FC236}">
                <a16:creationId xmlns:a16="http://schemas.microsoft.com/office/drawing/2014/main" id="{EE774591-0546-2D1D-E579-63B38D398806}"/>
              </a:ext>
            </a:extLst>
          </p:cNvPr>
          <p:cNvSpPr>
            <a:spLocks noChangeArrowheads="1"/>
          </p:cNvSpPr>
          <p:nvPr/>
        </p:nvSpPr>
        <p:spPr bwMode="auto">
          <a:xfrm>
            <a:off x="624840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25</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9452" name="Oval 28">
            <a:extLst>
              <a:ext uri="{FF2B5EF4-FFF2-40B4-BE49-F238E27FC236}">
                <a16:creationId xmlns:a16="http://schemas.microsoft.com/office/drawing/2014/main" id="{088B6122-ACBB-DB99-B9E5-CE7E41A25494}"/>
              </a:ext>
            </a:extLst>
          </p:cNvPr>
          <p:cNvSpPr>
            <a:spLocks noChangeArrowheads="1"/>
          </p:cNvSpPr>
          <p:nvPr/>
        </p:nvSpPr>
        <p:spPr bwMode="auto">
          <a:xfrm>
            <a:off x="7391400" y="22860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21</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9453" name="Oval 29">
            <a:extLst>
              <a:ext uri="{FF2B5EF4-FFF2-40B4-BE49-F238E27FC236}">
                <a16:creationId xmlns:a16="http://schemas.microsoft.com/office/drawing/2014/main" id="{A9B7213B-7495-3AD6-1DA5-2D7C40C1BCFA}"/>
              </a:ext>
            </a:extLst>
          </p:cNvPr>
          <p:cNvSpPr>
            <a:spLocks noChangeArrowheads="1"/>
          </p:cNvSpPr>
          <p:nvPr/>
        </p:nvSpPr>
        <p:spPr bwMode="auto">
          <a:xfrm>
            <a:off x="7086600" y="3200400"/>
            <a:ext cx="533400" cy="533400"/>
          </a:xfrm>
          <a:prstGeom prst="ellipse">
            <a:avLst/>
          </a:prstGeom>
          <a:gradFill rotWithShape="0">
            <a:gsLst>
              <a:gs pos="0">
                <a:srgbClr val="FFFFCC"/>
              </a:gs>
              <a:gs pos="100000">
                <a:srgbClr val="FFFFCC">
                  <a:gamma/>
                  <a:shade val="46275"/>
                  <a:invGamma/>
                </a:srgbClr>
              </a:gs>
            </a:gsLst>
            <a:lin ang="2700000" scaled="1"/>
          </a:gradFill>
          <a:ln w="9525">
            <a:solidFill>
              <a:srgbClr val="FFFFCC"/>
            </a:solidFill>
            <a:round/>
            <a:headEnd/>
            <a:tailEnd/>
          </a:ln>
        </p:spPr>
        <p:txBody>
          <a:bodyPr wrap="none" anchor="ctr"/>
          <a:lstStyle/>
          <a:p>
            <a:pPr algn="ctr">
              <a:defRPr/>
            </a:pPr>
            <a:r>
              <a:rPr lang="en-US" altLang="zh-CN" sz="2800" b="1">
                <a:solidFill>
                  <a:schemeClr val="bg2"/>
                </a:solidFill>
                <a:effectLst>
                  <a:outerShdw blurRad="38100" dist="38100" dir="2700000" algn="tl">
                    <a:srgbClr val="000000"/>
                  </a:outerShdw>
                </a:effectLst>
              </a:rPr>
              <a:t>49</a:t>
            </a:r>
            <a:endParaRPr lang="en-US" altLang="zh-CN">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359454" name="Text Box 30">
            <a:extLst>
              <a:ext uri="{FF2B5EF4-FFF2-40B4-BE49-F238E27FC236}">
                <a16:creationId xmlns:a16="http://schemas.microsoft.com/office/drawing/2014/main" id="{EFD172AF-86AF-E43A-41CE-757A151D01EF}"/>
              </a:ext>
            </a:extLst>
          </p:cNvPr>
          <p:cNvSpPr txBox="1">
            <a:spLocks noChangeArrowheads="1"/>
          </p:cNvSpPr>
          <p:nvPr/>
        </p:nvSpPr>
        <p:spPr bwMode="auto">
          <a:xfrm>
            <a:off x="6496050" y="1066800"/>
            <a:ext cx="361950" cy="519113"/>
          </a:xfrm>
          <a:prstGeom prst="rect">
            <a:avLst/>
          </a:prstGeom>
          <a:noFill/>
          <a:ln w="9525">
            <a:noFill/>
            <a:miter lim="800000"/>
            <a:headEnd/>
            <a:tailEnd/>
          </a:ln>
        </p:spPr>
        <p:txBody>
          <a:bodyPr wrap="none">
            <a:spAutoFit/>
          </a:bodyPr>
          <a:lstStyle/>
          <a:p>
            <a:pPr>
              <a:defRPr/>
            </a:pPr>
            <a:r>
              <a:rPr lang="en-US" altLang="zh-CN" sz="2800" b="1"/>
              <a:t>0</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9455" name="Text Box 31">
            <a:extLst>
              <a:ext uri="{FF2B5EF4-FFF2-40B4-BE49-F238E27FC236}">
                <a16:creationId xmlns:a16="http://schemas.microsoft.com/office/drawing/2014/main" id="{04D3BB64-4004-355D-327C-FDF6FDD52437}"/>
              </a:ext>
            </a:extLst>
          </p:cNvPr>
          <p:cNvSpPr txBox="1">
            <a:spLocks noChangeArrowheads="1"/>
          </p:cNvSpPr>
          <p:nvPr/>
        </p:nvSpPr>
        <p:spPr bwMode="auto">
          <a:xfrm>
            <a:off x="7867650" y="2057400"/>
            <a:ext cx="361950" cy="519113"/>
          </a:xfrm>
          <a:prstGeom prst="rect">
            <a:avLst/>
          </a:prstGeom>
          <a:noFill/>
          <a:ln w="9525">
            <a:noFill/>
            <a:miter lim="800000"/>
            <a:headEnd/>
            <a:tailEnd/>
          </a:ln>
        </p:spPr>
        <p:txBody>
          <a:bodyPr wrap="none">
            <a:spAutoFit/>
          </a:bodyPr>
          <a:lstStyle/>
          <a:p>
            <a:pPr>
              <a:defRPr/>
            </a:pPr>
            <a:r>
              <a:rPr lang="en-US" altLang="zh-CN" sz="2800" b="1"/>
              <a:t>2</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9456" name="Text Box 32">
            <a:extLst>
              <a:ext uri="{FF2B5EF4-FFF2-40B4-BE49-F238E27FC236}">
                <a16:creationId xmlns:a16="http://schemas.microsoft.com/office/drawing/2014/main" id="{A23DE6BF-CAC4-4288-16FF-B41405E09973}"/>
              </a:ext>
            </a:extLst>
          </p:cNvPr>
          <p:cNvSpPr txBox="1">
            <a:spLocks noChangeArrowheads="1"/>
          </p:cNvSpPr>
          <p:nvPr/>
        </p:nvSpPr>
        <p:spPr bwMode="auto">
          <a:xfrm>
            <a:off x="6953250" y="2819400"/>
            <a:ext cx="361950" cy="519113"/>
          </a:xfrm>
          <a:prstGeom prst="rect">
            <a:avLst/>
          </a:prstGeom>
          <a:noFill/>
          <a:ln w="9525">
            <a:noFill/>
            <a:miter lim="800000"/>
            <a:headEnd/>
            <a:tailEnd/>
          </a:ln>
        </p:spPr>
        <p:txBody>
          <a:bodyPr wrap="none">
            <a:spAutoFit/>
          </a:bodyPr>
          <a:lstStyle/>
          <a:p>
            <a:pPr>
              <a:defRPr/>
            </a:pPr>
            <a:r>
              <a:rPr lang="en-US" altLang="zh-CN" sz="2800" b="1"/>
              <a:t>5</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9457" name="Text Box 33">
            <a:extLst>
              <a:ext uri="{FF2B5EF4-FFF2-40B4-BE49-F238E27FC236}">
                <a16:creationId xmlns:a16="http://schemas.microsoft.com/office/drawing/2014/main" id="{E86C1EC3-6958-6173-9C96-0E7B75C376EA}"/>
              </a:ext>
            </a:extLst>
          </p:cNvPr>
          <p:cNvSpPr txBox="1">
            <a:spLocks noChangeArrowheads="1"/>
          </p:cNvSpPr>
          <p:nvPr/>
        </p:nvSpPr>
        <p:spPr bwMode="auto">
          <a:xfrm>
            <a:off x="6553200" y="2819400"/>
            <a:ext cx="361950" cy="519113"/>
          </a:xfrm>
          <a:prstGeom prst="rect">
            <a:avLst/>
          </a:prstGeom>
          <a:noFill/>
          <a:ln w="9525">
            <a:noFill/>
            <a:miter lim="800000"/>
            <a:headEnd/>
            <a:tailEnd/>
          </a:ln>
        </p:spPr>
        <p:txBody>
          <a:bodyPr wrap="none">
            <a:spAutoFit/>
          </a:bodyPr>
          <a:lstStyle/>
          <a:p>
            <a:pPr>
              <a:defRPr/>
            </a:pPr>
            <a:r>
              <a:rPr lang="en-US" altLang="zh-CN" sz="2800" b="1"/>
              <a:t>4</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9458" name="Text Box 34">
            <a:extLst>
              <a:ext uri="{FF2B5EF4-FFF2-40B4-BE49-F238E27FC236}">
                <a16:creationId xmlns:a16="http://schemas.microsoft.com/office/drawing/2014/main" id="{1B428DAB-568D-C149-5007-53F973684613}"/>
              </a:ext>
            </a:extLst>
          </p:cNvPr>
          <p:cNvSpPr txBox="1">
            <a:spLocks noChangeArrowheads="1"/>
          </p:cNvSpPr>
          <p:nvPr/>
        </p:nvSpPr>
        <p:spPr bwMode="auto">
          <a:xfrm>
            <a:off x="5048250" y="2819400"/>
            <a:ext cx="361950" cy="519113"/>
          </a:xfrm>
          <a:prstGeom prst="rect">
            <a:avLst/>
          </a:prstGeom>
          <a:noFill/>
          <a:ln w="9525">
            <a:noFill/>
            <a:miter lim="800000"/>
            <a:headEnd/>
            <a:tailEnd/>
          </a:ln>
        </p:spPr>
        <p:txBody>
          <a:bodyPr wrap="none">
            <a:spAutoFit/>
          </a:bodyPr>
          <a:lstStyle/>
          <a:p>
            <a:pPr>
              <a:defRPr/>
            </a:pPr>
            <a:r>
              <a:rPr lang="en-US" altLang="zh-CN" sz="2800" b="1"/>
              <a:t>3</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9459" name="Text Box 35">
            <a:extLst>
              <a:ext uri="{FF2B5EF4-FFF2-40B4-BE49-F238E27FC236}">
                <a16:creationId xmlns:a16="http://schemas.microsoft.com/office/drawing/2014/main" id="{E10B24DD-61AE-07A8-5064-2CE072C23BF5}"/>
              </a:ext>
            </a:extLst>
          </p:cNvPr>
          <p:cNvSpPr txBox="1">
            <a:spLocks noChangeArrowheads="1"/>
          </p:cNvSpPr>
          <p:nvPr/>
        </p:nvSpPr>
        <p:spPr bwMode="auto">
          <a:xfrm>
            <a:off x="5715000" y="1919288"/>
            <a:ext cx="361950" cy="519112"/>
          </a:xfrm>
          <a:prstGeom prst="rect">
            <a:avLst/>
          </a:prstGeom>
          <a:noFill/>
          <a:ln w="9525">
            <a:noFill/>
            <a:miter lim="800000"/>
            <a:headEnd/>
            <a:tailEnd/>
          </a:ln>
        </p:spPr>
        <p:txBody>
          <a:bodyPr wrap="none">
            <a:spAutoFit/>
          </a:bodyPr>
          <a:lstStyle/>
          <a:p>
            <a:pPr>
              <a:defRPr/>
            </a:pPr>
            <a:r>
              <a:rPr lang="en-US" altLang="zh-CN" sz="2800" b="1"/>
              <a:t>1</a:t>
            </a:r>
            <a:endParaRPr lang="en-US" altLang="zh-CN">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9460" name="Rectangle 36" descr="永恒">
            <a:extLst>
              <a:ext uri="{FF2B5EF4-FFF2-40B4-BE49-F238E27FC236}">
                <a16:creationId xmlns:a16="http://schemas.microsoft.com/office/drawing/2014/main" id="{95BF9D0F-A83D-0EE1-224D-6FC088A6485E}"/>
              </a:ext>
            </a:extLst>
          </p:cNvPr>
          <p:cNvSpPr>
            <a:spLocks noChangeArrowheads="1"/>
          </p:cNvSpPr>
          <p:nvPr/>
        </p:nvSpPr>
        <p:spPr bwMode="auto">
          <a:xfrm>
            <a:off x="685800" y="4343400"/>
            <a:ext cx="3276600" cy="533400"/>
          </a:xfrm>
          <a:prstGeom prst="rect">
            <a:avLst/>
          </a:prstGeom>
          <a:blipFill dpi="0" rotWithShape="0">
            <a:blip r:embed="rId4"/>
            <a:srcRect/>
            <a:tile tx="0" ty="0" sx="100000" sy="100000" flip="none" algn="tl"/>
          </a:blipFill>
          <a:ln w="28575">
            <a:solidFill>
              <a:schemeClr val="tx1"/>
            </a:solidFill>
            <a:miter lim="800000"/>
            <a:headEnd/>
            <a:tailEnd/>
          </a:ln>
          <a:effectLst>
            <a:outerShdw dist="107763" dir="2700000" algn="ctr" rotWithShape="0">
              <a:srgbClr val="808080"/>
            </a:outerShdw>
          </a:effectLst>
        </p:spPr>
        <p:txBody>
          <a:bodyPr wrap="none" anchor="ctr"/>
          <a:lstStyle/>
          <a:p>
            <a:pPr algn="ctr">
              <a:defRPr/>
            </a:pPr>
            <a:r>
              <a:rPr lang="en-US" altLang="zh-CN" sz="2800" b="1" dirty="0">
                <a:solidFill>
                  <a:schemeClr val="tx2"/>
                </a:solidFill>
                <a:effectLst>
                  <a:outerShdw blurRad="38100" dist="38100" dir="2700000" algn="tl">
                    <a:srgbClr val="000000"/>
                  </a:outerShdw>
                </a:effectLst>
              </a:rPr>
              <a:t>16 08 21 </a:t>
            </a:r>
            <a:r>
              <a:rPr lang="en-US" altLang="zh-CN" sz="2800" b="1" dirty="0">
                <a:solidFill>
                  <a:schemeClr val="bg2"/>
                </a:solidFill>
                <a:effectLst>
                  <a:outerShdw blurRad="38100" dist="38100" dir="2700000" algn="tl">
                    <a:srgbClr val="000000"/>
                  </a:outerShdw>
                </a:effectLst>
              </a:rPr>
              <a:t>25*</a:t>
            </a:r>
            <a:r>
              <a:rPr lang="en-US" altLang="zh-CN" sz="2800" b="1" dirty="0">
                <a:solidFill>
                  <a:schemeClr val="tx2"/>
                </a:solidFill>
                <a:effectLst>
                  <a:outerShdw blurRad="38100" dist="38100" dir="2700000" algn="tl">
                    <a:srgbClr val="000000"/>
                  </a:outerShdw>
                </a:effectLst>
              </a:rPr>
              <a:t> </a:t>
            </a:r>
            <a:r>
              <a:rPr lang="en-US" altLang="zh-CN" sz="2800" b="1" dirty="0">
                <a:solidFill>
                  <a:schemeClr val="bg2"/>
                </a:solidFill>
                <a:effectLst>
                  <a:outerShdw blurRad="38100" dist="38100" dir="2700000" algn="tl">
                    <a:srgbClr val="000000"/>
                  </a:outerShdw>
                </a:effectLst>
              </a:rPr>
              <a:t>25</a:t>
            </a:r>
            <a:r>
              <a:rPr lang="en-US" altLang="zh-CN" sz="2800" b="1" dirty="0">
                <a:solidFill>
                  <a:schemeClr val="tx2"/>
                </a:solidFill>
                <a:effectLst>
                  <a:outerShdw blurRad="38100" dist="38100" dir="2700000" algn="tl">
                    <a:srgbClr val="000000"/>
                  </a:outerShdw>
                </a:effectLst>
              </a:rPr>
              <a:t> </a:t>
            </a:r>
            <a:r>
              <a:rPr lang="en-US" altLang="zh-CN" sz="2800" b="1" dirty="0">
                <a:solidFill>
                  <a:schemeClr val="bg2"/>
                </a:solidFill>
                <a:effectLst>
                  <a:outerShdw blurRad="38100" dist="38100" dir="2700000" algn="tl">
                    <a:srgbClr val="000000"/>
                  </a:outerShdw>
                </a:effectLst>
              </a:rPr>
              <a:t>49</a:t>
            </a:r>
            <a:endParaRPr lang="en-US" altLang="zh-CN" dirty="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84005" name="Line 37">
            <a:extLst>
              <a:ext uri="{FF2B5EF4-FFF2-40B4-BE49-F238E27FC236}">
                <a16:creationId xmlns:a16="http://schemas.microsoft.com/office/drawing/2014/main" id="{CA14D580-BF84-5DE7-CEDF-EC01EF329689}"/>
              </a:ext>
            </a:extLst>
          </p:cNvPr>
          <p:cNvSpPr>
            <a:spLocks noChangeShapeType="1"/>
          </p:cNvSpPr>
          <p:nvPr/>
        </p:nvSpPr>
        <p:spPr bwMode="auto">
          <a:xfrm>
            <a:off x="1219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006" name="Line 38">
            <a:extLst>
              <a:ext uri="{FF2B5EF4-FFF2-40B4-BE49-F238E27FC236}">
                <a16:creationId xmlns:a16="http://schemas.microsoft.com/office/drawing/2014/main" id="{5BB72D7F-5803-D4D1-993A-CEA32E147EDC}"/>
              </a:ext>
            </a:extLst>
          </p:cNvPr>
          <p:cNvSpPr>
            <a:spLocks noChangeShapeType="1"/>
          </p:cNvSpPr>
          <p:nvPr/>
        </p:nvSpPr>
        <p:spPr bwMode="auto">
          <a:xfrm>
            <a:off x="1752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007" name="Line 39">
            <a:extLst>
              <a:ext uri="{FF2B5EF4-FFF2-40B4-BE49-F238E27FC236}">
                <a16:creationId xmlns:a16="http://schemas.microsoft.com/office/drawing/2014/main" id="{70312714-340E-CDFD-6FD3-8A4439F28D64}"/>
              </a:ext>
            </a:extLst>
          </p:cNvPr>
          <p:cNvSpPr>
            <a:spLocks noChangeShapeType="1"/>
          </p:cNvSpPr>
          <p:nvPr/>
        </p:nvSpPr>
        <p:spPr bwMode="auto">
          <a:xfrm>
            <a:off x="22860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008" name="Line 40">
            <a:extLst>
              <a:ext uri="{FF2B5EF4-FFF2-40B4-BE49-F238E27FC236}">
                <a16:creationId xmlns:a16="http://schemas.microsoft.com/office/drawing/2014/main" id="{41EFB2D6-9AC3-E552-A2BD-1967D7CC67AC}"/>
              </a:ext>
            </a:extLst>
          </p:cNvPr>
          <p:cNvSpPr>
            <a:spLocks noChangeShapeType="1"/>
          </p:cNvSpPr>
          <p:nvPr/>
        </p:nvSpPr>
        <p:spPr bwMode="auto">
          <a:xfrm>
            <a:off x="2895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009" name="Line 41">
            <a:extLst>
              <a:ext uri="{FF2B5EF4-FFF2-40B4-BE49-F238E27FC236}">
                <a16:creationId xmlns:a16="http://schemas.microsoft.com/office/drawing/2014/main" id="{3133F400-C013-0B48-02F8-05BA4951BF90}"/>
              </a:ext>
            </a:extLst>
          </p:cNvPr>
          <p:cNvSpPr>
            <a:spLocks noChangeShapeType="1"/>
          </p:cNvSpPr>
          <p:nvPr/>
        </p:nvSpPr>
        <p:spPr bwMode="auto">
          <a:xfrm>
            <a:off x="34290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466" name="Rectangle 42" descr="永恒">
            <a:extLst>
              <a:ext uri="{FF2B5EF4-FFF2-40B4-BE49-F238E27FC236}">
                <a16:creationId xmlns:a16="http://schemas.microsoft.com/office/drawing/2014/main" id="{62F5C738-652B-51EB-2E90-7A54E8EF7FA0}"/>
              </a:ext>
            </a:extLst>
          </p:cNvPr>
          <p:cNvSpPr>
            <a:spLocks noChangeArrowheads="1"/>
          </p:cNvSpPr>
          <p:nvPr/>
        </p:nvSpPr>
        <p:spPr bwMode="auto">
          <a:xfrm>
            <a:off x="5105400" y="4343400"/>
            <a:ext cx="3276600" cy="533400"/>
          </a:xfrm>
          <a:prstGeom prst="rect">
            <a:avLst/>
          </a:prstGeom>
          <a:blipFill dpi="0" rotWithShape="0">
            <a:blip r:embed="rId4"/>
            <a:srcRect/>
            <a:tile tx="0" ty="0" sx="100000" sy="100000" flip="none" algn="tl"/>
          </a:blipFill>
          <a:ln w="28575">
            <a:solidFill>
              <a:schemeClr val="tx1"/>
            </a:solidFill>
            <a:miter lim="800000"/>
            <a:headEnd/>
            <a:tailEnd/>
          </a:ln>
          <a:effectLst>
            <a:outerShdw dist="107763" dir="2700000" algn="ctr" rotWithShape="0">
              <a:srgbClr val="808080"/>
            </a:outerShdw>
          </a:effectLst>
        </p:spPr>
        <p:txBody>
          <a:bodyPr wrap="none" anchor="ctr"/>
          <a:lstStyle/>
          <a:p>
            <a:pPr algn="ctr">
              <a:defRPr/>
            </a:pPr>
            <a:r>
              <a:rPr lang="en-US" altLang="zh-CN" sz="2800" b="1" dirty="0">
                <a:solidFill>
                  <a:schemeClr val="tx2"/>
                </a:solidFill>
                <a:effectLst>
                  <a:outerShdw blurRad="38100" dist="38100" dir="2700000" algn="tl">
                    <a:srgbClr val="000000"/>
                  </a:outerShdw>
                </a:effectLst>
              </a:rPr>
              <a:t>08 </a:t>
            </a:r>
            <a:r>
              <a:rPr lang="en-US" altLang="zh-CN" sz="2800" b="1" dirty="0">
                <a:solidFill>
                  <a:schemeClr val="bg2"/>
                </a:solidFill>
                <a:effectLst>
                  <a:outerShdw blurRad="38100" dist="38100" dir="2700000" algn="tl">
                    <a:srgbClr val="000000"/>
                  </a:outerShdw>
                </a:effectLst>
              </a:rPr>
              <a:t>16 21</a:t>
            </a:r>
            <a:r>
              <a:rPr lang="en-US" altLang="zh-CN" sz="2800" b="1" dirty="0">
                <a:solidFill>
                  <a:schemeClr val="tx2"/>
                </a:solidFill>
                <a:effectLst>
                  <a:outerShdw blurRad="38100" dist="38100" dir="2700000" algn="tl">
                    <a:srgbClr val="000000"/>
                  </a:outerShdw>
                </a:effectLst>
              </a:rPr>
              <a:t> </a:t>
            </a:r>
            <a:r>
              <a:rPr lang="en-US" altLang="zh-CN" sz="2800" b="1" dirty="0">
                <a:solidFill>
                  <a:schemeClr val="bg2"/>
                </a:solidFill>
                <a:effectLst>
                  <a:outerShdw blurRad="38100" dist="38100" dir="2700000" algn="tl">
                    <a:srgbClr val="000000"/>
                  </a:outerShdw>
                </a:effectLst>
              </a:rPr>
              <a:t>25*</a:t>
            </a:r>
            <a:r>
              <a:rPr lang="en-US" altLang="zh-CN" sz="2800" b="1" dirty="0">
                <a:solidFill>
                  <a:schemeClr val="tx2"/>
                </a:solidFill>
                <a:effectLst>
                  <a:outerShdw blurRad="38100" dist="38100" dir="2700000" algn="tl">
                    <a:srgbClr val="000000"/>
                  </a:outerShdw>
                </a:effectLst>
              </a:rPr>
              <a:t> </a:t>
            </a:r>
            <a:r>
              <a:rPr lang="en-US" altLang="zh-CN" sz="2800" b="1" dirty="0">
                <a:solidFill>
                  <a:schemeClr val="bg2"/>
                </a:solidFill>
                <a:effectLst>
                  <a:outerShdw blurRad="38100" dist="38100" dir="2700000" algn="tl">
                    <a:srgbClr val="000000"/>
                  </a:outerShdw>
                </a:effectLst>
              </a:rPr>
              <a:t>25</a:t>
            </a:r>
            <a:r>
              <a:rPr lang="en-US" altLang="zh-CN" sz="2800" b="1" dirty="0">
                <a:solidFill>
                  <a:schemeClr val="tx2"/>
                </a:solidFill>
                <a:effectLst>
                  <a:outerShdw blurRad="38100" dist="38100" dir="2700000" algn="tl">
                    <a:srgbClr val="000000"/>
                  </a:outerShdw>
                </a:effectLst>
              </a:rPr>
              <a:t> </a:t>
            </a:r>
            <a:r>
              <a:rPr lang="en-US" altLang="zh-CN" sz="2800" b="1" dirty="0">
                <a:solidFill>
                  <a:schemeClr val="bg2"/>
                </a:solidFill>
                <a:effectLst>
                  <a:outerShdw blurRad="38100" dist="38100" dir="2700000" algn="tl">
                    <a:srgbClr val="000000"/>
                  </a:outerShdw>
                </a:effectLst>
              </a:rPr>
              <a:t>49</a:t>
            </a:r>
            <a:endParaRPr lang="en-US" altLang="zh-CN" dirty="0">
              <a:solidFill>
                <a:srgbClr val="FFFFCC"/>
              </a:solidFill>
              <a:effectDag name="">
                <a:cont type="tree" name="">
                  <a:effect ref="fillLine"/>
                  <a:outerShdw dist="38100" dir="13500000" algn="br">
                    <a:srgbClr val="FFFFDD"/>
                  </a:outerShdw>
                </a:cont>
                <a:cont type="tree" name="">
                  <a:effect ref="fillLine"/>
                  <a:outerShdw dist="38100" dir="2700000" algn="tl">
                    <a:srgbClr val="99987A"/>
                  </a:outerShdw>
                </a:cont>
                <a:effect ref="fillLine"/>
              </a:effectDag>
            </a:endParaRPr>
          </a:p>
        </p:txBody>
      </p:sp>
      <p:sp>
        <p:nvSpPr>
          <p:cNvPr id="84011" name="Line 43">
            <a:extLst>
              <a:ext uri="{FF2B5EF4-FFF2-40B4-BE49-F238E27FC236}">
                <a16:creationId xmlns:a16="http://schemas.microsoft.com/office/drawing/2014/main" id="{B0F223B7-6493-B2C1-DE64-7143C2D814C9}"/>
              </a:ext>
            </a:extLst>
          </p:cNvPr>
          <p:cNvSpPr>
            <a:spLocks noChangeShapeType="1"/>
          </p:cNvSpPr>
          <p:nvPr/>
        </p:nvSpPr>
        <p:spPr bwMode="auto">
          <a:xfrm>
            <a:off x="56388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012" name="Line 44">
            <a:extLst>
              <a:ext uri="{FF2B5EF4-FFF2-40B4-BE49-F238E27FC236}">
                <a16:creationId xmlns:a16="http://schemas.microsoft.com/office/drawing/2014/main" id="{81E76484-F57E-25EF-97E6-8B1F1FC05E0A}"/>
              </a:ext>
            </a:extLst>
          </p:cNvPr>
          <p:cNvSpPr>
            <a:spLocks noChangeShapeType="1"/>
          </p:cNvSpPr>
          <p:nvPr/>
        </p:nvSpPr>
        <p:spPr bwMode="auto">
          <a:xfrm>
            <a:off x="6172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013" name="Line 45">
            <a:extLst>
              <a:ext uri="{FF2B5EF4-FFF2-40B4-BE49-F238E27FC236}">
                <a16:creationId xmlns:a16="http://schemas.microsoft.com/office/drawing/2014/main" id="{43F32848-2347-94AB-C10A-45F5711C1CFA}"/>
              </a:ext>
            </a:extLst>
          </p:cNvPr>
          <p:cNvSpPr>
            <a:spLocks noChangeShapeType="1"/>
          </p:cNvSpPr>
          <p:nvPr/>
        </p:nvSpPr>
        <p:spPr bwMode="auto">
          <a:xfrm>
            <a:off x="6705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014" name="Line 46">
            <a:extLst>
              <a:ext uri="{FF2B5EF4-FFF2-40B4-BE49-F238E27FC236}">
                <a16:creationId xmlns:a16="http://schemas.microsoft.com/office/drawing/2014/main" id="{700809A0-C995-46FF-5628-81FF382B0F08}"/>
              </a:ext>
            </a:extLst>
          </p:cNvPr>
          <p:cNvSpPr>
            <a:spLocks noChangeShapeType="1"/>
          </p:cNvSpPr>
          <p:nvPr/>
        </p:nvSpPr>
        <p:spPr bwMode="auto">
          <a:xfrm>
            <a:off x="73152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015" name="Line 47">
            <a:extLst>
              <a:ext uri="{FF2B5EF4-FFF2-40B4-BE49-F238E27FC236}">
                <a16:creationId xmlns:a16="http://schemas.microsoft.com/office/drawing/2014/main" id="{A433F3BC-BE3D-57FE-B0E3-EDDA4AE0B805}"/>
              </a:ext>
            </a:extLst>
          </p:cNvPr>
          <p:cNvSpPr>
            <a:spLocks noChangeShapeType="1"/>
          </p:cNvSpPr>
          <p:nvPr/>
        </p:nvSpPr>
        <p:spPr bwMode="auto">
          <a:xfrm>
            <a:off x="7848600" y="43434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472" name="Text Box 48">
            <a:extLst>
              <a:ext uri="{FF2B5EF4-FFF2-40B4-BE49-F238E27FC236}">
                <a16:creationId xmlns:a16="http://schemas.microsoft.com/office/drawing/2014/main" id="{F3311CAB-34B8-7D5A-9621-42ACD07BEF1F}"/>
              </a:ext>
            </a:extLst>
          </p:cNvPr>
          <p:cNvSpPr txBox="1">
            <a:spLocks noChangeArrowheads="1"/>
          </p:cNvSpPr>
          <p:nvPr/>
        </p:nvSpPr>
        <p:spPr bwMode="auto">
          <a:xfrm>
            <a:off x="5029200" y="5043488"/>
            <a:ext cx="3852337" cy="954107"/>
          </a:xfrm>
          <a:prstGeom prst="rect">
            <a:avLst/>
          </a:prstGeom>
          <a:noFill/>
          <a:ln w="9525">
            <a:noFill/>
            <a:miter lim="800000"/>
            <a:headEnd/>
            <a:tailEnd/>
          </a:ln>
        </p:spPr>
        <p:txBody>
          <a:bodyPr wrap="none">
            <a:spAutoFit/>
          </a:bodyPr>
          <a:lstStyle/>
          <a:p>
            <a:pPr>
              <a:defRPr/>
            </a:pPr>
            <a:r>
              <a:rPr lang="zh-CN" altLang="en-US" sz="2800" b="1" dirty="0">
                <a:effectLst>
                  <a:outerShdw blurRad="38100" dist="38100" dir="2700000" algn="tl">
                    <a:srgbClr val="C0C0C0"/>
                  </a:outerShdw>
                </a:effectLst>
                <a:ea typeface="仿宋_GB2312" pitchFamily="49" charset="-122"/>
              </a:rPr>
              <a:t>交换 </a:t>
            </a:r>
            <a:r>
              <a:rPr lang="en-US" altLang="en-US" sz="2800" b="1" dirty="0">
                <a:effectLst>
                  <a:outerShdw blurRad="38100" dist="38100" dir="2700000" algn="tl">
                    <a:srgbClr val="C0C0C0"/>
                  </a:outerShdw>
                </a:effectLst>
                <a:ea typeface="仿宋_GB2312" pitchFamily="49" charset="-122"/>
              </a:rPr>
              <a:t>0 </a:t>
            </a:r>
            <a:r>
              <a:rPr lang="zh-CN" altLang="en-US" sz="2800" b="1" dirty="0">
                <a:effectLst>
                  <a:outerShdw blurRad="38100" dist="38100" dir="2700000" algn="tl">
                    <a:srgbClr val="C0C0C0"/>
                  </a:outerShdw>
                </a:effectLst>
                <a:ea typeface="仿宋_GB2312" pitchFamily="49" charset="-122"/>
              </a:rPr>
              <a:t>号与 </a:t>
            </a:r>
            <a:r>
              <a:rPr lang="en-US" altLang="zh-CN" sz="2800" b="1" dirty="0">
                <a:effectLst>
                  <a:outerShdw blurRad="38100" dist="38100" dir="2700000" algn="tl">
                    <a:srgbClr val="C0C0C0"/>
                  </a:outerShdw>
                </a:effectLst>
                <a:ea typeface="仿宋_GB2312" pitchFamily="49" charset="-122"/>
              </a:rPr>
              <a:t>1 </a:t>
            </a:r>
            <a:r>
              <a:rPr lang="zh-CN" altLang="en-US" sz="2800" b="1" dirty="0">
                <a:effectLst>
                  <a:outerShdw blurRad="38100" dist="38100" dir="2700000" algn="tl">
                    <a:srgbClr val="C0C0C0"/>
                  </a:outerShdw>
                </a:effectLst>
                <a:ea typeface="仿宋_GB2312" pitchFamily="49" charset="-122"/>
              </a:rPr>
              <a:t>号元素，</a:t>
            </a:r>
            <a:endParaRPr lang="en-US" altLang="zh-CN" sz="2800" b="1" dirty="0">
              <a:effectLst>
                <a:outerShdw blurRad="38100" dist="38100" dir="2700000" algn="tl">
                  <a:srgbClr val="C0C0C0"/>
                </a:outerShdw>
              </a:effectLst>
              <a:ea typeface="仿宋_GB2312" pitchFamily="49" charset="-122"/>
            </a:endParaRPr>
          </a:p>
          <a:p>
            <a:pPr>
              <a:defRPr/>
            </a:pPr>
            <a:r>
              <a:rPr lang="en-US" altLang="zh-CN" sz="2800" b="1" dirty="0">
                <a:effectLst>
                  <a:outerShdw blurRad="38100" dist="38100" dir="2700000" algn="tl">
                    <a:srgbClr val="C0C0C0"/>
                  </a:outerShdw>
                </a:effectLst>
                <a:ea typeface="仿宋_GB2312" pitchFamily="49" charset="-122"/>
              </a:rPr>
              <a:t>1 </a:t>
            </a:r>
            <a:r>
              <a:rPr lang="zh-CN" altLang="en-US" sz="2800" b="1" dirty="0">
                <a:effectLst>
                  <a:outerShdw blurRad="38100" dist="38100" dir="2700000" algn="tl">
                    <a:srgbClr val="C0C0C0"/>
                  </a:outerShdw>
                </a:effectLst>
                <a:ea typeface="仿宋_GB2312" pitchFamily="49" charset="-122"/>
              </a:rPr>
              <a:t>号元素就位</a:t>
            </a:r>
            <a:endParaRPr lang="zh-CN" altLang="en-US"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59473" name="Text Box 49">
            <a:extLst>
              <a:ext uri="{FF2B5EF4-FFF2-40B4-BE49-F238E27FC236}">
                <a16:creationId xmlns:a16="http://schemas.microsoft.com/office/drawing/2014/main" id="{61D788F9-6C4E-26B6-6CE7-26D854B2F7E2}"/>
              </a:ext>
            </a:extLst>
          </p:cNvPr>
          <p:cNvSpPr txBox="1">
            <a:spLocks noChangeArrowheads="1"/>
          </p:cNvSpPr>
          <p:nvPr/>
        </p:nvSpPr>
        <p:spPr bwMode="auto">
          <a:xfrm>
            <a:off x="838200" y="5029200"/>
            <a:ext cx="3136900" cy="946150"/>
          </a:xfrm>
          <a:prstGeom prst="rect">
            <a:avLst/>
          </a:prstGeom>
          <a:noFill/>
          <a:ln w="9525">
            <a:noFill/>
            <a:miter lim="800000"/>
            <a:headEnd/>
            <a:tailEnd/>
          </a:ln>
        </p:spPr>
        <p:txBody>
          <a:bodyPr wrap="none">
            <a:spAutoFit/>
          </a:bodyPr>
          <a:lstStyle/>
          <a:p>
            <a:pPr>
              <a:defRPr/>
            </a:pPr>
            <a:r>
              <a:rPr lang="zh-CN" altLang="en-US" sz="2800" b="1">
                <a:effectLst>
                  <a:outerShdw blurRad="38100" dist="38100" dir="2700000" algn="tl">
                    <a:srgbClr val="C0C0C0"/>
                  </a:outerShdw>
                </a:effectLst>
                <a:ea typeface="仿宋_GB2312" pitchFamily="49" charset="-122"/>
              </a:rPr>
              <a:t>从 </a:t>
            </a:r>
            <a:r>
              <a:rPr lang="en-US" altLang="zh-CN" sz="2800" b="1">
                <a:effectLst>
                  <a:outerShdw blurRad="38100" dist="38100" dir="2700000" algn="tl">
                    <a:srgbClr val="C0C0C0"/>
                  </a:outerShdw>
                </a:effectLst>
                <a:ea typeface="仿宋_GB2312" pitchFamily="49" charset="-122"/>
              </a:rPr>
              <a:t>0 </a:t>
            </a:r>
            <a:r>
              <a:rPr lang="zh-CN" altLang="en-US" sz="2800" b="1">
                <a:effectLst>
                  <a:outerShdw blurRad="38100" dist="38100" dir="2700000" algn="tl">
                    <a:srgbClr val="C0C0C0"/>
                  </a:outerShdw>
                </a:effectLst>
                <a:ea typeface="仿宋_GB2312" pitchFamily="49" charset="-122"/>
              </a:rPr>
              <a:t>号到 </a:t>
            </a:r>
            <a:r>
              <a:rPr lang="en-US" altLang="zh-CN" sz="2800" b="1">
                <a:effectLst>
                  <a:outerShdw blurRad="38100" dist="38100" dir="2700000" algn="tl">
                    <a:srgbClr val="C0C0C0"/>
                  </a:outerShdw>
                </a:effectLst>
                <a:ea typeface="仿宋_GB2312" pitchFamily="49" charset="-122"/>
              </a:rPr>
              <a:t>1 </a:t>
            </a:r>
            <a:r>
              <a:rPr lang="zh-CN" altLang="en-US" sz="2800" b="1">
                <a:effectLst>
                  <a:outerShdw blurRad="38100" dist="38100" dir="2700000" algn="tl">
                    <a:srgbClr val="C0C0C0"/>
                  </a:outerShdw>
                </a:effectLst>
                <a:ea typeface="仿宋_GB2312" pitchFamily="49" charset="-122"/>
              </a:rPr>
              <a:t>号 重新</a:t>
            </a:r>
          </a:p>
          <a:p>
            <a:pPr>
              <a:defRPr/>
            </a:pPr>
            <a:r>
              <a:rPr lang="zh-CN" altLang="en-US" sz="2800" b="1">
                <a:effectLst>
                  <a:outerShdw blurRad="38100" dist="38100" dir="2700000" algn="tl">
                    <a:srgbClr val="C0C0C0"/>
                  </a:outerShdw>
                </a:effectLst>
                <a:ea typeface="仿宋_GB2312" pitchFamily="49" charset="-122"/>
              </a:rPr>
              <a:t>调整为最大堆</a:t>
            </a:r>
          </a:p>
        </p:txBody>
      </p:sp>
      <p:sp>
        <p:nvSpPr>
          <p:cNvPr id="84018" name="AutoShape 50">
            <a:extLst>
              <a:ext uri="{FF2B5EF4-FFF2-40B4-BE49-F238E27FC236}">
                <a16:creationId xmlns:a16="http://schemas.microsoft.com/office/drawing/2014/main" id="{C17041D1-A049-74A0-E11A-65AD4CFDEE21}"/>
              </a:ext>
            </a:extLst>
          </p:cNvPr>
          <p:cNvSpPr>
            <a:spLocks noChangeArrowheads="1"/>
          </p:cNvSpPr>
          <p:nvPr/>
        </p:nvSpPr>
        <p:spPr bwMode="auto">
          <a:xfrm>
            <a:off x="228600" y="2362200"/>
            <a:ext cx="914400" cy="457200"/>
          </a:xfrm>
          <a:prstGeom prst="rightArrow">
            <a:avLst>
              <a:gd name="adj1" fmla="val 50000"/>
              <a:gd name="adj2" fmla="val 50000"/>
            </a:avLst>
          </a:prstGeom>
          <a:gradFill rotWithShape="0">
            <a:gsLst>
              <a:gs pos="0">
                <a:srgbClr val="0000FF"/>
              </a:gs>
              <a:gs pos="100000">
                <a:srgbClr val="000076"/>
              </a:gs>
            </a:gsLst>
            <a:lin ang="27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84019" name="Line 51">
            <a:extLst>
              <a:ext uri="{FF2B5EF4-FFF2-40B4-BE49-F238E27FC236}">
                <a16:creationId xmlns:a16="http://schemas.microsoft.com/office/drawing/2014/main" id="{2D73D92F-2AC8-B571-B7EF-EAC7CE816452}"/>
              </a:ext>
            </a:extLst>
          </p:cNvPr>
          <p:cNvSpPr>
            <a:spLocks noChangeShapeType="1"/>
          </p:cNvSpPr>
          <p:nvPr/>
        </p:nvSpPr>
        <p:spPr bwMode="auto">
          <a:xfrm flipV="1">
            <a:off x="2133600" y="1828800"/>
            <a:ext cx="304800" cy="3810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020" name="Line 52">
            <a:extLst>
              <a:ext uri="{FF2B5EF4-FFF2-40B4-BE49-F238E27FC236}">
                <a16:creationId xmlns:a16="http://schemas.microsoft.com/office/drawing/2014/main" id="{7D22BD0F-7226-4118-D7B5-F1348100B188}"/>
              </a:ext>
            </a:extLst>
          </p:cNvPr>
          <p:cNvSpPr>
            <a:spLocks noChangeShapeType="1"/>
          </p:cNvSpPr>
          <p:nvPr/>
        </p:nvSpPr>
        <p:spPr bwMode="auto">
          <a:xfrm flipH="1">
            <a:off x="2057400" y="1752600"/>
            <a:ext cx="304800" cy="381000"/>
          </a:xfrm>
          <a:prstGeom prst="line">
            <a:avLst/>
          </a:prstGeom>
          <a:noFill/>
          <a:ln w="28575">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021" name="Freeform 53">
            <a:extLst>
              <a:ext uri="{FF2B5EF4-FFF2-40B4-BE49-F238E27FC236}">
                <a16:creationId xmlns:a16="http://schemas.microsoft.com/office/drawing/2014/main" id="{43C5BE3D-FACA-A6BE-C25F-F4F0FD3AA3DB}"/>
              </a:ext>
            </a:extLst>
          </p:cNvPr>
          <p:cNvSpPr>
            <a:spLocks/>
          </p:cNvSpPr>
          <p:nvPr/>
        </p:nvSpPr>
        <p:spPr bwMode="auto">
          <a:xfrm>
            <a:off x="1295400" y="1003300"/>
            <a:ext cx="1981200" cy="2222500"/>
          </a:xfrm>
          <a:custGeom>
            <a:avLst/>
            <a:gdLst>
              <a:gd name="T0" fmla="*/ 2147483646 w 1248"/>
              <a:gd name="T1" fmla="*/ 2147483646 h 1400"/>
              <a:gd name="T2" fmla="*/ 2147483646 w 1248"/>
              <a:gd name="T3" fmla="*/ 2147483646 h 1400"/>
              <a:gd name="T4" fmla="*/ 2147483646 w 1248"/>
              <a:gd name="T5" fmla="*/ 2147483646 h 1400"/>
              <a:gd name="T6" fmla="*/ 2147483646 w 1248"/>
              <a:gd name="T7" fmla="*/ 2147483646 h 1400"/>
              <a:gd name="T8" fmla="*/ 2147483646 w 1248"/>
              <a:gd name="T9" fmla="*/ 2147483646 h 1400"/>
              <a:gd name="T10" fmla="*/ 2147483646 w 1248"/>
              <a:gd name="T11" fmla="*/ 2147483646 h 1400"/>
              <a:gd name="T12" fmla="*/ 2147483646 w 1248"/>
              <a:gd name="T13" fmla="*/ 2147483646 h 1400"/>
              <a:gd name="T14" fmla="*/ 2147483646 w 1248"/>
              <a:gd name="T15" fmla="*/ 2147483646 h 1400"/>
              <a:gd name="T16" fmla="*/ 2147483646 w 1248"/>
              <a:gd name="T17" fmla="*/ 2147483646 h 1400"/>
              <a:gd name="T18" fmla="*/ 2147483646 w 1248"/>
              <a:gd name="T19" fmla="*/ 2147483646 h 14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48"/>
              <a:gd name="T31" fmla="*/ 0 h 1400"/>
              <a:gd name="T32" fmla="*/ 1248 w 1248"/>
              <a:gd name="T33" fmla="*/ 1400 h 14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48" h="1400">
                <a:moveTo>
                  <a:pt x="544" y="280"/>
                </a:moveTo>
                <a:cubicBezTo>
                  <a:pt x="424" y="416"/>
                  <a:pt x="128" y="704"/>
                  <a:pt x="64" y="856"/>
                </a:cubicBezTo>
                <a:cubicBezTo>
                  <a:pt x="0" y="1008"/>
                  <a:pt x="80" y="1112"/>
                  <a:pt x="160" y="1192"/>
                </a:cubicBezTo>
                <a:cubicBezTo>
                  <a:pt x="240" y="1272"/>
                  <a:pt x="408" y="1400"/>
                  <a:pt x="544" y="1336"/>
                </a:cubicBezTo>
                <a:cubicBezTo>
                  <a:pt x="680" y="1272"/>
                  <a:pt x="864" y="960"/>
                  <a:pt x="976" y="808"/>
                </a:cubicBezTo>
                <a:cubicBezTo>
                  <a:pt x="1088" y="656"/>
                  <a:pt x="1184" y="536"/>
                  <a:pt x="1216" y="424"/>
                </a:cubicBezTo>
                <a:cubicBezTo>
                  <a:pt x="1248" y="312"/>
                  <a:pt x="1208" y="200"/>
                  <a:pt x="1168" y="136"/>
                </a:cubicBezTo>
                <a:cubicBezTo>
                  <a:pt x="1128" y="72"/>
                  <a:pt x="1040" y="56"/>
                  <a:pt x="976" y="40"/>
                </a:cubicBezTo>
                <a:cubicBezTo>
                  <a:pt x="912" y="24"/>
                  <a:pt x="856" y="0"/>
                  <a:pt x="784" y="40"/>
                </a:cubicBezTo>
                <a:cubicBezTo>
                  <a:pt x="712" y="80"/>
                  <a:pt x="664" y="144"/>
                  <a:pt x="544" y="280"/>
                </a:cubicBezTo>
                <a:close/>
              </a:path>
            </a:pathLst>
          </a:custGeom>
          <a:noFill/>
          <a:ln w="28575"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4022" name="Freeform 54">
            <a:extLst>
              <a:ext uri="{FF2B5EF4-FFF2-40B4-BE49-F238E27FC236}">
                <a16:creationId xmlns:a16="http://schemas.microsoft.com/office/drawing/2014/main" id="{7AD5CC01-F773-DE5C-A423-413810EDDA0E}"/>
              </a:ext>
            </a:extLst>
          </p:cNvPr>
          <p:cNvSpPr>
            <a:spLocks/>
          </p:cNvSpPr>
          <p:nvPr/>
        </p:nvSpPr>
        <p:spPr bwMode="auto">
          <a:xfrm>
            <a:off x="6311900" y="1066800"/>
            <a:ext cx="1168400" cy="1168400"/>
          </a:xfrm>
          <a:custGeom>
            <a:avLst/>
            <a:gdLst>
              <a:gd name="T0" fmla="*/ 2147483646 w 736"/>
              <a:gd name="T1" fmla="*/ 2147483646 h 736"/>
              <a:gd name="T2" fmla="*/ 2147483646 w 736"/>
              <a:gd name="T3" fmla="*/ 2147483646 h 736"/>
              <a:gd name="T4" fmla="*/ 2147483646 w 736"/>
              <a:gd name="T5" fmla="*/ 2147483646 h 736"/>
              <a:gd name="T6" fmla="*/ 2147483646 w 736"/>
              <a:gd name="T7" fmla="*/ 2147483646 h 736"/>
              <a:gd name="T8" fmla="*/ 2147483646 w 736"/>
              <a:gd name="T9" fmla="*/ 2147483646 h 736"/>
              <a:gd name="T10" fmla="*/ 2147483646 w 736"/>
              <a:gd name="T11" fmla="*/ 2147483646 h 736"/>
              <a:gd name="T12" fmla="*/ 2147483646 w 736"/>
              <a:gd name="T13" fmla="*/ 0 h 736"/>
              <a:gd name="T14" fmla="*/ 2147483646 w 736"/>
              <a:gd name="T15" fmla="*/ 2147483646 h 736"/>
              <a:gd name="T16" fmla="*/ 0 60000 65536"/>
              <a:gd name="T17" fmla="*/ 0 60000 65536"/>
              <a:gd name="T18" fmla="*/ 0 60000 65536"/>
              <a:gd name="T19" fmla="*/ 0 60000 65536"/>
              <a:gd name="T20" fmla="*/ 0 60000 65536"/>
              <a:gd name="T21" fmla="*/ 0 60000 65536"/>
              <a:gd name="T22" fmla="*/ 0 60000 65536"/>
              <a:gd name="T23" fmla="*/ 0 60000 65536"/>
              <a:gd name="T24" fmla="*/ 0 w 736"/>
              <a:gd name="T25" fmla="*/ 0 h 736"/>
              <a:gd name="T26" fmla="*/ 736 w 736"/>
              <a:gd name="T27" fmla="*/ 736 h 7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36" h="736">
                <a:moveTo>
                  <a:pt x="56" y="144"/>
                </a:moveTo>
                <a:cubicBezTo>
                  <a:pt x="0" y="192"/>
                  <a:pt x="8" y="232"/>
                  <a:pt x="8" y="288"/>
                </a:cubicBezTo>
                <a:cubicBezTo>
                  <a:pt x="8" y="344"/>
                  <a:pt x="8" y="408"/>
                  <a:pt x="56" y="480"/>
                </a:cubicBezTo>
                <a:cubicBezTo>
                  <a:pt x="104" y="552"/>
                  <a:pt x="192" y="704"/>
                  <a:pt x="296" y="720"/>
                </a:cubicBezTo>
                <a:cubicBezTo>
                  <a:pt x="400" y="736"/>
                  <a:pt x="624" y="672"/>
                  <a:pt x="680" y="576"/>
                </a:cubicBezTo>
                <a:cubicBezTo>
                  <a:pt x="736" y="480"/>
                  <a:pt x="688" y="240"/>
                  <a:pt x="632" y="144"/>
                </a:cubicBezTo>
                <a:cubicBezTo>
                  <a:pt x="576" y="48"/>
                  <a:pt x="440" y="0"/>
                  <a:pt x="344" y="0"/>
                </a:cubicBezTo>
                <a:cubicBezTo>
                  <a:pt x="248" y="0"/>
                  <a:pt x="112" y="96"/>
                  <a:pt x="56" y="144"/>
                </a:cubicBezTo>
                <a:close/>
              </a:path>
            </a:pathLst>
          </a:custGeom>
          <a:noFill/>
          <a:ln w="28575"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7835F398-4306-9133-6057-5D7AA2E05D5F}"/>
              </a:ext>
            </a:extLst>
          </p:cNvPr>
          <p:cNvSpPr>
            <a:spLocks noGrp="1"/>
          </p:cNvSpPr>
          <p:nvPr>
            <p:ph type="sldNum" sz="quarter" idx="12"/>
          </p:nvPr>
        </p:nvSpPr>
        <p:spPr/>
        <p:txBody>
          <a:bodyPr/>
          <a:lstStyle/>
          <a:p>
            <a:pPr>
              <a:defRPr/>
            </a:pPr>
            <a:fld id="{04E4ECFC-90A4-46B6-B7C1-F55F5037C096}" type="slidenum">
              <a:rPr lang="en-US" altLang="zh-CN" smtClean="0"/>
              <a:pPr>
                <a:defRPr/>
              </a:pPr>
              <a:t>60</a:t>
            </a:fld>
            <a:endParaRPr lang="en-US" altLang="zh-CN"/>
          </a:p>
        </p:txBody>
      </p:sp>
    </p:spTree>
  </p:cSld>
  <p:clrMapOvr>
    <a:masterClrMapping/>
  </p:clrMapOvr>
  <p:transition>
    <p:spli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9B800E3-09EC-42AB-A781-C5D3D03568DD}"/>
              </a:ext>
            </a:extLst>
          </p:cNvPr>
          <p:cNvSpPr>
            <a:spLocks noGrp="1"/>
          </p:cNvSpPr>
          <p:nvPr>
            <p:ph idx="1"/>
          </p:nvPr>
        </p:nvSpPr>
        <p:spPr>
          <a:xfrm>
            <a:off x="251520" y="548680"/>
            <a:ext cx="8496944" cy="5628283"/>
          </a:xfrm>
        </p:spPr>
        <p:txBody>
          <a:bodyPr>
            <a:normAutofit fontScale="85000" lnSpcReduction="20000"/>
          </a:bodyPr>
          <a:lstStyle/>
          <a:p>
            <a:pPr marL="0" indent="0">
              <a:buNone/>
            </a:pPr>
            <a:r>
              <a:rPr lang="en-US" altLang="zh-CN" dirty="0"/>
              <a:t>//</a:t>
            </a:r>
            <a:r>
              <a:rPr lang="zh-CN" altLang="en-US" dirty="0"/>
              <a:t>堆排序的算法</a:t>
            </a:r>
            <a:endParaRPr lang="en-US" altLang="zh-CN" dirty="0"/>
          </a:p>
          <a:p>
            <a:pPr marL="0" indent="0">
              <a:buNone/>
            </a:pPr>
            <a:r>
              <a:rPr lang="en-US" altLang="zh-CN" dirty="0"/>
              <a:t>//</a:t>
            </a:r>
            <a:r>
              <a:rPr lang="zh-CN" altLang="en-US" dirty="0"/>
              <a:t>对</a:t>
            </a:r>
            <a:r>
              <a:rPr lang="en-US" altLang="zh-CN" dirty="0" err="1"/>
              <a:t>H.heap</a:t>
            </a:r>
            <a:r>
              <a:rPr lang="en-US" altLang="zh-CN" dirty="0"/>
              <a:t>[0]</a:t>
            </a:r>
            <a:r>
              <a:rPr lang="zh-CN" altLang="en-US" dirty="0"/>
              <a:t>到</a:t>
            </a:r>
            <a:r>
              <a:rPr lang="en-US" altLang="zh-CN" dirty="0" err="1"/>
              <a:t>H.heap</a:t>
            </a:r>
            <a:r>
              <a:rPr lang="en-US" altLang="zh-CN" dirty="0"/>
              <a:t>[n-1]</a:t>
            </a:r>
            <a:r>
              <a:rPr lang="zh-CN" altLang="en-US" dirty="0"/>
              <a:t>进行排序，使表</a:t>
            </a:r>
          </a:p>
          <a:p>
            <a:pPr marL="0" indent="0">
              <a:buNone/>
            </a:pPr>
            <a:r>
              <a:rPr lang="en-US" altLang="zh-CN" dirty="0"/>
              <a:t>//</a:t>
            </a:r>
            <a:r>
              <a:rPr lang="zh-CN" altLang="en-US" dirty="0"/>
              <a:t>中各个元素按其排序码非递减有序。</a:t>
            </a:r>
          </a:p>
          <a:p>
            <a:pPr marL="0" indent="0">
              <a:buNone/>
            </a:pPr>
            <a:r>
              <a:rPr lang="en-US" altLang="zh-CN" dirty="0"/>
              <a:t>template &lt;class T, class E&gt; void </a:t>
            </a:r>
            <a:r>
              <a:rPr lang="en-US" altLang="zh-CN" dirty="0" err="1"/>
              <a:t>maxHeap</a:t>
            </a:r>
            <a:r>
              <a:rPr lang="en-US" altLang="zh-CN" dirty="0"/>
              <a:t>&lt;T, E&gt;::</a:t>
            </a:r>
            <a:r>
              <a:rPr lang="en-US" altLang="zh-CN" dirty="0" err="1"/>
              <a:t>HeapSort</a:t>
            </a:r>
            <a:r>
              <a:rPr lang="en-US" altLang="zh-CN" dirty="0"/>
              <a:t> ( ) {</a:t>
            </a:r>
          </a:p>
          <a:p>
            <a:pPr marL="0" indent="0">
              <a:buNone/>
            </a:pPr>
            <a:r>
              <a:rPr lang="en-US" altLang="zh-CN" dirty="0"/>
              <a:t>    for ( int </a:t>
            </a:r>
            <a:r>
              <a:rPr lang="en-US" altLang="zh-CN" dirty="0" err="1"/>
              <a:t>i</a:t>
            </a:r>
            <a:r>
              <a:rPr lang="en-US" altLang="zh-CN" dirty="0"/>
              <a:t> = ( currentSize-2 ) / 2; </a:t>
            </a:r>
            <a:r>
              <a:rPr lang="en-US" altLang="zh-CN" dirty="0" err="1"/>
              <a:t>i</a:t>
            </a:r>
            <a:r>
              <a:rPr lang="en-US" altLang="zh-CN" dirty="0"/>
              <a:t> &gt;= 0; </a:t>
            </a:r>
            <a:r>
              <a:rPr lang="en-US" altLang="zh-CN" dirty="0" err="1"/>
              <a:t>i</a:t>
            </a:r>
            <a:r>
              <a:rPr lang="en-US" altLang="zh-CN" dirty="0"/>
              <a:t>-- )</a:t>
            </a:r>
          </a:p>
          <a:p>
            <a:pPr marL="0" indent="0">
              <a:buNone/>
            </a:pPr>
            <a:r>
              <a:rPr lang="en-US" altLang="zh-CN" dirty="0"/>
              <a:t>       </a:t>
            </a:r>
            <a:r>
              <a:rPr lang="en-US" altLang="zh-CN" dirty="0" err="1"/>
              <a:t>siftDown</a:t>
            </a:r>
            <a:r>
              <a:rPr lang="en-US" altLang="zh-CN" dirty="0"/>
              <a:t> ( i, currentSize-1 );     //</a:t>
            </a:r>
            <a:r>
              <a:rPr lang="zh-CN" altLang="en-US" dirty="0"/>
              <a:t>初始堆</a:t>
            </a:r>
          </a:p>
          <a:p>
            <a:pPr marL="0" indent="0">
              <a:buNone/>
            </a:pPr>
            <a:r>
              <a:rPr lang="zh-CN" altLang="en-US" dirty="0"/>
              <a:t>    </a:t>
            </a:r>
            <a:r>
              <a:rPr lang="en-US" altLang="zh-CN" dirty="0"/>
              <a:t>for ( </a:t>
            </a:r>
            <a:r>
              <a:rPr lang="en-US" altLang="zh-CN" dirty="0" err="1"/>
              <a:t>i</a:t>
            </a:r>
            <a:r>
              <a:rPr lang="en-US" altLang="zh-CN" dirty="0"/>
              <a:t> = currentSize-1; </a:t>
            </a:r>
            <a:r>
              <a:rPr lang="en-US" altLang="zh-CN" dirty="0" err="1"/>
              <a:t>i</a:t>
            </a:r>
            <a:r>
              <a:rPr lang="en-US" altLang="zh-CN" dirty="0"/>
              <a:t> &gt;= 0; </a:t>
            </a:r>
            <a:r>
              <a:rPr lang="en-US" altLang="zh-CN" dirty="0" err="1"/>
              <a:t>i</a:t>
            </a:r>
            <a:r>
              <a:rPr lang="en-US" altLang="zh-CN" dirty="0"/>
              <a:t>--) { </a:t>
            </a:r>
          </a:p>
          <a:p>
            <a:pPr marL="0" indent="0">
              <a:buNone/>
            </a:pPr>
            <a:r>
              <a:rPr lang="en-US" altLang="zh-CN" dirty="0"/>
              <a:t>       </a:t>
            </a:r>
            <a:r>
              <a:rPr lang="en-US" altLang="zh-CN" dirty="0" err="1"/>
              <a:t>SwapElement</a:t>
            </a:r>
            <a:r>
              <a:rPr lang="en-US" altLang="zh-CN" dirty="0"/>
              <a:t> ( 0, </a:t>
            </a:r>
            <a:r>
              <a:rPr lang="en-US" altLang="zh-CN" dirty="0" err="1"/>
              <a:t>i</a:t>
            </a:r>
            <a:r>
              <a:rPr lang="en-US" altLang="zh-CN" dirty="0"/>
              <a:t> ); 	  //</a:t>
            </a:r>
            <a:r>
              <a:rPr lang="zh-CN" altLang="en-US" dirty="0"/>
              <a:t>交换</a:t>
            </a:r>
          </a:p>
          <a:p>
            <a:pPr marL="0" indent="0">
              <a:buNone/>
            </a:pPr>
            <a:r>
              <a:rPr lang="zh-CN" altLang="en-US" dirty="0"/>
              <a:t>       </a:t>
            </a:r>
            <a:r>
              <a:rPr lang="en-US" altLang="zh-CN" dirty="0" err="1"/>
              <a:t>siftDown</a:t>
            </a:r>
            <a:r>
              <a:rPr lang="en-US" altLang="zh-CN" dirty="0"/>
              <a:t> ( 0, i-1 );		  //</a:t>
            </a:r>
            <a:r>
              <a:rPr lang="zh-CN" altLang="en-US" dirty="0"/>
              <a:t>重建最大堆</a:t>
            </a:r>
          </a:p>
          <a:p>
            <a:pPr marL="0" indent="0">
              <a:buNone/>
            </a:pPr>
            <a:r>
              <a:rPr lang="zh-CN" altLang="en-US" dirty="0"/>
              <a:t>    </a:t>
            </a:r>
            <a:r>
              <a:rPr lang="en-US" altLang="zh-CN" dirty="0"/>
              <a:t>}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379BF51B-F099-9145-376C-9BB050BE130A}"/>
              </a:ext>
            </a:extLst>
          </p:cNvPr>
          <p:cNvSpPr>
            <a:spLocks noGrp="1"/>
          </p:cNvSpPr>
          <p:nvPr>
            <p:ph type="sldNum" sz="quarter" idx="12"/>
          </p:nvPr>
        </p:nvSpPr>
        <p:spPr/>
        <p:txBody>
          <a:bodyPr/>
          <a:lstStyle/>
          <a:p>
            <a:pPr>
              <a:defRPr/>
            </a:pPr>
            <a:fld id="{5F1DCF05-F1E6-414E-BAB4-65AA6A3D43BB}" type="slidenum">
              <a:rPr lang="en-US" altLang="zh-CN" smtClean="0"/>
              <a:pPr>
                <a:defRPr/>
              </a:pPr>
              <a:t>61</a:t>
            </a:fld>
            <a:endParaRPr lang="en-US" altLang="zh-CN"/>
          </a:p>
        </p:txBody>
      </p:sp>
    </p:spTree>
  </p:cSld>
  <p:clrMapOvr>
    <a:masterClrMapping/>
  </p:clrMapOvr>
  <p:transition>
    <p:spli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DD0BA21-AAC7-0192-82CD-CE1C3A6FBA51}"/>
              </a:ext>
            </a:extLst>
          </p:cNvPr>
          <p:cNvSpPr>
            <a:spLocks noGrp="1"/>
          </p:cNvSpPr>
          <p:nvPr>
            <p:ph type="title"/>
          </p:nvPr>
        </p:nvSpPr>
        <p:spPr/>
        <p:txBody>
          <a:bodyPr/>
          <a:lstStyle/>
          <a:p>
            <a:r>
              <a:rPr lang="zh-CN" altLang="en-US" dirty="0"/>
              <a:t>性能分析（</a:t>
            </a:r>
            <a:r>
              <a:rPr lang="en-US" altLang="zh-CN" dirty="0"/>
              <a:t>1</a:t>
            </a:r>
            <a:r>
              <a:rPr lang="zh-CN" altLang="en-US" dirty="0"/>
              <a:t>）</a:t>
            </a:r>
          </a:p>
        </p:txBody>
      </p:sp>
      <p:sp>
        <p:nvSpPr>
          <p:cNvPr id="361475" name="Rectangle 3">
            <a:extLst>
              <a:ext uri="{FF2B5EF4-FFF2-40B4-BE49-F238E27FC236}">
                <a16:creationId xmlns:a16="http://schemas.microsoft.com/office/drawing/2014/main" id="{8C34B612-0267-F835-B475-547333B0D92C}"/>
              </a:ext>
            </a:extLst>
          </p:cNvPr>
          <p:cNvSpPr>
            <a:spLocks noGrp="1" noChangeArrowheads="1"/>
          </p:cNvSpPr>
          <p:nvPr>
            <p:ph idx="1"/>
          </p:nvPr>
        </p:nvSpPr>
        <p:spPr/>
        <p:txBody>
          <a:bodyPr>
            <a:normAutofit fontScale="55000" lnSpcReduction="20000"/>
          </a:bodyPr>
          <a:lstStyle/>
          <a:p>
            <a:pPr>
              <a:lnSpc>
                <a:spcPct val="110000"/>
              </a:lnSpc>
            </a:pPr>
            <a:r>
              <a:rPr lang="zh-CN" altLang="en-US" dirty="0"/>
              <a:t>设堆中有 </a:t>
            </a:r>
            <a:r>
              <a:rPr lang="en-US" altLang="zh-CN" dirty="0"/>
              <a:t>n </a:t>
            </a:r>
            <a:r>
              <a:rPr lang="zh-CN" altLang="en-US" dirty="0"/>
              <a:t>个结点，且 </a:t>
            </a:r>
            <a:r>
              <a:rPr lang="en-US" altLang="zh-CN" dirty="0"/>
              <a:t>2</a:t>
            </a:r>
            <a:r>
              <a:rPr lang="en-US" altLang="zh-CN" baseline="30000" dirty="0"/>
              <a:t>k-1</a:t>
            </a:r>
            <a:r>
              <a:rPr lang="en-US" altLang="zh-CN" dirty="0"/>
              <a:t> </a:t>
            </a:r>
            <a:r>
              <a:rPr lang="en-US" altLang="zh-CN" dirty="0">
                <a:sym typeface="Symbol" pitchFamily="18" charset="2"/>
              </a:rPr>
              <a:t></a:t>
            </a:r>
            <a:r>
              <a:rPr lang="en-US" altLang="zh-CN" dirty="0"/>
              <a:t> n </a:t>
            </a:r>
            <a:r>
              <a:rPr lang="en-US" altLang="zh-CN" dirty="0">
                <a:sym typeface="Symbol" pitchFamily="18" charset="2"/>
              </a:rPr>
              <a:t></a:t>
            </a:r>
            <a:r>
              <a:rPr lang="en-US" altLang="zh-CN" dirty="0"/>
              <a:t> 2</a:t>
            </a:r>
            <a:r>
              <a:rPr lang="en-US" altLang="zh-CN" baseline="30000" dirty="0"/>
              <a:t>k</a:t>
            </a:r>
            <a:r>
              <a:rPr lang="zh-CN" altLang="en-US" dirty="0"/>
              <a:t>，则对应的完全二叉树有 </a:t>
            </a:r>
            <a:r>
              <a:rPr lang="en-US" altLang="zh-CN" dirty="0"/>
              <a:t>k </a:t>
            </a:r>
            <a:r>
              <a:rPr lang="zh-CN" altLang="en-US" dirty="0"/>
              <a:t>层。在第 </a:t>
            </a:r>
            <a:r>
              <a:rPr lang="en-US" altLang="zh-CN" dirty="0" err="1"/>
              <a:t>i</a:t>
            </a:r>
            <a:r>
              <a:rPr lang="en-US" altLang="zh-CN" dirty="0"/>
              <a:t> </a:t>
            </a:r>
            <a:r>
              <a:rPr lang="zh-CN" altLang="en-US" dirty="0"/>
              <a:t>层上的结点数 </a:t>
            </a:r>
            <a:r>
              <a:rPr lang="zh-CN" altLang="en-US" dirty="0">
                <a:sym typeface="Symbol" pitchFamily="18" charset="2"/>
              </a:rPr>
              <a:t> </a:t>
            </a:r>
            <a:r>
              <a:rPr lang="zh-CN" altLang="en-US" dirty="0"/>
              <a:t> </a:t>
            </a:r>
            <a:r>
              <a:rPr lang="en-US" altLang="zh-CN" dirty="0"/>
              <a:t>2</a:t>
            </a:r>
            <a:r>
              <a:rPr lang="en-US" altLang="zh-CN" baseline="30000" dirty="0"/>
              <a:t>i-1</a:t>
            </a:r>
            <a:r>
              <a:rPr lang="en-US" altLang="zh-CN" dirty="0"/>
              <a:t>  (</a:t>
            </a:r>
            <a:r>
              <a:rPr lang="en-US" altLang="zh-CN" dirty="0" err="1"/>
              <a:t>i</a:t>
            </a:r>
            <a:r>
              <a:rPr lang="en-US" altLang="zh-CN" dirty="0"/>
              <a:t> = 1</a:t>
            </a:r>
            <a:r>
              <a:rPr lang="zh-CN" altLang="en-US" dirty="0"/>
              <a:t>，</a:t>
            </a:r>
            <a:r>
              <a:rPr lang="en-US" altLang="zh-CN" dirty="0"/>
              <a:t> …</a:t>
            </a:r>
            <a:r>
              <a:rPr lang="zh-CN" altLang="en-US" dirty="0"/>
              <a:t>，</a:t>
            </a:r>
            <a:r>
              <a:rPr lang="en-US" altLang="zh-CN" dirty="0"/>
              <a:t> k)</a:t>
            </a:r>
            <a:r>
              <a:rPr lang="zh-CN" altLang="en-US" dirty="0"/>
              <a:t>。在第一个形成初始堆的 </a:t>
            </a:r>
            <a:r>
              <a:rPr lang="en-US" altLang="zh-CN" dirty="0"/>
              <a:t>for </a:t>
            </a:r>
            <a:r>
              <a:rPr lang="zh-CN" altLang="en-US" dirty="0"/>
              <a:t>循环中对每一个非叶结点调用了一次堆调整算法</a:t>
            </a:r>
            <a:r>
              <a:rPr lang="en-US" altLang="zh-CN" dirty="0" err="1"/>
              <a:t>siftDown</a:t>
            </a:r>
            <a:r>
              <a:rPr lang="en-US" altLang="zh-CN" dirty="0"/>
              <a:t>( )</a:t>
            </a:r>
            <a:r>
              <a:rPr lang="zh-CN" altLang="en-US" dirty="0"/>
              <a:t>，因此该循环所用的计算时间最多为：</a:t>
            </a:r>
          </a:p>
          <a:p>
            <a:pPr>
              <a:lnSpc>
                <a:spcPct val="110000"/>
              </a:lnSpc>
            </a:pPr>
            <a:endParaRPr lang="zh-CN" altLang="en-US" dirty="0"/>
          </a:p>
          <a:p>
            <a:pPr>
              <a:lnSpc>
                <a:spcPct val="110000"/>
              </a:lnSpc>
            </a:pPr>
            <a:endParaRPr lang="zh-CN" altLang="en-US" dirty="0"/>
          </a:p>
          <a:p>
            <a:pPr>
              <a:lnSpc>
                <a:spcPct val="110000"/>
              </a:lnSpc>
            </a:pPr>
            <a:endParaRPr lang="en-US" altLang="zh-CN" dirty="0"/>
          </a:p>
          <a:p>
            <a:pPr>
              <a:lnSpc>
                <a:spcPct val="110000"/>
              </a:lnSpc>
            </a:pPr>
            <a:endParaRPr lang="en-US" altLang="zh-CN" dirty="0"/>
          </a:p>
          <a:p>
            <a:pPr>
              <a:lnSpc>
                <a:spcPct val="110000"/>
              </a:lnSpc>
            </a:pPr>
            <a:endParaRPr lang="en-US" altLang="zh-CN" dirty="0"/>
          </a:p>
          <a:p>
            <a:pPr>
              <a:lnSpc>
                <a:spcPct val="110000"/>
              </a:lnSpc>
            </a:pPr>
            <a:endParaRPr lang="en-US" altLang="zh-CN" dirty="0"/>
          </a:p>
          <a:p>
            <a:pPr>
              <a:lnSpc>
                <a:spcPct val="110000"/>
              </a:lnSpc>
            </a:pPr>
            <a:r>
              <a:rPr lang="zh-CN" altLang="en-US" dirty="0"/>
              <a:t>其中，</a:t>
            </a:r>
            <a:r>
              <a:rPr lang="en-US" altLang="zh-CN" dirty="0" err="1"/>
              <a:t>i</a:t>
            </a:r>
            <a:r>
              <a:rPr lang="en-US" altLang="zh-CN" dirty="0"/>
              <a:t> </a:t>
            </a:r>
            <a:r>
              <a:rPr lang="zh-CN" altLang="en-US" dirty="0"/>
              <a:t>是层序号，</a:t>
            </a:r>
            <a:r>
              <a:rPr lang="en-US" altLang="zh-CN" dirty="0"/>
              <a:t>2</a:t>
            </a:r>
            <a:r>
              <a:rPr lang="en-US" altLang="zh-CN" baseline="30000" dirty="0"/>
              <a:t>i-1</a:t>
            </a:r>
            <a:r>
              <a:rPr lang="en-US" altLang="zh-CN" dirty="0"/>
              <a:t> </a:t>
            </a:r>
            <a:r>
              <a:rPr lang="zh-CN" altLang="en-US" dirty="0"/>
              <a:t>是第 </a:t>
            </a:r>
            <a:r>
              <a:rPr lang="en-US" altLang="zh-CN" dirty="0" err="1"/>
              <a:t>i</a:t>
            </a:r>
            <a:r>
              <a:rPr lang="en-US" altLang="zh-CN" dirty="0"/>
              <a:t> </a:t>
            </a:r>
            <a:r>
              <a:rPr lang="zh-CN" altLang="en-US" dirty="0"/>
              <a:t>层的最大结点数，</a:t>
            </a:r>
            <a:r>
              <a:rPr lang="en-US" altLang="zh-CN" dirty="0"/>
              <a:t> (k-</a:t>
            </a:r>
            <a:r>
              <a:rPr lang="en-US" altLang="zh-CN" dirty="0" err="1"/>
              <a:t>i</a:t>
            </a:r>
            <a:r>
              <a:rPr lang="en-US" altLang="zh-CN" dirty="0"/>
              <a:t>)</a:t>
            </a:r>
            <a:r>
              <a:rPr lang="zh-CN" altLang="en-US" dirty="0"/>
              <a:t>是第 </a:t>
            </a:r>
            <a:r>
              <a:rPr lang="en-US" altLang="zh-CN" dirty="0" err="1"/>
              <a:t>i</a:t>
            </a:r>
            <a:r>
              <a:rPr lang="en-US" altLang="zh-CN" dirty="0"/>
              <a:t> </a:t>
            </a:r>
            <a:r>
              <a:rPr lang="zh-CN" altLang="en-US" dirty="0"/>
              <a:t>层结点能够移动的最大距离，乘以</a:t>
            </a:r>
            <a:r>
              <a:rPr lang="en-US" altLang="zh-CN" dirty="0"/>
              <a:t>2</a:t>
            </a:r>
            <a:r>
              <a:rPr lang="zh-CN" altLang="en-US" dirty="0"/>
              <a:t>是因为每一层要比较</a:t>
            </a:r>
            <a:r>
              <a:rPr lang="en-US" altLang="zh-CN" dirty="0"/>
              <a:t>2</a:t>
            </a:r>
            <a:r>
              <a:rPr lang="zh-CN" altLang="en-US" dirty="0"/>
              <a:t>次。</a:t>
            </a:r>
          </a:p>
        </p:txBody>
      </p:sp>
      <p:sp>
        <p:nvSpPr>
          <p:cNvPr id="2" name="灯片编号占位符 1">
            <a:extLst>
              <a:ext uri="{FF2B5EF4-FFF2-40B4-BE49-F238E27FC236}">
                <a16:creationId xmlns:a16="http://schemas.microsoft.com/office/drawing/2014/main" id="{56F33D79-8C40-F4CA-B743-3246A38A91DD}"/>
              </a:ext>
            </a:extLst>
          </p:cNvPr>
          <p:cNvSpPr>
            <a:spLocks noGrp="1"/>
          </p:cNvSpPr>
          <p:nvPr>
            <p:ph type="sldNum" sz="quarter" idx="12"/>
          </p:nvPr>
        </p:nvSpPr>
        <p:spPr/>
        <p:txBody>
          <a:bodyPr/>
          <a:lstStyle/>
          <a:p>
            <a:pPr>
              <a:defRPr/>
            </a:pPr>
            <a:fld id="{5F1DCF05-F1E6-414E-BAB4-65AA6A3D43BB}" type="slidenum">
              <a:rPr lang="en-US" altLang="zh-CN" smtClean="0"/>
              <a:pPr>
                <a:defRPr/>
              </a:pPr>
              <a:t>62</a:t>
            </a:fld>
            <a:endParaRPr lang="en-US" altLang="zh-CN"/>
          </a:p>
        </p:txBody>
      </p:sp>
      <p:graphicFrame>
        <p:nvGraphicFramePr>
          <p:cNvPr id="3" name="Object 5">
            <a:extLst>
              <a:ext uri="{FF2B5EF4-FFF2-40B4-BE49-F238E27FC236}">
                <a16:creationId xmlns:a16="http://schemas.microsoft.com/office/drawing/2014/main" id="{CF58B578-B7F6-274E-E707-05A8B5525CC5}"/>
              </a:ext>
            </a:extLst>
          </p:cNvPr>
          <p:cNvGraphicFramePr>
            <a:graphicFrameLocks noChangeAspect="1"/>
          </p:cNvGraphicFramePr>
          <p:nvPr>
            <p:extLst>
              <p:ext uri="{D42A27DB-BD31-4B8C-83A1-F6EECF244321}">
                <p14:modId xmlns:p14="http://schemas.microsoft.com/office/powerpoint/2010/main" val="2119005554"/>
              </p:ext>
            </p:extLst>
          </p:nvPr>
        </p:nvGraphicFramePr>
        <p:xfrm>
          <a:off x="1428750" y="2990057"/>
          <a:ext cx="5029200" cy="2184400"/>
        </p:xfrm>
        <a:graphic>
          <a:graphicData uri="http://schemas.openxmlformats.org/presentationml/2006/ole">
            <mc:AlternateContent xmlns:mc="http://schemas.openxmlformats.org/markup-compatibility/2006">
              <mc:Choice xmlns:v="urn:schemas-microsoft-com:vml" Requires="v">
                <p:oleObj name="BMP 图像" r:id="rId2" imgW="4648849" imgH="2019048" progId="Paint.Picture">
                  <p:embed/>
                </p:oleObj>
              </mc:Choice>
              <mc:Fallback>
                <p:oleObj name="BMP 图像" r:id="rId2" imgW="4648849" imgH="2019048" progId="Paint.Picture">
                  <p:embed/>
                  <p:pic>
                    <p:nvPicPr>
                      <p:cNvPr id="87044" name="Object 5">
                        <a:extLst>
                          <a:ext uri="{FF2B5EF4-FFF2-40B4-BE49-F238E27FC236}">
                            <a16:creationId xmlns:a16="http://schemas.microsoft.com/office/drawing/2014/main" id="{C76B6A71-FEC9-E619-53B1-117DCC5755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0" y="2990057"/>
                        <a:ext cx="5029200" cy="218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pli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999E774B-E76A-5193-06E6-56F311249F18}"/>
              </a:ext>
            </a:extLst>
          </p:cNvPr>
          <p:cNvSpPr>
            <a:spLocks noGrp="1"/>
          </p:cNvSpPr>
          <p:nvPr>
            <p:ph type="title"/>
          </p:nvPr>
        </p:nvSpPr>
        <p:spPr/>
        <p:txBody>
          <a:bodyPr/>
          <a:lstStyle/>
          <a:p>
            <a:r>
              <a:rPr lang="zh-CN" altLang="en-US" dirty="0"/>
              <a:t>性能分析（</a:t>
            </a:r>
            <a:r>
              <a:rPr lang="en-US" altLang="zh-CN" dirty="0"/>
              <a:t>2</a:t>
            </a:r>
            <a:r>
              <a:rPr lang="zh-CN" altLang="en-US" dirty="0"/>
              <a:t>）</a:t>
            </a:r>
          </a:p>
        </p:txBody>
      </p:sp>
      <p:sp>
        <p:nvSpPr>
          <p:cNvPr id="362498" name="Rectangle 2">
            <a:extLst>
              <a:ext uri="{FF2B5EF4-FFF2-40B4-BE49-F238E27FC236}">
                <a16:creationId xmlns:a16="http://schemas.microsoft.com/office/drawing/2014/main" id="{BB3C5023-6DC9-D04E-22C6-6FC0FEC866C7}"/>
              </a:ext>
            </a:extLst>
          </p:cNvPr>
          <p:cNvSpPr>
            <a:spLocks noGrp="1" noChangeArrowheads="1"/>
          </p:cNvSpPr>
          <p:nvPr>
            <p:ph idx="1"/>
          </p:nvPr>
        </p:nvSpPr>
        <p:spPr/>
        <p:txBody>
          <a:bodyPr>
            <a:normAutofit/>
          </a:bodyPr>
          <a:lstStyle/>
          <a:p>
            <a:r>
              <a:rPr lang="zh-CN" altLang="en-US" dirty="0"/>
              <a:t>第二个</a:t>
            </a:r>
            <a:r>
              <a:rPr lang="en-US" altLang="zh-CN" dirty="0"/>
              <a:t>for</a:t>
            </a:r>
            <a:r>
              <a:rPr lang="zh-CN" altLang="en-US" dirty="0"/>
              <a:t>循环调用了</a:t>
            </a:r>
            <a:r>
              <a:rPr lang="en-US" altLang="zh-CN" dirty="0"/>
              <a:t>n-1</a:t>
            </a:r>
            <a:r>
              <a:rPr lang="zh-CN" altLang="en-US" dirty="0"/>
              <a:t>次</a:t>
            </a:r>
            <a:r>
              <a:rPr lang="en-US" altLang="zh-CN" dirty="0" err="1"/>
              <a:t>siftDown</a:t>
            </a:r>
            <a:r>
              <a:rPr lang="en-US" altLang="zh-CN" dirty="0"/>
              <a:t>( )</a:t>
            </a:r>
            <a:r>
              <a:rPr lang="zh-CN" altLang="en-US" dirty="0"/>
              <a:t>，该循环计算时间为</a:t>
            </a:r>
            <a:r>
              <a:rPr lang="en-US" altLang="zh-CN" dirty="0"/>
              <a:t>O(nlog</a:t>
            </a:r>
            <a:r>
              <a:rPr lang="en-US" altLang="zh-CN" baseline="-25000" dirty="0"/>
              <a:t>2</a:t>
            </a:r>
            <a:r>
              <a:rPr lang="en-US" altLang="zh-CN" dirty="0"/>
              <a:t>n)</a:t>
            </a:r>
            <a:r>
              <a:rPr lang="zh-CN" altLang="en-US" dirty="0"/>
              <a:t>。因此，堆排序的时间复杂度为</a:t>
            </a:r>
            <a:r>
              <a:rPr lang="en-US" altLang="zh-CN" dirty="0"/>
              <a:t>O(nlog</a:t>
            </a:r>
            <a:r>
              <a:rPr lang="en-US" altLang="zh-CN" baseline="-25000" dirty="0"/>
              <a:t>2</a:t>
            </a:r>
            <a:r>
              <a:rPr lang="en-US" altLang="zh-CN" dirty="0"/>
              <a:t>n)</a:t>
            </a:r>
            <a:r>
              <a:rPr lang="zh-CN" altLang="en-US" dirty="0"/>
              <a:t>。</a:t>
            </a:r>
          </a:p>
          <a:p>
            <a:r>
              <a:rPr lang="zh-CN" altLang="en-US" dirty="0"/>
              <a:t>该算法的附加存储主要是在第二个</a:t>
            </a:r>
            <a:r>
              <a:rPr lang="en-US" altLang="zh-CN" dirty="0"/>
              <a:t>for</a:t>
            </a:r>
            <a:r>
              <a:rPr lang="zh-CN" altLang="en-US" dirty="0"/>
              <a:t>循环中用来执行元素交换时所用的一个临时元素。因此，该算法的空间复杂性为</a:t>
            </a:r>
            <a:r>
              <a:rPr lang="en-US" altLang="zh-CN" dirty="0"/>
              <a:t>O(1)</a:t>
            </a:r>
            <a:r>
              <a:rPr lang="zh-CN" altLang="en-US" dirty="0"/>
              <a:t>。</a:t>
            </a:r>
          </a:p>
          <a:p>
            <a:r>
              <a:rPr lang="zh-CN" altLang="en-US" dirty="0"/>
              <a:t>堆排序是一个不稳定的排序方法。</a:t>
            </a:r>
          </a:p>
        </p:txBody>
      </p:sp>
      <p:sp>
        <p:nvSpPr>
          <p:cNvPr id="2" name="灯片编号占位符 1">
            <a:extLst>
              <a:ext uri="{FF2B5EF4-FFF2-40B4-BE49-F238E27FC236}">
                <a16:creationId xmlns:a16="http://schemas.microsoft.com/office/drawing/2014/main" id="{CA1AD013-8626-A474-311A-35023D5F8134}"/>
              </a:ext>
            </a:extLst>
          </p:cNvPr>
          <p:cNvSpPr>
            <a:spLocks noGrp="1"/>
          </p:cNvSpPr>
          <p:nvPr>
            <p:ph type="sldNum" sz="quarter" idx="12"/>
          </p:nvPr>
        </p:nvSpPr>
        <p:spPr/>
        <p:txBody>
          <a:bodyPr/>
          <a:lstStyle/>
          <a:p>
            <a:pPr>
              <a:defRPr/>
            </a:pPr>
            <a:fld id="{5F1DCF05-F1E6-414E-BAB4-65AA6A3D43BB}" type="slidenum">
              <a:rPr lang="en-US" altLang="zh-CN" smtClean="0"/>
              <a:pPr>
                <a:defRPr/>
              </a:pPr>
              <a:t>63</a:t>
            </a:fld>
            <a:endParaRPr lang="en-US" altLang="zh-CN"/>
          </a:p>
        </p:txBody>
      </p:sp>
    </p:spTree>
  </p:cSld>
  <p:clrMapOvr>
    <a:masterClrMapping/>
  </p:clrMapOvr>
  <p:transition>
    <p:spli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a:extLst>
              <a:ext uri="{FF2B5EF4-FFF2-40B4-BE49-F238E27FC236}">
                <a16:creationId xmlns:a16="http://schemas.microsoft.com/office/drawing/2014/main" id="{53B4DACE-B76A-4220-6928-56E1360640D3}"/>
              </a:ext>
            </a:extLst>
          </p:cNvPr>
          <p:cNvSpPr>
            <a:spLocks noGrp="1" noChangeArrowheads="1"/>
          </p:cNvSpPr>
          <p:nvPr>
            <p:ph type="title"/>
          </p:nvPr>
        </p:nvSpPr>
        <p:spPr/>
        <p:txBody>
          <a:bodyPr/>
          <a:lstStyle/>
          <a:p>
            <a:r>
              <a:rPr lang="en-US" altLang="zh-CN"/>
              <a:t>9.5 </a:t>
            </a:r>
            <a:r>
              <a:rPr lang="zh-CN" altLang="en-US"/>
              <a:t>归并排序 </a:t>
            </a:r>
            <a:r>
              <a:rPr lang="en-US" altLang="zh-CN"/>
              <a:t>(Merge Sort)</a:t>
            </a:r>
          </a:p>
        </p:txBody>
      </p:sp>
      <p:sp>
        <p:nvSpPr>
          <p:cNvPr id="363523" name="Rectangle 3">
            <a:extLst>
              <a:ext uri="{FF2B5EF4-FFF2-40B4-BE49-F238E27FC236}">
                <a16:creationId xmlns:a16="http://schemas.microsoft.com/office/drawing/2014/main" id="{F2E201A5-8293-439A-5C56-5FF1A8A44E92}"/>
              </a:ext>
            </a:extLst>
          </p:cNvPr>
          <p:cNvSpPr>
            <a:spLocks noGrp="1" noChangeArrowheads="1"/>
          </p:cNvSpPr>
          <p:nvPr>
            <p:ph type="body" idx="1"/>
          </p:nvPr>
        </p:nvSpPr>
        <p:spPr/>
        <p:txBody>
          <a:bodyPr>
            <a:normAutofit fontScale="85000" lnSpcReduction="10000"/>
          </a:bodyPr>
          <a:lstStyle/>
          <a:p>
            <a:pPr>
              <a:lnSpc>
                <a:spcPct val="120000"/>
              </a:lnSpc>
            </a:pPr>
            <a:r>
              <a:rPr lang="en-US" altLang="zh-CN" dirty="0"/>
              <a:t>9.5.1 </a:t>
            </a:r>
            <a:r>
              <a:rPr lang="zh-CN" altLang="en-US" dirty="0"/>
              <a:t>归并</a:t>
            </a:r>
          </a:p>
          <a:p>
            <a:pPr lvl="1">
              <a:lnSpc>
                <a:spcPct val="120000"/>
              </a:lnSpc>
            </a:pPr>
            <a:r>
              <a:rPr lang="zh-CN" altLang="en-US" dirty="0"/>
              <a:t>将两个或两个以上的有序表合并成一个新的有序表。</a:t>
            </a:r>
          </a:p>
          <a:p>
            <a:pPr lvl="1">
              <a:lnSpc>
                <a:spcPct val="120000"/>
              </a:lnSpc>
            </a:pPr>
            <a:r>
              <a:rPr lang="zh-CN" altLang="en-US" dirty="0"/>
              <a:t>元素序列</a:t>
            </a:r>
            <a:r>
              <a:rPr lang="en-US" altLang="zh-CN" dirty="0"/>
              <a:t>L1</a:t>
            </a:r>
            <a:r>
              <a:rPr lang="zh-CN" altLang="en-US" dirty="0"/>
              <a:t>中两个有序表</a:t>
            </a:r>
            <a:r>
              <a:rPr lang="en-US" altLang="zh-CN" dirty="0"/>
              <a:t>L1[left…m]</a:t>
            </a:r>
            <a:r>
              <a:rPr lang="zh-CN" altLang="en-US" dirty="0"/>
              <a:t>和</a:t>
            </a:r>
            <a:r>
              <a:rPr lang="en-US" altLang="zh-CN" dirty="0"/>
              <a:t>L1[m+1…right]</a:t>
            </a:r>
            <a:r>
              <a:rPr lang="zh-CN" altLang="en-US" dirty="0"/>
              <a:t>。利用同样大小的序列</a:t>
            </a:r>
            <a:r>
              <a:rPr lang="en-US" altLang="zh-CN" dirty="0"/>
              <a:t>L2[left…right] </a:t>
            </a:r>
            <a:r>
              <a:rPr lang="zh-CN" altLang="en-US" dirty="0"/>
              <a:t>作为辅助空间，归并成一个有序表，</a:t>
            </a:r>
            <a:r>
              <a:rPr lang="en-US" altLang="zh-CN" dirty="0"/>
              <a:t> </a:t>
            </a:r>
            <a:r>
              <a:rPr lang="zh-CN" altLang="en-US" dirty="0"/>
              <a:t>仍然存于序列</a:t>
            </a:r>
            <a:r>
              <a:rPr lang="en-US" altLang="zh-CN" dirty="0"/>
              <a:t>L1</a:t>
            </a:r>
            <a:r>
              <a:rPr lang="zh-CN" altLang="en-US" dirty="0"/>
              <a:t>中。</a:t>
            </a:r>
          </a:p>
          <a:p>
            <a:pPr lvl="1">
              <a:lnSpc>
                <a:spcPct val="120000"/>
              </a:lnSpc>
            </a:pPr>
            <a:r>
              <a:rPr lang="zh-CN" altLang="en-US" dirty="0"/>
              <a:t>这种归并方法称为两路归并 </a:t>
            </a:r>
            <a:r>
              <a:rPr lang="en-US" altLang="zh-CN" dirty="0"/>
              <a:t>(2-way merging)</a:t>
            </a:r>
            <a:r>
              <a:rPr lang="zh-CN" altLang="en-US" dirty="0"/>
              <a:t>。</a:t>
            </a:r>
          </a:p>
        </p:txBody>
      </p:sp>
      <p:sp>
        <p:nvSpPr>
          <p:cNvPr id="2" name="灯片编号占位符 1">
            <a:extLst>
              <a:ext uri="{FF2B5EF4-FFF2-40B4-BE49-F238E27FC236}">
                <a16:creationId xmlns:a16="http://schemas.microsoft.com/office/drawing/2014/main" id="{C2A5C39D-73B0-8ECA-9703-9E484B6A2555}"/>
              </a:ext>
            </a:extLst>
          </p:cNvPr>
          <p:cNvSpPr>
            <a:spLocks noGrp="1"/>
          </p:cNvSpPr>
          <p:nvPr>
            <p:ph type="sldNum" sz="quarter" idx="12"/>
          </p:nvPr>
        </p:nvSpPr>
        <p:spPr/>
        <p:txBody>
          <a:bodyPr/>
          <a:lstStyle/>
          <a:p>
            <a:pPr>
              <a:defRPr/>
            </a:pPr>
            <a:fld id="{5F1DCF05-F1E6-414E-BAB4-65AA6A3D43BB}" type="slidenum">
              <a:rPr lang="en-US" altLang="zh-CN" smtClean="0"/>
              <a:pPr>
                <a:defRPr/>
              </a:pPr>
              <a:t>64</a:t>
            </a:fld>
            <a:endParaRPr lang="en-US" altLang="zh-CN"/>
          </a:p>
        </p:txBody>
      </p:sp>
    </p:spTree>
  </p:cSld>
  <p:clrMapOvr>
    <a:masterClrMapping/>
  </p:clrMapOvr>
  <p:transition>
    <p:spli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B6E2848-DB34-4F4D-98B6-5FEC1F1FC7F6}"/>
              </a:ext>
            </a:extLst>
          </p:cNvPr>
          <p:cNvSpPr>
            <a:spLocks noGrp="1"/>
          </p:cNvSpPr>
          <p:nvPr>
            <p:ph type="title"/>
          </p:nvPr>
        </p:nvSpPr>
        <p:spPr/>
        <p:txBody>
          <a:bodyPr/>
          <a:lstStyle/>
          <a:p>
            <a:r>
              <a:rPr lang="zh-CN" altLang="en-US" dirty="0"/>
              <a:t>归并过程</a:t>
            </a:r>
          </a:p>
        </p:txBody>
      </p:sp>
      <p:sp>
        <p:nvSpPr>
          <p:cNvPr id="364558" name="Rectangle 14">
            <a:extLst>
              <a:ext uri="{FF2B5EF4-FFF2-40B4-BE49-F238E27FC236}">
                <a16:creationId xmlns:a16="http://schemas.microsoft.com/office/drawing/2014/main" id="{BF2CF0BB-32CA-0B2C-ED93-27CA07F9068C}"/>
              </a:ext>
            </a:extLst>
          </p:cNvPr>
          <p:cNvSpPr>
            <a:spLocks noGrp="1" noChangeArrowheads="1"/>
          </p:cNvSpPr>
          <p:nvPr>
            <p:ph type="body" idx="1"/>
          </p:nvPr>
        </p:nvSpPr>
        <p:spPr/>
        <p:txBody>
          <a:bodyPr>
            <a:normAutofit/>
          </a:bodyPr>
          <a:lstStyle/>
          <a:p>
            <a:pPr lvl="1"/>
            <a:r>
              <a:rPr lang="zh-CN" altLang="en-US" dirty="0"/>
              <a:t>设变量 </a:t>
            </a:r>
            <a:r>
              <a:rPr lang="en-US" altLang="zh-CN" dirty="0"/>
              <a:t>s1 </a:t>
            </a:r>
            <a:r>
              <a:rPr lang="zh-CN" altLang="en-US" dirty="0"/>
              <a:t>和 </a:t>
            </a:r>
            <a:r>
              <a:rPr lang="en-US" altLang="zh-CN" dirty="0"/>
              <a:t>s2 </a:t>
            </a:r>
            <a:r>
              <a:rPr lang="zh-CN" altLang="en-US" dirty="0"/>
              <a:t>分别是两个有序表的当前检测指针。变量 </a:t>
            </a:r>
            <a:r>
              <a:rPr lang="en-US" altLang="zh-CN" dirty="0"/>
              <a:t>t </a:t>
            </a:r>
            <a:r>
              <a:rPr lang="zh-CN" altLang="en-US" dirty="0"/>
              <a:t>是归并后的存放指针。</a:t>
            </a:r>
          </a:p>
          <a:p>
            <a:pPr lvl="1"/>
            <a:r>
              <a:rPr lang="zh-CN" altLang="en-US" dirty="0"/>
              <a:t>当 </a:t>
            </a:r>
            <a:r>
              <a:rPr lang="en-US" altLang="zh-CN" dirty="0"/>
              <a:t>s1 </a:t>
            </a:r>
            <a:r>
              <a:rPr lang="zh-CN" altLang="en-US" dirty="0"/>
              <a:t>和 </a:t>
            </a:r>
            <a:r>
              <a:rPr lang="en-US" altLang="zh-CN" dirty="0"/>
              <a:t>s2 </a:t>
            </a:r>
            <a:r>
              <a:rPr lang="zh-CN" altLang="en-US" dirty="0"/>
              <a:t>都在各自表长内变化时，根据</a:t>
            </a:r>
            <a:r>
              <a:rPr lang="en-US" altLang="zh-CN" dirty="0"/>
              <a:t>L2[s1]</a:t>
            </a:r>
            <a:r>
              <a:rPr lang="zh-CN" altLang="en-US" dirty="0"/>
              <a:t>与</a:t>
            </a:r>
            <a:r>
              <a:rPr lang="en-US" altLang="zh-CN" dirty="0"/>
              <a:t>L2[s2]</a:t>
            </a:r>
            <a:r>
              <a:rPr lang="zh-CN" altLang="en-US" dirty="0"/>
              <a:t>的排序码的大小，依次把排序码小的元素放到新表的</a:t>
            </a:r>
            <a:r>
              <a:rPr lang="en-US" altLang="zh-CN" dirty="0"/>
              <a:t>L1[t]</a:t>
            </a:r>
            <a:r>
              <a:rPr lang="zh-CN" altLang="en-US" dirty="0"/>
              <a:t>中；</a:t>
            </a:r>
          </a:p>
          <a:p>
            <a:pPr lvl="1"/>
            <a:r>
              <a:rPr lang="zh-CN" altLang="en-US" dirty="0"/>
              <a:t>当 </a:t>
            </a:r>
            <a:r>
              <a:rPr lang="en-US" altLang="zh-CN" dirty="0"/>
              <a:t>s1 </a:t>
            </a:r>
            <a:r>
              <a:rPr lang="zh-CN" altLang="en-US" dirty="0"/>
              <a:t>与 </a:t>
            </a:r>
            <a:r>
              <a:rPr lang="en-US" altLang="zh-CN" dirty="0"/>
              <a:t>s2 </a:t>
            </a:r>
            <a:r>
              <a:rPr lang="zh-CN" altLang="en-US" dirty="0"/>
              <a:t>中有一个已经超出表长时，将另一个表中的剩余部分照抄到新表</a:t>
            </a:r>
            <a:r>
              <a:rPr lang="en-US" altLang="zh-CN" dirty="0"/>
              <a:t>L1</a:t>
            </a:r>
            <a:r>
              <a:rPr lang="zh-CN" altLang="en-US" dirty="0"/>
              <a:t>中。</a:t>
            </a:r>
          </a:p>
        </p:txBody>
      </p:sp>
      <p:sp>
        <p:nvSpPr>
          <p:cNvPr id="2" name="灯片编号占位符 1">
            <a:extLst>
              <a:ext uri="{FF2B5EF4-FFF2-40B4-BE49-F238E27FC236}">
                <a16:creationId xmlns:a16="http://schemas.microsoft.com/office/drawing/2014/main" id="{06CCB7F0-F5FF-E79B-EBC9-56DAE0CD9F99}"/>
              </a:ext>
            </a:extLst>
          </p:cNvPr>
          <p:cNvSpPr>
            <a:spLocks noGrp="1"/>
          </p:cNvSpPr>
          <p:nvPr>
            <p:ph type="sldNum" sz="quarter" idx="12"/>
          </p:nvPr>
        </p:nvSpPr>
        <p:spPr/>
        <p:txBody>
          <a:bodyPr/>
          <a:lstStyle/>
          <a:p>
            <a:pPr>
              <a:defRPr/>
            </a:pPr>
            <a:fld id="{5F1DCF05-F1E6-414E-BAB4-65AA6A3D43BB}" type="slidenum">
              <a:rPr lang="en-US" altLang="zh-CN" smtClean="0"/>
              <a:pPr>
                <a:defRPr/>
              </a:pPr>
              <a:t>65</a:t>
            </a:fld>
            <a:endParaRPr lang="en-US" altLang="zh-CN"/>
          </a:p>
        </p:txBody>
      </p:sp>
    </p:spTree>
  </p:cSld>
  <p:clrMapOvr>
    <a:masterClrMapping/>
  </p:clrMapOvr>
  <p:transition>
    <p:spli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E970543-9353-E305-9ABA-8C0AA031CAA0}"/>
              </a:ext>
            </a:extLst>
          </p:cNvPr>
          <p:cNvSpPr>
            <a:spLocks noGrp="1"/>
          </p:cNvSpPr>
          <p:nvPr>
            <p:ph type="title"/>
          </p:nvPr>
        </p:nvSpPr>
        <p:spPr/>
        <p:txBody>
          <a:bodyPr/>
          <a:lstStyle/>
          <a:p>
            <a:r>
              <a:rPr lang="zh-CN" altLang="en-US" dirty="0"/>
              <a:t>两路归并算法</a:t>
            </a:r>
          </a:p>
        </p:txBody>
      </p:sp>
      <p:sp>
        <p:nvSpPr>
          <p:cNvPr id="3" name="内容占位符 2">
            <a:extLst>
              <a:ext uri="{FF2B5EF4-FFF2-40B4-BE49-F238E27FC236}">
                <a16:creationId xmlns:a16="http://schemas.microsoft.com/office/drawing/2014/main" id="{9DAB1C24-0AF0-42EE-9FC9-7015C681C50C}"/>
              </a:ext>
            </a:extLst>
          </p:cNvPr>
          <p:cNvSpPr>
            <a:spLocks noGrp="1"/>
          </p:cNvSpPr>
          <p:nvPr>
            <p:ph idx="1"/>
          </p:nvPr>
        </p:nvSpPr>
        <p:spPr/>
        <p:txBody>
          <a:bodyPr>
            <a:normAutofit fontScale="70000" lnSpcReduction="20000"/>
          </a:bodyPr>
          <a:lstStyle/>
          <a:p>
            <a:pPr marL="0" indent="0">
              <a:buNone/>
            </a:pPr>
            <a:r>
              <a:rPr lang="en-US" altLang="zh-CN" dirty="0"/>
              <a:t>#include "</a:t>
            </a:r>
            <a:r>
              <a:rPr lang="en-US" altLang="zh-CN" dirty="0" err="1"/>
              <a:t>dataList.h</a:t>
            </a:r>
            <a:r>
              <a:rPr lang="en-US" altLang="zh-CN" dirty="0"/>
              <a:t>"</a:t>
            </a:r>
          </a:p>
          <a:p>
            <a:pPr marL="0" indent="0">
              <a:buNone/>
            </a:pPr>
            <a:r>
              <a:rPr lang="en-US" altLang="zh-CN" dirty="0"/>
              <a:t>template &lt;class T&gt; void </a:t>
            </a:r>
          </a:p>
          <a:p>
            <a:pPr marL="0" indent="0">
              <a:buNone/>
            </a:pPr>
            <a:r>
              <a:rPr lang="en-US" altLang="zh-CN" dirty="0"/>
              <a:t>merge ( </a:t>
            </a:r>
            <a:r>
              <a:rPr lang="en-US" altLang="zh-CN" dirty="0" err="1"/>
              <a:t>dataList</a:t>
            </a:r>
            <a:r>
              <a:rPr lang="en-US" altLang="zh-CN" dirty="0"/>
              <a:t> &lt;T&gt; &amp; L1 , </a:t>
            </a:r>
            <a:r>
              <a:rPr lang="en-US" altLang="zh-CN" dirty="0" err="1"/>
              <a:t>dataList</a:t>
            </a:r>
            <a:r>
              <a:rPr lang="en-US" altLang="zh-CN" dirty="0"/>
              <a:t>&lt;T&gt; &amp; L2 , const int left ,  const int mid ,  const int right ) {</a:t>
            </a:r>
          </a:p>
          <a:p>
            <a:pPr marL="0" indent="0">
              <a:buNone/>
            </a:pPr>
            <a:r>
              <a:rPr lang="en-US" altLang="zh-CN" dirty="0"/>
              <a:t>    for ( int k = left; k &lt;= right; k++ ) L2[k] = L1[k];</a:t>
            </a:r>
          </a:p>
          <a:p>
            <a:pPr marL="0" indent="0">
              <a:buNone/>
            </a:pPr>
            <a:r>
              <a:rPr lang="en-US" altLang="zh-CN" dirty="0"/>
              <a:t>    int s1 = left , s2 = mid + 1 , t = left;</a:t>
            </a:r>
          </a:p>
          <a:p>
            <a:pPr marL="0" indent="0">
              <a:buNone/>
            </a:pPr>
            <a:r>
              <a:rPr lang="en-US" altLang="zh-CN" dirty="0"/>
              <a:t>    while(s1 &lt;= mid &amp;&amp; s2 &lt;= right)</a:t>
            </a:r>
          </a:p>
          <a:p>
            <a:pPr marL="0" indent="0">
              <a:buNone/>
            </a:pPr>
            <a:r>
              <a:rPr lang="en-US" altLang="zh-CN" dirty="0"/>
              <a:t>        if ( L2[s1] &lt;= L2[s2] ) L1[t++] = L2[s1++];</a:t>
            </a:r>
          </a:p>
          <a:p>
            <a:pPr marL="0" indent="0">
              <a:buNone/>
            </a:pPr>
            <a:r>
              <a:rPr lang="en-US" altLang="zh-CN" dirty="0"/>
              <a:t>        else L1[t++] = L2[s2++];</a:t>
            </a:r>
          </a:p>
          <a:p>
            <a:pPr marL="0" indent="0">
              <a:buNone/>
            </a:pPr>
            <a:r>
              <a:rPr lang="en-US" altLang="zh-CN" dirty="0"/>
              <a:t>    while(s1 &lt;= mid) L1[t++] = L2[s1++];</a:t>
            </a:r>
          </a:p>
          <a:p>
            <a:pPr marL="0" indent="0">
              <a:buNone/>
            </a:pPr>
            <a:r>
              <a:rPr lang="en-US" altLang="zh-CN" dirty="0"/>
              <a:t>    while(s2 &lt;= right) L1[t++] = L2[s2++];</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D1967AB4-263E-AFF8-2F65-3DF843E4C8B1}"/>
              </a:ext>
            </a:extLst>
          </p:cNvPr>
          <p:cNvSpPr>
            <a:spLocks noGrp="1"/>
          </p:cNvSpPr>
          <p:nvPr>
            <p:ph type="sldNum" sz="quarter" idx="12"/>
          </p:nvPr>
        </p:nvSpPr>
        <p:spPr/>
        <p:txBody>
          <a:bodyPr/>
          <a:lstStyle/>
          <a:p>
            <a:pPr>
              <a:defRPr/>
            </a:pPr>
            <a:fld id="{5F1DCF05-F1E6-414E-BAB4-65AA6A3D43BB}" type="slidenum">
              <a:rPr lang="en-US" altLang="zh-CN" smtClean="0"/>
              <a:pPr>
                <a:defRPr/>
              </a:pPr>
              <a:t>66</a:t>
            </a:fld>
            <a:endParaRPr lang="en-US" altLang="zh-CN"/>
          </a:p>
        </p:txBody>
      </p:sp>
    </p:spTree>
  </p:cSld>
  <p:clrMapOvr>
    <a:masterClrMapping/>
  </p:clrMapOvr>
  <p:transition>
    <p:spli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E91E3A7-253D-5553-AACA-83C1EF1DF8C8}"/>
              </a:ext>
            </a:extLst>
          </p:cNvPr>
          <p:cNvSpPr>
            <a:spLocks noGrp="1"/>
          </p:cNvSpPr>
          <p:nvPr>
            <p:ph type="title"/>
          </p:nvPr>
        </p:nvSpPr>
        <p:spPr/>
        <p:txBody>
          <a:bodyPr/>
          <a:lstStyle/>
          <a:p>
            <a:r>
              <a:rPr lang="en-US" altLang="zh-CN" dirty="0"/>
              <a:t>9.5.2 </a:t>
            </a:r>
            <a:r>
              <a:rPr lang="zh-CN" altLang="en-US" dirty="0"/>
              <a:t>归并排序的算法</a:t>
            </a:r>
          </a:p>
        </p:txBody>
      </p:sp>
      <p:sp>
        <p:nvSpPr>
          <p:cNvPr id="3" name="内容占位符 2">
            <a:extLst>
              <a:ext uri="{FF2B5EF4-FFF2-40B4-BE49-F238E27FC236}">
                <a16:creationId xmlns:a16="http://schemas.microsoft.com/office/drawing/2014/main" id="{F3D5DD33-CCFE-488F-AA2C-48DEACE357E8}"/>
              </a:ext>
            </a:extLst>
          </p:cNvPr>
          <p:cNvSpPr>
            <a:spLocks noGrp="1"/>
          </p:cNvSpPr>
          <p:nvPr>
            <p:ph idx="1"/>
          </p:nvPr>
        </p:nvSpPr>
        <p:spPr/>
        <p:txBody>
          <a:bodyPr>
            <a:normAutofit fontScale="85000" lnSpcReduction="20000"/>
          </a:bodyPr>
          <a:lstStyle/>
          <a:p>
            <a:pPr marL="0" indent="0">
              <a:buNone/>
            </a:pPr>
            <a:r>
              <a:rPr lang="en-US" altLang="zh-CN" dirty="0"/>
              <a:t>//(</a:t>
            </a:r>
            <a:r>
              <a:rPr lang="zh-CN" altLang="en-US" dirty="0"/>
              <a:t>两路</a:t>
            </a:r>
            <a:r>
              <a:rPr lang="en-US" altLang="zh-CN" dirty="0"/>
              <a:t>)</a:t>
            </a:r>
            <a:r>
              <a:rPr lang="zh-CN" altLang="en-US" dirty="0"/>
              <a:t>归并排序的算法（递归版本）</a:t>
            </a:r>
          </a:p>
          <a:p>
            <a:pPr marL="0" indent="0">
              <a:buNone/>
            </a:pPr>
            <a:r>
              <a:rPr lang="en-US" altLang="zh-CN" dirty="0"/>
              <a:t>template &lt;class T&gt; </a:t>
            </a:r>
          </a:p>
          <a:p>
            <a:pPr marL="0" indent="0">
              <a:buNone/>
            </a:pPr>
            <a:r>
              <a:rPr lang="en-US" altLang="zh-CN" dirty="0"/>
              <a:t>void  </a:t>
            </a:r>
            <a:r>
              <a:rPr lang="en-US" altLang="zh-CN" dirty="0" err="1"/>
              <a:t>mergeSort</a:t>
            </a:r>
            <a:r>
              <a:rPr lang="en-US" altLang="zh-CN" dirty="0"/>
              <a:t> (</a:t>
            </a:r>
            <a:r>
              <a:rPr lang="en-US" altLang="zh-CN" dirty="0" err="1"/>
              <a:t>dataList</a:t>
            </a:r>
            <a:r>
              <a:rPr lang="en-US" altLang="zh-CN" dirty="0"/>
              <a:t>&lt;T&gt;&amp; L , </a:t>
            </a:r>
            <a:r>
              <a:rPr lang="en-US" altLang="zh-CN" dirty="0" err="1"/>
              <a:t>dataList</a:t>
            </a:r>
            <a:r>
              <a:rPr lang="en-US" altLang="zh-CN" dirty="0"/>
              <a:t>&lt;T&gt;&amp; L2 , int left , int right ) {</a:t>
            </a:r>
          </a:p>
          <a:p>
            <a:pPr marL="0" indent="0">
              <a:buNone/>
            </a:pPr>
            <a:r>
              <a:rPr lang="en-US" altLang="zh-CN" dirty="0"/>
              <a:t>    if(left &gt;= right) return;</a:t>
            </a:r>
          </a:p>
          <a:p>
            <a:pPr marL="0" indent="0">
              <a:buNone/>
            </a:pPr>
            <a:r>
              <a:rPr lang="en-US" altLang="zh-CN" dirty="0"/>
              <a:t>    int mid = (left + right) / 2;</a:t>
            </a:r>
          </a:p>
          <a:p>
            <a:pPr marL="0" indent="0">
              <a:buNone/>
            </a:pPr>
            <a:r>
              <a:rPr lang="en-US" altLang="zh-CN" dirty="0"/>
              <a:t>    </a:t>
            </a:r>
            <a:r>
              <a:rPr lang="en-US" altLang="zh-CN" dirty="0" err="1"/>
              <a:t>mergeSort</a:t>
            </a:r>
            <a:r>
              <a:rPr lang="en-US" altLang="zh-CN" dirty="0"/>
              <a:t> ( L , L2 , left , mid );  	</a:t>
            </a:r>
          </a:p>
          <a:p>
            <a:pPr marL="0" indent="0">
              <a:buNone/>
            </a:pPr>
            <a:r>
              <a:rPr lang="en-US" altLang="zh-CN" dirty="0"/>
              <a:t>    </a:t>
            </a:r>
            <a:r>
              <a:rPr lang="en-US" altLang="zh-CN" dirty="0" err="1"/>
              <a:t>mergeSort</a:t>
            </a:r>
            <a:r>
              <a:rPr lang="en-US" altLang="zh-CN" dirty="0"/>
              <a:t> ( L , L2 , mid+1 , right );  </a:t>
            </a:r>
          </a:p>
          <a:p>
            <a:pPr marL="0" indent="0">
              <a:buNone/>
            </a:pPr>
            <a:r>
              <a:rPr lang="en-US" altLang="zh-CN" dirty="0"/>
              <a:t>    merge(L , L2 , left , mid , right);</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8C246C74-EC40-393C-9520-4D6D5231A1C4}"/>
              </a:ext>
            </a:extLst>
          </p:cNvPr>
          <p:cNvSpPr>
            <a:spLocks noGrp="1"/>
          </p:cNvSpPr>
          <p:nvPr>
            <p:ph type="sldNum" sz="quarter" idx="12"/>
          </p:nvPr>
        </p:nvSpPr>
        <p:spPr/>
        <p:txBody>
          <a:bodyPr/>
          <a:lstStyle/>
          <a:p>
            <a:pPr>
              <a:defRPr/>
            </a:pPr>
            <a:fld id="{5F1DCF05-F1E6-414E-BAB4-65AA6A3D43BB}" type="slidenum">
              <a:rPr lang="en-US" altLang="zh-CN" smtClean="0"/>
              <a:pPr>
                <a:defRPr/>
              </a:pPr>
              <a:t>67</a:t>
            </a:fld>
            <a:endParaRPr lang="en-US" altLang="zh-CN"/>
          </a:p>
        </p:txBody>
      </p:sp>
    </p:spTree>
  </p:cSld>
  <p:clrMapOvr>
    <a:masterClrMapping/>
  </p:clrMapOvr>
  <p:transition>
    <p:spli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AFE2790-6B2C-440C-AAC5-85E5C27582E4}"/>
              </a:ext>
            </a:extLst>
          </p:cNvPr>
          <p:cNvSpPr>
            <a:spLocks noGrp="1"/>
          </p:cNvSpPr>
          <p:nvPr>
            <p:ph type="title"/>
          </p:nvPr>
        </p:nvSpPr>
        <p:spPr/>
        <p:txBody>
          <a:bodyPr/>
          <a:lstStyle/>
          <a:p>
            <a:r>
              <a:rPr lang="zh-CN" altLang="en-US" dirty="0"/>
              <a:t>性能分析</a:t>
            </a:r>
          </a:p>
        </p:txBody>
      </p:sp>
      <p:sp>
        <p:nvSpPr>
          <p:cNvPr id="372739" name="Rectangle 3">
            <a:extLst>
              <a:ext uri="{FF2B5EF4-FFF2-40B4-BE49-F238E27FC236}">
                <a16:creationId xmlns:a16="http://schemas.microsoft.com/office/drawing/2014/main" id="{7880A96B-3731-E665-3517-A62D2412255A}"/>
              </a:ext>
            </a:extLst>
          </p:cNvPr>
          <p:cNvSpPr>
            <a:spLocks noGrp="1" noChangeArrowheads="1"/>
          </p:cNvSpPr>
          <p:nvPr>
            <p:ph type="body" idx="1"/>
          </p:nvPr>
        </p:nvSpPr>
        <p:spPr/>
        <p:txBody>
          <a:bodyPr>
            <a:normAutofit fontScale="62500" lnSpcReduction="20000"/>
          </a:bodyPr>
          <a:lstStyle/>
          <a:p>
            <a:pPr>
              <a:lnSpc>
                <a:spcPct val="120000"/>
              </a:lnSpc>
            </a:pPr>
            <a:r>
              <a:rPr lang="zh-CN" altLang="en-US" dirty="0"/>
              <a:t>假设</a:t>
            </a:r>
            <a:r>
              <a:rPr lang="en-US" altLang="zh-CN" dirty="0"/>
              <a:t>n</a:t>
            </a:r>
            <a:r>
              <a:rPr lang="zh-CN" altLang="en-US" dirty="0"/>
              <a:t>个元素的归并排序的时间代价为</a:t>
            </a:r>
            <a:r>
              <a:rPr lang="en-US" altLang="zh-CN" dirty="0"/>
              <a:t>T(n)</a:t>
            </a:r>
            <a:r>
              <a:rPr lang="zh-CN" altLang="en-US" dirty="0"/>
              <a:t>，则有：</a:t>
            </a:r>
          </a:p>
          <a:p>
            <a:pPr lvl="1">
              <a:lnSpc>
                <a:spcPct val="120000"/>
              </a:lnSpc>
            </a:pPr>
            <a:r>
              <a:rPr lang="en-US" altLang="zh-CN" dirty="0"/>
              <a:t>T(n) = </a:t>
            </a:r>
            <a:r>
              <a:rPr lang="en-US" altLang="zh-CN" dirty="0" err="1"/>
              <a:t>cn</a:t>
            </a:r>
            <a:r>
              <a:rPr lang="en-US" altLang="zh-CN" dirty="0"/>
              <a:t> + 2T(n/2)=</a:t>
            </a:r>
            <a:r>
              <a:rPr lang="en-US" altLang="zh-CN" dirty="0" err="1"/>
              <a:t>cn</a:t>
            </a:r>
            <a:r>
              <a:rPr lang="en-US" altLang="zh-CN" dirty="0"/>
              <a:t> + </a:t>
            </a:r>
            <a:r>
              <a:rPr lang="en-US" altLang="zh-CN" dirty="0" err="1"/>
              <a:t>cn</a:t>
            </a:r>
            <a:r>
              <a:rPr lang="en-US" altLang="zh-CN" dirty="0"/>
              <a:t> + 4T(n/4)=…=O(nlog</a:t>
            </a:r>
            <a:r>
              <a:rPr lang="en-US" altLang="zh-CN" baseline="-25000" dirty="0"/>
              <a:t>2</a:t>
            </a:r>
            <a:r>
              <a:rPr lang="en-US" altLang="zh-CN" dirty="0"/>
              <a:t>n)</a:t>
            </a:r>
            <a:endParaRPr lang="zh-CN" altLang="en-US" dirty="0"/>
          </a:p>
          <a:p>
            <a:pPr>
              <a:lnSpc>
                <a:spcPct val="120000"/>
              </a:lnSpc>
            </a:pPr>
            <a:r>
              <a:rPr lang="zh-CN" altLang="en-US" dirty="0"/>
              <a:t>归并排序占用附加存储较多，需要另外一个与原待排序数组同样大小的辅助数组。这是这个算法的缺点。</a:t>
            </a:r>
          </a:p>
          <a:p>
            <a:pPr>
              <a:lnSpc>
                <a:spcPct val="120000"/>
              </a:lnSpc>
            </a:pPr>
            <a:r>
              <a:rPr lang="zh-CN" altLang="en-US" dirty="0"/>
              <a:t>归并排序是一个稳定的排序方法。</a:t>
            </a:r>
          </a:p>
          <a:p>
            <a:pPr>
              <a:lnSpc>
                <a:spcPct val="120000"/>
              </a:lnSpc>
            </a:pPr>
            <a:r>
              <a:rPr lang="en-US" altLang="zh-CN" dirty="0" err="1"/>
              <a:t>R.Sedgewick</a:t>
            </a:r>
            <a:r>
              <a:rPr lang="zh-CN" altLang="en-US" dirty="0"/>
              <a:t>提出了一个改进的两路归并算法。在把元素序列复制到辅助数组的过程中，把第二个有序表的元素顺序逆转，这样两个待归并的表从两端开始处理，向中间归并。两个表的尾端互成监视哨，不必检查哪个子序列先结束，提高程序执行效率（但数量级上没有提高）。（自学）</a:t>
            </a:r>
            <a:endParaRPr lang="en-US" altLang="zh-CN" dirty="0"/>
          </a:p>
        </p:txBody>
      </p:sp>
      <p:sp>
        <p:nvSpPr>
          <p:cNvPr id="2" name="灯片编号占位符 1">
            <a:extLst>
              <a:ext uri="{FF2B5EF4-FFF2-40B4-BE49-F238E27FC236}">
                <a16:creationId xmlns:a16="http://schemas.microsoft.com/office/drawing/2014/main" id="{7F195F4E-ECF4-43B0-F3E2-55B0F1852CB6}"/>
              </a:ext>
            </a:extLst>
          </p:cNvPr>
          <p:cNvSpPr>
            <a:spLocks noGrp="1"/>
          </p:cNvSpPr>
          <p:nvPr>
            <p:ph type="sldNum" sz="quarter" idx="12"/>
          </p:nvPr>
        </p:nvSpPr>
        <p:spPr/>
        <p:txBody>
          <a:bodyPr/>
          <a:lstStyle/>
          <a:p>
            <a:pPr>
              <a:defRPr/>
            </a:pPr>
            <a:fld id="{5F1DCF05-F1E6-414E-BAB4-65AA6A3D43BB}" type="slidenum">
              <a:rPr lang="en-US" altLang="zh-CN" smtClean="0"/>
              <a:pPr>
                <a:defRPr/>
              </a:pPr>
              <a:t>68</a:t>
            </a:fld>
            <a:endParaRPr lang="en-US" altLang="zh-CN"/>
          </a:p>
        </p:txBody>
      </p:sp>
    </p:spTree>
  </p:cSld>
  <p:clrMapOvr>
    <a:masterClrMapping/>
  </p:clrMapOvr>
  <p:transition>
    <p:spli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026">
            <a:extLst>
              <a:ext uri="{FF2B5EF4-FFF2-40B4-BE49-F238E27FC236}">
                <a16:creationId xmlns:a16="http://schemas.microsoft.com/office/drawing/2014/main" id="{FE37DDC3-E080-040B-4DEA-B8957F3E8070}"/>
              </a:ext>
            </a:extLst>
          </p:cNvPr>
          <p:cNvSpPr>
            <a:spLocks noGrp="1" noChangeArrowheads="1"/>
          </p:cNvSpPr>
          <p:nvPr>
            <p:ph type="title"/>
          </p:nvPr>
        </p:nvSpPr>
        <p:spPr>
          <a:xfrm>
            <a:off x="628650" y="365125"/>
            <a:ext cx="8335838" cy="1325563"/>
          </a:xfrm>
        </p:spPr>
        <p:txBody>
          <a:bodyPr/>
          <a:lstStyle/>
          <a:p>
            <a:r>
              <a:rPr lang="en-US" altLang="zh-CN" dirty="0"/>
              <a:t>9.6 </a:t>
            </a:r>
            <a:r>
              <a:rPr lang="zh-CN" altLang="en-US" dirty="0"/>
              <a:t>基于链表的排序算法</a:t>
            </a:r>
          </a:p>
        </p:txBody>
      </p:sp>
      <p:sp>
        <p:nvSpPr>
          <p:cNvPr id="512003" name="Rectangle 1027">
            <a:extLst>
              <a:ext uri="{FF2B5EF4-FFF2-40B4-BE49-F238E27FC236}">
                <a16:creationId xmlns:a16="http://schemas.microsoft.com/office/drawing/2014/main" id="{2D10B4D6-7126-A3B6-15AD-903D47456180}"/>
              </a:ext>
            </a:extLst>
          </p:cNvPr>
          <p:cNvSpPr>
            <a:spLocks noGrp="1" noChangeArrowheads="1"/>
          </p:cNvSpPr>
          <p:nvPr>
            <p:ph type="body" idx="1"/>
          </p:nvPr>
        </p:nvSpPr>
        <p:spPr/>
        <p:txBody>
          <a:bodyPr>
            <a:normAutofit/>
          </a:bodyPr>
          <a:lstStyle/>
          <a:p>
            <a:r>
              <a:rPr lang="zh-CN" altLang="en-US" dirty="0"/>
              <a:t>在每个元素的结点中增加一个链接指针</a:t>
            </a:r>
            <a:r>
              <a:rPr lang="en-US" altLang="zh-CN" dirty="0"/>
              <a:t>link</a:t>
            </a:r>
            <a:r>
              <a:rPr lang="zh-CN" altLang="en-US" dirty="0"/>
              <a:t>。相当于在链表上的排序</a:t>
            </a:r>
            <a:endParaRPr lang="en-US" altLang="zh-CN" dirty="0"/>
          </a:p>
          <a:p>
            <a:pPr lvl="1"/>
            <a:r>
              <a:rPr lang="zh-CN" altLang="en-US" dirty="0"/>
              <a:t>简单插入排序</a:t>
            </a:r>
            <a:endParaRPr lang="en-US" altLang="zh-CN" dirty="0"/>
          </a:p>
          <a:p>
            <a:pPr lvl="1"/>
            <a:r>
              <a:rPr lang="zh-CN" altLang="en-US" dirty="0"/>
              <a:t>归并排序</a:t>
            </a:r>
            <a:endParaRPr lang="en-US" altLang="zh-CN" dirty="0"/>
          </a:p>
          <a:p>
            <a:pPr lvl="1"/>
            <a:r>
              <a:rPr lang="zh-CN" altLang="en-US" dirty="0"/>
              <a:t>重排静态链表使得数组下标顺序与排序顺序一致。 （自学）</a:t>
            </a:r>
          </a:p>
          <a:p>
            <a:pPr marL="0" indent="0">
              <a:buNone/>
            </a:pPr>
            <a:endParaRPr lang="en-US" altLang="zh-CN" dirty="0"/>
          </a:p>
        </p:txBody>
      </p:sp>
      <p:sp>
        <p:nvSpPr>
          <p:cNvPr id="2" name="灯片编号占位符 1">
            <a:extLst>
              <a:ext uri="{FF2B5EF4-FFF2-40B4-BE49-F238E27FC236}">
                <a16:creationId xmlns:a16="http://schemas.microsoft.com/office/drawing/2014/main" id="{B9D65A6E-1ED2-8C3F-88FD-5849D8F6AE0F}"/>
              </a:ext>
            </a:extLst>
          </p:cNvPr>
          <p:cNvSpPr>
            <a:spLocks noGrp="1"/>
          </p:cNvSpPr>
          <p:nvPr>
            <p:ph type="sldNum" sz="quarter" idx="12"/>
          </p:nvPr>
        </p:nvSpPr>
        <p:spPr/>
        <p:txBody>
          <a:bodyPr/>
          <a:lstStyle/>
          <a:p>
            <a:pPr>
              <a:defRPr/>
            </a:pPr>
            <a:fld id="{5F1DCF05-F1E6-414E-BAB4-65AA6A3D43BB}" type="slidenum">
              <a:rPr lang="en-US" altLang="zh-CN" smtClean="0"/>
              <a:pPr>
                <a:defRPr/>
              </a:pPr>
              <a:t>69</a:t>
            </a:fld>
            <a:endParaRPr lang="en-US" altLang="zh-CN"/>
          </a:p>
        </p:txBody>
      </p:sp>
    </p:spTree>
  </p:cSld>
  <p:clrMapOvr>
    <a:masterClrMapping/>
  </p:clrMapOvr>
  <p:transition>
    <p:spli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050">
            <a:extLst>
              <a:ext uri="{FF2B5EF4-FFF2-40B4-BE49-F238E27FC236}">
                <a16:creationId xmlns:a16="http://schemas.microsoft.com/office/drawing/2014/main" id="{5D28B225-4530-1AA4-1544-F394E6316A6D}"/>
              </a:ext>
            </a:extLst>
          </p:cNvPr>
          <p:cNvSpPr>
            <a:spLocks noGrp="1" noChangeArrowheads="1"/>
          </p:cNvSpPr>
          <p:nvPr>
            <p:ph type="title"/>
          </p:nvPr>
        </p:nvSpPr>
        <p:spPr/>
        <p:txBody>
          <a:bodyPr/>
          <a:lstStyle/>
          <a:p>
            <a:r>
              <a:rPr lang="en-US" altLang="zh-CN"/>
              <a:t>9.7 </a:t>
            </a:r>
            <a:r>
              <a:rPr lang="zh-CN" altLang="en-US"/>
              <a:t>分配排序</a:t>
            </a:r>
          </a:p>
        </p:txBody>
      </p:sp>
      <p:sp>
        <p:nvSpPr>
          <p:cNvPr id="103427" name="Rectangle 2051">
            <a:extLst>
              <a:ext uri="{FF2B5EF4-FFF2-40B4-BE49-F238E27FC236}">
                <a16:creationId xmlns:a16="http://schemas.microsoft.com/office/drawing/2014/main" id="{6C5E79A5-4101-077E-A16D-F546BB2A7286}"/>
              </a:ext>
            </a:extLst>
          </p:cNvPr>
          <p:cNvSpPr>
            <a:spLocks noGrp="1" noChangeArrowheads="1"/>
          </p:cNvSpPr>
          <p:nvPr>
            <p:ph type="body" idx="1"/>
          </p:nvPr>
        </p:nvSpPr>
        <p:spPr/>
        <p:txBody>
          <a:bodyPr>
            <a:normAutofit lnSpcReduction="10000"/>
          </a:bodyPr>
          <a:lstStyle/>
          <a:p>
            <a:r>
              <a:rPr lang="zh-CN" altLang="en-US" dirty="0"/>
              <a:t>分配排序采用分配和收集的办法</a:t>
            </a:r>
          </a:p>
          <a:p>
            <a:r>
              <a:rPr lang="en-US" altLang="zh-CN" dirty="0"/>
              <a:t>9.7.1 </a:t>
            </a:r>
            <a:r>
              <a:rPr lang="zh-CN" altLang="en-US" dirty="0"/>
              <a:t>桶式排序</a:t>
            </a:r>
          </a:p>
          <a:p>
            <a:pPr lvl="1"/>
            <a:r>
              <a:rPr lang="zh-CN" altLang="en-US" dirty="0"/>
              <a:t>假设待排序序列在区间中均匀分布</a:t>
            </a:r>
          </a:p>
          <a:p>
            <a:pPr lvl="1"/>
            <a:r>
              <a:rPr lang="zh-CN" altLang="en-US" dirty="0"/>
              <a:t>将区间划分为</a:t>
            </a:r>
            <a:r>
              <a:rPr lang="en-US" altLang="zh-CN" dirty="0"/>
              <a:t>n</a:t>
            </a:r>
            <a:r>
              <a:rPr lang="zh-CN" altLang="en-US" dirty="0"/>
              <a:t>个等长的子区间，每个区间称为一个桶（箱）</a:t>
            </a:r>
          </a:p>
          <a:p>
            <a:pPr lvl="1"/>
            <a:r>
              <a:rPr lang="zh-CN" altLang="en-US" dirty="0"/>
              <a:t>将序列中的元素分配到所属的桶中</a:t>
            </a:r>
          </a:p>
          <a:p>
            <a:pPr lvl="1"/>
            <a:r>
              <a:rPr lang="zh-CN" altLang="en-US" dirty="0"/>
              <a:t>将每个桶内部排好序</a:t>
            </a:r>
          </a:p>
          <a:p>
            <a:pPr lvl="1"/>
            <a:r>
              <a:rPr lang="zh-CN" altLang="en-US" dirty="0"/>
              <a:t>按桶的顺序就得到桶式排序的结果</a:t>
            </a:r>
          </a:p>
          <a:p>
            <a:pPr lvl="1"/>
            <a:r>
              <a:rPr lang="zh-CN" altLang="en-US" dirty="0"/>
              <a:t>时间复杂度可以趋近于</a:t>
            </a:r>
            <a:r>
              <a:rPr lang="en-US" altLang="zh-CN" dirty="0"/>
              <a:t>O(n)</a:t>
            </a:r>
          </a:p>
        </p:txBody>
      </p:sp>
      <p:sp>
        <p:nvSpPr>
          <p:cNvPr id="2" name="灯片编号占位符 1">
            <a:extLst>
              <a:ext uri="{FF2B5EF4-FFF2-40B4-BE49-F238E27FC236}">
                <a16:creationId xmlns:a16="http://schemas.microsoft.com/office/drawing/2014/main" id="{A1FD6478-9EB3-0039-304E-5A439139471F}"/>
              </a:ext>
            </a:extLst>
          </p:cNvPr>
          <p:cNvSpPr>
            <a:spLocks noGrp="1"/>
          </p:cNvSpPr>
          <p:nvPr>
            <p:ph type="sldNum" sz="quarter" idx="12"/>
          </p:nvPr>
        </p:nvSpPr>
        <p:spPr/>
        <p:txBody>
          <a:bodyPr/>
          <a:lstStyle/>
          <a:p>
            <a:pPr>
              <a:defRPr/>
            </a:pPr>
            <a:fld id="{5F1DCF05-F1E6-414E-BAB4-65AA6A3D43BB}" type="slidenum">
              <a:rPr lang="en-US" altLang="zh-CN" smtClean="0"/>
              <a:pPr>
                <a:defRPr/>
              </a:pPr>
              <a:t>70</a:t>
            </a:fld>
            <a:endParaRPr lang="en-US" altLang="zh-CN"/>
          </a:p>
        </p:txBody>
      </p:sp>
    </p:spTree>
  </p:cSld>
  <p:clrMapOvr>
    <a:masterClrMapping/>
  </p:clrMapOvr>
  <p:transition>
    <p:spli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44CFD3E1-AB01-4CB2-6924-F76BA63B6946}"/>
              </a:ext>
            </a:extLst>
          </p:cNvPr>
          <p:cNvSpPr>
            <a:spLocks noGrp="1" noChangeArrowheads="1"/>
          </p:cNvSpPr>
          <p:nvPr>
            <p:ph type="title"/>
          </p:nvPr>
        </p:nvSpPr>
        <p:spPr/>
        <p:txBody>
          <a:bodyPr/>
          <a:lstStyle/>
          <a:p>
            <a:r>
              <a:rPr lang="en-US" altLang="zh-CN" dirty="0"/>
              <a:t>9.7.2 </a:t>
            </a:r>
            <a:r>
              <a:rPr lang="zh-CN" altLang="en-US" dirty="0"/>
              <a:t>基数排序 </a:t>
            </a:r>
            <a:r>
              <a:rPr lang="en-US" altLang="zh-CN" dirty="0"/>
              <a:t>(Radix Sort)</a:t>
            </a:r>
          </a:p>
        </p:txBody>
      </p:sp>
      <p:sp>
        <p:nvSpPr>
          <p:cNvPr id="378883" name="Rectangle 3">
            <a:extLst>
              <a:ext uri="{FF2B5EF4-FFF2-40B4-BE49-F238E27FC236}">
                <a16:creationId xmlns:a16="http://schemas.microsoft.com/office/drawing/2014/main" id="{F646A6CB-2CD0-9635-EC0C-F1D5DAD7ED80}"/>
              </a:ext>
            </a:extLst>
          </p:cNvPr>
          <p:cNvSpPr>
            <a:spLocks noGrp="1" noChangeArrowheads="1"/>
          </p:cNvSpPr>
          <p:nvPr>
            <p:ph type="body" idx="1"/>
          </p:nvPr>
        </p:nvSpPr>
        <p:spPr/>
        <p:txBody>
          <a:bodyPr>
            <a:normAutofit fontScale="85000" lnSpcReduction="20000"/>
          </a:bodyPr>
          <a:lstStyle/>
          <a:p>
            <a:r>
              <a:rPr lang="zh-CN" altLang="en-US" dirty="0"/>
              <a:t>基数排序是采用“分配”与“收集”的办法，用对多排序码进行排序的思想实现对单排序码进行排序的方法。</a:t>
            </a:r>
            <a:endParaRPr lang="en-US" altLang="zh-CN" dirty="0"/>
          </a:p>
          <a:p>
            <a:r>
              <a:rPr lang="zh-CN" altLang="en-US" dirty="0"/>
              <a:t>多排序码排序（以扑克牌排序为例）</a:t>
            </a:r>
            <a:endParaRPr lang="en-US" altLang="zh-CN" dirty="0"/>
          </a:p>
          <a:p>
            <a:pPr lvl="1"/>
            <a:r>
              <a:rPr lang="zh-CN" altLang="en-US" dirty="0"/>
              <a:t>每张扑克牌有两个“排序码”：花色和面值。其有序关系为：</a:t>
            </a:r>
            <a:endParaRPr lang="en-US" altLang="zh-CN" dirty="0"/>
          </a:p>
          <a:p>
            <a:pPr lvl="2"/>
            <a:r>
              <a:rPr lang="zh-CN" altLang="en-US" sz="3200" dirty="0"/>
              <a:t>花色：</a:t>
            </a:r>
            <a:r>
              <a:rPr lang="zh-CN" altLang="en-US" sz="3200" dirty="0">
                <a:sym typeface="Symbol" pitchFamily="18" charset="2"/>
              </a:rPr>
              <a:t></a:t>
            </a:r>
            <a:r>
              <a:rPr lang="zh-CN" altLang="en-US" sz="3200" dirty="0"/>
              <a:t> </a:t>
            </a:r>
            <a:r>
              <a:rPr lang="zh-CN" altLang="en-US" sz="3200" dirty="0">
                <a:sym typeface="Symbol" pitchFamily="18" charset="2"/>
              </a:rPr>
              <a:t></a:t>
            </a:r>
            <a:r>
              <a:rPr lang="zh-CN" altLang="en-US" sz="3200" dirty="0"/>
              <a:t> </a:t>
            </a:r>
            <a:r>
              <a:rPr lang="zh-CN" altLang="en-US" sz="3200" dirty="0">
                <a:sym typeface="Symbol" pitchFamily="18" charset="2"/>
              </a:rPr>
              <a:t></a:t>
            </a:r>
            <a:r>
              <a:rPr lang="zh-CN" altLang="en-US" sz="3200" dirty="0"/>
              <a:t> </a:t>
            </a:r>
            <a:r>
              <a:rPr lang="zh-CN" altLang="en-US" sz="3200" dirty="0">
                <a:sym typeface="Symbol" pitchFamily="18" charset="2"/>
              </a:rPr>
              <a:t></a:t>
            </a:r>
            <a:r>
              <a:rPr lang="zh-CN" altLang="en-US" sz="3200" dirty="0"/>
              <a:t> </a:t>
            </a:r>
            <a:r>
              <a:rPr lang="zh-CN" altLang="en-US" sz="3200" dirty="0">
                <a:sym typeface="Symbol" pitchFamily="18" charset="2"/>
              </a:rPr>
              <a:t></a:t>
            </a:r>
            <a:r>
              <a:rPr lang="zh-CN" altLang="en-US" sz="3200" dirty="0"/>
              <a:t> </a:t>
            </a:r>
            <a:r>
              <a:rPr lang="zh-CN" altLang="en-US" sz="3200" dirty="0">
                <a:sym typeface="Symbol" pitchFamily="18" charset="2"/>
              </a:rPr>
              <a:t></a:t>
            </a:r>
            <a:r>
              <a:rPr lang="zh-CN" altLang="en-US" sz="3200" dirty="0"/>
              <a:t> </a:t>
            </a:r>
            <a:r>
              <a:rPr lang="zh-CN" altLang="en-US" sz="3200" dirty="0">
                <a:sym typeface="Symbol" pitchFamily="18" charset="2"/>
              </a:rPr>
              <a:t></a:t>
            </a:r>
            <a:endParaRPr lang="en-US" altLang="zh-CN" sz="3200" dirty="0">
              <a:sym typeface="Symbol" pitchFamily="18" charset="2"/>
            </a:endParaRPr>
          </a:p>
          <a:p>
            <a:pPr lvl="2"/>
            <a:r>
              <a:rPr lang="zh-CN" altLang="en-US" sz="3200" dirty="0"/>
              <a:t>面值：</a:t>
            </a:r>
            <a:r>
              <a:rPr lang="en-US" altLang="zh-CN" sz="3200" dirty="0"/>
              <a:t>2 &lt; 3 &lt; 4 &lt; 5 &lt; 6 &lt; 7 &lt; 8 &lt; 9 &lt; 10 &lt; J &lt; Q &lt; K &lt; A</a:t>
            </a:r>
          </a:p>
          <a:p>
            <a:pPr lvl="1"/>
            <a:r>
              <a:rPr lang="zh-CN" altLang="en-US" dirty="0"/>
              <a:t>扑克牌按多排序码排序得到的次序如下：</a:t>
            </a:r>
          </a:p>
          <a:p>
            <a:pPr lvl="2"/>
            <a:r>
              <a:rPr lang="zh-CN" altLang="en-US" dirty="0">
                <a:sym typeface="Symbol" pitchFamily="18" charset="2"/>
              </a:rPr>
              <a:t></a:t>
            </a:r>
            <a:r>
              <a:rPr lang="zh-CN" altLang="en-US" dirty="0"/>
              <a:t> </a:t>
            </a:r>
            <a:r>
              <a:rPr lang="en-US" altLang="zh-CN" dirty="0"/>
              <a:t>2</a:t>
            </a:r>
            <a:r>
              <a:rPr lang="zh-CN" altLang="en-US" dirty="0"/>
              <a:t>，</a:t>
            </a:r>
            <a:r>
              <a:rPr lang="en-US" altLang="zh-CN" dirty="0"/>
              <a:t> …</a:t>
            </a:r>
            <a:r>
              <a:rPr lang="zh-CN" altLang="en-US" dirty="0"/>
              <a:t>，</a:t>
            </a:r>
            <a:r>
              <a:rPr lang="en-US" altLang="zh-CN" dirty="0"/>
              <a:t> </a:t>
            </a:r>
            <a:r>
              <a:rPr lang="en-US" altLang="zh-CN" dirty="0">
                <a:sym typeface="Symbol" pitchFamily="18" charset="2"/>
              </a:rPr>
              <a:t></a:t>
            </a:r>
            <a:r>
              <a:rPr lang="en-US" altLang="zh-CN" dirty="0"/>
              <a:t> A</a:t>
            </a:r>
            <a:r>
              <a:rPr lang="zh-CN" altLang="en-US" dirty="0"/>
              <a:t>，</a:t>
            </a:r>
            <a:r>
              <a:rPr lang="en-US" altLang="zh-CN" dirty="0"/>
              <a:t> </a:t>
            </a:r>
            <a:r>
              <a:rPr lang="en-US" altLang="zh-CN" dirty="0">
                <a:sym typeface="Symbol" pitchFamily="18" charset="2"/>
              </a:rPr>
              <a:t></a:t>
            </a:r>
            <a:r>
              <a:rPr lang="en-US" altLang="zh-CN" dirty="0"/>
              <a:t> 2</a:t>
            </a:r>
            <a:r>
              <a:rPr lang="zh-CN" altLang="en-US" dirty="0"/>
              <a:t>，</a:t>
            </a:r>
            <a:r>
              <a:rPr lang="en-US" altLang="zh-CN" dirty="0"/>
              <a:t> …</a:t>
            </a:r>
            <a:r>
              <a:rPr lang="zh-CN" altLang="en-US" dirty="0"/>
              <a:t>，</a:t>
            </a:r>
            <a:r>
              <a:rPr lang="en-US" altLang="zh-CN" dirty="0"/>
              <a:t> </a:t>
            </a:r>
            <a:r>
              <a:rPr lang="en-US" altLang="zh-CN" dirty="0">
                <a:sym typeface="Symbol" pitchFamily="18" charset="2"/>
              </a:rPr>
              <a:t></a:t>
            </a:r>
            <a:r>
              <a:rPr lang="en-US" altLang="zh-CN" dirty="0"/>
              <a:t> A</a:t>
            </a:r>
            <a:r>
              <a:rPr lang="zh-CN" altLang="en-US" dirty="0"/>
              <a:t>，</a:t>
            </a:r>
            <a:r>
              <a:rPr lang="en-US" altLang="zh-CN" dirty="0"/>
              <a:t> </a:t>
            </a:r>
            <a:r>
              <a:rPr lang="en-US" altLang="zh-CN" dirty="0">
                <a:sym typeface="Symbol" pitchFamily="18" charset="2"/>
              </a:rPr>
              <a:t></a:t>
            </a:r>
            <a:r>
              <a:rPr lang="en-US" altLang="zh-CN" dirty="0"/>
              <a:t> 2</a:t>
            </a:r>
            <a:r>
              <a:rPr lang="zh-CN" altLang="en-US" dirty="0"/>
              <a:t>，</a:t>
            </a:r>
            <a:r>
              <a:rPr lang="en-US" altLang="zh-CN" dirty="0"/>
              <a:t> …</a:t>
            </a:r>
            <a:r>
              <a:rPr lang="zh-CN" altLang="en-US" dirty="0"/>
              <a:t>，</a:t>
            </a:r>
            <a:r>
              <a:rPr lang="en-US" altLang="zh-CN" dirty="0"/>
              <a:t> </a:t>
            </a:r>
            <a:r>
              <a:rPr lang="en-US" altLang="zh-CN" dirty="0">
                <a:sym typeface="Symbol" pitchFamily="18" charset="2"/>
              </a:rPr>
              <a:t></a:t>
            </a:r>
            <a:r>
              <a:rPr lang="en-US" altLang="zh-CN" dirty="0"/>
              <a:t> A</a:t>
            </a:r>
            <a:r>
              <a:rPr lang="zh-CN" altLang="en-US" dirty="0"/>
              <a:t>，</a:t>
            </a:r>
            <a:r>
              <a:rPr lang="en-US" altLang="zh-CN" dirty="0"/>
              <a:t> </a:t>
            </a:r>
            <a:r>
              <a:rPr lang="en-US" altLang="zh-CN" dirty="0">
                <a:sym typeface="Symbol" pitchFamily="18" charset="2"/>
              </a:rPr>
              <a:t></a:t>
            </a:r>
            <a:r>
              <a:rPr lang="en-US" altLang="zh-CN" dirty="0"/>
              <a:t> 2</a:t>
            </a:r>
            <a:r>
              <a:rPr lang="zh-CN" altLang="en-US" dirty="0"/>
              <a:t>，</a:t>
            </a:r>
            <a:r>
              <a:rPr lang="en-US" altLang="zh-CN" dirty="0"/>
              <a:t> …</a:t>
            </a:r>
            <a:r>
              <a:rPr lang="zh-CN" altLang="en-US" dirty="0"/>
              <a:t>，</a:t>
            </a:r>
            <a:r>
              <a:rPr lang="en-US" altLang="zh-CN" dirty="0"/>
              <a:t> </a:t>
            </a:r>
            <a:r>
              <a:rPr lang="en-US" altLang="zh-CN" dirty="0">
                <a:sym typeface="Symbol" pitchFamily="18" charset="2"/>
              </a:rPr>
              <a:t></a:t>
            </a:r>
            <a:r>
              <a:rPr lang="en-US" altLang="zh-CN" dirty="0"/>
              <a:t> A</a:t>
            </a:r>
          </a:p>
          <a:p>
            <a:pPr lvl="1"/>
            <a:endParaRPr lang="en-US" altLang="zh-CN" sz="3600" dirty="0"/>
          </a:p>
          <a:p>
            <a:endParaRPr lang="zh-CN" altLang="en-US" dirty="0"/>
          </a:p>
        </p:txBody>
      </p:sp>
      <p:sp>
        <p:nvSpPr>
          <p:cNvPr id="2" name="灯片编号占位符 1">
            <a:extLst>
              <a:ext uri="{FF2B5EF4-FFF2-40B4-BE49-F238E27FC236}">
                <a16:creationId xmlns:a16="http://schemas.microsoft.com/office/drawing/2014/main" id="{19D36A3A-8DB9-7528-4748-1B4F20C25747}"/>
              </a:ext>
            </a:extLst>
          </p:cNvPr>
          <p:cNvSpPr>
            <a:spLocks noGrp="1"/>
          </p:cNvSpPr>
          <p:nvPr>
            <p:ph type="sldNum" sz="quarter" idx="12"/>
          </p:nvPr>
        </p:nvSpPr>
        <p:spPr/>
        <p:txBody>
          <a:bodyPr/>
          <a:lstStyle/>
          <a:p>
            <a:pPr>
              <a:defRPr/>
            </a:pPr>
            <a:fld id="{5F1DCF05-F1E6-414E-BAB4-65AA6A3D43BB}" type="slidenum">
              <a:rPr lang="en-US" altLang="zh-CN" smtClean="0"/>
              <a:pPr>
                <a:defRPr/>
              </a:pPr>
              <a:t>71</a:t>
            </a:fld>
            <a:endParaRPr lang="en-US" altLang="zh-CN"/>
          </a:p>
        </p:txBody>
      </p:sp>
    </p:spTree>
  </p:cSld>
  <p:clrMapOvr>
    <a:masterClrMapping/>
  </p:clrMapOvr>
  <p:transition>
    <p:spli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1" name="Rectangle 1027">
            <a:extLst>
              <a:ext uri="{FF2B5EF4-FFF2-40B4-BE49-F238E27FC236}">
                <a16:creationId xmlns:a16="http://schemas.microsoft.com/office/drawing/2014/main" id="{CC186473-07B4-E7F1-2372-603106AED700}"/>
              </a:ext>
            </a:extLst>
          </p:cNvPr>
          <p:cNvSpPr>
            <a:spLocks noGrp="1" noChangeArrowheads="1"/>
          </p:cNvSpPr>
          <p:nvPr>
            <p:ph type="body" idx="1"/>
          </p:nvPr>
        </p:nvSpPr>
        <p:spPr>
          <a:xfrm>
            <a:off x="628650" y="692696"/>
            <a:ext cx="7886700" cy="5484267"/>
          </a:xfrm>
        </p:spPr>
        <p:txBody>
          <a:bodyPr>
            <a:normAutofit fontScale="77500" lnSpcReduction="20000"/>
          </a:bodyPr>
          <a:lstStyle/>
          <a:p>
            <a:pPr>
              <a:lnSpc>
                <a:spcPct val="120000"/>
              </a:lnSpc>
            </a:pPr>
            <a:r>
              <a:rPr lang="zh-CN" altLang="en-US" dirty="0"/>
              <a:t>综合多个排序码进行的排序就是多排序码排序。排序后形成的有序序列称为词典有序序列。</a:t>
            </a:r>
            <a:endParaRPr lang="en-US" altLang="zh-CN" dirty="0"/>
          </a:p>
          <a:p>
            <a:pPr>
              <a:lnSpc>
                <a:spcPct val="120000"/>
              </a:lnSpc>
            </a:pPr>
            <a:r>
              <a:rPr lang="zh-CN" altLang="en-US" dirty="0"/>
              <a:t>一般情况下，假定有一个序列 </a:t>
            </a:r>
            <a:r>
              <a:rPr lang="en-US" altLang="zh-CN" dirty="0"/>
              <a:t>{V</a:t>
            </a:r>
            <a:r>
              <a:rPr lang="en-US" altLang="zh-CN" baseline="-25000" dirty="0"/>
              <a:t>0</a:t>
            </a:r>
            <a:r>
              <a:rPr lang="en-US" altLang="zh-CN" dirty="0"/>
              <a:t>, V</a:t>
            </a:r>
            <a:r>
              <a:rPr lang="en-US" altLang="zh-CN" baseline="-25000" dirty="0"/>
              <a:t>1</a:t>
            </a:r>
            <a:r>
              <a:rPr lang="en-US" altLang="zh-CN" dirty="0"/>
              <a:t>, …, V</a:t>
            </a:r>
            <a:r>
              <a:rPr lang="en-US" altLang="zh-CN" baseline="-25000" dirty="0"/>
              <a:t>n-1</a:t>
            </a:r>
            <a:r>
              <a:rPr lang="en-US" altLang="zh-CN" dirty="0"/>
              <a:t> }</a:t>
            </a:r>
            <a:r>
              <a:rPr lang="zh-CN" altLang="en-US" dirty="0"/>
              <a:t>，其中每个元素</a:t>
            </a:r>
            <a:r>
              <a:rPr lang="en-US" altLang="zh-CN" dirty="0"/>
              <a:t>V</a:t>
            </a:r>
            <a:r>
              <a:rPr lang="en-US" altLang="zh-CN" baseline="-25000" dirty="0"/>
              <a:t>i</a:t>
            </a:r>
            <a:r>
              <a:rPr lang="en-US" altLang="zh-CN" dirty="0"/>
              <a:t> </a:t>
            </a:r>
            <a:r>
              <a:rPr lang="zh-CN" altLang="en-US" dirty="0"/>
              <a:t>中含有 </a:t>
            </a:r>
            <a:r>
              <a:rPr lang="en-US" altLang="zh-CN" dirty="0"/>
              <a:t>d </a:t>
            </a:r>
            <a:r>
              <a:rPr lang="zh-CN" altLang="en-US" dirty="0"/>
              <a:t>个排序码。</a:t>
            </a:r>
          </a:p>
          <a:p>
            <a:pPr>
              <a:lnSpc>
                <a:spcPct val="120000"/>
              </a:lnSpc>
            </a:pPr>
            <a:r>
              <a:rPr lang="zh-CN" altLang="en-US" dirty="0"/>
              <a:t>如果对于序列中任意两个元素</a:t>
            </a:r>
            <a:r>
              <a:rPr lang="en-US" altLang="zh-CN" dirty="0"/>
              <a:t>V</a:t>
            </a:r>
            <a:r>
              <a:rPr lang="en-US" altLang="zh-CN" baseline="-25000" dirty="0"/>
              <a:t>i</a:t>
            </a:r>
            <a:r>
              <a:rPr lang="en-US" altLang="zh-CN" dirty="0"/>
              <a:t> </a:t>
            </a:r>
            <a:r>
              <a:rPr lang="zh-CN" altLang="en-US" dirty="0"/>
              <a:t>和</a:t>
            </a:r>
            <a:r>
              <a:rPr lang="en-US" altLang="zh-CN" dirty="0" err="1"/>
              <a:t>V</a:t>
            </a:r>
            <a:r>
              <a:rPr lang="en-US" altLang="zh-CN" baseline="-25000" dirty="0" err="1"/>
              <a:t>j</a:t>
            </a:r>
            <a:r>
              <a:rPr lang="en-US" altLang="zh-CN" dirty="0"/>
              <a:t>  (0 </a:t>
            </a:r>
            <a:r>
              <a:rPr lang="en-US" altLang="zh-CN" dirty="0">
                <a:sym typeface="Symbol" pitchFamily="18" charset="2"/>
              </a:rPr>
              <a:t> </a:t>
            </a:r>
            <a:r>
              <a:rPr lang="en-US" altLang="zh-CN" dirty="0" err="1"/>
              <a:t>i</a:t>
            </a:r>
            <a:r>
              <a:rPr lang="en-US" altLang="zh-CN" dirty="0"/>
              <a:t> &lt; j </a:t>
            </a:r>
            <a:r>
              <a:rPr lang="en-US" altLang="en-US" dirty="0">
                <a:sym typeface="Symbol" pitchFamily="18" charset="2"/>
              </a:rPr>
              <a:t>≤</a:t>
            </a:r>
            <a:r>
              <a:rPr lang="en-US" altLang="zh-CN" dirty="0"/>
              <a:t> n-1 ) </a:t>
            </a:r>
            <a:r>
              <a:rPr lang="zh-CN" altLang="en-US" dirty="0"/>
              <a:t>都满足：</a:t>
            </a:r>
          </a:p>
          <a:p>
            <a:pPr>
              <a:lnSpc>
                <a:spcPct val="120000"/>
              </a:lnSpc>
            </a:pPr>
            <a:endParaRPr lang="zh-CN" altLang="en-US" dirty="0"/>
          </a:p>
          <a:p>
            <a:pPr>
              <a:lnSpc>
                <a:spcPct val="120000"/>
              </a:lnSpc>
            </a:pPr>
            <a:r>
              <a:rPr lang="zh-CN" altLang="en-US" dirty="0"/>
              <a:t>则称序列对排序码 </a:t>
            </a:r>
            <a:r>
              <a:rPr lang="en-US" altLang="zh-CN" dirty="0"/>
              <a:t>(K</a:t>
            </a:r>
            <a:r>
              <a:rPr lang="en-US" altLang="zh-CN" baseline="30000" dirty="0"/>
              <a:t>1</a:t>
            </a:r>
            <a:r>
              <a:rPr lang="en-US" altLang="zh-CN" dirty="0"/>
              <a:t>, K</a:t>
            </a:r>
            <a:r>
              <a:rPr lang="en-US" altLang="zh-CN" baseline="30000" dirty="0"/>
              <a:t>2</a:t>
            </a:r>
            <a:r>
              <a:rPr lang="en-US" altLang="zh-CN" dirty="0"/>
              <a:t>, …, </a:t>
            </a:r>
            <a:r>
              <a:rPr lang="en-US" altLang="zh-CN" dirty="0" err="1"/>
              <a:t>K</a:t>
            </a:r>
            <a:r>
              <a:rPr lang="en-US" altLang="zh-CN" baseline="30000" dirty="0" err="1"/>
              <a:t>d</a:t>
            </a:r>
            <a:r>
              <a:rPr lang="en-US" altLang="zh-CN" dirty="0"/>
              <a:t>) </a:t>
            </a:r>
            <a:r>
              <a:rPr lang="zh-CN" altLang="en-US" dirty="0"/>
              <a:t>有序。其中，</a:t>
            </a:r>
            <a:r>
              <a:rPr lang="en-US" altLang="zh-CN" dirty="0"/>
              <a:t>K</a:t>
            </a:r>
            <a:r>
              <a:rPr lang="en-US" altLang="zh-CN" baseline="30000" dirty="0"/>
              <a:t>1</a:t>
            </a:r>
            <a:r>
              <a:rPr lang="en-US" altLang="zh-CN" dirty="0"/>
              <a:t> </a:t>
            </a:r>
            <a:r>
              <a:rPr lang="zh-CN" altLang="en-US" dirty="0"/>
              <a:t>称为最高位排序码，</a:t>
            </a:r>
            <a:r>
              <a:rPr lang="en-US" altLang="zh-CN" dirty="0" err="1"/>
              <a:t>K</a:t>
            </a:r>
            <a:r>
              <a:rPr lang="en-US" altLang="zh-CN" baseline="30000" dirty="0" err="1"/>
              <a:t>d</a:t>
            </a:r>
            <a:r>
              <a:rPr lang="en-US" altLang="zh-CN" dirty="0"/>
              <a:t> </a:t>
            </a:r>
            <a:r>
              <a:rPr lang="zh-CN" altLang="en-US" dirty="0"/>
              <a:t>称为最低位排序码。</a:t>
            </a:r>
          </a:p>
        </p:txBody>
      </p:sp>
      <p:graphicFrame>
        <p:nvGraphicFramePr>
          <p:cNvPr id="106499" name="Object 1029">
            <a:extLst>
              <a:ext uri="{FF2B5EF4-FFF2-40B4-BE49-F238E27FC236}">
                <a16:creationId xmlns:a16="http://schemas.microsoft.com/office/drawing/2014/main" id="{B6C5A55C-809C-040A-F389-1898B451738D}"/>
              </a:ext>
            </a:extLst>
          </p:cNvPr>
          <p:cNvGraphicFramePr>
            <a:graphicFrameLocks noChangeAspect="1"/>
          </p:cNvGraphicFramePr>
          <p:nvPr>
            <p:extLst>
              <p:ext uri="{D42A27DB-BD31-4B8C-83A1-F6EECF244321}">
                <p14:modId xmlns:p14="http://schemas.microsoft.com/office/powerpoint/2010/main" val="764814358"/>
              </p:ext>
            </p:extLst>
          </p:nvPr>
        </p:nvGraphicFramePr>
        <p:xfrm>
          <a:off x="1835696" y="3501008"/>
          <a:ext cx="5942013" cy="685800"/>
        </p:xfrm>
        <a:graphic>
          <a:graphicData uri="http://schemas.openxmlformats.org/presentationml/2006/ole">
            <mc:AlternateContent xmlns:mc="http://schemas.openxmlformats.org/markup-compatibility/2006">
              <mc:Choice xmlns:v="urn:schemas-microsoft-com:vml" Requires="v">
                <p:oleObj name="公式" r:id="rId2" imgW="2501900" imgH="254000" progId="Equation.3">
                  <p:embed/>
                </p:oleObj>
              </mc:Choice>
              <mc:Fallback>
                <p:oleObj name="公式" r:id="rId2" imgW="2501900" imgH="254000" progId="Equation.3">
                  <p:embed/>
                  <p:pic>
                    <p:nvPicPr>
                      <p:cNvPr id="0" name="Object 10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3501008"/>
                        <a:ext cx="5942013"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1D51D800-4A06-7C8F-6B53-6C997F79DADF}"/>
              </a:ext>
            </a:extLst>
          </p:cNvPr>
          <p:cNvSpPr>
            <a:spLocks noGrp="1"/>
          </p:cNvSpPr>
          <p:nvPr>
            <p:ph type="sldNum" sz="quarter" idx="12"/>
          </p:nvPr>
        </p:nvSpPr>
        <p:spPr/>
        <p:txBody>
          <a:bodyPr/>
          <a:lstStyle/>
          <a:p>
            <a:pPr>
              <a:defRPr/>
            </a:pPr>
            <a:fld id="{5F1DCF05-F1E6-414E-BAB4-65AA6A3D43BB}" type="slidenum">
              <a:rPr lang="en-US" altLang="zh-CN" smtClean="0"/>
              <a:pPr>
                <a:defRPr/>
              </a:pPr>
              <a:t>72</a:t>
            </a:fld>
            <a:endParaRPr lang="en-US" altLang="zh-CN"/>
          </a:p>
        </p:txBody>
      </p:sp>
    </p:spTree>
  </p:cSld>
  <p:clrMapOvr>
    <a:masterClrMapping/>
  </p:clrMapOvr>
  <p:transition>
    <p:spli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CCDEE2F-11DF-42EB-B960-CAC1EC08AADE}"/>
              </a:ext>
            </a:extLst>
          </p:cNvPr>
          <p:cNvSpPr>
            <a:spLocks noGrp="1"/>
          </p:cNvSpPr>
          <p:nvPr>
            <p:ph type="title"/>
          </p:nvPr>
        </p:nvSpPr>
        <p:spPr/>
        <p:txBody>
          <a:bodyPr/>
          <a:lstStyle/>
          <a:p>
            <a:r>
              <a:rPr lang="zh-CN" altLang="en-US" dirty="0"/>
              <a:t>两种多排序码排序</a:t>
            </a:r>
          </a:p>
        </p:txBody>
      </p:sp>
      <p:sp>
        <p:nvSpPr>
          <p:cNvPr id="380930" name="Rectangle 2">
            <a:extLst>
              <a:ext uri="{FF2B5EF4-FFF2-40B4-BE49-F238E27FC236}">
                <a16:creationId xmlns:a16="http://schemas.microsoft.com/office/drawing/2014/main" id="{709AE68A-B8A3-B69B-F34A-0211DE5D5EAB}"/>
              </a:ext>
            </a:extLst>
          </p:cNvPr>
          <p:cNvSpPr>
            <a:spLocks noGrp="1" noChangeArrowheads="1"/>
          </p:cNvSpPr>
          <p:nvPr>
            <p:ph type="body" idx="1"/>
          </p:nvPr>
        </p:nvSpPr>
        <p:spPr/>
        <p:txBody>
          <a:bodyPr>
            <a:normAutofit/>
          </a:bodyPr>
          <a:lstStyle/>
          <a:p>
            <a:pPr>
              <a:lnSpc>
                <a:spcPct val="120000"/>
              </a:lnSpc>
            </a:pPr>
            <a:r>
              <a:rPr lang="zh-CN" altLang="en-US" dirty="0"/>
              <a:t>实现多排序码排序有两种常用的方法</a:t>
            </a:r>
            <a:endParaRPr lang="en-US" altLang="zh-CN" dirty="0"/>
          </a:p>
          <a:p>
            <a:pPr lvl="1">
              <a:lnSpc>
                <a:spcPct val="120000"/>
              </a:lnSpc>
            </a:pPr>
            <a:r>
              <a:rPr lang="zh-CN" altLang="en-US" dirty="0"/>
              <a:t>最高位优先</a:t>
            </a:r>
            <a:r>
              <a:rPr lang="en-US" altLang="zh-CN" dirty="0"/>
              <a:t>MSD ( Most Significant Digit first )</a:t>
            </a:r>
            <a:r>
              <a:rPr lang="zh-CN" altLang="en-US" dirty="0"/>
              <a:t>。</a:t>
            </a:r>
          </a:p>
          <a:p>
            <a:pPr lvl="1">
              <a:lnSpc>
                <a:spcPct val="120000"/>
              </a:lnSpc>
            </a:pPr>
            <a:r>
              <a:rPr lang="zh-CN" altLang="en-US" dirty="0"/>
              <a:t>最低位优先</a:t>
            </a:r>
            <a:r>
              <a:rPr lang="en-US" altLang="zh-CN" dirty="0"/>
              <a:t>LSD ( Least Significant Digit first)</a:t>
            </a:r>
            <a:r>
              <a:rPr lang="zh-CN" altLang="en-US" dirty="0"/>
              <a:t>。</a:t>
            </a:r>
          </a:p>
        </p:txBody>
      </p:sp>
      <p:sp>
        <p:nvSpPr>
          <p:cNvPr id="2" name="灯片编号占位符 1">
            <a:extLst>
              <a:ext uri="{FF2B5EF4-FFF2-40B4-BE49-F238E27FC236}">
                <a16:creationId xmlns:a16="http://schemas.microsoft.com/office/drawing/2014/main" id="{BDA1178F-210B-D903-FB43-F2FAFD0F4A70}"/>
              </a:ext>
            </a:extLst>
          </p:cNvPr>
          <p:cNvSpPr>
            <a:spLocks noGrp="1"/>
          </p:cNvSpPr>
          <p:nvPr>
            <p:ph type="sldNum" sz="quarter" idx="12"/>
          </p:nvPr>
        </p:nvSpPr>
        <p:spPr/>
        <p:txBody>
          <a:bodyPr/>
          <a:lstStyle/>
          <a:p>
            <a:pPr>
              <a:defRPr/>
            </a:pPr>
            <a:fld id="{5F1DCF05-F1E6-414E-BAB4-65AA6A3D43BB}" type="slidenum">
              <a:rPr lang="en-US" altLang="zh-CN" smtClean="0"/>
              <a:pPr>
                <a:defRPr/>
              </a:pPr>
              <a:t>73</a:t>
            </a:fld>
            <a:endParaRPr lang="en-US" altLang="zh-CN"/>
          </a:p>
        </p:txBody>
      </p:sp>
    </p:spTree>
  </p:cSld>
  <p:clrMapOvr>
    <a:masterClrMapping/>
  </p:clrMapOvr>
  <p:transition>
    <p:spli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42C17F-C348-C5C0-0F4F-8AD3C31BCA63}"/>
              </a:ext>
            </a:extLst>
          </p:cNvPr>
          <p:cNvSpPr>
            <a:spLocks noGrp="1"/>
          </p:cNvSpPr>
          <p:nvPr>
            <p:ph type="title"/>
          </p:nvPr>
        </p:nvSpPr>
        <p:spPr/>
        <p:txBody>
          <a:bodyPr/>
          <a:lstStyle/>
          <a:p>
            <a:r>
              <a:rPr lang="zh-CN" altLang="en-US" dirty="0"/>
              <a:t>最高位优先法</a:t>
            </a:r>
          </a:p>
        </p:txBody>
      </p:sp>
      <p:sp>
        <p:nvSpPr>
          <p:cNvPr id="3" name="内容占位符 2">
            <a:extLst>
              <a:ext uri="{FF2B5EF4-FFF2-40B4-BE49-F238E27FC236}">
                <a16:creationId xmlns:a16="http://schemas.microsoft.com/office/drawing/2014/main" id="{59AE1B92-144D-9357-346F-48FDC70087D7}"/>
              </a:ext>
            </a:extLst>
          </p:cNvPr>
          <p:cNvSpPr>
            <a:spLocks noGrp="1"/>
          </p:cNvSpPr>
          <p:nvPr>
            <p:ph idx="1"/>
          </p:nvPr>
        </p:nvSpPr>
        <p:spPr/>
        <p:txBody>
          <a:bodyPr>
            <a:normAutofit fontScale="85000" lnSpcReduction="20000"/>
          </a:bodyPr>
          <a:lstStyle/>
          <a:p>
            <a:pPr>
              <a:lnSpc>
                <a:spcPct val="120000"/>
              </a:lnSpc>
            </a:pPr>
            <a:r>
              <a:rPr lang="zh-CN" altLang="en-US" dirty="0"/>
              <a:t>最高位优先法通常是一个递归的过程（具体代码见教材）：</a:t>
            </a:r>
          </a:p>
          <a:p>
            <a:pPr lvl="1">
              <a:lnSpc>
                <a:spcPct val="120000"/>
              </a:lnSpc>
            </a:pPr>
            <a:r>
              <a:rPr lang="zh-CN" altLang="en-US" dirty="0"/>
              <a:t>先根据最高位排序码 </a:t>
            </a:r>
            <a:r>
              <a:rPr lang="en-US" altLang="zh-CN" dirty="0"/>
              <a:t>K</a:t>
            </a:r>
            <a:r>
              <a:rPr lang="en-US" altLang="zh-CN" baseline="30000" dirty="0"/>
              <a:t>1</a:t>
            </a:r>
            <a:r>
              <a:rPr lang="zh-CN" altLang="en-US" dirty="0"/>
              <a:t>排序，得到若干元素组，同组中各元素都有相同排序码</a:t>
            </a:r>
            <a:r>
              <a:rPr lang="en-US" altLang="zh-CN" dirty="0"/>
              <a:t>K</a:t>
            </a:r>
            <a:r>
              <a:rPr lang="en-US" altLang="zh-CN" baseline="30000" dirty="0"/>
              <a:t>1</a:t>
            </a:r>
            <a:r>
              <a:rPr lang="zh-CN" altLang="en-US" dirty="0"/>
              <a:t>。</a:t>
            </a:r>
          </a:p>
          <a:p>
            <a:pPr lvl="1">
              <a:lnSpc>
                <a:spcPct val="120000"/>
              </a:lnSpc>
            </a:pPr>
            <a:r>
              <a:rPr lang="zh-CN" altLang="en-US" dirty="0"/>
              <a:t>再分别对每组中元素根据排序码 </a:t>
            </a:r>
            <a:r>
              <a:rPr lang="en-US" altLang="zh-CN" dirty="0"/>
              <a:t>K</a:t>
            </a:r>
            <a:r>
              <a:rPr lang="en-US" altLang="zh-CN" baseline="30000" dirty="0"/>
              <a:t>2</a:t>
            </a:r>
            <a:r>
              <a:rPr lang="en-US" altLang="zh-CN" dirty="0"/>
              <a:t> </a:t>
            </a:r>
            <a:r>
              <a:rPr lang="zh-CN" altLang="en-US" dirty="0"/>
              <a:t>进行排序，按 </a:t>
            </a:r>
            <a:r>
              <a:rPr lang="en-US" altLang="zh-CN" dirty="0"/>
              <a:t>K</a:t>
            </a:r>
            <a:r>
              <a:rPr lang="en-US" altLang="zh-CN" baseline="30000" dirty="0"/>
              <a:t>2</a:t>
            </a:r>
            <a:r>
              <a:rPr lang="en-US" altLang="zh-CN" dirty="0"/>
              <a:t> </a:t>
            </a:r>
            <a:r>
              <a:rPr lang="zh-CN" altLang="en-US" dirty="0"/>
              <a:t>值的不同，再分成若干个更小的子组，每个子组中的元素具有相同的 </a:t>
            </a:r>
            <a:r>
              <a:rPr lang="en-US" altLang="zh-CN" dirty="0"/>
              <a:t>K</a:t>
            </a:r>
            <a:r>
              <a:rPr lang="en-US" altLang="zh-CN" baseline="30000" dirty="0"/>
              <a:t>1</a:t>
            </a:r>
            <a:r>
              <a:rPr lang="zh-CN" altLang="en-US" dirty="0"/>
              <a:t>和 </a:t>
            </a:r>
            <a:r>
              <a:rPr lang="en-US" altLang="zh-CN" dirty="0"/>
              <a:t>K</a:t>
            </a:r>
            <a:r>
              <a:rPr lang="en-US" altLang="zh-CN" baseline="30000" dirty="0"/>
              <a:t>2</a:t>
            </a:r>
            <a:r>
              <a:rPr lang="zh-CN" altLang="en-US" dirty="0"/>
              <a:t>值。</a:t>
            </a:r>
            <a:endParaRPr lang="en-US" altLang="zh-CN" dirty="0"/>
          </a:p>
          <a:p>
            <a:pPr lvl="1"/>
            <a:r>
              <a:rPr lang="zh-CN" altLang="en-US" dirty="0"/>
              <a:t>依此重复，直到对排序码</a:t>
            </a:r>
            <a:r>
              <a:rPr lang="en-US" altLang="zh-CN" dirty="0" err="1"/>
              <a:t>K</a:t>
            </a:r>
            <a:r>
              <a:rPr lang="en-US" altLang="zh-CN" baseline="30000" dirty="0" err="1"/>
              <a:t>d</a:t>
            </a:r>
            <a:r>
              <a:rPr lang="zh-CN" altLang="en-US" dirty="0"/>
              <a:t>完成排序为止。</a:t>
            </a:r>
          </a:p>
          <a:p>
            <a:pPr lvl="1"/>
            <a:r>
              <a:rPr lang="zh-CN" altLang="en-US" dirty="0"/>
              <a:t>最后，把所有子组中的元素依次收集起来，就得到一个有序的元素序列。</a:t>
            </a:r>
          </a:p>
          <a:p>
            <a:endParaRPr lang="zh-CN" altLang="en-US" dirty="0"/>
          </a:p>
        </p:txBody>
      </p:sp>
      <p:sp>
        <p:nvSpPr>
          <p:cNvPr id="4" name="灯片编号占位符 3">
            <a:extLst>
              <a:ext uri="{FF2B5EF4-FFF2-40B4-BE49-F238E27FC236}">
                <a16:creationId xmlns:a16="http://schemas.microsoft.com/office/drawing/2014/main" id="{2E172ED0-94D8-1316-2D46-4702E89C2578}"/>
              </a:ext>
            </a:extLst>
          </p:cNvPr>
          <p:cNvSpPr>
            <a:spLocks noGrp="1"/>
          </p:cNvSpPr>
          <p:nvPr>
            <p:ph type="sldNum" sz="quarter" idx="12"/>
          </p:nvPr>
        </p:nvSpPr>
        <p:spPr/>
        <p:txBody>
          <a:bodyPr/>
          <a:lstStyle/>
          <a:p>
            <a:pPr>
              <a:defRPr/>
            </a:pPr>
            <a:fld id="{5F1DCF05-F1E6-414E-BAB4-65AA6A3D43BB}" type="slidenum">
              <a:rPr lang="en-US" altLang="zh-CN" smtClean="0"/>
              <a:pPr>
                <a:defRPr/>
              </a:pPr>
              <a:t>74</a:t>
            </a:fld>
            <a:endParaRPr lang="en-US" altLang="zh-CN"/>
          </a:p>
        </p:txBody>
      </p:sp>
    </p:spTree>
    <p:extLst>
      <p:ext uri="{BB962C8B-B14F-4D97-AF65-F5344CB8AC3E}">
        <p14:creationId xmlns:p14="http://schemas.microsoft.com/office/powerpoint/2010/main" val="2472798937"/>
      </p:ext>
    </p:extLst>
  </p:cSld>
  <p:clrMapOvr>
    <a:masterClrMapping/>
  </p:clrMapOvr>
  <p:transition>
    <p:spli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3C6FA66-B6FF-4DCF-BC52-5368EF7E4FF1}"/>
              </a:ext>
            </a:extLst>
          </p:cNvPr>
          <p:cNvSpPr>
            <a:spLocks noGrp="1"/>
          </p:cNvSpPr>
          <p:nvPr>
            <p:ph type="title"/>
          </p:nvPr>
        </p:nvSpPr>
        <p:spPr/>
        <p:txBody>
          <a:bodyPr/>
          <a:lstStyle/>
          <a:p>
            <a:r>
              <a:rPr lang="zh-CN" altLang="en-US" dirty="0"/>
              <a:t>最低位优先法</a:t>
            </a:r>
          </a:p>
        </p:txBody>
      </p:sp>
      <p:sp>
        <p:nvSpPr>
          <p:cNvPr id="381954" name="Rectangle 2">
            <a:extLst>
              <a:ext uri="{FF2B5EF4-FFF2-40B4-BE49-F238E27FC236}">
                <a16:creationId xmlns:a16="http://schemas.microsoft.com/office/drawing/2014/main" id="{936DE085-CEB1-A9CA-E1F1-0B2DFA4A7E96}"/>
              </a:ext>
            </a:extLst>
          </p:cNvPr>
          <p:cNvSpPr>
            <a:spLocks noGrp="1" noChangeArrowheads="1"/>
          </p:cNvSpPr>
          <p:nvPr>
            <p:ph type="body" idx="1"/>
          </p:nvPr>
        </p:nvSpPr>
        <p:spPr/>
        <p:txBody>
          <a:bodyPr>
            <a:normAutofit fontScale="92500" lnSpcReduction="10000"/>
          </a:bodyPr>
          <a:lstStyle/>
          <a:p>
            <a:pPr>
              <a:lnSpc>
                <a:spcPct val="110000"/>
              </a:lnSpc>
            </a:pPr>
            <a:r>
              <a:rPr lang="zh-CN" altLang="en-US" dirty="0"/>
              <a:t>最低位优先法首先依据最低位排序码</a:t>
            </a:r>
            <a:r>
              <a:rPr lang="en-US" altLang="zh-CN" dirty="0" err="1"/>
              <a:t>K</a:t>
            </a:r>
            <a:r>
              <a:rPr lang="en-US" altLang="zh-CN" baseline="30000" dirty="0" err="1"/>
              <a:t>d</a:t>
            </a:r>
            <a:r>
              <a:rPr lang="zh-CN" altLang="en-US" dirty="0"/>
              <a:t>对所有元素进行一趟排序，再依据次低位排序码</a:t>
            </a:r>
            <a:r>
              <a:rPr lang="en-US" altLang="zh-CN" dirty="0"/>
              <a:t>K</a:t>
            </a:r>
            <a:r>
              <a:rPr lang="en-US" altLang="zh-CN" baseline="30000" dirty="0"/>
              <a:t>d-1</a:t>
            </a:r>
            <a:r>
              <a:rPr lang="zh-CN" altLang="en-US" dirty="0"/>
              <a:t>对上一趟排序的结果再排序，依次重复，直到依据排序码</a:t>
            </a:r>
            <a:r>
              <a:rPr lang="en-US" altLang="zh-CN" dirty="0"/>
              <a:t>K</a:t>
            </a:r>
            <a:r>
              <a:rPr lang="en-US" altLang="zh-CN" baseline="30000" dirty="0"/>
              <a:t>1</a:t>
            </a:r>
            <a:r>
              <a:rPr lang="zh-CN" altLang="en-US" dirty="0"/>
              <a:t>完成最后一趟排序，就可以得到一个有序的序列。</a:t>
            </a:r>
            <a:endParaRPr lang="en-US" altLang="zh-CN" dirty="0"/>
          </a:p>
          <a:p>
            <a:pPr>
              <a:lnSpc>
                <a:spcPct val="110000"/>
              </a:lnSpc>
            </a:pPr>
            <a:r>
              <a:rPr lang="zh-CN" altLang="en-US" dirty="0"/>
              <a:t>使用这种排序方法对每一个排序码进行排序时，不需要再分组，而是所有元素都参加排序。</a:t>
            </a:r>
          </a:p>
        </p:txBody>
      </p:sp>
      <p:sp>
        <p:nvSpPr>
          <p:cNvPr id="2" name="灯片编号占位符 1">
            <a:extLst>
              <a:ext uri="{FF2B5EF4-FFF2-40B4-BE49-F238E27FC236}">
                <a16:creationId xmlns:a16="http://schemas.microsoft.com/office/drawing/2014/main" id="{917ACC3F-C3F7-2B97-C9BC-0CE669CADB53}"/>
              </a:ext>
            </a:extLst>
          </p:cNvPr>
          <p:cNvSpPr>
            <a:spLocks noGrp="1"/>
          </p:cNvSpPr>
          <p:nvPr>
            <p:ph type="sldNum" sz="quarter" idx="12"/>
          </p:nvPr>
        </p:nvSpPr>
        <p:spPr/>
        <p:txBody>
          <a:bodyPr/>
          <a:lstStyle/>
          <a:p>
            <a:pPr>
              <a:defRPr/>
            </a:pPr>
            <a:fld id="{5F1DCF05-F1E6-414E-BAB4-65AA6A3D43BB}" type="slidenum">
              <a:rPr lang="en-US" altLang="zh-CN" smtClean="0"/>
              <a:pPr>
                <a:defRPr/>
              </a:pPr>
              <a:t>75</a:t>
            </a:fld>
            <a:endParaRPr lang="en-US" altLang="zh-CN"/>
          </a:p>
        </p:txBody>
      </p:sp>
    </p:spTree>
  </p:cSld>
  <p:clrMapOvr>
    <a:masterClrMapping/>
  </p:clrMapOvr>
  <p:transition>
    <p:spli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490A449E-4733-0320-FFF1-7C79CE8157E6}"/>
              </a:ext>
            </a:extLst>
          </p:cNvPr>
          <p:cNvSpPr>
            <a:spLocks noGrp="1" noChangeArrowheads="1"/>
          </p:cNvSpPr>
          <p:nvPr>
            <p:ph type="title"/>
          </p:nvPr>
        </p:nvSpPr>
        <p:spPr/>
        <p:txBody>
          <a:bodyPr/>
          <a:lstStyle/>
          <a:p>
            <a:r>
              <a:rPr lang="en-US" altLang="zh-CN" dirty="0"/>
              <a:t>9.7.3 MSD</a:t>
            </a:r>
            <a:r>
              <a:rPr lang="zh-CN" altLang="en-US" dirty="0"/>
              <a:t>基数排序</a:t>
            </a:r>
          </a:p>
        </p:txBody>
      </p:sp>
      <mc:AlternateContent xmlns:mc="http://schemas.openxmlformats.org/markup-compatibility/2006" xmlns:a14="http://schemas.microsoft.com/office/drawing/2010/main">
        <mc:Choice Requires="a14">
          <p:sp>
            <p:nvSpPr>
              <p:cNvPr id="528387" name="Rectangle 3">
                <a:extLst>
                  <a:ext uri="{FF2B5EF4-FFF2-40B4-BE49-F238E27FC236}">
                    <a16:creationId xmlns:a16="http://schemas.microsoft.com/office/drawing/2014/main" id="{339160DF-267E-7505-35DA-D7D6014AFED5}"/>
                  </a:ext>
                </a:extLst>
              </p:cNvPr>
              <p:cNvSpPr>
                <a:spLocks noGrp="1" noChangeArrowheads="1"/>
              </p:cNvSpPr>
              <p:nvPr>
                <p:ph type="body" idx="1"/>
              </p:nvPr>
            </p:nvSpPr>
            <p:spPr>
              <a:xfrm>
                <a:off x="628650" y="1825624"/>
                <a:ext cx="8047806" cy="4530725"/>
              </a:xfrm>
            </p:spPr>
            <p:txBody>
              <a:bodyPr>
                <a:normAutofit fontScale="55000" lnSpcReduction="20000"/>
              </a:bodyPr>
              <a:lstStyle/>
              <a:p>
                <a:pPr>
                  <a:lnSpc>
                    <a:spcPct val="120000"/>
                  </a:lnSpc>
                </a:pPr>
                <a:r>
                  <a:rPr lang="en-US" altLang="zh-CN" dirty="0"/>
                  <a:t>LSD</a:t>
                </a:r>
                <a:r>
                  <a:rPr lang="zh-CN" altLang="en-US" dirty="0"/>
                  <a:t>和</a:t>
                </a:r>
                <a:r>
                  <a:rPr lang="en-US" altLang="zh-CN" dirty="0"/>
                  <a:t>MSD</a:t>
                </a:r>
                <a:r>
                  <a:rPr lang="zh-CN" altLang="en-US" dirty="0"/>
                  <a:t>方法也可用于单排序码的排序。此时可将单排序码 </a:t>
                </a:r>
                <a:r>
                  <a:rPr lang="en-US" altLang="zh-CN" dirty="0"/>
                  <a:t>K</a:t>
                </a:r>
                <a:r>
                  <a:rPr lang="en-US" altLang="zh-CN" baseline="-25000" dirty="0"/>
                  <a:t>i</a:t>
                </a:r>
                <a:r>
                  <a:rPr lang="en-US" altLang="zh-CN" dirty="0"/>
                  <a:t> </a:t>
                </a:r>
                <a:r>
                  <a:rPr lang="zh-CN" altLang="en-US" dirty="0"/>
                  <a:t>看作是一个子排序码组：</a:t>
                </a:r>
              </a:p>
              <a:p>
                <a:endParaRPr lang="en-US" altLang="zh-CN" dirty="0"/>
              </a:p>
              <a:p>
                <a:endParaRPr lang="en-US" altLang="zh-CN" dirty="0"/>
              </a:p>
              <a:p>
                <a:pPr>
                  <a:lnSpc>
                    <a:spcPct val="120000"/>
                  </a:lnSpc>
                </a:pPr>
                <a:r>
                  <a:rPr lang="zh-CN" altLang="en-US" dirty="0"/>
                  <a:t>分量</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𝐾</m:t>
                        </m:r>
                      </m:e>
                      <m:sub>
                        <m:r>
                          <a:rPr lang="en-US" altLang="zh-CN" i="1">
                            <a:latin typeface="Cambria Math" panose="02040503050406030204" pitchFamily="18" charset="0"/>
                          </a:rPr>
                          <m:t>𝑖</m:t>
                        </m:r>
                      </m:sub>
                      <m:sup>
                        <m:r>
                          <a:rPr lang="en-US" altLang="zh-CN" i="1">
                            <a:latin typeface="Cambria Math" panose="02040503050406030204" pitchFamily="18" charset="0"/>
                          </a:rPr>
                          <m:t>𝑗</m:t>
                        </m:r>
                      </m:sup>
                    </m:sSubSup>
                  </m:oMath>
                </a14:m>
                <a:r>
                  <a:rPr lang="zh-CN" altLang="en-US" dirty="0"/>
                  <a:t> </a:t>
                </a:r>
                <a:r>
                  <a:rPr lang="en-US" altLang="zh-CN" dirty="0"/>
                  <a:t>(1 </a:t>
                </a:r>
                <a:r>
                  <a:rPr lang="en-US" altLang="en-US" dirty="0">
                    <a:sym typeface="Symbol" pitchFamily="18" charset="2"/>
                  </a:rPr>
                  <a:t>≤</a:t>
                </a:r>
                <a:r>
                  <a:rPr lang="en-US" altLang="zh-CN" dirty="0"/>
                  <a:t> j </a:t>
                </a:r>
                <a:r>
                  <a:rPr lang="en-US" altLang="en-US" dirty="0">
                    <a:sym typeface="Symbol" pitchFamily="18" charset="2"/>
                  </a:rPr>
                  <a:t>≤</a:t>
                </a:r>
                <a:r>
                  <a:rPr lang="en-US" altLang="zh-CN" dirty="0"/>
                  <a:t> d) </a:t>
                </a:r>
                <a:r>
                  <a:rPr lang="zh-CN" altLang="en-US" dirty="0"/>
                  <a:t>有</a:t>
                </a:r>
                <a:r>
                  <a:rPr lang="en-US" altLang="zh-CN" dirty="0"/>
                  <a:t>radix</a:t>
                </a:r>
                <a:r>
                  <a:rPr lang="zh-CN" altLang="en-US" dirty="0"/>
                  <a:t>种取值，</a:t>
                </a:r>
                <a:r>
                  <a:rPr lang="en-US" altLang="zh-CN" dirty="0"/>
                  <a:t> </a:t>
                </a:r>
                <a:r>
                  <a:rPr lang="zh-CN" altLang="en-US" dirty="0"/>
                  <a:t>称</a:t>
                </a:r>
                <a:r>
                  <a:rPr lang="en-US" altLang="zh-CN" dirty="0"/>
                  <a:t>radix</a:t>
                </a:r>
                <a:r>
                  <a:rPr lang="zh-CN" altLang="en-US" dirty="0"/>
                  <a:t>为基数。例如：</a:t>
                </a:r>
                <a:endParaRPr lang="en-US" altLang="zh-CN" dirty="0"/>
              </a:p>
              <a:p>
                <a:pPr lvl="1">
                  <a:lnSpc>
                    <a:spcPct val="120000"/>
                  </a:lnSpc>
                </a:pPr>
                <a:r>
                  <a:rPr lang="zh-CN" altLang="en-US" dirty="0"/>
                  <a:t>排序码</a:t>
                </a:r>
                <a:r>
                  <a:rPr lang="en-US" altLang="zh-CN" dirty="0"/>
                  <a:t>984</a:t>
                </a:r>
                <a:r>
                  <a:rPr lang="zh-CN" altLang="en-US" dirty="0"/>
                  <a:t>可以看成是一个</a:t>
                </a:r>
                <a:r>
                  <a:rPr lang="en-US" altLang="zh-CN" dirty="0"/>
                  <a:t>3</a:t>
                </a:r>
                <a:r>
                  <a:rPr lang="zh-CN" altLang="en-US" dirty="0"/>
                  <a:t>元组</a:t>
                </a:r>
                <a:r>
                  <a:rPr lang="en-US" altLang="zh-CN" dirty="0"/>
                  <a:t>(9, 8, 4)</a:t>
                </a:r>
                <a:r>
                  <a:rPr lang="zh-CN" altLang="en-US" dirty="0"/>
                  <a:t>，每一位有 </a:t>
                </a:r>
                <a:r>
                  <a:rPr lang="en-US" altLang="zh-CN" dirty="0"/>
                  <a:t>0, 1, …, 9 </a:t>
                </a:r>
                <a:r>
                  <a:rPr lang="zh-CN" altLang="en-US" dirty="0"/>
                  <a:t>共</a:t>
                </a:r>
                <a:r>
                  <a:rPr lang="en-US" altLang="zh-CN" dirty="0"/>
                  <a:t>10</a:t>
                </a:r>
                <a:r>
                  <a:rPr lang="zh-CN" altLang="en-US" dirty="0"/>
                  <a:t>种取值，基数</a:t>
                </a:r>
                <a:r>
                  <a:rPr lang="en-US" altLang="zh-CN" dirty="0"/>
                  <a:t>radix = 10</a:t>
                </a:r>
                <a:r>
                  <a:rPr lang="zh-CN" altLang="en-US" dirty="0"/>
                  <a:t>。</a:t>
                </a:r>
                <a:endParaRPr lang="en-US" altLang="zh-CN" dirty="0"/>
              </a:p>
              <a:p>
                <a:pPr lvl="1">
                  <a:lnSpc>
                    <a:spcPct val="120000"/>
                  </a:lnSpc>
                </a:pPr>
                <a:r>
                  <a:rPr lang="zh-CN" altLang="en-US" dirty="0"/>
                  <a:t>排序码</a:t>
                </a:r>
                <a:r>
                  <a:rPr lang="en-US" altLang="zh-CN" dirty="0"/>
                  <a:t>"data"</a:t>
                </a:r>
                <a:r>
                  <a:rPr lang="zh-CN" altLang="en-US" dirty="0"/>
                  <a:t>可以看成是一个</a:t>
                </a:r>
                <a:r>
                  <a:rPr lang="en-US" altLang="zh-CN" dirty="0"/>
                  <a:t>4</a:t>
                </a:r>
                <a:r>
                  <a:rPr lang="zh-CN" altLang="en-US" dirty="0"/>
                  <a:t>元组</a:t>
                </a:r>
                <a:r>
                  <a:rPr lang="en-US" altLang="zh-CN" dirty="0"/>
                  <a:t>(d, a, t, a)</a:t>
                </a:r>
                <a:r>
                  <a:rPr lang="zh-CN" altLang="en-US" dirty="0"/>
                  <a:t>，每一位有‘</a:t>
                </a:r>
                <a:r>
                  <a:rPr lang="en-US" altLang="zh-CN" dirty="0"/>
                  <a:t>a’, ‘b’, …, ‘z’</a:t>
                </a:r>
                <a:r>
                  <a:rPr lang="zh-CN" altLang="en-US" dirty="0"/>
                  <a:t>共</a:t>
                </a:r>
                <a:r>
                  <a:rPr lang="en-US" altLang="zh-CN" dirty="0"/>
                  <a:t>26</a:t>
                </a:r>
                <a:r>
                  <a:rPr lang="zh-CN" altLang="en-US" dirty="0"/>
                  <a:t>种取值，</a:t>
                </a:r>
                <a:r>
                  <a:rPr lang="en-US" altLang="zh-CN" dirty="0"/>
                  <a:t>radix = 26</a:t>
                </a:r>
                <a:r>
                  <a:rPr lang="zh-CN" altLang="en-US" dirty="0"/>
                  <a:t>。</a:t>
                </a:r>
              </a:p>
              <a:p>
                <a:r>
                  <a:rPr lang="zh-CN" altLang="en-US" dirty="0"/>
                  <a:t>递归过程</a:t>
                </a:r>
                <a:r>
                  <a:rPr lang="en-US" altLang="zh-CN" dirty="0" err="1"/>
                  <a:t>RadixSort</a:t>
                </a:r>
                <a:endParaRPr lang="en-US" altLang="zh-CN" dirty="0"/>
              </a:p>
              <a:p>
                <a:pPr lvl="1"/>
                <a:r>
                  <a:rPr lang="zh-CN" altLang="en-US" dirty="0"/>
                  <a:t>从高位到低位递归（具体代码见教材）</a:t>
                </a:r>
              </a:p>
              <a:p>
                <a:pPr lvl="2"/>
                <a:r>
                  <a:rPr lang="zh-CN" altLang="en-US" dirty="0"/>
                  <a:t>用</a:t>
                </a:r>
                <a:r>
                  <a:rPr lang="en-US" altLang="zh-CN" dirty="0"/>
                  <a:t>count[k]</a:t>
                </a:r>
                <a:r>
                  <a:rPr lang="zh-CN" altLang="en-US" dirty="0"/>
                  <a:t>统计当前位取值</a:t>
                </a:r>
                <a:r>
                  <a:rPr lang="en-US" altLang="zh-CN" dirty="0"/>
                  <a:t>k</a:t>
                </a:r>
                <a:r>
                  <a:rPr lang="zh-CN" altLang="en-US" dirty="0"/>
                  <a:t>的记录数，以推算当前位各种取值在辅助数组中的位置。以免每种取值都要一个辅助数组。</a:t>
                </a:r>
              </a:p>
              <a:p>
                <a:pPr lvl="2"/>
                <a:r>
                  <a:rPr lang="zh-CN" altLang="en-US" dirty="0"/>
                  <a:t>对当前位的每个取值的记录组递归调用</a:t>
                </a:r>
                <a:r>
                  <a:rPr lang="en-US" altLang="zh-CN" dirty="0" err="1"/>
                  <a:t>RadixSort</a:t>
                </a:r>
                <a:endParaRPr lang="en-US" altLang="zh-CN" dirty="0"/>
              </a:p>
              <a:p>
                <a:pPr lvl="2"/>
                <a:r>
                  <a:rPr lang="zh-CN" altLang="en-US" dirty="0"/>
                  <a:t>例如对序列（</a:t>
                </a:r>
                <a:r>
                  <a:rPr lang="en-US" altLang="zh-CN" dirty="0"/>
                  <a:t>61</a:t>
                </a:r>
                <a:r>
                  <a:rPr lang="zh-CN" altLang="en-US" dirty="0"/>
                  <a:t>，</a:t>
                </a:r>
                <a:r>
                  <a:rPr lang="en-US" altLang="zh-CN" dirty="0"/>
                  <a:t>78</a:t>
                </a:r>
                <a:r>
                  <a:rPr lang="zh-CN" altLang="en-US" dirty="0"/>
                  <a:t>，</a:t>
                </a:r>
                <a:r>
                  <a:rPr lang="en-US" altLang="zh-CN" dirty="0"/>
                  <a:t>92</a:t>
                </a:r>
                <a:r>
                  <a:rPr lang="zh-CN" altLang="en-US" dirty="0"/>
                  <a:t>，</a:t>
                </a:r>
                <a:r>
                  <a:rPr lang="en-US" altLang="zh-CN" dirty="0"/>
                  <a:t>85</a:t>
                </a:r>
                <a:r>
                  <a:rPr lang="zh-CN" altLang="en-US" dirty="0"/>
                  <a:t>，</a:t>
                </a:r>
                <a:r>
                  <a:rPr lang="en-US" altLang="zh-CN" dirty="0"/>
                  <a:t>10</a:t>
                </a:r>
                <a:r>
                  <a:rPr lang="zh-CN" altLang="en-US" dirty="0"/>
                  <a:t>，</a:t>
                </a:r>
                <a:r>
                  <a:rPr lang="en-US" altLang="zh-CN" dirty="0"/>
                  <a:t>21</a:t>
                </a:r>
                <a:r>
                  <a:rPr lang="zh-CN" altLang="en-US" dirty="0"/>
                  <a:t>，</a:t>
                </a:r>
                <a:r>
                  <a:rPr lang="en-US" altLang="zh-CN" dirty="0"/>
                  <a:t>50</a:t>
                </a:r>
                <a:r>
                  <a:rPr lang="zh-CN" altLang="en-US" dirty="0"/>
                  <a:t>，</a:t>
                </a:r>
                <a:r>
                  <a:rPr lang="en-US" altLang="zh-CN" dirty="0"/>
                  <a:t>70</a:t>
                </a:r>
                <a:r>
                  <a:rPr lang="zh-CN" altLang="en-US" dirty="0"/>
                  <a:t>）用</a:t>
                </a:r>
                <a:r>
                  <a:rPr lang="en-US" altLang="zh-CN" dirty="0"/>
                  <a:t>MSD</a:t>
                </a:r>
                <a:r>
                  <a:rPr lang="zh-CN" altLang="en-US" dirty="0"/>
                  <a:t>基数排序的过程</a:t>
                </a:r>
                <a:endParaRPr lang="en-US" altLang="zh-CN" dirty="0"/>
              </a:p>
            </p:txBody>
          </p:sp>
        </mc:Choice>
        <mc:Fallback xmlns="">
          <p:sp>
            <p:nvSpPr>
              <p:cNvPr id="528387" name="Rectangle 3">
                <a:extLst>
                  <a:ext uri="{FF2B5EF4-FFF2-40B4-BE49-F238E27FC236}">
                    <a16:creationId xmlns:a16="http://schemas.microsoft.com/office/drawing/2014/main" id="{339160DF-267E-7505-35DA-D7D6014AFED5}"/>
                  </a:ext>
                </a:extLst>
              </p:cNvPr>
              <p:cNvSpPr>
                <a:spLocks noGrp="1" noRot="1" noChangeAspect="1" noMove="1" noResize="1" noEditPoints="1" noAdjustHandles="1" noChangeArrowheads="1" noChangeShapeType="1" noTextEdit="1"/>
              </p:cNvSpPr>
              <p:nvPr>
                <p:ph type="body" idx="1"/>
              </p:nvPr>
            </p:nvSpPr>
            <p:spPr>
              <a:xfrm>
                <a:off x="628650" y="1825624"/>
                <a:ext cx="8047806" cy="4530725"/>
              </a:xfrm>
              <a:blipFill>
                <a:blip r:embed="rId4"/>
                <a:stretch>
                  <a:fillRect l="-682" t="-672"/>
                </a:stretch>
              </a:blipFill>
            </p:spPr>
            <p:txBody>
              <a:bodyPr/>
              <a:lstStyle/>
              <a:p>
                <a:r>
                  <a:rPr lang="zh-CN" altLang="en-US">
                    <a:noFill/>
                  </a:rPr>
                  <a:t> </a:t>
                </a:r>
              </a:p>
            </p:txBody>
          </p:sp>
        </mc:Fallback>
      </mc:AlternateContent>
      <p:graphicFrame>
        <p:nvGraphicFramePr>
          <p:cNvPr id="109572" name="Object 0">
            <a:extLst>
              <a:ext uri="{FF2B5EF4-FFF2-40B4-BE49-F238E27FC236}">
                <a16:creationId xmlns:a16="http://schemas.microsoft.com/office/drawing/2014/main" id="{B0DCA654-62A3-7D54-5E35-732C2AD20F39}"/>
              </a:ext>
            </a:extLst>
          </p:cNvPr>
          <p:cNvGraphicFramePr>
            <a:graphicFrameLocks noChangeAspect="1"/>
          </p:cNvGraphicFramePr>
          <p:nvPr>
            <p:extLst>
              <p:ext uri="{D42A27DB-BD31-4B8C-83A1-F6EECF244321}">
                <p14:modId xmlns:p14="http://schemas.microsoft.com/office/powerpoint/2010/main" val="125665932"/>
              </p:ext>
            </p:extLst>
          </p:nvPr>
        </p:nvGraphicFramePr>
        <p:xfrm>
          <a:off x="1691680" y="2492896"/>
          <a:ext cx="2667000" cy="609600"/>
        </p:xfrm>
        <a:graphic>
          <a:graphicData uri="http://schemas.openxmlformats.org/presentationml/2006/ole">
            <mc:AlternateContent xmlns:mc="http://schemas.openxmlformats.org/markup-compatibility/2006">
              <mc:Choice xmlns:v="urn:schemas-microsoft-com:vml" Requires="v">
                <p:oleObj name="公式" r:id="rId5" imgW="1168400" imgH="241300" progId="Equation.3">
                  <p:embed/>
                </p:oleObj>
              </mc:Choice>
              <mc:Fallback>
                <p:oleObj name="公式" r:id="rId5" imgW="1168400" imgH="241300" progId="Equation.3">
                  <p:embed/>
                  <p:pic>
                    <p:nvPicPr>
                      <p:cNvPr id="0" name="Object 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1680" y="2492896"/>
                        <a:ext cx="26670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3B3C995A-1DB6-34A7-E9D0-439161747E82}"/>
              </a:ext>
            </a:extLst>
          </p:cNvPr>
          <p:cNvSpPr>
            <a:spLocks noGrp="1"/>
          </p:cNvSpPr>
          <p:nvPr>
            <p:ph type="sldNum" sz="quarter" idx="12"/>
          </p:nvPr>
        </p:nvSpPr>
        <p:spPr/>
        <p:txBody>
          <a:bodyPr/>
          <a:lstStyle/>
          <a:p>
            <a:pPr>
              <a:defRPr/>
            </a:pPr>
            <a:fld id="{5F1DCF05-F1E6-414E-BAB4-65AA6A3D43BB}" type="slidenum">
              <a:rPr lang="en-US" altLang="zh-CN" smtClean="0"/>
              <a:pPr>
                <a:defRPr/>
              </a:pPr>
              <a:t>76</a:t>
            </a:fld>
            <a:endParaRPr lang="en-US" altLang="zh-CN"/>
          </a:p>
        </p:txBody>
      </p:sp>
    </p:spTree>
  </p:cSld>
  <p:clrMapOvr>
    <a:masterClrMapping/>
  </p:clrMapOvr>
  <p:transition>
    <p:spli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8D81182-ED0D-4497-8AA0-ADED67793B41}"/>
              </a:ext>
            </a:extLst>
          </p:cNvPr>
          <p:cNvSpPr>
            <a:spLocks noGrp="1"/>
          </p:cNvSpPr>
          <p:nvPr>
            <p:ph type="title"/>
          </p:nvPr>
        </p:nvSpPr>
        <p:spPr/>
        <p:txBody>
          <a:bodyPr/>
          <a:lstStyle/>
          <a:p>
            <a:r>
              <a:rPr lang="en-US" altLang="zh-CN" dirty="0"/>
              <a:t>9.7.4 LSD</a:t>
            </a:r>
            <a:r>
              <a:rPr lang="zh-CN" altLang="en-US" dirty="0"/>
              <a:t>基数排序</a:t>
            </a:r>
          </a:p>
        </p:txBody>
      </p:sp>
      <mc:AlternateContent xmlns:mc="http://schemas.openxmlformats.org/markup-compatibility/2006" xmlns:a14="http://schemas.microsoft.com/office/drawing/2010/main">
        <mc:Choice Requires="a14">
          <p:sp>
            <p:nvSpPr>
              <p:cNvPr id="384002" name="Rectangle 2">
                <a:extLst>
                  <a:ext uri="{FF2B5EF4-FFF2-40B4-BE49-F238E27FC236}">
                    <a16:creationId xmlns:a16="http://schemas.microsoft.com/office/drawing/2014/main" id="{8B27D847-7F16-9DC8-820F-3A5BB17E94ED}"/>
                  </a:ext>
                </a:extLst>
              </p:cNvPr>
              <p:cNvSpPr>
                <a:spLocks noGrp="1" noChangeArrowheads="1"/>
              </p:cNvSpPr>
              <p:nvPr>
                <p:ph type="body" idx="1"/>
              </p:nvPr>
            </p:nvSpPr>
            <p:spPr/>
            <p:txBody>
              <a:bodyPr>
                <a:normAutofit fontScale="77500" lnSpcReduction="20000"/>
              </a:bodyPr>
              <a:lstStyle/>
              <a:p>
                <a:pPr>
                  <a:lnSpc>
                    <a:spcPct val="120000"/>
                  </a:lnSpc>
                </a:pPr>
                <a:r>
                  <a:rPr lang="zh-CN" altLang="en-US" dirty="0"/>
                  <a:t>针对表示排序码的</a:t>
                </a:r>
                <a:r>
                  <a:rPr lang="en-US" altLang="zh-CN" dirty="0"/>
                  <a:t>d</a:t>
                </a:r>
                <a:r>
                  <a:rPr lang="zh-CN" altLang="en-US" dirty="0"/>
                  <a:t>元组中的每一位分量，把所有待排元素，按</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𝑗</m:t>
                        </m:r>
                      </m:sup>
                    </m:sSubSup>
                  </m:oMath>
                </a14:m>
                <a:r>
                  <a:rPr lang="zh-CN" altLang="en-US" dirty="0"/>
                  <a:t>的取值，先“分配”到</a:t>
                </a:r>
                <a:r>
                  <a:rPr lang="en-US" altLang="zh-CN" dirty="0" err="1"/>
                  <a:t>r</a:t>
                </a:r>
                <a:r>
                  <a:rPr lang="en-US" altLang="zh-CN" baseline="-25000" dirty="0" err="1"/>
                  <a:t>d</a:t>
                </a:r>
                <a:r>
                  <a:rPr lang="zh-CN" altLang="en-US" dirty="0"/>
                  <a:t>个队列中去。然后再按各队列的顺序，依次把元素从队列中“收集”起来，在最后一趟“分配”、“收集” 完成后，所有元素有序。</a:t>
                </a:r>
                <a:endParaRPr lang="en-US" altLang="zh-CN" dirty="0"/>
              </a:p>
              <a:p>
                <a:pPr>
                  <a:lnSpc>
                    <a:spcPct val="120000"/>
                  </a:lnSpc>
                </a:pPr>
                <a:r>
                  <a:rPr lang="zh-CN" altLang="en-US" dirty="0"/>
                  <a:t>各队列采用链式队列结构，分配到同一队列的排序码用链接指针链接起来。每一队列设置两个队列指针： </a:t>
                </a:r>
                <a:endParaRPr lang="en-US" altLang="zh-CN" dirty="0"/>
              </a:p>
              <a:p>
                <a:pPr lvl="1">
                  <a:lnSpc>
                    <a:spcPct val="120000"/>
                  </a:lnSpc>
                </a:pPr>
                <a:r>
                  <a:rPr lang="en-US" altLang="zh-CN" dirty="0"/>
                  <a:t>int </a:t>
                </a:r>
                <a:r>
                  <a:rPr lang="en-US" altLang="zh-CN" dirty="0" err="1"/>
                  <a:t>fr</a:t>
                </a:r>
                <a:r>
                  <a:rPr lang="en-US" altLang="zh-CN" dirty="0"/>
                  <a:t>[radix]</a:t>
                </a:r>
                <a:r>
                  <a:rPr lang="zh-CN" altLang="en-US" dirty="0"/>
                  <a:t>指示队头， </a:t>
                </a:r>
                <a:r>
                  <a:rPr lang="en-US" altLang="zh-CN" dirty="0"/>
                  <a:t>int re[radix] </a:t>
                </a:r>
                <a:r>
                  <a:rPr lang="zh-CN" altLang="en-US" dirty="0"/>
                  <a:t>指向队尾。</a:t>
                </a:r>
              </a:p>
            </p:txBody>
          </p:sp>
        </mc:Choice>
        <mc:Fallback xmlns="">
          <p:sp>
            <p:nvSpPr>
              <p:cNvPr id="384002" name="Rectangle 2">
                <a:extLst>
                  <a:ext uri="{FF2B5EF4-FFF2-40B4-BE49-F238E27FC236}">
                    <a16:creationId xmlns:a16="http://schemas.microsoft.com/office/drawing/2014/main" id="{8B27D847-7F16-9DC8-820F-3A5BB17E94ED}"/>
                  </a:ext>
                </a:extLst>
              </p:cNvPr>
              <p:cNvSpPr>
                <a:spLocks noGrp="1" noRot="1" noChangeAspect="1" noMove="1" noResize="1" noEditPoints="1" noAdjustHandles="1" noChangeArrowheads="1" noChangeShapeType="1" noTextEdit="1"/>
              </p:cNvSpPr>
              <p:nvPr>
                <p:ph type="body" idx="1"/>
              </p:nvPr>
            </p:nvSpPr>
            <p:spPr>
              <a:blipFill>
                <a:blip r:embed="rId2"/>
                <a:stretch>
                  <a:fillRect l="-1391" t="-1541" r="-386"/>
                </a:stretch>
              </a:blipFill>
            </p:spPr>
            <p:txBody>
              <a:bodyPr/>
              <a:lstStyle/>
              <a:p>
                <a:r>
                  <a:rPr lang="zh-CN" altLang="en-US">
                    <a:noFill/>
                  </a:rPr>
                  <a:t> </a:t>
                </a:r>
              </a:p>
            </p:txBody>
          </p:sp>
        </mc:Fallback>
      </mc:AlternateContent>
      <p:sp>
        <p:nvSpPr>
          <p:cNvPr id="2" name="灯片编号占位符 1">
            <a:extLst>
              <a:ext uri="{FF2B5EF4-FFF2-40B4-BE49-F238E27FC236}">
                <a16:creationId xmlns:a16="http://schemas.microsoft.com/office/drawing/2014/main" id="{8FC5A2A4-17A5-747E-9B84-A570EC3CBBA8}"/>
              </a:ext>
            </a:extLst>
          </p:cNvPr>
          <p:cNvSpPr>
            <a:spLocks noGrp="1"/>
          </p:cNvSpPr>
          <p:nvPr>
            <p:ph type="sldNum" sz="quarter" idx="12"/>
          </p:nvPr>
        </p:nvSpPr>
        <p:spPr/>
        <p:txBody>
          <a:bodyPr/>
          <a:lstStyle/>
          <a:p>
            <a:pPr>
              <a:defRPr/>
            </a:pPr>
            <a:fld id="{5F1DCF05-F1E6-414E-BAB4-65AA6A3D43BB}" type="slidenum">
              <a:rPr lang="en-US" altLang="zh-CN" smtClean="0"/>
              <a:pPr>
                <a:defRPr/>
              </a:pPr>
              <a:t>77</a:t>
            </a:fld>
            <a:endParaRPr lang="en-US" altLang="zh-CN"/>
          </a:p>
        </p:txBody>
      </p:sp>
    </p:spTree>
  </p:cSld>
  <p:clrMapOvr>
    <a:masterClrMapping/>
  </p:clrMapOvr>
  <p:transition>
    <p:spli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1" name="Rectangle 3" descr="白色大理石">
            <a:extLst>
              <a:ext uri="{FF2B5EF4-FFF2-40B4-BE49-F238E27FC236}">
                <a16:creationId xmlns:a16="http://schemas.microsoft.com/office/drawing/2014/main" id="{4D483C48-DCDE-7DA7-080F-0E214B07252E}"/>
              </a:ext>
            </a:extLst>
          </p:cNvPr>
          <p:cNvSpPr>
            <a:spLocks noChangeArrowheads="1"/>
          </p:cNvSpPr>
          <p:nvPr/>
        </p:nvSpPr>
        <p:spPr bwMode="auto">
          <a:xfrm>
            <a:off x="1524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614</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44" name="Line 4">
            <a:extLst>
              <a:ext uri="{FF2B5EF4-FFF2-40B4-BE49-F238E27FC236}">
                <a16:creationId xmlns:a16="http://schemas.microsoft.com/office/drawing/2014/main" id="{F5868F45-CCFC-0FAA-3515-C86EB6829D6E}"/>
              </a:ext>
            </a:extLst>
          </p:cNvPr>
          <p:cNvSpPr>
            <a:spLocks noChangeShapeType="1"/>
          </p:cNvSpPr>
          <p:nvPr/>
        </p:nvSpPr>
        <p:spPr bwMode="auto">
          <a:xfrm>
            <a:off x="7620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45" name="Line 5">
            <a:extLst>
              <a:ext uri="{FF2B5EF4-FFF2-40B4-BE49-F238E27FC236}">
                <a16:creationId xmlns:a16="http://schemas.microsoft.com/office/drawing/2014/main" id="{88A0B3FA-927C-E969-37EE-FE484BCD676A}"/>
              </a:ext>
            </a:extLst>
          </p:cNvPr>
          <p:cNvSpPr>
            <a:spLocks noChangeShapeType="1"/>
          </p:cNvSpPr>
          <p:nvPr/>
        </p:nvSpPr>
        <p:spPr bwMode="auto">
          <a:xfrm>
            <a:off x="16764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054" name="Rectangle 6" descr="白色大理石">
            <a:extLst>
              <a:ext uri="{FF2B5EF4-FFF2-40B4-BE49-F238E27FC236}">
                <a16:creationId xmlns:a16="http://schemas.microsoft.com/office/drawing/2014/main" id="{CA878268-AC57-6CC5-FE9E-4DF0537A73DF}"/>
              </a:ext>
            </a:extLst>
          </p:cNvPr>
          <p:cNvSpPr>
            <a:spLocks noChangeArrowheads="1"/>
          </p:cNvSpPr>
          <p:nvPr/>
        </p:nvSpPr>
        <p:spPr bwMode="auto">
          <a:xfrm>
            <a:off x="19812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921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47" name="Line 7">
            <a:extLst>
              <a:ext uri="{FF2B5EF4-FFF2-40B4-BE49-F238E27FC236}">
                <a16:creationId xmlns:a16="http://schemas.microsoft.com/office/drawing/2014/main" id="{BA56D021-A38D-4EE0-CD2B-68323F491AC4}"/>
              </a:ext>
            </a:extLst>
          </p:cNvPr>
          <p:cNvSpPr>
            <a:spLocks noChangeShapeType="1"/>
          </p:cNvSpPr>
          <p:nvPr/>
        </p:nvSpPr>
        <p:spPr bwMode="auto">
          <a:xfrm>
            <a:off x="25908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056" name="Rectangle 8" descr="白色大理石">
            <a:extLst>
              <a:ext uri="{FF2B5EF4-FFF2-40B4-BE49-F238E27FC236}">
                <a16:creationId xmlns:a16="http://schemas.microsoft.com/office/drawing/2014/main" id="{2C849640-098B-8A87-6BC3-B151725069D1}"/>
              </a:ext>
            </a:extLst>
          </p:cNvPr>
          <p:cNvSpPr>
            <a:spLocks noChangeArrowheads="1"/>
          </p:cNvSpPr>
          <p:nvPr/>
        </p:nvSpPr>
        <p:spPr bwMode="auto">
          <a:xfrm>
            <a:off x="28956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485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49" name="Line 9">
            <a:extLst>
              <a:ext uri="{FF2B5EF4-FFF2-40B4-BE49-F238E27FC236}">
                <a16:creationId xmlns:a16="http://schemas.microsoft.com/office/drawing/2014/main" id="{7CA973B5-657A-F705-74AB-9756D62EE791}"/>
              </a:ext>
            </a:extLst>
          </p:cNvPr>
          <p:cNvSpPr>
            <a:spLocks noChangeShapeType="1"/>
          </p:cNvSpPr>
          <p:nvPr/>
        </p:nvSpPr>
        <p:spPr bwMode="auto">
          <a:xfrm>
            <a:off x="35052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058" name="Rectangle 10" descr="白色大理石">
            <a:extLst>
              <a:ext uri="{FF2B5EF4-FFF2-40B4-BE49-F238E27FC236}">
                <a16:creationId xmlns:a16="http://schemas.microsoft.com/office/drawing/2014/main" id="{4B5742B4-26C3-9595-2B41-E59704ABF588}"/>
              </a:ext>
            </a:extLst>
          </p:cNvPr>
          <p:cNvSpPr>
            <a:spLocks noChangeArrowheads="1"/>
          </p:cNvSpPr>
          <p:nvPr/>
        </p:nvSpPr>
        <p:spPr bwMode="auto">
          <a:xfrm>
            <a:off x="38100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637</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6059" name="Rectangle 11" descr="白色大理石">
            <a:extLst>
              <a:ext uri="{FF2B5EF4-FFF2-40B4-BE49-F238E27FC236}">
                <a16:creationId xmlns:a16="http://schemas.microsoft.com/office/drawing/2014/main" id="{3D7EE5DD-8AD3-6BD0-6F9E-F7B6F8A07A75}"/>
              </a:ext>
            </a:extLst>
          </p:cNvPr>
          <p:cNvSpPr>
            <a:spLocks noChangeArrowheads="1"/>
          </p:cNvSpPr>
          <p:nvPr/>
        </p:nvSpPr>
        <p:spPr bwMode="auto">
          <a:xfrm>
            <a:off x="10668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738</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52" name="Line 12">
            <a:extLst>
              <a:ext uri="{FF2B5EF4-FFF2-40B4-BE49-F238E27FC236}">
                <a16:creationId xmlns:a16="http://schemas.microsoft.com/office/drawing/2014/main" id="{0EDA3BF4-F863-1F95-B8F7-9EAD3878716E}"/>
              </a:ext>
            </a:extLst>
          </p:cNvPr>
          <p:cNvSpPr>
            <a:spLocks noChangeShapeType="1"/>
          </p:cNvSpPr>
          <p:nvPr/>
        </p:nvSpPr>
        <p:spPr bwMode="auto">
          <a:xfrm>
            <a:off x="44196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061" name="Rectangle 13" descr="白色大理石">
            <a:extLst>
              <a:ext uri="{FF2B5EF4-FFF2-40B4-BE49-F238E27FC236}">
                <a16:creationId xmlns:a16="http://schemas.microsoft.com/office/drawing/2014/main" id="{81B212C2-91E9-4391-3228-E226ADBA0443}"/>
              </a:ext>
            </a:extLst>
          </p:cNvPr>
          <p:cNvSpPr>
            <a:spLocks noChangeArrowheads="1"/>
          </p:cNvSpPr>
          <p:nvPr/>
        </p:nvSpPr>
        <p:spPr bwMode="auto">
          <a:xfrm>
            <a:off x="47244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101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54" name="Line 14">
            <a:extLst>
              <a:ext uri="{FF2B5EF4-FFF2-40B4-BE49-F238E27FC236}">
                <a16:creationId xmlns:a16="http://schemas.microsoft.com/office/drawing/2014/main" id="{9DA781E3-E1DC-B153-B875-E9A828B60497}"/>
              </a:ext>
            </a:extLst>
          </p:cNvPr>
          <p:cNvSpPr>
            <a:spLocks noChangeShapeType="1"/>
          </p:cNvSpPr>
          <p:nvPr/>
        </p:nvSpPr>
        <p:spPr bwMode="auto">
          <a:xfrm>
            <a:off x="53340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063" name="Rectangle 15" descr="白色大理石">
            <a:extLst>
              <a:ext uri="{FF2B5EF4-FFF2-40B4-BE49-F238E27FC236}">
                <a16:creationId xmlns:a16="http://schemas.microsoft.com/office/drawing/2014/main" id="{54EF1DA6-0917-A92A-0AE5-10E719F7232C}"/>
              </a:ext>
            </a:extLst>
          </p:cNvPr>
          <p:cNvSpPr>
            <a:spLocks noChangeArrowheads="1"/>
          </p:cNvSpPr>
          <p:nvPr/>
        </p:nvSpPr>
        <p:spPr bwMode="auto">
          <a:xfrm>
            <a:off x="56388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215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56" name="Line 16">
            <a:extLst>
              <a:ext uri="{FF2B5EF4-FFF2-40B4-BE49-F238E27FC236}">
                <a16:creationId xmlns:a16="http://schemas.microsoft.com/office/drawing/2014/main" id="{CCACDCF6-8006-35B5-C4B3-E988FF5F5596}"/>
              </a:ext>
            </a:extLst>
          </p:cNvPr>
          <p:cNvSpPr>
            <a:spLocks noChangeShapeType="1"/>
          </p:cNvSpPr>
          <p:nvPr/>
        </p:nvSpPr>
        <p:spPr bwMode="auto">
          <a:xfrm>
            <a:off x="62484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065" name="Rectangle 17" descr="白色大理石">
            <a:extLst>
              <a:ext uri="{FF2B5EF4-FFF2-40B4-BE49-F238E27FC236}">
                <a16:creationId xmlns:a16="http://schemas.microsoft.com/office/drawing/2014/main" id="{14BEF516-13F8-3C71-CFF1-C816A6BF40FC}"/>
              </a:ext>
            </a:extLst>
          </p:cNvPr>
          <p:cNvSpPr>
            <a:spLocks noChangeArrowheads="1"/>
          </p:cNvSpPr>
          <p:nvPr/>
        </p:nvSpPr>
        <p:spPr bwMode="auto">
          <a:xfrm>
            <a:off x="65532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530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58" name="Line 18">
            <a:extLst>
              <a:ext uri="{FF2B5EF4-FFF2-40B4-BE49-F238E27FC236}">
                <a16:creationId xmlns:a16="http://schemas.microsoft.com/office/drawing/2014/main" id="{3DD1DBDE-230C-C973-9313-298944F96B33}"/>
              </a:ext>
            </a:extLst>
          </p:cNvPr>
          <p:cNvSpPr>
            <a:spLocks noChangeShapeType="1"/>
          </p:cNvSpPr>
          <p:nvPr/>
        </p:nvSpPr>
        <p:spPr bwMode="auto">
          <a:xfrm>
            <a:off x="71628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067" name="Rectangle 19" descr="白色大理石">
            <a:extLst>
              <a:ext uri="{FF2B5EF4-FFF2-40B4-BE49-F238E27FC236}">
                <a16:creationId xmlns:a16="http://schemas.microsoft.com/office/drawing/2014/main" id="{82B29932-7C97-C1E4-9565-0AF82153B059}"/>
              </a:ext>
            </a:extLst>
          </p:cNvPr>
          <p:cNvSpPr>
            <a:spLocks noChangeArrowheads="1"/>
          </p:cNvSpPr>
          <p:nvPr/>
        </p:nvSpPr>
        <p:spPr bwMode="auto">
          <a:xfrm>
            <a:off x="74676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790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60" name="Line 20">
            <a:extLst>
              <a:ext uri="{FF2B5EF4-FFF2-40B4-BE49-F238E27FC236}">
                <a16:creationId xmlns:a16="http://schemas.microsoft.com/office/drawing/2014/main" id="{012C30A6-21A2-B98F-8951-B061215A8444}"/>
              </a:ext>
            </a:extLst>
          </p:cNvPr>
          <p:cNvSpPr>
            <a:spLocks noChangeShapeType="1"/>
          </p:cNvSpPr>
          <p:nvPr/>
        </p:nvSpPr>
        <p:spPr bwMode="auto">
          <a:xfrm>
            <a:off x="80772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069" name="Rectangle 21" descr="白色大理石">
            <a:extLst>
              <a:ext uri="{FF2B5EF4-FFF2-40B4-BE49-F238E27FC236}">
                <a16:creationId xmlns:a16="http://schemas.microsoft.com/office/drawing/2014/main" id="{7F9EB368-EFEF-BC83-4C92-74A354F1027C}"/>
              </a:ext>
            </a:extLst>
          </p:cNvPr>
          <p:cNvSpPr>
            <a:spLocks noChangeArrowheads="1"/>
          </p:cNvSpPr>
          <p:nvPr/>
        </p:nvSpPr>
        <p:spPr bwMode="auto">
          <a:xfrm>
            <a:off x="83820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306</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6070" name="Text Box 22">
            <a:extLst>
              <a:ext uri="{FF2B5EF4-FFF2-40B4-BE49-F238E27FC236}">
                <a16:creationId xmlns:a16="http://schemas.microsoft.com/office/drawing/2014/main" id="{281183E1-8FF3-E167-2668-B7492F738D61}"/>
              </a:ext>
            </a:extLst>
          </p:cNvPr>
          <p:cNvSpPr txBox="1">
            <a:spLocks noChangeArrowheads="1"/>
          </p:cNvSpPr>
          <p:nvPr/>
        </p:nvSpPr>
        <p:spPr bwMode="auto">
          <a:xfrm>
            <a:off x="76200" y="1766888"/>
            <a:ext cx="4965700" cy="519112"/>
          </a:xfrm>
          <a:prstGeom prst="rect">
            <a:avLst/>
          </a:prstGeom>
          <a:noFill/>
          <a:ln w="9525">
            <a:noFill/>
            <a:miter lim="800000"/>
            <a:headEnd/>
            <a:tailEnd/>
          </a:ln>
        </p:spPr>
        <p:txBody>
          <a:bodyPr wrap="none">
            <a:spAutoFit/>
          </a:bodyPr>
          <a:lstStyle/>
          <a:p>
            <a:pPr>
              <a:defRPr/>
            </a:pPr>
            <a:r>
              <a:rPr lang="zh-CN" altLang="en-US" sz="2800" b="1">
                <a:solidFill>
                  <a:schemeClr val="tx2"/>
                </a:solidFill>
                <a:effectLst>
                  <a:outerShdw blurRad="38100" dist="38100" dir="2700000" algn="tl">
                    <a:srgbClr val="C0C0C0"/>
                  </a:outerShdw>
                </a:effectLst>
                <a:ea typeface="仿宋_GB2312" pitchFamily="49" charset="-122"/>
              </a:rPr>
              <a:t>第一趟分配（按最低位 </a:t>
            </a:r>
            <a:r>
              <a:rPr lang="en-US" altLang="zh-CN" sz="2800" b="1" i="1">
                <a:solidFill>
                  <a:schemeClr val="tx2"/>
                </a:solidFill>
                <a:effectLst>
                  <a:outerShdw blurRad="38100" dist="38100" dir="2700000" algn="tl">
                    <a:srgbClr val="C0C0C0"/>
                  </a:outerShdw>
                </a:effectLst>
                <a:ea typeface="仿宋_GB2312" pitchFamily="49" charset="-122"/>
              </a:rPr>
              <a:t>i</a:t>
            </a:r>
            <a:r>
              <a:rPr lang="en-US" altLang="zh-CN" sz="2800" b="1">
                <a:solidFill>
                  <a:schemeClr val="tx2"/>
                </a:solidFill>
                <a:effectLst>
                  <a:outerShdw blurRad="38100" dist="38100" dir="2700000" algn="tl">
                    <a:srgbClr val="C0C0C0"/>
                  </a:outerShdw>
                </a:effectLst>
                <a:ea typeface="仿宋_GB2312" pitchFamily="49" charset="-122"/>
              </a:rPr>
              <a:t> = 3 </a:t>
            </a:r>
            <a:r>
              <a:rPr lang="zh-CN" altLang="en-US" sz="2800" b="1">
                <a:solidFill>
                  <a:schemeClr val="tx2"/>
                </a:solidFill>
                <a:effectLst>
                  <a:outerShdw blurRad="38100" dist="38100" dir="2700000" algn="tl">
                    <a:srgbClr val="C0C0C0"/>
                  </a:outerShdw>
                </a:effectLst>
                <a:ea typeface="仿宋_GB2312" pitchFamily="49" charset="-122"/>
              </a:rPr>
              <a:t>）</a:t>
            </a:r>
          </a:p>
        </p:txBody>
      </p:sp>
      <p:sp>
        <p:nvSpPr>
          <p:cNvPr id="112663" name="Text Box 23">
            <a:extLst>
              <a:ext uri="{FF2B5EF4-FFF2-40B4-BE49-F238E27FC236}">
                <a16:creationId xmlns:a16="http://schemas.microsoft.com/office/drawing/2014/main" id="{652490B9-48BE-8B58-023D-F10349CEE6CB}"/>
              </a:ext>
            </a:extLst>
          </p:cNvPr>
          <p:cNvSpPr txBox="1">
            <a:spLocks noChangeArrowheads="1"/>
          </p:cNvSpPr>
          <p:nvPr/>
        </p:nvSpPr>
        <p:spPr bwMode="auto">
          <a:xfrm>
            <a:off x="171450" y="2276475"/>
            <a:ext cx="8896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[0]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[1]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[2]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[3]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[4]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[5]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[6]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[7]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[8]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[9]</a:t>
            </a:r>
            <a:endParaRPr kumimoji="1" lang="en-US" altLang="zh-CN" sz="2800" b="1">
              <a:latin typeface="Times New Roman" panose="02020603050405020304" pitchFamily="18" charset="0"/>
              <a:ea typeface="仿宋_GB2312" pitchFamily="49" charset="-122"/>
            </a:endParaRPr>
          </a:p>
        </p:txBody>
      </p:sp>
      <p:sp>
        <p:nvSpPr>
          <p:cNvPr id="112664" name="Line 24">
            <a:extLst>
              <a:ext uri="{FF2B5EF4-FFF2-40B4-BE49-F238E27FC236}">
                <a16:creationId xmlns:a16="http://schemas.microsoft.com/office/drawing/2014/main" id="{501B78D4-D6F8-3737-3468-552F5FDA0EA9}"/>
              </a:ext>
            </a:extLst>
          </p:cNvPr>
          <p:cNvSpPr>
            <a:spLocks noChangeShapeType="1"/>
          </p:cNvSpPr>
          <p:nvPr/>
        </p:nvSpPr>
        <p:spPr bwMode="auto">
          <a:xfrm>
            <a:off x="5334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5" name="Line 25">
            <a:extLst>
              <a:ext uri="{FF2B5EF4-FFF2-40B4-BE49-F238E27FC236}">
                <a16:creationId xmlns:a16="http://schemas.microsoft.com/office/drawing/2014/main" id="{9AC9DA85-FD52-BC55-5285-68222D3A3437}"/>
              </a:ext>
            </a:extLst>
          </p:cNvPr>
          <p:cNvSpPr>
            <a:spLocks noChangeShapeType="1"/>
          </p:cNvSpPr>
          <p:nvPr/>
        </p:nvSpPr>
        <p:spPr bwMode="auto">
          <a:xfrm>
            <a:off x="14478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6" name="Line 26">
            <a:extLst>
              <a:ext uri="{FF2B5EF4-FFF2-40B4-BE49-F238E27FC236}">
                <a16:creationId xmlns:a16="http://schemas.microsoft.com/office/drawing/2014/main" id="{3A232D70-BCA4-191A-591C-2A083986BFB8}"/>
              </a:ext>
            </a:extLst>
          </p:cNvPr>
          <p:cNvSpPr>
            <a:spLocks noChangeShapeType="1"/>
          </p:cNvSpPr>
          <p:nvPr/>
        </p:nvSpPr>
        <p:spPr bwMode="auto">
          <a:xfrm>
            <a:off x="23622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7" name="Line 27">
            <a:extLst>
              <a:ext uri="{FF2B5EF4-FFF2-40B4-BE49-F238E27FC236}">
                <a16:creationId xmlns:a16="http://schemas.microsoft.com/office/drawing/2014/main" id="{69CBF459-F2AE-ED22-9A55-F45C6145F3F7}"/>
              </a:ext>
            </a:extLst>
          </p:cNvPr>
          <p:cNvSpPr>
            <a:spLocks noChangeShapeType="1"/>
          </p:cNvSpPr>
          <p:nvPr/>
        </p:nvSpPr>
        <p:spPr bwMode="auto">
          <a:xfrm>
            <a:off x="32004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8" name="Line 28">
            <a:extLst>
              <a:ext uri="{FF2B5EF4-FFF2-40B4-BE49-F238E27FC236}">
                <a16:creationId xmlns:a16="http://schemas.microsoft.com/office/drawing/2014/main" id="{84F94A30-79D4-9F3E-3139-0C06D79DFCDA}"/>
              </a:ext>
            </a:extLst>
          </p:cNvPr>
          <p:cNvSpPr>
            <a:spLocks noChangeShapeType="1"/>
          </p:cNvSpPr>
          <p:nvPr/>
        </p:nvSpPr>
        <p:spPr bwMode="auto">
          <a:xfrm>
            <a:off x="41148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9" name="Line 29">
            <a:extLst>
              <a:ext uri="{FF2B5EF4-FFF2-40B4-BE49-F238E27FC236}">
                <a16:creationId xmlns:a16="http://schemas.microsoft.com/office/drawing/2014/main" id="{EB21FAE0-4556-5A32-9A33-090E37C6183B}"/>
              </a:ext>
            </a:extLst>
          </p:cNvPr>
          <p:cNvSpPr>
            <a:spLocks noChangeShapeType="1"/>
          </p:cNvSpPr>
          <p:nvPr/>
        </p:nvSpPr>
        <p:spPr bwMode="auto">
          <a:xfrm>
            <a:off x="50292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70" name="Line 30">
            <a:extLst>
              <a:ext uri="{FF2B5EF4-FFF2-40B4-BE49-F238E27FC236}">
                <a16:creationId xmlns:a16="http://schemas.microsoft.com/office/drawing/2014/main" id="{E38DEA74-7D09-9057-46D2-C8B3169D40DD}"/>
              </a:ext>
            </a:extLst>
          </p:cNvPr>
          <p:cNvSpPr>
            <a:spLocks noChangeShapeType="1"/>
          </p:cNvSpPr>
          <p:nvPr/>
        </p:nvSpPr>
        <p:spPr bwMode="auto">
          <a:xfrm>
            <a:off x="58674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71" name="Line 31">
            <a:extLst>
              <a:ext uri="{FF2B5EF4-FFF2-40B4-BE49-F238E27FC236}">
                <a16:creationId xmlns:a16="http://schemas.microsoft.com/office/drawing/2014/main" id="{1871CC9D-0F83-6C31-118D-FB88DBB4EA19}"/>
              </a:ext>
            </a:extLst>
          </p:cNvPr>
          <p:cNvSpPr>
            <a:spLocks noChangeShapeType="1"/>
          </p:cNvSpPr>
          <p:nvPr/>
        </p:nvSpPr>
        <p:spPr bwMode="auto">
          <a:xfrm>
            <a:off x="67818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72" name="Line 32">
            <a:extLst>
              <a:ext uri="{FF2B5EF4-FFF2-40B4-BE49-F238E27FC236}">
                <a16:creationId xmlns:a16="http://schemas.microsoft.com/office/drawing/2014/main" id="{494FEA82-D943-7522-BBE9-42F435864993}"/>
              </a:ext>
            </a:extLst>
          </p:cNvPr>
          <p:cNvSpPr>
            <a:spLocks noChangeShapeType="1"/>
          </p:cNvSpPr>
          <p:nvPr/>
        </p:nvSpPr>
        <p:spPr bwMode="auto">
          <a:xfrm>
            <a:off x="76962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73" name="Line 33">
            <a:extLst>
              <a:ext uri="{FF2B5EF4-FFF2-40B4-BE49-F238E27FC236}">
                <a16:creationId xmlns:a16="http://schemas.microsoft.com/office/drawing/2014/main" id="{6B57E119-CF82-B7DF-6A05-51655D6A63D7}"/>
              </a:ext>
            </a:extLst>
          </p:cNvPr>
          <p:cNvSpPr>
            <a:spLocks noChangeShapeType="1"/>
          </p:cNvSpPr>
          <p:nvPr/>
        </p:nvSpPr>
        <p:spPr bwMode="auto">
          <a:xfrm flipH="1">
            <a:off x="86106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082" name="Rectangle 34" descr="白色大理石">
            <a:extLst>
              <a:ext uri="{FF2B5EF4-FFF2-40B4-BE49-F238E27FC236}">
                <a16:creationId xmlns:a16="http://schemas.microsoft.com/office/drawing/2014/main" id="{C46AF6D5-4FF5-BBCE-7DF8-364F80A88E6E}"/>
              </a:ext>
            </a:extLst>
          </p:cNvPr>
          <p:cNvSpPr>
            <a:spLocks noChangeArrowheads="1"/>
          </p:cNvSpPr>
          <p:nvPr/>
        </p:nvSpPr>
        <p:spPr bwMode="auto">
          <a:xfrm>
            <a:off x="38100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614</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6083" name="Rectangle 35" descr="白色大理石">
            <a:extLst>
              <a:ext uri="{FF2B5EF4-FFF2-40B4-BE49-F238E27FC236}">
                <a16:creationId xmlns:a16="http://schemas.microsoft.com/office/drawing/2014/main" id="{E68FB9FE-52F2-14CF-5807-FB8100A89280}"/>
              </a:ext>
            </a:extLst>
          </p:cNvPr>
          <p:cNvSpPr>
            <a:spLocks noChangeArrowheads="1"/>
          </p:cNvSpPr>
          <p:nvPr/>
        </p:nvSpPr>
        <p:spPr bwMode="auto">
          <a:xfrm>
            <a:off x="73914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738</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6084" name="Rectangle 36" descr="白色大理石">
            <a:extLst>
              <a:ext uri="{FF2B5EF4-FFF2-40B4-BE49-F238E27FC236}">
                <a16:creationId xmlns:a16="http://schemas.microsoft.com/office/drawing/2014/main" id="{6FBAFDC3-107A-BBDA-DA47-2FDCBD263631}"/>
              </a:ext>
            </a:extLst>
          </p:cNvPr>
          <p:cNvSpPr>
            <a:spLocks noChangeArrowheads="1"/>
          </p:cNvSpPr>
          <p:nvPr/>
        </p:nvSpPr>
        <p:spPr bwMode="auto">
          <a:xfrm>
            <a:off x="11430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921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6085" name="Rectangle 37" descr="白色大理石">
            <a:extLst>
              <a:ext uri="{FF2B5EF4-FFF2-40B4-BE49-F238E27FC236}">
                <a16:creationId xmlns:a16="http://schemas.microsoft.com/office/drawing/2014/main" id="{0D3DF547-D0B5-4AF3-AAB3-38DB432C8A16}"/>
              </a:ext>
            </a:extLst>
          </p:cNvPr>
          <p:cNvSpPr>
            <a:spLocks noChangeArrowheads="1"/>
          </p:cNvSpPr>
          <p:nvPr/>
        </p:nvSpPr>
        <p:spPr bwMode="auto">
          <a:xfrm>
            <a:off x="47244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485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6086" name="Rectangle 38" descr="白色大理石">
            <a:extLst>
              <a:ext uri="{FF2B5EF4-FFF2-40B4-BE49-F238E27FC236}">
                <a16:creationId xmlns:a16="http://schemas.microsoft.com/office/drawing/2014/main" id="{62EA99E7-670D-D82E-060B-5D5D486CC221}"/>
              </a:ext>
            </a:extLst>
          </p:cNvPr>
          <p:cNvSpPr>
            <a:spLocks noChangeArrowheads="1"/>
          </p:cNvSpPr>
          <p:nvPr/>
        </p:nvSpPr>
        <p:spPr bwMode="auto">
          <a:xfrm>
            <a:off x="64770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637</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6087" name="Rectangle 39" descr="白色大理石">
            <a:extLst>
              <a:ext uri="{FF2B5EF4-FFF2-40B4-BE49-F238E27FC236}">
                <a16:creationId xmlns:a16="http://schemas.microsoft.com/office/drawing/2014/main" id="{D0D914D2-338C-98F1-B6A1-52D2693FC111}"/>
              </a:ext>
            </a:extLst>
          </p:cNvPr>
          <p:cNvSpPr>
            <a:spLocks noChangeArrowheads="1"/>
          </p:cNvSpPr>
          <p:nvPr/>
        </p:nvSpPr>
        <p:spPr bwMode="auto">
          <a:xfrm>
            <a:off x="1143000" y="30480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101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6088" name="Rectangle 40" descr="白色大理石">
            <a:extLst>
              <a:ext uri="{FF2B5EF4-FFF2-40B4-BE49-F238E27FC236}">
                <a16:creationId xmlns:a16="http://schemas.microsoft.com/office/drawing/2014/main" id="{18DA1126-0C96-34A9-F367-AA9BA8306AF5}"/>
              </a:ext>
            </a:extLst>
          </p:cNvPr>
          <p:cNvSpPr>
            <a:spLocks noChangeArrowheads="1"/>
          </p:cNvSpPr>
          <p:nvPr/>
        </p:nvSpPr>
        <p:spPr bwMode="auto">
          <a:xfrm>
            <a:off x="4724400" y="30480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215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6089" name="Rectangle 41" descr="白色大理石">
            <a:extLst>
              <a:ext uri="{FF2B5EF4-FFF2-40B4-BE49-F238E27FC236}">
                <a16:creationId xmlns:a16="http://schemas.microsoft.com/office/drawing/2014/main" id="{D9ADC781-6B98-EF19-26EB-E6358EC04505}"/>
              </a:ext>
            </a:extLst>
          </p:cNvPr>
          <p:cNvSpPr>
            <a:spLocks noChangeArrowheads="1"/>
          </p:cNvSpPr>
          <p:nvPr/>
        </p:nvSpPr>
        <p:spPr bwMode="auto">
          <a:xfrm>
            <a:off x="2286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530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6090" name="Rectangle 42" descr="白色大理石">
            <a:extLst>
              <a:ext uri="{FF2B5EF4-FFF2-40B4-BE49-F238E27FC236}">
                <a16:creationId xmlns:a16="http://schemas.microsoft.com/office/drawing/2014/main" id="{4CCD6ED2-2938-4F99-C830-EC42DE77D3A3}"/>
              </a:ext>
            </a:extLst>
          </p:cNvPr>
          <p:cNvSpPr>
            <a:spLocks noChangeArrowheads="1"/>
          </p:cNvSpPr>
          <p:nvPr/>
        </p:nvSpPr>
        <p:spPr bwMode="auto">
          <a:xfrm>
            <a:off x="228600" y="30480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790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6091" name="Rectangle 43" descr="白色大理石">
            <a:extLst>
              <a:ext uri="{FF2B5EF4-FFF2-40B4-BE49-F238E27FC236}">
                <a16:creationId xmlns:a16="http://schemas.microsoft.com/office/drawing/2014/main" id="{FFF895F2-9003-D746-A23B-6123EF69187C}"/>
              </a:ext>
            </a:extLst>
          </p:cNvPr>
          <p:cNvSpPr>
            <a:spLocks noChangeArrowheads="1"/>
          </p:cNvSpPr>
          <p:nvPr/>
        </p:nvSpPr>
        <p:spPr bwMode="auto">
          <a:xfrm>
            <a:off x="55626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306</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6092" name="Text Box 44">
            <a:extLst>
              <a:ext uri="{FF2B5EF4-FFF2-40B4-BE49-F238E27FC236}">
                <a16:creationId xmlns:a16="http://schemas.microsoft.com/office/drawing/2014/main" id="{49582E6A-6CFF-9E13-06B7-E736E6D63671}"/>
              </a:ext>
            </a:extLst>
          </p:cNvPr>
          <p:cNvSpPr txBox="1">
            <a:spLocks noChangeArrowheads="1"/>
          </p:cNvSpPr>
          <p:nvPr/>
        </p:nvSpPr>
        <p:spPr bwMode="auto">
          <a:xfrm>
            <a:off x="136525" y="4562475"/>
            <a:ext cx="8931275" cy="523220"/>
          </a:xfrm>
          <a:prstGeom prst="rect">
            <a:avLst/>
          </a:prstGeom>
          <a:noFill/>
          <a:ln w="9525">
            <a:noFill/>
            <a:miter lim="800000"/>
            <a:headEnd/>
            <a:tailEnd/>
          </a:ln>
        </p:spPr>
        <p:txBody>
          <a:bodyPr wrap="square">
            <a:spAutoFit/>
          </a:bodyPr>
          <a:lstStyle/>
          <a:p>
            <a:pPr>
              <a:defRPr/>
            </a:pPr>
            <a:r>
              <a:rPr lang="en-US" altLang="zh-CN" sz="2800" b="1" i="1" dirty="0" err="1">
                <a:solidFill>
                  <a:srgbClr val="FF3300"/>
                </a:solidFill>
              </a:rPr>
              <a:t>fr</a:t>
            </a:r>
            <a:r>
              <a:rPr lang="en-US" altLang="zh-CN" sz="2800" b="1" dirty="0">
                <a:solidFill>
                  <a:srgbClr val="FF3300"/>
                </a:solidFill>
              </a:rPr>
              <a:t>[0]  </a:t>
            </a:r>
            <a:r>
              <a:rPr lang="en-US" altLang="zh-CN" sz="2800" b="1" i="1" dirty="0" err="1">
                <a:solidFill>
                  <a:srgbClr val="FF3300"/>
                </a:solidFill>
              </a:rPr>
              <a:t>fr</a:t>
            </a:r>
            <a:r>
              <a:rPr lang="en-US" altLang="zh-CN" sz="2800" b="1" dirty="0">
                <a:solidFill>
                  <a:srgbClr val="FF3300"/>
                </a:solidFill>
              </a:rPr>
              <a:t>[1]  </a:t>
            </a:r>
            <a:r>
              <a:rPr lang="en-US" altLang="zh-CN" sz="2800" b="1" i="1" dirty="0" err="1">
                <a:solidFill>
                  <a:srgbClr val="FF3300"/>
                </a:solidFill>
              </a:rPr>
              <a:t>fr</a:t>
            </a:r>
            <a:r>
              <a:rPr lang="en-US" altLang="zh-CN" sz="2800" b="1" dirty="0">
                <a:solidFill>
                  <a:srgbClr val="FF3300"/>
                </a:solidFill>
              </a:rPr>
              <a:t>[2]  </a:t>
            </a:r>
            <a:r>
              <a:rPr lang="en-US" altLang="zh-CN" sz="2800" b="1" i="1" dirty="0" err="1">
                <a:solidFill>
                  <a:srgbClr val="FF3300"/>
                </a:solidFill>
              </a:rPr>
              <a:t>fr</a:t>
            </a:r>
            <a:r>
              <a:rPr lang="en-US" altLang="zh-CN" sz="2800" b="1" dirty="0">
                <a:solidFill>
                  <a:srgbClr val="FF3300"/>
                </a:solidFill>
              </a:rPr>
              <a:t>[3]  </a:t>
            </a:r>
            <a:r>
              <a:rPr lang="en-US" altLang="zh-CN" sz="2800" b="1" i="1" dirty="0" err="1">
                <a:solidFill>
                  <a:srgbClr val="FF3300"/>
                </a:solidFill>
              </a:rPr>
              <a:t>fr</a:t>
            </a:r>
            <a:r>
              <a:rPr lang="en-US" altLang="zh-CN" sz="2800" b="1" dirty="0">
                <a:solidFill>
                  <a:srgbClr val="FF3300"/>
                </a:solidFill>
              </a:rPr>
              <a:t>[4]   </a:t>
            </a:r>
            <a:r>
              <a:rPr lang="en-US" altLang="zh-CN" sz="2800" b="1" i="1" dirty="0" err="1">
                <a:solidFill>
                  <a:srgbClr val="FF3300"/>
                </a:solidFill>
              </a:rPr>
              <a:t>fr</a:t>
            </a:r>
            <a:r>
              <a:rPr lang="en-US" altLang="zh-CN" sz="2800" b="1" dirty="0">
                <a:solidFill>
                  <a:srgbClr val="FF3300"/>
                </a:solidFill>
              </a:rPr>
              <a:t>[5]  </a:t>
            </a:r>
            <a:r>
              <a:rPr lang="en-US" altLang="zh-CN" sz="2800" b="1" i="1" dirty="0" err="1">
                <a:solidFill>
                  <a:srgbClr val="FF3300"/>
                </a:solidFill>
              </a:rPr>
              <a:t>fr</a:t>
            </a:r>
            <a:r>
              <a:rPr lang="en-US" altLang="zh-CN" sz="2800" b="1" dirty="0">
                <a:solidFill>
                  <a:srgbClr val="FF3300"/>
                </a:solidFill>
              </a:rPr>
              <a:t>[6]  </a:t>
            </a:r>
            <a:r>
              <a:rPr lang="en-US" altLang="zh-CN" sz="2800" b="1" i="1" dirty="0" err="1">
                <a:solidFill>
                  <a:srgbClr val="FF3300"/>
                </a:solidFill>
              </a:rPr>
              <a:t>fr</a:t>
            </a:r>
            <a:r>
              <a:rPr lang="en-US" altLang="zh-CN" sz="2800" b="1" dirty="0">
                <a:solidFill>
                  <a:srgbClr val="FF3300"/>
                </a:solidFill>
              </a:rPr>
              <a:t>[7]  </a:t>
            </a:r>
            <a:r>
              <a:rPr lang="en-US" altLang="zh-CN" sz="2800" b="1" i="1" dirty="0" err="1">
                <a:solidFill>
                  <a:srgbClr val="FF3300"/>
                </a:solidFill>
              </a:rPr>
              <a:t>fr</a:t>
            </a:r>
            <a:r>
              <a:rPr lang="en-US" altLang="zh-CN" sz="2800" b="1" dirty="0">
                <a:solidFill>
                  <a:srgbClr val="FF3300"/>
                </a:solidFill>
              </a:rPr>
              <a:t>[8]  </a:t>
            </a:r>
            <a:r>
              <a:rPr lang="en-US" altLang="zh-CN" sz="2800" b="1" i="1" dirty="0" err="1">
                <a:solidFill>
                  <a:srgbClr val="FF3300"/>
                </a:solidFill>
              </a:rPr>
              <a:t>fr</a:t>
            </a:r>
            <a:r>
              <a:rPr lang="en-US" altLang="zh-CN" sz="2800" b="1" dirty="0">
                <a:solidFill>
                  <a:srgbClr val="FF3300"/>
                </a:solidFill>
              </a:rPr>
              <a:t>[9]</a:t>
            </a:r>
            <a:endParaRPr lang="en-US" altLang="zh-CN"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6093" name="Text Box 45">
            <a:extLst>
              <a:ext uri="{FF2B5EF4-FFF2-40B4-BE49-F238E27FC236}">
                <a16:creationId xmlns:a16="http://schemas.microsoft.com/office/drawing/2014/main" id="{DD415D88-08C0-0443-FA65-C0C057B600EB}"/>
              </a:ext>
            </a:extLst>
          </p:cNvPr>
          <p:cNvSpPr txBox="1">
            <a:spLocks noChangeArrowheads="1"/>
          </p:cNvSpPr>
          <p:nvPr/>
        </p:nvSpPr>
        <p:spPr bwMode="auto">
          <a:xfrm>
            <a:off x="76200" y="5249863"/>
            <a:ext cx="1978025" cy="519112"/>
          </a:xfrm>
          <a:prstGeom prst="rect">
            <a:avLst/>
          </a:prstGeom>
          <a:noFill/>
          <a:ln w="9525">
            <a:noFill/>
            <a:miter lim="800000"/>
            <a:headEnd/>
            <a:tailEnd/>
          </a:ln>
        </p:spPr>
        <p:txBody>
          <a:bodyPr wrap="none">
            <a:spAutoFit/>
          </a:bodyPr>
          <a:lstStyle/>
          <a:p>
            <a:pPr>
              <a:defRPr/>
            </a:pPr>
            <a:r>
              <a:rPr lang="zh-CN" altLang="en-US" sz="2800" b="1">
                <a:solidFill>
                  <a:schemeClr val="tx2"/>
                </a:solidFill>
                <a:effectLst>
                  <a:outerShdw blurRad="38100" dist="38100" dir="2700000" algn="tl">
                    <a:srgbClr val="C0C0C0"/>
                  </a:outerShdw>
                </a:effectLst>
                <a:ea typeface="仿宋_GB2312" pitchFamily="49" charset="-122"/>
              </a:rPr>
              <a:t>第一趟收集</a:t>
            </a:r>
          </a:p>
        </p:txBody>
      </p:sp>
      <p:sp>
        <p:nvSpPr>
          <p:cNvPr id="386094" name="Rectangle 46" descr="白色大理石">
            <a:extLst>
              <a:ext uri="{FF2B5EF4-FFF2-40B4-BE49-F238E27FC236}">
                <a16:creationId xmlns:a16="http://schemas.microsoft.com/office/drawing/2014/main" id="{CDE4B569-58FF-9FAE-557B-1123BCA79AB5}"/>
              </a:ext>
            </a:extLst>
          </p:cNvPr>
          <p:cNvSpPr>
            <a:spLocks noChangeArrowheads="1"/>
          </p:cNvSpPr>
          <p:nvPr/>
        </p:nvSpPr>
        <p:spPr bwMode="auto">
          <a:xfrm>
            <a:off x="1524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530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87" name="Line 47">
            <a:extLst>
              <a:ext uri="{FF2B5EF4-FFF2-40B4-BE49-F238E27FC236}">
                <a16:creationId xmlns:a16="http://schemas.microsoft.com/office/drawing/2014/main" id="{2A38B794-5150-2DEF-53C2-8B6B1A6DFFA1}"/>
              </a:ext>
            </a:extLst>
          </p:cNvPr>
          <p:cNvSpPr>
            <a:spLocks noChangeShapeType="1"/>
          </p:cNvSpPr>
          <p:nvPr/>
        </p:nvSpPr>
        <p:spPr bwMode="auto">
          <a:xfrm>
            <a:off x="7620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096" name="Rectangle 48" descr="白色大理石">
            <a:extLst>
              <a:ext uri="{FF2B5EF4-FFF2-40B4-BE49-F238E27FC236}">
                <a16:creationId xmlns:a16="http://schemas.microsoft.com/office/drawing/2014/main" id="{92E23871-4B2A-7AA5-3F50-B0F71C144B41}"/>
              </a:ext>
            </a:extLst>
          </p:cNvPr>
          <p:cNvSpPr>
            <a:spLocks noChangeArrowheads="1"/>
          </p:cNvSpPr>
          <p:nvPr/>
        </p:nvSpPr>
        <p:spPr bwMode="auto">
          <a:xfrm>
            <a:off x="10668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790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89" name="Line 49">
            <a:extLst>
              <a:ext uri="{FF2B5EF4-FFF2-40B4-BE49-F238E27FC236}">
                <a16:creationId xmlns:a16="http://schemas.microsoft.com/office/drawing/2014/main" id="{8285D0C9-61A5-7EED-5DBC-BB51AB190486}"/>
              </a:ext>
            </a:extLst>
          </p:cNvPr>
          <p:cNvSpPr>
            <a:spLocks noChangeShapeType="1"/>
          </p:cNvSpPr>
          <p:nvPr/>
        </p:nvSpPr>
        <p:spPr bwMode="auto">
          <a:xfrm>
            <a:off x="16764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098" name="Rectangle 50" descr="白色大理石">
            <a:extLst>
              <a:ext uri="{FF2B5EF4-FFF2-40B4-BE49-F238E27FC236}">
                <a16:creationId xmlns:a16="http://schemas.microsoft.com/office/drawing/2014/main" id="{079EBBF4-D2AA-AF63-B8FE-3D5B9EAAB13F}"/>
              </a:ext>
            </a:extLst>
          </p:cNvPr>
          <p:cNvSpPr>
            <a:spLocks noChangeArrowheads="1"/>
          </p:cNvSpPr>
          <p:nvPr/>
        </p:nvSpPr>
        <p:spPr bwMode="auto">
          <a:xfrm>
            <a:off x="19812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921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91" name="Line 51">
            <a:extLst>
              <a:ext uri="{FF2B5EF4-FFF2-40B4-BE49-F238E27FC236}">
                <a16:creationId xmlns:a16="http://schemas.microsoft.com/office/drawing/2014/main" id="{90FAC949-778A-E93F-08BF-4420C470BD71}"/>
              </a:ext>
            </a:extLst>
          </p:cNvPr>
          <p:cNvSpPr>
            <a:spLocks noChangeShapeType="1"/>
          </p:cNvSpPr>
          <p:nvPr/>
        </p:nvSpPr>
        <p:spPr bwMode="auto">
          <a:xfrm>
            <a:off x="25908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100" name="Rectangle 52" descr="白色大理石">
            <a:extLst>
              <a:ext uri="{FF2B5EF4-FFF2-40B4-BE49-F238E27FC236}">
                <a16:creationId xmlns:a16="http://schemas.microsoft.com/office/drawing/2014/main" id="{9F372769-DC5B-6A20-09E1-D8F6C0D3C2D1}"/>
              </a:ext>
            </a:extLst>
          </p:cNvPr>
          <p:cNvSpPr>
            <a:spLocks noChangeArrowheads="1"/>
          </p:cNvSpPr>
          <p:nvPr/>
        </p:nvSpPr>
        <p:spPr bwMode="auto">
          <a:xfrm>
            <a:off x="28956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101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93" name="Line 53">
            <a:extLst>
              <a:ext uri="{FF2B5EF4-FFF2-40B4-BE49-F238E27FC236}">
                <a16:creationId xmlns:a16="http://schemas.microsoft.com/office/drawing/2014/main" id="{7B423F3A-F18F-516A-7EEA-F4E4C9162E73}"/>
              </a:ext>
            </a:extLst>
          </p:cNvPr>
          <p:cNvSpPr>
            <a:spLocks noChangeShapeType="1"/>
          </p:cNvSpPr>
          <p:nvPr/>
        </p:nvSpPr>
        <p:spPr bwMode="auto">
          <a:xfrm>
            <a:off x="35052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102" name="Rectangle 54" descr="白色大理石">
            <a:extLst>
              <a:ext uri="{FF2B5EF4-FFF2-40B4-BE49-F238E27FC236}">
                <a16:creationId xmlns:a16="http://schemas.microsoft.com/office/drawing/2014/main" id="{9DEE29CE-9BC7-E7D1-AA05-33478FC07E54}"/>
              </a:ext>
            </a:extLst>
          </p:cNvPr>
          <p:cNvSpPr>
            <a:spLocks noChangeArrowheads="1"/>
          </p:cNvSpPr>
          <p:nvPr/>
        </p:nvSpPr>
        <p:spPr bwMode="auto">
          <a:xfrm>
            <a:off x="38100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614</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95" name="Line 55">
            <a:extLst>
              <a:ext uri="{FF2B5EF4-FFF2-40B4-BE49-F238E27FC236}">
                <a16:creationId xmlns:a16="http://schemas.microsoft.com/office/drawing/2014/main" id="{C3FD3A5D-37D0-6A1D-0792-D49D52B5A2B6}"/>
              </a:ext>
            </a:extLst>
          </p:cNvPr>
          <p:cNvSpPr>
            <a:spLocks noChangeShapeType="1"/>
          </p:cNvSpPr>
          <p:nvPr/>
        </p:nvSpPr>
        <p:spPr bwMode="auto">
          <a:xfrm>
            <a:off x="44196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104" name="Rectangle 56" descr="白色大理石">
            <a:extLst>
              <a:ext uri="{FF2B5EF4-FFF2-40B4-BE49-F238E27FC236}">
                <a16:creationId xmlns:a16="http://schemas.microsoft.com/office/drawing/2014/main" id="{04E62A86-807D-8E94-C513-DB72CCC2DE96}"/>
              </a:ext>
            </a:extLst>
          </p:cNvPr>
          <p:cNvSpPr>
            <a:spLocks noChangeArrowheads="1"/>
          </p:cNvSpPr>
          <p:nvPr/>
        </p:nvSpPr>
        <p:spPr bwMode="auto">
          <a:xfrm>
            <a:off x="47244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485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97" name="Line 57">
            <a:extLst>
              <a:ext uri="{FF2B5EF4-FFF2-40B4-BE49-F238E27FC236}">
                <a16:creationId xmlns:a16="http://schemas.microsoft.com/office/drawing/2014/main" id="{A02C9835-A51B-E3FE-732B-3860B24EAD3C}"/>
              </a:ext>
            </a:extLst>
          </p:cNvPr>
          <p:cNvSpPr>
            <a:spLocks noChangeShapeType="1"/>
          </p:cNvSpPr>
          <p:nvPr/>
        </p:nvSpPr>
        <p:spPr bwMode="auto">
          <a:xfrm>
            <a:off x="53340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106" name="Rectangle 58" descr="白色大理石">
            <a:extLst>
              <a:ext uri="{FF2B5EF4-FFF2-40B4-BE49-F238E27FC236}">
                <a16:creationId xmlns:a16="http://schemas.microsoft.com/office/drawing/2014/main" id="{1553FBF2-FD89-D20F-06F2-AD9932C8E6C4}"/>
              </a:ext>
            </a:extLst>
          </p:cNvPr>
          <p:cNvSpPr>
            <a:spLocks noChangeArrowheads="1"/>
          </p:cNvSpPr>
          <p:nvPr/>
        </p:nvSpPr>
        <p:spPr bwMode="auto">
          <a:xfrm>
            <a:off x="56388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215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699" name="Line 59">
            <a:extLst>
              <a:ext uri="{FF2B5EF4-FFF2-40B4-BE49-F238E27FC236}">
                <a16:creationId xmlns:a16="http://schemas.microsoft.com/office/drawing/2014/main" id="{B8D79954-A406-2B63-AE0B-459799E1198D}"/>
              </a:ext>
            </a:extLst>
          </p:cNvPr>
          <p:cNvSpPr>
            <a:spLocks noChangeShapeType="1"/>
          </p:cNvSpPr>
          <p:nvPr/>
        </p:nvSpPr>
        <p:spPr bwMode="auto">
          <a:xfrm>
            <a:off x="62484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108" name="Rectangle 60" descr="白色大理石">
            <a:extLst>
              <a:ext uri="{FF2B5EF4-FFF2-40B4-BE49-F238E27FC236}">
                <a16:creationId xmlns:a16="http://schemas.microsoft.com/office/drawing/2014/main" id="{E7776908-8B35-C70E-AFF0-D133BF566123}"/>
              </a:ext>
            </a:extLst>
          </p:cNvPr>
          <p:cNvSpPr>
            <a:spLocks noChangeArrowheads="1"/>
          </p:cNvSpPr>
          <p:nvPr/>
        </p:nvSpPr>
        <p:spPr bwMode="auto">
          <a:xfrm>
            <a:off x="65532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306</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701" name="Line 61">
            <a:extLst>
              <a:ext uri="{FF2B5EF4-FFF2-40B4-BE49-F238E27FC236}">
                <a16:creationId xmlns:a16="http://schemas.microsoft.com/office/drawing/2014/main" id="{ACE64D12-FFCE-21C2-895F-DEC5402198C0}"/>
              </a:ext>
            </a:extLst>
          </p:cNvPr>
          <p:cNvSpPr>
            <a:spLocks noChangeShapeType="1"/>
          </p:cNvSpPr>
          <p:nvPr/>
        </p:nvSpPr>
        <p:spPr bwMode="auto">
          <a:xfrm>
            <a:off x="71628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110" name="Rectangle 62" descr="白色大理石">
            <a:extLst>
              <a:ext uri="{FF2B5EF4-FFF2-40B4-BE49-F238E27FC236}">
                <a16:creationId xmlns:a16="http://schemas.microsoft.com/office/drawing/2014/main" id="{F8CA24E5-9180-6C4F-7F83-8DFEAE617CE2}"/>
              </a:ext>
            </a:extLst>
          </p:cNvPr>
          <p:cNvSpPr>
            <a:spLocks noChangeArrowheads="1"/>
          </p:cNvSpPr>
          <p:nvPr/>
        </p:nvSpPr>
        <p:spPr bwMode="auto">
          <a:xfrm>
            <a:off x="74676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637</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2703" name="Line 63">
            <a:extLst>
              <a:ext uri="{FF2B5EF4-FFF2-40B4-BE49-F238E27FC236}">
                <a16:creationId xmlns:a16="http://schemas.microsoft.com/office/drawing/2014/main" id="{4BD5F56E-3666-766A-259D-988912250167}"/>
              </a:ext>
            </a:extLst>
          </p:cNvPr>
          <p:cNvSpPr>
            <a:spLocks noChangeShapeType="1"/>
          </p:cNvSpPr>
          <p:nvPr/>
        </p:nvSpPr>
        <p:spPr bwMode="auto">
          <a:xfrm>
            <a:off x="80772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6112" name="Rectangle 64" descr="白色大理石">
            <a:extLst>
              <a:ext uri="{FF2B5EF4-FFF2-40B4-BE49-F238E27FC236}">
                <a16:creationId xmlns:a16="http://schemas.microsoft.com/office/drawing/2014/main" id="{69E0A54F-3FC3-1400-F6E1-260BAB00EE3D}"/>
              </a:ext>
            </a:extLst>
          </p:cNvPr>
          <p:cNvSpPr>
            <a:spLocks noChangeArrowheads="1"/>
          </p:cNvSpPr>
          <p:nvPr/>
        </p:nvSpPr>
        <p:spPr bwMode="auto">
          <a:xfrm>
            <a:off x="83820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738</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2" name="标题 1">
            <a:extLst>
              <a:ext uri="{FF2B5EF4-FFF2-40B4-BE49-F238E27FC236}">
                <a16:creationId xmlns:a16="http://schemas.microsoft.com/office/drawing/2014/main" id="{B83DBD9E-308C-4E67-9FB7-148A6339D0F6}"/>
              </a:ext>
            </a:extLst>
          </p:cNvPr>
          <p:cNvSpPr>
            <a:spLocks noGrp="1"/>
          </p:cNvSpPr>
          <p:nvPr>
            <p:ph type="title"/>
          </p:nvPr>
        </p:nvSpPr>
        <p:spPr>
          <a:xfrm>
            <a:off x="171450" y="280988"/>
            <a:ext cx="8820150" cy="566738"/>
          </a:xfrm>
        </p:spPr>
        <p:txBody>
          <a:bodyPr/>
          <a:lstStyle/>
          <a:p>
            <a:r>
              <a:rPr lang="zh-CN" altLang="en-US" sz="3600" dirty="0"/>
              <a:t>基数排序的“分配”与“收集”过程   第一趟</a:t>
            </a:r>
          </a:p>
        </p:txBody>
      </p:sp>
      <p:sp>
        <p:nvSpPr>
          <p:cNvPr id="3" name="灯片编号占位符 2">
            <a:extLst>
              <a:ext uri="{FF2B5EF4-FFF2-40B4-BE49-F238E27FC236}">
                <a16:creationId xmlns:a16="http://schemas.microsoft.com/office/drawing/2014/main" id="{AF9FEEDB-CADC-82D7-7A57-01C7229C244C}"/>
              </a:ext>
            </a:extLst>
          </p:cNvPr>
          <p:cNvSpPr>
            <a:spLocks noGrp="1"/>
          </p:cNvSpPr>
          <p:nvPr>
            <p:ph type="sldNum" sz="quarter" idx="12"/>
          </p:nvPr>
        </p:nvSpPr>
        <p:spPr/>
        <p:txBody>
          <a:bodyPr/>
          <a:lstStyle/>
          <a:p>
            <a:pPr>
              <a:defRPr/>
            </a:pPr>
            <a:fld id="{9BDB78BB-1998-4591-9984-25E32120A030}" type="slidenum">
              <a:rPr lang="en-US" altLang="zh-CN" smtClean="0"/>
              <a:pPr>
                <a:defRPr/>
              </a:pPr>
              <a:t>78</a:t>
            </a:fld>
            <a:endParaRPr lang="en-US" altLang="zh-CN"/>
          </a:p>
        </p:txBody>
      </p:sp>
    </p:spTree>
  </p:cSld>
  <p:clrMapOvr>
    <a:masterClrMapping/>
  </p:clrMapOvr>
  <p:transition>
    <p:spli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5" name="Rectangle 3" descr="白色大理石">
            <a:extLst>
              <a:ext uri="{FF2B5EF4-FFF2-40B4-BE49-F238E27FC236}">
                <a16:creationId xmlns:a16="http://schemas.microsoft.com/office/drawing/2014/main" id="{9C7462B7-C92D-8CB7-C2BE-BC3193ABBCB4}"/>
              </a:ext>
            </a:extLst>
          </p:cNvPr>
          <p:cNvSpPr>
            <a:spLocks noChangeArrowheads="1"/>
          </p:cNvSpPr>
          <p:nvPr/>
        </p:nvSpPr>
        <p:spPr bwMode="auto">
          <a:xfrm>
            <a:off x="38100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614</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668" name="Line 4">
            <a:extLst>
              <a:ext uri="{FF2B5EF4-FFF2-40B4-BE49-F238E27FC236}">
                <a16:creationId xmlns:a16="http://schemas.microsoft.com/office/drawing/2014/main" id="{1A7807B9-80BE-CFF8-CD1F-3470D0A4E11F}"/>
              </a:ext>
            </a:extLst>
          </p:cNvPr>
          <p:cNvSpPr>
            <a:spLocks noChangeShapeType="1"/>
          </p:cNvSpPr>
          <p:nvPr/>
        </p:nvSpPr>
        <p:spPr bwMode="auto">
          <a:xfrm>
            <a:off x="7620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69" name="Line 5">
            <a:extLst>
              <a:ext uri="{FF2B5EF4-FFF2-40B4-BE49-F238E27FC236}">
                <a16:creationId xmlns:a16="http://schemas.microsoft.com/office/drawing/2014/main" id="{C29AAE4F-1556-5B17-76AD-CBD3DCFF808C}"/>
              </a:ext>
            </a:extLst>
          </p:cNvPr>
          <p:cNvSpPr>
            <a:spLocks noChangeShapeType="1"/>
          </p:cNvSpPr>
          <p:nvPr/>
        </p:nvSpPr>
        <p:spPr bwMode="auto">
          <a:xfrm>
            <a:off x="16764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078" name="Rectangle 6" descr="白色大理石">
            <a:extLst>
              <a:ext uri="{FF2B5EF4-FFF2-40B4-BE49-F238E27FC236}">
                <a16:creationId xmlns:a16="http://schemas.microsoft.com/office/drawing/2014/main" id="{320FC16C-9CF0-62BA-FE7B-00F9A2734B70}"/>
              </a:ext>
            </a:extLst>
          </p:cNvPr>
          <p:cNvSpPr>
            <a:spLocks noChangeArrowheads="1"/>
          </p:cNvSpPr>
          <p:nvPr/>
        </p:nvSpPr>
        <p:spPr bwMode="auto">
          <a:xfrm>
            <a:off x="19812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921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671" name="Line 7">
            <a:extLst>
              <a:ext uri="{FF2B5EF4-FFF2-40B4-BE49-F238E27FC236}">
                <a16:creationId xmlns:a16="http://schemas.microsoft.com/office/drawing/2014/main" id="{6C37355C-8CEE-7690-6348-DB3454CCE0D4}"/>
              </a:ext>
            </a:extLst>
          </p:cNvPr>
          <p:cNvSpPr>
            <a:spLocks noChangeShapeType="1"/>
          </p:cNvSpPr>
          <p:nvPr/>
        </p:nvSpPr>
        <p:spPr bwMode="auto">
          <a:xfrm>
            <a:off x="25908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080" name="Rectangle 8" descr="白色大理石">
            <a:extLst>
              <a:ext uri="{FF2B5EF4-FFF2-40B4-BE49-F238E27FC236}">
                <a16:creationId xmlns:a16="http://schemas.microsoft.com/office/drawing/2014/main" id="{DBCC1685-E8FA-1DA8-38ED-F938AFA43069}"/>
              </a:ext>
            </a:extLst>
          </p:cNvPr>
          <p:cNvSpPr>
            <a:spLocks noChangeArrowheads="1"/>
          </p:cNvSpPr>
          <p:nvPr/>
        </p:nvSpPr>
        <p:spPr bwMode="auto">
          <a:xfrm>
            <a:off x="47244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485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673" name="Line 9">
            <a:extLst>
              <a:ext uri="{FF2B5EF4-FFF2-40B4-BE49-F238E27FC236}">
                <a16:creationId xmlns:a16="http://schemas.microsoft.com/office/drawing/2014/main" id="{E285DDC2-BC49-80FF-3C98-AD7CA43DCF37}"/>
              </a:ext>
            </a:extLst>
          </p:cNvPr>
          <p:cNvSpPr>
            <a:spLocks noChangeShapeType="1"/>
          </p:cNvSpPr>
          <p:nvPr/>
        </p:nvSpPr>
        <p:spPr bwMode="auto">
          <a:xfrm>
            <a:off x="35052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082" name="Rectangle 10" descr="白色大理石">
            <a:extLst>
              <a:ext uri="{FF2B5EF4-FFF2-40B4-BE49-F238E27FC236}">
                <a16:creationId xmlns:a16="http://schemas.microsoft.com/office/drawing/2014/main" id="{F231F944-9B29-2075-3A32-ED3AF10C3A97}"/>
              </a:ext>
            </a:extLst>
          </p:cNvPr>
          <p:cNvSpPr>
            <a:spLocks noChangeArrowheads="1"/>
          </p:cNvSpPr>
          <p:nvPr/>
        </p:nvSpPr>
        <p:spPr bwMode="auto">
          <a:xfrm>
            <a:off x="74676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637</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7083" name="Rectangle 11" descr="白色大理石">
            <a:extLst>
              <a:ext uri="{FF2B5EF4-FFF2-40B4-BE49-F238E27FC236}">
                <a16:creationId xmlns:a16="http://schemas.microsoft.com/office/drawing/2014/main" id="{A847927F-198A-0EEF-AC4C-9E39C422C57B}"/>
              </a:ext>
            </a:extLst>
          </p:cNvPr>
          <p:cNvSpPr>
            <a:spLocks noChangeArrowheads="1"/>
          </p:cNvSpPr>
          <p:nvPr/>
        </p:nvSpPr>
        <p:spPr bwMode="auto">
          <a:xfrm>
            <a:off x="83820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738</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676" name="Line 12">
            <a:extLst>
              <a:ext uri="{FF2B5EF4-FFF2-40B4-BE49-F238E27FC236}">
                <a16:creationId xmlns:a16="http://schemas.microsoft.com/office/drawing/2014/main" id="{BB5ABB93-C567-69CA-8454-7FD386588C83}"/>
              </a:ext>
            </a:extLst>
          </p:cNvPr>
          <p:cNvSpPr>
            <a:spLocks noChangeShapeType="1"/>
          </p:cNvSpPr>
          <p:nvPr/>
        </p:nvSpPr>
        <p:spPr bwMode="auto">
          <a:xfrm>
            <a:off x="44196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085" name="Rectangle 13" descr="白色大理石">
            <a:extLst>
              <a:ext uri="{FF2B5EF4-FFF2-40B4-BE49-F238E27FC236}">
                <a16:creationId xmlns:a16="http://schemas.microsoft.com/office/drawing/2014/main" id="{187CE4C4-F0D9-AE5E-8188-356579ED9571}"/>
              </a:ext>
            </a:extLst>
          </p:cNvPr>
          <p:cNvSpPr>
            <a:spLocks noChangeArrowheads="1"/>
          </p:cNvSpPr>
          <p:nvPr/>
        </p:nvSpPr>
        <p:spPr bwMode="auto">
          <a:xfrm>
            <a:off x="28956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101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678" name="Line 14">
            <a:extLst>
              <a:ext uri="{FF2B5EF4-FFF2-40B4-BE49-F238E27FC236}">
                <a16:creationId xmlns:a16="http://schemas.microsoft.com/office/drawing/2014/main" id="{3F5B19F6-2877-F9A9-10E5-FE5F3722D8FA}"/>
              </a:ext>
            </a:extLst>
          </p:cNvPr>
          <p:cNvSpPr>
            <a:spLocks noChangeShapeType="1"/>
          </p:cNvSpPr>
          <p:nvPr/>
        </p:nvSpPr>
        <p:spPr bwMode="auto">
          <a:xfrm>
            <a:off x="53340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087" name="Rectangle 15" descr="白色大理石">
            <a:extLst>
              <a:ext uri="{FF2B5EF4-FFF2-40B4-BE49-F238E27FC236}">
                <a16:creationId xmlns:a16="http://schemas.microsoft.com/office/drawing/2014/main" id="{02748E14-0721-4AF3-89AB-12691C05B6A4}"/>
              </a:ext>
            </a:extLst>
          </p:cNvPr>
          <p:cNvSpPr>
            <a:spLocks noChangeArrowheads="1"/>
          </p:cNvSpPr>
          <p:nvPr/>
        </p:nvSpPr>
        <p:spPr bwMode="auto">
          <a:xfrm>
            <a:off x="56388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215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680" name="Line 16">
            <a:extLst>
              <a:ext uri="{FF2B5EF4-FFF2-40B4-BE49-F238E27FC236}">
                <a16:creationId xmlns:a16="http://schemas.microsoft.com/office/drawing/2014/main" id="{69505DB5-063B-1CDB-E597-874C073D90B2}"/>
              </a:ext>
            </a:extLst>
          </p:cNvPr>
          <p:cNvSpPr>
            <a:spLocks noChangeShapeType="1"/>
          </p:cNvSpPr>
          <p:nvPr/>
        </p:nvSpPr>
        <p:spPr bwMode="auto">
          <a:xfrm>
            <a:off x="62484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089" name="Rectangle 17" descr="白色大理石">
            <a:extLst>
              <a:ext uri="{FF2B5EF4-FFF2-40B4-BE49-F238E27FC236}">
                <a16:creationId xmlns:a16="http://schemas.microsoft.com/office/drawing/2014/main" id="{114FFCAE-7640-352D-0CBE-3E5E7927EE80}"/>
              </a:ext>
            </a:extLst>
          </p:cNvPr>
          <p:cNvSpPr>
            <a:spLocks noChangeArrowheads="1"/>
          </p:cNvSpPr>
          <p:nvPr/>
        </p:nvSpPr>
        <p:spPr bwMode="auto">
          <a:xfrm>
            <a:off x="1524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530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682" name="Line 18">
            <a:extLst>
              <a:ext uri="{FF2B5EF4-FFF2-40B4-BE49-F238E27FC236}">
                <a16:creationId xmlns:a16="http://schemas.microsoft.com/office/drawing/2014/main" id="{62F0D06D-1421-02A4-E68D-4F2C34ED8B6C}"/>
              </a:ext>
            </a:extLst>
          </p:cNvPr>
          <p:cNvSpPr>
            <a:spLocks noChangeShapeType="1"/>
          </p:cNvSpPr>
          <p:nvPr/>
        </p:nvSpPr>
        <p:spPr bwMode="auto">
          <a:xfrm>
            <a:off x="71628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091" name="Rectangle 19" descr="白色大理石">
            <a:extLst>
              <a:ext uri="{FF2B5EF4-FFF2-40B4-BE49-F238E27FC236}">
                <a16:creationId xmlns:a16="http://schemas.microsoft.com/office/drawing/2014/main" id="{B750AC02-0FCF-E93A-753F-45E6C5CB15A3}"/>
              </a:ext>
            </a:extLst>
          </p:cNvPr>
          <p:cNvSpPr>
            <a:spLocks noChangeArrowheads="1"/>
          </p:cNvSpPr>
          <p:nvPr/>
        </p:nvSpPr>
        <p:spPr bwMode="auto">
          <a:xfrm>
            <a:off x="10668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790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684" name="Line 20">
            <a:extLst>
              <a:ext uri="{FF2B5EF4-FFF2-40B4-BE49-F238E27FC236}">
                <a16:creationId xmlns:a16="http://schemas.microsoft.com/office/drawing/2014/main" id="{A6DEF607-4948-8393-DCB0-BFF2DEFC0BB3}"/>
              </a:ext>
            </a:extLst>
          </p:cNvPr>
          <p:cNvSpPr>
            <a:spLocks noChangeShapeType="1"/>
          </p:cNvSpPr>
          <p:nvPr/>
        </p:nvSpPr>
        <p:spPr bwMode="auto">
          <a:xfrm>
            <a:off x="8077200" y="1219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093" name="Rectangle 21" descr="白色大理石">
            <a:extLst>
              <a:ext uri="{FF2B5EF4-FFF2-40B4-BE49-F238E27FC236}">
                <a16:creationId xmlns:a16="http://schemas.microsoft.com/office/drawing/2014/main" id="{A495F5CA-F6FA-D259-BF18-F57B2A585973}"/>
              </a:ext>
            </a:extLst>
          </p:cNvPr>
          <p:cNvSpPr>
            <a:spLocks noChangeArrowheads="1"/>
          </p:cNvSpPr>
          <p:nvPr/>
        </p:nvSpPr>
        <p:spPr bwMode="auto">
          <a:xfrm>
            <a:off x="6553200" y="990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306</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7094" name="Text Box 22">
            <a:extLst>
              <a:ext uri="{FF2B5EF4-FFF2-40B4-BE49-F238E27FC236}">
                <a16:creationId xmlns:a16="http://schemas.microsoft.com/office/drawing/2014/main" id="{F24C91E1-F617-8BF8-D714-596F7F6A84B8}"/>
              </a:ext>
            </a:extLst>
          </p:cNvPr>
          <p:cNvSpPr txBox="1">
            <a:spLocks noChangeArrowheads="1"/>
          </p:cNvSpPr>
          <p:nvPr/>
        </p:nvSpPr>
        <p:spPr bwMode="auto">
          <a:xfrm>
            <a:off x="76200" y="1766888"/>
            <a:ext cx="4965700" cy="519112"/>
          </a:xfrm>
          <a:prstGeom prst="rect">
            <a:avLst/>
          </a:prstGeom>
          <a:noFill/>
          <a:ln w="9525">
            <a:noFill/>
            <a:miter lim="800000"/>
            <a:headEnd/>
            <a:tailEnd/>
          </a:ln>
        </p:spPr>
        <p:txBody>
          <a:bodyPr wrap="none">
            <a:spAutoFit/>
          </a:bodyPr>
          <a:lstStyle/>
          <a:p>
            <a:pPr>
              <a:defRPr/>
            </a:pPr>
            <a:r>
              <a:rPr lang="zh-CN" altLang="en-US" sz="2800" b="1">
                <a:solidFill>
                  <a:schemeClr val="tx2"/>
                </a:solidFill>
                <a:effectLst>
                  <a:outerShdw blurRad="38100" dist="38100" dir="2700000" algn="tl">
                    <a:srgbClr val="C0C0C0"/>
                  </a:outerShdw>
                </a:effectLst>
                <a:ea typeface="仿宋_GB2312" pitchFamily="49" charset="-122"/>
              </a:rPr>
              <a:t>第二趟分配（按次低位 </a:t>
            </a:r>
            <a:r>
              <a:rPr lang="en-US" altLang="zh-CN" sz="2800" b="1" i="1">
                <a:solidFill>
                  <a:schemeClr val="tx2"/>
                </a:solidFill>
                <a:effectLst>
                  <a:outerShdw blurRad="38100" dist="38100" dir="2700000" algn="tl">
                    <a:srgbClr val="C0C0C0"/>
                  </a:outerShdw>
                </a:effectLst>
                <a:ea typeface="仿宋_GB2312" pitchFamily="49" charset="-122"/>
              </a:rPr>
              <a:t>i</a:t>
            </a:r>
            <a:r>
              <a:rPr lang="en-US" altLang="zh-CN" sz="2800" b="1">
                <a:solidFill>
                  <a:schemeClr val="tx2"/>
                </a:solidFill>
                <a:effectLst>
                  <a:outerShdw blurRad="38100" dist="38100" dir="2700000" algn="tl">
                    <a:srgbClr val="C0C0C0"/>
                  </a:outerShdw>
                </a:effectLst>
                <a:ea typeface="仿宋_GB2312" pitchFamily="49" charset="-122"/>
              </a:rPr>
              <a:t> = 2 </a:t>
            </a:r>
            <a:r>
              <a:rPr lang="zh-CN" altLang="en-US" sz="2800" b="1">
                <a:solidFill>
                  <a:schemeClr val="tx2"/>
                </a:solidFill>
                <a:effectLst>
                  <a:outerShdw blurRad="38100" dist="38100" dir="2700000" algn="tl">
                    <a:srgbClr val="C0C0C0"/>
                  </a:outerShdw>
                </a:effectLst>
                <a:ea typeface="仿宋_GB2312" pitchFamily="49" charset="-122"/>
              </a:rPr>
              <a:t>）</a:t>
            </a:r>
          </a:p>
        </p:txBody>
      </p:sp>
      <p:sp>
        <p:nvSpPr>
          <p:cNvPr id="113687" name="Text Box 23">
            <a:extLst>
              <a:ext uri="{FF2B5EF4-FFF2-40B4-BE49-F238E27FC236}">
                <a16:creationId xmlns:a16="http://schemas.microsoft.com/office/drawing/2014/main" id="{AD6F0086-10B4-675A-9B0B-0808204E9EA2}"/>
              </a:ext>
            </a:extLst>
          </p:cNvPr>
          <p:cNvSpPr txBox="1">
            <a:spLocks noChangeArrowheads="1"/>
          </p:cNvSpPr>
          <p:nvPr/>
        </p:nvSpPr>
        <p:spPr bwMode="auto">
          <a:xfrm>
            <a:off x="171450" y="2276475"/>
            <a:ext cx="8896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[0]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[1]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[2]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[3]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[4]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[5]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[6]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[7]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[8]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[9]</a:t>
            </a:r>
            <a:endParaRPr kumimoji="1" lang="en-US" altLang="zh-CN" sz="2800" b="1">
              <a:latin typeface="Times New Roman" panose="02020603050405020304" pitchFamily="18" charset="0"/>
              <a:ea typeface="仿宋_GB2312" pitchFamily="49" charset="-122"/>
            </a:endParaRPr>
          </a:p>
        </p:txBody>
      </p:sp>
      <p:sp>
        <p:nvSpPr>
          <p:cNvPr id="113688" name="Line 24">
            <a:extLst>
              <a:ext uri="{FF2B5EF4-FFF2-40B4-BE49-F238E27FC236}">
                <a16:creationId xmlns:a16="http://schemas.microsoft.com/office/drawing/2014/main" id="{CA8A3AC9-59CE-645C-572B-9629AB3D3C2D}"/>
              </a:ext>
            </a:extLst>
          </p:cNvPr>
          <p:cNvSpPr>
            <a:spLocks noChangeShapeType="1"/>
          </p:cNvSpPr>
          <p:nvPr/>
        </p:nvSpPr>
        <p:spPr bwMode="auto">
          <a:xfrm>
            <a:off x="5334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9" name="Line 25">
            <a:extLst>
              <a:ext uri="{FF2B5EF4-FFF2-40B4-BE49-F238E27FC236}">
                <a16:creationId xmlns:a16="http://schemas.microsoft.com/office/drawing/2014/main" id="{3F07E240-0FD3-C0BB-56F4-A37218E33C37}"/>
              </a:ext>
            </a:extLst>
          </p:cNvPr>
          <p:cNvSpPr>
            <a:spLocks noChangeShapeType="1"/>
          </p:cNvSpPr>
          <p:nvPr/>
        </p:nvSpPr>
        <p:spPr bwMode="auto">
          <a:xfrm>
            <a:off x="14478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0" name="Line 26">
            <a:extLst>
              <a:ext uri="{FF2B5EF4-FFF2-40B4-BE49-F238E27FC236}">
                <a16:creationId xmlns:a16="http://schemas.microsoft.com/office/drawing/2014/main" id="{5CC6E816-DF79-5DBB-8099-3D9775352D43}"/>
              </a:ext>
            </a:extLst>
          </p:cNvPr>
          <p:cNvSpPr>
            <a:spLocks noChangeShapeType="1"/>
          </p:cNvSpPr>
          <p:nvPr/>
        </p:nvSpPr>
        <p:spPr bwMode="auto">
          <a:xfrm>
            <a:off x="23622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1" name="Line 27">
            <a:extLst>
              <a:ext uri="{FF2B5EF4-FFF2-40B4-BE49-F238E27FC236}">
                <a16:creationId xmlns:a16="http://schemas.microsoft.com/office/drawing/2014/main" id="{5D7A6EF8-537C-5AB1-A860-7041990EE3B4}"/>
              </a:ext>
            </a:extLst>
          </p:cNvPr>
          <p:cNvSpPr>
            <a:spLocks noChangeShapeType="1"/>
          </p:cNvSpPr>
          <p:nvPr/>
        </p:nvSpPr>
        <p:spPr bwMode="auto">
          <a:xfrm>
            <a:off x="32004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2" name="Line 28">
            <a:extLst>
              <a:ext uri="{FF2B5EF4-FFF2-40B4-BE49-F238E27FC236}">
                <a16:creationId xmlns:a16="http://schemas.microsoft.com/office/drawing/2014/main" id="{A67DA6C6-A162-9C6E-9861-119C469B74F6}"/>
              </a:ext>
            </a:extLst>
          </p:cNvPr>
          <p:cNvSpPr>
            <a:spLocks noChangeShapeType="1"/>
          </p:cNvSpPr>
          <p:nvPr/>
        </p:nvSpPr>
        <p:spPr bwMode="auto">
          <a:xfrm>
            <a:off x="41148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3" name="Line 29">
            <a:extLst>
              <a:ext uri="{FF2B5EF4-FFF2-40B4-BE49-F238E27FC236}">
                <a16:creationId xmlns:a16="http://schemas.microsoft.com/office/drawing/2014/main" id="{C3E91F4F-3D61-9999-953E-6D362E4DB8EA}"/>
              </a:ext>
            </a:extLst>
          </p:cNvPr>
          <p:cNvSpPr>
            <a:spLocks noChangeShapeType="1"/>
          </p:cNvSpPr>
          <p:nvPr/>
        </p:nvSpPr>
        <p:spPr bwMode="auto">
          <a:xfrm>
            <a:off x="50292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4" name="Line 30">
            <a:extLst>
              <a:ext uri="{FF2B5EF4-FFF2-40B4-BE49-F238E27FC236}">
                <a16:creationId xmlns:a16="http://schemas.microsoft.com/office/drawing/2014/main" id="{FDAD70DB-8392-2DD2-D415-CE9178F6C083}"/>
              </a:ext>
            </a:extLst>
          </p:cNvPr>
          <p:cNvSpPr>
            <a:spLocks noChangeShapeType="1"/>
          </p:cNvSpPr>
          <p:nvPr/>
        </p:nvSpPr>
        <p:spPr bwMode="auto">
          <a:xfrm>
            <a:off x="58674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5" name="Line 31">
            <a:extLst>
              <a:ext uri="{FF2B5EF4-FFF2-40B4-BE49-F238E27FC236}">
                <a16:creationId xmlns:a16="http://schemas.microsoft.com/office/drawing/2014/main" id="{5E48584D-4F61-3452-10C4-BAC5056D6C21}"/>
              </a:ext>
            </a:extLst>
          </p:cNvPr>
          <p:cNvSpPr>
            <a:spLocks noChangeShapeType="1"/>
          </p:cNvSpPr>
          <p:nvPr/>
        </p:nvSpPr>
        <p:spPr bwMode="auto">
          <a:xfrm>
            <a:off x="67818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6" name="Line 32">
            <a:extLst>
              <a:ext uri="{FF2B5EF4-FFF2-40B4-BE49-F238E27FC236}">
                <a16:creationId xmlns:a16="http://schemas.microsoft.com/office/drawing/2014/main" id="{2E79A676-1825-65C9-C97A-257F2BEEF03E}"/>
              </a:ext>
            </a:extLst>
          </p:cNvPr>
          <p:cNvSpPr>
            <a:spLocks noChangeShapeType="1"/>
          </p:cNvSpPr>
          <p:nvPr/>
        </p:nvSpPr>
        <p:spPr bwMode="auto">
          <a:xfrm>
            <a:off x="76962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7" name="Line 33">
            <a:extLst>
              <a:ext uri="{FF2B5EF4-FFF2-40B4-BE49-F238E27FC236}">
                <a16:creationId xmlns:a16="http://schemas.microsoft.com/office/drawing/2014/main" id="{75C4A359-C3E5-3C00-EFB2-47D9FAA1F74E}"/>
              </a:ext>
            </a:extLst>
          </p:cNvPr>
          <p:cNvSpPr>
            <a:spLocks noChangeShapeType="1"/>
          </p:cNvSpPr>
          <p:nvPr/>
        </p:nvSpPr>
        <p:spPr bwMode="auto">
          <a:xfrm flipH="1">
            <a:off x="86106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106" name="Rectangle 34" descr="白色大理石">
            <a:extLst>
              <a:ext uri="{FF2B5EF4-FFF2-40B4-BE49-F238E27FC236}">
                <a16:creationId xmlns:a16="http://schemas.microsoft.com/office/drawing/2014/main" id="{C8BF6B66-FA0B-A00E-13BB-0FE566FC8667}"/>
              </a:ext>
            </a:extLst>
          </p:cNvPr>
          <p:cNvSpPr>
            <a:spLocks noChangeArrowheads="1"/>
          </p:cNvSpPr>
          <p:nvPr/>
        </p:nvSpPr>
        <p:spPr bwMode="auto">
          <a:xfrm>
            <a:off x="11430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614</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7107" name="Rectangle 35" descr="白色大理石">
            <a:extLst>
              <a:ext uri="{FF2B5EF4-FFF2-40B4-BE49-F238E27FC236}">
                <a16:creationId xmlns:a16="http://schemas.microsoft.com/office/drawing/2014/main" id="{6A0D5315-9E50-CCB5-0FA7-11E9F3E50E64}"/>
              </a:ext>
            </a:extLst>
          </p:cNvPr>
          <p:cNvSpPr>
            <a:spLocks noChangeArrowheads="1"/>
          </p:cNvSpPr>
          <p:nvPr/>
        </p:nvSpPr>
        <p:spPr bwMode="auto">
          <a:xfrm>
            <a:off x="2895600" y="28194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738</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7108" name="Rectangle 36" descr="白色大理石">
            <a:extLst>
              <a:ext uri="{FF2B5EF4-FFF2-40B4-BE49-F238E27FC236}">
                <a16:creationId xmlns:a16="http://schemas.microsoft.com/office/drawing/2014/main" id="{F82A6EED-D6C6-D283-2CD3-C306DAAAAB63}"/>
              </a:ext>
            </a:extLst>
          </p:cNvPr>
          <p:cNvSpPr>
            <a:spLocks noChangeArrowheads="1"/>
          </p:cNvSpPr>
          <p:nvPr/>
        </p:nvSpPr>
        <p:spPr bwMode="auto">
          <a:xfrm>
            <a:off x="20574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921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7109" name="Rectangle 37" descr="白色大理石">
            <a:extLst>
              <a:ext uri="{FF2B5EF4-FFF2-40B4-BE49-F238E27FC236}">
                <a16:creationId xmlns:a16="http://schemas.microsoft.com/office/drawing/2014/main" id="{2852EBB2-E7FE-9863-FB55-F667A594EA67}"/>
              </a:ext>
            </a:extLst>
          </p:cNvPr>
          <p:cNvSpPr>
            <a:spLocks noChangeArrowheads="1"/>
          </p:cNvSpPr>
          <p:nvPr/>
        </p:nvSpPr>
        <p:spPr bwMode="auto">
          <a:xfrm>
            <a:off x="73914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485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7110" name="Rectangle 38" descr="白色大理石">
            <a:extLst>
              <a:ext uri="{FF2B5EF4-FFF2-40B4-BE49-F238E27FC236}">
                <a16:creationId xmlns:a16="http://schemas.microsoft.com/office/drawing/2014/main" id="{2DC5061E-F18E-6A6B-A20C-A878AD640B00}"/>
              </a:ext>
            </a:extLst>
          </p:cNvPr>
          <p:cNvSpPr>
            <a:spLocks noChangeArrowheads="1"/>
          </p:cNvSpPr>
          <p:nvPr/>
        </p:nvSpPr>
        <p:spPr bwMode="auto">
          <a:xfrm>
            <a:off x="2895600" y="3352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637</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7111" name="Rectangle 39" descr="白色大理石">
            <a:extLst>
              <a:ext uri="{FF2B5EF4-FFF2-40B4-BE49-F238E27FC236}">
                <a16:creationId xmlns:a16="http://schemas.microsoft.com/office/drawing/2014/main" id="{7473D8FC-2167-2AB3-55C4-3BF0F6751E4E}"/>
              </a:ext>
            </a:extLst>
          </p:cNvPr>
          <p:cNvSpPr>
            <a:spLocks noChangeArrowheads="1"/>
          </p:cNvSpPr>
          <p:nvPr/>
        </p:nvSpPr>
        <p:spPr bwMode="auto">
          <a:xfrm>
            <a:off x="2286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101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7112" name="Rectangle 40" descr="白色大理石">
            <a:extLst>
              <a:ext uri="{FF2B5EF4-FFF2-40B4-BE49-F238E27FC236}">
                <a16:creationId xmlns:a16="http://schemas.microsoft.com/office/drawing/2014/main" id="{BB6C86CB-580B-076D-EAF1-EFA3EF34557C}"/>
              </a:ext>
            </a:extLst>
          </p:cNvPr>
          <p:cNvSpPr>
            <a:spLocks noChangeArrowheads="1"/>
          </p:cNvSpPr>
          <p:nvPr/>
        </p:nvSpPr>
        <p:spPr bwMode="auto">
          <a:xfrm>
            <a:off x="1143000" y="30480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215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7113" name="Rectangle 41" descr="白色大理石">
            <a:extLst>
              <a:ext uri="{FF2B5EF4-FFF2-40B4-BE49-F238E27FC236}">
                <a16:creationId xmlns:a16="http://schemas.microsoft.com/office/drawing/2014/main" id="{394F6188-08A6-8E31-93BA-8623443C2E87}"/>
              </a:ext>
            </a:extLst>
          </p:cNvPr>
          <p:cNvSpPr>
            <a:spLocks noChangeArrowheads="1"/>
          </p:cNvSpPr>
          <p:nvPr/>
        </p:nvSpPr>
        <p:spPr bwMode="auto">
          <a:xfrm>
            <a:off x="2895600" y="38862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530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7114" name="Rectangle 42" descr="白色大理石">
            <a:extLst>
              <a:ext uri="{FF2B5EF4-FFF2-40B4-BE49-F238E27FC236}">
                <a16:creationId xmlns:a16="http://schemas.microsoft.com/office/drawing/2014/main" id="{C7F09899-3120-D651-569B-B066E3363DF8}"/>
              </a:ext>
            </a:extLst>
          </p:cNvPr>
          <p:cNvSpPr>
            <a:spLocks noChangeArrowheads="1"/>
          </p:cNvSpPr>
          <p:nvPr/>
        </p:nvSpPr>
        <p:spPr bwMode="auto">
          <a:xfrm>
            <a:off x="83058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790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7115" name="Rectangle 43" descr="白色大理石">
            <a:extLst>
              <a:ext uri="{FF2B5EF4-FFF2-40B4-BE49-F238E27FC236}">
                <a16:creationId xmlns:a16="http://schemas.microsoft.com/office/drawing/2014/main" id="{5630F47A-DCCF-EF48-3AD6-CCE5D1451CD1}"/>
              </a:ext>
            </a:extLst>
          </p:cNvPr>
          <p:cNvSpPr>
            <a:spLocks noChangeArrowheads="1"/>
          </p:cNvSpPr>
          <p:nvPr/>
        </p:nvSpPr>
        <p:spPr bwMode="auto">
          <a:xfrm>
            <a:off x="228600" y="30480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306</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7116" name="Text Box 44">
            <a:extLst>
              <a:ext uri="{FF2B5EF4-FFF2-40B4-BE49-F238E27FC236}">
                <a16:creationId xmlns:a16="http://schemas.microsoft.com/office/drawing/2014/main" id="{C45C16EF-DCDF-8378-F79F-CF4182FCC0E5}"/>
              </a:ext>
            </a:extLst>
          </p:cNvPr>
          <p:cNvSpPr txBox="1">
            <a:spLocks noChangeArrowheads="1"/>
          </p:cNvSpPr>
          <p:nvPr/>
        </p:nvSpPr>
        <p:spPr bwMode="auto">
          <a:xfrm>
            <a:off x="136526" y="4562475"/>
            <a:ext cx="8931274" cy="523220"/>
          </a:xfrm>
          <a:prstGeom prst="rect">
            <a:avLst/>
          </a:prstGeom>
          <a:noFill/>
          <a:ln w="9525">
            <a:noFill/>
            <a:miter lim="800000"/>
            <a:headEnd/>
            <a:tailEnd/>
          </a:ln>
        </p:spPr>
        <p:txBody>
          <a:bodyPr wrap="square">
            <a:spAutoFit/>
          </a:bodyPr>
          <a:lstStyle/>
          <a:p>
            <a:pPr>
              <a:defRPr/>
            </a:pPr>
            <a:r>
              <a:rPr lang="en-US" altLang="zh-CN" sz="2800" b="1" i="1" dirty="0" err="1">
                <a:solidFill>
                  <a:srgbClr val="FF3300"/>
                </a:solidFill>
              </a:rPr>
              <a:t>fr</a:t>
            </a:r>
            <a:r>
              <a:rPr lang="en-US" altLang="zh-CN" sz="2800" b="1" dirty="0">
                <a:solidFill>
                  <a:srgbClr val="FF3300"/>
                </a:solidFill>
              </a:rPr>
              <a:t>[0]  </a:t>
            </a:r>
            <a:r>
              <a:rPr lang="en-US" altLang="zh-CN" sz="2800" b="1" i="1" dirty="0" err="1">
                <a:solidFill>
                  <a:srgbClr val="FF3300"/>
                </a:solidFill>
              </a:rPr>
              <a:t>fr</a:t>
            </a:r>
            <a:r>
              <a:rPr lang="en-US" altLang="zh-CN" sz="2800" b="1" dirty="0">
                <a:solidFill>
                  <a:srgbClr val="FF3300"/>
                </a:solidFill>
              </a:rPr>
              <a:t>[1]  </a:t>
            </a:r>
            <a:r>
              <a:rPr lang="en-US" altLang="zh-CN" sz="2800" b="1" i="1" dirty="0" err="1">
                <a:solidFill>
                  <a:srgbClr val="FF3300"/>
                </a:solidFill>
              </a:rPr>
              <a:t>fr</a:t>
            </a:r>
            <a:r>
              <a:rPr lang="en-US" altLang="zh-CN" sz="2800" b="1" dirty="0">
                <a:solidFill>
                  <a:srgbClr val="FF3300"/>
                </a:solidFill>
              </a:rPr>
              <a:t>[2]  </a:t>
            </a:r>
            <a:r>
              <a:rPr lang="en-US" altLang="zh-CN" sz="2800" b="1" i="1" dirty="0" err="1">
                <a:solidFill>
                  <a:srgbClr val="FF3300"/>
                </a:solidFill>
              </a:rPr>
              <a:t>fr</a:t>
            </a:r>
            <a:r>
              <a:rPr lang="en-US" altLang="zh-CN" sz="2800" b="1" dirty="0">
                <a:solidFill>
                  <a:srgbClr val="FF3300"/>
                </a:solidFill>
              </a:rPr>
              <a:t>[3]  </a:t>
            </a:r>
            <a:r>
              <a:rPr lang="en-US" altLang="zh-CN" sz="2800" b="1" i="1" dirty="0" err="1">
                <a:solidFill>
                  <a:srgbClr val="FF3300"/>
                </a:solidFill>
              </a:rPr>
              <a:t>fr</a:t>
            </a:r>
            <a:r>
              <a:rPr lang="en-US" altLang="zh-CN" sz="2800" b="1" dirty="0">
                <a:solidFill>
                  <a:srgbClr val="FF3300"/>
                </a:solidFill>
              </a:rPr>
              <a:t>[4]  </a:t>
            </a:r>
            <a:r>
              <a:rPr lang="en-US" altLang="zh-CN" sz="2800" b="1" i="1" dirty="0" err="1">
                <a:solidFill>
                  <a:srgbClr val="FF3300"/>
                </a:solidFill>
              </a:rPr>
              <a:t>fr</a:t>
            </a:r>
            <a:r>
              <a:rPr lang="en-US" altLang="zh-CN" sz="2800" b="1" dirty="0">
                <a:solidFill>
                  <a:srgbClr val="FF3300"/>
                </a:solidFill>
              </a:rPr>
              <a:t>[5]  </a:t>
            </a:r>
            <a:r>
              <a:rPr lang="en-US" altLang="zh-CN" sz="2800" b="1" i="1" dirty="0" err="1">
                <a:solidFill>
                  <a:srgbClr val="FF3300"/>
                </a:solidFill>
              </a:rPr>
              <a:t>fr</a:t>
            </a:r>
            <a:r>
              <a:rPr lang="en-US" altLang="zh-CN" sz="2800" b="1" dirty="0">
                <a:solidFill>
                  <a:srgbClr val="FF3300"/>
                </a:solidFill>
              </a:rPr>
              <a:t>[6]   </a:t>
            </a:r>
            <a:r>
              <a:rPr lang="en-US" altLang="zh-CN" sz="2800" b="1" i="1" dirty="0" err="1">
                <a:solidFill>
                  <a:srgbClr val="FF3300"/>
                </a:solidFill>
              </a:rPr>
              <a:t>fr</a:t>
            </a:r>
            <a:r>
              <a:rPr lang="en-US" altLang="zh-CN" sz="2800" b="1" dirty="0">
                <a:solidFill>
                  <a:srgbClr val="FF3300"/>
                </a:solidFill>
              </a:rPr>
              <a:t>[7]  </a:t>
            </a:r>
            <a:r>
              <a:rPr lang="en-US" altLang="zh-CN" sz="2800" b="1" i="1" dirty="0" err="1">
                <a:solidFill>
                  <a:srgbClr val="FF3300"/>
                </a:solidFill>
              </a:rPr>
              <a:t>fr</a:t>
            </a:r>
            <a:r>
              <a:rPr lang="en-US" altLang="zh-CN" sz="2800" b="1" dirty="0">
                <a:solidFill>
                  <a:srgbClr val="FF3300"/>
                </a:solidFill>
              </a:rPr>
              <a:t>[8]  </a:t>
            </a:r>
            <a:r>
              <a:rPr lang="en-US" altLang="zh-CN" sz="2800" b="1" i="1" dirty="0" err="1">
                <a:solidFill>
                  <a:srgbClr val="FF3300"/>
                </a:solidFill>
              </a:rPr>
              <a:t>fr</a:t>
            </a:r>
            <a:r>
              <a:rPr lang="en-US" altLang="zh-CN" sz="2800" b="1" dirty="0">
                <a:solidFill>
                  <a:srgbClr val="FF3300"/>
                </a:solidFill>
              </a:rPr>
              <a:t>[9]</a:t>
            </a:r>
            <a:endParaRPr lang="en-US" altLang="zh-CN"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7117" name="Text Box 45">
            <a:extLst>
              <a:ext uri="{FF2B5EF4-FFF2-40B4-BE49-F238E27FC236}">
                <a16:creationId xmlns:a16="http://schemas.microsoft.com/office/drawing/2014/main" id="{3197A100-DB68-02BC-C265-1E716CA6DF7C}"/>
              </a:ext>
            </a:extLst>
          </p:cNvPr>
          <p:cNvSpPr txBox="1">
            <a:spLocks noChangeArrowheads="1"/>
          </p:cNvSpPr>
          <p:nvPr/>
        </p:nvSpPr>
        <p:spPr bwMode="auto">
          <a:xfrm>
            <a:off x="76200" y="5249863"/>
            <a:ext cx="1978025" cy="519112"/>
          </a:xfrm>
          <a:prstGeom prst="rect">
            <a:avLst/>
          </a:prstGeom>
          <a:noFill/>
          <a:ln w="9525">
            <a:noFill/>
            <a:miter lim="800000"/>
            <a:headEnd/>
            <a:tailEnd/>
          </a:ln>
        </p:spPr>
        <p:txBody>
          <a:bodyPr wrap="none">
            <a:spAutoFit/>
          </a:bodyPr>
          <a:lstStyle/>
          <a:p>
            <a:pPr>
              <a:defRPr/>
            </a:pPr>
            <a:r>
              <a:rPr lang="zh-CN" altLang="en-US" sz="2800" b="1">
                <a:solidFill>
                  <a:schemeClr val="tx2"/>
                </a:solidFill>
                <a:effectLst>
                  <a:outerShdw blurRad="38100" dist="38100" dir="2700000" algn="tl">
                    <a:srgbClr val="C0C0C0"/>
                  </a:outerShdw>
                </a:effectLst>
                <a:ea typeface="仿宋_GB2312" pitchFamily="49" charset="-122"/>
              </a:rPr>
              <a:t>第二趟收集</a:t>
            </a:r>
          </a:p>
        </p:txBody>
      </p:sp>
      <p:sp>
        <p:nvSpPr>
          <p:cNvPr id="387118" name="Rectangle 46" descr="白色大理石">
            <a:extLst>
              <a:ext uri="{FF2B5EF4-FFF2-40B4-BE49-F238E27FC236}">
                <a16:creationId xmlns:a16="http://schemas.microsoft.com/office/drawing/2014/main" id="{85785AAC-BDAF-83BF-4649-AF13315F038C}"/>
              </a:ext>
            </a:extLst>
          </p:cNvPr>
          <p:cNvSpPr>
            <a:spLocks noChangeArrowheads="1"/>
          </p:cNvSpPr>
          <p:nvPr/>
        </p:nvSpPr>
        <p:spPr bwMode="auto">
          <a:xfrm>
            <a:off x="47244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530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711" name="Line 47">
            <a:extLst>
              <a:ext uri="{FF2B5EF4-FFF2-40B4-BE49-F238E27FC236}">
                <a16:creationId xmlns:a16="http://schemas.microsoft.com/office/drawing/2014/main" id="{BB693F6A-A073-13F6-B3D8-9203AB6C9292}"/>
              </a:ext>
            </a:extLst>
          </p:cNvPr>
          <p:cNvSpPr>
            <a:spLocks noChangeShapeType="1"/>
          </p:cNvSpPr>
          <p:nvPr/>
        </p:nvSpPr>
        <p:spPr bwMode="auto">
          <a:xfrm>
            <a:off x="7620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120" name="Rectangle 48" descr="白色大理石">
            <a:extLst>
              <a:ext uri="{FF2B5EF4-FFF2-40B4-BE49-F238E27FC236}">
                <a16:creationId xmlns:a16="http://schemas.microsoft.com/office/drawing/2014/main" id="{25A604A0-4643-1C03-685E-1A4850E342B2}"/>
              </a:ext>
            </a:extLst>
          </p:cNvPr>
          <p:cNvSpPr>
            <a:spLocks noChangeArrowheads="1"/>
          </p:cNvSpPr>
          <p:nvPr/>
        </p:nvSpPr>
        <p:spPr bwMode="auto">
          <a:xfrm>
            <a:off x="83820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790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713" name="Line 49">
            <a:extLst>
              <a:ext uri="{FF2B5EF4-FFF2-40B4-BE49-F238E27FC236}">
                <a16:creationId xmlns:a16="http://schemas.microsoft.com/office/drawing/2014/main" id="{7C468896-DDB1-A23B-8503-6A06016F7128}"/>
              </a:ext>
            </a:extLst>
          </p:cNvPr>
          <p:cNvSpPr>
            <a:spLocks noChangeShapeType="1"/>
          </p:cNvSpPr>
          <p:nvPr/>
        </p:nvSpPr>
        <p:spPr bwMode="auto">
          <a:xfrm>
            <a:off x="16764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122" name="Rectangle 50" descr="白色大理石">
            <a:extLst>
              <a:ext uri="{FF2B5EF4-FFF2-40B4-BE49-F238E27FC236}">
                <a16:creationId xmlns:a16="http://schemas.microsoft.com/office/drawing/2014/main" id="{6F4EB60B-1573-9F75-0ACD-1F95079E89A5}"/>
              </a:ext>
            </a:extLst>
          </p:cNvPr>
          <p:cNvSpPr>
            <a:spLocks noChangeArrowheads="1"/>
          </p:cNvSpPr>
          <p:nvPr/>
        </p:nvSpPr>
        <p:spPr bwMode="auto">
          <a:xfrm>
            <a:off x="38100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921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715" name="Line 51">
            <a:extLst>
              <a:ext uri="{FF2B5EF4-FFF2-40B4-BE49-F238E27FC236}">
                <a16:creationId xmlns:a16="http://schemas.microsoft.com/office/drawing/2014/main" id="{A4B3D206-9E78-80C4-2EBC-77199DD07ED0}"/>
              </a:ext>
            </a:extLst>
          </p:cNvPr>
          <p:cNvSpPr>
            <a:spLocks noChangeShapeType="1"/>
          </p:cNvSpPr>
          <p:nvPr/>
        </p:nvSpPr>
        <p:spPr bwMode="auto">
          <a:xfrm>
            <a:off x="25908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124" name="Rectangle 52" descr="白色大理石">
            <a:extLst>
              <a:ext uri="{FF2B5EF4-FFF2-40B4-BE49-F238E27FC236}">
                <a16:creationId xmlns:a16="http://schemas.microsoft.com/office/drawing/2014/main" id="{691524A4-F0EA-7FB1-4684-2445E642EA50}"/>
              </a:ext>
            </a:extLst>
          </p:cNvPr>
          <p:cNvSpPr>
            <a:spLocks noChangeArrowheads="1"/>
          </p:cNvSpPr>
          <p:nvPr/>
        </p:nvSpPr>
        <p:spPr bwMode="auto">
          <a:xfrm>
            <a:off x="1524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101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717" name="Line 53">
            <a:extLst>
              <a:ext uri="{FF2B5EF4-FFF2-40B4-BE49-F238E27FC236}">
                <a16:creationId xmlns:a16="http://schemas.microsoft.com/office/drawing/2014/main" id="{A2BF96D8-FE28-8B7B-A7E0-48687465615A}"/>
              </a:ext>
            </a:extLst>
          </p:cNvPr>
          <p:cNvSpPr>
            <a:spLocks noChangeShapeType="1"/>
          </p:cNvSpPr>
          <p:nvPr/>
        </p:nvSpPr>
        <p:spPr bwMode="auto">
          <a:xfrm>
            <a:off x="35052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126" name="Rectangle 54" descr="白色大理石">
            <a:extLst>
              <a:ext uri="{FF2B5EF4-FFF2-40B4-BE49-F238E27FC236}">
                <a16:creationId xmlns:a16="http://schemas.microsoft.com/office/drawing/2014/main" id="{C5CDDE51-E0D4-A7EE-EF78-CD30833ED810}"/>
              </a:ext>
            </a:extLst>
          </p:cNvPr>
          <p:cNvSpPr>
            <a:spLocks noChangeArrowheads="1"/>
          </p:cNvSpPr>
          <p:nvPr/>
        </p:nvSpPr>
        <p:spPr bwMode="auto">
          <a:xfrm>
            <a:off x="19812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614</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719" name="Line 55">
            <a:extLst>
              <a:ext uri="{FF2B5EF4-FFF2-40B4-BE49-F238E27FC236}">
                <a16:creationId xmlns:a16="http://schemas.microsoft.com/office/drawing/2014/main" id="{C9A0CCFF-C2CC-D2BD-88DA-D7DDC147DEEC}"/>
              </a:ext>
            </a:extLst>
          </p:cNvPr>
          <p:cNvSpPr>
            <a:spLocks noChangeShapeType="1"/>
          </p:cNvSpPr>
          <p:nvPr/>
        </p:nvSpPr>
        <p:spPr bwMode="auto">
          <a:xfrm>
            <a:off x="44196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128" name="Rectangle 56" descr="白色大理石">
            <a:extLst>
              <a:ext uri="{FF2B5EF4-FFF2-40B4-BE49-F238E27FC236}">
                <a16:creationId xmlns:a16="http://schemas.microsoft.com/office/drawing/2014/main" id="{DDD4B68D-6D60-8CEE-E44C-462E3A51DF8D}"/>
              </a:ext>
            </a:extLst>
          </p:cNvPr>
          <p:cNvSpPr>
            <a:spLocks noChangeArrowheads="1"/>
          </p:cNvSpPr>
          <p:nvPr/>
        </p:nvSpPr>
        <p:spPr bwMode="auto">
          <a:xfrm>
            <a:off x="74676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485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721" name="Line 57">
            <a:extLst>
              <a:ext uri="{FF2B5EF4-FFF2-40B4-BE49-F238E27FC236}">
                <a16:creationId xmlns:a16="http://schemas.microsoft.com/office/drawing/2014/main" id="{867AEF0E-5303-EB1F-BC8F-25BB2917AEF7}"/>
              </a:ext>
            </a:extLst>
          </p:cNvPr>
          <p:cNvSpPr>
            <a:spLocks noChangeShapeType="1"/>
          </p:cNvSpPr>
          <p:nvPr/>
        </p:nvSpPr>
        <p:spPr bwMode="auto">
          <a:xfrm>
            <a:off x="53340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130" name="Rectangle 58" descr="白色大理石">
            <a:extLst>
              <a:ext uri="{FF2B5EF4-FFF2-40B4-BE49-F238E27FC236}">
                <a16:creationId xmlns:a16="http://schemas.microsoft.com/office/drawing/2014/main" id="{01ED1D62-9B4D-A199-620C-6AE0D32C3861}"/>
              </a:ext>
            </a:extLst>
          </p:cNvPr>
          <p:cNvSpPr>
            <a:spLocks noChangeArrowheads="1"/>
          </p:cNvSpPr>
          <p:nvPr/>
        </p:nvSpPr>
        <p:spPr bwMode="auto">
          <a:xfrm>
            <a:off x="28956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215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723" name="Line 59">
            <a:extLst>
              <a:ext uri="{FF2B5EF4-FFF2-40B4-BE49-F238E27FC236}">
                <a16:creationId xmlns:a16="http://schemas.microsoft.com/office/drawing/2014/main" id="{F3964746-CBCE-C928-D94A-EF2F4552923C}"/>
              </a:ext>
            </a:extLst>
          </p:cNvPr>
          <p:cNvSpPr>
            <a:spLocks noChangeShapeType="1"/>
          </p:cNvSpPr>
          <p:nvPr/>
        </p:nvSpPr>
        <p:spPr bwMode="auto">
          <a:xfrm>
            <a:off x="62484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132" name="Rectangle 60" descr="白色大理石">
            <a:extLst>
              <a:ext uri="{FF2B5EF4-FFF2-40B4-BE49-F238E27FC236}">
                <a16:creationId xmlns:a16="http://schemas.microsoft.com/office/drawing/2014/main" id="{728E88DA-A9BC-906C-3D69-20F6FA10A001}"/>
              </a:ext>
            </a:extLst>
          </p:cNvPr>
          <p:cNvSpPr>
            <a:spLocks noChangeArrowheads="1"/>
          </p:cNvSpPr>
          <p:nvPr/>
        </p:nvSpPr>
        <p:spPr bwMode="auto">
          <a:xfrm>
            <a:off x="10668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306</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725" name="Line 61">
            <a:extLst>
              <a:ext uri="{FF2B5EF4-FFF2-40B4-BE49-F238E27FC236}">
                <a16:creationId xmlns:a16="http://schemas.microsoft.com/office/drawing/2014/main" id="{8B326EE2-C892-8FC5-6F10-6052E4408C07}"/>
              </a:ext>
            </a:extLst>
          </p:cNvPr>
          <p:cNvSpPr>
            <a:spLocks noChangeShapeType="1"/>
          </p:cNvSpPr>
          <p:nvPr/>
        </p:nvSpPr>
        <p:spPr bwMode="auto">
          <a:xfrm>
            <a:off x="71628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134" name="Rectangle 62" descr="白色大理石">
            <a:extLst>
              <a:ext uri="{FF2B5EF4-FFF2-40B4-BE49-F238E27FC236}">
                <a16:creationId xmlns:a16="http://schemas.microsoft.com/office/drawing/2014/main" id="{121152B8-3753-C6EE-6BC8-EED08F100686}"/>
              </a:ext>
            </a:extLst>
          </p:cNvPr>
          <p:cNvSpPr>
            <a:spLocks noChangeArrowheads="1"/>
          </p:cNvSpPr>
          <p:nvPr/>
        </p:nvSpPr>
        <p:spPr bwMode="auto">
          <a:xfrm>
            <a:off x="56388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637</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3727" name="Line 63">
            <a:extLst>
              <a:ext uri="{FF2B5EF4-FFF2-40B4-BE49-F238E27FC236}">
                <a16:creationId xmlns:a16="http://schemas.microsoft.com/office/drawing/2014/main" id="{D3C0F672-F069-2883-4895-E72BC0ABA992}"/>
              </a:ext>
            </a:extLst>
          </p:cNvPr>
          <p:cNvSpPr>
            <a:spLocks noChangeShapeType="1"/>
          </p:cNvSpPr>
          <p:nvPr/>
        </p:nvSpPr>
        <p:spPr bwMode="auto">
          <a:xfrm>
            <a:off x="80772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7136" name="Rectangle 64" descr="白色大理石">
            <a:extLst>
              <a:ext uri="{FF2B5EF4-FFF2-40B4-BE49-F238E27FC236}">
                <a16:creationId xmlns:a16="http://schemas.microsoft.com/office/drawing/2014/main" id="{9ED5D7DF-C8E3-F60A-47DD-1A8AE2368228}"/>
              </a:ext>
            </a:extLst>
          </p:cNvPr>
          <p:cNvSpPr>
            <a:spLocks noChangeArrowheads="1"/>
          </p:cNvSpPr>
          <p:nvPr/>
        </p:nvSpPr>
        <p:spPr bwMode="auto">
          <a:xfrm>
            <a:off x="65532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738</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2" name="标题 1">
            <a:extLst>
              <a:ext uri="{FF2B5EF4-FFF2-40B4-BE49-F238E27FC236}">
                <a16:creationId xmlns:a16="http://schemas.microsoft.com/office/drawing/2014/main" id="{69D590A6-3EDE-4827-B009-75D464132E15}"/>
              </a:ext>
            </a:extLst>
          </p:cNvPr>
          <p:cNvSpPr>
            <a:spLocks noGrp="1"/>
          </p:cNvSpPr>
          <p:nvPr>
            <p:ph type="title"/>
          </p:nvPr>
        </p:nvSpPr>
        <p:spPr>
          <a:xfrm>
            <a:off x="228600" y="196522"/>
            <a:ext cx="8686800" cy="717878"/>
          </a:xfrm>
        </p:spPr>
        <p:txBody>
          <a:bodyPr/>
          <a:lstStyle/>
          <a:p>
            <a:r>
              <a:rPr lang="zh-CN" altLang="en-US" sz="3600" dirty="0"/>
              <a:t>基数排序的“分配”与“收集”过程   第二趟</a:t>
            </a:r>
          </a:p>
        </p:txBody>
      </p:sp>
      <p:sp>
        <p:nvSpPr>
          <p:cNvPr id="3" name="灯片编号占位符 2">
            <a:extLst>
              <a:ext uri="{FF2B5EF4-FFF2-40B4-BE49-F238E27FC236}">
                <a16:creationId xmlns:a16="http://schemas.microsoft.com/office/drawing/2014/main" id="{4FCC84E5-A367-B52B-6014-3D69644C515A}"/>
              </a:ext>
            </a:extLst>
          </p:cNvPr>
          <p:cNvSpPr>
            <a:spLocks noGrp="1"/>
          </p:cNvSpPr>
          <p:nvPr>
            <p:ph type="sldNum" sz="quarter" idx="12"/>
          </p:nvPr>
        </p:nvSpPr>
        <p:spPr/>
        <p:txBody>
          <a:bodyPr/>
          <a:lstStyle/>
          <a:p>
            <a:pPr>
              <a:defRPr/>
            </a:pPr>
            <a:fld id="{9BDB78BB-1998-4591-9984-25E32120A030}" type="slidenum">
              <a:rPr lang="en-US" altLang="zh-CN" smtClean="0"/>
              <a:pPr>
                <a:defRPr/>
              </a:pPr>
              <a:t>79</a:t>
            </a:fld>
            <a:endParaRPr lang="en-US" altLang="zh-CN"/>
          </a:p>
        </p:txBody>
      </p:sp>
    </p:spTree>
  </p:cSld>
  <p:clrMapOvr>
    <a:masterClrMapping/>
  </p:clrMapOvr>
  <p:transition>
    <p:spli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9" name="Rectangle 3" descr="白色大理石">
            <a:extLst>
              <a:ext uri="{FF2B5EF4-FFF2-40B4-BE49-F238E27FC236}">
                <a16:creationId xmlns:a16="http://schemas.microsoft.com/office/drawing/2014/main" id="{AC6CC438-E00D-EF75-6F42-79D0EFBD15A3}"/>
              </a:ext>
            </a:extLst>
          </p:cNvPr>
          <p:cNvSpPr>
            <a:spLocks noChangeArrowheads="1"/>
          </p:cNvSpPr>
          <p:nvPr/>
        </p:nvSpPr>
        <p:spPr bwMode="auto">
          <a:xfrm>
            <a:off x="2043113" y="1214438"/>
            <a:ext cx="557212"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614</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692" name="Line 4">
            <a:extLst>
              <a:ext uri="{FF2B5EF4-FFF2-40B4-BE49-F238E27FC236}">
                <a16:creationId xmlns:a16="http://schemas.microsoft.com/office/drawing/2014/main" id="{CBD1B8F9-F98B-5D2E-1061-F40E2088E83A}"/>
              </a:ext>
            </a:extLst>
          </p:cNvPr>
          <p:cNvSpPr>
            <a:spLocks noChangeShapeType="1"/>
          </p:cNvSpPr>
          <p:nvPr/>
        </p:nvSpPr>
        <p:spPr bwMode="auto">
          <a:xfrm>
            <a:off x="715963" y="1443038"/>
            <a:ext cx="2794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693" name="Line 5">
            <a:extLst>
              <a:ext uri="{FF2B5EF4-FFF2-40B4-BE49-F238E27FC236}">
                <a16:creationId xmlns:a16="http://schemas.microsoft.com/office/drawing/2014/main" id="{68410D52-B963-7969-B207-A2E03A0DA4BD}"/>
              </a:ext>
            </a:extLst>
          </p:cNvPr>
          <p:cNvSpPr>
            <a:spLocks noChangeShapeType="1"/>
          </p:cNvSpPr>
          <p:nvPr/>
        </p:nvSpPr>
        <p:spPr bwMode="auto">
          <a:xfrm>
            <a:off x="1630363" y="1443038"/>
            <a:ext cx="2794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02" name="Rectangle 6" descr="白色大理石">
            <a:extLst>
              <a:ext uri="{FF2B5EF4-FFF2-40B4-BE49-F238E27FC236}">
                <a16:creationId xmlns:a16="http://schemas.microsoft.com/office/drawing/2014/main" id="{89C139B7-2B6F-BFA7-A8B8-1544C652FF63}"/>
              </a:ext>
            </a:extLst>
          </p:cNvPr>
          <p:cNvSpPr>
            <a:spLocks noChangeArrowheads="1"/>
          </p:cNvSpPr>
          <p:nvPr/>
        </p:nvSpPr>
        <p:spPr bwMode="auto">
          <a:xfrm>
            <a:off x="3871913" y="1214438"/>
            <a:ext cx="557212"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dirty="0"/>
              <a:t>921</a:t>
            </a:r>
            <a:endParaRPr lang="en-US" altLang="zh-CN" dirty="0">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695" name="Line 7">
            <a:extLst>
              <a:ext uri="{FF2B5EF4-FFF2-40B4-BE49-F238E27FC236}">
                <a16:creationId xmlns:a16="http://schemas.microsoft.com/office/drawing/2014/main" id="{5DFCED3F-8698-7DA3-03FC-7F272BDB073E}"/>
              </a:ext>
            </a:extLst>
          </p:cNvPr>
          <p:cNvSpPr>
            <a:spLocks noChangeShapeType="1"/>
          </p:cNvSpPr>
          <p:nvPr/>
        </p:nvSpPr>
        <p:spPr bwMode="auto">
          <a:xfrm>
            <a:off x="2544763" y="1443038"/>
            <a:ext cx="2794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04" name="Rectangle 8" descr="白色大理石">
            <a:extLst>
              <a:ext uri="{FF2B5EF4-FFF2-40B4-BE49-F238E27FC236}">
                <a16:creationId xmlns:a16="http://schemas.microsoft.com/office/drawing/2014/main" id="{1CC097A0-9A84-427D-3FB7-00CB0E701B43}"/>
              </a:ext>
            </a:extLst>
          </p:cNvPr>
          <p:cNvSpPr>
            <a:spLocks noChangeArrowheads="1"/>
          </p:cNvSpPr>
          <p:nvPr/>
        </p:nvSpPr>
        <p:spPr bwMode="auto">
          <a:xfrm>
            <a:off x="7529513" y="1214438"/>
            <a:ext cx="557212"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485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697" name="Line 9">
            <a:extLst>
              <a:ext uri="{FF2B5EF4-FFF2-40B4-BE49-F238E27FC236}">
                <a16:creationId xmlns:a16="http://schemas.microsoft.com/office/drawing/2014/main" id="{88448AC8-12D5-D9EC-43EF-14EA977C0FB8}"/>
              </a:ext>
            </a:extLst>
          </p:cNvPr>
          <p:cNvSpPr>
            <a:spLocks noChangeShapeType="1"/>
          </p:cNvSpPr>
          <p:nvPr/>
        </p:nvSpPr>
        <p:spPr bwMode="auto">
          <a:xfrm>
            <a:off x="3459163" y="1443038"/>
            <a:ext cx="2794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06" name="Rectangle 10" descr="白色大理石">
            <a:extLst>
              <a:ext uri="{FF2B5EF4-FFF2-40B4-BE49-F238E27FC236}">
                <a16:creationId xmlns:a16="http://schemas.microsoft.com/office/drawing/2014/main" id="{80E88DA6-A2F0-04FB-32DA-B20F81C1D4FB}"/>
              </a:ext>
            </a:extLst>
          </p:cNvPr>
          <p:cNvSpPr>
            <a:spLocks noChangeArrowheads="1"/>
          </p:cNvSpPr>
          <p:nvPr/>
        </p:nvSpPr>
        <p:spPr bwMode="auto">
          <a:xfrm>
            <a:off x="5700713" y="1214438"/>
            <a:ext cx="557212"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637</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8107" name="Rectangle 11" descr="白色大理石">
            <a:extLst>
              <a:ext uri="{FF2B5EF4-FFF2-40B4-BE49-F238E27FC236}">
                <a16:creationId xmlns:a16="http://schemas.microsoft.com/office/drawing/2014/main" id="{FB318030-44BC-811E-FC8E-5E42B45E5701}"/>
              </a:ext>
            </a:extLst>
          </p:cNvPr>
          <p:cNvSpPr>
            <a:spLocks noChangeArrowheads="1"/>
          </p:cNvSpPr>
          <p:nvPr/>
        </p:nvSpPr>
        <p:spPr bwMode="auto">
          <a:xfrm>
            <a:off x="6615113" y="1214438"/>
            <a:ext cx="557212"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738</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700" name="Line 12">
            <a:extLst>
              <a:ext uri="{FF2B5EF4-FFF2-40B4-BE49-F238E27FC236}">
                <a16:creationId xmlns:a16="http://schemas.microsoft.com/office/drawing/2014/main" id="{35B1F44B-AC7F-812A-6D93-5C1450D0B3BC}"/>
              </a:ext>
            </a:extLst>
          </p:cNvPr>
          <p:cNvSpPr>
            <a:spLocks noChangeShapeType="1"/>
          </p:cNvSpPr>
          <p:nvPr/>
        </p:nvSpPr>
        <p:spPr bwMode="auto">
          <a:xfrm>
            <a:off x="4373563" y="1443038"/>
            <a:ext cx="2794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09" name="Rectangle 13" descr="白色大理石">
            <a:extLst>
              <a:ext uri="{FF2B5EF4-FFF2-40B4-BE49-F238E27FC236}">
                <a16:creationId xmlns:a16="http://schemas.microsoft.com/office/drawing/2014/main" id="{9D235F9B-89BA-85C7-9FCD-2D2744D23A8F}"/>
              </a:ext>
            </a:extLst>
          </p:cNvPr>
          <p:cNvSpPr>
            <a:spLocks noChangeArrowheads="1"/>
          </p:cNvSpPr>
          <p:nvPr/>
        </p:nvSpPr>
        <p:spPr bwMode="auto">
          <a:xfrm>
            <a:off x="214313" y="1214438"/>
            <a:ext cx="557212"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101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702" name="Line 14">
            <a:extLst>
              <a:ext uri="{FF2B5EF4-FFF2-40B4-BE49-F238E27FC236}">
                <a16:creationId xmlns:a16="http://schemas.microsoft.com/office/drawing/2014/main" id="{14F4A4ED-5852-0F02-1812-DA830C3F2227}"/>
              </a:ext>
            </a:extLst>
          </p:cNvPr>
          <p:cNvSpPr>
            <a:spLocks noChangeShapeType="1"/>
          </p:cNvSpPr>
          <p:nvPr/>
        </p:nvSpPr>
        <p:spPr bwMode="auto">
          <a:xfrm>
            <a:off x="5287963" y="1443038"/>
            <a:ext cx="2794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11" name="Rectangle 15" descr="白色大理石">
            <a:extLst>
              <a:ext uri="{FF2B5EF4-FFF2-40B4-BE49-F238E27FC236}">
                <a16:creationId xmlns:a16="http://schemas.microsoft.com/office/drawing/2014/main" id="{092E1A0E-DE62-91AC-52EA-CE8E2302CFDF}"/>
              </a:ext>
            </a:extLst>
          </p:cNvPr>
          <p:cNvSpPr>
            <a:spLocks noChangeArrowheads="1"/>
          </p:cNvSpPr>
          <p:nvPr/>
        </p:nvSpPr>
        <p:spPr bwMode="auto">
          <a:xfrm>
            <a:off x="2957513" y="1214438"/>
            <a:ext cx="557212"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215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704" name="Line 16">
            <a:extLst>
              <a:ext uri="{FF2B5EF4-FFF2-40B4-BE49-F238E27FC236}">
                <a16:creationId xmlns:a16="http://schemas.microsoft.com/office/drawing/2014/main" id="{E83F218F-78DD-5695-405F-F95AE2261E7A}"/>
              </a:ext>
            </a:extLst>
          </p:cNvPr>
          <p:cNvSpPr>
            <a:spLocks noChangeShapeType="1"/>
          </p:cNvSpPr>
          <p:nvPr/>
        </p:nvSpPr>
        <p:spPr bwMode="auto">
          <a:xfrm>
            <a:off x="6202363" y="1443038"/>
            <a:ext cx="2794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13" name="Rectangle 17" descr="白色大理石">
            <a:extLst>
              <a:ext uri="{FF2B5EF4-FFF2-40B4-BE49-F238E27FC236}">
                <a16:creationId xmlns:a16="http://schemas.microsoft.com/office/drawing/2014/main" id="{4A1A48F7-20F5-F557-8902-6419183265CB}"/>
              </a:ext>
            </a:extLst>
          </p:cNvPr>
          <p:cNvSpPr>
            <a:spLocks noChangeArrowheads="1"/>
          </p:cNvSpPr>
          <p:nvPr/>
        </p:nvSpPr>
        <p:spPr bwMode="auto">
          <a:xfrm>
            <a:off x="4786313" y="1214438"/>
            <a:ext cx="557212"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dirty="0"/>
              <a:t>530</a:t>
            </a:r>
            <a:endParaRPr lang="en-US" altLang="zh-CN" dirty="0">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706" name="Line 18">
            <a:extLst>
              <a:ext uri="{FF2B5EF4-FFF2-40B4-BE49-F238E27FC236}">
                <a16:creationId xmlns:a16="http://schemas.microsoft.com/office/drawing/2014/main" id="{30522803-9B59-CDBB-7F81-8602117C3B32}"/>
              </a:ext>
            </a:extLst>
          </p:cNvPr>
          <p:cNvSpPr>
            <a:spLocks noChangeShapeType="1"/>
          </p:cNvSpPr>
          <p:nvPr/>
        </p:nvSpPr>
        <p:spPr bwMode="auto">
          <a:xfrm>
            <a:off x="7116763" y="1443038"/>
            <a:ext cx="2794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15" name="Rectangle 19" descr="白色大理石">
            <a:extLst>
              <a:ext uri="{FF2B5EF4-FFF2-40B4-BE49-F238E27FC236}">
                <a16:creationId xmlns:a16="http://schemas.microsoft.com/office/drawing/2014/main" id="{FC4D666B-4797-C5D5-EAA3-F3BBC7FAAD33}"/>
              </a:ext>
            </a:extLst>
          </p:cNvPr>
          <p:cNvSpPr>
            <a:spLocks noChangeArrowheads="1"/>
          </p:cNvSpPr>
          <p:nvPr/>
        </p:nvSpPr>
        <p:spPr bwMode="auto">
          <a:xfrm>
            <a:off x="8443913" y="1214438"/>
            <a:ext cx="557212"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790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708" name="Line 20">
            <a:extLst>
              <a:ext uri="{FF2B5EF4-FFF2-40B4-BE49-F238E27FC236}">
                <a16:creationId xmlns:a16="http://schemas.microsoft.com/office/drawing/2014/main" id="{4935D061-BEF3-68BA-F1B6-8176EA545AE9}"/>
              </a:ext>
            </a:extLst>
          </p:cNvPr>
          <p:cNvSpPr>
            <a:spLocks noChangeShapeType="1"/>
          </p:cNvSpPr>
          <p:nvPr/>
        </p:nvSpPr>
        <p:spPr bwMode="auto">
          <a:xfrm>
            <a:off x="8031163" y="1443038"/>
            <a:ext cx="2794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17" name="Rectangle 21" descr="白色大理石">
            <a:extLst>
              <a:ext uri="{FF2B5EF4-FFF2-40B4-BE49-F238E27FC236}">
                <a16:creationId xmlns:a16="http://schemas.microsoft.com/office/drawing/2014/main" id="{7A4746E8-CCBC-6B20-C4F8-46A1193AD428}"/>
              </a:ext>
            </a:extLst>
          </p:cNvPr>
          <p:cNvSpPr>
            <a:spLocks noChangeArrowheads="1"/>
          </p:cNvSpPr>
          <p:nvPr/>
        </p:nvSpPr>
        <p:spPr bwMode="auto">
          <a:xfrm>
            <a:off x="1128713" y="1214438"/>
            <a:ext cx="557212"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306</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8118" name="Text Box 22">
            <a:extLst>
              <a:ext uri="{FF2B5EF4-FFF2-40B4-BE49-F238E27FC236}">
                <a16:creationId xmlns:a16="http://schemas.microsoft.com/office/drawing/2014/main" id="{424684DC-0F10-F496-FAD6-98691A72DCF0}"/>
              </a:ext>
            </a:extLst>
          </p:cNvPr>
          <p:cNvSpPr txBox="1">
            <a:spLocks noChangeArrowheads="1"/>
          </p:cNvSpPr>
          <p:nvPr/>
        </p:nvSpPr>
        <p:spPr bwMode="auto">
          <a:xfrm>
            <a:off x="76200" y="1766888"/>
            <a:ext cx="4965700" cy="519112"/>
          </a:xfrm>
          <a:prstGeom prst="rect">
            <a:avLst/>
          </a:prstGeom>
          <a:noFill/>
          <a:ln w="9525">
            <a:noFill/>
            <a:miter lim="800000"/>
            <a:headEnd/>
            <a:tailEnd/>
          </a:ln>
        </p:spPr>
        <p:txBody>
          <a:bodyPr wrap="none">
            <a:spAutoFit/>
          </a:bodyPr>
          <a:lstStyle/>
          <a:p>
            <a:pPr>
              <a:defRPr/>
            </a:pPr>
            <a:r>
              <a:rPr lang="zh-CN" altLang="en-US" sz="2800" b="1">
                <a:solidFill>
                  <a:schemeClr val="tx2"/>
                </a:solidFill>
                <a:effectLst>
                  <a:outerShdw blurRad="38100" dist="38100" dir="2700000" algn="tl">
                    <a:srgbClr val="C0C0C0"/>
                  </a:outerShdw>
                </a:effectLst>
                <a:ea typeface="仿宋_GB2312" pitchFamily="49" charset="-122"/>
              </a:rPr>
              <a:t>第三趟分配（按最高位 </a:t>
            </a:r>
            <a:r>
              <a:rPr lang="en-US" altLang="zh-CN" sz="2800" b="1" i="1">
                <a:solidFill>
                  <a:schemeClr val="tx2"/>
                </a:solidFill>
                <a:effectLst>
                  <a:outerShdw blurRad="38100" dist="38100" dir="2700000" algn="tl">
                    <a:srgbClr val="C0C0C0"/>
                  </a:outerShdw>
                </a:effectLst>
                <a:ea typeface="仿宋_GB2312" pitchFamily="49" charset="-122"/>
              </a:rPr>
              <a:t>i</a:t>
            </a:r>
            <a:r>
              <a:rPr lang="en-US" altLang="zh-CN" sz="2800" b="1">
                <a:solidFill>
                  <a:schemeClr val="tx2"/>
                </a:solidFill>
                <a:effectLst>
                  <a:outerShdw blurRad="38100" dist="38100" dir="2700000" algn="tl">
                    <a:srgbClr val="C0C0C0"/>
                  </a:outerShdw>
                </a:effectLst>
                <a:ea typeface="仿宋_GB2312" pitchFamily="49" charset="-122"/>
              </a:rPr>
              <a:t> = 1 </a:t>
            </a:r>
            <a:r>
              <a:rPr lang="zh-CN" altLang="en-US" sz="2800" b="1">
                <a:solidFill>
                  <a:schemeClr val="tx2"/>
                </a:solidFill>
                <a:effectLst>
                  <a:outerShdw blurRad="38100" dist="38100" dir="2700000" algn="tl">
                    <a:srgbClr val="C0C0C0"/>
                  </a:outerShdw>
                </a:effectLst>
                <a:ea typeface="仿宋_GB2312" pitchFamily="49" charset="-122"/>
              </a:rPr>
              <a:t>）</a:t>
            </a:r>
          </a:p>
        </p:txBody>
      </p:sp>
      <p:sp>
        <p:nvSpPr>
          <p:cNvPr id="114711" name="Text Box 23">
            <a:extLst>
              <a:ext uri="{FF2B5EF4-FFF2-40B4-BE49-F238E27FC236}">
                <a16:creationId xmlns:a16="http://schemas.microsoft.com/office/drawing/2014/main" id="{60778ED5-EA2B-27D1-C982-A1B74CE35BF5}"/>
              </a:ext>
            </a:extLst>
          </p:cNvPr>
          <p:cNvSpPr txBox="1">
            <a:spLocks noChangeArrowheads="1"/>
          </p:cNvSpPr>
          <p:nvPr/>
        </p:nvSpPr>
        <p:spPr bwMode="auto">
          <a:xfrm>
            <a:off x="171450" y="2276475"/>
            <a:ext cx="8896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[0]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[1]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[2]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[3]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[4]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[5]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[6]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[7]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[8]  </a:t>
            </a:r>
            <a:r>
              <a:rPr kumimoji="1" lang="en-US" altLang="zh-CN" sz="2800" b="1" i="1">
                <a:solidFill>
                  <a:srgbClr val="FF3300"/>
                </a:solidFill>
                <a:latin typeface="Times New Roman" panose="02020603050405020304" pitchFamily="18" charset="0"/>
                <a:ea typeface="仿宋_GB2312" pitchFamily="49" charset="-122"/>
              </a:rPr>
              <a:t>re</a:t>
            </a:r>
            <a:r>
              <a:rPr kumimoji="1" lang="en-US" altLang="zh-CN" sz="2800" b="1">
                <a:solidFill>
                  <a:srgbClr val="FF3300"/>
                </a:solidFill>
                <a:latin typeface="Times New Roman" panose="02020603050405020304" pitchFamily="18" charset="0"/>
                <a:ea typeface="仿宋_GB2312" pitchFamily="49" charset="-122"/>
              </a:rPr>
              <a:t>[9]</a:t>
            </a:r>
            <a:endParaRPr kumimoji="1" lang="en-US" altLang="zh-CN" sz="2800" b="1">
              <a:latin typeface="Times New Roman" panose="02020603050405020304" pitchFamily="18" charset="0"/>
              <a:ea typeface="仿宋_GB2312" pitchFamily="49" charset="-122"/>
            </a:endParaRPr>
          </a:p>
        </p:txBody>
      </p:sp>
      <p:sp>
        <p:nvSpPr>
          <p:cNvPr id="114712" name="Line 24">
            <a:extLst>
              <a:ext uri="{FF2B5EF4-FFF2-40B4-BE49-F238E27FC236}">
                <a16:creationId xmlns:a16="http://schemas.microsoft.com/office/drawing/2014/main" id="{9E330365-6D20-9E87-78AA-5217C656EFEE}"/>
              </a:ext>
            </a:extLst>
          </p:cNvPr>
          <p:cNvSpPr>
            <a:spLocks noChangeShapeType="1"/>
          </p:cNvSpPr>
          <p:nvPr/>
        </p:nvSpPr>
        <p:spPr bwMode="auto">
          <a:xfrm>
            <a:off x="5334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13" name="Line 25">
            <a:extLst>
              <a:ext uri="{FF2B5EF4-FFF2-40B4-BE49-F238E27FC236}">
                <a16:creationId xmlns:a16="http://schemas.microsoft.com/office/drawing/2014/main" id="{011B1086-5CE4-48EC-B751-53EC9D1634F6}"/>
              </a:ext>
            </a:extLst>
          </p:cNvPr>
          <p:cNvSpPr>
            <a:spLocks noChangeShapeType="1"/>
          </p:cNvSpPr>
          <p:nvPr/>
        </p:nvSpPr>
        <p:spPr bwMode="auto">
          <a:xfrm>
            <a:off x="14478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14" name="Line 26">
            <a:extLst>
              <a:ext uri="{FF2B5EF4-FFF2-40B4-BE49-F238E27FC236}">
                <a16:creationId xmlns:a16="http://schemas.microsoft.com/office/drawing/2014/main" id="{5C163F5F-EDCB-1638-AD3A-AB9B21CFF80D}"/>
              </a:ext>
            </a:extLst>
          </p:cNvPr>
          <p:cNvSpPr>
            <a:spLocks noChangeShapeType="1"/>
          </p:cNvSpPr>
          <p:nvPr/>
        </p:nvSpPr>
        <p:spPr bwMode="auto">
          <a:xfrm>
            <a:off x="23622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15" name="Line 27">
            <a:extLst>
              <a:ext uri="{FF2B5EF4-FFF2-40B4-BE49-F238E27FC236}">
                <a16:creationId xmlns:a16="http://schemas.microsoft.com/office/drawing/2014/main" id="{1B86BBFA-F8AD-D38E-248B-02DBBB5F1EAC}"/>
              </a:ext>
            </a:extLst>
          </p:cNvPr>
          <p:cNvSpPr>
            <a:spLocks noChangeShapeType="1"/>
          </p:cNvSpPr>
          <p:nvPr/>
        </p:nvSpPr>
        <p:spPr bwMode="auto">
          <a:xfrm>
            <a:off x="32004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16" name="Line 28">
            <a:extLst>
              <a:ext uri="{FF2B5EF4-FFF2-40B4-BE49-F238E27FC236}">
                <a16:creationId xmlns:a16="http://schemas.microsoft.com/office/drawing/2014/main" id="{9FF2D3B6-6774-B954-8290-521091EE2DE6}"/>
              </a:ext>
            </a:extLst>
          </p:cNvPr>
          <p:cNvSpPr>
            <a:spLocks noChangeShapeType="1"/>
          </p:cNvSpPr>
          <p:nvPr/>
        </p:nvSpPr>
        <p:spPr bwMode="auto">
          <a:xfrm>
            <a:off x="41148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17" name="Line 29">
            <a:extLst>
              <a:ext uri="{FF2B5EF4-FFF2-40B4-BE49-F238E27FC236}">
                <a16:creationId xmlns:a16="http://schemas.microsoft.com/office/drawing/2014/main" id="{CB783155-CBD9-2456-A98F-B6BFF0985339}"/>
              </a:ext>
            </a:extLst>
          </p:cNvPr>
          <p:cNvSpPr>
            <a:spLocks noChangeShapeType="1"/>
          </p:cNvSpPr>
          <p:nvPr/>
        </p:nvSpPr>
        <p:spPr bwMode="auto">
          <a:xfrm>
            <a:off x="50292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18" name="Line 30">
            <a:extLst>
              <a:ext uri="{FF2B5EF4-FFF2-40B4-BE49-F238E27FC236}">
                <a16:creationId xmlns:a16="http://schemas.microsoft.com/office/drawing/2014/main" id="{DC0E6416-EAB5-D743-2380-EB4019ED2556}"/>
              </a:ext>
            </a:extLst>
          </p:cNvPr>
          <p:cNvSpPr>
            <a:spLocks noChangeShapeType="1"/>
          </p:cNvSpPr>
          <p:nvPr/>
        </p:nvSpPr>
        <p:spPr bwMode="auto">
          <a:xfrm>
            <a:off x="58674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19" name="Line 31">
            <a:extLst>
              <a:ext uri="{FF2B5EF4-FFF2-40B4-BE49-F238E27FC236}">
                <a16:creationId xmlns:a16="http://schemas.microsoft.com/office/drawing/2014/main" id="{0C7E6F2C-E2F3-6BA9-63C7-B3056157FC03}"/>
              </a:ext>
            </a:extLst>
          </p:cNvPr>
          <p:cNvSpPr>
            <a:spLocks noChangeShapeType="1"/>
          </p:cNvSpPr>
          <p:nvPr/>
        </p:nvSpPr>
        <p:spPr bwMode="auto">
          <a:xfrm>
            <a:off x="67818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20" name="Line 32">
            <a:extLst>
              <a:ext uri="{FF2B5EF4-FFF2-40B4-BE49-F238E27FC236}">
                <a16:creationId xmlns:a16="http://schemas.microsoft.com/office/drawing/2014/main" id="{2B015676-6D74-743B-85B4-69519DD63773}"/>
              </a:ext>
            </a:extLst>
          </p:cNvPr>
          <p:cNvSpPr>
            <a:spLocks noChangeShapeType="1"/>
          </p:cNvSpPr>
          <p:nvPr/>
        </p:nvSpPr>
        <p:spPr bwMode="auto">
          <a:xfrm>
            <a:off x="76962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21" name="Line 33">
            <a:extLst>
              <a:ext uri="{FF2B5EF4-FFF2-40B4-BE49-F238E27FC236}">
                <a16:creationId xmlns:a16="http://schemas.microsoft.com/office/drawing/2014/main" id="{EBC9D627-01E9-9E14-388C-F0454C33FCFC}"/>
              </a:ext>
            </a:extLst>
          </p:cNvPr>
          <p:cNvSpPr>
            <a:spLocks noChangeShapeType="1"/>
          </p:cNvSpPr>
          <p:nvPr/>
        </p:nvSpPr>
        <p:spPr bwMode="auto">
          <a:xfrm flipH="1">
            <a:off x="8610600" y="2819400"/>
            <a:ext cx="0" cy="175260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30" name="Rectangle 34" descr="白色大理石">
            <a:extLst>
              <a:ext uri="{FF2B5EF4-FFF2-40B4-BE49-F238E27FC236}">
                <a16:creationId xmlns:a16="http://schemas.microsoft.com/office/drawing/2014/main" id="{B769F15A-0D15-F18C-9AF5-C1226157888E}"/>
              </a:ext>
            </a:extLst>
          </p:cNvPr>
          <p:cNvSpPr>
            <a:spLocks noChangeArrowheads="1"/>
          </p:cNvSpPr>
          <p:nvPr/>
        </p:nvSpPr>
        <p:spPr bwMode="auto">
          <a:xfrm>
            <a:off x="55626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614</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8131" name="Rectangle 35" descr="白色大理石">
            <a:extLst>
              <a:ext uri="{FF2B5EF4-FFF2-40B4-BE49-F238E27FC236}">
                <a16:creationId xmlns:a16="http://schemas.microsoft.com/office/drawing/2014/main" id="{4F97DC7D-B3A9-7628-DDF1-218DFAD55763}"/>
              </a:ext>
            </a:extLst>
          </p:cNvPr>
          <p:cNvSpPr>
            <a:spLocks noChangeArrowheads="1"/>
          </p:cNvSpPr>
          <p:nvPr/>
        </p:nvSpPr>
        <p:spPr bwMode="auto">
          <a:xfrm>
            <a:off x="64770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738</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8132" name="Rectangle 36" descr="白色大理石">
            <a:extLst>
              <a:ext uri="{FF2B5EF4-FFF2-40B4-BE49-F238E27FC236}">
                <a16:creationId xmlns:a16="http://schemas.microsoft.com/office/drawing/2014/main" id="{81F1B59D-347C-ACFE-A40C-C7145C777F93}"/>
              </a:ext>
            </a:extLst>
          </p:cNvPr>
          <p:cNvSpPr>
            <a:spLocks noChangeArrowheads="1"/>
          </p:cNvSpPr>
          <p:nvPr/>
        </p:nvSpPr>
        <p:spPr bwMode="auto">
          <a:xfrm>
            <a:off x="83058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921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8133" name="Rectangle 37" descr="白色大理石">
            <a:extLst>
              <a:ext uri="{FF2B5EF4-FFF2-40B4-BE49-F238E27FC236}">
                <a16:creationId xmlns:a16="http://schemas.microsoft.com/office/drawing/2014/main" id="{389DC4F9-E546-1432-16FF-D9817D3C2590}"/>
              </a:ext>
            </a:extLst>
          </p:cNvPr>
          <p:cNvSpPr>
            <a:spLocks noChangeArrowheads="1"/>
          </p:cNvSpPr>
          <p:nvPr/>
        </p:nvSpPr>
        <p:spPr bwMode="auto">
          <a:xfrm>
            <a:off x="38100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485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8134" name="Rectangle 38" descr="白色大理石">
            <a:extLst>
              <a:ext uri="{FF2B5EF4-FFF2-40B4-BE49-F238E27FC236}">
                <a16:creationId xmlns:a16="http://schemas.microsoft.com/office/drawing/2014/main" id="{3BB68346-08EB-E23A-3793-B436865A00EE}"/>
              </a:ext>
            </a:extLst>
          </p:cNvPr>
          <p:cNvSpPr>
            <a:spLocks noChangeArrowheads="1"/>
          </p:cNvSpPr>
          <p:nvPr/>
        </p:nvSpPr>
        <p:spPr bwMode="auto">
          <a:xfrm>
            <a:off x="5562600" y="30480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637</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8135" name="Rectangle 39" descr="白色大理石">
            <a:extLst>
              <a:ext uri="{FF2B5EF4-FFF2-40B4-BE49-F238E27FC236}">
                <a16:creationId xmlns:a16="http://schemas.microsoft.com/office/drawing/2014/main" id="{3BB8F5BD-BA11-B633-1DCB-DC660703CD46}"/>
              </a:ext>
            </a:extLst>
          </p:cNvPr>
          <p:cNvSpPr>
            <a:spLocks noChangeArrowheads="1"/>
          </p:cNvSpPr>
          <p:nvPr/>
        </p:nvSpPr>
        <p:spPr bwMode="auto">
          <a:xfrm>
            <a:off x="11430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101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8136" name="Rectangle 40" descr="白色大理石">
            <a:extLst>
              <a:ext uri="{FF2B5EF4-FFF2-40B4-BE49-F238E27FC236}">
                <a16:creationId xmlns:a16="http://schemas.microsoft.com/office/drawing/2014/main" id="{595550EE-DB5F-6A07-614A-D3CD70D3BCDA}"/>
              </a:ext>
            </a:extLst>
          </p:cNvPr>
          <p:cNvSpPr>
            <a:spLocks noChangeArrowheads="1"/>
          </p:cNvSpPr>
          <p:nvPr/>
        </p:nvSpPr>
        <p:spPr bwMode="auto">
          <a:xfrm>
            <a:off x="20574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215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8137" name="Rectangle 41" descr="白色大理石">
            <a:extLst>
              <a:ext uri="{FF2B5EF4-FFF2-40B4-BE49-F238E27FC236}">
                <a16:creationId xmlns:a16="http://schemas.microsoft.com/office/drawing/2014/main" id="{F899072C-E1D7-5829-8FC6-D15EB41D210F}"/>
              </a:ext>
            </a:extLst>
          </p:cNvPr>
          <p:cNvSpPr>
            <a:spLocks noChangeArrowheads="1"/>
          </p:cNvSpPr>
          <p:nvPr/>
        </p:nvSpPr>
        <p:spPr bwMode="auto">
          <a:xfrm>
            <a:off x="47244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530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8138" name="Rectangle 42" descr="白色大理石">
            <a:extLst>
              <a:ext uri="{FF2B5EF4-FFF2-40B4-BE49-F238E27FC236}">
                <a16:creationId xmlns:a16="http://schemas.microsoft.com/office/drawing/2014/main" id="{A92EA11E-7374-34C1-1E40-7B07457A6884}"/>
              </a:ext>
            </a:extLst>
          </p:cNvPr>
          <p:cNvSpPr>
            <a:spLocks noChangeArrowheads="1"/>
          </p:cNvSpPr>
          <p:nvPr/>
        </p:nvSpPr>
        <p:spPr bwMode="auto">
          <a:xfrm>
            <a:off x="6477000" y="30480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790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8139" name="Rectangle 43" descr="白色大理石">
            <a:extLst>
              <a:ext uri="{FF2B5EF4-FFF2-40B4-BE49-F238E27FC236}">
                <a16:creationId xmlns:a16="http://schemas.microsoft.com/office/drawing/2014/main" id="{51A085D4-67EE-4737-21AF-3D64D7CEA45F}"/>
              </a:ext>
            </a:extLst>
          </p:cNvPr>
          <p:cNvSpPr>
            <a:spLocks noChangeArrowheads="1"/>
          </p:cNvSpPr>
          <p:nvPr/>
        </p:nvSpPr>
        <p:spPr bwMode="auto">
          <a:xfrm>
            <a:off x="2895600" y="37338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306</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8140" name="Text Box 44">
            <a:extLst>
              <a:ext uri="{FF2B5EF4-FFF2-40B4-BE49-F238E27FC236}">
                <a16:creationId xmlns:a16="http://schemas.microsoft.com/office/drawing/2014/main" id="{4C34F039-9C71-E62A-94C4-E36DEA681591}"/>
              </a:ext>
            </a:extLst>
          </p:cNvPr>
          <p:cNvSpPr txBox="1">
            <a:spLocks noChangeArrowheads="1"/>
          </p:cNvSpPr>
          <p:nvPr/>
        </p:nvSpPr>
        <p:spPr bwMode="auto">
          <a:xfrm>
            <a:off x="136525" y="4562475"/>
            <a:ext cx="8931275" cy="523220"/>
          </a:xfrm>
          <a:prstGeom prst="rect">
            <a:avLst/>
          </a:prstGeom>
          <a:noFill/>
          <a:ln w="9525">
            <a:noFill/>
            <a:miter lim="800000"/>
            <a:headEnd/>
            <a:tailEnd/>
          </a:ln>
        </p:spPr>
        <p:txBody>
          <a:bodyPr wrap="square">
            <a:spAutoFit/>
          </a:bodyPr>
          <a:lstStyle/>
          <a:p>
            <a:pPr>
              <a:defRPr/>
            </a:pPr>
            <a:r>
              <a:rPr lang="en-US" altLang="zh-CN" sz="2800" b="1" i="1" dirty="0" err="1">
                <a:solidFill>
                  <a:srgbClr val="FF3300"/>
                </a:solidFill>
              </a:rPr>
              <a:t>fr</a:t>
            </a:r>
            <a:r>
              <a:rPr lang="en-US" altLang="zh-CN" sz="2800" b="1" dirty="0">
                <a:solidFill>
                  <a:srgbClr val="FF3300"/>
                </a:solidFill>
              </a:rPr>
              <a:t>[0]  </a:t>
            </a:r>
            <a:r>
              <a:rPr lang="en-US" altLang="zh-CN" sz="2800" b="1" i="1" dirty="0" err="1">
                <a:solidFill>
                  <a:srgbClr val="FF3300"/>
                </a:solidFill>
              </a:rPr>
              <a:t>fr</a:t>
            </a:r>
            <a:r>
              <a:rPr lang="en-US" altLang="zh-CN" sz="2800" b="1" dirty="0">
                <a:solidFill>
                  <a:srgbClr val="FF3300"/>
                </a:solidFill>
              </a:rPr>
              <a:t>[1]  </a:t>
            </a:r>
            <a:r>
              <a:rPr lang="en-US" altLang="zh-CN" sz="2800" b="1" i="1" dirty="0" err="1">
                <a:solidFill>
                  <a:srgbClr val="FF3300"/>
                </a:solidFill>
              </a:rPr>
              <a:t>fr</a:t>
            </a:r>
            <a:r>
              <a:rPr lang="en-US" altLang="zh-CN" sz="2800" b="1" dirty="0">
                <a:solidFill>
                  <a:srgbClr val="FF3300"/>
                </a:solidFill>
              </a:rPr>
              <a:t>[2]  </a:t>
            </a:r>
            <a:r>
              <a:rPr lang="en-US" altLang="zh-CN" sz="2800" b="1" i="1" dirty="0" err="1">
                <a:solidFill>
                  <a:srgbClr val="FF3300"/>
                </a:solidFill>
              </a:rPr>
              <a:t>fr</a:t>
            </a:r>
            <a:r>
              <a:rPr lang="en-US" altLang="zh-CN" sz="2800" b="1" dirty="0">
                <a:solidFill>
                  <a:srgbClr val="FF3300"/>
                </a:solidFill>
              </a:rPr>
              <a:t>[3]  </a:t>
            </a:r>
            <a:r>
              <a:rPr lang="en-US" altLang="zh-CN" sz="2800" b="1" i="1" dirty="0" err="1">
                <a:solidFill>
                  <a:srgbClr val="FF3300"/>
                </a:solidFill>
              </a:rPr>
              <a:t>fr</a:t>
            </a:r>
            <a:r>
              <a:rPr lang="en-US" altLang="zh-CN" sz="2800" b="1" dirty="0">
                <a:solidFill>
                  <a:srgbClr val="FF3300"/>
                </a:solidFill>
              </a:rPr>
              <a:t>[4]   </a:t>
            </a:r>
            <a:r>
              <a:rPr lang="en-US" altLang="zh-CN" sz="2800" b="1" i="1" dirty="0" err="1">
                <a:solidFill>
                  <a:srgbClr val="FF3300"/>
                </a:solidFill>
              </a:rPr>
              <a:t>fr</a:t>
            </a:r>
            <a:r>
              <a:rPr lang="en-US" altLang="zh-CN" sz="2800" b="1" dirty="0">
                <a:solidFill>
                  <a:srgbClr val="FF3300"/>
                </a:solidFill>
              </a:rPr>
              <a:t>[5]  </a:t>
            </a:r>
            <a:r>
              <a:rPr lang="en-US" altLang="zh-CN" sz="2800" b="1" i="1" dirty="0" err="1">
                <a:solidFill>
                  <a:srgbClr val="FF3300"/>
                </a:solidFill>
              </a:rPr>
              <a:t>fr</a:t>
            </a:r>
            <a:r>
              <a:rPr lang="en-US" altLang="zh-CN" sz="2800" b="1" dirty="0">
                <a:solidFill>
                  <a:srgbClr val="FF3300"/>
                </a:solidFill>
              </a:rPr>
              <a:t>[6]  </a:t>
            </a:r>
            <a:r>
              <a:rPr lang="en-US" altLang="zh-CN" sz="2800" b="1" i="1" dirty="0" err="1">
                <a:solidFill>
                  <a:srgbClr val="FF3300"/>
                </a:solidFill>
              </a:rPr>
              <a:t>fr</a:t>
            </a:r>
            <a:r>
              <a:rPr lang="en-US" altLang="zh-CN" sz="2800" b="1" dirty="0">
                <a:solidFill>
                  <a:srgbClr val="FF3300"/>
                </a:solidFill>
              </a:rPr>
              <a:t>[7]  </a:t>
            </a:r>
            <a:r>
              <a:rPr lang="en-US" altLang="zh-CN" sz="2800" b="1" i="1" dirty="0" err="1">
                <a:solidFill>
                  <a:srgbClr val="FF3300"/>
                </a:solidFill>
              </a:rPr>
              <a:t>fr</a:t>
            </a:r>
            <a:r>
              <a:rPr lang="en-US" altLang="zh-CN" sz="2800" b="1" dirty="0">
                <a:solidFill>
                  <a:srgbClr val="FF3300"/>
                </a:solidFill>
              </a:rPr>
              <a:t>[8]  </a:t>
            </a:r>
            <a:r>
              <a:rPr lang="en-US" altLang="zh-CN" sz="2800" b="1" i="1" dirty="0" err="1">
                <a:solidFill>
                  <a:srgbClr val="FF3300"/>
                </a:solidFill>
              </a:rPr>
              <a:t>fr</a:t>
            </a:r>
            <a:r>
              <a:rPr lang="en-US" altLang="zh-CN" sz="2800" b="1" dirty="0">
                <a:solidFill>
                  <a:srgbClr val="FF3300"/>
                </a:solidFill>
              </a:rPr>
              <a:t>[9]</a:t>
            </a:r>
            <a:endParaRPr lang="en-US" altLang="zh-CN"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388141" name="Text Box 45">
            <a:extLst>
              <a:ext uri="{FF2B5EF4-FFF2-40B4-BE49-F238E27FC236}">
                <a16:creationId xmlns:a16="http://schemas.microsoft.com/office/drawing/2014/main" id="{2621BEB2-AA44-6301-FADA-6AF251CA642D}"/>
              </a:ext>
            </a:extLst>
          </p:cNvPr>
          <p:cNvSpPr txBox="1">
            <a:spLocks noChangeArrowheads="1"/>
          </p:cNvSpPr>
          <p:nvPr/>
        </p:nvSpPr>
        <p:spPr bwMode="auto">
          <a:xfrm>
            <a:off x="76200" y="5249863"/>
            <a:ext cx="1978025" cy="519112"/>
          </a:xfrm>
          <a:prstGeom prst="rect">
            <a:avLst/>
          </a:prstGeom>
          <a:noFill/>
          <a:ln w="9525">
            <a:noFill/>
            <a:miter lim="800000"/>
            <a:headEnd/>
            <a:tailEnd/>
          </a:ln>
        </p:spPr>
        <p:txBody>
          <a:bodyPr wrap="none">
            <a:spAutoFit/>
          </a:bodyPr>
          <a:lstStyle/>
          <a:p>
            <a:pPr>
              <a:defRPr/>
            </a:pPr>
            <a:r>
              <a:rPr lang="zh-CN" altLang="en-US" sz="2800" b="1">
                <a:solidFill>
                  <a:schemeClr val="tx2"/>
                </a:solidFill>
                <a:effectLst>
                  <a:outerShdw blurRad="38100" dist="38100" dir="2700000" algn="tl">
                    <a:srgbClr val="C0C0C0"/>
                  </a:outerShdw>
                </a:effectLst>
                <a:ea typeface="仿宋_GB2312" pitchFamily="49" charset="-122"/>
              </a:rPr>
              <a:t>第三趟收集</a:t>
            </a:r>
          </a:p>
        </p:txBody>
      </p:sp>
      <p:sp>
        <p:nvSpPr>
          <p:cNvPr id="388142" name="Rectangle 46" descr="白色大理石">
            <a:extLst>
              <a:ext uri="{FF2B5EF4-FFF2-40B4-BE49-F238E27FC236}">
                <a16:creationId xmlns:a16="http://schemas.microsoft.com/office/drawing/2014/main" id="{60ED1484-3FE5-977D-F9B4-5CC7FF923F49}"/>
              </a:ext>
            </a:extLst>
          </p:cNvPr>
          <p:cNvSpPr>
            <a:spLocks noChangeArrowheads="1"/>
          </p:cNvSpPr>
          <p:nvPr/>
        </p:nvSpPr>
        <p:spPr bwMode="auto">
          <a:xfrm>
            <a:off x="38100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530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735" name="Line 47">
            <a:extLst>
              <a:ext uri="{FF2B5EF4-FFF2-40B4-BE49-F238E27FC236}">
                <a16:creationId xmlns:a16="http://schemas.microsoft.com/office/drawing/2014/main" id="{F432C84D-1637-E538-4E56-B33A38BB0CE3}"/>
              </a:ext>
            </a:extLst>
          </p:cNvPr>
          <p:cNvSpPr>
            <a:spLocks noChangeShapeType="1"/>
          </p:cNvSpPr>
          <p:nvPr/>
        </p:nvSpPr>
        <p:spPr bwMode="auto">
          <a:xfrm>
            <a:off x="7620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44" name="Rectangle 48" descr="白色大理石">
            <a:extLst>
              <a:ext uri="{FF2B5EF4-FFF2-40B4-BE49-F238E27FC236}">
                <a16:creationId xmlns:a16="http://schemas.microsoft.com/office/drawing/2014/main" id="{C3712777-64A8-CC49-AA23-07BC6F704AE7}"/>
              </a:ext>
            </a:extLst>
          </p:cNvPr>
          <p:cNvSpPr>
            <a:spLocks noChangeArrowheads="1"/>
          </p:cNvSpPr>
          <p:nvPr/>
        </p:nvSpPr>
        <p:spPr bwMode="auto">
          <a:xfrm>
            <a:off x="74676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790</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737" name="Line 49">
            <a:extLst>
              <a:ext uri="{FF2B5EF4-FFF2-40B4-BE49-F238E27FC236}">
                <a16:creationId xmlns:a16="http://schemas.microsoft.com/office/drawing/2014/main" id="{E335F2AF-627B-01D9-1328-58227041645D}"/>
              </a:ext>
            </a:extLst>
          </p:cNvPr>
          <p:cNvSpPr>
            <a:spLocks noChangeShapeType="1"/>
          </p:cNvSpPr>
          <p:nvPr/>
        </p:nvSpPr>
        <p:spPr bwMode="auto">
          <a:xfrm>
            <a:off x="16764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46" name="Rectangle 50" descr="白色大理石">
            <a:extLst>
              <a:ext uri="{FF2B5EF4-FFF2-40B4-BE49-F238E27FC236}">
                <a16:creationId xmlns:a16="http://schemas.microsoft.com/office/drawing/2014/main" id="{AFF188DF-67C7-AB9C-E811-4C9636991E75}"/>
              </a:ext>
            </a:extLst>
          </p:cNvPr>
          <p:cNvSpPr>
            <a:spLocks noChangeArrowheads="1"/>
          </p:cNvSpPr>
          <p:nvPr/>
        </p:nvSpPr>
        <p:spPr bwMode="auto">
          <a:xfrm>
            <a:off x="83820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921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739" name="Line 51">
            <a:extLst>
              <a:ext uri="{FF2B5EF4-FFF2-40B4-BE49-F238E27FC236}">
                <a16:creationId xmlns:a16="http://schemas.microsoft.com/office/drawing/2014/main" id="{94AE863C-7E3C-A91B-B11C-562ABFEEFE59}"/>
              </a:ext>
            </a:extLst>
          </p:cNvPr>
          <p:cNvSpPr>
            <a:spLocks noChangeShapeType="1"/>
          </p:cNvSpPr>
          <p:nvPr/>
        </p:nvSpPr>
        <p:spPr bwMode="auto">
          <a:xfrm>
            <a:off x="25908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48" name="Rectangle 52" descr="白色大理石">
            <a:extLst>
              <a:ext uri="{FF2B5EF4-FFF2-40B4-BE49-F238E27FC236}">
                <a16:creationId xmlns:a16="http://schemas.microsoft.com/office/drawing/2014/main" id="{67E54F88-B20C-6BA7-4993-ED36334DB4EC}"/>
              </a:ext>
            </a:extLst>
          </p:cNvPr>
          <p:cNvSpPr>
            <a:spLocks noChangeArrowheads="1"/>
          </p:cNvSpPr>
          <p:nvPr/>
        </p:nvSpPr>
        <p:spPr bwMode="auto">
          <a:xfrm>
            <a:off x="1524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101</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741" name="Line 53">
            <a:extLst>
              <a:ext uri="{FF2B5EF4-FFF2-40B4-BE49-F238E27FC236}">
                <a16:creationId xmlns:a16="http://schemas.microsoft.com/office/drawing/2014/main" id="{016D8C98-B915-20BA-F0D5-02055D7A0D63}"/>
              </a:ext>
            </a:extLst>
          </p:cNvPr>
          <p:cNvSpPr>
            <a:spLocks noChangeShapeType="1"/>
          </p:cNvSpPr>
          <p:nvPr/>
        </p:nvSpPr>
        <p:spPr bwMode="auto">
          <a:xfrm>
            <a:off x="35052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50" name="Rectangle 54" descr="白色大理石">
            <a:extLst>
              <a:ext uri="{FF2B5EF4-FFF2-40B4-BE49-F238E27FC236}">
                <a16:creationId xmlns:a16="http://schemas.microsoft.com/office/drawing/2014/main" id="{B4DAF688-F35B-8B89-54F6-42D8BC9B054B}"/>
              </a:ext>
            </a:extLst>
          </p:cNvPr>
          <p:cNvSpPr>
            <a:spLocks noChangeArrowheads="1"/>
          </p:cNvSpPr>
          <p:nvPr/>
        </p:nvSpPr>
        <p:spPr bwMode="auto">
          <a:xfrm>
            <a:off x="47244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614</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743" name="Line 55">
            <a:extLst>
              <a:ext uri="{FF2B5EF4-FFF2-40B4-BE49-F238E27FC236}">
                <a16:creationId xmlns:a16="http://schemas.microsoft.com/office/drawing/2014/main" id="{5A9A9F86-74AE-2AD9-E665-E64678C7583D}"/>
              </a:ext>
            </a:extLst>
          </p:cNvPr>
          <p:cNvSpPr>
            <a:spLocks noChangeShapeType="1"/>
          </p:cNvSpPr>
          <p:nvPr/>
        </p:nvSpPr>
        <p:spPr bwMode="auto">
          <a:xfrm>
            <a:off x="44196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52" name="Rectangle 56" descr="白色大理石">
            <a:extLst>
              <a:ext uri="{FF2B5EF4-FFF2-40B4-BE49-F238E27FC236}">
                <a16:creationId xmlns:a16="http://schemas.microsoft.com/office/drawing/2014/main" id="{CFB5C2AB-7DA7-E327-38CB-629852156DD1}"/>
              </a:ext>
            </a:extLst>
          </p:cNvPr>
          <p:cNvSpPr>
            <a:spLocks noChangeArrowheads="1"/>
          </p:cNvSpPr>
          <p:nvPr/>
        </p:nvSpPr>
        <p:spPr bwMode="auto">
          <a:xfrm>
            <a:off x="28956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485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745" name="Line 57">
            <a:extLst>
              <a:ext uri="{FF2B5EF4-FFF2-40B4-BE49-F238E27FC236}">
                <a16:creationId xmlns:a16="http://schemas.microsoft.com/office/drawing/2014/main" id="{F408A690-B3D3-523E-9F29-E406F89C1501}"/>
              </a:ext>
            </a:extLst>
          </p:cNvPr>
          <p:cNvSpPr>
            <a:spLocks noChangeShapeType="1"/>
          </p:cNvSpPr>
          <p:nvPr/>
        </p:nvSpPr>
        <p:spPr bwMode="auto">
          <a:xfrm>
            <a:off x="53340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54" name="Rectangle 58" descr="白色大理石">
            <a:extLst>
              <a:ext uri="{FF2B5EF4-FFF2-40B4-BE49-F238E27FC236}">
                <a16:creationId xmlns:a16="http://schemas.microsoft.com/office/drawing/2014/main" id="{5759C8DA-7377-F85B-3C4F-96E87FD38BEF}"/>
              </a:ext>
            </a:extLst>
          </p:cNvPr>
          <p:cNvSpPr>
            <a:spLocks noChangeArrowheads="1"/>
          </p:cNvSpPr>
          <p:nvPr/>
        </p:nvSpPr>
        <p:spPr bwMode="auto">
          <a:xfrm>
            <a:off x="10668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215</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747" name="Line 59">
            <a:extLst>
              <a:ext uri="{FF2B5EF4-FFF2-40B4-BE49-F238E27FC236}">
                <a16:creationId xmlns:a16="http://schemas.microsoft.com/office/drawing/2014/main" id="{3D8C9037-0314-BADD-1AFD-AABC8535B383}"/>
              </a:ext>
            </a:extLst>
          </p:cNvPr>
          <p:cNvSpPr>
            <a:spLocks noChangeShapeType="1"/>
          </p:cNvSpPr>
          <p:nvPr/>
        </p:nvSpPr>
        <p:spPr bwMode="auto">
          <a:xfrm>
            <a:off x="62484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56" name="Rectangle 60" descr="白色大理石">
            <a:extLst>
              <a:ext uri="{FF2B5EF4-FFF2-40B4-BE49-F238E27FC236}">
                <a16:creationId xmlns:a16="http://schemas.microsoft.com/office/drawing/2014/main" id="{A0DDEAFA-8CD7-4C6C-79DA-ACC6A260C172}"/>
              </a:ext>
            </a:extLst>
          </p:cNvPr>
          <p:cNvSpPr>
            <a:spLocks noChangeArrowheads="1"/>
          </p:cNvSpPr>
          <p:nvPr/>
        </p:nvSpPr>
        <p:spPr bwMode="auto">
          <a:xfrm>
            <a:off x="19812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306</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749" name="Line 61">
            <a:extLst>
              <a:ext uri="{FF2B5EF4-FFF2-40B4-BE49-F238E27FC236}">
                <a16:creationId xmlns:a16="http://schemas.microsoft.com/office/drawing/2014/main" id="{1F3913E3-10FB-99E6-988A-CAC1A0658B55}"/>
              </a:ext>
            </a:extLst>
          </p:cNvPr>
          <p:cNvSpPr>
            <a:spLocks noChangeShapeType="1"/>
          </p:cNvSpPr>
          <p:nvPr/>
        </p:nvSpPr>
        <p:spPr bwMode="auto">
          <a:xfrm>
            <a:off x="71628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58" name="Rectangle 62" descr="白色大理石">
            <a:extLst>
              <a:ext uri="{FF2B5EF4-FFF2-40B4-BE49-F238E27FC236}">
                <a16:creationId xmlns:a16="http://schemas.microsoft.com/office/drawing/2014/main" id="{95B61DCC-0874-4F17-B610-EA40C25C5EAF}"/>
              </a:ext>
            </a:extLst>
          </p:cNvPr>
          <p:cNvSpPr>
            <a:spLocks noChangeArrowheads="1"/>
          </p:cNvSpPr>
          <p:nvPr/>
        </p:nvSpPr>
        <p:spPr bwMode="auto">
          <a:xfrm>
            <a:off x="56388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637</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114751" name="Line 63">
            <a:extLst>
              <a:ext uri="{FF2B5EF4-FFF2-40B4-BE49-F238E27FC236}">
                <a16:creationId xmlns:a16="http://schemas.microsoft.com/office/drawing/2014/main" id="{912B4BD6-B2AD-A8ED-3ED2-148178BD62CC}"/>
              </a:ext>
            </a:extLst>
          </p:cNvPr>
          <p:cNvSpPr>
            <a:spLocks noChangeShapeType="1"/>
          </p:cNvSpPr>
          <p:nvPr/>
        </p:nvSpPr>
        <p:spPr bwMode="auto">
          <a:xfrm>
            <a:off x="8077200" y="6172200"/>
            <a:ext cx="304800" cy="0"/>
          </a:xfrm>
          <a:prstGeom prst="line">
            <a:avLst/>
          </a:prstGeom>
          <a:noFill/>
          <a:ln w="38100">
            <a:solidFill>
              <a:srgbClr val="80808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160" name="Rectangle 64" descr="白色大理石">
            <a:extLst>
              <a:ext uri="{FF2B5EF4-FFF2-40B4-BE49-F238E27FC236}">
                <a16:creationId xmlns:a16="http://schemas.microsoft.com/office/drawing/2014/main" id="{B67B50F9-8F6E-0E7B-788E-75E8F4C30CEB}"/>
              </a:ext>
            </a:extLst>
          </p:cNvPr>
          <p:cNvSpPr>
            <a:spLocks noChangeArrowheads="1"/>
          </p:cNvSpPr>
          <p:nvPr/>
        </p:nvSpPr>
        <p:spPr bwMode="auto">
          <a:xfrm>
            <a:off x="6553200" y="5943600"/>
            <a:ext cx="609600" cy="457200"/>
          </a:xfrm>
          <a:prstGeom prst="rect">
            <a:avLst/>
          </a:prstGeom>
          <a:blipFill dpi="0" rotWithShape="0">
            <a:blip r:embed="rId2"/>
            <a:srcRect/>
            <a:tile tx="0" ty="0" sx="100000" sy="100000" flip="none" algn="tl"/>
          </a:blipFill>
          <a:ln w="0">
            <a:solidFill>
              <a:srgbClr val="808080"/>
            </a:solidFill>
            <a:miter lim="800000"/>
            <a:headEnd/>
            <a:tailEnd/>
          </a:ln>
          <a:effectLst>
            <a:outerShdw dist="107763" dir="2700000" algn="ctr" rotWithShape="0">
              <a:srgbClr val="808080"/>
            </a:outerShdw>
          </a:effectLst>
        </p:spPr>
        <p:txBody>
          <a:bodyPr wrap="none" anchor="ctr"/>
          <a:lstStyle/>
          <a:p>
            <a:pPr algn="ctr">
              <a:defRPr/>
            </a:pPr>
            <a:r>
              <a:rPr lang="en-US" altLang="zh-CN" sz="2800" b="1"/>
              <a:t>738</a:t>
            </a:r>
            <a:endParaRPr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ndParaRPr>
          </a:p>
        </p:txBody>
      </p:sp>
      <p:sp>
        <p:nvSpPr>
          <p:cNvPr id="2" name="标题 1">
            <a:extLst>
              <a:ext uri="{FF2B5EF4-FFF2-40B4-BE49-F238E27FC236}">
                <a16:creationId xmlns:a16="http://schemas.microsoft.com/office/drawing/2014/main" id="{4F225683-F109-4F56-92CA-D4BA77C92726}"/>
              </a:ext>
            </a:extLst>
          </p:cNvPr>
          <p:cNvSpPr>
            <a:spLocks noGrp="1"/>
          </p:cNvSpPr>
          <p:nvPr>
            <p:ph type="title"/>
          </p:nvPr>
        </p:nvSpPr>
        <p:spPr>
          <a:xfrm>
            <a:off x="136525" y="365126"/>
            <a:ext cx="8778875" cy="620712"/>
          </a:xfrm>
        </p:spPr>
        <p:txBody>
          <a:bodyPr/>
          <a:lstStyle/>
          <a:p>
            <a:r>
              <a:rPr lang="zh-CN" altLang="en-US" sz="3600" dirty="0"/>
              <a:t>基数排序的“分配”与“收集”过程   第三趟</a:t>
            </a:r>
          </a:p>
        </p:txBody>
      </p:sp>
      <p:sp>
        <p:nvSpPr>
          <p:cNvPr id="3" name="灯片编号占位符 2">
            <a:extLst>
              <a:ext uri="{FF2B5EF4-FFF2-40B4-BE49-F238E27FC236}">
                <a16:creationId xmlns:a16="http://schemas.microsoft.com/office/drawing/2014/main" id="{5DBEE7E6-A43A-CBD8-9127-5ECBFAEEA05E}"/>
              </a:ext>
            </a:extLst>
          </p:cNvPr>
          <p:cNvSpPr>
            <a:spLocks noGrp="1"/>
          </p:cNvSpPr>
          <p:nvPr>
            <p:ph type="sldNum" sz="quarter" idx="12"/>
          </p:nvPr>
        </p:nvSpPr>
        <p:spPr/>
        <p:txBody>
          <a:bodyPr/>
          <a:lstStyle/>
          <a:p>
            <a:pPr>
              <a:defRPr/>
            </a:pPr>
            <a:fld id="{9BDB78BB-1998-4591-9984-25E32120A030}" type="slidenum">
              <a:rPr lang="en-US" altLang="zh-CN" smtClean="0"/>
              <a:pPr>
                <a:defRPr/>
              </a:pPr>
              <a:t>80</a:t>
            </a:fld>
            <a:endParaRPr lang="en-US" altLang="zh-CN"/>
          </a:p>
        </p:txBody>
      </p:sp>
    </p:spTree>
  </p:cSld>
  <p:clrMapOvr>
    <a:masterClrMapping/>
  </p:clrMapOvr>
  <p:transition>
    <p:spli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C4393CF-0CD8-435D-8D0B-69BA8B5486E9}"/>
              </a:ext>
            </a:extLst>
          </p:cNvPr>
          <p:cNvSpPr>
            <a:spLocks noGrp="1"/>
          </p:cNvSpPr>
          <p:nvPr>
            <p:ph idx="1"/>
          </p:nvPr>
        </p:nvSpPr>
        <p:spPr>
          <a:xfrm>
            <a:off x="628650" y="188640"/>
            <a:ext cx="7886700" cy="6552728"/>
          </a:xfrm>
        </p:spPr>
        <p:txBody>
          <a:bodyPr>
            <a:normAutofit fontScale="47500" lnSpcReduction="20000"/>
          </a:bodyPr>
          <a:lstStyle/>
          <a:p>
            <a:pPr marL="0" indent="0">
              <a:buNone/>
            </a:pPr>
            <a:r>
              <a:rPr lang="zh-CN" altLang="en-US" dirty="0"/>
              <a:t>在静态链表上的基数排序</a:t>
            </a:r>
          </a:p>
          <a:p>
            <a:pPr marL="0" indent="0">
              <a:buNone/>
            </a:pPr>
            <a:r>
              <a:rPr lang="en-US" altLang="zh-CN" dirty="0"/>
              <a:t>template &lt;class T&gt; void Sort (</a:t>
            </a:r>
            <a:r>
              <a:rPr lang="en-US" altLang="zh-CN" dirty="0" err="1"/>
              <a:t>staticlinkedList</a:t>
            </a:r>
            <a:r>
              <a:rPr lang="en-US" altLang="zh-CN" dirty="0"/>
              <a:t> &lt;T&gt;&amp; L, int d ) {</a:t>
            </a:r>
          </a:p>
          <a:p>
            <a:pPr marL="0" indent="0">
              <a:buNone/>
            </a:pPr>
            <a:r>
              <a:rPr lang="en-US" altLang="zh-CN" dirty="0"/>
              <a:t>    int rear[radix],  front[radix];    int </a:t>
            </a:r>
            <a:r>
              <a:rPr lang="en-US" altLang="zh-CN" dirty="0" err="1"/>
              <a:t>i</a:t>
            </a:r>
            <a:r>
              <a:rPr lang="en-US" altLang="zh-CN" dirty="0"/>
              <a:t>, j, k, last, current, n = </a:t>
            </a:r>
            <a:r>
              <a:rPr lang="en-US" altLang="zh-CN" dirty="0" err="1"/>
              <a:t>L.Length</a:t>
            </a:r>
            <a:r>
              <a:rPr lang="en-US" altLang="zh-CN" dirty="0"/>
              <a:t>( );</a:t>
            </a:r>
          </a:p>
          <a:p>
            <a:pPr marL="0" indent="0">
              <a:buNone/>
            </a:pPr>
            <a:r>
              <a:rPr lang="en-US" altLang="zh-CN" dirty="0"/>
              <a:t>    for (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 L[</a:t>
            </a:r>
            <a:r>
              <a:rPr lang="en-US" altLang="zh-CN" dirty="0" err="1"/>
              <a:t>i</a:t>
            </a:r>
            <a:r>
              <a:rPr lang="en-US" altLang="zh-CN" dirty="0"/>
              <a:t>].link = i+1;      //</a:t>
            </a:r>
            <a:r>
              <a:rPr lang="zh-CN" altLang="en-US" dirty="0"/>
              <a:t>把待排数据链接起来</a:t>
            </a:r>
            <a:endParaRPr lang="en-US" altLang="zh-CN" dirty="0"/>
          </a:p>
          <a:p>
            <a:pPr marL="0" indent="0">
              <a:buNone/>
            </a:pPr>
            <a:r>
              <a:rPr lang="en-US" altLang="zh-CN" dirty="0"/>
              <a:t>    L[n].link = 0;	</a:t>
            </a:r>
            <a:r>
              <a:rPr lang="zh-CN" altLang="en-US" dirty="0"/>
              <a:t>    </a:t>
            </a:r>
            <a:r>
              <a:rPr lang="en-US" altLang="zh-CN" dirty="0"/>
              <a:t>current = 1; </a:t>
            </a:r>
          </a:p>
          <a:p>
            <a:pPr marL="0" indent="0">
              <a:buNone/>
            </a:pPr>
            <a:r>
              <a:rPr lang="en-US" altLang="zh-CN" dirty="0"/>
              <a:t>    for ( </a:t>
            </a:r>
            <a:r>
              <a:rPr lang="en-US" altLang="zh-CN" dirty="0" err="1"/>
              <a:t>i</a:t>
            </a:r>
            <a:r>
              <a:rPr lang="en-US" altLang="zh-CN" dirty="0"/>
              <a:t> = d; </a:t>
            </a:r>
            <a:r>
              <a:rPr lang="en-US" altLang="zh-CN" dirty="0" err="1"/>
              <a:t>i</a:t>
            </a:r>
            <a:r>
              <a:rPr lang="en-US" altLang="zh-CN" dirty="0"/>
              <a:t> &gt;= 1; </a:t>
            </a:r>
            <a:r>
              <a:rPr lang="en-US" altLang="zh-CN" dirty="0" err="1"/>
              <a:t>i</a:t>
            </a:r>
            <a:r>
              <a:rPr lang="en-US" altLang="zh-CN" dirty="0"/>
              <a:t>-- ) {    //d</a:t>
            </a:r>
            <a:r>
              <a:rPr lang="zh-CN" altLang="en-US" dirty="0"/>
              <a:t>趟分配</a:t>
            </a:r>
            <a:r>
              <a:rPr lang="en-US" altLang="zh-CN" dirty="0"/>
              <a:t>.</a:t>
            </a:r>
            <a:r>
              <a:rPr lang="zh-CN" altLang="en-US" dirty="0"/>
              <a:t>收集</a:t>
            </a:r>
          </a:p>
          <a:p>
            <a:pPr marL="0" indent="0">
              <a:buNone/>
            </a:pPr>
            <a:r>
              <a:rPr lang="zh-CN" altLang="en-US" dirty="0"/>
              <a:t>        </a:t>
            </a:r>
            <a:r>
              <a:rPr lang="en-US" altLang="zh-CN" dirty="0"/>
              <a:t>for ( j = 0; j &lt; radix; </a:t>
            </a:r>
            <a:r>
              <a:rPr lang="en-US" altLang="zh-CN" dirty="0" err="1"/>
              <a:t>j++</a:t>
            </a:r>
            <a:r>
              <a:rPr lang="en-US" altLang="zh-CN" dirty="0"/>
              <a:t> )  front[j] = 0;   </a:t>
            </a:r>
          </a:p>
          <a:p>
            <a:pPr marL="0" indent="0">
              <a:buNone/>
            </a:pPr>
            <a:r>
              <a:rPr lang="en-US" altLang="zh-CN" dirty="0"/>
              <a:t>         while ( current != 0 ) {	       //</a:t>
            </a:r>
            <a:r>
              <a:rPr lang="zh-CN" altLang="en-US" dirty="0"/>
              <a:t>逐个元素分配</a:t>
            </a:r>
          </a:p>
          <a:p>
            <a:pPr marL="0" indent="0">
              <a:buNone/>
            </a:pPr>
            <a:r>
              <a:rPr lang="zh-CN" altLang="en-US" dirty="0"/>
              <a:t>                 </a:t>
            </a:r>
            <a:r>
              <a:rPr lang="en-US" altLang="zh-CN" dirty="0"/>
              <a:t>k = </a:t>
            </a:r>
            <a:r>
              <a:rPr lang="en-US" altLang="zh-CN" dirty="0" err="1"/>
              <a:t>getDigit</a:t>
            </a:r>
            <a:r>
              <a:rPr lang="en-US" altLang="zh-CN" dirty="0"/>
              <a:t>( L[current], </a:t>
            </a:r>
            <a:r>
              <a:rPr lang="en-US" altLang="zh-CN" dirty="0" err="1"/>
              <a:t>i</a:t>
            </a:r>
            <a:r>
              <a:rPr lang="en-US" altLang="zh-CN" dirty="0"/>
              <a:t> ); //</a:t>
            </a:r>
            <a:r>
              <a:rPr lang="zh-CN" altLang="en-US" dirty="0"/>
              <a:t>取当前元素排序码的第 </a:t>
            </a:r>
            <a:r>
              <a:rPr lang="en-US" altLang="zh-CN" dirty="0" err="1"/>
              <a:t>i</a:t>
            </a:r>
            <a:r>
              <a:rPr lang="en-US" altLang="zh-CN" dirty="0"/>
              <a:t> </a:t>
            </a:r>
            <a:r>
              <a:rPr lang="zh-CN" altLang="en-US" dirty="0"/>
              <a:t>位 </a:t>
            </a:r>
          </a:p>
          <a:p>
            <a:pPr marL="0" indent="0">
              <a:buNone/>
            </a:pPr>
            <a:r>
              <a:rPr lang="zh-CN" altLang="en-US" dirty="0"/>
              <a:t>                 </a:t>
            </a:r>
            <a:r>
              <a:rPr lang="en-US" altLang="zh-CN" dirty="0"/>
              <a:t>if ( front[k] == 0) front[k] = current; //</a:t>
            </a:r>
            <a:r>
              <a:rPr lang="zh-CN" altLang="en-US" dirty="0"/>
              <a:t>原链表为空</a:t>
            </a:r>
          </a:p>
          <a:p>
            <a:pPr marL="0" indent="0">
              <a:buNone/>
            </a:pPr>
            <a:r>
              <a:rPr lang="zh-CN" altLang="en-US" dirty="0"/>
              <a:t>                 </a:t>
            </a:r>
            <a:r>
              <a:rPr lang="en-US" altLang="zh-CN" dirty="0"/>
              <a:t>else  L[rear[k]].link = current; //</a:t>
            </a:r>
            <a:r>
              <a:rPr lang="zh-CN" altLang="en-US" dirty="0"/>
              <a:t>原链表非空，链尾链入</a:t>
            </a:r>
          </a:p>
          <a:p>
            <a:pPr marL="0" indent="0">
              <a:buNone/>
            </a:pPr>
            <a:r>
              <a:rPr lang="zh-CN" altLang="en-US" dirty="0"/>
              <a:t>	     </a:t>
            </a:r>
            <a:r>
              <a:rPr lang="en-US" altLang="zh-CN" dirty="0"/>
              <a:t>rear[k] = current;   current = L[current].link;   //</a:t>
            </a:r>
            <a:r>
              <a:rPr lang="zh-CN" altLang="en-US" dirty="0"/>
              <a:t>下一元素   </a:t>
            </a:r>
          </a:p>
          <a:p>
            <a:pPr marL="0" indent="0">
              <a:buNone/>
            </a:pPr>
            <a:r>
              <a:rPr lang="zh-CN" altLang="en-US" dirty="0"/>
              <a:t>        </a:t>
            </a:r>
            <a:r>
              <a:rPr lang="en-US" altLang="zh-CN" dirty="0"/>
              <a:t>}</a:t>
            </a:r>
          </a:p>
          <a:p>
            <a:pPr marL="0" indent="0">
              <a:buNone/>
            </a:pPr>
            <a:r>
              <a:rPr lang="en-US" altLang="zh-CN" dirty="0"/>
              <a:t>        j = 0;	          //</a:t>
            </a:r>
            <a:r>
              <a:rPr lang="zh-CN" altLang="en-US" dirty="0"/>
              <a:t>从</a:t>
            </a:r>
            <a:r>
              <a:rPr lang="en-US" altLang="zh-CN" dirty="0"/>
              <a:t>0</a:t>
            </a:r>
            <a:r>
              <a:rPr lang="zh-CN" altLang="en-US" dirty="0"/>
              <a:t>号队列开始收集		</a:t>
            </a:r>
          </a:p>
          <a:p>
            <a:pPr marL="0" indent="0">
              <a:buNone/>
            </a:pPr>
            <a:r>
              <a:rPr lang="zh-CN" altLang="en-US" dirty="0"/>
              <a:t>        </a:t>
            </a:r>
            <a:r>
              <a:rPr lang="en-US" altLang="zh-CN" dirty="0"/>
              <a:t>while ( front[j] == 0 ) </a:t>
            </a:r>
            <a:r>
              <a:rPr lang="en-US" altLang="zh-CN" dirty="0" err="1"/>
              <a:t>j++</a:t>
            </a:r>
            <a:r>
              <a:rPr lang="en-US" altLang="zh-CN" dirty="0"/>
              <a:t>;     //</a:t>
            </a:r>
            <a:r>
              <a:rPr lang="zh-CN" altLang="en-US" dirty="0"/>
              <a:t>空队列跳过 </a:t>
            </a:r>
          </a:p>
          <a:p>
            <a:pPr marL="0" indent="0">
              <a:buNone/>
            </a:pPr>
            <a:r>
              <a:rPr lang="zh-CN" altLang="en-US" dirty="0"/>
              <a:t>        </a:t>
            </a:r>
            <a:r>
              <a:rPr lang="en-US" altLang="zh-CN" dirty="0"/>
              <a:t>L[0].link = current = front[j];      last = rear[j];     //</a:t>
            </a:r>
            <a:r>
              <a:rPr lang="zh-CN" altLang="en-US" dirty="0"/>
              <a:t>新链头</a:t>
            </a:r>
            <a:r>
              <a:rPr lang="en-US" altLang="zh-CN" dirty="0"/>
              <a:t>  //</a:t>
            </a:r>
            <a:r>
              <a:rPr lang="zh-CN" altLang="en-US" dirty="0"/>
              <a:t>新链尾</a:t>
            </a:r>
          </a:p>
          <a:p>
            <a:pPr marL="0" indent="0">
              <a:buNone/>
            </a:pPr>
            <a:r>
              <a:rPr lang="zh-CN" altLang="en-US" dirty="0"/>
              <a:t>        </a:t>
            </a:r>
            <a:r>
              <a:rPr lang="en-US" altLang="zh-CN" dirty="0"/>
              <a:t>for ( k = j+1; k &lt; radix; k++)       //</a:t>
            </a:r>
            <a:r>
              <a:rPr lang="zh-CN" altLang="en-US" dirty="0"/>
              <a:t>逐个队列链接</a:t>
            </a:r>
          </a:p>
          <a:p>
            <a:pPr marL="0" indent="0">
              <a:buNone/>
            </a:pPr>
            <a:r>
              <a:rPr lang="zh-CN" altLang="en-US" dirty="0"/>
              <a:t>            </a:t>
            </a:r>
            <a:r>
              <a:rPr lang="en-US" altLang="zh-CN" dirty="0"/>
              <a:t>if ( front[k] != 0 ) {      L[last].link = front[k];     last = rear[k]; }</a:t>
            </a:r>
          </a:p>
          <a:p>
            <a:pPr marL="0" indent="0">
              <a:buNone/>
            </a:pPr>
            <a:r>
              <a:rPr lang="en-US" altLang="zh-CN" dirty="0"/>
              <a:t>        L[last].link = 0;                      //</a:t>
            </a:r>
            <a:r>
              <a:rPr lang="zh-CN" altLang="en-US" dirty="0"/>
              <a:t>链收尾</a:t>
            </a:r>
          </a:p>
          <a:p>
            <a:pPr marL="0" indent="0">
              <a:buNone/>
            </a:pPr>
            <a:r>
              <a:rPr lang="zh-CN" altLang="en-US" dirty="0"/>
              <a:t>    </a:t>
            </a:r>
            <a:r>
              <a:rPr lang="en-US" altLang="zh-CN" dirty="0"/>
              <a:t>} //</a:t>
            </a:r>
            <a:r>
              <a:rPr lang="zh-CN" altLang="en-US" dirty="0"/>
              <a:t>下一趟</a:t>
            </a:r>
          </a:p>
          <a:p>
            <a:pPr marL="0" indent="0">
              <a:buNone/>
            </a:pPr>
            <a:r>
              <a:rPr lang="en-US" altLang="zh-CN" dirty="0"/>
              <a:t>}</a:t>
            </a:r>
            <a:endParaRPr lang="zh-CN" altLang="en-US" dirty="0"/>
          </a:p>
        </p:txBody>
      </p:sp>
      <p:sp>
        <p:nvSpPr>
          <p:cNvPr id="2" name="灯片编号占位符 1">
            <a:extLst>
              <a:ext uri="{FF2B5EF4-FFF2-40B4-BE49-F238E27FC236}">
                <a16:creationId xmlns:a16="http://schemas.microsoft.com/office/drawing/2014/main" id="{0A345BEB-F052-26D6-D7A8-6DC771602B07}"/>
              </a:ext>
            </a:extLst>
          </p:cNvPr>
          <p:cNvSpPr>
            <a:spLocks noGrp="1"/>
          </p:cNvSpPr>
          <p:nvPr>
            <p:ph type="sldNum" sz="quarter" idx="12"/>
          </p:nvPr>
        </p:nvSpPr>
        <p:spPr/>
        <p:txBody>
          <a:bodyPr/>
          <a:lstStyle/>
          <a:p>
            <a:pPr>
              <a:defRPr/>
            </a:pPr>
            <a:fld id="{5F1DCF05-F1E6-414E-BAB4-65AA6A3D43BB}" type="slidenum">
              <a:rPr lang="en-US" altLang="zh-CN" smtClean="0"/>
              <a:pPr>
                <a:defRPr/>
              </a:pPr>
              <a:t>81</a:t>
            </a:fld>
            <a:endParaRPr lang="en-US" altLang="zh-CN"/>
          </a:p>
        </p:txBody>
      </p:sp>
      <p:sp>
        <p:nvSpPr>
          <p:cNvPr id="4" name="文本框 3">
            <a:extLst>
              <a:ext uri="{FF2B5EF4-FFF2-40B4-BE49-F238E27FC236}">
                <a16:creationId xmlns:a16="http://schemas.microsoft.com/office/drawing/2014/main" id="{03754132-B0EB-428A-9345-EDC5AB1BD805}"/>
              </a:ext>
            </a:extLst>
          </p:cNvPr>
          <p:cNvSpPr txBox="1"/>
          <p:nvPr/>
        </p:nvSpPr>
        <p:spPr>
          <a:xfrm>
            <a:off x="2195736" y="5877272"/>
            <a:ext cx="5472608" cy="400110"/>
          </a:xfrm>
          <a:prstGeom prst="rect">
            <a:avLst/>
          </a:prstGeom>
          <a:solidFill>
            <a:schemeClr val="bg1">
              <a:lumMod val="85000"/>
            </a:schemeClr>
          </a:solidFill>
        </p:spPr>
        <p:txBody>
          <a:bodyPr wrap="square" rtlCol="0">
            <a:spAutoFit/>
          </a:bodyPr>
          <a:lstStyle/>
          <a:p>
            <a:r>
              <a:rPr lang="zh-CN" altLang="en-US" sz="2000" dirty="0"/>
              <a:t>思考：普通链表上的基数排序程序是怎样的？</a:t>
            </a:r>
          </a:p>
        </p:txBody>
      </p:sp>
    </p:spTree>
  </p:cSld>
  <p:clrMapOvr>
    <a:masterClrMapping/>
  </p:clrMapOvr>
  <p:transition>
    <p:spli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7BCF2DA-898F-BAFA-BA51-8B7E19028508}"/>
              </a:ext>
            </a:extLst>
          </p:cNvPr>
          <p:cNvSpPr>
            <a:spLocks noGrp="1"/>
          </p:cNvSpPr>
          <p:nvPr>
            <p:ph type="title"/>
          </p:nvPr>
        </p:nvSpPr>
        <p:spPr/>
        <p:txBody>
          <a:bodyPr/>
          <a:lstStyle/>
          <a:p>
            <a:r>
              <a:rPr lang="zh-CN" altLang="en-US" dirty="0"/>
              <a:t>性能分析</a:t>
            </a:r>
          </a:p>
        </p:txBody>
      </p:sp>
      <p:sp>
        <p:nvSpPr>
          <p:cNvPr id="392195" name="Rectangle 3">
            <a:extLst>
              <a:ext uri="{FF2B5EF4-FFF2-40B4-BE49-F238E27FC236}">
                <a16:creationId xmlns:a16="http://schemas.microsoft.com/office/drawing/2014/main" id="{97DEBE32-90ED-0387-F78C-D966F98582BC}"/>
              </a:ext>
            </a:extLst>
          </p:cNvPr>
          <p:cNvSpPr>
            <a:spLocks noGrp="1" noChangeArrowheads="1"/>
          </p:cNvSpPr>
          <p:nvPr>
            <p:ph idx="1"/>
          </p:nvPr>
        </p:nvSpPr>
        <p:spPr/>
        <p:txBody>
          <a:bodyPr>
            <a:normAutofit fontScale="70000" lnSpcReduction="20000"/>
          </a:bodyPr>
          <a:lstStyle/>
          <a:p>
            <a:pPr>
              <a:lnSpc>
                <a:spcPct val="120000"/>
              </a:lnSpc>
            </a:pPr>
            <a:r>
              <a:rPr lang="zh-CN" altLang="en-US" dirty="0"/>
              <a:t>若每个排序码有 </a:t>
            </a:r>
            <a:r>
              <a:rPr lang="en-US" altLang="zh-CN" dirty="0"/>
              <a:t>d </a:t>
            </a:r>
            <a:r>
              <a:rPr lang="zh-CN" altLang="en-US" dirty="0"/>
              <a:t>位，需要重复执行</a:t>
            </a:r>
            <a:r>
              <a:rPr lang="en-US" altLang="zh-CN" dirty="0"/>
              <a:t>d </a:t>
            </a:r>
            <a:r>
              <a:rPr lang="zh-CN" altLang="en-US" dirty="0"/>
              <a:t>趟“分配”与“收集”。每趟对 </a:t>
            </a:r>
            <a:r>
              <a:rPr lang="en-US" altLang="zh-CN" dirty="0"/>
              <a:t>n </a:t>
            </a:r>
            <a:r>
              <a:rPr lang="zh-CN" altLang="en-US" dirty="0"/>
              <a:t>个元素进行“分配”，对</a:t>
            </a:r>
            <a:r>
              <a:rPr lang="en-US" altLang="zh-CN" dirty="0"/>
              <a:t>radix</a:t>
            </a:r>
            <a:r>
              <a:rPr lang="zh-CN" altLang="en-US" dirty="0"/>
              <a:t>个队列进行“收集”。总时间复杂度为</a:t>
            </a:r>
            <a:r>
              <a:rPr lang="en-US" altLang="zh-CN" dirty="0"/>
              <a:t>O ( d ( </a:t>
            </a:r>
            <a:r>
              <a:rPr lang="en-US" altLang="zh-CN" dirty="0" err="1"/>
              <a:t>n+radix</a:t>
            </a:r>
            <a:r>
              <a:rPr lang="en-US" altLang="zh-CN" dirty="0"/>
              <a:t> ) )</a:t>
            </a:r>
            <a:r>
              <a:rPr lang="zh-CN" altLang="en-US" dirty="0"/>
              <a:t>。</a:t>
            </a:r>
          </a:p>
          <a:p>
            <a:pPr>
              <a:lnSpc>
                <a:spcPct val="120000"/>
              </a:lnSpc>
            </a:pPr>
            <a:r>
              <a:rPr lang="zh-CN" altLang="en-US" dirty="0"/>
              <a:t>对于元素个数较多而排序码位数较少的情况，使用链式基数排序较好。</a:t>
            </a:r>
          </a:p>
          <a:p>
            <a:pPr>
              <a:lnSpc>
                <a:spcPct val="120000"/>
              </a:lnSpc>
            </a:pPr>
            <a:r>
              <a:rPr lang="zh-CN" altLang="en-US" dirty="0"/>
              <a:t>链式基数排序需要增加</a:t>
            </a:r>
            <a:r>
              <a:rPr lang="en-US" altLang="zh-CN" dirty="0"/>
              <a:t>n+2radix</a:t>
            </a:r>
            <a:r>
              <a:rPr lang="zh-CN" altLang="en-US" dirty="0"/>
              <a:t>个附加链接指针。</a:t>
            </a:r>
          </a:p>
          <a:p>
            <a:pPr>
              <a:lnSpc>
                <a:spcPct val="120000"/>
              </a:lnSpc>
            </a:pPr>
            <a:r>
              <a:rPr lang="zh-CN" altLang="en-US" dirty="0"/>
              <a:t>基数排序是稳定的排序方法。</a:t>
            </a:r>
            <a:endParaRPr lang="en-US" altLang="zh-CN" dirty="0"/>
          </a:p>
          <a:p>
            <a:pPr>
              <a:lnSpc>
                <a:spcPct val="120000"/>
              </a:lnSpc>
            </a:pPr>
            <a:r>
              <a:rPr lang="zh-CN" altLang="en-US" dirty="0"/>
              <a:t>基数排序也可以基于数组（顺序表）实现。</a:t>
            </a:r>
            <a:endParaRPr lang="en-US" altLang="zh-CN" dirty="0"/>
          </a:p>
          <a:p>
            <a:pPr lvl="1">
              <a:lnSpc>
                <a:spcPct val="120000"/>
              </a:lnSpc>
            </a:pPr>
            <a:r>
              <a:rPr lang="zh-CN" altLang="en-US" dirty="0"/>
              <a:t>需要一个辅组数组，再用一个</a:t>
            </a:r>
            <a:r>
              <a:rPr lang="en-US" altLang="zh-CN" dirty="0"/>
              <a:t>count</a:t>
            </a:r>
            <a:r>
              <a:rPr lang="zh-CN" altLang="en-US" dirty="0"/>
              <a:t>数组统计当前位各种取值的记录数。</a:t>
            </a:r>
          </a:p>
        </p:txBody>
      </p:sp>
      <p:sp>
        <p:nvSpPr>
          <p:cNvPr id="2" name="灯片编号占位符 1">
            <a:extLst>
              <a:ext uri="{FF2B5EF4-FFF2-40B4-BE49-F238E27FC236}">
                <a16:creationId xmlns:a16="http://schemas.microsoft.com/office/drawing/2014/main" id="{09F5322C-9EAB-13A7-D123-C6FDAF9D5F2C}"/>
              </a:ext>
            </a:extLst>
          </p:cNvPr>
          <p:cNvSpPr>
            <a:spLocks noGrp="1"/>
          </p:cNvSpPr>
          <p:nvPr>
            <p:ph type="sldNum" sz="quarter" idx="12"/>
          </p:nvPr>
        </p:nvSpPr>
        <p:spPr/>
        <p:txBody>
          <a:bodyPr/>
          <a:lstStyle/>
          <a:p>
            <a:pPr>
              <a:defRPr/>
            </a:pPr>
            <a:fld id="{5F1DCF05-F1E6-414E-BAB4-65AA6A3D43BB}" type="slidenum">
              <a:rPr lang="en-US" altLang="zh-CN" smtClean="0"/>
              <a:pPr>
                <a:defRPr/>
              </a:pPr>
              <a:t>82</a:t>
            </a:fld>
            <a:endParaRPr lang="en-US" altLang="zh-CN"/>
          </a:p>
        </p:txBody>
      </p:sp>
    </p:spTree>
  </p:cSld>
  <p:clrMapOvr>
    <a:masterClrMapping/>
  </p:clrMapOvr>
  <p:transition>
    <p:spli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42A99254-65ED-1BC1-EB8F-33432ADAE267}"/>
              </a:ext>
            </a:extLst>
          </p:cNvPr>
          <p:cNvSpPr>
            <a:spLocks noGrp="1" noChangeArrowheads="1"/>
          </p:cNvSpPr>
          <p:nvPr>
            <p:ph type="title"/>
          </p:nvPr>
        </p:nvSpPr>
        <p:spPr/>
        <p:txBody>
          <a:bodyPr/>
          <a:lstStyle/>
          <a:p>
            <a:r>
              <a:rPr lang="en-US" altLang="zh-CN"/>
              <a:t>9.8 </a:t>
            </a:r>
            <a:r>
              <a:rPr lang="zh-CN" altLang="en-US"/>
              <a:t>内部排序算法的分析</a:t>
            </a:r>
          </a:p>
        </p:txBody>
      </p:sp>
      <p:sp>
        <p:nvSpPr>
          <p:cNvPr id="118787" name="Rectangle 3">
            <a:extLst>
              <a:ext uri="{FF2B5EF4-FFF2-40B4-BE49-F238E27FC236}">
                <a16:creationId xmlns:a16="http://schemas.microsoft.com/office/drawing/2014/main" id="{9F45F142-74A2-214E-FEFD-CBB060A1B4F2}"/>
              </a:ext>
            </a:extLst>
          </p:cNvPr>
          <p:cNvSpPr>
            <a:spLocks noGrp="1" noChangeArrowheads="1"/>
          </p:cNvSpPr>
          <p:nvPr>
            <p:ph type="body" idx="1"/>
          </p:nvPr>
        </p:nvSpPr>
        <p:spPr/>
        <p:txBody>
          <a:bodyPr/>
          <a:lstStyle/>
          <a:p>
            <a:r>
              <a:rPr lang="en-US" altLang="zh-CN" dirty="0"/>
              <a:t>9.8.1 </a:t>
            </a:r>
            <a:r>
              <a:rPr lang="zh-CN" altLang="en-US" dirty="0"/>
              <a:t>排序方法的下界</a:t>
            </a:r>
            <a:endParaRPr lang="en-US" altLang="zh-CN" dirty="0"/>
          </a:p>
          <a:p>
            <a:pPr lvl="1"/>
            <a:r>
              <a:rPr lang="zh-CN" altLang="en-US" dirty="0"/>
              <a:t>采用判定树分析</a:t>
            </a:r>
          </a:p>
          <a:p>
            <a:pPr lvl="2"/>
            <a:r>
              <a:rPr lang="zh-CN" altLang="en-US" dirty="0"/>
              <a:t>一般情况下（即随机情况下），基于比较的排序算法最优的时间复杂度为</a:t>
            </a:r>
            <a:r>
              <a:rPr lang="en-US" altLang="zh-CN" dirty="0"/>
              <a:t>O(nlog</a:t>
            </a:r>
            <a:r>
              <a:rPr lang="en-US" altLang="zh-CN" baseline="-25000" dirty="0"/>
              <a:t>2</a:t>
            </a:r>
            <a:r>
              <a:rPr lang="en-US" altLang="zh-CN" dirty="0"/>
              <a:t>n)</a:t>
            </a:r>
          </a:p>
        </p:txBody>
      </p:sp>
      <p:sp>
        <p:nvSpPr>
          <p:cNvPr id="2" name="灯片编号占位符 1">
            <a:extLst>
              <a:ext uri="{FF2B5EF4-FFF2-40B4-BE49-F238E27FC236}">
                <a16:creationId xmlns:a16="http://schemas.microsoft.com/office/drawing/2014/main" id="{DE7C6795-8683-EFBC-9429-7F1B055E7972}"/>
              </a:ext>
            </a:extLst>
          </p:cNvPr>
          <p:cNvSpPr>
            <a:spLocks noGrp="1"/>
          </p:cNvSpPr>
          <p:nvPr>
            <p:ph type="sldNum" sz="quarter" idx="12"/>
          </p:nvPr>
        </p:nvSpPr>
        <p:spPr/>
        <p:txBody>
          <a:bodyPr/>
          <a:lstStyle/>
          <a:p>
            <a:pPr>
              <a:defRPr/>
            </a:pPr>
            <a:fld id="{5F1DCF05-F1E6-414E-BAB4-65AA6A3D43BB}" type="slidenum">
              <a:rPr lang="en-US" altLang="zh-CN" smtClean="0"/>
              <a:pPr>
                <a:defRPr/>
              </a:pPr>
              <a:t>83</a:t>
            </a:fld>
            <a:endParaRPr lang="en-US" altLang="zh-CN"/>
          </a:p>
        </p:txBody>
      </p:sp>
    </p:spTree>
  </p:cSld>
  <p:clrMapOvr>
    <a:masterClrMapping/>
  </p:clrMapOvr>
  <p:transition>
    <p:spli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68AD8A7A-7866-2EE3-A273-C0EAA0AD041D}"/>
              </a:ext>
            </a:extLst>
          </p:cNvPr>
          <p:cNvSpPr>
            <a:spLocks noGrp="1" noChangeArrowheads="1"/>
          </p:cNvSpPr>
          <p:nvPr>
            <p:ph type="title"/>
          </p:nvPr>
        </p:nvSpPr>
        <p:spPr>
          <a:xfrm>
            <a:off x="628650" y="365125"/>
            <a:ext cx="7886700" cy="615603"/>
          </a:xfrm>
        </p:spPr>
        <p:txBody>
          <a:bodyPr/>
          <a:lstStyle/>
          <a:p>
            <a:r>
              <a:rPr lang="en-US" altLang="zh-CN" dirty="0"/>
              <a:t>9.8.2 </a:t>
            </a:r>
            <a:r>
              <a:rPr lang="zh-CN" altLang="en-US" dirty="0"/>
              <a:t>各种内部排序方法的比较</a:t>
            </a:r>
          </a:p>
        </p:txBody>
      </p:sp>
      <p:graphicFrame>
        <p:nvGraphicFramePr>
          <p:cNvPr id="531748" name="Group 292">
            <a:extLst>
              <a:ext uri="{FF2B5EF4-FFF2-40B4-BE49-F238E27FC236}">
                <a16:creationId xmlns:a16="http://schemas.microsoft.com/office/drawing/2014/main" id="{46A805D6-5AA1-626B-76EB-923B6A7D6B62}"/>
              </a:ext>
            </a:extLst>
          </p:cNvPr>
          <p:cNvGraphicFramePr>
            <a:graphicFrameLocks noGrp="1"/>
          </p:cNvGraphicFramePr>
          <p:nvPr>
            <p:extLst>
              <p:ext uri="{D42A27DB-BD31-4B8C-83A1-F6EECF244321}">
                <p14:modId xmlns:p14="http://schemas.microsoft.com/office/powerpoint/2010/main" val="1279330834"/>
              </p:ext>
            </p:extLst>
          </p:nvPr>
        </p:nvGraphicFramePr>
        <p:xfrm>
          <a:off x="304800" y="1143000"/>
          <a:ext cx="8382000" cy="5557851"/>
        </p:xfrm>
        <a:graphic>
          <a:graphicData uri="http://schemas.openxmlformats.org/drawingml/2006/table">
            <a:tbl>
              <a:tblPr/>
              <a:tblGrid>
                <a:gridCol w="690563">
                  <a:extLst>
                    <a:ext uri="{9D8B030D-6E8A-4147-A177-3AD203B41FA5}">
                      <a16:colId xmlns:a16="http://schemas.microsoft.com/office/drawing/2014/main" val="20000"/>
                    </a:ext>
                  </a:extLst>
                </a:gridCol>
                <a:gridCol w="1076325">
                  <a:extLst>
                    <a:ext uri="{9D8B030D-6E8A-4147-A177-3AD203B41FA5}">
                      <a16:colId xmlns:a16="http://schemas.microsoft.com/office/drawing/2014/main" val="20001"/>
                    </a:ext>
                  </a:extLst>
                </a:gridCol>
                <a:gridCol w="692150">
                  <a:extLst>
                    <a:ext uri="{9D8B030D-6E8A-4147-A177-3AD203B41FA5}">
                      <a16:colId xmlns:a16="http://schemas.microsoft.com/office/drawing/2014/main" val="20002"/>
                    </a:ext>
                  </a:extLst>
                </a:gridCol>
                <a:gridCol w="692150">
                  <a:extLst>
                    <a:ext uri="{9D8B030D-6E8A-4147-A177-3AD203B41FA5}">
                      <a16:colId xmlns:a16="http://schemas.microsoft.com/office/drawing/2014/main" val="20003"/>
                    </a:ext>
                  </a:extLst>
                </a:gridCol>
                <a:gridCol w="615950">
                  <a:extLst>
                    <a:ext uri="{9D8B030D-6E8A-4147-A177-3AD203B41FA5}">
                      <a16:colId xmlns:a16="http://schemas.microsoft.com/office/drawing/2014/main" val="20004"/>
                    </a:ext>
                  </a:extLst>
                </a:gridCol>
                <a:gridCol w="922337">
                  <a:extLst>
                    <a:ext uri="{9D8B030D-6E8A-4147-A177-3AD203B41FA5}">
                      <a16:colId xmlns:a16="http://schemas.microsoft.com/office/drawing/2014/main" val="20005"/>
                    </a:ext>
                  </a:extLst>
                </a:gridCol>
                <a:gridCol w="1000125">
                  <a:extLst>
                    <a:ext uri="{9D8B030D-6E8A-4147-A177-3AD203B41FA5}">
                      <a16:colId xmlns:a16="http://schemas.microsoft.com/office/drawing/2014/main" val="20006"/>
                    </a:ext>
                  </a:extLst>
                </a:gridCol>
                <a:gridCol w="769938">
                  <a:extLst>
                    <a:ext uri="{9D8B030D-6E8A-4147-A177-3AD203B41FA5}">
                      <a16:colId xmlns:a16="http://schemas.microsoft.com/office/drawing/2014/main" val="20007"/>
                    </a:ext>
                  </a:extLst>
                </a:gridCol>
                <a:gridCol w="1922462">
                  <a:extLst>
                    <a:ext uri="{9D8B030D-6E8A-4147-A177-3AD203B41FA5}">
                      <a16:colId xmlns:a16="http://schemas.microsoft.com/office/drawing/2014/main" val="20008"/>
                    </a:ext>
                  </a:extLst>
                </a:gridCol>
              </a:tblGrid>
              <a:tr h="677824">
                <a:tc row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排序算法</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时间复杂度</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数据移动次数</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额外内存</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稳定性</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适用情况</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序列规模</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261">
                <a:tc vMerge="1">
                  <a:txBody>
                    <a:bodyPr/>
                    <a:lstStyle/>
                    <a:p>
                      <a:endParaRPr lang="zh-CN" altLang="en-US"/>
                    </a:p>
                  </a:txBody>
                  <a:tcPr/>
                </a:tc>
                <a:tc vMerge="1">
                  <a:txBody>
                    <a:bodyPr/>
                    <a:lstStyle/>
                    <a:p>
                      <a:endParaRPr lang="zh-CN" altLang="en-US"/>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最好</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平均</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最差</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54">
                <a:tc rowSpan="3">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基本排序算法</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直接插入</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n-1</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 O(n</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是</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n&lt;=25</a:t>
                      </a: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901">
                <a:tc vMerge="1">
                  <a:txBody>
                    <a:bodyPr/>
                    <a:lstStyle/>
                    <a:p>
                      <a:endParaRPr lang="zh-CN" altLang="en-US"/>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起泡</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n-1</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 O(n</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是</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 &lt;10</a:t>
                      </a: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0978">
                <a:tc vMerge="1">
                  <a:txBody>
                    <a:bodyPr/>
                    <a:lstStyle/>
                    <a:p>
                      <a:endParaRPr lang="zh-CN" altLang="en-US"/>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直接选择</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0~3(n-1)</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否</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 &lt;10</a:t>
                      </a: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77824">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希尔</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介于基本和高效间，目前尚无精确分析</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否</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n&lt;=1000</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77824">
                <a:tc rowSpan="3">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高效排序算法</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快速排序</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O(nlog</a:t>
                      </a:r>
                      <a:r>
                        <a:rPr kumimoji="1"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O(nlog</a:t>
                      </a:r>
                      <a:r>
                        <a:rPr kumimoji="1"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O(nlog</a:t>
                      </a:r>
                      <a:r>
                        <a:rPr kumimoji="1"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n)~O(n</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O(log</a:t>
                      </a:r>
                      <a:r>
                        <a:rPr kumimoji="1"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n)~O(n)</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否</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元素</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很大的情况</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77824">
                <a:tc vMerge="1">
                  <a:txBody>
                    <a:bodyPr/>
                    <a:lstStyle/>
                    <a:p>
                      <a:endParaRPr lang="zh-CN" altLang="en-US"/>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堆排序</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O(nlog</a:t>
                      </a:r>
                      <a:r>
                        <a:rPr kumimoji="1"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O(nlog</a:t>
                      </a:r>
                      <a:r>
                        <a:rPr kumimoji="1"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O(nlog</a:t>
                      </a:r>
                      <a:r>
                        <a:rPr kumimoji="1"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否</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元素</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很大的情况</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677824">
                <a:tc vMerge="1">
                  <a:txBody>
                    <a:bodyPr/>
                    <a:lstStyle/>
                    <a:p>
                      <a:endParaRPr lang="zh-CN" altLang="en-US"/>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归并</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O(nlog</a:t>
                      </a:r>
                      <a:r>
                        <a:rPr kumimoji="1"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O(nlog</a:t>
                      </a:r>
                      <a:r>
                        <a:rPr kumimoji="1"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O(nlog</a:t>
                      </a:r>
                      <a:r>
                        <a:rPr kumimoji="1"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O(nlog</a:t>
                      </a:r>
                      <a:r>
                        <a:rPr kumimoji="1"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是</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元素</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很大的情况</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677824">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基数排序</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3">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O(d(n+r))</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O(n+r)</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是</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不适合小规模排序</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2" name="灯片编号占位符 1">
            <a:extLst>
              <a:ext uri="{FF2B5EF4-FFF2-40B4-BE49-F238E27FC236}">
                <a16:creationId xmlns:a16="http://schemas.microsoft.com/office/drawing/2014/main" id="{F37AD44B-54AE-217C-39F4-660F818FDBC7}"/>
              </a:ext>
            </a:extLst>
          </p:cNvPr>
          <p:cNvSpPr>
            <a:spLocks noGrp="1"/>
          </p:cNvSpPr>
          <p:nvPr>
            <p:ph type="sldNum" sz="quarter" idx="12"/>
          </p:nvPr>
        </p:nvSpPr>
        <p:spPr/>
        <p:txBody>
          <a:bodyPr/>
          <a:lstStyle/>
          <a:p>
            <a:pPr>
              <a:defRPr/>
            </a:pPr>
            <a:fld id="{9BDB78BB-1998-4591-9984-25E32120A030}" type="slidenum">
              <a:rPr lang="en-US" altLang="zh-CN" smtClean="0"/>
              <a:pPr>
                <a:defRPr/>
              </a:pPr>
              <a:t>84</a:t>
            </a:fld>
            <a:endParaRPr lang="en-US" altLang="zh-CN"/>
          </a:p>
        </p:txBody>
      </p:sp>
    </p:spTree>
  </p:cSld>
  <p:clrMapOvr>
    <a:masterClrMapping/>
  </p:clrMapOvr>
  <p:transition>
    <p:spli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DBD16D1-2AEA-0235-8751-242E79EFE0E7}"/>
              </a:ext>
            </a:extLst>
          </p:cNvPr>
          <p:cNvSpPr>
            <a:spLocks noGrp="1"/>
          </p:cNvSpPr>
          <p:nvPr>
            <p:ph type="title"/>
          </p:nvPr>
        </p:nvSpPr>
        <p:spPr/>
        <p:txBody>
          <a:bodyPr/>
          <a:lstStyle/>
          <a:p>
            <a:r>
              <a:rPr lang="zh-CN" altLang="en-US" dirty="0"/>
              <a:t>一些结论</a:t>
            </a:r>
          </a:p>
        </p:txBody>
      </p:sp>
      <p:sp>
        <p:nvSpPr>
          <p:cNvPr id="5" name="内容占位符 4">
            <a:extLst>
              <a:ext uri="{FF2B5EF4-FFF2-40B4-BE49-F238E27FC236}">
                <a16:creationId xmlns:a16="http://schemas.microsoft.com/office/drawing/2014/main" id="{5B68318E-596D-91BE-6BDB-9EE04B3A3625}"/>
              </a:ext>
            </a:extLst>
          </p:cNvPr>
          <p:cNvSpPr>
            <a:spLocks noGrp="1"/>
          </p:cNvSpPr>
          <p:nvPr>
            <p:ph idx="1"/>
          </p:nvPr>
        </p:nvSpPr>
        <p:spPr/>
        <p:txBody>
          <a:bodyPr>
            <a:normAutofit fontScale="55000" lnSpcReduction="20000"/>
          </a:bodyPr>
          <a:lstStyle/>
          <a:p>
            <a:pPr>
              <a:lnSpc>
                <a:spcPct val="120000"/>
              </a:lnSpc>
            </a:pPr>
            <a:r>
              <a:rPr lang="zh-CN" altLang="en-US" dirty="0"/>
              <a:t>基于“比较</a:t>
            </a:r>
            <a:r>
              <a:rPr lang="en-US" altLang="zh-CN" dirty="0"/>
              <a:t>-</a:t>
            </a:r>
            <a:r>
              <a:rPr lang="zh-CN" altLang="en-US" dirty="0"/>
              <a:t>交换”的排序</a:t>
            </a:r>
            <a:endParaRPr lang="en-US" altLang="zh-CN" dirty="0"/>
          </a:p>
          <a:p>
            <a:pPr lvl="1">
              <a:lnSpc>
                <a:spcPct val="120000"/>
              </a:lnSpc>
            </a:pPr>
            <a:r>
              <a:rPr lang="zh-CN" altLang="en-US" dirty="0"/>
              <a:t>在元素个数较少时，或者序列已经接近有序时，插入排序性能好，比大多排序都快</a:t>
            </a:r>
            <a:endParaRPr lang="en-US" altLang="zh-CN" dirty="0"/>
          </a:p>
          <a:p>
            <a:pPr lvl="1">
              <a:lnSpc>
                <a:spcPct val="120000"/>
              </a:lnSpc>
            </a:pPr>
            <a:r>
              <a:rPr lang="zh-CN" altLang="en-US" dirty="0"/>
              <a:t>快速排序：平均性能最好，当待排序记录数</a:t>
            </a:r>
            <a:r>
              <a:rPr lang="en-US" altLang="zh-CN" dirty="0"/>
              <a:t>n</a:t>
            </a:r>
            <a:r>
              <a:rPr lang="zh-CN" altLang="en-US" dirty="0"/>
              <a:t>较大，关键字分布随机，而且不要求稳定时，可采用快速排序。最坏情况时间复杂度</a:t>
            </a:r>
            <a:r>
              <a:rPr lang="en-US" altLang="zh-CN" dirty="0"/>
              <a:t>O(n</a:t>
            </a:r>
            <a:r>
              <a:rPr lang="en-US" altLang="zh-CN" baseline="30000" dirty="0"/>
              <a:t>2</a:t>
            </a:r>
            <a:r>
              <a:rPr lang="en-US" altLang="zh-CN" dirty="0"/>
              <a:t>)</a:t>
            </a:r>
          </a:p>
          <a:p>
            <a:pPr lvl="1">
              <a:lnSpc>
                <a:spcPct val="120000"/>
              </a:lnSpc>
            </a:pPr>
            <a:r>
              <a:rPr lang="zh-CN" altLang="en-US" dirty="0"/>
              <a:t>堆排序：平均性能仅次于快速排序、仅需</a:t>
            </a:r>
            <a:r>
              <a:rPr lang="en-US" altLang="zh-CN" dirty="0"/>
              <a:t>1</a:t>
            </a:r>
            <a:r>
              <a:rPr lang="zh-CN" altLang="en-US" dirty="0"/>
              <a:t>个额外的存储空间</a:t>
            </a:r>
          </a:p>
          <a:p>
            <a:pPr lvl="1">
              <a:lnSpc>
                <a:spcPct val="120000"/>
              </a:lnSpc>
            </a:pPr>
            <a:r>
              <a:rPr lang="zh-CN" altLang="en-US" dirty="0"/>
              <a:t>归并排序：稳定的排序方法，没有最坏情况。这些高级排序中唯一稳定的排序方法。</a:t>
            </a:r>
            <a:endParaRPr lang="en-US" altLang="zh-CN" dirty="0"/>
          </a:p>
          <a:p>
            <a:pPr lvl="1">
              <a:lnSpc>
                <a:spcPct val="120000"/>
              </a:lnSpc>
            </a:pPr>
            <a:r>
              <a:rPr lang="zh-CN" altLang="en-US" dirty="0"/>
              <a:t>当待排序记录数</a:t>
            </a:r>
            <a:r>
              <a:rPr lang="en-US" altLang="zh-CN" dirty="0"/>
              <a:t>n</a:t>
            </a:r>
            <a:r>
              <a:rPr lang="zh-CN" altLang="en-US" dirty="0"/>
              <a:t>较大，而且关键字会出现正、逆序情形，可采用堆排序、归并排序。</a:t>
            </a:r>
            <a:endParaRPr lang="en-US" altLang="zh-CN" dirty="0"/>
          </a:p>
          <a:p>
            <a:pPr>
              <a:lnSpc>
                <a:spcPct val="120000"/>
              </a:lnSpc>
            </a:pPr>
            <a:r>
              <a:rPr lang="zh-CN" altLang="en-US" dirty="0"/>
              <a:t>基于分配的排序</a:t>
            </a:r>
          </a:p>
          <a:p>
            <a:pPr lvl="1">
              <a:lnSpc>
                <a:spcPct val="120000"/>
              </a:lnSpc>
            </a:pPr>
            <a:r>
              <a:rPr lang="zh-CN" altLang="en-US" dirty="0"/>
              <a:t>基数排序：对整数与字符串有很高效率，时间复杂度为</a:t>
            </a:r>
            <a:r>
              <a:rPr lang="en-US" altLang="zh-CN" dirty="0"/>
              <a:t>O(n)</a:t>
            </a:r>
            <a:r>
              <a:rPr lang="zh-CN" altLang="en-US" dirty="0"/>
              <a:t>。</a:t>
            </a:r>
            <a:r>
              <a:rPr lang="zh-CN" altLang="en-US" sz="3300" b="1" dirty="0"/>
              <a:t>限于数据类型</a:t>
            </a:r>
            <a:r>
              <a:rPr lang="zh-CN" altLang="en-US" sz="3300" dirty="0"/>
              <a:t>，</a:t>
            </a:r>
            <a:r>
              <a:rPr lang="zh-CN" altLang="en-US" dirty="0"/>
              <a:t>通用性不如“比较</a:t>
            </a:r>
            <a:r>
              <a:rPr lang="en-US" altLang="zh-CN" dirty="0"/>
              <a:t>-</a:t>
            </a:r>
            <a:r>
              <a:rPr lang="zh-CN" altLang="en-US" dirty="0"/>
              <a:t>交换”型排序</a:t>
            </a:r>
          </a:p>
        </p:txBody>
      </p:sp>
      <p:sp>
        <p:nvSpPr>
          <p:cNvPr id="3" name="灯片编号占位符 2">
            <a:extLst>
              <a:ext uri="{FF2B5EF4-FFF2-40B4-BE49-F238E27FC236}">
                <a16:creationId xmlns:a16="http://schemas.microsoft.com/office/drawing/2014/main" id="{12D9E7C3-F2CC-4EE8-ACA6-A7B2AF35D665}"/>
              </a:ext>
            </a:extLst>
          </p:cNvPr>
          <p:cNvSpPr>
            <a:spLocks noGrp="1"/>
          </p:cNvSpPr>
          <p:nvPr>
            <p:ph type="sldNum" sz="quarter" idx="12"/>
          </p:nvPr>
        </p:nvSpPr>
        <p:spPr/>
        <p:txBody>
          <a:bodyPr/>
          <a:lstStyle/>
          <a:p>
            <a:pPr>
              <a:defRPr/>
            </a:pPr>
            <a:fld id="{9BDB78BB-1998-4591-9984-25E32120A030}" type="slidenum">
              <a:rPr lang="en-US" altLang="zh-CN" smtClean="0"/>
              <a:pPr>
                <a:defRPr/>
              </a:pPr>
              <a:t>85</a:t>
            </a:fld>
            <a:endParaRPr lang="en-US" altLang="zh-CN"/>
          </a:p>
        </p:txBody>
      </p:sp>
    </p:spTree>
    <p:extLst>
      <p:ext uri="{BB962C8B-B14F-4D97-AF65-F5344CB8AC3E}">
        <p14:creationId xmlns:p14="http://schemas.microsoft.com/office/powerpoint/2010/main" val="371500489"/>
      </p:ext>
    </p:extLst>
  </p:cSld>
  <p:clrMapOvr>
    <a:masterClrMapping/>
  </p:clrMapOvr>
  <p:transition>
    <p:spli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6210E5A7-B489-16E1-B67B-10E016B19B79}"/>
              </a:ext>
            </a:extLst>
          </p:cNvPr>
          <p:cNvSpPr>
            <a:spLocks noGrp="1" noChangeArrowheads="1"/>
          </p:cNvSpPr>
          <p:nvPr>
            <p:ph type="title"/>
          </p:nvPr>
        </p:nvSpPr>
        <p:spPr/>
        <p:txBody>
          <a:bodyPr/>
          <a:lstStyle/>
          <a:p>
            <a:r>
              <a:rPr lang="zh-CN" altLang="en-US"/>
              <a:t>小结</a:t>
            </a:r>
          </a:p>
        </p:txBody>
      </p:sp>
      <p:sp>
        <p:nvSpPr>
          <p:cNvPr id="120835" name="Rectangle 3">
            <a:extLst>
              <a:ext uri="{FF2B5EF4-FFF2-40B4-BE49-F238E27FC236}">
                <a16:creationId xmlns:a16="http://schemas.microsoft.com/office/drawing/2014/main" id="{2054E804-A44F-477E-D92B-259AC171CD92}"/>
              </a:ext>
            </a:extLst>
          </p:cNvPr>
          <p:cNvSpPr>
            <a:spLocks noGrp="1" noChangeArrowheads="1"/>
          </p:cNvSpPr>
          <p:nvPr>
            <p:ph type="body" idx="1"/>
          </p:nvPr>
        </p:nvSpPr>
        <p:spPr/>
        <p:txBody>
          <a:bodyPr>
            <a:normAutofit fontScale="92500"/>
          </a:bodyPr>
          <a:lstStyle/>
          <a:p>
            <a:r>
              <a:rPr lang="zh-CN" altLang="en-US" dirty="0"/>
              <a:t>排序基本概念</a:t>
            </a:r>
          </a:p>
          <a:p>
            <a:pPr lvl="1"/>
            <a:r>
              <a:rPr lang="zh-CN" altLang="en-US" dirty="0"/>
              <a:t>稳定的概念</a:t>
            </a:r>
          </a:p>
          <a:p>
            <a:r>
              <a:rPr lang="zh-CN" altLang="en-US" dirty="0"/>
              <a:t>各种排序算法</a:t>
            </a:r>
          </a:p>
          <a:p>
            <a:pPr lvl="1"/>
            <a:r>
              <a:rPr lang="zh-CN" altLang="en-US" dirty="0"/>
              <a:t>插入（直接插入、折半插入、希尔）</a:t>
            </a:r>
          </a:p>
          <a:p>
            <a:pPr lvl="1"/>
            <a:r>
              <a:rPr lang="zh-CN" altLang="en-US" dirty="0"/>
              <a:t>快速排序</a:t>
            </a:r>
          </a:p>
          <a:p>
            <a:pPr lvl="1"/>
            <a:r>
              <a:rPr lang="zh-CN" altLang="en-US" dirty="0"/>
              <a:t>选择排序（直接选择、锦标赛、堆排序）</a:t>
            </a:r>
            <a:endParaRPr lang="en-US" altLang="zh-CN" dirty="0"/>
          </a:p>
          <a:p>
            <a:pPr lvl="1"/>
            <a:r>
              <a:rPr lang="zh-CN" altLang="en-US" dirty="0"/>
              <a:t>归并排序</a:t>
            </a:r>
            <a:endParaRPr lang="en-US" altLang="zh-CN" dirty="0"/>
          </a:p>
          <a:p>
            <a:pPr lvl="1"/>
            <a:r>
              <a:rPr lang="zh-CN" altLang="en-US" dirty="0"/>
              <a:t>基于链表的排序（插入、归并）</a:t>
            </a:r>
          </a:p>
          <a:p>
            <a:pPr lvl="1"/>
            <a:r>
              <a:rPr lang="zh-CN" altLang="en-US" dirty="0"/>
              <a:t>分配排序</a:t>
            </a:r>
          </a:p>
        </p:txBody>
      </p:sp>
      <p:sp>
        <p:nvSpPr>
          <p:cNvPr id="2" name="灯片编号占位符 1">
            <a:extLst>
              <a:ext uri="{FF2B5EF4-FFF2-40B4-BE49-F238E27FC236}">
                <a16:creationId xmlns:a16="http://schemas.microsoft.com/office/drawing/2014/main" id="{5ECBF5A3-1694-CC46-1C22-531AF8CDCAD1}"/>
              </a:ext>
            </a:extLst>
          </p:cNvPr>
          <p:cNvSpPr>
            <a:spLocks noGrp="1"/>
          </p:cNvSpPr>
          <p:nvPr>
            <p:ph type="sldNum" sz="quarter" idx="12"/>
          </p:nvPr>
        </p:nvSpPr>
        <p:spPr/>
        <p:txBody>
          <a:bodyPr/>
          <a:lstStyle/>
          <a:p>
            <a:pPr>
              <a:defRPr/>
            </a:pPr>
            <a:fld id="{5F1DCF05-F1E6-414E-BAB4-65AA6A3D43BB}" type="slidenum">
              <a:rPr lang="en-US" altLang="zh-CN" smtClean="0"/>
              <a:pPr>
                <a:defRPr/>
              </a:pPr>
              <a:t>86</a:t>
            </a:fld>
            <a:endParaRPr lang="en-US" altLang="zh-CN"/>
          </a:p>
        </p:txBody>
      </p:sp>
    </p:spTree>
  </p:cSld>
  <p:clrMapOvr>
    <a:masterClrMapping/>
  </p:clrMapOvr>
  <p:transition>
    <p:spli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3817101B-A006-B34D-8D44-524D2CB65AA5}"/>
              </a:ext>
            </a:extLst>
          </p:cNvPr>
          <p:cNvSpPr>
            <a:spLocks noGrp="1" noChangeArrowheads="1"/>
          </p:cNvSpPr>
          <p:nvPr>
            <p:ph type="title"/>
          </p:nvPr>
        </p:nvSpPr>
        <p:spPr/>
        <p:txBody>
          <a:bodyPr/>
          <a:lstStyle/>
          <a:p>
            <a:r>
              <a:rPr lang="zh-CN" altLang="en-US"/>
              <a:t>常见题型</a:t>
            </a:r>
          </a:p>
        </p:txBody>
      </p:sp>
      <p:sp>
        <p:nvSpPr>
          <p:cNvPr id="121859" name="Rectangle 3">
            <a:extLst>
              <a:ext uri="{FF2B5EF4-FFF2-40B4-BE49-F238E27FC236}">
                <a16:creationId xmlns:a16="http://schemas.microsoft.com/office/drawing/2014/main" id="{F54E5D2D-647E-E597-9B45-1914AD5B10B4}"/>
              </a:ext>
            </a:extLst>
          </p:cNvPr>
          <p:cNvSpPr>
            <a:spLocks noGrp="1" noChangeArrowheads="1"/>
          </p:cNvSpPr>
          <p:nvPr>
            <p:ph type="body" idx="1"/>
          </p:nvPr>
        </p:nvSpPr>
        <p:spPr/>
        <p:txBody>
          <a:bodyPr/>
          <a:lstStyle/>
          <a:p>
            <a:r>
              <a:rPr lang="zh-CN" altLang="en-US" dirty="0"/>
              <a:t>基本概念</a:t>
            </a:r>
          </a:p>
          <a:p>
            <a:r>
              <a:rPr lang="zh-CN" altLang="en-US" dirty="0"/>
              <a:t>各种排序算法</a:t>
            </a:r>
          </a:p>
          <a:p>
            <a:pPr lvl="1"/>
            <a:r>
              <a:rPr lang="zh-CN" altLang="en-US" dirty="0"/>
              <a:t>稳定性，时间复杂度，空间复杂度</a:t>
            </a:r>
          </a:p>
          <a:p>
            <a:pPr lvl="1"/>
            <a:r>
              <a:rPr lang="zh-CN" altLang="en-US" dirty="0"/>
              <a:t>给定一些特殊要求，设计排序算法</a:t>
            </a:r>
          </a:p>
        </p:txBody>
      </p:sp>
      <p:sp>
        <p:nvSpPr>
          <p:cNvPr id="2" name="灯片编号占位符 1">
            <a:extLst>
              <a:ext uri="{FF2B5EF4-FFF2-40B4-BE49-F238E27FC236}">
                <a16:creationId xmlns:a16="http://schemas.microsoft.com/office/drawing/2014/main" id="{50EFEC46-2997-0A7C-E0E3-7BFE6065BBF5}"/>
              </a:ext>
            </a:extLst>
          </p:cNvPr>
          <p:cNvSpPr>
            <a:spLocks noGrp="1"/>
          </p:cNvSpPr>
          <p:nvPr>
            <p:ph type="sldNum" sz="quarter" idx="12"/>
          </p:nvPr>
        </p:nvSpPr>
        <p:spPr/>
        <p:txBody>
          <a:bodyPr/>
          <a:lstStyle/>
          <a:p>
            <a:pPr>
              <a:defRPr/>
            </a:pPr>
            <a:fld id="{5F1DCF05-F1E6-414E-BAB4-65AA6A3D43BB}" type="slidenum">
              <a:rPr lang="en-US" altLang="zh-CN" smtClean="0"/>
              <a:pPr>
                <a:defRPr/>
              </a:pPr>
              <a:t>87</a:t>
            </a:fld>
            <a:endParaRPr lang="en-US" altLang="zh-CN"/>
          </a:p>
        </p:txBody>
      </p:sp>
    </p:spTree>
  </p:cSld>
  <p:clrMapOvr>
    <a:masterClrMapping/>
  </p:clrMapOvr>
  <p:transition>
    <p:spli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A41F7C-F3EA-4ACB-B3DA-655EE29F96D5}"/>
              </a:ext>
            </a:extLst>
          </p:cNvPr>
          <p:cNvSpPr>
            <a:spLocks noGrp="1"/>
          </p:cNvSpPr>
          <p:nvPr>
            <p:ph type="title"/>
          </p:nvPr>
        </p:nvSpPr>
        <p:spPr/>
        <p:txBody>
          <a:bodyPr>
            <a:normAutofit/>
          </a:bodyPr>
          <a:lstStyle/>
          <a:p>
            <a:r>
              <a:rPr lang="zh-CN" altLang="en-US" dirty="0"/>
              <a:t>第</a:t>
            </a:r>
            <a:r>
              <a:rPr lang="en-US" altLang="zh-CN" dirty="0"/>
              <a:t>9</a:t>
            </a:r>
            <a:r>
              <a:rPr lang="zh-CN" altLang="en-US" dirty="0"/>
              <a:t>章作业</a:t>
            </a:r>
            <a:r>
              <a:rPr lang="en-US" altLang="zh-CN" dirty="0"/>
              <a:t>2</a:t>
            </a:r>
            <a:endParaRPr lang="zh-CN" altLang="en-US" dirty="0"/>
          </a:p>
        </p:txBody>
      </p:sp>
      <p:sp>
        <p:nvSpPr>
          <p:cNvPr id="3" name="内容占位符 2">
            <a:extLst>
              <a:ext uri="{FF2B5EF4-FFF2-40B4-BE49-F238E27FC236}">
                <a16:creationId xmlns:a16="http://schemas.microsoft.com/office/drawing/2014/main" id="{ABDA6930-8A80-4AAB-BA3E-90A586E1FCE9}"/>
              </a:ext>
            </a:extLst>
          </p:cNvPr>
          <p:cNvSpPr>
            <a:spLocks noGrp="1"/>
          </p:cNvSpPr>
          <p:nvPr>
            <p:ph idx="1"/>
          </p:nvPr>
        </p:nvSpPr>
        <p:spPr/>
        <p:txBody>
          <a:bodyPr>
            <a:normAutofit fontScale="47500" lnSpcReduction="20000"/>
          </a:bodyPr>
          <a:lstStyle/>
          <a:p>
            <a:pPr>
              <a:lnSpc>
                <a:spcPct val="120000"/>
              </a:lnSpc>
            </a:pPr>
            <a:r>
              <a:rPr lang="zh-CN" altLang="en-US" dirty="0"/>
              <a:t>在希尔排序、冒泡排序、直接插入排序、简单选择排序、快速排序、归并排序、堆排序和基数排序中，时间复杂度不受数据初始排序状态影响的是哪些？</a:t>
            </a:r>
            <a:endParaRPr lang="en-US" altLang="zh-CN" dirty="0"/>
          </a:p>
          <a:p>
            <a:pPr>
              <a:lnSpc>
                <a:spcPct val="120000"/>
              </a:lnSpc>
            </a:pPr>
            <a:r>
              <a:rPr lang="zh-CN" altLang="en-US" dirty="0"/>
              <a:t>接近有序的顺序表用希尔、快排、堆排、冒泡哪种最好？请说明理由。</a:t>
            </a:r>
          </a:p>
          <a:p>
            <a:pPr>
              <a:lnSpc>
                <a:spcPct val="120000"/>
              </a:lnSpc>
            </a:pPr>
            <a:r>
              <a:rPr lang="en-US" altLang="zh-CN" dirty="0"/>
              <a:t>n</a:t>
            </a:r>
            <a:r>
              <a:rPr lang="zh-CN" altLang="en-US" dirty="0"/>
              <a:t>个不同的英文单词，长度均为</a:t>
            </a:r>
            <a:r>
              <a:rPr lang="en-US" altLang="zh-CN" dirty="0"/>
              <a:t>m</a:t>
            </a:r>
            <a:r>
              <a:rPr lang="zh-CN" altLang="en-US" dirty="0"/>
              <a:t>，若</a:t>
            </a:r>
            <a:r>
              <a:rPr lang="en-US" altLang="zh-CN" dirty="0"/>
              <a:t>n=50</a:t>
            </a:r>
            <a:r>
              <a:rPr lang="zh-CN" altLang="en-US" dirty="0"/>
              <a:t>，</a:t>
            </a:r>
            <a:r>
              <a:rPr lang="en-US" altLang="zh-CN" dirty="0"/>
              <a:t>m&lt;5</a:t>
            </a:r>
            <a:r>
              <a:rPr lang="zh-CN" altLang="en-US" dirty="0"/>
              <a:t>，用什么排序时间性能最好？为什么</a:t>
            </a:r>
            <a:r>
              <a:rPr lang="en-US" altLang="zh-CN" dirty="0"/>
              <a:t>?</a:t>
            </a:r>
          </a:p>
          <a:p>
            <a:pPr>
              <a:lnSpc>
                <a:spcPct val="120000"/>
              </a:lnSpc>
            </a:pPr>
            <a:r>
              <a:rPr lang="zh-CN" altLang="en-US" dirty="0"/>
              <a:t>对已经整理为最小化堆的数组</a:t>
            </a:r>
            <a:r>
              <a:rPr lang="en-US" altLang="zh-CN" dirty="0"/>
              <a:t>int a[n]</a:t>
            </a:r>
            <a:r>
              <a:rPr lang="zh-CN" altLang="en-US" dirty="0"/>
              <a:t>，要求删除其中任一个</a:t>
            </a:r>
            <a:r>
              <a:rPr lang="en-US" altLang="zh-CN" dirty="0"/>
              <a:t>a[</a:t>
            </a:r>
            <a:r>
              <a:rPr lang="en-US" altLang="zh-CN" dirty="0" err="1"/>
              <a:t>i</a:t>
            </a:r>
            <a:r>
              <a:rPr lang="en-US" altLang="zh-CN" dirty="0"/>
              <a:t>]</a:t>
            </a:r>
            <a:r>
              <a:rPr lang="zh-CN" altLang="en-US" dirty="0"/>
              <a:t>后，重新整理为一个最小堆，其中</a:t>
            </a:r>
            <a:r>
              <a:rPr lang="en-US" altLang="zh-CN" dirty="0"/>
              <a:t>0&lt;</a:t>
            </a:r>
            <a:r>
              <a:rPr lang="en-US" altLang="zh-CN" dirty="0" err="1"/>
              <a:t>i</a:t>
            </a:r>
            <a:r>
              <a:rPr lang="en-US" altLang="zh-CN" dirty="0">
                <a:sym typeface="Symbol"/>
              </a:rPr>
              <a:t>  </a:t>
            </a:r>
            <a:r>
              <a:rPr lang="en-US" altLang="zh-CN" dirty="0"/>
              <a:t>n</a:t>
            </a:r>
            <a:r>
              <a:rPr lang="zh-CN" altLang="en-US" dirty="0"/>
              <a:t>，要求采用一个函数完成调整，时间复杂度为</a:t>
            </a:r>
            <a:r>
              <a:rPr lang="en-US" altLang="zh-CN" dirty="0"/>
              <a:t>O(</a:t>
            </a:r>
            <a:r>
              <a:rPr lang="en-US" altLang="zh-CN" dirty="0" err="1"/>
              <a:t>logn</a:t>
            </a:r>
            <a:r>
              <a:rPr lang="en-US" altLang="zh-CN" dirty="0"/>
              <a:t>)</a:t>
            </a:r>
            <a:r>
              <a:rPr lang="zh-CN" altLang="en-US" dirty="0"/>
              <a:t>。</a:t>
            </a:r>
            <a:r>
              <a:rPr lang="zh-CN" altLang="en-US" sz="3600" dirty="0"/>
              <a:t>要求用</a:t>
            </a:r>
            <a:r>
              <a:rPr lang="en-US" altLang="zh-CN" sz="3600" dirty="0"/>
              <a:t>c</a:t>
            </a:r>
            <a:r>
              <a:rPr lang="zh-CN" altLang="en-US" sz="3600" dirty="0"/>
              <a:t>或者</a:t>
            </a:r>
            <a:r>
              <a:rPr lang="en-US" altLang="zh-CN" sz="3600" dirty="0"/>
              <a:t>C++</a:t>
            </a:r>
            <a:r>
              <a:rPr lang="zh-CN" altLang="en-US" sz="3600" dirty="0"/>
              <a:t>写出可执行的程序，源代码中应包括</a:t>
            </a:r>
            <a:r>
              <a:rPr lang="en-US" altLang="zh-CN" sz="3600" dirty="0"/>
              <a:t>main</a:t>
            </a:r>
            <a:r>
              <a:rPr lang="zh-CN" altLang="en-US" sz="3600" dirty="0"/>
              <a:t>函数，提交源代码和生成的</a:t>
            </a:r>
            <a:r>
              <a:rPr lang="en-US" altLang="zh-CN" sz="3600" dirty="0"/>
              <a:t>exe</a:t>
            </a:r>
            <a:r>
              <a:rPr lang="zh-CN" altLang="en-US" sz="3600" dirty="0"/>
              <a:t>文件。</a:t>
            </a:r>
            <a:endParaRPr lang="zh-CN" altLang="en-US" dirty="0"/>
          </a:p>
          <a:p>
            <a:pPr>
              <a:lnSpc>
                <a:spcPct val="120000"/>
              </a:lnSpc>
            </a:pPr>
            <a:endParaRPr lang="zh-CN" altLang="en-US" dirty="0"/>
          </a:p>
          <a:p>
            <a:pPr>
              <a:lnSpc>
                <a:spcPct val="120000"/>
              </a:lnSpc>
            </a:pPr>
            <a:r>
              <a:rPr lang="zh-CN" altLang="en-US" dirty="0"/>
              <a:t>本次作业不必提交。</a:t>
            </a:r>
            <a:endParaRPr lang="en-US" altLang="zh-CN" dirty="0"/>
          </a:p>
          <a:p>
            <a:pPr>
              <a:lnSpc>
                <a:spcPct val="120000"/>
              </a:lnSpc>
            </a:pPr>
            <a:r>
              <a:rPr lang="zh-CN" altLang="en-US" dirty="0"/>
              <a:t>答疑可发邮件，如需安排线下答疑，也请给我发邮件。</a:t>
            </a:r>
          </a:p>
        </p:txBody>
      </p:sp>
      <p:sp>
        <p:nvSpPr>
          <p:cNvPr id="4" name="灯片编号占位符 3">
            <a:extLst>
              <a:ext uri="{FF2B5EF4-FFF2-40B4-BE49-F238E27FC236}">
                <a16:creationId xmlns:a16="http://schemas.microsoft.com/office/drawing/2014/main" id="{89B226ED-51BC-45C1-A798-2E19EF4D6955}"/>
              </a:ext>
            </a:extLst>
          </p:cNvPr>
          <p:cNvSpPr>
            <a:spLocks noGrp="1"/>
          </p:cNvSpPr>
          <p:nvPr>
            <p:ph type="sldNum" sz="quarter" idx="12"/>
          </p:nvPr>
        </p:nvSpPr>
        <p:spPr/>
        <p:txBody>
          <a:bodyPr/>
          <a:lstStyle/>
          <a:p>
            <a:fld id="{0C913308-F349-4B6D-A68A-DD1791B4A57B}" type="slidenum">
              <a:rPr lang="zh-CN" altLang="en-US" smtClean="0"/>
              <a:pPr/>
              <a:t>88</a:t>
            </a:fld>
            <a:endParaRPr lang="zh-CN" altLang="en-US"/>
          </a:p>
        </p:txBody>
      </p:sp>
    </p:spTree>
    <p:extLst>
      <p:ext uri="{BB962C8B-B14F-4D97-AF65-F5344CB8AC3E}">
        <p14:creationId xmlns:p14="http://schemas.microsoft.com/office/powerpoint/2010/main" val="1087460579"/>
      </p:ext>
    </p:extLst>
  </p:cSld>
  <p:clrMapOvr>
    <a:masterClrMapping/>
  </p:clrMapOvr>
  <p:transition>
    <p:split/>
  </p:transition>
</p:sld>
</file>

<file path=ppt/theme/theme1.xml><?xml version="1.0" encoding="utf-8"?>
<a:theme xmlns:a="http://schemas.openxmlformats.org/drawingml/2006/main" name="Office 主题​​">
  <a:themeElements>
    <a:clrScheme name="绿色">
      <a:dk1>
        <a:sysClr val="windowText" lastClr="FFFFFF"/>
      </a:dk1>
      <a:lt1>
        <a:sysClr val="window" lastClr="000000"/>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6682</TotalTime>
  <Words>9275</Words>
  <Application>Microsoft Office PowerPoint</Application>
  <PresentationFormat>全屏显示(4:3)</PresentationFormat>
  <Paragraphs>1368</Paragraphs>
  <Slides>88</Slides>
  <Notes>6</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88</vt:i4>
      </vt:variant>
    </vt:vector>
  </HeadingPairs>
  <TitlesOfParts>
    <vt:vector size="104" baseType="lpstr">
      <vt:lpstr>等线</vt:lpstr>
      <vt:lpstr>等线 Light</vt:lpstr>
      <vt:lpstr>仿宋_GB2312</vt:lpstr>
      <vt:lpstr>楷体_GB2312</vt:lpstr>
      <vt:lpstr>隶书</vt:lpstr>
      <vt:lpstr>宋体</vt:lpstr>
      <vt:lpstr>Arial</vt:lpstr>
      <vt:lpstr>Arial Narrow</vt:lpstr>
      <vt:lpstr>Cambria Math</vt:lpstr>
      <vt:lpstr>Symbol</vt:lpstr>
      <vt:lpstr>Times New Roman</vt:lpstr>
      <vt:lpstr>Wingdings</vt:lpstr>
      <vt:lpstr>Office 主题​​</vt:lpstr>
      <vt:lpstr>公式</vt:lpstr>
      <vt:lpstr>Document</vt:lpstr>
      <vt:lpstr>BMP 图像</vt:lpstr>
      <vt:lpstr>第九章 排序</vt:lpstr>
      <vt:lpstr>9.1 排序的概念及其算法性能分析</vt:lpstr>
      <vt:lpstr>稳定性、内排序与外排序</vt:lpstr>
      <vt:lpstr>评价标准</vt:lpstr>
      <vt:lpstr>9.1.2 排序算法的性能评估</vt:lpstr>
      <vt:lpstr>PowerPoint 演示文稿</vt:lpstr>
      <vt:lpstr>PowerPoint 演示文稿</vt:lpstr>
      <vt:lpstr>性能分析</vt:lpstr>
      <vt:lpstr>空间复杂度和稳定性</vt:lpstr>
      <vt:lpstr>9.1.3 排序表的类定义</vt:lpstr>
      <vt:lpstr>9.2 插入排序 (Insert Sorting)</vt:lpstr>
      <vt:lpstr>PowerPoint 演示文稿</vt:lpstr>
      <vt:lpstr>PowerPoint 演示文稿</vt:lpstr>
      <vt:lpstr>PowerPoint 演示文稿</vt:lpstr>
      <vt:lpstr>PowerPoint 演示文稿</vt:lpstr>
      <vt:lpstr>简单插入排序算法程序</vt:lpstr>
      <vt:lpstr>算法分析（1）</vt:lpstr>
      <vt:lpstr>算法分析（2）</vt:lpstr>
      <vt:lpstr>9.2.2 折半插入排序 (Binary Insertsort)</vt:lpstr>
      <vt:lpstr>PowerPoint 演示文稿</vt:lpstr>
      <vt:lpstr>算法分析（1）</vt:lpstr>
      <vt:lpstr>算法分析（2）</vt:lpstr>
      <vt:lpstr>9.2.3 希尔排序 (Shell Sort)</vt:lpstr>
      <vt:lpstr>PowerPoint 演示文稿</vt:lpstr>
      <vt:lpstr>PowerPoint 演示文稿</vt:lpstr>
      <vt:lpstr>PowerPoint 演示文稿</vt:lpstr>
      <vt:lpstr>PowerPoint 演示文稿</vt:lpstr>
      <vt:lpstr>Gap的取法</vt:lpstr>
      <vt:lpstr>性能分析</vt:lpstr>
      <vt:lpstr>9.3 快速排序</vt:lpstr>
      <vt:lpstr>算法描述</vt:lpstr>
      <vt:lpstr>PowerPoint 演示文稿</vt:lpstr>
      <vt:lpstr>PowerPoint 演示文稿</vt:lpstr>
      <vt:lpstr>PowerPoint 演示文稿</vt:lpstr>
      <vt:lpstr>PowerPoint 演示文稿</vt:lpstr>
      <vt:lpstr>    </vt:lpstr>
      <vt:lpstr>9.3.2 快速排序的性能分析</vt:lpstr>
      <vt:lpstr>其它性能</vt:lpstr>
      <vt:lpstr>最坏的情况</vt:lpstr>
      <vt:lpstr>PowerPoint 演示文稿</vt:lpstr>
      <vt:lpstr>9.3.3 快速排序的改进算法</vt:lpstr>
      <vt:lpstr>改进基准元素的选择方法</vt:lpstr>
      <vt:lpstr>9.3.4 三路划分的快速排序算法</vt:lpstr>
      <vt:lpstr>第9章作业1</vt:lpstr>
      <vt:lpstr>9.4 选择排序</vt:lpstr>
      <vt:lpstr>9.4.1 直接选择排序 (Select Sort)</vt:lpstr>
      <vt:lpstr>PowerPoint 演示文稿</vt:lpstr>
      <vt:lpstr>PowerPoint 演示文稿</vt:lpstr>
      <vt:lpstr>PowerPoint 演示文稿</vt:lpstr>
      <vt:lpstr>性能分析</vt:lpstr>
      <vt:lpstr>9.4.2 锦标赛排序 (Tournament Tree Sort)（自学）</vt:lpstr>
      <vt:lpstr>9.4.3 堆排序 (Heap Sort)</vt:lpstr>
      <vt:lpstr>建立初始的最大堆</vt:lpstr>
      <vt:lpstr>PowerPoint 演示文稿</vt:lpstr>
      <vt:lpstr>基于初始堆进行堆排序</vt:lpstr>
      <vt:lpstr>PowerPoint 演示文稿</vt:lpstr>
      <vt:lpstr>PowerPoint 演示文稿</vt:lpstr>
      <vt:lpstr>PowerPoint 演示文稿</vt:lpstr>
      <vt:lpstr>PowerPoint 演示文稿</vt:lpstr>
      <vt:lpstr>PowerPoint 演示文稿</vt:lpstr>
      <vt:lpstr>PowerPoint 演示文稿</vt:lpstr>
      <vt:lpstr>性能分析（1）</vt:lpstr>
      <vt:lpstr>性能分析（2）</vt:lpstr>
      <vt:lpstr>9.5 归并排序 (Merge Sort)</vt:lpstr>
      <vt:lpstr>归并过程</vt:lpstr>
      <vt:lpstr>两路归并算法</vt:lpstr>
      <vt:lpstr>9.5.2 归并排序的算法</vt:lpstr>
      <vt:lpstr>性能分析</vt:lpstr>
      <vt:lpstr>9.6 基于链表的排序算法</vt:lpstr>
      <vt:lpstr>9.7 分配排序</vt:lpstr>
      <vt:lpstr>9.7.2 基数排序 (Radix Sort)</vt:lpstr>
      <vt:lpstr>PowerPoint 演示文稿</vt:lpstr>
      <vt:lpstr>两种多排序码排序</vt:lpstr>
      <vt:lpstr>最高位优先法</vt:lpstr>
      <vt:lpstr>最低位优先法</vt:lpstr>
      <vt:lpstr>9.7.3 MSD基数排序</vt:lpstr>
      <vt:lpstr>9.7.4 LSD基数排序</vt:lpstr>
      <vt:lpstr>基数排序的“分配”与“收集”过程   第一趟</vt:lpstr>
      <vt:lpstr>基数排序的“分配”与“收集”过程   第二趟</vt:lpstr>
      <vt:lpstr>基数排序的“分配”与“收集”过程   第三趟</vt:lpstr>
      <vt:lpstr>PowerPoint 演示文稿</vt:lpstr>
      <vt:lpstr>性能分析</vt:lpstr>
      <vt:lpstr>9.8 内部排序算法的分析</vt:lpstr>
      <vt:lpstr>9.8.2 各种内部排序方法的比较</vt:lpstr>
      <vt:lpstr>一些结论</vt:lpstr>
      <vt:lpstr>小结</vt:lpstr>
      <vt:lpstr>常见题型</vt:lpstr>
      <vt:lpstr>第9章作业2</vt:lpstr>
    </vt:vector>
  </TitlesOfParts>
  <Company>djzx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djzx</dc:creator>
  <cp:lastModifiedBy>天天向上</cp:lastModifiedBy>
  <cp:revision>206</cp:revision>
  <dcterms:created xsi:type="dcterms:W3CDTF">2000-01-30T08:24:06Z</dcterms:created>
  <dcterms:modified xsi:type="dcterms:W3CDTF">2025-12-23T11:41:09Z</dcterms:modified>
</cp:coreProperties>
</file>
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60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483" autoAdjust="0"/>
  </p:normalViewPr>
  <p:slideViewPr>
    <p:cSldViewPr>
      <p:cViewPr varScale="1">
        <p:scale>
          <a:sx n="69" d="100"/>
          <a:sy n="69" d="100"/>
        </p:scale>
        <p:origin x="1858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4A5603-DC89-4EB8-B663-6367A28C00FE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27678-6D00-4D8B-89DF-75C5AFC00B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733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答，</a:t>
            </a:r>
            <a:r>
              <a:rPr lang="en-US" altLang="zh-CN" dirty="0"/>
              <a:t>1,2,3,…,2</a:t>
            </a:r>
            <a:r>
              <a:rPr lang="en-US" altLang="zh-CN" baseline="30000" dirty="0"/>
              <a:t>k</a:t>
            </a:r>
            <a:r>
              <a:rPr lang="en-US" altLang="zh-CN" dirty="0"/>
              <a:t>-1</a:t>
            </a:r>
            <a:r>
              <a:rPr lang="zh-CN" altLang="en-US" dirty="0"/>
              <a:t>依次插入后会形成一棵满二叉树。每次新结点总是在右下方插入，形成不平衡时总是做左单旋，当</a:t>
            </a:r>
            <a:r>
              <a:rPr lang="en-US" altLang="zh-CN" dirty="0"/>
              <a:t>2</a:t>
            </a:r>
            <a:r>
              <a:rPr lang="en-US" altLang="zh-CN" baseline="30000" dirty="0"/>
              <a:t>k</a:t>
            </a:r>
            <a:r>
              <a:rPr lang="en-US" altLang="zh-CN" dirty="0"/>
              <a:t>-1</a:t>
            </a:r>
            <a:r>
              <a:rPr lang="zh-CN" altLang="en-US" dirty="0"/>
              <a:t>依次插入后左单旋完成后总是成为满二叉树。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删除</a:t>
            </a:r>
            <a:r>
              <a:rPr lang="en-US" altLang="zh-CN" dirty="0"/>
              <a:t>6</a:t>
            </a:r>
            <a:r>
              <a:rPr lang="zh-CN" altLang="en-US" dirty="0"/>
              <a:t>之后为（按教材中的算法，把</a:t>
            </a:r>
            <a:r>
              <a:rPr lang="en-US" altLang="zh-CN" dirty="0"/>
              <a:t>6</a:t>
            </a:r>
            <a:r>
              <a:rPr lang="zh-CN" altLang="en-US" dirty="0"/>
              <a:t>的前驱的值代替</a:t>
            </a:r>
            <a:r>
              <a:rPr lang="en-US" altLang="zh-CN" dirty="0"/>
              <a:t>6</a:t>
            </a:r>
            <a:r>
              <a:rPr lang="zh-CN" altLang="en-US" dirty="0"/>
              <a:t>，不需要旋转）：</a:t>
            </a:r>
            <a:endParaRPr lang="en-US" altLang="zh-CN" dirty="0"/>
          </a:p>
          <a:p>
            <a:r>
              <a:rPr lang="en-US" altLang="zh-CN" dirty="0"/>
              <a:t>             4</a:t>
            </a:r>
          </a:p>
          <a:p>
            <a:r>
              <a:rPr lang="en-US" altLang="zh-CN" dirty="0"/>
              <a:t>          /  </a:t>
            </a:r>
            <a:r>
              <a:rPr lang="en-US" altLang="zh-CN" baseline="0" dirty="0"/>
              <a:t> </a:t>
            </a:r>
            <a:r>
              <a:rPr lang="en-US" altLang="zh-CN" dirty="0"/>
              <a:t>  \</a:t>
            </a:r>
          </a:p>
          <a:p>
            <a:r>
              <a:rPr lang="en-US" altLang="zh-CN" baseline="0" dirty="0"/>
              <a:t>        2         5</a:t>
            </a:r>
          </a:p>
          <a:p>
            <a:r>
              <a:rPr lang="en-US" altLang="zh-CN" baseline="0" dirty="0"/>
              <a:t>     /    \         \</a:t>
            </a:r>
          </a:p>
          <a:p>
            <a:r>
              <a:rPr lang="en-US" altLang="zh-CN" baseline="0" dirty="0"/>
              <a:t>    1      3         7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27678-6D00-4D8B-89DF-75C5AFC00B2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584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A00C07B1-61B2-410D-9A56-2BF49A4D90D6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0F3436DC-7CD5-4300-AB02-36AC4FA352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辅助练习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8646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908720"/>
            <a:ext cx="7137241" cy="4923909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将关键码</a:t>
            </a:r>
            <a:r>
              <a:rPr lang="en-US" altLang="zh-CN" sz="3200" dirty="0"/>
              <a:t>1,2,3,…,7</a:t>
            </a:r>
            <a:r>
              <a:rPr lang="zh-CN" altLang="en-US" sz="3200" dirty="0"/>
              <a:t>依次插入到一棵初始为空的</a:t>
            </a:r>
            <a:r>
              <a:rPr lang="en-US" altLang="zh-CN" sz="3200" dirty="0"/>
              <a:t>AVL</a:t>
            </a:r>
            <a:r>
              <a:rPr lang="zh-CN" altLang="en-US" sz="3200" dirty="0"/>
              <a:t>树，请画出结果</a:t>
            </a:r>
            <a:endParaRPr lang="en-US" altLang="zh-CN" sz="3200" dirty="0"/>
          </a:p>
          <a:p>
            <a:r>
              <a:rPr lang="zh-CN" altLang="en-US" sz="3200" dirty="0"/>
              <a:t>再画出删除关键码</a:t>
            </a:r>
            <a:r>
              <a:rPr lang="en-US" altLang="zh-CN" sz="3200" dirty="0"/>
              <a:t>6</a:t>
            </a:r>
            <a:r>
              <a:rPr lang="zh-CN" altLang="en-US" sz="3200" dirty="0"/>
              <a:t>之后的</a:t>
            </a:r>
            <a:r>
              <a:rPr lang="en-US" altLang="zh-CN" sz="3200" dirty="0"/>
              <a:t>AVL</a:t>
            </a:r>
            <a:r>
              <a:rPr lang="zh-CN" altLang="en-US" sz="3200" dirty="0"/>
              <a:t>树</a:t>
            </a:r>
          </a:p>
        </p:txBody>
      </p:sp>
    </p:spTree>
    <p:extLst>
      <p:ext uri="{BB962C8B-B14F-4D97-AF65-F5344CB8AC3E}">
        <p14:creationId xmlns:p14="http://schemas.microsoft.com/office/powerpoint/2010/main" val="6170905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奥斯汀">
  <a:themeElements>
    <a:clrScheme name="奥斯汀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奥斯汀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102</TotalTime>
  <Words>124</Words>
  <Application>Microsoft Office PowerPoint</Application>
  <PresentationFormat>全屏显示(4:3)</PresentationFormat>
  <Paragraphs>12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Calibri</vt:lpstr>
      <vt:lpstr>Century Gothic</vt:lpstr>
      <vt:lpstr>Wingdings 2</vt:lpstr>
      <vt:lpstr>奥斯汀</vt:lpstr>
      <vt:lpstr>辅助练习</vt:lpstr>
      <vt:lpstr>PowerPoint 演示文稿</vt:lpstr>
    </vt:vector>
  </TitlesOfParts>
  <Company>复旦大学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课堂练习</dc:title>
  <dc:creator>admin</dc:creator>
  <cp:lastModifiedBy>天天向上</cp:lastModifiedBy>
  <cp:revision>8</cp:revision>
  <dcterms:created xsi:type="dcterms:W3CDTF">2015-10-18T11:42:31Z</dcterms:created>
  <dcterms:modified xsi:type="dcterms:W3CDTF">2021-10-25T14:19:47Z</dcterms:modified>
</cp:coreProperties>
</file>
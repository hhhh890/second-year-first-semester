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6" r:id="rId2"/>
    <p:sldId id="257" r:id="rId3"/>
    <p:sldId id="258" r:id="rId4"/>
    <p:sldId id="263" r:id="rId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29" autoAdjust="0"/>
  </p:normalViewPr>
  <p:slideViewPr>
    <p:cSldViewPr>
      <p:cViewPr varScale="1">
        <p:scale>
          <a:sx n="60" d="100"/>
          <a:sy n="60" d="100"/>
        </p:scale>
        <p:origin x="1829" y="43"/>
      </p:cViewPr>
      <p:guideLst>
        <p:guide orient="horz" pos="2160"/>
        <p:guide pos="2880"/>
      </p:guideLst>
    </p:cSldViewPr>
  </p:slideViewPr>
  <p:notesTextViewPr>
    <p:cViewPr>
      <p:scale>
        <a:sx n="1" d="1"/>
        <a:sy n="1" d="1"/>
      </p:scale>
      <p:origin x="0" y="-29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CF1194-41F4-44A2-8B00-977656FBDCB8}" type="datetimeFigureOut">
              <a:rPr lang="zh-CN" altLang="en-US" smtClean="0"/>
              <a:t>2024/9/24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808A53-5FAE-404D-894F-F8607F5B3379}" type="slidenum">
              <a:rPr lang="zh-CN" altLang="en-US" smtClean="0"/>
              <a:t>‹#›</a:t>
            </a:fld>
            <a:endParaRPr lang="zh-CN" altLang="en-US"/>
          </a:p>
        </p:txBody>
      </p:sp>
    </p:spTree>
    <p:extLst>
      <p:ext uri="{BB962C8B-B14F-4D97-AF65-F5344CB8AC3E}">
        <p14:creationId xmlns:p14="http://schemas.microsoft.com/office/powerpoint/2010/main" val="1268838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答：</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1</a:t>
            </a:r>
            <a:r>
              <a:rPr lang="zh-CN" altLang="en-US" dirty="0"/>
              <a:t>）</a:t>
            </a:r>
            <a:r>
              <a:rPr lang="en-US" altLang="zh-CN" dirty="0"/>
              <a:t>D</a:t>
            </a:r>
          </a:p>
          <a:p>
            <a:r>
              <a:rPr lang="zh-CN" altLang="en-US" dirty="0"/>
              <a:t>（</a:t>
            </a:r>
            <a:r>
              <a:rPr lang="en-US" altLang="zh-CN" dirty="0"/>
              <a:t>2</a:t>
            </a:r>
            <a:r>
              <a:rPr lang="zh-CN" altLang="en-US" dirty="0"/>
              <a:t>）</a:t>
            </a:r>
            <a:r>
              <a:rPr lang="en-US" altLang="zh-CN" dirty="0"/>
              <a:t>D     </a:t>
            </a:r>
            <a:r>
              <a:rPr lang="zh-CN" altLang="en-US" dirty="0"/>
              <a:t>解释：此题有一个技巧：在输出序列中任意元素后面不能出现比该元素小并且元素的序号为升序的两个元素。</a:t>
            </a:r>
          </a:p>
          <a:p>
            <a:r>
              <a:rPr lang="zh-CN" altLang="en-US" dirty="0"/>
              <a:t>（</a:t>
            </a:r>
            <a:r>
              <a:rPr lang="en-US" altLang="zh-CN" dirty="0"/>
              <a:t>3</a:t>
            </a:r>
            <a:r>
              <a:rPr lang="zh-CN" altLang="en-US" dirty="0"/>
              <a:t>）</a:t>
            </a:r>
            <a:r>
              <a:rPr lang="en-US" altLang="zh-CN" dirty="0"/>
              <a:t>C</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A808A53-5FAE-404D-894F-F8607F5B3379}" type="slidenum">
              <a:rPr lang="zh-CN" altLang="en-US" smtClean="0"/>
              <a:t>2</a:t>
            </a:fld>
            <a:endParaRPr lang="zh-CN" altLang="en-US"/>
          </a:p>
        </p:txBody>
      </p:sp>
    </p:spTree>
    <p:extLst>
      <p:ext uri="{BB962C8B-B14F-4D97-AF65-F5344CB8AC3E}">
        <p14:creationId xmlns:p14="http://schemas.microsoft.com/office/powerpoint/2010/main" val="2116505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(1): (rear – front + </a:t>
            </a:r>
            <a:r>
              <a:rPr lang="en-US" altLang="zh-CN" dirty="0" err="1"/>
              <a:t>MaxSize</a:t>
            </a:r>
            <a:r>
              <a:rPr lang="en-US" altLang="zh-CN" dirty="0"/>
              <a:t>)%</a:t>
            </a:r>
            <a:r>
              <a:rPr lang="en-US" altLang="zh-CN" dirty="0" err="1"/>
              <a:t>MaxSize</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(2): (front+1)%</a:t>
            </a:r>
            <a:r>
              <a:rPr lang="en-US" altLang="zh-CN" dirty="0" err="1"/>
              <a:t>MaxSize</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2C2747EF-9D0B-4EBB-9A95-81F096A9A21C}"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答：</a:t>
            </a:r>
            <a:endParaRPr lang="en-US" altLang="zh-CN" dirty="0"/>
          </a:p>
          <a:p>
            <a:r>
              <a:rPr lang="en-US" altLang="zh-CN" dirty="0"/>
              <a:t>void test(</a:t>
            </a:r>
            <a:r>
              <a:rPr lang="en-US" altLang="zh-CN" dirty="0" err="1"/>
              <a:t>int</a:t>
            </a:r>
            <a:r>
              <a:rPr lang="en-US" altLang="zh-CN" dirty="0"/>
              <a:t> &amp;product){</a:t>
            </a:r>
            <a:endParaRPr lang="zh-CN" altLang="zh-CN" dirty="0"/>
          </a:p>
          <a:p>
            <a:r>
              <a:rPr lang="en-US" altLang="zh-CN" dirty="0"/>
              <a:t>    Stack s;    </a:t>
            </a:r>
            <a:r>
              <a:rPr lang="en-US" altLang="zh-CN" dirty="0" err="1"/>
              <a:t>InitStack</a:t>
            </a:r>
            <a:r>
              <a:rPr lang="en-US" altLang="zh-CN" dirty="0"/>
              <a:t>(s);    </a:t>
            </a:r>
            <a:r>
              <a:rPr lang="en-US" altLang="zh-CN" dirty="0" err="1"/>
              <a:t>int</a:t>
            </a:r>
            <a:r>
              <a:rPr lang="en-US" altLang="zh-CN" dirty="0"/>
              <a:t> x;</a:t>
            </a:r>
            <a:endParaRPr lang="zh-CN" altLang="zh-CN" dirty="0"/>
          </a:p>
          <a:p>
            <a:r>
              <a:rPr lang="en-US" altLang="zh-CN" dirty="0"/>
              <a:t>    do{        </a:t>
            </a:r>
            <a:r>
              <a:rPr lang="en-US" altLang="zh-CN" dirty="0" err="1"/>
              <a:t>cin</a:t>
            </a:r>
            <a:r>
              <a:rPr lang="en-US" altLang="zh-CN" dirty="0"/>
              <a:t>&gt;&gt;x;        Push(</a:t>
            </a:r>
            <a:r>
              <a:rPr lang="en-US" altLang="zh-CN" dirty="0" err="1"/>
              <a:t>s,x</a:t>
            </a:r>
            <a:r>
              <a:rPr lang="en-US" altLang="zh-CN" dirty="0"/>
              <a:t>);    }while(x!=1);</a:t>
            </a:r>
          </a:p>
          <a:p>
            <a:r>
              <a:rPr lang="en-US" altLang="zh-CN" dirty="0"/>
              <a:t>    product=1;  </a:t>
            </a:r>
          </a:p>
          <a:p>
            <a:r>
              <a:rPr lang="en-US" altLang="zh-CN" dirty="0"/>
              <a:t>    </a:t>
            </a:r>
            <a:r>
              <a:rPr lang="en-US" altLang="zh-CN" dirty="0" err="1"/>
              <a:t>cout</a:t>
            </a:r>
            <a:r>
              <a:rPr lang="en-US" altLang="zh-CN" dirty="0"/>
              <a:t>&lt;&lt;product;</a:t>
            </a:r>
            <a:endParaRPr lang="zh-CN" altLang="zh-CN" dirty="0"/>
          </a:p>
          <a:p>
            <a:r>
              <a:rPr lang="en-US" altLang="zh-CN" dirty="0"/>
              <a:t>    while(!</a:t>
            </a:r>
            <a:r>
              <a:rPr lang="en-US" altLang="zh-CN" dirty="0" err="1"/>
              <a:t>StackEmpty</a:t>
            </a:r>
            <a:r>
              <a:rPr lang="en-US" altLang="zh-CN" dirty="0"/>
              <a:t>(s)){  Pop(</a:t>
            </a:r>
            <a:r>
              <a:rPr lang="en-US" altLang="zh-CN" dirty="0" err="1"/>
              <a:t>s,x</a:t>
            </a:r>
            <a:r>
              <a:rPr lang="en-US" altLang="zh-CN" dirty="0"/>
              <a:t>); product*=x;    </a:t>
            </a:r>
            <a:r>
              <a:rPr lang="en-US" altLang="zh-CN" dirty="0" err="1"/>
              <a:t>cout</a:t>
            </a:r>
            <a:r>
              <a:rPr lang="en-US" altLang="zh-CN"/>
              <a:t>&lt;&lt;product; </a:t>
            </a:r>
            <a:r>
              <a:rPr lang="en-US" altLang="zh-CN" dirty="0"/>
              <a:t>}</a:t>
            </a:r>
            <a:endParaRPr lang="zh-CN" altLang="zh-CN" dirty="0"/>
          </a:p>
          <a:p>
            <a:r>
              <a:rPr lang="en-US" altLang="zh-CN" dirty="0"/>
              <a:t>    </a:t>
            </a:r>
            <a:r>
              <a:rPr lang="en-US" altLang="zh-CN" dirty="0" err="1"/>
              <a:t>DestoryStack</a:t>
            </a:r>
            <a:r>
              <a:rPr lang="en-US" altLang="zh-CN" dirty="0"/>
              <a:t>(s);</a:t>
            </a:r>
            <a:endParaRPr lang="zh-CN" altLang="zh-CN" dirty="0"/>
          </a:p>
          <a:p>
            <a:r>
              <a:rPr lang="en-US" altLang="zh-CN" dirty="0"/>
              <a:t>}</a:t>
            </a:r>
          </a:p>
          <a:p>
            <a:r>
              <a:rPr lang="zh-CN" altLang="en-US" dirty="0"/>
              <a:t>思路类似于线性递归，但需要用到栈。</a:t>
            </a:r>
            <a:endParaRPr lang="en-US" altLang="zh-CN" dirty="0"/>
          </a:p>
          <a:p>
            <a:r>
              <a:rPr lang="zh-CN" altLang="en-US" dirty="0"/>
              <a:t>这里关键是有个“</a:t>
            </a:r>
            <a:r>
              <a:rPr lang="en-US" altLang="zh-CN" dirty="0" err="1"/>
              <a:t>cout</a:t>
            </a:r>
            <a:r>
              <a:rPr lang="en-US" altLang="zh-CN" dirty="0"/>
              <a:t>&lt;&lt;product</a:t>
            </a:r>
            <a:r>
              <a:rPr lang="zh-CN" altLang="en-US" dirty="0"/>
              <a:t>”，否则就可以用一个简单的</a:t>
            </a:r>
            <a:r>
              <a:rPr lang="en-US" altLang="zh-CN" dirty="0"/>
              <a:t>for</a:t>
            </a:r>
            <a:r>
              <a:rPr lang="zh-CN" altLang="en-US" dirty="0"/>
              <a:t>循环求累乘积。</a:t>
            </a:r>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C2747EF-9D0B-4EBB-9A95-81F096A9A21C}" type="slidenum">
              <a:rPr lang="zh-CN" altLang="en-US" smtClean="0"/>
              <a:pPr/>
              <a:t>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zh-CN" altLang="en-US"/>
              <a:t>单击此处编辑母版标题样式</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2087A506-0D9C-48B2-8469-31AE944F2935}" type="datetimeFigureOut">
              <a:rPr lang="zh-CN" altLang="en-US" smtClean="0"/>
              <a:t>2024/9/24</a:t>
            </a:fld>
            <a:endParaRPr lang="zh-CN" alt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zh-CN" alt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6752F9E4-8946-49CA-BC31-AB16BC05A9EC}" type="slidenum">
              <a:rPr lang="zh-CN" altLang="en-US" smtClean="0"/>
              <a:t>‹#›</a:t>
            </a:fld>
            <a:endParaRPr lang="zh-CN" alt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5" name="Date Placeholder 4"/>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752F9E4-8946-49CA-BC31-AB16BC05A9EC}" type="slidenum">
              <a:rPr lang="zh-CN" altLang="en-US" smtClean="0"/>
              <a:t>‹#›</a:t>
            </a:fld>
            <a:endParaRPr lang="zh-CN" altLang="en-US"/>
          </a:p>
        </p:txBody>
      </p:sp>
      <p:sp>
        <p:nvSpPr>
          <p:cNvPr id="9" name="Content Placeholder 8"/>
          <p:cNvSpPr>
            <a:spLocks noGrp="1"/>
          </p:cNvSpPr>
          <p:nvPr>
            <p:ph sz="quarter" idx="13"/>
          </p:nvPr>
        </p:nvSpPr>
        <p:spPr>
          <a:xfrm>
            <a:off x="1042416" y="2313432"/>
            <a:ext cx="3419856" cy="349300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7" name="Slide Number Placeholder 6"/>
          <p:cNvSpPr>
            <a:spLocks noGrp="1"/>
          </p:cNvSpPr>
          <p:nvPr>
            <p:ph type="sldNum" sz="quarter" idx="12"/>
          </p:nvPr>
        </p:nvSpPr>
        <p:spPr/>
        <p:txBody>
          <a:bodyPr/>
          <a:lstStyle/>
          <a:p>
            <a:fld id="{6752F9E4-8946-49CA-BC31-AB16BC05A9EC}" type="slidenum">
              <a:rPr lang="zh-CN" altLang="en-US" smtClean="0"/>
              <a:t>‹#›</a:t>
            </a:fld>
            <a:endParaRPr lang="zh-CN" alt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zh-CN" altLang="en-US"/>
              <a:t>单击此处编辑母版标题样式</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zh-CN" altLang="en-US"/>
              <a:t>单击此处编辑母版标题样式</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7" name="Slide Number Placeholder 6"/>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087A506-0D9C-48B2-8469-31AE944F2935}" type="datetimeFigureOut">
              <a:rPr lang="zh-CN" altLang="en-US" smtClean="0"/>
              <a:t>2024/9/24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52F9E4-8946-49CA-BC31-AB16BC05A9E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2087A506-0D9C-48B2-8469-31AE944F2935}" type="datetimeFigureOut">
              <a:rPr lang="zh-CN" altLang="en-US" smtClean="0"/>
              <a:t>2024/9/24</a:t>
            </a:fld>
            <a:endParaRPr lang="zh-CN" alt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zh-CN" alt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6752F9E4-8946-49CA-BC31-AB16BC05A9E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solidFill>
                  <a:schemeClr val="tx1"/>
                </a:solidFill>
              </a:rPr>
              <a:t>辅助练习</a:t>
            </a:r>
            <a:endParaRPr lang="zh-CN" altLang="en-US" dirty="0"/>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1956439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492" y="908720"/>
            <a:ext cx="7200916" cy="5040560"/>
          </a:xfrm>
        </p:spPr>
        <p:txBody>
          <a:bodyPr>
            <a:normAutofit lnSpcReduction="10000"/>
          </a:bodyPr>
          <a:lstStyle/>
          <a:p>
            <a:r>
              <a:rPr lang="zh-CN" altLang="en-US" dirty="0"/>
              <a:t>若元素的入栈顺序为</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6</a:t>
            </a:r>
            <a:r>
              <a:rPr lang="zh-CN" altLang="en-US" dirty="0"/>
              <a:t>，如果允许在入栈操作之间进行退栈操作，但不允许连续</a:t>
            </a:r>
            <a:r>
              <a:rPr lang="en-US" altLang="zh-CN" dirty="0"/>
              <a:t>3</a:t>
            </a:r>
            <a:r>
              <a:rPr lang="zh-CN" altLang="en-US" dirty="0"/>
              <a:t>次退栈操作，则不可能的出栈序列是</a:t>
            </a:r>
            <a:r>
              <a:rPr lang="en-US" altLang="zh-CN" dirty="0"/>
              <a:t>()</a:t>
            </a:r>
          </a:p>
          <a:p>
            <a:pPr lvl="1"/>
            <a:r>
              <a:rPr lang="en-US" altLang="zh-CN" dirty="0"/>
              <a:t>A.435261         B.324156          C.231564	</a:t>
            </a:r>
            <a:r>
              <a:rPr lang="zh-CN" altLang="en-US" dirty="0"/>
              <a:t>   </a:t>
            </a:r>
            <a:r>
              <a:rPr lang="en-US" altLang="zh-CN" dirty="0"/>
              <a:t>D.165432</a:t>
            </a:r>
          </a:p>
          <a:p>
            <a:r>
              <a:rPr lang="zh-CN" altLang="en-US" dirty="0"/>
              <a:t>一个栈的入栈序列是</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，如果允许在入栈操作之间进行退栈操作，则不可能的出栈序列是（ ）。 </a:t>
            </a:r>
          </a:p>
          <a:p>
            <a:pPr lvl="1"/>
            <a:r>
              <a:rPr lang="en-US" altLang="zh-CN" dirty="0"/>
              <a:t>A 1234      B 4321       C 1342        D 4123 </a:t>
            </a:r>
          </a:p>
          <a:p>
            <a:r>
              <a:rPr lang="zh-CN" altLang="en-US" dirty="0"/>
              <a:t>若已知一个栈的入栈序列是</a:t>
            </a:r>
            <a:r>
              <a:rPr lang="en-US" altLang="zh-CN" dirty="0"/>
              <a:t>p1</a:t>
            </a:r>
            <a:r>
              <a:rPr lang="zh-CN" altLang="en-US" dirty="0"/>
              <a:t>，</a:t>
            </a:r>
            <a:r>
              <a:rPr lang="en-US" altLang="zh-CN" dirty="0"/>
              <a:t>p2</a:t>
            </a:r>
            <a:r>
              <a:rPr lang="zh-CN" altLang="en-US" dirty="0"/>
              <a:t>，</a:t>
            </a:r>
            <a:r>
              <a:rPr lang="en-US" altLang="zh-CN" dirty="0"/>
              <a:t>p3</a:t>
            </a:r>
            <a:r>
              <a:rPr lang="zh-CN" altLang="en-US" dirty="0"/>
              <a:t>，</a:t>
            </a:r>
            <a:r>
              <a:rPr lang="en-US" altLang="zh-CN" dirty="0"/>
              <a:t>…</a:t>
            </a:r>
            <a:r>
              <a:rPr lang="zh-CN" altLang="en-US" dirty="0"/>
              <a:t>，</a:t>
            </a:r>
            <a:r>
              <a:rPr lang="en-US" altLang="zh-CN" dirty="0" err="1"/>
              <a:t>pn</a:t>
            </a:r>
            <a:r>
              <a:rPr lang="en-US" altLang="zh-CN" dirty="0"/>
              <a:t> </a:t>
            </a:r>
            <a:r>
              <a:rPr lang="zh-CN" altLang="en-US" dirty="0"/>
              <a:t>，其输出序列为</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a:t>
            </a:r>
            <a:r>
              <a:rPr lang="zh-CN" altLang="en-US" dirty="0"/>
              <a:t>，</a:t>
            </a:r>
            <a:r>
              <a:rPr lang="en-US" altLang="zh-CN" dirty="0"/>
              <a:t>n </a:t>
            </a:r>
            <a:r>
              <a:rPr lang="zh-CN" altLang="en-US" dirty="0"/>
              <a:t>，若</a:t>
            </a:r>
            <a:r>
              <a:rPr lang="en-US" altLang="zh-CN" dirty="0" err="1"/>
              <a:t>pn</a:t>
            </a:r>
            <a:r>
              <a:rPr lang="en-US" altLang="zh-CN" dirty="0"/>
              <a:t>=1</a:t>
            </a:r>
            <a:r>
              <a:rPr lang="zh-CN" altLang="en-US" dirty="0"/>
              <a:t>，则</a:t>
            </a:r>
            <a:r>
              <a:rPr lang="en-US" altLang="zh-CN" dirty="0"/>
              <a:t>pi(1&lt;=</a:t>
            </a:r>
            <a:r>
              <a:rPr lang="en-US" altLang="zh-CN" dirty="0" err="1"/>
              <a:t>i</a:t>
            </a:r>
            <a:r>
              <a:rPr lang="en-US" altLang="zh-CN" dirty="0"/>
              <a:t>&lt;=n-1)</a:t>
            </a:r>
            <a:r>
              <a:rPr lang="zh-CN" altLang="en-US" dirty="0"/>
              <a:t>为</a:t>
            </a:r>
          </a:p>
          <a:p>
            <a:pPr lvl="1"/>
            <a:r>
              <a:rPr lang="en-US" altLang="zh-CN" dirty="0"/>
              <a:t>A</a:t>
            </a:r>
            <a:r>
              <a:rPr lang="zh-CN" altLang="en-US" dirty="0"/>
              <a:t>．</a:t>
            </a:r>
            <a:r>
              <a:rPr lang="en-US" altLang="zh-CN" dirty="0" err="1"/>
              <a:t>i</a:t>
            </a:r>
            <a:r>
              <a:rPr lang="en-US" altLang="zh-CN" dirty="0"/>
              <a:t>    </a:t>
            </a:r>
            <a:r>
              <a:rPr lang="zh-CN" altLang="en-US" dirty="0"/>
              <a:t>       </a:t>
            </a:r>
            <a:r>
              <a:rPr lang="en-US" altLang="zh-CN" dirty="0"/>
              <a:t>B</a:t>
            </a:r>
            <a:r>
              <a:rPr lang="zh-CN" altLang="en-US" dirty="0"/>
              <a:t>．</a:t>
            </a:r>
            <a:r>
              <a:rPr lang="en-US" altLang="zh-CN" dirty="0"/>
              <a:t>n-</a:t>
            </a:r>
            <a:r>
              <a:rPr lang="en-US" altLang="zh-CN" dirty="0" err="1"/>
              <a:t>i</a:t>
            </a:r>
            <a:r>
              <a:rPr lang="en-US" altLang="zh-CN" dirty="0"/>
              <a:t>           C</a:t>
            </a:r>
            <a:r>
              <a:rPr lang="zh-CN" altLang="en-US" dirty="0"/>
              <a:t>．</a:t>
            </a:r>
            <a:r>
              <a:rPr lang="en-US" altLang="zh-CN" dirty="0"/>
              <a:t>n-i+1          D</a:t>
            </a:r>
            <a:r>
              <a:rPr lang="zh-CN" altLang="en-US" dirty="0"/>
              <a:t>．不确定</a:t>
            </a:r>
          </a:p>
          <a:p>
            <a:endParaRPr lang="zh-CN" altLang="en-US" dirty="0"/>
          </a:p>
        </p:txBody>
      </p:sp>
    </p:spTree>
    <p:extLst>
      <p:ext uri="{BB962C8B-B14F-4D97-AF65-F5344CB8AC3E}">
        <p14:creationId xmlns:p14="http://schemas.microsoft.com/office/powerpoint/2010/main" val="802490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492" y="836712"/>
            <a:ext cx="7272924" cy="5256584"/>
          </a:xfrm>
        </p:spPr>
        <p:txBody>
          <a:bodyPr>
            <a:normAutofit fontScale="85000" lnSpcReduction="20000"/>
          </a:bodyPr>
          <a:lstStyle/>
          <a:p>
            <a:r>
              <a:rPr lang="zh-CN" altLang="en-US" dirty="0"/>
              <a:t>循环队列放在数组</a:t>
            </a:r>
            <a:r>
              <a:rPr lang="en-US" altLang="zh-CN" dirty="0"/>
              <a:t>a[</a:t>
            </a:r>
            <a:r>
              <a:rPr lang="en-US" altLang="zh-CN" dirty="0" err="1"/>
              <a:t>MaxSize</a:t>
            </a:r>
            <a:r>
              <a:rPr lang="en-US" altLang="zh-CN" dirty="0"/>
              <a:t>]</a:t>
            </a:r>
            <a:r>
              <a:rPr lang="zh-CN" altLang="en-US" dirty="0"/>
              <a:t>中，</a:t>
            </a:r>
            <a:r>
              <a:rPr lang="en-US" altLang="zh-CN" dirty="0"/>
              <a:t>front</a:t>
            </a:r>
            <a:r>
              <a:rPr lang="zh-CN" altLang="en-US" dirty="0"/>
              <a:t>指向队首元素的前一个位置，</a:t>
            </a:r>
            <a:r>
              <a:rPr lang="en-US" altLang="zh-CN" dirty="0"/>
              <a:t>rear</a:t>
            </a:r>
            <a:r>
              <a:rPr lang="zh-CN" altLang="en-US" dirty="0"/>
              <a:t>指向队尾元素的位置，以下程序删除队列中第</a:t>
            </a:r>
            <a:r>
              <a:rPr lang="en-US" altLang="zh-CN" dirty="0"/>
              <a:t>k</a:t>
            </a:r>
            <a:r>
              <a:rPr lang="zh-CN" altLang="en-US" dirty="0"/>
              <a:t>个元素。</a:t>
            </a:r>
            <a:endParaRPr lang="en-US" altLang="zh-CN" dirty="0"/>
          </a:p>
          <a:p>
            <a:pPr marL="68580" indent="0">
              <a:buNone/>
            </a:pPr>
            <a:r>
              <a:rPr lang="en-US" altLang="zh-CN" dirty="0"/>
              <a:t>int </a:t>
            </a:r>
            <a:r>
              <a:rPr lang="en-US" altLang="zh-CN" dirty="0" err="1"/>
              <a:t>delk</a:t>
            </a:r>
            <a:r>
              <a:rPr lang="en-US" altLang="zh-CN" dirty="0"/>
              <a:t>(Elem a[], int &amp;front, int &amp;rear, int k) {</a:t>
            </a:r>
          </a:p>
          <a:p>
            <a:pPr marL="68580" indent="0">
              <a:buNone/>
            </a:pPr>
            <a:r>
              <a:rPr lang="en-US" altLang="zh-CN" dirty="0"/>
              <a:t>    Elem e;</a:t>
            </a:r>
          </a:p>
          <a:p>
            <a:pPr marL="68580" indent="0">
              <a:buNone/>
            </a:pPr>
            <a:r>
              <a:rPr lang="en-US" altLang="zh-CN" dirty="0"/>
              <a:t>    int </a:t>
            </a:r>
            <a:r>
              <a:rPr lang="en-US" altLang="zh-CN" dirty="0" err="1"/>
              <a:t>i</a:t>
            </a:r>
            <a:r>
              <a:rPr lang="en-US" altLang="zh-CN" dirty="0"/>
              <a:t>, count = 【1】;</a:t>
            </a:r>
          </a:p>
          <a:p>
            <a:pPr marL="68580" indent="0">
              <a:buNone/>
            </a:pPr>
            <a:r>
              <a:rPr lang="en-US" altLang="zh-CN" dirty="0"/>
              <a:t>    if(k&lt;=0||k&gt;count) return 0;</a:t>
            </a:r>
          </a:p>
          <a:p>
            <a:pPr marL="68580" indent="0">
              <a:buNone/>
            </a:pPr>
            <a:r>
              <a:rPr lang="en-US" altLang="zh-CN" dirty="0"/>
              <a:t>    for(</a:t>
            </a:r>
            <a:r>
              <a:rPr lang="en-US" altLang="zh-CN" dirty="0" err="1"/>
              <a:t>i</a:t>
            </a:r>
            <a:r>
              <a:rPr lang="en-US" altLang="zh-CN" dirty="0"/>
              <a:t>=0; </a:t>
            </a:r>
            <a:r>
              <a:rPr lang="en-US" altLang="zh-CN" dirty="0" err="1"/>
              <a:t>i</a:t>
            </a:r>
            <a:r>
              <a:rPr lang="en-US" altLang="zh-CN" dirty="0"/>
              <a:t>&lt;=count; </a:t>
            </a:r>
            <a:r>
              <a:rPr lang="en-US" altLang="zh-CN" dirty="0" err="1"/>
              <a:t>i</a:t>
            </a:r>
            <a:r>
              <a:rPr lang="en-US" altLang="zh-CN" dirty="0"/>
              <a:t>++) {</a:t>
            </a:r>
          </a:p>
          <a:p>
            <a:pPr marL="68580" indent="0">
              <a:buNone/>
            </a:pPr>
            <a:r>
              <a:rPr lang="en-US" altLang="zh-CN" dirty="0"/>
              <a:t>         front =【2】;</a:t>
            </a:r>
          </a:p>
          <a:p>
            <a:pPr marL="68580" indent="0">
              <a:buNone/>
            </a:pPr>
            <a:r>
              <a:rPr lang="en-US" altLang="zh-CN" dirty="0"/>
              <a:t>         e = a[front];</a:t>
            </a:r>
          </a:p>
          <a:p>
            <a:pPr marL="68580" indent="0">
              <a:buNone/>
            </a:pPr>
            <a:r>
              <a:rPr lang="en-US" altLang="zh-CN" dirty="0"/>
              <a:t>        if(</a:t>
            </a:r>
            <a:r>
              <a:rPr lang="en-US" altLang="zh-CN" dirty="0" err="1"/>
              <a:t>i</a:t>
            </a:r>
            <a:r>
              <a:rPr lang="en-US" altLang="zh-CN" dirty="0"/>
              <a:t>!=k) {</a:t>
            </a:r>
          </a:p>
          <a:p>
            <a:pPr marL="68580" indent="0">
              <a:buNone/>
            </a:pPr>
            <a:r>
              <a:rPr lang="en-US" altLang="zh-CN" dirty="0"/>
              <a:t>             rear=(rear+1)%</a:t>
            </a:r>
            <a:r>
              <a:rPr lang="en-US" altLang="zh-CN" dirty="0" err="1"/>
              <a:t>MaxSize</a:t>
            </a:r>
            <a:r>
              <a:rPr lang="en-US" altLang="zh-CN" dirty="0"/>
              <a:t>;</a:t>
            </a:r>
          </a:p>
          <a:p>
            <a:pPr marL="68580" indent="0">
              <a:buNone/>
            </a:pPr>
            <a:r>
              <a:rPr lang="en-US" altLang="zh-CN" dirty="0"/>
              <a:t>            a[rear]=e;</a:t>
            </a:r>
          </a:p>
          <a:p>
            <a:pPr marL="68580" indent="0">
              <a:buNone/>
            </a:pPr>
            <a:r>
              <a:rPr lang="en-US" altLang="zh-CN" dirty="0"/>
              <a:t>        }</a:t>
            </a:r>
          </a:p>
          <a:p>
            <a:pPr marL="68580" indent="0">
              <a:buNone/>
            </a:pPr>
            <a:r>
              <a:rPr lang="en-US" altLang="zh-CN" dirty="0"/>
              <a:t>    }</a:t>
            </a:r>
          </a:p>
          <a:p>
            <a:pPr marL="68580" indent="0">
              <a:buNone/>
            </a:pPr>
            <a:r>
              <a:rPr lang="en-US" altLang="zh-CN" dirty="0"/>
              <a:t>    return 1;</a:t>
            </a:r>
          </a:p>
          <a:p>
            <a:pPr marL="68580" indent="0">
              <a:buNone/>
            </a:pPr>
            <a:r>
              <a:rPr lang="en-US" altLang="zh-CN" dirty="0"/>
              <a:t>}</a:t>
            </a:r>
          </a:p>
          <a:p>
            <a:pPr marL="68580" indent="0">
              <a:buNone/>
            </a:pPr>
            <a:endParaRPr lang="en-US" altLang="zh-CN" dirty="0"/>
          </a:p>
        </p:txBody>
      </p:sp>
    </p:spTree>
    <p:extLst>
      <p:ext uri="{BB962C8B-B14F-4D97-AF65-F5344CB8AC3E}">
        <p14:creationId xmlns:p14="http://schemas.microsoft.com/office/powerpoint/2010/main" val="3044768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755576" y="764704"/>
            <a:ext cx="7065233" cy="5067925"/>
          </a:xfrm>
        </p:spPr>
        <p:txBody>
          <a:bodyPr>
            <a:normAutofit/>
          </a:bodyPr>
          <a:lstStyle/>
          <a:p>
            <a:r>
              <a:rPr lang="zh-CN" altLang="zh-CN" sz="2800" dirty="0"/>
              <a:t>试将下列递归过程改写为非递归过程。</a:t>
            </a:r>
          </a:p>
          <a:p>
            <a:pPr marL="68580" indent="0">
              <a:buNone/>
            </a:pPr>
            <a:r>
              <a:rPr lang="en-US" altLang="zh-CN" dirty="0"/>
              <a:t>void test(int &amp;product)    {</a:t>
            </a:r>
          </a:p>
          <a:p>
            <a:pPr marL="68580" indent="0">
              <a:buNone/>
            </a:pPr>
            <a:r>
              <a:rPr lang="en-US" altLang="zh-CN" dirty="0"/>
              <a:t>     int x;        </a:t>
            </a:r>
            <a:r>
              <a:rPr lang="en-US" altLang="zh-CN" dirty="0" err="1"/>
              <a:t>cin</a:t>
            </a:r>
            <a:r>
              <a:rPr lang="en-US" altLang="zh-CN" dirty="0"/>
              <a:t>&gt;&gt;x;</a:t>
            </a:r>
          </a:p>
          <a:p>
            <a:pPr marL="68580" indent="0">
              <a:buNone/>
            </a:pPr>
            <a:r>
              <a:rPr lang="en-US" altLang="zh-CN" dirty="0"/>
              <a:t>     if(x==1) product=1;     </a:t>
            </a:r>
          </a:p>
          <a:p>
            <a:pPr marL="68580" indent="0">
              <a:buNone/>
            </a:pPr>
            <a:r>
              <a:rPr lang="en-US" altLang="zh-CN" dirty="0"/>
              <a:t>     else  {    </a:t>
            </a:r>
          </a:p>
          <a:p>
            <a:pPr marL="68580" indent="0">
              <a:buNone/>
            </a:pPr>
            <a:r>
              <a:rPr lang="en-US" altLang="zh-CN" dirty="0"/>
              <a:t>          test(product);            </a:t>
            </a:r>
          </a:p>
          <a:p>
            <a:pPr marL="68580" indent="0">
              <a:buNone/>
            </a:pPr>
            <a:r>
              <a:rPr lang="en-US" altLang="zh-CN" dirty="0"/>
              <a:t>          product*=x;        </a:t>
            </a:r>
          </a:p>
          <a:p>
            <a:pPr marL="68580" indent="0">
              <a:buNone/>
            </a:pPr>
            <a:r>
              <a:rPr lang="en-US" altLang="zh-CN" dirty="0"/>
              <a:t>     }</a:t>
            </a:r>
          </a:p>
          <a:p>
            <a:pPr marL="68580" indent="0">
              <a:buNone/>
            </a:pPr>
            <a:r>
              <a:rPr lang="en-US" altLang="zh-CN" dirty="0"/>
              <a:t>     </a:t>
            </a:r>
            <a:r>
              <a:rPr lang="en-US" altLang="zh-CN" dirty="0" err="1"/>
              <a:t>cout</a:t>
            </a:r>
            <a:r>
              <a:rPr lang="en-US" altLang="zh-CN" dirty="0"/>
              <a:t>&lt;&lt;product;</a:t>
            </a:r>
          </a:p>
          <a:p>
            <a:pPr marL="68580" indent="0">
              <a:buNone/>
            </a:pPr>
            <a:r>
              <a:rPr lang="en-US" altLang="zh-CN" dirty="0"/>
              <a:t>}</a:t>
            </a:r>
          </a:p>
          <a:p>
            <a:pPr marL="68580" indent="0">
              <a:buNone/>
            </a:pPr>
            <a:endParaRPr lang="zh-CN" altLang="en-US" dirty="0"/>
          </a:p>
        </p:txBody>
      </p:sp>
    </p:spTree>
    <p:extLst>
      <p:ext uri="{BB962C8B-B14F-4D97-AF65-F5344CB8AC3E}">
        <p14:creationId xmlns:p14="http://schemas.microsoft.com/office/powerpoint/2010/main" val="8927701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奥斯汀">
  <a:themeElements>
    <a:clrScheme name="奥斯汀">
      <a:dk1>
        <a:sysClr val="windowText" lastClr="FFFFFF"/>
      </a:dk1>
      <a:lt1>
        <a:sysClr val="window" lastClr="000000"/>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奥斯汀">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FFFFFF"/>
      </a:dk1>
      <a:lt1>
        <a:sysClr val="window" lastClr="0000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100</TotalTime>
  <Words>561</Words>
  <Application>Microsoft Office PowerPoint</Application>
  <PresentationFormat>全屏显示(4:3)</PresentationFormat>
  <Paragraphs>52</Paragraphs>
  <Slides>4</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Calibri</vt:lpstr>
      <vt:lpstr>Century Gothic</vt:lpstr>
      <vt:lpstr>Wingdings 2</vt:lpstr>
      <vt:lpstr>奥斯汀</vt:lpstr>
      <vt:lpstr>辅助练习</vt:lpstr>
      <vt:lpstr>PowerPoint 演示文稿</vt:lpstr>
      <vt:lpstr>PowerPoint 演示文稿</vt:lpstr>
      <vt:lpstr>PowerPoint 演示文稿</vt:lpstr>
    </vt:vector>
  </TitlesOfParts>
  <Company>复旦大学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课堂练习</dc:title>
  <dc:creator>admin</dc:creator>
  <cp:lastModifiedBy>天天向上</cp:lastModifiedBy>
  <cp:revision>13</cp:revision>
  <dcterms:created xsi:type="dcterms:W3CDTF">2015-09-19T04:43:49Z</dcterms:created>
  <dcterms:modified xsi:type="dcterms:W3CDTF">2024-09-24T01:56:48Z</dcterms:modified>
</cp:coreProperties>
</file>
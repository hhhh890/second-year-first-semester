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60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56" autoAdjust="0"/>
  </p:normalViewPr>
  <p:slideViewPr>
    <p:cSldViewPr>
      <p:cViewPr varScale="1">
        <p:scale>
          <a:sx n="70" d="100"/>
          <a:sy n="70" d="100"/>
        </p:scale>
        <p:origin x="181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C636-17B0-47D0-BB59-49BAEDBA5377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1C178-3E3D-4B53-A050-A792027C1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4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548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（</a:t>
            </a:r>
            <a:r>
              <a:rPr lang="en-US" altLang="zh-CN" baseline="0" dirty="0"/>
              <a:t>3</a:t>
            </a:r>
            <a:r>
              <a:rPr lang="zh-CN" altLang="en-US" baseline="0" dirty="0"/>
              <a:t>）</a:t>
            </a:r>
            <a:endParaRPr lang="en-US" altLang="zh-CN" baseline="0" dirty="0"/>
          </a:p>
          <a:p>
            <a:r>
              <a:rPr lang="zh-CN" altLang="en-US" dirty="0"/>
              <a:t>拓扑排序：</a:t>
            </a:r>
            <a:r>
              <a:rPr lang="en-US" altLang="zh-CN" dirty="0"/>
              <a:t>3-&gt;4-&gt;1-&gt;2</a:t>
            </a:r>
            <a:r>
              <a:rPr lang="zh-CN" altLang="en-US" dirty="0"/>
              <a:t>，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正推：</a:t>
            </a:r>
            <a:r>
              <a:rPr lang="en-US" altLang="zh-CN" dirty="0"/>
              <a:t>E3=0, E4=1,  E1=6</a:t>
            </a:r>
            <a:r>
              <a:rPr lang="zh-CN" altLang="en-US" dirty="0"/>
              <a:t>， </a:t>
            </a:r>
            <a:r>
              <a:rPr lang="en-US" altLang="zh-CN" dirty="0"/>
              <a:t>E2=14</a:t>
            </a:r>
            <a:r>
              <a:rPr lang="zh-CN" altLang="en-US" baseline="0" dirty="0"/>
              <a:t>；     反推：</a:t>
            </a:r>
            <a:r>
              <a:rPr lang="en-US" altLang="zh-CN" baseline="0" dirty="0"/>
              <a:t>L2=14, L1=6, L4=1, L3=0</a:t>
            </a:r>
            <a:r>
              <a:rPr lang="zh-CN" altLang="en-US" baseline="0" dirty="0"/>
              <a:t>；   关键路径：</a:t>
            </a:r>
            <a:r>
              <a:rPr lang="en-US" altLang="zh-CN" baseline="0" dirty="0"/>
              <a:t>3-&gt;4-&gt;1-&gt;2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67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45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0785" y="692696"/>
            <a:ext cx="6777317" cy="2761532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</a:p>
          <a:p>
            <a:pPr marL="617220" lvl="2"/>
            <a:r>
              <a:rPr lang="zh-CN" altLang="en-US" sz="2200" dirty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）给出下图结点的拓扑排序</a:t>
            </a:r>
          </a:p>
          <a:p>
            <a:pPr marL="617220" lvl="2"/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）以结点</a:t>
            </a:r>
            <a:r>
              <a:rPr lang="en-US" altLang="zh-CN" sz="2200" dirty="0"/>
              <a:t>3</a:t>
            </a:r>
            <a:r>
              <a:rPr lang="zh-CN" altLang="en-US" sz="2200" dirty="0"/>
              <a:t>为起点，按算法</a:t>
            </a:r>
            <a:r>
              <a:rPr lang="en-US" altLang="zh-CN" sz="2200" dirty="0" err="1"/>
              <a:t>CriticalPath</a:t>
            </a:r>
            <a:r>
              <a:rPr lang="zh-CN" altLang="en-US" sz="2200" dirty="0"/>
              <a:t>的过程，给出</a:t>
            </a:r>
            <a:r>
              <a:rPr lang="en-US" altLang="zh-CN" sz="2200" dirty="0" err="1"/>
              <a:t>ee</a:t>
            </a:r>
            <a:r>
              <a:rPr lang="en-US" altLang="zh-CN" sz="2200" dirty="0"/>
              <a:t>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</a:t>
            </a:r>
            <a:r>
              <a:rPr lang="zh-CN" altLang="en-US" sz="2200" dirty="0"/>
              <a:t>和</a:t>
            </a:r>
            <a:r>
              <a:rPr lang="en-US" altLang="zh-CN" sz="2200" dirty="0"/>
              <a:t>le[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</a:t>
            </a:r>
            <a:r>
              <a:rPr lang="zh-CN" altLang="en-US" sz="2200" dirty="0"/>
              <a:t>的值的变化过程，并且给出这个图的关键路径。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833687" y="3642276"/>
            <a:ext cx="3106737" cy="2255838"/>
            <a:chOff x="2469" y="2899"/>
            <a:chExt cx="1957" cy="1421"/>
          </a:xfrm>
        </p:grpSpPr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546" y="3035"/>
              <a:ext cx="1789" cy="1158"/>
              <a:chOff x="2454" y="3035"/>
              <a:chExt cx="1789" cy="1158"/>
            </a:xfrm>
          </p:grpSpPr>
          <p:sp>
            <p:nvSpPr>
              <p:cNvPr id="11" name="Oval 4"/>
              <p:cNvSpPr>
                <a:spLocks noChangeArrowheads="1"/>
              </p:cNvSpPr>
              <p:nvPr/>
            </p:nvSpPr>
            <p:spPr bwMode="auto">
              <a:xfrm>
                <a:off x="2459" y="3035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1</a:t>
                </a: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2454" y="3899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3</a:t>
                </a: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3977" y="3053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2</a:t>
                </a: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3972" y="3927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4</a:t>
                </a:r>
              </a:p>
            </p:txBody>
          </p:sp>
          <p:sp>
            <p:nvSpPr>
              <p:cNvPr id="15" name="Line 9"/>
              <p:cNvSpPr>
                <a:spLocks noChangeShapeType="1"/>
              </p:cNvSpPr>
              <p:nvPr/>
            </p:nvSpPr>
            <p:spPr bwMode="auto">
              <a:xfrm flipH="1" flipV="1">
                <a:off x="2587" y="3301"/>
                <a:ext cx="0" cy="598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0"/>
              <p:cNvSpPr>
                <a:spLocks noChangeShapeType="1"/>
              </p:cNvSpPr>
              <p:nvPr/>
            </p:nvSpPr>
            <p:spPr bwMode="auto">
              <a:xfrm>
                <a:off x="2725" y="3182"/>
                <a:ext cx="1243" cy="0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>
                <a:off x="2721" y="4046"/>
                <a:ext cx="1243" cy="0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 flipH="1" flipV="1">
                <a:off x="4105" y="3310"/>
                <a:ext cx="0" cy="621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 Box 21"/>
            <p:cNvSpPr txBox="1">
              <a:spLocks noChangeArrowheads="1"/>
            </p:cNvSpPr>
            <p:nvPr/>
          </p:nvSpPr>
          <p:spPr bwMode="auto">
            <a:xfrm>
              <a:off x="3339" y="2899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8</a:t>
              </a:r>
            </a:p>
          </p:txBody>
        </p:sp>
        <p:sp>
          <p:nvSpPr>
            <p:cNvPr id="7" name="Text Box 22"/>
            <p:cNvSpPr txBox="1">
              <a:spLocks noChangeArrowheads="1"/>
            </p:cNvSpPr>
            <p:nvPr/>
          </p:nvSpPr>
          <p:spPr bwMode="auto">
            <a:xfrm>
              <a:off x="3416" y="3402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8" name="Text Box 25"/>
            <p:cNvSpPr txBox="1">
              <a:spLocks noChangeArrowheads="1"/>
            </p:cNvSpPr>
            <p:nvPr/>
          </p:nvSpPr>
          <p:spPr bwMode="auto">
            <a:xfrm>
              <a:off x="4206" y="3388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9" name="Text Box 26"/>
            <p:cNvSpPr txBox="1">
              <a:spLocks noChangeArrowheads="1"/>
            </p:cNvSpPr>
            <p:nvPr/>
          </p:nvSpPr>
          <p:spPr bwMode="auto">
            <a:xfrm>
              <a:off x="2469" y="3486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0" name="Text Box 27"/>
            <p:cNvSpPr txBox="1">
              <a:spLocks noChangeArrowheads="1"/>
            </p:cNvSpPr>
            <p:nvPr/>
          </p:nvSpPr>
          <p:spPr bwMode="auto">
            <a:xfrm>
              <a:off x="3328" y="4012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1</a:t>
              </a:r>
            </a:p>
          </p:txBody>
        </p:sp>
      </p:grpSp>
      <p:sp>
        <p:nvSpPr>
          <p:cNvPr id="19" name="Line 12"/>
          <p:cNvSpPr>
            <a:spLocks noChangeShapeType="1"/>
          </p:cNvSpPr>
          <p:nvPr/>
        </p:nvSpPr>
        <p:spPr bwMode="auto">
          <a:xfrm flipH="1" flipV="1">
            <a:off x="3271043" y="4164382"/>
            <a:ext cx="2190748" cy="1208086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28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834</TotalTime>
  <Words>113</Words>
  <Application>Microsoft Office PowerPoint</Application>
  <PresentationFormat>全屏显示(4:3)</PresentationFormat>
  <Paragraphs>21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天天向上</cp:lastModifiedBy>
  <cp:revision>13</cp:revision>
  <dcterms:created xsi:type="dcterms:W3CDTF">2015-10-06T06:05:55Z</dcterms:created>
  <dcterms:modified xsi:type="dcterms:W3CDTF">2021-10-25T14:20:42Z</dcterms:modified>
</cp:coreProperties>
</file>
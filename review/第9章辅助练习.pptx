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9" r:id="rId3"/>
    <p:sldId id="263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900" autoAdjust="0"/>
  </p:normalViewPr>
  <p:slideViewPr>
    <p:cSldViewPr>
      <p:cViewPr varScale="1">
        <p:scale>
          <a:sx n="68" d="100"/>
          <a:sy n="68" d="100"/>
        </p:scale>
        <p:origin x="1613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A5603-DC89-4EB8-B663-6367A28C00F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7678-6D00-4D8B-89DF-75C5AFC00B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33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zh-CN" altLang="en-US" baseline="0" dirty="0"/>
              <a:t>      </a:t>
            </a:r>
            <a:r>
              <a:rPr lang="en-US" altLang="zh-CN" b="1" baseline="0" dirty="0"/>
              <a:t>5</a:t>
            </a:r>
            <a:r>
              <a:rPr lang="zh-CN" altLang="en-US" b="1" baseline="0" dirty="0"/>
              <a:t>（</a:t>
            </a:r>
            <a:r>
              <a:rPr lang="en-US" altLang="zh-CN" b="1" baseline="0" dirty="0"/>
              <a:t>pivot</a:t>
            </a:r>
            <a:r>
              <a:rPr lang="zh-CN" altLang="en-US" b="1" baseline="0" dirty="0"/>
              <a:t>）</a:t>
            </a:r>
            <a:r>
              <a:rPr lang="en-US" altLang="zh-CN" baseline="0" dirty="0"/>
              <a:t>           8</a:t>
            </a:r>
            <a:r>
              <a:rPr lang="zh-CN" altLang="en-US" baseline="0" dirty="0"/>
              <a:t>、</a:t>
            </a:r>
            <a:r>
              <a:rPr lang="en-US" altLang="zh-CN" baseline="0" dirty="0"/>
              <a:t>6</a:t>
            </a:r>
            <a:r>
              <a:rPr lang="zh-CN" altLang="en-US" baseline="0" dirty="0"/>
              <a:t>、</a:t>
            </a:r>
            <a:r>
              <a:rPr lang="en-US" altLang="zh-CN" baseline="0" dirty="0"/>
              <a:t>9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zh-CN" altLang="en-US" baseline="0" dirty="0"/>
              <a:t>      </a:t>
            </a:r>
            <a:r>
              <a:rPr lang="en-US" altLang="zh-CN" baseline="0" dirty="0"/>
              <a:t>5                    6</a:t>
            </a:r>
            <a:r>
              <a:rPr lang="zh-CN" altLang="en-US" baseline="0" dirty="0"/>
              <a:t>、        </a:t>
            </a:r>
            <a:r>
              <a:rPr lang="en-US" altLang="zh-CN" baseline="0" dirty="0"/>
              <a:t>8</a:t>
            </a:r>
            <a:r>
              <a:rPr lang="zh-CN" altLang="en-US" b="1" baseline="0" dirty="0"/>
              <a:t>（</a:t>
            </a:r>
            <a:r>
              <a:rPr lang="en-US" altLang="zh-CN" b="1" baseline="0" dirty="0"/>
              <a:t>pivot</a:t>
            </a:r>
            <a:r>
              <a:rPr lang="zh-CN" altLang="en-US" b="1" baseline="0" dirty="0"/>
              <a:t>）</a:t>
            </a:r>
            <a:r>
              <a:rPr lang="en-US" altLang="zh-CN" baseline="0" dirty="0"/>
              <a:t>              9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2.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答案：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  <a:p>
            <a:pPr marL="342900" lvl="1" indent="-342900" eaLnBrk="1" hangingPunct="1">
              <a:buSzPct val="85000"/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最好情况：直接插入排序、改进的冒泡排序（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O(n)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）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  <a:p>
            <a:pPr marL="342900" lvl="1" indent="-342900" eaLnBrk="1" hangingPunct="1">
              <a:buSzPct val="85000"/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平均情况：快速排序（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O(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nlog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n)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）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  <a:p>
            <a:pPr marL="342900" lvl="1" indent="-342900" eaLnBrk="1" hangingPunct="1">
              <a:buSzPct val="85000"/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                堆排序、归并排序虽然也是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O(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nlog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n)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，但不如快排。因为快排每次作为轴的元素不再参与到后续的排序中。</a:t>
            </a:r>
          </a:p>
          <a:p>
            <a:pPr marL="342900" lvl="1" indent="-342900" eaLnBrk="1" hangingPunct="1">
              <a:buSzPct val="85000"/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最坏情况：堆排序、归并排序（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O(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nlog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n)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）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  <a:p>
            <a:pPr marL="342900" lvl="1" indent="-342900" eaLnBrk="1" hangingPunct="1">
              <a:buSzPct val="85000"/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            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其它的算法最坏情况都是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O(n</a:t>
            </a:r>
            <a:r>
              <a:rPr lang="en-US" altLang="zh-CN" sz="2000" baseline="30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2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)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27678-6D00-4D8B-89DF-75C5AFC00B2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985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分析：</a:t>
            </a:r>
          </a:p>
          <a:p>
            <a:r>
              <a:rPr lang="zh-CN" altLang="en-US" dirty="0"/>
              <a:t>设当前考察的是</a:t>
            </a:r>
            <a:r>
              <a:rPr lang="en-US" altLang="zh-CN" dirty="0"/>
              <a:t>a[j]</a:t>
            </a:r>
            <a:r>
              <a:rPr lang="zh-CN" altLang="en-US" dirty="0"/>
              <a:t>（</a:t>
            </a:r>
            <a:r>
              <a:rPr lang="en-US" altLang="zh-CN" dirty="0"/>
              <a:t>j</a:t>
            </a:r>
            <a:r>
              <a:rPr lang="zh-CN" altLang="en-US" dirty="0"/>
              <a:t>从</a:t>
            </a:r>
            <a:r>
              <a:rPr lang="en-US" altLang="zh-CN" dirty="0"/>
              <a:t>0</a:t>
            </a:r>
            <a:r>
              <a:rPr lang="zh-CN" altLang="en-US" dirty="0"/>
              <a:t>开始）。对元素</a:t>
            </a:r>
            <a:r>
              <a:rPr lang="en-US" altLang="zh-CN" dirty="0"/>
              <a:t>a[j]</a:t>
            </a:r>
            <a:r>
              <a:rPr lang="zh-CN" altLang="en-US" dirty="0"/>
              <a:t>有以下几种情况</a:t>
            </a:r>
            <a:r>
              <a:rPr lang="en-US" altLang="zh-CN" dirty="0"/>
              <a:t>: </a:t>
            </a:r>
            <a:r>
              <a:rPr lang="zh-CN" altLang="en-US" dirty="0"/>
              <a:t>（初始时，</a:t>
            </a:r>
            <a:r>
              <a:rPr lang="en-US" altLang="zh-CN" dirty="0"/>
              <a:t>j = 0, k = 0, h = n-1</a:t>
            </a:r>
            <a:r>
              <a:rPr lang="zh-CN" altLang="en-US" dirty="0"/>
              <a:t>）</a:t>
            </a:r>
          </a:p>
          <a:p>
            <a:r>
              <a:rPr lang="en-US" altLang="zh-CN" dirty="0"/>
              <a:t>(1) a[j] &lt; 0 : a[j]</a:t>
            </a:r>
            <a:r>
              <a:rPr lang="zh-CN" altLang="en-US" dirty="0"/>
              <a:t>与</a:t>
            </a:r>
            <a:r>
              <a:rPr lang="en-US" altLang="zh-CN" dirty="0"/>
              <a:t>a[k]</a:t>
            </a:r>
            <a:r>
              <a:rPr lang="zh-CN" altLang="en-US" dirty="0"/>
              <a:t>交换，并且</a:t>
            </a:r>
            <a:r>
              <a:rPr lang="en-US" altLang="zh-CN" dirty="0"/>
              <a:t>j++</a:t>
            </a:r>
            <a:r>
              <a:rPr lang="zh-CN" altLang="en-US" dirty="0"/>
              <a:t>和</a:t>
            </a:r>
            <a:r>
              <a:rPr lang="en-US" altLang="zh-CN" dirty="0"/>
              <a:t>k++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   （将考察下一个</a:t>
            </a:r>
            <a:r>
              <a:rPr lang="en-US" altLang="zh-CN" dirty="0"/>
              <a:t>a[j]</a:t>
            </a:r>
            <a:r>
              <a:rPr lang="zh-CN" altLang="en-US" dirty="0"/>
              <a:t>，原</a:t>
            </a:r>
            <a:r>
              <a:rPr lang="en-US" altLang="zh-CN" dirty="0"/>
              <a:t>a[j]</a:t>
            </a:r>
            <a:r>
              <a:rPr lang="zh-CN" altLang="en-US" dirty="0"/>
              <a:t>放在</a:t>
            </a:r>
            <a:r>
              <a:rPr lang="en-US" altLang="zh-CN" dirty="0"/>
              <a:t>k</a:t>
            </a:r>
            <a:r>
              <a:rPr lang="zh-CN" altLang="en-US" dirty="0"/>
              <a:t>位置左边）</a:t>
            </a:r>
          </a:p>
          <a:p>
            <a:r>
              <a:rPr lang="en-US" altLang="zh-CN" dirty="0"/>
              <a:t>(2) a[j] = 0 : j++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   （将考察下一个</a:t>
            </a:r>
            <a:r>
              <a:rPr lang="en-US" altLang="zh-CN" dirty="0"/>
              <a:t>a[j]</a:t>
            </a:r>
            <a:r>
              <a:rPr lang="zh-CN" altLang="en-US" dirty="0"/>
              <a:t>）</a:t>
            </a:r>
          </a:p>
          <a:p>
            <a:r>
              <a:rPr lang="en-US" altLang="zh-CN" dirty="0"/>
              <a:t>(3) a[j] &gt; 0 : a[j]</a:t>
            </a:r>
            <a:r>
              <a:rPr lang="zh-CN" altLang="en-US" dirty="0"/>
              <a:t>与</a:t>
            </a:r>
            <a:r>
              <a:rPr lang="en-US" altLang="zh-CN" dirty="0"/>
              <a:t>a[h]</a:t>
            </a:r>
            <a:r>
              <a:rPr lang="zh-CN" altLang="en-US" dirty="0"/>
              <a:t>交换，并且</a:t>
            </a:r>
            <a:r>
              <a:rPr lang="en-US" altLang="zh-CN" dirty="0"/>
              <a:t>h--</a:t>
            </a:r>
          </a:p>
          <a:p>
            <a:r>
              <a:rPr lang="en-US" altLang="zh-CN" dirty="0"/>
              <a:t>   </a:t>
            </a:r>
            <a:r>
              <a:rPr lang="zh-CN" altLang="en-US" dirty="0"/>
              <a:t>（原</a:t>
            </a:r>
            <a:r>
              <a:rPr lang="en-US" altLang="zh-CN" dirty="0"/>
              <a:t>a[j]</a:t>
            </a:r>
            <a:r>
              <a:rPr lang="zh-CN" altLang="en-US" dirty="0"/>
              <a:t>放在</a:t>
            </a:r>
            <a:r>
              <a:rPr lang="en-US" altLang="zh-CN" dirty="0"/>
              <a:t>h</a:t>
            </a:r>
            <a:r>
              <a:rPr lang="zh-CN" altLang="en-US" dirty="0"/>
              <a:t>位置右边，将考察交换来的</a:t>
            </a:r>
            <a:r>
              <a:rPr lang="en-US" altLang="zh-CN" dirty="0"/>
              <a:t>a[h]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整理结束后的满足条件</a:t>
            </a:r>
            <a:r>
              <a:rPr lang="en-US" altLang="zh-CN" dirty="0"/>
              <a:t>: j &gt; h</a:t>
            </a:r>
          </a:p>
          <a:p>
            <a:endParaRPr lang="en-US" altLang="zh-CN" dirty="0"/>
          </a:p>
          <a:p>
            <a:r>
              <a:rPr lang="zh-CN" altLang="en-US" dirty="0"/>
              <a:t>程序：</a:t>
            </a:r>
          </a:p>
          <a:p>
            <a:r>
              <a:rPr lang="en-US" altLang="zh-CN" dirty="0"/>
              <a:t>#include  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#define MAXN 1000</a:t>
            </a:r>
          </a:p>
          <a:p>
            <a:r>
              <a:rPr lang="en-US" altLang="zh-CN" dirty="0"/>
              <a:t>void main()</a:t>
            </a:r>
          </a:p>
          <a:p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j, n, k, temp, h;  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int</a:t>
            </a:r>
            <a:r>
              <a:rPr lang="en-US" altLang="zh-CN" dirty="0"/>
              <a:t> a[MAXN];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printf</a:t>
            </a:r>
            <a:r>
              <a:rPr lang="en-US" altLang="zh-CN" dirty="0"/>
              <a:t>("Enter n: ");  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scanf</a:t>
            </a:r>
            <a:r>
              <a:rPr lang="en-US" altLang="zh-CN" dirty="0"/>
              <a:t>("%d", &amp;n);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printf</a:t>
            </a:r>
            <a:r>
              <a:rPr lang="en-US" altLang="zh-CN" dirty="0"/>
              <a:t>("Enter a[0] -- a[%d]\n", n-1);</a:t>
            </a:r>
          </a:p>
          <a:p>
            <a:r>
              <a:rPr lang="en-US" altLang="zh-CN" dirty="0"/>
              <a:t>  for(j = 0; j &lt; n; j++)  </a:t>
            </a:r>
          </a:p>
          <a:p>
            <a:r>
              <a:rPr lang="en-US" altLang="zh-CN" dirty="0"/>
              <a:t>     </a:t>
            </a:r>
            <a:r>
              <a:rPr lang="en-US" altLang="zh-CN" dirty="0" err="1"/>
              <a:t>scanf</a:t>
            </a:r>
            <a:r>
              <a:rPr lang="en-US" altLang="zh-CN" dirty="0"/>
              <a:t>("%d", &amp;a[j]);</a:t>
            </a:r>
          </a:p>
          <a:p>
            <a:r>
              <a:rPr lang="en-US" altLang="zh-CN" dirty="0"/>
              <a:t>  j = k = 0; h = n-1;</a:t>
            </a:r>
          </a:p>
          <a:p>
            <a:r>
              <a:rPr lang="en-US" altLang="zh-CN" dirty="0"/>
              <a:t>  while (j &lt;= h)</a:t>
            </a:r>
          </a:p>
          <a:p>
            <a:r>
              <a:rPr lang="en-US" altLang="zh-CN" dirty="0"/>
              <a:t>     if (a[j] &lt; 0) { temp=a[j]; a[j]=a[k];</a:t>
            </a:r>
          </a:p>
          <a:p>
            <a:r>
              <a:rPr lang="en-US" altLang="zh-CN" dirty="0"/>
              <a:t>          a[k]=temp;   j++; k++;</a:t>
            </a:r>
          </a:p>
          <a:p>
            <a:r>
              <a:rPr lang="en-US" altLang="zh-CN" dirty="0"/>
              <a:t>     }</a:t>
            </a:r>
          </a:p>
          <a:p>
            <a:r>
              <a:rPr lang="en-US" altLang="zh-CN" dirty="0"/>
              <a:t>     else if (a[j] == 0)  j++;</a:t>
            </a:r>
          </a:p>
          <a:p>
            <a:r>
              <a:rPr lang="en-US" altLang="zh-CN" dirty="0"/>
              <a:t>     else </a:t>
            </a:r>
          </a:p>
          <a:p>
            <a:r>
              <a:rPr lang="en-US" altLang="zh-CN" dirty="0"/>
              <a:t>     { temp=a[j]; a[j]=a[h]; a[h]=temp; h--; }</a:t>
            </a:r>
          </a:p>
          <a:p>
            <a:r>
              <a:rPr lang="en-US" altLang="zh-CN" dirty="0"/>
              <a:t>  for(j = 0; j &lt; n; j++) </a:t>
            </a:r>
            <a:r>
              <a:rPr lang="en-US" altLang="zh-CN" dirty="0" err="1"/>
              <a:t>printf</a:t>
            </a:r>
            <a:r>
              <a:rPr lang="en-US" altLang="zh-CN" dirty="0"/>
              <a:t>("%4d", a[j]);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printf</a:t>
            </a:r>
            <a:r>
              <a:rPr lang="en-US" altLang="zh-CN" dirty="0"/>
              <a:t>("\n");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注意，这个算法思路与快排不完全相同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也可用快排针对重复元素的改进算法，</a:t>
            </a:r>
            <a:r>
              <a:rPr lang="en-US" altLang="zh-CN" dirty="0"/>
              <a:t>2</a:t>
            </a:r>
            <a:r>
              <a:rPr lang="zh-CN" altLang="en-US" dirty="0"/>
              <a:t>种算法空间复杂度是一样，比较次数也是一样的，但交换次数依赖于具体的序列，不确定哪个更优。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DE6EA9-C3B8-43AC-A7C8-EC0162D7BB95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293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A00C07B1-61B2-410D-9A56-2BF49A4D90D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A00C07B1-61B2-410D-9A56-2BF49A4D90D6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辅助练习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1509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764704"/>
            <a:ext cx="6921217" cy="5067925"/>
          </a:xfrm>
        </p:spPr>
        <p:txBody>
          <a:bodyPr/>
          <a:lstStyle/>
          <a:p>
            <a:r>
              <a:rPr lang="en-US" altLang="zh-CN" sz="3200" dirty="0"/>
              <a:t>1. </a:t>
            </a:r>
            <a:r>
              <a:rPr lang="zh-CN" altLang="en-US" sz="3200" dirty="0"/>
              <a:t>对序列</a:t>
            </a:r>
            <a:r>
              <a:rPr lang="en-US" altLang="zh-CN" sz="3200" dirty="0"/>
              <a:t>5</a:t>
            </a:r>
            <a:r>
              <a:rPr lang="zh-CN" altLang="en-US" sz="3200" dirty="0"/>
              <a:t>、</a:t>
            </a:r>
            <a:r>
              <a:rPr lang="en-US" altLang="zh-CN" sz="3200" dirty="0"/>
              <a:t>8</a:t>
            </a:r>
            <a:r>
              <a:rPr lang="zh-CN" altLang="en-US" sz="3200" dirty="0"/>
              <a:t>、</a:t>
            </a:r>
            <a:r>
              <a:rPr lang="en-US" altLang="zh-CN" sz="3200" dirty="0"/>
              <a:t>3</a:t>
            </a:r>
            <a:r>
              <a:rPr lang="zh-CN" altLang="en-US" sz="3200" dirty="0"/>
              <a:t>、</a:t>
            </a:r>
            <a:r>
              <a:rPr lang="en-US" altLang="zh-CN" sz="3200" dirty="0"/>
              <a:t>6</a:t>
            </a:r>
            <a:r>
              <a:rPr lang="zh-CN" altLang="en-US" sz="3200" dirty="0"/>
              <a:t>、</a:t>
            </a:r>
            <a:r>
              <a:rPr lang="en-US" altLang="zh-CN" sz="3200" dirty="0"/>
              <a:t>9</a:t>
            </a:r>
            <a:r>
              <a:rPr lang="zh-CN" altLang="en-US" sz="3200" dirty="0"/>
              <a:t>，按照</a:t>
            </a:r>
            <a:r>
              <a:rPr lang="en-US" altLang="zh-CN" sz="3200" dirty="0"/>
              <a:t>PPT</a:t>
            </a:r>
            <a:r>
              <a:rPr lang="zh-CN" altLang="en-US" sz="3200" dirty="0"/>
              <a:t>中的写法，写出快速排序的过程。</a:t>
            </a:r>
          </a:p>
          <a:p>
            <a:pPr>
              <a:lnSpc>
                <a:spcPct val="90000"/>
              </a:lnSpc>
            </a:pPr>
            <a:r>
              <a:rPr lang="en-US" altLang="zh-CN" sz="3200" dirty="0"/>
              <a:t>2. </a:t>
            </a:r>
            <a:r>
              <a:rPr lang="zh-CN" altLang="en-US" sz="3200" dirty="0"/>
              <a:t>直接插入排序、冒泡排序、快速排序、堆排序、归并排序中，在最好情况下哪些方法最快？在平均情况下哪些方法最快？在最坏情况下哪些最快？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998852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692696"/>
            <a:ext cx="7056784" cy="5184576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3. </a:t>
            </a:r>
            <a:r>
              <a:rPr lang="zh-CN" altLang="en-US" sz="3200" dirty="0"/>
              <a:t>用尽量少的辅助空间，尽量少的比较和交换次数，写一个函数</a:t>
            </a:r>
            <a:r>
              <a:rPr lang="en-US" altLang="zh-CN" sz="3200" dirty="0"/>
              <a:t>Arrange(</a:t>
            </a:r>
            <a:r>
              <a:rPr lang="en-US" altLang="zh-CN" sz="3200" dirty="0" err="1"/>
              <a:t>int</a:t>
            </a:r>
            <a:r>
              <a:rPr lang="en-US" altLang="zh-CN" sz="3200" dirty="0"/>
              <a:t> a[], </a:t>
            </a:r>
            <a:r>
              <a:rPr lang="en-US" altLang="zh-CN" sz="3200" dirty="0" err="1"/>
              <a:t>int</a:t>
            </a:r>
            <a:r>
              <a:rPr lang="en-US" altLang="zh-CN" sz="3200" dirty="0"/>
              <a:t> n)</a:t>
            </a:r>
            <a:r>
              <a:rPr lang="zh-CN" altLang="en-US" sz="3200" dirty="0"/>
              <a:t>，通过一遍扫描对数组</a:t>
            </a:r>
            <a:r>
              <a:rPr lang="en-US" altLang="zh-CN" sz="3200" dirty="0"/>
              <a:t>a</a:t>
            </a:r>
            <a:r>
              <a:rPr lang="zh-CN" altLang="en-US" sz="3200" dirty="0"/>
              <a:t>做整理</a:t>
            </a:r>
            <a:r>
              <a:rPr lang="en-US" altLang="zh-CN" sz="3200" dirty="0"/>
              <a:t>, </a:t>
            </a:r>
            <a:r>
              <a:rPr lang="zh-CN" altLang="en-US" sz="3200" dirty="0"/>
              <a:t>使其中小于</a:t>
            </a:r>
            <a:r>
              <a:rPr lang="en-US" altLang="zh-CN" sz="3200" dirty="0"/>
              <a:t>0</a:t>
            </a:r>
            <a:r>
              <a:rPr lang="zh-CN" altLang="en-US" sz="3200" dirty="0"/>
              <a:t>的元素移到前面，等于</a:t>
            </a:r>
            <a:r>
              <a:rPr lang="en-US" altLang="zh-CN" sz="3200" dirty="0"/>
              <a:t>0</a:t>
            </a:r>
            <a:r>
              <a:rPr lang="zh-CN" altLang="en-US" sz="3200" dirty="0"/>
              <a:t>的元素留在中间</a:t>
            </a:r>
            <a:r>
              <a:rPr lang="en-US" altLang="zh-CN" sz="3200" dirty="0"/>
              <a:t>, </a:t>
            </a:r>
            <a:r>
              <a:rPr lang="zh-CN" altLang="en-US" sz="3200" dirty="0"/>
              <a:t>而大于</a:t>
            </a:r>
            <a:r>
              <a:rPr lang="en-US" altLang="zh-CN" sz="3200" dirty="0"/>
              <a:t>0</a:t>
            </a:r>
            <a:r>
              <a:rPr lang="zh-CN" altLang="en-US" sz="3200" dirty="0"/>
              <a:t>的元素移到后面。即整理完成后，使</a:t>
            </a:r>
          </a:p>
          <a:p>
            <a:pPr lvl="1"/>
            <a:r>
              <a:rPr lang="en-US" altLang="zh-CN" sz="3200" dirty="0"/>
              <a:t>   a[0] ~</a:t>
            </a:r>
            <a:r>
              <a:rPr lang="zh-CN" altLang="en-US" sz="3200" dirty="0"/>
              <a:t> </a:t>
            </a:r>
            <a:r>
              <a:rPr lang="en-US" altLang="zh-CN" sz="3200" dirty="0"/>
              <a:t>a[k-1]</a:t>
            </a:r>
            <a:r>
              <a:rPr lang="zh-CN" altLang="en-US" sz="3200" dirty="0"/>
              <a:t>都小于</a:t>
            </a:r>
            <a:r>
              <a:rPr lang="en-US" altLang="zh-CN" sz="3200" dirty="0"/>
              <a:t>0</a:t>
            </a:r>
            <a:r>
              <a:rPr lang="zh-CN" altLang="en-US" sz="3200" dirty="0"/>
              <a:t>， </a:t>
            </a:r>
          </a:p>
          <a:p>
            <a:pPr lvl="1"/>
            <a:r>
              <a:rPr lang="en-US" altLang="zh-CN" sz="3200" dirty="0"/>
              <a:t>   a[k] ~</a:t>
            </a:r>
            <a:r>
              <a:rPr lang="zh-CN" altLang="en-US" sz="3200" dirty="0"/>
              <a:t> </a:t>
            </a:r>
            <a:r>
              <a:rPr lang="en-US" altLang="zh-CN" sz="3200" dirty="0"/>
              <a:t>a [h]  </a:t>
            </a:r>
            <a:r>
              <a:rPr lang="zh-CN" altLang="en-US" sz="3200" dirty="0"/>
              <a:t>都等于</a:t>
            </a:r>
            <a:r>
              <a:rPr lang="en-US" altLang="zh-CN" sz="3200" dirty="0"/>
              <a:t>0</a:t>
            </a:r>
            <a:r>
              <a:rPr lang="zh-CN" altLang="en-US" sz="3200" dirty="0"/>
              <a:t>，</a:t>
            </a:r>
          </a:p>
          <a:p>
            <a:pPr lvl="1"/>
            <a:r>
              <a:rPr lang="en-US" altLang="zh-CN" sz="3200" dirty="0"/>
              <a:t>   a[h+1] ~</a:t>
            </a:r>
            <a:r>
              <a:rPr lang="zh-CN" altLang="en-US" sz="3200" dirty="0"/>
              <a:t> </a:t>
            </a:r>
            <a:r>
              <a:rPr lang="en-US" altLang="zh-CN" sz="3200" dirty="0"/>
              <a:t>a [n-1]</a:t>
            </a:r>
            <a:r>
              <a:rPr lang="zh-CN" altLang="en-US" sz="3200" dirty="0"/>
              <a:t>都大于</a:t>
            </a:r>
            <a:r>
              <a:rPr lang="en-US" altLang="zh-CN" sz="3200" dirty="0"/>
              <a:t>0</a:t>
            </a:r>
            <a:r>
              <a:rPr lang="zh-CN" altLang="en-US" sz="3200" dirty="0"/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39720062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FFFFFF"/>
      </a:dk1>
      <a:lt1>
        <a:sysClr val="window" lastClr="000000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FFFFFF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441</TotalTime>
  <Words>741</Words>
  <Application>Microsoft Office PowerPoint</Application>
  <PresentationFormat>全屏显示(4:3)</PresentationFormat>
  <Paragraphs>56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微软雅黑</vt:lpstr>
      <vt:lpstr>Calibri</vt:lpstr>
      <vt:lpstr>Century Gothic</vt:lpstr>
      <vt:lpstr>Wingdings</vt:lpstr>
      <vt:lpstr>Wingdings 2</vt:lpstr>
      <vt:lpstr>奥斯汀</vt:lpstr>
      <vt:lpstr>辅助练习</vt:lpstr>
      <vt:lpstr>PowerPoint 演示文稿</vt:lpstr>
      <vt:lpstr>PowerPoint 演示文稿</vt:lpstr>
    </vt:vector>
  </TitlesOfParts>
  <Company>复旦大学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课堂练习</dc:title>
  <dc:creator>admin</dc:creator>
  <cp:lastModifiedBy>天天向上</cp:lastModifiedBy>
  <cp:revision>16</cp:revision>
  <dcterms:created xsi:type="dcterms:W3CDTF">2015-10-18T11:42:31Z</dcterms:created>
  <dcterms:modified xsi:type="dcterms:W3CDTF">2025-12-23T08:35:59Z</dcterms:modified>
</cp:coreProperties>
</file>